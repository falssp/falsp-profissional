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0" r:id="rId2"/>
    <p:sldId id="264" r:id="rId3"/>
    <p:sldId id="262" r:id="rId4"/>
    <p:sldId id="263" r:id="rId5"/>
    <p:sldId id="301" r:id="rId6"/>
    <p:sldId id="295" r:id="rId7"/>
    <p:sldId id="296" r:id="rId8"/>
    <p:sldId id="298" r:id="rId9"/>
    <p:sldId id="297" r:id="rId10"/>
    <p:sldId id="299" r:id="rId11"/>
    <p:sldId id="304" r:id="rId12"/>
    <p:sldId id="303" r:id="rId13"/>
    <p:sldId id="305" r:id="rId14"/>
    <p:sldId id="306" r:id="rId15"/>
    <p:sldId id="307" r:id="rId16"/>
    <p:sldId id="308" r:id="rId17"/>
    <p:sldId id="309" r:id="rId18"/>
    <p:sldId id="310" r:id="rId19"/>
    <p:sldId id="300" r:id="rId20"/>
    <p:sldId id="302" r:id="rId21"/>
    <p:sldId id="294" r:id="rId22"/>
  </p:sldIdLst>
  <p:sldSz cx="9144000" cy="5145088"/>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6259"/>
    <a:srgbClr val="FFFF66"/>
    <a:srgbClr val="009999"/>
    <a:srgbClr val="FFFFCC"/>
    <a:srgbClr val="FF3300"/>
    <a:srgbClr val="00AEC7"/>
    <a:srgbClr val="D9D9D6"/>
    <a:srgbClr val="7C6992"/>
    <a:srgbClr val="888B8D"/>
    <a:srgbClr val="B9D3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45" autoAdjust="0"/>
    <p:restoredTop sz="98046" autoAdjust="0"/>
  </p:normalViewPr>
  <p:slideViewPr>
    <p:cSldViewPr>
      <p:cViewPr>
        <p:scale>
          <a:sx n="96" d="100"/>
          <a:sy n="96" d="100"/>
        </p:scale>
        <p:origin x="-600" y="-102"/>
      </p:cViewPr>
      <p:guideLst>
        <p:guide orient="horz" pos="1621"/>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62A33F-CB8B-40B9-A2DC-BC7C8BBE281C}" type="doc">
      <dgm:prSet loTypeId="urn:microsoft.com/office/officeart/2005/8/layout/chevron2" loCatId="process" qsTypeId="urn:microsoft.com/office/officeart/2005/8/quickstyle/simple5" qsCatId="simple" csTypeId="urn:microsoft.com/office/officeart/2005/8/colors/colorful1" csCatId="colorful" phldr="1"/>
      <dgm:spPr/>
      <dgm:t>
        <a:bodyPr/>
        <a:lstStyle/>
        <a:p>
          <a:endParaRPr lang="pt-BR"/>
        </a:p>
      </dgm:t>
    </dgm:pt>
    <dgm:pt modelId="{CB2436D8-94F8-47B5-B8A0-A81C19FE7CFF}">
      <dgm:prSet phldrT="[Texto]" custT="1"/>
      <dgm:spPr/>
      <dgm:t>
        <a:bodyPr/>
        <a:lstStyle/>
        <a:p>
          <a:r>
            <a:rPr lang="pt-BR" sz="900" smtClean="0"/>
            <a:t>Abrir </a:t>
          </a:r>
          <a:r>
            <a:rPr lang="pt-BR" sz="900" dirty="0" smtClean="0"/>
            <a:t>Problema</a:t>
          </a:r>
          <a:endParaRPr lang="pt-BR" sz="900" dirty="0"/>
        </a:p>
      </dgm:t>
    </dgm:pt>
    <dgm:pt modelId="{27565CAC-7034-4C59-B4AF-08BBD7C67C12}" type="parTrans" cxnId="{8C05966C-2293-4AB5-8655-6148C2993C15}">
      <dgm:prSet/>
      <dgm:spPr/>
      <dgm:t>
        <a:bodyPr/>
        <a:lstStyle/>
        <a:p>
          <a:endParaRPr lang="pt-BR"/>
        </a:p>
      </dgm:t>
    </dgm:pt>
    <dgm:pt modelId="{380E7314-EF28-436F-9E8D-4C620B6741E3}" type="sibTrans" cxnId="{8C05966C-2293-4AB5-8655-6148C2993C15}">
      <dgm:prSet/>
      <dgm:spPr/>
      <dgm:t>
        <a:bodyPr/>
        <a:lstStyle/>
        <a:p>
          <a:endParaRPr lang="pt-BR"/>
        </a:p>
      </dgm:t>
    </dgm:pt>
    <dgm:pt modelId="{5AD8F70A-5930-452B-A1E4-7B4ABFDD4678}">
      <dgm:prSet phldrT="[Texto]" custT="1"/>
      <dgm:spPr/>
      <dgm:t>
        <a:bodyPr/>
        <a:lstStyle/>
        <a:p>
          <a:endParaRPr lang="pt-BR" sz="900" dirty="0" smtClean="0"/>
        </a:p>
        <a:p>
          <a:r>
            <a:rPr lang="pt-BR" sz="900" dirty="0" smtClean="0"/>
            <a:t>Identificar a causa raiz</a:t>
          </a:r>
          <a:endParaRPr lang="pt-BR" sz="900" dirty="0"/>
        </a:p>
      </dgm:t>
    </dgm:pt>
    <dgm:pt modelId="{F2E7BD18-4C3C-4CF4-83B4-7FB8CA2FCE25}" type="parTrans" cxnId="{D53B5A7F-2866-42D2-AB5A-FB1F8278B0B9}">
      <dgm:prSet/>
      <dgm:spPr/>
      <dgm:t>
        <a:bodyPr/>
        <a:lstStyle/>
        <a:p>
          <a:endParaRPr lang="pt-BR"/>
        </a:p>
      </dgm:t>
    </dgm:pt>
    <dgm:pt modelId="{65D6B729-C7C8-4514-8C15-537E6AD3B975}" type="sibTrans" cxnId="{D53B5A7F-2866-42D2-AB5A-FB1F8278B0B9}">
      <dgm:prSet/>
      <dgm:spPr/>
      <dgm:t>
        <a:bodyPr/>
        <a:lstStyle/>
        <a:p>
          <a:endParaRPr lang="pt-BR"/>
        </a:p>
      </dgm:t>
    </dgm:pt>
    <dgm:pt modelId="{C22ECC7F-8CE1-4D85-993F-07330B77794B}">
      <dgm:prSet phldrT="[Texto]" custT="1"/>
      <dgm:spPr/>
      <dgm:t>
        <a:bodyPr/>
        <a:lstStyle/>
        <a:p>
          <a:r>
            <a:rPr lang="pt-BR" sz="900" dirty="0" smtClean="0"/>
            <a:t>Planejar as ações</a:t>
          </a:r>
          <a:endParaRPr lang="pt-BR" sz="900" dirty="0"/>
        </a:p>
      </dgm:t>
    </dgm:pt>
    <dgm:pt modelId="{818807F2-1AF4-40DE-9E43-1065F1A27FB1}" type="parTrans" cxnId="{FD78F595-0BDE-4F36-BCB2-3138DD659C84}">
      <dgm:prSet/>
      <dgm:spPr/>
      <dgm:t>
        <a:bodyPr/>
        <a:lstStyle/>
        <a:p>
          <a:endParaRPr lang="pt-BR"/>
        </a:p>
      </dgm:t>
    </dgm:pt>
    <dgm:pt modelId="{150A35DE-1303-4531-A5E4-04A93BA7AA2B}" type="sibTrans" cxnId="{FD78F595-0BDE-4F36-BCB2-3138DD659C84}">
      <dgm:prSet/>
      <dgm:spPr/>
      <dgm:t>
        <a:bodyPr/>
        <a:lstStyle/>
        <a:p>
          <a:endParaRPr lang="pt-BR"/>
        </a:p>
      </dgm:t>
    </dgm:pt>
    <dgm:pt modelId="{648ACEFF-D81E-48F2-B9A5-817E1AA41FBC}">
      <dgm:prSet phldrT="[Texto]" custT="1"/>
      <dgm:spPr/>
      <dgm:t>
        <a:bodyPr/>
        <a:lstStyle/>
        <a:p>
          <a:r>
            <a:rPr lang="pt-BR" sz="800" baseline="0" dirty="0" smtClean="0">
              <a:latin typeface="Arial" pitchFamily="34" charset="0"/>
            </a:rPr>
            <a:t>Uma vez descoberta a causa raiz, as equipes técnicas fazem o planejamento das ações necessárias para correção.</a:t>
          </a:r>
          <a:endParaRPr lang="pt-BR" sz="800" baseline="0" dirty="0">
            <a:latin typeface="Arial" pitchFamily="34" charset="0"/>
          </a:endParaRPr>
        </a:p>
      </dgm:t>
    </dgm:pt>
    <dgm:pt modelId="{791FF47C-43A7-40B2-9809-2CE72D2535A1}" type="parTrans" cxnId="{BEC37BB2-2E0D-4D82-A20B-1903B940777B}">
      <dgm:prSet/>
      <dgm:spPr/>
      <dgm:t>
        <a:bodyPr/>
        <a:lstStyle/>
        <a:p>
          <a:endParaRPr lang="pt-BR"/>
        </a:p>
      </dgm:t>
    </dgm:pt>
    <dgm:pt modelId="{990E26B0-3FCF-4DFC-AE84-3A9490469793}" type="sibTrans" cxnId="{BEC37BB2-2E0D-4D82-A20B-1903B940777B}">
      <dgm:prSet/>
      <dgm:spPr/>
      <dgm:t>
        <a:bodyPr/>
        <a:lstStyle/>
        <a:p>
          <a:endParaRPr lang="pt-BR"/>
        </a:p>
      </dgm:t>
    </dgm:pt>
    <dgm:pt modelId="{5769F8C4-4B67-4854-BCD1-CEFBF0CEFDB3}">
      <dgm:prSet phldrT="[Texto]" custT="1"/>
      <dgm:spPr/>
      <dgm:t>
        <a:bodyPr/>
        <a:lstStyle/>
        <a:p>
          <a:r>
            <a:rPr lang="pt-BR" sz="900" dirty="0" smtClean="0"/>
            <a:t>Monitorar</a:t>
          </a:r>
          <a:r>
            <a:rPr lang="pt-BR" sz="700" dirty="0" smtClean="0"/>
            <a:t> </a:t>
          </a:r>
          <a:endParaRPr lang="pt-BR" sz="700" dirty="0"/>
        </a:p>
      </dgm:t>
    </dgm:pt>
    <dgm:pt modelId="{1B940AF7-EC46-4DBA-AD68-3C8817F07D51}" type="parTrans" cxnId="{666803D3-C1B7-46F9-98BF-DFC6EFB4C980}">
      <dgm:prSet/>
      <dgm:spPr/>
      <dgm:t>
        <a:bodyPr/>
        <a:lstStyle/>
        <a:p>
          <a:endParaRPr lang="pt-BR"/>
        </a:p>
      </dgm:t>
    </dgm:pt>
    <dgm:pt modelId="{F114F668-3CB2-467D-B509-17BCB4E08849}" type="sibTrans" cxnId="{666803D3-C1B7-46F9-98BF-DFC6EFB4C980}">
      <dgm:prSet/>
      <dgm:spPr/>
      <dgm:t>
        <a:bodyPr/>
        <a:lstStyle/>
        <a:p>
          <a:endParaRPr lang="pt-BR"/>
        </a:p>
      </dgm:t>
    </dgm:pt>
    <dgm:pt modelId="{EBF18921-EBA4-4A20-A85B-B01B40081116}">
      <dgm:prSet phldrT="[Texto]" custT="1"/>
      <dgm:spPr/>
      <dgm:t>
        <a:bodyPr/>
        <a:lstStyle/>
        <a:p>
          <a:r>
            <a:rPr lang="pt-BR" sz="900" dirty="0" smtClean="0"/>
            <a:t>Implantar a solução</a:t>
          </a:r>
        </a:p>
      </dgm:t>
    </dgm:pt>
    <dgm:pt modelId="{FB0D7957-E4D7-4D5E-BF64-C36D7328179A}" type="parTrans" cxnId="{9F57A915-7493-48B5-98C9-00CC894D48DD}">
      <dgm:prSet/>
      <dgm:spPr/>
      <dgm:t>
        <a:bodyPr/>
        <a:lstStyle/>
        <a:p>
          <a:endParaRPr lang="pt-BR"/>
        </a:p>
      </dgm:t>
    </dgm:pt>
    <dgm:pt modelId="{3171CEDB-7F6C-4BD7-BB95-D3EA8CDE39BC}" type="sibTrans" cxnId="{9F57A915-7493-48B5-98C9-00CC894D48DD}">
      <dgm:prSet/>
      <dgm:spPr/>
      <dgm:t>
        <a:bodyPr/>
        <a:lstStyle/>
        <a:p>
          <a:endParaRPr lang="pt-BR"/>
        </a:p>
      </dgm:t>
    </dgm:pt>
    <dgm:pt modelId="{DEC5B573-0F9E-4303-9712-2BB79290C246}">
      <dgm:prSet phldrT="[Texto]" custT="1"/>
      <dgm:spPr/>
      <dgm:t>
        <a:bodyPr/>
        <a:lstStyle/>
        <a:p>
          <a:r>
            <a:rPr lang="pt-BR" sz="900" dirty="0" smtClean="0"/>
            <a:t>Encerrar o problema</a:t>
          </a:r>
          <a:endParaRPr lang="pt-BR" sz="900" dirty="0"/>
        </a:p>
      </dgm:t>
    </dgm:pt>
    <dgm:pt modelId="{07981AA8-C308-4598-A5E0-D361555C6C46}" type="parTrans" cxnId="{E13460A6-46F5-47F6-A2E4-A131B7B09784}">
      <dgm:prSet/>
      <dgm:spPr/>
      <dgm:t>
        <a:bodyPr/>
        <a:lstStyle/>
        <a:p>
          <a:endParaRPr lang="pt-BR"/>
        </a:p>
      </dgm:t>
    </dgm:pt>
    <dgm:pt modelId="{16251D22-BB3F-4E7C-8FE4-C7EDBE6FA8B3}" type="sibTrans" cxnId="{E13460A6-46F5-47F6-A2E4-A131B7B09784}">
      <dgm:prSet/>
      <dgm:spPr/>
      <dgm:t>
        <a:bodyPr/>
        <a:lstStyle/>
        <a:p>
          <a:endParaRPr lang="pt-BR"/>
        </a:p>
      </dgm:t>
    </dgm:pt>
    <dgm:pt modelId="{7B0B7A25-A0C8-4F91-90E8-5E0A86CBDA8E}">
      <dgm:prSet phldrT="[Texto]" custT="1"/>
      <dgm:spPr/>
      <dgm:t>
        <a:bodyPr/>
        <a:lstStyle/>
        <a:p>
          <a:r>
            <a:rPr lang="pt-BR" sz="800" baseline="0" dirty="0" smtClean="0">
              <a:latin typeface="Arial" pitchFamily="34" charset="0"/>
            </a:rPr>
            <a:t>As equipes técnicas investigam no detalhe o motivo da ocorrência.</a:t>
          </a:r>
          <a:endParaRPr lang="pt-BR" sz="800" baseline="0" dirty="0">
            <a:latin typeface="Arial" pitchFamily="34" charset="0"/>
          </a:endParaRPr>
        </a:p>
      </dgm:t>
    </dgm:pt>
    <dgm:pt modelId="{8CF471F5-A944-4A84-9EFE-5BDFAFC44013}" type="sibTrans" cxnId="{6BDC1680-5174-4F4E-BFA8-B46E11050462}">
      <dgm:prSet/>
      <dgm:spPr/>
      <dgm:t>
        <a:bodyPr/>
        <a:lstStyle/>
        <a:p>
          <a:endParaRPr lang="pt-BR"/>
        </a:p>
      </dgm:t>
    </dgm:pt>
    <dgm:pt modelId="{29559666-A617-4C56-82EC-60576873091D}" type="parTrans" cxnId="{6BDC1680-5174-4F4E-BFA8-B46E11050462}">
      <dgm:prSet/>
      <dgm:spPr/>
      <dgm:t>
        <a:bodyPr/>
        <a:lstStyle/>
        <a:p>
          <a:endParaRPr lang="pt-BR"/>
        </a:p>
      </dgm:t>
    </dgm:pt>
    <dgm:pt modelId="{6DF73D69-1CBA-4127-AFAF-FC9FE2D658D6}">
      <dgm:prSet phldrT="[Texto]" custT="1"/>
      <dgm:spPr/>
      <dgm:t>
        <a:bodyPr/>
        <a:lstStyle/>
        <a:p>
          <a:r>
            <a:rPr lang="pt-BR" sz="800" baseline="0" dirty="0" smtClean="0">
              <a:latin typeface="Arial" pitchFamily="34" charset="0"/>
            </a:rPr>
            <a:t>Processo inicial da gestão de problemas. A abertura será feita na reunião de Bom Dia TD.</a:t>
          </a:r>
          <a:endParaRPr lang="pt-BR" sz="800" baseline="0" dirty="0">
            <a:latin typeface="Arial" pitchFamily="34" charset="0"/>
          </a:endParaRPr>
        </a:p>
      </dgm:t>
    </dgm:pt>
    <dgm:pt modelId="{15B0E249-1416-472C-9AC4-7FB1C6FF145A}" type="sibTrans" cxnId="{505789FE-402F-41F1-AAB6-6ABA7065EC6C}">
      <dgm:prSet/>
      <dgm:spPr/>
      <dgm:t>
        <a:bodyPr/>
        <a:lstStyle/>
        <a:p>
          <a:endParaRPr lang="pt-BR"/>
        </a:p>
      </dgm:t>
    </dgm:pt>
    <dgm:pt modelId="{62DF25CD-B90C-4157-92EE-9086D1FDD199}" type="parTrans" cxnId="{505789FE-402F-41F1-AAB6-6ABA7065EC6C}">
      <dgm:prSet/>
      <dgm:spPr/>
      <dgm:t>
        <a:bodyPr/>
        <a:lstStyle/>
        <a:p>
          <a:endParaRPr lang="pt-BR"/>
        </a:p>
      </dgm:t>
    </dgm:pt>
    <dgm:pt modelId="{30A1BA55-E3D7-4E51-B149-BE879DDBBEBC}">
      <dgm:prSet custT="1"/>
      <dgm:spPr/>
      <dgm:t>
        <a:bodyPr/>
        <a:lstStyle/>
        <a:p>
          <a:r>
            <a:rPr lang="pt-BR" sz="800" baseline="0" dirty="0" smtClean="0">
              <a:latin typeface="Arial" pitchFamily="34" charset="0"/>
            </a:rPr>
            <a:t>Depois de implantada a solução, é feito um monitoramento por um período pré-determinado para verificar se o problema voltará a ocorrer.</a:t>
          </a:r>
          <a:endParaRPr lang="pt-BR" sz="800" baseline="0" dirty="0">
            <a:latin typeface="Arial" pitchFamily="34" charset="0"/>
          </a:endParaRPr>
        </a:p>
      </dgm:t>
    </dgm:pt>
    <dgm:pt modelId="{D58A05D9-4AE4-4C4A-8E2C-B4BDC2D332E5}" type="parTrans" cxnId="{369B6A80-71C7-43C5-A8B4-FA425CF3499A}">
      <dgm:prSet/>
      <dgm:spPr/>
      <dgm:t>
        <a:bodyPr/>
        <a:lstStyle/>
        <a:p>
          <a:endParaRPr lang="pt-BR"/>
        </a:p>
      </dgm:t>
    </dgm:pt>
    <dgm:pt modelId="{3BA5A2A6-2600-4E8D-B22C-498E66E0A9C9}" type="sibTrans" cxnId="{369B6A80-71C7-43C5-A8B4-FA425CF3499A}">
      <dgm:prSet/>
      <dgm:spPr/>
      <dgm:t>
        <a:bodyPr/>
        <a:lstStyle/>
        <a:p>
          <a:endParaRPr lang="pt-BR"/>
        </a:p>
      </dgm:t>
    </dgm:pt>
    <dgm:pt modelId="{35801AD5-B08A-43F2-8A70-0544CDB4EEBD}">
      <dgm:prSet custT="1"/>
      <dgm:spPr/>
      <dgm:t>
        <a:bodyPr/>
        <a:lstStyle/>
        <a:p>
          <a:r>
            <a:rPr lang="pt-BR" sz="800" baseline="0" dirty="0" smtClean="0">
              <a:latin typeface="Arial" pitchFamily="34" charset="0"/>
            </a:rPr>
            <a:t>Passado o período de avaliação de uma eventual recorrência,  caso não seja observada nenhuma anomalia o problema será encerrado.</a:t>
          </a:r>
          <a:endParaRPr lang="pt-BR" sz="800" baseline="0" dirty="0">
            <a:latin typeface="Arial" pitchFamily="34" charset="0"/>
          </a:endParaRPr>
        </a:p>
      </dgm:t>
    </dgm:pt>
    <dgm:pt modelId="{AA7CC568-79E3-429A-87E5-BBE4D1279BE9}" type="parTrans" cxnId="{0667B011-1E1B-4847-9D0C-F82A7EFACFA9}">
      <dgm:prSet/>
      <dgm:spPr/>
      <dgm:t>
        <a:bodyPr/>
        <a:lstStyle/>
        <a:p>
          <a:endParaRPr lang="pt-BR"/>
        </a:p>
      </dgm:t>
    </dgm:pt>
    <dgm:pt modelId="{3EF29B53-1ED7-449E-802E-7049CEA139A9}" type="sibTrans" cxnId="{0667B011-1E1B-4847-9D0C-F82A7EFACFA9}">
      <dgm:prSet/>
      <dgm:spPr/>
      <dgm:t>
        <a:bodyPr/>
        <a:lstStyle/>
        <a:p>
          <a:endParaRPr lang="pt-BR"/>
        </a:p>
      </dgm:t>
    </dgm:pt>
    <dgm:pt modelId="{5E3D055F-5957-434B-B4B7-BDC05368F576}">
      <dgm:prSet custT="1"/>
      <dgm:spPr/>
      <dgm:t>
        <a:bodyPr/>
        <a:lstStyle/>
        <a:p>
          <a:r>
            <a:rPr lang="pt-BR" sz="800" baseline="0" dirty="0" smtClean="0">
              <a:latin typeface="Arial" pitchFamily="34" charset="0"/>
            </a:rPr>
            <a:t>Neste momento é implantado o plano de ação definido na etapa anterior.</a:t>
          </a:r>
          <a:endParaRPr lang="pt-BR" sz="800" baseline="0" dirty="0">
            <a:latin typeface="Arial" pitchFamily="34" charset="0"/>
          </a:endParaRPr>
        </a:p>
      </dgm:t>
    </dgm:pt>
    <dgm:pt modelId="{AAB8B6DC-607B-48AE-B80D-172C65071CA0}" type="parTrans" cxnId="{484FF5BB-EEAF-4D0B-912B-3171D8C7E10E}">
      <dgm:prSet/>
      <dgm:spPr/>
      <dgm:t>
        <a:bodyPr/>
        <a:lstStyle/>
        <a:p>
          <a:endParaRPr lang="pt-BR"/>
        </a:p>
      </dgm:t>
    </dgm:pt>
    <dgm:pt modelId="{88300EBF-C9AA-4726-996C-F27BAE4606C9}" type="sibTrans" cxnId="{484FF5BB-EEAF-4D0B-912B-3171D8C7E10E}">
      <dgm:prSet/>
      <dgm:spPr/>
      <dgm:t>
        <a:bodyPr/>
        <a:lstStyle/>
        <a:p>
          <a:endParaRPr lang="pt-BR"/>
        </a:p>
      </dgm:t>
    </dgm:pt>
    <dgm:pt modelId="{33632837-0E1E-448F-8E14-93DAF56B8FBB}" type="pres">
      <dgm:prSet presAssocID="{8762A33F-CB8B-40B9-A2DC-BC7C8BBE281C}" presName="linearFlow" presStyleCnt="0">
        <dgm:presLayoutVars>
          <dgm:dir/>
          <dgm:animLvl val="lvl"/>
          <dgm:resizeHandles val="exact"/>
        </dgm:presLayoutVars>
      </dgm:prSet>
      <dgm:spPr/>
      <dgm:t>
        <a:bodyPr/>
        <a:lstStyle/>
        <a:p>
          <a:endParaRPr lang="pt-BR"/>
        </a:p>
      </dgm:t>
    </dgm:pt>
    <dgm:pt modelId="{75F96B22-6977-4A6B-84E3-2DCD4E325ADE}" type="pres">
      <dgm:prSet presAssocID="{CB2436D8-94F8-47B5-B8A0-A81C19FE7CFF}" presName="composite" presStyleCnt="0"/>
      <dgm:spPr/>
    </dgm:pt>
    <dgm:pt modelId="{7D08D581-15A1-42D1-9828-27DC75524F5B}" type="pres">
      <dgm:prSet presAssocID="{CB2436D8-94F8-47B5-B8A0-A81C19FE7CFF}" presName="parentText" presStyleLbl="alignNode1" presStyleIdx="0" presStyleCnt="6">
        <dgm:presLayoutVars>
          <dgm:chMax val="1"/>
          <dgm:bulletEnabled val="1"/>
        </dgm:presLayoutVars>
      </dgm:prSet>
      <dgm:spPr/>
      <dgm:t>
        <a:bodyPr/>
        <a:lstStyle/>
        <a:p>
          <a:endParaRPr lang="pt-BR"/>
        </a:p>
      </dgm:t>
    </dgm:pt>
    <dgm:pt modelId="{D42D2D58-2C55-4554-8F85-03E02449ACDD}" type="pres">
      <dgm:prSet presAssocID="{CB2436D8-94F8-47B5-B8A0-A81C19FE7CFF}" presName="descendantText" presStyleLbl="alignAcc1" presStyleIdx="0" presStyleCnt="6" custScaleX="88254" custScaleY="100000" custLinFactNeighborX="-3997" custLinFactNeighborY="3965">
        <dgm:presLayoutVars>
          <dgm:bulletEnabled val="1"/>
        </dgm:presLayoutVars>
      </dgm:prSet>
      <dgm:spPr/>
      <dgm:t>
        <a:bodyPr/>
        <a:lstStyle/>
        <a:p>
          <a:endParaRPr lang="pt-BR"/>
        </a:p>
      </dgm:t>
    </dgm:pt>
    <dgm:pt modelId="{FD345905-F33B-473D-B606-56BB585C12D9}" type="pres">
      <dgm:prSet presAssocID="{380E7314-EF28-436F-9E8D-4C620B6741E3}" presName="sp" presStyleCnt="0"/>
      <dgm:spPr/>
    </dgm:pt>
    <dgm:pt modelId="{CB4C1F2F-3D2C-4724-8B01-3128EAB50A84}" type="pres">
      <dgm:prSet presAssocID="{5AD8F70A-5930-452B-A1E4-7B4ABFDD4678}" presName="composite" presStyleCnt="0"/>
      <dgm:spPr/>
    </dgm:pt>
    <dgm:pt modelId="{F041F226-74F2-44AF-B813-905083E8EE4C}" type="pres">
      <dgm:prSet presAssocID="{5AD8F70A-5930-452B-A1E4-7B4ABFDD4678}" presName="parentText" presStyleLbl="alignNode1" presStyleIdx="1" presStyleCnt="6">
        <dgm:presLayoutVars>
          <dgm:chMax val="1"/>
          <dgm:bulletEnabled val="1"/>
        </dgm:presLayoutVars>
      </dgm:prSet>
      <dgm:spPr/>
      <dgm:t>
        <a:bodyPr/>
        <a:lstStyle/>
        <a:p>
          <a:endParaRPr lang="pt-BR"/>
        </a:p>
      </dgm:t>
    </dgm:pt>
    <dgm:pt modelId="{ACF4EEF8-59D9-4774-9C24-3BF37AACC103}" type="pres">
      <dgm:prSet presAssocID="{5AD8F70A-5930-452B-A1E4-7B4ABFDD4678}" presName="descendantText" presStyleLbl="alignAcc1" presStyleIdx="1" presStyleCnt="6" custScaleX="88539" custScaleY="98002" custLinFactNeighborX="-3854" custLinFactNeighborY="-8055">
        <dgm:presLayoutVars>
          <dgm:bulletEnabled val="1"/>
        </dgm:presLayoutVars>
      </dgm:prSet>
      <dgm:spPr/>
      <dgm:t>
        <a:bodyPr/>
        <a:lstStyle/>
        <a:p>
          <a:endParaRPr lang="pt-BR"/>
        </a:p>
      </dgm:t>
    </dgm:pt>
    <dgm:pt modelId="{610A15B4-973A-4300-8E07-90FDDA59D8AC}" type="pres">
      <dgm:prSet presAssocID="{65D6B729-C7C8-4514-8C15-537E6AD3B975}" presName="sp" presStyleCnt="0"/>
      <dgm:spPr/>
    </dgm:pt>
    <dgm:pt modelId="{B382F4A7-2A95-4DF0-B9BE-69085C886E34}" type="pres">
      <dgm:prSet presAssocID="{C22ECC7F-8CE1-4D85-993F-07330B77794B}" presName="composite" presStyleCnt="0"/>
      <dgm:spPr/>
    </dgm:pt>
    <dgm:pt modelId="{21F9FF5C-64B5-4D05-9400-DCCE5FE07E8E}" type="pres">
      <dgm:prSet presAssocID="{C22ECC7F-8CE1-4D85-993F-07330B77794B}" presName="parentText" presStyleLbl="alignNode1" presStyleIdx="2" presStyleCnt="6">
        <dgm:presLayoutVars>
          <dgm:chMax val="1"/>
          <dgm:bulletEnabled val="1"/>
        </dgm:presLayoutVars>
      </dgm:prSet>
      <dgm:spPr/>
      <dgm:t>
        <a:bodyPr/>
        <a:lstStyle/>
        <a:p>
          <a:endParaRPr lang="pt-BR"/>
        </a:p>
      </dgm:t>
    </dgm:pt>
    <dgm:pt modelId="{5DA9FA2A-CCFC-47AA-B81E-B832166FB0C0}" type="pres">
      <dgm:prSet presAssocID="{C22ECC7F-8CE1-4D85-993F-07330B77794B}" presName="descendantText" presStyleLbl="alignAcc1" presStyleIdx="2" presStyleCnt="6" custScaleX="89097" custLinFactNeighborX="-3575">
        <dgm:presLayoutVars>
          <dgm:bulletEnabled val="1"/>
        </dgm:presLayoutVars>
      </dgm:prSet>
      <dgm:spPr/>
      <dgm:t>
        <a:bodyPr/>
        <a:lstStyle/>
        <a:p>
          <a:endParaRPr lang="pt-BR"/>
        </a:p>
      </dgm:t>
    </dgm:pt>
    <dgm:pt modelId="{D1AECB33-BB2F-4486-9FFB-64ED75220263}" type="pres">
      <dgm:prSet presAssocID="{150A35DE-1303-4531-A5E4-04A93BA7AA2B}" presName="sp" presStyleCnt="0"/>
      <dgm:spPr/>
    </dgm:pt>
    <dgm:pt modelId="{80852170-DB9D-46AA-9113-848201C3D7A3}" type="pres">
      <dgm:prSet presAssocID="{EBF18921-EBA4-4A20-A85B-B01B40081116}" presName="composite" presStyleCnt="0"/>
      <dgm:spPr/>
    </dgm:pt>
    <dgm:pt modelId="{5E0C8B21-6A24-4157-AD84-C29EB307098F}" type="pres">
      <dgm:prSet presAssocID="{EBF18921-EBA4-4A20-A85B-B01B40081116}" presName="parentText" presStyleLbl="alignNode1" presStyleIdx="3" presStyleCnt="6">
        <dgm:presLayoutVars>
          <dgm:chMax val="1"/>
          <dgm:bulletEnabled val="1"/>
        </dgm:presLayoutVars>
      </dgm:prSet>
      <dgm:spPr/>
      <dgm:t>
        <a:bodyPr/>
        <a:lstStyle/>
        <a:p>
          <a:endParaRPr lang="pt-BR"/>
        </a:p>
      </dgm:t>
    </dgm:pt>
    <dgm:pt modelId="{F8EF0C21-55FA-41C2-8B95-A8DE6FC1A1E9}" type="pres">
      <dgm:prSet presAssocID="{EBF18921-EBA4-4A20-A85B-B01B40081116}" presName="descendantText" presStyleLbl="alignAcc1" presStyleIdx="3" presStyleCnt="6" custScaleX="89097" custLinFactNeighborX="-3575">
        <dgm:presLayoutVars>
          <dgm:bulletEnabled val="1"/>
        </dgm:presLayoutVars>
      </dgm:prSet>
      <dgm:spPr/>
      <dgm:t>
        <a:bodyPr/>
        <a:lstStyle/>
        <a:p>
          <a:endParaRPr lang="pt-BR"/>
        </a:p>
      </dgm:t>
    </dgm:pt>
    <dgm:pt modelId="{FFBAB468-46DE-4560-870F-13FB7D0E6C15}" type="pres">
      <dgm:prSet presAssocID="{3171CEDB-7F6C-4BD7-BB95-D3EA8CDE39BC}" presName="sp" presStyleCnt="0"/>
      <dgm:spPr/>
    </dgm:pt>
    <dgm:pt modelId="{E494FC51-8993-4974-ADED-944784436D83}" type="pres">
      <dgm:prSet presAssocID="{5769F8C4-4B67-4854-BCD1-CEFBF0CEFDB3}" presName="composite" presStyleCnt="0"/>
      <dgm:spPr/>
    </dgm:pt>
    <dgm:pt modelId="{1D18A88D-222E-4657-8EFB-1A4B6D8186F9}" type="pres">
      <dgm:prSet presAssocID="{5769F8C4-4B67-4854-BCD1-CEFBF0CEFDB3}" presName="parentText" presStyleLbl="alignNode1" presStyleIdx="4" presStyleCnt="6">
        <dgm:presLayoutVars>
          <dgm:chMax val="1"/>
          <dgm:bulletEnabled val="1"/>
        </dgm:presLayoutVars>
      </dgm:prSet>
      <dgm:spPr/>
      <dgm:t>
        <a:bodyPr/>
        <a:lstStyle/>
        <a:p>
          <a:endParaRPr lang="pt-BR"/>
        </a:p>
      </dgm:t>
    </dgm:pt>
    <dgm:pt modelId="{E66AD65D-5594-4FF6-9959-EB25AECEBA70}" type="pres">
      <dgm:prSet presAssocID="{5769F8C4-4B67-4854-BCD1-CEFBF0CEFDB3}" presName="descendantText" presStyleLbl="alignAcc1" presStyleIdx="4" presStyleCnt="6" custScaleX="89097" custLinFactNeighborX="-3575" custLinFactNeighborY="-1706">
        <dgm:presLayoutVars>
          <dgm:bulletEnabled val="1"/>
        </dgm:presLayoutVars>
      </dgm:prSet>
      <dgm:spPr/>
      <dgm:t>
        <a:bodyPr/>
        <a:lstStyle/>
        <a:p>
          <a:endParaRPr lang="pt-BR"/>
        </a:p>
      </dgm:t>
    </dgm:pt>
    <dgm:pt modelId="{ED4AD8DA-61FB-4D1E-9D98-0CA1ED1EF5DC}" type="pres">
      <dgm:prSet presAssocID="{F114F668-3CB2-467D-B509-17BCB4E08849}" presName="sp" presStyleCnt="0"/>
      <dgm:spPr/>
    </dgm:pt>
    <dgm:pt modelId="{C8402BE1-5CD9-44A2-86CC-63DE1D80B999}" type="pres">
      <dgm:prSet presAssocID="{DEC5B573-0F9E-4303-9712-2BB79290C246}" presName="composite" presStyleCnt="0"/>
      <dgm:spPr/>
    </dgm:pt>
    <dgm:pt modelId="{F87CAB33-6D36-422C-AE35-360B05E87779}" type="pres">
      <dgm:prSet presAssocID="{DEC5B573-0F9E-4303-9712-2BB79290C246}" presName="parentText" presStyleLbl="alignNode1" presStyleIdx="5" presStyleCnt="6">
        <dgm:presLayoutVars>
          <dgm:chMax val="1"/>
          <dgm:bulletEnabled val="1"/>
        </dgm:presLayoutVars>
      </dgm:prSet>
      <dgm:spPr/>
      <dgm:t>
        <a:bodyPr/>
        <a:lstStyle/>
        <a:p>
          <a:endParaRPr lang="pt-BR"/>
        </a:p>
      </dgm:t>
    </dgm:pt>
    <dgm:pt modelId="{0D60350D-66B9-455E-8E34-C5D591D6CD2E}" type="pres">
      <dgm:prSet presAssocID="{DEC5B573-0F9E-4303-9712-2BB79290C246}" presName="descendantText" presStyleLbl="alignAcc1" presStyleIdx="5" presStyleCnt="6" custScaleX="89097" custLinFactNeighborX="-3575">
        <dgm:presLayoutVars>
          <dgm:bulletEnabled val="1"/>
        </dgm:presLayoutVars>
      </dgm:prSet>
      <dgm:spPr/>
      <dgm:t>
        <a:bodyPr/>
        <a:lstStyle/>
        <a:p>
          <a:endParaRPr lang="pt-BR"/>
        </a:p>
      </dgm:t>
    </dgm:pt>
  </dgm:ptLst>
  <dgm:cxnLst>
    <dgm:cxn modelId="{6F3E6D79-2F6E-459E-ACFA-DFC68D3714A3}" type="presOf" srcId="{CB2436D8-94F8-47B5-B8A0-A81C19FE7CFF}" destId="{7D08D581-15A1-42D1-9828-27DC75524F5B}" srcOrd="0" destOrd="0" presId="urn:microsoft.com/office/officeart/2005/8/layout/chevron2"/>
    <dgm:cxn modelId="{86DE482D-3B3D-4B9C-AF15-E70E69700D4F}" type="presOf" srcId="{5E3D055F-5957-434B-B4B7-BDC05368F576}" destId="{F8EF0C21-55FA-41C2-8B95-A8DE6FC1A1E9}" srcOrd="0" destOrd="0" presId="urn:microsoft.com/office/officeart/2005/8/layout/chevron2"/>
    <dgm:cxn modelId="{0667B011-1E1B-4847-9D0C-F82A7EFACFA9}" srcId="{DEC5B573-0F9E-4303-9712-2BB79290C246}" destId="{35801AD5-B08A-43F2-8A70-0544CDB4EEBD}" srcOrd="0" destOrd="0" parTransId="{AA7CC568-79E3-429A-87E5-BBE4D1279BE9}" sibTransId="{3EF29B53-1ED7-449E-802E-7049CEA139A9}"/>
    <dgm:cxn modelId="{484FF5BB-EEAF-4D0B-912B-3171D8C7E10E}" srcId="{EBF18921-EBA4-4A20-A85B-B01B40081116}" destId="{5E3D055F-5957-434B-B4B7-BDC05368F576}" srcOrd="0" destOrd="0" parTransId="{AAB8B6DC-607B-48AE-B80D-172C65071CA0}" sibTransId="{88300EBF-C9AA-4726-996C-F27BAE4606C9}"/>
    <dgm:cxn modelId="{9F57A915-7493-48B5-98C9-00CC894D48DD}" srcId="{8762A33F-CB8B-40B9-A2DC-BC7C8BBE281C}" destId="{EBF18921-EBA4-4A20-A85B-B01B40081116}" srcOrd="3" destOrd="0" parTransId="{FB0D7957-E4D7-4D5E-BF64-C36D7328179A}" sibTransId="{3171CEDB-7F6C-4BD7-BB95-D3EA8CDE39BC}"/>
    <dgm:cxn modelId="{FD78F595-0BDE-4F36-BCB2-3138DD659C84}" srcId="{8762A33F-CB8B-40B9-A2DC-BC7C8BBE281C}" destId="{C22ECC7F-8CE1-4D85-993F-07330B77794B}" srcOrd="2" destOrd="0" parTransId="{818807F2-1AF4-40DE-9E43-1065F1A27FB1}" sibTransId="{150A35DE-1303-4531-A5E4-04A93BA7AA2B}"/>
    <dgm:cxn modelId="{E9F0ED5A-14FC-4248-97B4-96DFE89DCADD}" type="presOf" srcId="{7B0B7A25-A0C8-4F91-90E8-5E0A86CBDA8E}" destId="{ACF4EEF8-59D9-4774-9C24-3BF37AACC103}" srcOrd="0" destOrd="0" presId="urn:microsoft.com/office/officeart/2005/8/layout/chevron2"/>
    <dgm:cxn modelId="{C5272DAF-EE0E-4384-BA7D-69D6D15AD4F0}" type="presOf" srcId="{5769F8C4-4B67-4854-BCD1-CEFBF0CEFDB3}" destId="{1D18A88D-222E-4657-8EFB-1A4B6D8186F9}" srcOrd="0" destOrd="0" presId="urn:microsoft.com/office/officeart/2005/8/layout/chevron2"/>
    <dgm:cxn modelId="{2E634F3B-AD13-4CD0-809C-6F87FB898B7B}" type="presOf" srcId="{DEC5B573-0F9E-4303-9712-2BB79290C246}" destId="{F87CAB33-6D36-422C-AE35-360B05E87779}" srcOrd="0" destOrd="0" presId="urn:microsoft.com/office/officeart/2005/8/layout/chevron2"/>
    <dgm:cxn modelId="{BEC37BB2-2E0D-4D82-A20B-1903B940777B}" srcId="{C22ECC7F-8CE1-4D85-993F-07330B77794B}" destId="{648ACEFF-D81E-48F2-B9A5-817E1AA41FBC}" srcOrd="0" destOrd="0" parTransId="{791FF47C-43A7-40B2-9809-2CE72D2535A1}" sibTransId="{990E26B0-3FCF-4DFC-AE84-3A9490469793}"/>
    <dgm:cxn modelId="{E13460A6-46F5-47F6-A2E4-A131B7B09784}" srcId="{8762A33F-CB8B-40B9-A2DC-BC7C8BBE281C}" destId="{DEC5B573-0F9E-4303-9712-2BB79290C246}" srcOrd="5" destOrd="0" parTransId="{07981AA8-C308-4598-A5E0-D361555C6C46}" sibTransId="{16251D22-BB3F-4E7C-8FE4-C7EDBE6FA8B3}"/>
    <dgm:cxn modelId="{666803D3-C1B7-46F9-98BF-DFC6EFB4C980}" srcId="{8762A33F-CB8B-40B9-A2DC-BC7C8BBE281C}" destId="{5769F8C4-4B67-4854-BCD1-CEFBF0CEFDB3}" srcOrd="4" destOrd="0" parTransId="{1B940AF7-EC46-4DBA-AD68-3C8817F07D51}" sibTransId="{F114F668-3CB2-467D-B509-17BCB4E08849}"/>
    <dgm:cxn modelId="{148897D3-FA6A-46FF-B3EF-F6F23ABB063D}" type="presOf" srcId="{648ACEFF-D81E-48F2-B9A5-817E1AA41FBC}" destId="{5DA9FA2A-CCFC-47AA-B81E-B832166FB0C0}" srcOrd="0" destOrd="0" presId="urn:microsoft.com/office/officeart/2005/8/layout/chevron2"/>
    <dgm:cxn modelId="{30BC8C2B-533D-4960-8697-0A7E84464C67}" type="presOf" srcId="{6DF73D69-1CBA-4127-AFAF-FC9FE2D658D6}" destId="{D42D2D58-2C55-4554-8F85-03E02449ACDD}" srcOrd="0" destOrd="0" presId="urn:microsoft.com/office/officeart/2005/8/layout/chevron2"/>
    <dgm:cxn modelId="{505789FE-402F-41F1-AAB6-6ABA7065EC6C}" srcId="{CB2436D8-94F8-47B5-B8A0-A81C19FE7CFF}" destId="{6DF73D69-1CBA-4127-AFAF-FC9FE2D658D6}" srcOrd="0" destOrd="0" parTransId="{62DF25CD-B90C-4157-92EE-9086D1FDD199}" sibTransId="{15B0E249-1416-472C-9AC4-7FB1C6FF145A}"/>
    <dgm:cxn modelId="{7D04C6AB-DC0D-44A8-AAE6-EC347E54FEF3}" type="presOf" srcId="{35801AD5-B08A-43F2-8A70-0544CDB4EEBD}" destId="{0D60350D-66B9-455E-8E34-C5D591D6CD2E}" srcOrd="0" destOrd="0" presId="urn:microsoft.com/office/officeart/2005/8/layout/chevron2"/>
    <dgm:cxn modelId="{369B6A80-71C7-43C5-A8B4-FA425CF3499A}" srcId="{5769F8C4-4B67-4854-BCD1-CEFBF0CEFDB3}" destId="{30A1BA55-E3D7-4E51-B149-BE879DDBBEBC}" srcOrd="0" destOrd="0" parTransId="{D58A05D9-4AE4-4C4A-8E2C-B4BDC2D332E5}" sibTransId="{3BA5A2A6-2600-4E8D-B22C-498E66E0A9C9}"/>
    <dgm:cxn modelId="{B6539016-65C8-4882-BDB9-B8FCEEC1D4E6}" type="presOf" srcId="{C22ECC7F-8CE1-4D85-993F-07330B77794B}" destId="{21F9FF5C-64B5-4D05-9400-DCCE5FE07E8E}" srcOrd="0" destOrd="0" presId="urn:microsoft.com/office/officeart/2005/8/layout/chevron2"/>
    <dgm:cxn modelId="{7AD3C803-CE10-47A2-9E7F-CB42AD858D0E}" type="presOf" srcId="{30A1BA55-E3D7-4E51-B149-BE879DDBBEBC}" destId="{E66AD65D-5594-4FF6-9959-EB25AECEBA70}" srcOrd="0" destOrd="0" presId="urn:microsoft.com/office/officeart/2005/8/layout/chevron2"/>
    <dgm:cxn modelId="{D53B5A7F-2866-42D2-AB5A-FB1F8278B0B9}" srcId="{8762A33F-CB8B-40B9-A2DC-BC7C8BBE281C}" destId="{5AD8F70A-5930-452B-A1E4-7B4ABFDD4678}" srcOrd="1" destOrd="0" parTransId="{F2E7BD18-4C3C-4CF4-83B4-7FB8CA2FCE25}" sibTransId="{65D6B729-C7C8-4514-8C15-537E6AD3B975}"/>
    <dgm:cxn modelId="{6BDC1680-5174-4F4E-BFA8-B46E11050462}" srcId="{5AD8F70A-5930-452B-A1E4-7B4ABFDD4678}" destId="{7B0B7A25-A0C8-4F91-90E8-5E0A86CBDA8E}" srcOrd="0" destOrd="0" parTransId="{29559666-A617-4C56-82EC-60576873091D}" sibTransId="{8CF471F5-A944-4A84-9EFE-5BDFAFC44013}"/>
    <dgm:cxn modelId="{C142B085-0941-47F5-8EF7-4D1C50223D1C}" type="presOf" srcId="{EBF18921-EBA4-4A20-A85B-B01B40081116}" destId="{5E0C8B21-6A24-4157-AD84-C29EB307098F}" srcOrd="0" destOrd="0" presId="urn:microsoft.com/office/officeart/2005/8/layout/chevron2"/>
    <dgm:cxn modelId="{80F8275B-5F12-4DC6-AD87-B72DA19D05F9}" type="presOf" srcId="{5AD8F70A-5930-452B-A1E4-7B4ABFDD4678}" destId="{F041F226-74F2-44AF-B813-905083E8EE4C}" srcOrd="0" destOrd="0" presId="urn:microsoft.com/office/officeart/2005/8/layout/chevron2"/>
    <dgm:cxn modelId="{8C05966C-2293-4AB5-8655-6148C2993C15}" srcId="{8762A33F-CB8B-40B9-A2DC-BC7C8BBE281C}" destId="{CB2436D8-94F8-47B5-B8A0-A81C19FE7CFF}" srcOrd="0" destOrd="0" parTransId="{27565CAC-7034-4C59-B4AF-08BBD7C67C12}" sibTransId="{380E7314-EF28-436F-9E8D-4C620B6741E3}"/>
    <dgm:cxn modelId="{19EBAC20-10F4-40CA-B803-3A26930DCB67}" type="presOf" srcId="{8762A33F-CB8B-40B9-A2DC-BC7C8BBE281C}" destId="{33632837-0E1E-448F-8E14-93DAF56B8FBB}" srcOrd="0" destOrd="0" presId="urn:microsoft.com/office/officeart/2005/8/layout/chevron2"/>
    <dgm:cxn modelId="{6B29D1DF-3397-4659-856E-4D6F2B61ECE1}" type="presParOf" srcId="{33632837-0E1E-448F-8E14-93DAF56B8FBB}" destId="{75F96B22-6977-4A6B-84E3-2DCD4E325ADE}" srcOrd="0" destOrd="0" presId="urn:microsoft.com/office/officeart/2005/8/layout/chevron2"/>
    <dgm:cxn modelId="{74273B4D-28C6-4134-89E4-4F547A633505}" type="presParOf" srcId="{75F96B22-6977-4A6B-84E3-2DCD4E325ADE}" destId="{7D08D581-15A1-42D1-9828-27DC75524F5B}" srcOrd="0" destOrd="0" presId="urn:microsoft.com/office/officeart/2005/8/layout/chevron2"/>
    <dgm:cxn modelId="{ACA992B6-6F27-46F1-AF67-81D9F2CD1383}" type="presParOf" srcId="{75F96B22-6977-4A6B-84E3-2DCD4E325ADE}" destId="{D42D2D58-2C55-4554-8F85-03E02449ACDD}" srcOrd="1" destOrd="0" presId="urn:microsoft.com/office/officeart/2005/8/layout/chevron2"/>
    <dgm:cxn modelId="{28F22A18-879F-4D05-9361-7920FB9D0E3A}" type="presParOf" srcId="{33632837-0E1E-448F-8E14-93DAF56B8FBB}" destId="{FD345905-F33B-473D-B606-56BB585C12D9}" srcOrd="1" destOrd="0" presId="urn:microsoft.com/office/officeart/2005/8/layout/chevron2"/>
    <dgm:cxn modelId="{7A8B340D-31C9-4A3D-B64F-33B5FC27C815}" type="presParOf" srcId="{33632837-0E1E-448F-8E14-93DAF56B8FBB}" destId="{CB4C1F2F-3D2C-4724-8B01-3128EAB50A84}" srcOrd="2" destOrd="0" presId="urn:microsoft.com/office/officeart/2005/8/layout/chevron2"/>
    <dgm:cxn modelId="{86513DEA-5241-42AF-A110-F625B7D94B3E}" type="presParOf" srcId="{CB4C1F2F-3D2C-4724-8B01-3128EAB50A84}" destId="{F041F226-74F2-44AF-B813-905083E8EE4C}" srcOrd="0" destOrd="0" presId="urn:microsoft.com/office/officeart/2005/8/layout/chevron2"/>
    <dgm:cxn modelId="{CE42EBFB-DC48-43D0-8B87-41B5816BF293}" type="presParOf" srcId="{CB4C1F2F-3D2C-4724-8B01-3128EAB50A84}" destId="{ACF4EEF8-59D9-4774-9C24-3BF37AACC103}" srcOrd="1" destOrd="0" presId="urn:microsoft.com/office/officeart/2005/8/layout/chevron2"/>
    <dgm:cxn modelId="{72B67BF3-639F-48FE-806E-A8AE41BB07EB}" type="presParOf" srcId="{33632837-0E1E-448F-8E14-93DAF56B8FBB}" destId="{610A15B4-973A-4300-8E07-90FDDA59D8AC}" srcOrd="3" destOrd="0" presId="urn:microsoft.com/office/officeart/2005/8/layout/chevron2"/>
    <dgm:cxn modelId="{7793D6BF-85DE-4B0B-A8C9-682518D8B84E}" type="presParOf" srcId="{33632837-0E1E-448F-8E14-93DAF56B8FBB}" destId="{B382F4A7-2A95-4DF0-B9BE-69085C886E34}" srcOrd="4" destOrd="0" presId="urn:microsoft.com/office/officeart/2005/8/layout/chevron2"/>
    <dgm:cxn modelId="{671A82ED-72CC-4045-917E-EF893CB226A9}" type="presParOf" srcId="{B382F4A7-2A95-4DF0-B9BE-69085C886E34}" destId="{21F9FF5C-64B5-4D05-9400-DCCE5FE07E8E}" srcOrd="0" destOrd="0" presId="urn:microsoft.com/office/officeart/2005/8/layout/chevron2"/>
    <dgm:cxn modelId="{AEF7DDC5-1CEB-4B9F-92DB-D00573E74070}" type="presParOf" srcId="{B382F4A7-2A95-4DF0-B9BE-69085C886E34}" destId="{5DA9FA2A-CCFC-47AA-B81E-B832166FB0C0}" srcOrd="1" destOrd="0" presId="urn:microsoft.com/office/officeart/2005/8/layout/chevron2"/>
    <dgm:cxn modelId="{B177345B-3C39-4BC1-A0B9-52A3A0EA1081}" type="presParOf" srcId="{33632837-0E1E-448F-8E14-93DAF56B8FBB}" destId="{D1AECB33-BB2F-4486-9FFB-64ED75220263}" srcOrd="5" destOrd="0" presId="urn:microsoft.com/office/officeart/2005/8/layout/chevron2"/>
    <dgm:cxn modelId="{7E81A8D8-F6EF-408E-B079-2C05E68276E3}" type="presParOf" srcId="{33632837-0E1E-448F-8E14-93DAF56B8FBB}" destId="{80852170-DB9D-46AA-9113-848201C3D7A3}" srcOrd="6" destOrd="0" presId="urn:microsoft.com/office/officeart/2005/8/layout/chevron2"/>
    <dgm:cxn modelId="{4A8D4CE4-8220-4E39-806B-95A9F7432D3C}" type="presParOf" srcId="{80852170-DB9D-46AA-9113-848201C3D7A3}" destId="{5E0C8B21-6A24-4157-AD84-C29EB307098F}" srcOrd="0" destOrd="0" presId="urn:microsoft.com/office/officeart/2005/8/layout/chevron2"/>
    <dgm:cxn modelId="{73EB2C3A-5B8E-4116-8B58-983AFB516777}" type="presParOf" srcId="{80852170-DB9D-46AA-9113-848201C3D7A3}" destId="{F8EF0C21-55FA-41C2-8B95-A8DE6FC1A1E9}" srcOrd="1" destOrd="0" presId="urn:microsoft.com/office/officeart/2005/8/layout/chevron2"/>
    <dgm:cxn modelId="{681AE5AB-E699-4F55-8446-150D2ABB5184}" type="presParOf" srcId="{33632837-0E1E-448F-8E14-93DAF56B8FBB}" destId="{FFBAB468-46DE-4560-870F-13FB7D0E6C15}" srcOrd="7" destOrd="0" presId="urn:microsoft.com/office/officeart/2005/8/layout/chevron2"/>
    <dgm:cxn modelId="{943746DA-3CE2-4BE5-A1E0-CE061D9DFD35}" type="presParOf" srcId="{33632837-0E1E-448F-8E14-93DAF56B8FBB}" destId="{E494FC51-8993-4974-ADED-944784436D83}" srcOrd="8" destOrd="0" presId="urn:microsoft.com/office/officeart/2005/8/layout/chevron2"/>
    <dgm:cxn modelId="{A8011ADF-3C1A-4994-82CC-DBDC0F756C6C}" type="presParOf" srcId="{E494FC51-8993-4974-ADED-944784436D83}" destId="{1D18A88D-222E-4657-8EFB-1A4B6D8186F9}" srcOrd="0" destOrd="0" presId="urn:microsoft.com/office/officeart/2005/8/layout/chevron2"/>
    <dgm:cxn modelId="{EDBDF976-8527-43F8-8324-7369B037391D}" type="presParOf" srcId="{E494FC51-8993-4974-ADED-944784436D83}" destId="{E66AD65D-5594-4FF6-9959-EB25AECEBA70}" srcOrd="1" destOrd="0" presId="urn:microsoft.com/office/officeart/2005/8/layout/chevron2"/>
    <dgm:cxn modelId="{D6E91A8A-A22B-493F-A5A7-402825037B89}" type="presParOf" srcId="{33632837-0E1E-448F-8E14-93DAF56B8FBB}" destId="{ED4AD8DA-61FB-4D1E-9D98-0CA1ED1EF5DC}" srcOrd="9" destOrd="0" presId="urn:microsoft.com/office/officeart/2005/8/layout/chevron2"/>
    <dgm:cxn modelId="{05AEE69C-AC74-46AE-909D-799F161DB081}" type="presParOf" srcId="{33632837-0E1E-448F-8E14-93DAF56B8FBB}" destId="{C8402BE1-5CD9-44A2-86CC-63DE1D80B999}" srcOrd="10" destOrd="0" presId="urn:microsoft.com/office/officeart/2005/8/layout/chevron2"/>
    <dgm:cxn modelId="{85045138-EA14-4325-81EA-D1A6CA347248}" type="presParOf" srcId="{C8402BE1-5CD9-44A2-86CC-63DE1D80B999}" destId="{F87CAB33-6D36-422C-AE35-360B05E87779}" srcOrd="0" destOrd="0" presId="urn:microsoft.com/office/officeart/2005/8/layout/chevron2"/>
    <dgm:cxn modelId="{415E14B1-E388-4947-9174-30681E5E58EA}" type="presParOf" srcId="{C8402BE1-5CD9-44A2-86CC-63DE1D80B999}" destId="{0D60350D-66B9-455E-8E34-C5D591D6CD2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0FAEA1-A760-4193-97FF-8D8EA442423B}" type="doc">
      <dgm:prSet loTypeId="urn:microsoft.com/office/officeart/2005/8/layout/hProcess11" loCatId="process" qsTypeId="urn:microsoft.com/office/officeart/2005/8/quickstyle/3d2" qsCatId="3D" csTypeId="urn:microsoft.com/office/officeart/2005/8/colors/accent1_2" csCatId="accent1" phldr="1"/>
      <dgm:spPr/>
    </dgm:pt>
    <dgm:pt modelId="{2444000B-EB67-448A-BBD0-98E03AA389DB}">
      <dgm:prSet phldrT="[Texto]" custT="1"/>
      <dgm:spPr/>
      <dgm:t>
        <a:bodyPr/>
        <a:lstStyle/>
        <a:p>
          <a:r>
            <a:rPr lang="pt-BR" sz="900" b="1" dirty="0" smtClean="0">
              <a:solidFill>
                <a:schemeClr val="accent1">
                  <a:lumMod val="75000"/>
                </a:schemeClr>
              </a:solidFill>
              <a:latin typeface="+mj-lt"/>
              <a:cs typeface="Arial" pitchFamily="34" charset="0"/>
            </a:rPr>
            <a:t>Fim do Incidente</a:t>
          </a:r>
          <a:endParaRPr lang="pt-BR" sz="900" b="1" dirty="0">
            <a:solidFill>
              <a:schemeClr val="accent1">
                <a:lumMod val="75000"/>
              </a:schemeClr>
            </a:solidFill>
            <a:latin typeface="+mj-lt"/>
            <a:cs typeface="Arial" pitchFamily="34" charset="0"/>
          </a:endParaRPr>
        </a:p>
      </dgm:t>
    </dgm:pt>
    <dgm:pt modelId="{E9D1A61C-84D5-45C0-ACC4-DB2A8C1D9F72}" type="parTrans" cxnId="{9BE81A73-F0AE-4D22-AE71-67B5365192F4}">
      <dgm:prSet/>
      <dgm:spPr/>
      <dgm:t>
        <a:bodyPr/>
        <a:lstStyle/>
        <a:p>
          <a:endParaRPr lang="pt-BR"/>
        </a:p>
      </dgm:t>
    </dgm:pt>
    <dgm:pt modelId="{BFA66820-83B0-4BA4-A263-9F6E4BDEDF50}" type="sibTrans" cxnId="{9BE81A73-F0AE-4D22-AE71-67B5365192F4}">
      <dgm:prSet/>
      <dgm:spPr/>
      <dgm:t>
        <a:bodyPr/>
        <a:lstStyle/>
        <a:p>
          <a:endParaRPr lang="pt-BR"/>
        </a:p>
      </dgm:t>
    </dgm:pt>
    <dgm:pt modelId="{1B5EE5FC-1937-400B-AAFB-B3B146B8EF34}">
      <dgm:prSet phldrT="[Texto]" custT="1"/>
      <dgm:spPr/>
      <dgm:t>
        <a:bodyPr/>
        <a:lstStyle/>
        <a:p>
          <a:r>
            <a:rPr lang="pt-BR" sz="900" b="1" dirty="0" smtClean="0">
              <a:solidFill>
                <a:schemeClr val="accent1">
                  <a:lumMod val="75000"/>
                </a:schemeClr>
              </a:solidFill>
              <a:latin typeface="+mj-lt"/>
              <a:cs typeface="Arial" pitchFamily="34" charset="0"/>
            </a:rPr>
            <a:t>Bom Dia TD</a:t>
          </a:r>
          <a:endParaRPr lang="pt-BR" sz="900" b="1" dirty="0">
            <a:solidFill>
              <a:schemeClr val="accent1">
                <a:lumMod val="75000"/>
              </a:schemeClr>
            </a:solidFill>
            <a:latin typeface="+mj-lt"/>
            <a:cs typeface="Arial" pitchFamily="34" charset="0"/>
          </a:endParaRPr>
        </a:p>
      </dgm:t>
    </dgm:pt>
    <dgm:pt modelId="{4B897B4A-DA03-4B4D-8BE7-46A19DB4C827}" type="parTrans" cxnId="{96855785-FE83-4D51-9F4A-36AD26C5E9D6}">
      <dgm:prSet/>
      <dgm:spPr/>
      <dgm:t>
        <a:bodyPr/>
        <a:lstStyle/>
        <a:p>
          <a:endParaRPr lang="pt-BR"/>
        </a:p>
      </dgm:t>
    </dgm:pt>
    <dgm:pt modelId="{8966845F-9972-49A3-B073-CA025A839220}" type="sibTrans" cxnId="{96855785-FE83-4D51-9F4A-36AD26C5E9D6}">
      <dgm:prSet/>
      <dgm:spPr/>
      <dgm:t>
        <a:bodyPr/>
        <a:lstStyle/>
        <a:p>
          <a:endParaRPr lang="pt-BR"/>
        </a:p>
      </dgm:t>
    </dgm:pt>
    <dgm:pt modelId="{DC546510-2B90-4EEE-A53B-4A877F435CD1}">
      <dgm:prSet phldrT="[Texto]" custT="1"/>
      <dgm:spPr/>
      <dgm:t>
        <a:bodyPr/>
        <a:lstStyle/>
        <a:p>
          <a:r>
            <a:rPr lang="pt-BR" sz="900" b="1" dirty="0" smtClean="0">
              <a:solidFill>
                <a:schemeClr val="accent1">
                  <a:lumMod val="75000"/>
                </a:schemeClr>
              </a:solidFill>
              <a:latin typeface="+mj-lt"/>
            </a:rPr>
            <a:t>Análise de causa raiz</a:t>
          </a:r>
          <a:endParaRPr lang="pt-BR" sz="900" b="1" dirty="0">
            <a:solidFill>
              <a:schemeClr val="accent1">
                <a:lumMod val="75000"/>
              </a:schemeClr>
            </a:solidFill>
            <a:latin typeface="+mj-lt"/>
          </a:endParaRPr>
        </a:p>
      </dgm:t>
    </dgm:pt>
    <dgm:pt modelId="{93CD4A7F-432E-4F00-B4C2-A9B3FC85D7BA}" type="parTrans" cxnId="{4C66F422-0FBD-4B3D-B91E-ECCE43DB3BA2}">
      <dgm:prSet/>
      <dgm:spPr/>
      <dgm:t>
        <a:bodyPr/>
        <a:lstStyle/>
        <a:p>
          <a:endParaRPr lang="pt-BR"/>
        </a:p>
      </dgm:t>
    </dgm:pt>
    <dgm:pt modelId="{2E809A3B-B26F-4281-ACE7-D4D35C9CDF4B}" type="sibTrans" cxnId="{4C66F422-0FBD-4B3D-B91E-ECCE43DB3BA2}">
      <dgm:prSet/>
      <dgm:spPr/>
      <dgm:t>
        <a:bodyPr/>
        <a:lstStyle/>
        <a:p>
          <a:endParaRPr lang="pt-BR"/>
        </a:p>
      </dgm:t>
    </dgm:pt>
    <dgm:pt modelId="{6A51B169-0703-4F41-9D96-C542896A466D}">
      <dgm:prSet phldrT="[Texto]" custT="1"/>
      <dgm:spPr/>
      <dgm:t>
        <a:bodyPr/>
        <a:lstStyle/>
        <a:p>
          <a:r>
            <a:rPr lang="pt-BR" sz="900" b="1" dirty="0" smtClean="0">
              <a:solidFill>
                <a:schemeClr val="accent1">
                  <a:lumMod val="75000"/>
                </a:schemeClr>
              </a:solidFill>
              <a:latin typeface="+mj-lt"/>
            </a:rPr>
            <a:t>Planejamento</a:t>
          </a:r>
          <a:endParaRPr lang="pt-BR" sz="900" b="1" dirty="0">
            <a:solidFill>
              <a:schemeClr val="accent1">
                <a:lumMod val="75000"/>
              </a:schemeClr>
            </a:solidFill>
            <a:latin typeface="+mj-lt"/>
          </a:endParaRPr>
        </a:p>
      </dgm:t>
    </dgm:pt>
    <dgm:pt modelId="{6C7E6789-DA1C-4D5D-B96E-CF874A6EA3AE}" type="parTrans" cxnId="{3C57E2D0-29D8-4E12-9B50-06216EEF8553}">
      <dgm:prSet/>
      <dgm:spPr/>
      <dgm:t>
        <a:bodyPr/>
        <a:lstStyle/>
        <a:p>
          <a:endParaRPr lang="pt-BR"/>
        </a:p>
      </dgm:t>
    </dgm:pt>
    <dgm:pt modelId="{524DCFF0-CF74-4D69-BAD1-0DAE074DAA88}" type="sibTrans" cxnId="{3C57E2D0-29D8-4E12-9B50-06216EEF8553}">
      <dgm:prSet/>
      <dgm:spPr/>
      <dgm:t>
        <a:bodyPr/>
        <a:lstStyle/>
        <a:p>
          <a:endParaRPr lang="pt-BR"/>
        </a:p>
      </dgm:t>
    </dgm:pt>
    <dgm:pt modelId="{767A759E-09BF-439A-B9FF-A33443C13579}">
      <dgm:prSet phldrT="[Texto]" custT="1"/>
      <dgm:spPr/>
      <dgm:t>
        <a:bodyPr/>
        <a:lstStyle/>
        <a:p>
          <a:r>
            <a:rPr lang="pt-BR" sz="900" b="1" dirty="0" smtClean="0">
              <a:solidFill>
                <a:schemeClr val="accent1">
                  <a:lumMod val="75000"/>
                </a:schemeClr>
              </a:solidFill>
              <a:latin typeface="+mj-lt"/>
            </a:rPr>
            <a:t>Implantação</a:t>
          </a:r>
          <a:endParaRPr lang="pt-BR" sz="900" b="1" dirty="0">
            <a:solidFill>
              <a:schemeClr val="accent1">
                <a:lumMod val="75000"/>
              </a:schemeClr>
            </a:solidFill>
            <a:latin typeface="+mj-lt"/>
          </a:endParaRPr>
        </a:p>
      </dgm:t>
    </dgm:pt>
    <dgm:pt modelId="{071F6177-D558-429F-BB0F-9DCF312853CA}" type="parTrans" cxnId="{915363F8-DB5B-4B03-BD4A-D1C72EF7B8EA}">
      <dgm:prSet/>
      <dgm:spPr/>
      <dgm:t>
        <a:bodyPr/>
        <a:lstStyle/>
        <a:p>
          <a:endParaRPr lang="pt-BR"/>
        </a:p>
      </dgm:t>
    </dgm:pt>
    <dgm:pt modelId="{3A7F880B-236B-4D96-BE02-CF96DCA293C4}" type="sibTrans" cxnId="{915363F8-DB5B-4B03-BD4A-D1C72EF7B8EA}">
      <dgm:prSet/>
      <dgm:spPr/>
      <dgm:t>
        <a:bodyPr/>
        <a:lstStyle/>
        <a:p>
          <a:endParaRPr lang="pt-BR"/>
        </a:p>
      </dgm:t>
    </dgm:pt>
    <dgm:pt modelId="{3193CF72-B15C-4ED9-994F-B20D7D04AA42}">
      <dgm:prSet phldrT="[Texto]" custT="1"/>
      <dgm:spPr/>
      <dgm:t>
        <a:bodyPr/>
        <a:lstStyle/>
        <a:p>
          <a:r>
            <a:rPr lang="pt-BR" sz="900" b="1" dirty="0" smtClean="0">
              <a:solidFill>
                <a:schemeClr val="accent1">
                  <a:lumMod val="75000"/>
                </a:schemeClr>
              </a:solidFill>
              <a:latin typeface="+mj-lt"/>
            </a:rPr>
            <a:t>Encerramento</a:t>
          </a:r>
          <a:endParaRPr lang="pt-BR" sz="900" b="1" dirty="0">
            <a:solidFill>
              <a:schemeClr val="accent1">
                <a:lumMod val="75000"/>
              </a:schemeClr>
            </a:solidFill>
            <a:latin typeface="+mj-lt"/>
          </a:endParaRPr>
        </a:p>
      </dgm:t>
    </dgm:pt>
    <dgm:pt modelId="{A8E60610-A155-4190-8357-241C4C5419DD}" type="parTrans" cxnId="{E97309F7-4825-4A05-86C2-C3F439EF628C}">
      <dgm:prSet/>
      <dgm:spPr/>
      <dgm:t>
        <a:bodyPr/>
        <a:lstStyle/>
        <a:p>
          <a:endParaRPr lang="pt-BR"/>
        </a:p>
      </dgm:t>
    </dgm:pt>
    <dgm:pt modelId="{99A5411B-55D1-400B-B9DC-825B2EA9E373}" type="sibTrans" cxnId="{E97309F7-4825-4A05-86C2-C3F439EF628C}">
      <dgm:prSet/>
      <dgm:spPr/>
      <dgm:t>
        <a:bodyPr/>
        <a:lstStyle/>
        <a:p>
          <a:endParaRPr lang="pt-BR"/>
        </a:p>
      </dgm:t>
    </dgm:pt>
    <dgm:pt modelId="{5CAC6D20-05A2-4847-A20F-91FE6C97E275}">
      <dgm:prSet phldrT="[Texto]" custT="1"/>
      <dgm:spPr/>
      <dgm:t>
        <a:bodyPr/>
        <a:lstStyle/>
        <a:p>
          <a:r>
            <a:rPr lang="pt-BR" sz="900" b="1" dirty="0" smtClean="0">
              <a:solidFill>
                <a:schemeClr val="accent1">
                  <a:lumMod val="75000"/>
                </a:schemeClr>
              </a:solidFill>
              <a:latin typeface="+mj-lt"/>
            </a:rPr>
            <a:t>Monitoramento</a:t>
          </a:r>
          <a:endParaRPr lang="pt-BR" sz="900" b="1" dirty="0">
            <a:solidFill>
              <a:schemeClr val="accent1">
                <a:lumMod val="75000"/>
              </a:schemeClr>
            </a:solidFill>
            <a:latin typeface="+mj-lt"/>
          </a:endParaRPr>
        </a:p>
      </dgm:t>
    </dgm:pt>
    <dgm:pt modelId="{11AE5987-CC79-45A6-A82F-FC46E425B1E8}" type="parTrans" cxnId="{FE486AAF-E1E7-462C-9D6B-5B3A9A9A4BB6}">
      <dgm:prSet/>
      <dgm:spPr/>
      <dgm:t>
        <a:bodyPr/>
        <a:lstStyle/>
        <a:p>
          <a:endParaRPr lang="pt-BR"/>
        </a:p>
      </dgm:t>
    </dgm:pt>
    <dgm:pt modelId="{72929B10-97F5-4FFC-874C-E1864A274CBA}" type="sibTrans" cxnId="{FE486AAF-E1E7-462C-9D6B-5B3A9A9A4BB6}">
      <dgm:prSet/>
      <dgm:spPr/>
      <dgm:t>
        <a:bodyPr/>
        <a:lstStyle/>
        <a:p>
          <a:endParaRPr lang="pt-BR"/>
        </a:p>
      </dgm:t>
    </dgm:pt>
    <dgm:pt modelId="{AF362587-3CBA-4885-AA36-CC03F948227A}">
      <dgm:prSet phldrT="[Texto]" custT="1"/>
      <dgm:spPr/>
      <dgm:t>
        <a:bodyPr/>
        <a:lstStyle/>
        <a:p>
          <a:r>
            <a:rPr lang="pt-BR" sz="900" b="1" dirty="0" smtClean="0">
              <a:solidFill>
                <a:schemeClr val="accent1">
                  <a:lumMod val="75000"/>
                </a:schemeClr>
              </a:solidFill>
              <a:latin typeface="+mj-lt"/>
              <a:cs typeface="Arial" pitchFamily="34" charset="0"/>
            </a:rPr>
            <a:t>Abertura do problema</a:t>
          </a:r>
          <a:endParaRPr lang="pt-BR" sz="900" b="1" dirty="0">
            <a:solidFill>
              <a:schemeClr val="accent1">
                <a:lumMod val="75000"/>
              </a:schemeClr>
            </a:solidFill>
            <a:latin typeface="+mj-lt"/>
            <a:cs typeface="Arial" pitchFamily="34" charset="0"/>
          </a:endParaRPr>
        </a:p>
      </dgm:t>
    </dgm:pt>
    <dgm:pt modelId="{802FEE27-EBE5-42C6-9A48-702E2C9E7ED6}" type="parTrans" cxnId="{B1880032-0552-4790-9F21-948F32C2BBDA}">
      <dgm:prSet/>
      <dgm:spPr/>
      <dgm:t>
        <a:bodyPr/>
        <a:lstStyle/>
        <a:p>
          <a:endParaRPr lang="pt-BR"/>
        </a:p>
      </dgm:t>
    </dgm:pt>
    <dgm:pt modelId="{61C80319-A951-45B3-A17E-D29DDC3B5F05}" type="sibTrans" cxnId="{B1880032-0552-4790-9F21-948F32C2BBDA}">
      <dgm:prSet/>
      <dgm:spPr/>
      <dgm:t>
        <a:bodyPr/>
        <a:lstStyle/>
        <a:p>
          <a:endParaRPr lang="pt-BR"/>
        </a:p>
      </dgm:t>
    </dgm:pt>
    <dgm:pt modelId="{D95FF390-8657-4D02-A549-4F456866AE95}" type="pres">
      <dgm:prSet presAssocID="{B20FAEA1-A760-4193-97FF-8D8EA442423B}" presName="Name0" presStyleCnt="0">
        <dgm:presLayoutVars>
          <dgm:dir/>
          <dgm:resizeHandles val="exact"/>
        </dgm:presLayoutVars>
      </dgm:prSet>
      <dgm:spPr/>
    </dgm:pt>
    <dgm:pt modelId="{21EAAB69-2A3F-46E4-926A-8E86EB2C74C2}" type="pres">
      <dgm:prSet presAssocID="{B20FAEA1-A760-4193-97FF-8D8EA442423B}" presName="arrow" presStyleLbl="bgShp" presStyleIdx="0" presStyleCnt="1"/>
      <dgm:spPr/>
    </dgm:pt>
    <dgm:pt modelId="{40952BCA-5BFE-4132-9457-FA51FBA14827}" type="pres">
      <dgm:prSet presAssocID="{B20FAEA1-A760-4193-97FF-8D8EA442423B}" presName="points" presStyleCnt="0"/>
      <dgm:spPr/>
    </dgm:pt>
    <dgm:pt modelId="{E8E3A1C4-0E26-4B78-A468-263C9A32FC30}" type="pres">
      <dgm:prSet presAssocID="{2444000B-EB67-448A-BBD0-98E03AA389DB}" presName="compositeA" presStyleCnt="0"/>
      <dgm:spPr/>
    </dgm:pt>
    <dgm:pt modelId="{F3178F5B-A01C-49B8-82C4-64C54C11F987}" type="pres">
      <dgm:prSet presAssocID="{2444000B-EB67-448A-BBD0-98E03AA389DB}" presName="textA" presStyleLbl="revTx" presStyleIdx="0" presStyleCnt="8">
        <dgm:presLayoutVars>
          <dgm:bulletEnabled val="1"/>
        </dgm:presLayoutVars>
      </dgm:prSet>
      <dgm:spPr/>
      <dgm:t>
        <a:bodyPr/>
        <a:lstStyle/>
        <a:p>
          <a:endParaRPr lang="pt-BR"/>
        </a:p>
      </dgm:t>
    </dgm:pt>
    <dgm:pt modelId="{FAE3A4A9-76EE-49AA-971B-0D301ADD60F3}" type="pres">
      <dgm:prSet presAssocID="{2444000B-EB67-448A-BBD0-98E03AA389DB}" presName="circleA" presStyleLbl="node1" presStyleIdx="0" presStyleCnt="8"/>
      <dgm:spPr/>
    </dgm:pt>
    <dgm:pt modelId="{5629D83F-B5E1-4EA9-B6D6-7257822F9C98}" type="pres">
      <dgm:prSet presAssocID="{2444000B-EB67-448A-BBD0-98E03AA389DB}" presName="spaceA" presStyleCnt="0"/>
      <dgm:spPr/>
    </dgm:pt>
    <dgm:pt modelId="{12D5BED1-0E2B-4FB4-B0DF-8D4148CEC6AA}" type="pres">
      <dgm:prSet presAssocID="{BFA66820-83B0-4BA4-A263-9F6E4BDEDF50}" presName="space" presStyleCnt="0"/>
      <dgm:spPr/>
    </dgm:pt>
    <dgm:pt modelId="{CE1F5109-6931-4805-92FA-BE461BE76B98}" type="pres">
      <dgm:prSet presAssocID="{1B5EE5FC-1937-400B-AAFB-B3B146B8EF34}" presName="compositeB" presStyleCnt="0"/>
      <dgm:spPr/>
    </dgm:pt>
    <dgm:pt modelId="{0CF29B17-7C66-473A-AAB9-37E6559EE41A}" type="pres">
      <dgm:prSet presAssocID="{1B5EE5FC-1937-400B-AAFB-B3B146B8EF34}" presName="textB" presStyleLbl="revTx" presStyleIdx="1" presStyleCnt="8">
        <dgm:presLayoutVars>
          <dgm:bulletEnabled val="1"/>
        </dgm:presLayoutVars>
      </dgm:prSet>
      <dgm:spPr/>
      <dgm:t>
        <a:bodyPr/>
        <a:lstStyle/>
        <a:p>
          <a:endParaRPr lang="pt-BR"/>
        </a:p>
      </dgm:t>
    </dgm:pt>
    <dgm:pt modelId="{BDCA913E-51E0-42DF-A53A-8BEB34B65142}" type="pres">
      <dgm:prSet presAssocID="{1B5EE5FC-1937-400B-AAFB-B3B146B8EF34}" presName="circleB" presStyleLbl="node1" presStyleIdx="1" presStyleCnt="8"/>
      <dgm:spPr/>
    </dgm:pt>
    <dgm:pt modelId="{C77CD123-B4AD-439E-B403-D0166CC94A51}" type="pres">
      <dgm:prSet presAssocID="{1B5EE5FC-1937-400B-AAFB-B3B146B8EF34}" presName="spaceB" presStyleCnt="0"/>
      <dgm:spPr/>
    </dgm:pt>
    <dgm:pt modelId="{DCF95703-7DD8-4460-BB48-535888589ADC}" type="pres">
      <dgm:prSet presAssocID="{8966845F-9972-49A3-B073-CA025A839220}" presName="space" presStyleCnt="0"/>
      <dgm:spPr/>
    </dgm:pt>
    <dgm:pt modelId="{F65F4171-7156-4D50-BA03-4969AE55AC5F}" type="pres">
      <dgm:prSet presAssocID="{AF362587-3CBA-4885-AA36-CC03F948227A}" presName="compositeA" presStyleCnt="0"/>
      <dgm:spPr/>
    </dgm:pt>
    <dgm:pt modelId="{C7B3A468-2B65-4CDD-831A-574EDF09C126}" type="pres">
      <dgm:prSet presAssocID="{AF362587-3CBA-4885-AA36-CC03F948227A}" presName="textA" presStyleLbl="revTx" presStyleIdx="2" presStyleCnt="8" custScaleX="117851">
        <dgm:presLayoutVars>
          <dgm:bulletEnabled val="1"/>
        </dgm:presLayoutVars>
      </dgm:prSet>
      <dgm:spPr/>
      <dgm:t>
        <a:bodyPr/>
        <a:lstStyle/>
        <a:p>
          <a:endParaRPr lang="pt-BR"/>
        </a:p>
      </dgm:t>
    </dgm:pt>
    <dgm:pt modelId="{9CCA84A8-3EF4-458F-A32B-C031A01DDD4C}" type="pres">
      <dgm:prSet presAssocID="{AF362587-3CBA-4885-AA36-CC03F948227A}" presName="circleA" presStyleLbl="node1" presStyleIdx="2" presStyleCnt="8"/>
      <dgm:spPr/>
    </dgm:pt>
    <dgm:pt modelId="{5FFBBE38-78D9-46C8-B160-BADD1F9A8313}" type="pres">
      <dgm:prSet presAssocID="{AF362587-3CBA-4885-AA36-CC03F948227A}" presName="spaceA" presStyleCnt="0"/>
      <dgm:spPr/>
    </dgm:pt>
    <dgm:pt modelId="{28B02564-6A3F-496C-B505-07E1894B9E35}" type="pres">
      <dgm:prSet presAssocID="{61C80319-A951-45B3-A17E-D29DDC3B5F05}" presName="space" presStyleCnt="0"/>
      <dgm:spPr/>
    </dgm:pt>
    <dgm:pt modelId="{AC5A64AB-533A-41D6-B6F5-0BDCE3F84E8D}" type="pres">
      <dgm:prSet presAssocID="{DC546510-2B90-4EEE-A53B-4A877F435CD1}" presName="compositeB" presStyleCnt="0"/>
      <dgm:spPr/>
    </dgm:pt>
    <dgm:pt modelId="{A1F619FC-8AC6-4756-BF7D-57AC0BDC788D}" type="pres">
      <dgm:prSet presAssocID="{DC546510-2B90-4EEE-A53B-4A877F435CD1}" presName="textB" presStyleLbl="revTx" presStyleIdx="3" presStyleCnt="8">
        <dgm:presLayoutVars>
          <dgm:bulletEnabled val="1"/>
        </dgm:presLayoutVars>
      </dgm:prSet>
      <dgm:spPr/>
      <dgm:t>
        <a:bodyPr/>
        <a:lstStyle/>
        <a:p>
          <a:endParaRPr lang="pt-BR"/>
        </a:p>
      </dgm:t>
    </dgm:pt>
    <dgm:pt modelId="{A59B080D-3918-4562-ADA4-3F0141176007}" type="pres">
      <dgm:prSet presAssocID="{DC546510-2B90-4EEE-A53B-4A877F435CD1}" presName="circleB" presStyleLbl="node1" presStyleIdx="3" presStyleCnt="8"/>
      <dgm:spPr/>
    </dgm:pt>
    <dgm:pt modelId="{840C37E1-649E-46C9-B769-C500EEFAA4EC}" type="pres">
      <dgm:prSet presAssocID="{DC546510-2B90-4EEE-A53B-4A877F435CD1}" presName="spaceB" presStyleCnt="0"/>
      <dgm:spPr/>
    </dgm:pt>
    <dgm:pt modelId="{C4B62A53-76A2-4A0C-8D58-227ED33F2DB1}" type="pres">
      <dgm:prSet presAssocID="{2E809A3B-B26F-4281-ACE7-D4D35C9CDF4B}" presName="space" presStyleCnt="0"/>
      <dgm:spPr/>
    </dgm:pt>
    <dgm:pt modelId="{EF949EC4-38BA-42B5-8ABE-97D0503B3E37}" type="pres">
      <dgm:prSet presAssocID="{6A51B169-0703-4F41-9D96-C542896A466D}" presName="compositeA" presStyleCnt="0"/>
      <dgm:spPr/>
    </dgm:pt>
    <dgm:pt modelId="{AEB36632-E8B4-4602-B29D-3CE19F27029F}" type="pres">
      <dgm:prSet presAssocID="{6A51B169-0703-4F41-9D96-C542896A466D}" presName="textA" presStyleLbl="revTx" presStyleIdx="4" presStyleCnt="8">
        <dgm:presLayoutVars>
          <dgm:bulletEnabled val="1"/>
        </dgm:presLayoutVars>
      </dgm:prSet>
      <dgm:spPr/>
      <dgm:t>
        <a:bodyPr/>
        <a:lstStyle/>
        <a:p>
          <a:endParaRPr lang="pt-BR"/>
        </a:p>
      </dgm:t>
    </dgm:pt>
    <dgm:pt modelId="{8E2384AF-E639-4FA7-A29A-60AFD31E6612}" type="pres">
      <dgm:prSet presAssocID="{6A51B169-0703-4F41-9D96-C542896A466D}" presName="circleA" presStyleLbl="node1" presStyleIdx="4" presStyleCnt="8"/>
      <dgm:spPr/>
    </dgm:pt>
    <dgm:pt modelId="{974D8D90-24F1-4859-BB6E-CC982D6D5975}" type="pres">
      <dgm:prSet presAssocID="{6A51B169-0703-4F41-9D96-C542896A466D}" presName="spaceA" presStyleCnt="0"/>
      <dgm:spPr/>
    </dgm:pt>
    <dgm:pt modelId="{86CAA4F1-610E-48D4-8FB1-A97072C8DCA1}" type="pres">
      <dgm:prSet presAssocID="{524DCFF0-CF74-4D69-BAD1-0DAE074DAA88}" presName="space" presStyleCnt="0"/>
      <dgm:spPr/>
    </dgm:pt>
    <dgm:pt modelId="{3B8FF418-CAF8-40E1-AFB8-B4414891B1A2}" type="pres">
      <dgm:prSet presAssocID="{767A759E-09BF-439A-B9FF-A33443C13579}" presName="compositeB" presStyleCnt="0"/>
      <dgm:spPr/>
    </dgm:pt>
    <dgm:pt modelId="{10AF6750-2A5E-4B65-80AF-A10323717183}" type="pres">
      <dgm:prSet presAssocID="{767A759E-09BF-439A-B9FF-A33443C13579}" presName="textB" presStyleLbl="revTx" presStyleIdx="5" presStyleCnt="8">
        <dgm:presLayoutVars>
          <dgm:bulletEnabled val="1"/>
        </dgm:presLayoutVars>
      </dgm:prSet>
      <dgm:spPr/>
      <dgm:t>
        <a:bodyPr/>
        <a:lstStyle/>
        <a:p>
          <a:endParaRPr lang="pt-BR"/>
        </a:p>
      </dgm:t>
    </dgm:pt>
    <dgm:pt modelId="{B0A9592E-477E-48CC-BDBB-14196F3BCF5D}" type="pres">
      <dgm:prSet presAssocID="{767A759E-09BF-439A-B9FF-A33443C13579}" presName="circleB" presStyleLbl="node1" presStyleIdx="5" presStyleCnt="8"/>
      <dgm:spPr/>
    </dgm:pt>
    <dgm:pt modelId="{95B1A21D-55AC-4C63-A6AF-A0C91C06FFBD}" type="pres">
      <dgm:prSet presAssocID="{767A759E-09BF-439A-B9FF-A33443C13579}" presName="spaceB" presStyleCnt="0"/>
      <dgm:spPr/>
    </dgm:pt>
    <dgm:pt modelId="{1510AC66-2EC9-4C2E-9628-D32EA1DDBD25}" type="pres">
      <dgm:prSet presAssocID="{3A7F880B-236B-4D96-BE02-CF96DCA293C4}" presName="space" presStyleCnt="0"/>
      <dgm:spPr/>
    </dgm:pt>
    <dgm:pt modelId="{CC68968F-77EA-4836-BDFB-7A459C36AC4C}" type="pres">
      <dgm:prSet presAssocID="{5CAC6D20-05A2-4847-A20F-91FE6C97E275}" presName="compositeA" presStyleCnt="0"/>
      <dgm:spPr/>
    </dgm:pt>
    <dgm:pt modelId="{6B9CEDC6-57AE-4784-9C0D-D2AABAF385FB}" type="pres">
      <dgm:prSet presAssocID="{5CAC6D20-05A2-4847-A20F-91FE6C97E275}" presName="textA" presStyleLbl="revTx" presStyleIdx="6" presStyleCnt="8">
        <dgm:presLayoutVars>
          <dgm:bulletEnabled val="1"/>
        </dgm:presLayoutVars>
      </dgm:prSet>
      <dgm:spPr/>
      <dgm:t>
        <a:bodyPr/>
        <a:lstStyle/>
        <a:p>
          <a:endParaRPr lang="pt-BR"/>
        </a:p>
      </dgm:t>
    </dgm:pt>
    <dgm:pt modelId="{C04569B9-6F83-4A3C-A998-06AE87F0632D}" type="pres">
      <dgm:prSet presAssocID="{5CAC6D20-05A2-4847-A20F-91FE6C97E275}" presName="circleA" presStyleLbl="node1" presStyleIdx="6" presStyleCnt="8"/>
      <dgm:spPr/>
    </dgm:pt>
    <dgm:pt modelId="{111C2A9D-3A78-43A1-B4F6-23122C9EF37A}" type="pres">
      <dgm:prSet presAssocID="{5CAC6D20-05A2-4847-A20F-91FE6C97E275}" presName="spaceA" presStyleCnt="0"/>
      <dgm:spPr/>
    </dgm:pt>
    <dgm:pt modelId="{04296202-B925-4B68-B933-F0254406FB36}" type="pres">
      <dgm:prSet presAssocID="{72929B10-97F5-4FFC-874C-E1864A274CBA}" presName="space" presStyleCnt="0"/>
      <dgm:spPr/>
    </dgm:pt>
    <dgm:pt modelId="{C98EB067-B1C3-4E77-81D4-B2E11C07B199}" type="pres">
      <dgm:prSet presAssocID="{3193CF72-B15C-4ED9-994F-B20D7D04AA42}" presName="compositeB" presStyleCnt="0"/>
      <dgm:spPr/>
    </dgm:pt>
    <dgm:pt modelId="{30C40E04-9C38-47CA-979A-77CA454A8628}" type="pres">
      <dgm:prSet presAssocID="{3193CF72-B15C-4ED9-994F-B20D7D04AA42}" presName="textB" presStyleLbl="revTx" presStyleIdx="7" presStyleCnt="8">
        <dgm:presLayoutVars>
          <dgm:bulletEnabled val="1"/>
        </dgm:presLayoutVars>
      </dgm:prSet>
      <dgm:spPr/>
      <dgm:t>
        <a:bodyPr/>
        <a:lstStyle/>
        <a:p>
          <a:endParaRPr lang="pt-BR"/>
        </a:p>
      </dgm:t>
    </dgm:pt>
    <dgm:pt modelId="{7C8B9AC5-5558-4A7D-9399-F167BB540083}" type="pres">
      <dgm:prSet presAssocID="{3193CF72-B15C-4ED9-994F-B20D7D04AA42}" presName="circleB" presStyleLbl="node1" presStyleIdx="7" presStyleCnt="8"/>
      <dgm:spPr/>
    </dgm:pt>
    <dgm:pt modelId="{A29012F1-AEFE-404C-BAB9-D17AB139A166}" type="pres">
      <dgm:prSet presAssocID="{3193CF72-B15C-4ED9-994F-B20D7D04AA42}" presName="spaceB" presStyleCnt="0"/>
      <dgm:spPr/>
    </dgm:pt>
  </dgm:ptLst>
  <dgm:cxnLst>
    <dgm:cxn modelId="{23D8A989-44D4-4AEB-B3AF-2B6BFFC085FE}" type="presOf" srcId="{3193CF72-B15C-4ED9-994F-B20D7D04AA42}" destId="{30C40E04-9C38-47CA-979A-77CA454A8628}" srcOrd="0" destOrd="0" presId="urn:microsoft.com/office/officeart/2005/8/layout/hProcess11"/>
    <dgm:cxn modelId="{B1880032-0552-4790-9F21-948F32C2BBDA}" srcId="{B20FAEA1-A760-4193-97FF-8D8EA442423B}" destId="{AF362587-3CBA-4885-AA36-CC03F948227A}" srcOrd="2" destOrd="0" parTransId="{802FEE27-EBE5-42C6-9A48-702E2C9E7ED6}" sibTransId="{61C80319-A951-45B3-A17E-D29DDC3B5F05}"/>
    <dgm:cxn modelId="{E97309F7-4825-4A05-86C2-C3F439EF628C}" srcId="{B20FAEA1-A760-4193-97FF-8D8EA442423B}" destId="{3193CF72-B15C-4ED9-994F-B20D7D04AA42}" srcOrd="7" destOrd="0" parTransId="{A8E60610-A155-4190-8357-241C4C5419DD}" sibTransId="{99A5411B-55D1-400B-B9DC-825B2EA9E373}"/>
    <dgm:cxn modelId="{065D7C55-54F7-4C32-A88B-FE78FA40D519}" type="presOf" srcId="{6A51B169-0703-4F41-9D96-C542896A466D}" destId="{AEB36632-E8B4-4602-B29D-3CE19F27029F}" srcOrd="0" destOrd="0" presId="urn:microsoft.com/office/officeart/2005/8/layout/hProcess11"/>
    <dgm:cxn modelId="{D03B461B-DC64-4B42-9103-93AA728B3242}" type="presOf" srcId="{DC546510-2B90-4EEE-A53B-4A877F435CD1}" destId="{A1F619FC-8AC6-4756-BF7D-57AC0BDC788D}" srcOrd="0" destOrd="0" presId="urn:microsoft.com/office/officeart/2005/8/layout/hProcess11"/>
    <dgm:cxn modelId="{FE486AAF-E1E7-462C-9D6B-5B3A9A9A4BB6}" srcId="{B20FAEA1-A760-4193-97FF-8D8EA442423B}" destId="{5CAC6D20-05A2-4847-A20F-91FE6C97E275}" srcOrd="6" destOrd="0" parTransId="{11AE5987-CC79-45A6-A82F-FC46E425B1E8}" sibTransId="{72929B10-97F5-4FFC-874C-E1864A274CBA}"/>
    <dgm:cxn modelId="{39B2B577-1181-4FA3-8F8C-EC1A3AF395B5}" type="presOf" srcId="{767A759E-09BF-439A-B9FF-A33443C13579}" destId="{10AF6750-2A5E-4B65-80AF-A10323717183}" srcOrd="0" destOrd="0" presId="urn:microsoft.com/office/officeart/2005/8/layout/hProcess11"/>
    <dgm:cxn modelId="{19855422-FED7-4DD9-846C-375FC52F9777}" type="presOf" srcId="{5CAC6D20-05A2-4847-A20F-91FE6C97E275}" destId="{6B9CEDC6-57AE-4784-9C0D-D2AABAF385FB}" srcOrd="0" destOrd="0" presId="urn:microsoft.com/office/officeart/2005/8/layout/hProcess11"/>
    <dgm:cxn modelId="{915363F8-DB5B-4B03-BD4A-D1C72EF7B8EA}" srcId="{B20FAEA1-A760-4193-97FF-8D8EA442423B}" destId="{767A759E-09BF-439A-B9FF-A33443C13579}" srcOrd="5" destOrd="0" parTransId="{071F6177-D558-429F-BB0F-9DCF312853CA}" sibTransId="{3A7F880B-236B-4D96-BE02-CF96DCA293C4}"/>
    <dgm:cxn modelId="{F4B2C1C0-6C33-4F32-B642-9E54F187A842}" type="presOf" srcId="{2444000B-EB67-448A-BBD0-98E03AA389DB}" destId="{F3178F5B-A01C-49B8-82C4-64C54C11F987}" srcOrd="0" destOrd="0" presId="urn:microsoft.com/office/officeart/2005/8/layout/hProcess11"/>
    <dgm:cxn modelId="{3C57E2D0-29D8-4E12-9B50-06216EEF8553}" srcId="{B20FAEA1-A760-4193-97FF-8D8EA442423B}" destId="{6A51B169-0703-4F41-9D96-C542896A466D}" srcOrd="4" destOrd="0" parTransId="{6C7E6789-DA1C-4D5D-B96E-CF874A6EA3AE}" sibTransId="{524DCFF0-CF74-4D69-BAD1-0DAE074DAA88}"/>
    <dgm:cxn modelId="{CED86542-62AD-4F33-AF8E-CEB9168808CA}" type="presOf" srcId="{1B5EE5FC-1937-400B-AAFB-B3B146B8EF34}" destId="{0CF29B17-7C66-473A-AAB9-37E6559EE41A}" srcOrd="0" destOrd="0" presId="urn:microsoft.com/office/officeart/2005/8/layout/hProcess11"/>
    <dgm:cxn modelId="{A4B0C1EB-2437-4DAA-AC94-78777E5D5594}" type="presOf" srcId="{AF362587-3CBA-4885-AA36-CC03F948227A}" destId="{C7B3A468-2B65-4CDD-831A-574EDF09C126}" srcOrd="0" destOrd="0" presId="urn:microsoft.com/office/officeart/2005/8/layout/hProcess11"/>
    <dgm:cxn modelId="{4C66F422-0FBD-4B3D-B91E-ECCE43DB3BA2}" srcId="{B20FAEA1-A760-4193-97FF-8D8EA442423B}" destId="{DC546510-2B90-4EEE-A53B-4A877F435CD1}" srcOrd="3" destOrd="0" parTransId="{93CD4A7F-432E-4F00-B4C2-A9B3FC85D7BA}" sibTransId="{2E809A3B-B26F-4281-ACE7-D4D35C9CDF4B}"/>
    <dgm:cxn modelId="{96855785-FE83-4D51-9F4A-36AD26C5E9D6}" srcId="{B20FAEA1-A760-4193-97FF-8D8EA442423B}" destId="{1B5EE5FC-1937-400B-AAFB-B3B146B8EF34}" srcOrd="1" destOrd="0" parTransId="{4B897B4A-DA03-4B4D-8BE7-46A19DB4C827}" sibTransId="{8966845F-9972-49A3-B073-CA025A839220}"/>
    <dgm:cxn modelId="{9BE81A73-F0AE-4D22-AE71-67B5365192F4}" srcId="{B20FAEA1-A760-4193-97FF-8D8EA442423B}" destId="{2444000B-EB67-448A-BBD0-98E03AA389DB}" srcOrd="0" destOrd="0" parTransId="{E9D1A61C-84D5-45C0-ACC4-DB2A8C1D9F72}" sibTransId="{BFA66820-83B0-4BA4-A263-9F6E4BDEDF50}"/>
    <dgm:cxn modelId="{BAA3405A-D972-4632-B6CB-B941A6C775E5}" type="presOf" srcId="{B20FAEA1-A760-4193-97FF-8D8EA442423B}" destId="{D95FF390-8657-4D02-A549-4F456866AE95}" srcOrd="0" destOrd="0" presId="urn:microsoft.com/office/officeart/2005/8/layout/hProcess11"/>
    <dgm:cxn modelId="{5C91CA56-03BE-4F4A-B6C3-351573DD07C0}" type="presParOf" srcId="{D95FF390-8657-4D02-A549-4F456866AE95}" destId="{21EAAB69-2A3F-46E4-926A-8E86EB2C74C2}" srcOrd="0" destOrd="0" presId="urn:microsoft.com/office/officeart/2005/8/layout/hProcess11"/>
    <dgm:cxn modelId="{48950363-20E1-4716-B76B-981AE01110FD}" type="presParOf" srcId="{D95FF390-8657-4D02-A549-4F456866AE95}" destId="{40952BCA-5BFE-4132-9457-FA51FBA14827}" srcOrd="1" destOrd="0" presId="urn:microsoft.com/office/officeart/2005/8/layout/hProcess11"/>
    <dgm:cxn modelId="{CAF2DC31-2F12-4041-9567-6619D1C7384A}" type="presParOf" srcId="{40952BCA-5BFE-4132-9457-FA51FBA14827}" destId="{E8E3A1C4-0E26-4B78-A468-263C9A32FC30}" srcOrd="0" destOrd="0" presId="urn:microsoft.com/office/officeart/2005/8/layout/hProcess11"/>
    <dgm:cxn modelId="{94154C80-FF0D-48B1-AA74-0DEF5B174481}" type="presParOf" srcId="{E8E3A1C4-0E26-4B78-A468-263C9A32FC30}" destId="{F3178F5B-A01C-49B8-82C4-64C54C11F987}" srcOrd="0" destOrd="0" presId="urn:microsoft.com/office/officeart/2005/8/layout/hProcess11"/>
    <dgm:cxn modelId="{AC5B423C-899B-4451-8533-2B75C7FA1064}" type="presParOf" srcId="{E8E3A1C4-0E26-4B78-A468-263C9A32FC30}" destId="{FAE3A4A9-76EE-49AA-971B-0D301ADD60F3}" srcOrd="1" destOrd="0" presId="urn:microsoft.com/office/officeart/2005/8/layout/hProcess11"/>
    <dgm:cxn modelId="{59F55242-3BD3-41EA-98B5-2F37D1092DB9}" type="presParOf" srcId="{E8E3A1C4-0E26-4B78-A468-263C9A32FC30}" destId="{5629D83F-B5E1-4EA9-B6D6-7257822F9C98}" srcOrd="2" destOrd="0" presId="urn:microsoft.com/office/officeart/2005/8/layout/hProcess11"/>
    <dgm:cxn modelId="{CDE98D8B-F92F-49F1-8F7C-D0C6A3196206}" type="presParOf" srcId="{40952BCA-5BFE-4132-9457-FA51FBA14827}" destId="{12D5BED1-0E2B-4FB4-B0DF-8D4148CEC6AA}" srcOrd="1" destOrd="0" presId="urn:microsoft.com/office/officeart/2005/8/layout/hProcess11"/>
    <dgm:cxn modelId="{D98C53F6-A0BC-4321-A474-FA1D6F1B49F6}" type="presParOf" srcId="{40952BCA-5BFE-4132-9457-FA51FBA14827}" destId="{CE1F5109-6931-4805-92FA-BE461BE76B98}" srcOrd="2" destOrd="0" presId="urn:microsoft.com/office/officeart/2005/8/layout/hProcess11"/>
    <dgm:cxn modelId="{A5485C8A-02F6-41C8-A6C4-DE51CDA78298}" type="presParOf" srcId="{CE1F5109-6931-4805-92FA-BE461BE76B98}" destId="{0CF29B17-7C66-473A-AAB9-37E6559EE41A}" srcOrd="0" destOrd="0" presId="urn:microsoft.com/office/officeart/2005/8/layout/hProcess11"/>
    <dgm:cxn modelId="{A345F7C6-AA4A-4B7D-8F20-86A21BAE7794}" type="presParOf" srcId="{CE1F5109-6931-4805-92FA-BE461BE76B98}" destId="{BDCA913E-51E0-42DF-A53A-8BEB34B65142}" srcOrd="1" destOrd="0" presId="urn:microsoft.com/office/officeart/2005/8/layout/hProcess11"/>
    <dgm:cxn modelId="{401AAB6B-28EC-4F7E-8719-03AEBFA73940}" type="presParOf" srcId="{CE1F5109-6931-4805-92FA-BE461BE76B98}" destId="{C77CD123-B4AD-439E-B403-D0166CC94A51}" srcOrd="2" destOrd="0" presId="urn:microsoft.com/office/officeart/2005/8/layout/hProcess11"/>
    <dgm:cxn modelId="{289CFFBE-3C55-4180-92FA-0C820A7E2355}" type="presParOf" srcId="{40952BCA-5BFE-4132-9457-FA51FBA14827}" destId="{DCF95703-7DD8-4460-BB48-535888589ADC}" srcOrd="3" destOrd="0" presId="urn:microsoft.com/office/officeart/2005/8/layout/hProcess11"/>
    <dgm:cxn modelId="{EF8A0F56-D96F-4CF3-A59D-6B214E6F2901}" type="presParOf" srcId="{40952BCA-5BFE-4132-9457-FA51FBA14827}" destId="{F65F4171-7156-4D50-BA03-4969AE55AC5F}" srcOrd="4" destOrd="0" presId="urn:microsoft.com/office/officeart/2005/8/layout/hProcess11"/>
    <dgm:cxn modelId="{BE19C1CF-0FEA-4702-9580-3B0A16358BF3}" type="presParOf" srcId="{F65F4171-7156-4D50-BA03-4969AE55AC5F}" destId="{C7B3A468-2B65-4CDD-831A-574EDF09C126}" srcOrd="0" destOrd="0" presId="urn:microsoft.com/office/officeart/2005/8/layout/hProcess11"/>
    <dgm:cxn modelId="{71F472A9-7880-4764-9B86-BF6CA1E372B5}" type="presParOf" srcId="{F65F4171-7156-4D50-BA03-4969AE55AC5F}" destId="{9CCA84A8-3EF4-458F-A32B-C031A01DDD4C}" srcOrd="1" destOrd="0" presId="urn:microsoft.com/office/officeart/2005/8/layout/hProcess11"/>
    <dgm:cxn modelId="{0351D95C-CE6A-4E50-AD71-141D472F3BF5}" type="presParOf" srcId="{F65F4171-7156-4D50-BA03-4969AE55AC5F}" destId="{5FFBBE38-78D9-46C8-B160-BADD1F9A8313}" srcOrd="2" destOrd="0" presId="urn:microsoft.com/office/officeart/2005/8/layout/hProcess11"/>
    <dgm:cxn modelId="{D095C41D-9008-49F6-B167-133AF84D5C62}" type="presParOf" srcId="{40952BCA-5BFE-4132-9457-FA51FBA14827}" destId="{28B02564-6A3F-496C-B505-07E1894B9E35}" srcOrd="5" destOrd="0" presId="urn:microsoft.com/office/officeart/2005/8/layout/hProcess11"/>
    <dgm:cxn modelId="{D5947C84-8D76-4864-B4B6-8ABF36399CC5}" type="presParOf" srcId="{40952BCA-5BFE-4132-9457-FA51FBA14827}" destId="{AC5A64AB-533A-41D6-B6F5-0BDCE3F84E8D}" srcOrd="6" destOrd="0" presId="urn:microsoft.com/office/officeart/2005/8/layout/hProcess11"/>
    <dgm:cxn modelId="{6A3CAADB-A157-42F8-97E1-93166D995DA8}" type="presParOf" srcId="{AC5A64AB-533A-41D6-B6F5-0BDCE3F84E8D}" destId="{A1F619FC-8AC6-4756-BF7D-57AC0BDC788D}" srcOrd="0" destOrd="0" presId="urn:microsoft.com/office/officeart/2005/8/layout/hProcess11"/>
    <dgm:cxn modelId="{C09808F9-18A5-4C0F-98FF-0F1F6753361F}" type="presParOf" srcId="{AC5A64AB-533A-41D6-B6F5-0BDCE3F84E8D}" destId="{A59B080D-3918-4562-ADA4-3F0141176007}" srcOrd="1" destOrd="0" presId="urn:microsoft.com/office/officeart/2005/8/layout/hProcess11"/>
    <dgm:cxn modelId="{141A6520-6A50-45CE-BBA6-D30D772BAE2E}" type="presParOf" srcId="{AC5A64AB-533A-41D6-B6F5-0BDCE3F84E8D}" destId="{840C37E1-649E-46C9-B769-C500EEFAA4EC}" srcOrd="2" destOrd="0" presId="urn:microsoft.com/office/officeart/2005/8/layout/hProcess11"/>
    <dgm:cxn modelId="{EA667FDD-3525-42AB-B6BB-2E54B911A9CC}" type="presParOf" srcId="{40952BCA-5BFE-4132-9457-FA51FBA14827}" destId="{C4B62A53-76A2-4A0C-8D58-227ED33F2DB1}" srcOrd="7" destOrd="0" presId="urn:microsoft.com/office/officeart/2005/8/layout/hProcess11"/>
    <dgm:cxn modelId="{97D5A1C5-BED1-46F5-8E77-412E3D15B91A}" type="presParOf" srcId="{40952BCA-5BFE-4132-9457-FA51FBA14827}" destId="{EF949EC4-38BA-42B5-8ABE-97D0503B3E37}" srcOrd="8" destOrd="0" presId="urn:microsoft.com/office/officeart/2005/8/layout/hProcess11"/>
    <dgm:cxn modelId="{1DA16FB0-8EC2-4468-9FB5-AD0E4508AC4D}" type="presParOf" srcId="{EF949EC4-38BA-42B5-8ABE-97D0503B3E37}" destId="{AEB36632-E8B4-4602-B29D-3CE19F27029F}" srcOrd="0" destOrd="0" presId="urn:microsoft.com/office/officeart/2005/8/layout/hProcess11"/>
    <dgm:cxn modelId="{95B7EAA1-D9AA-404B-8BE9-E8534B081E6E}" type="presParOf" srcId="{EF949EC4-38BA-42B5-8ABE-97D0503B3E37}" destId="{8E2384AF-E639-4FA7-A29A-60AFD31E6612}" srcOrd="1" destOrd="0" presId="urn:microsoft.com/office/officeart/2005/8/layout/hProcess11"/>
    <dgm:cxn modelId="{8D872C67-DF5B-4857-A64A-EB95D755605A}" type="presParOf" srcId="{EF949EC4-38BA-42B5-8ABE-97D0503B3E37}" destId="{974D8D90-24F1-4859-BB6E-CC982D6D5975}" srcOrd="2" destOrd="0" presId="urn:microsoft.com/office/officeart/2005/8/layout/hProcess11"/>
    <dgm:cxn modelId="{DB57BD39-4D4D-431C-974A-9E2A1C962D6E}" type="presParOf" srcId="{40952BCA-5BFE-4132-9457-FA51FBA14827}" destId="{86CAA4F1-610E-48D4-8FB1-A97072C8DCA1}" srcOrd="9" destOrd="0" presId="urn:microsoft.com/office/officeart/2005/8/layout/hProcess11"/>
    <dgm:cxn modelId="{0401791B-9F2D-4ACF-8F81-272CBE8F9758}" type="presParOf" srcId="{40952BCA-5BFE-4132-9457-FA51FBA14827}" destId="{3B8FF418-CAF8-40E1-AFB8-B4414891B1A2}" srcOrd="10" destOrd="0" presId="urn:microsoft.com/office/officeart/2005/8/layout/hProcess11"/>
    <dgm:cxn modelId="{6B2523E8-3D67-4C24-9247-6651BB8FE8B7}" type="presParOf" srcId="{3B8FF418-CAF8-40E1-AFB8-B4414891B1A2}" destId="{10AF6750-2A5E-4B65-80AF-A10323717183}" srcOrd="0" destOrd="0" presId="urn:microsoft.com/office/officeart/2005/8/layout/hProcess11"/>
    <dgm:cxn modelId="{E0509769-824F-4DDF-813E-9B55E2D7C3A6}" type="presParOf" srcId="{3B8FF418-CAF8-40E1-AFB8-B4414891B1A2}" destId="{B0A9592E-477E-48CC-BDBB-14196F3BCF5D}" srcOrd="1" destOrd="0" presId="urn:microsoft.com/office/officeart/2005/8/layout/hProcess11"/>
    <dgm:cxn modelId="{C5B6786E-F91F-427B-AAEF-C2F80A202982}" type="presParOf" srcId="{3B8FF418-CAF8-40E1-AFB8-B4414891B1A2}" destId="{95B1A21D-55AC-4C63-A6AF-A0C91C06FFBD}" srcOrd="2" destOrd="0" presId="urn:microsoft.com/office/officeart/2005/8/layout/hProcess11"/>
    <dgm:cxn modelId="{B4CD7579-6FF4-4F17-BB45-B989C0C6DAAC}" type="presParOf" srcId="{40952BCA-5BFE-4132-9457-FA51FBA14827}" destId="{1510AC66-2EC9-4C2E-9628-D32EA1DDBD25}" srcOrd="11" destOrd="0" presId="urn:microsoft.com/office/officeart/2005/8/layout/hProcess11"/>
    <dgm:cxn modelId="{0AABA83F-68D5-4ADF-8840-2B7AAF6331F6}" type="presParOf" srcId="{40952BCA-5BFE-4132-9457-FA51FBA14827}" destId="{CC68968F-77EA-4836-BDFB-7A459C36AC4C}" srcOrd="12" destOrd="0" presId="urn:microsoft.com/office/officeart/2005/8/layout/hProcess11"/>
    <dgm:cxn modelId="{73C11BF2-0066-4C9F-9CD5-25AA89DB709B}" type="presParOf" srcId="{CC68968F-77EA-4836-BDFB-7A459C36AC4C}" destId="{6B9CEDC6-57AE-4784-9C0D-D2AABAF385FB}" srcOrd="0" destOrd="0" presId="urn:microsoft.com/office/officeart/2005/8/layout/hProcess11"/>
    <dgm:cxn modelId="{53FC52BC-9213-4688-B4B1-4156DC7B5D3D}" type="presParOf" srcId="{CC68968F-77EA-4836-BDFB-7A459C36AC4C}" destId="{C04569B9-6F83-4A3C-A998-06AE87F0632D}" srcOrd="1" destOrd="0" presId="urn:microsoft.com/office/officeart/2005/8/layout/hProcess11"/>
    <dgm:cxn modelId="{3C82DB2A-F4BB-4FE8-894B-B32A40AA0BDD}" type="presParOf" srcId="{CC68968F-77EA-4836-BDFB-7A459C36AC4C}" destId="{111C2A9D-3A78-43A1-B4F6-23122C9EF37A}" srcOrd="2" destOrd="0" presId="urn:microsoft.com/office/officeart/2005/8/layout/hProcess11"/>
    <dgm:cxn modelId="{1A81E57D-2E12-446C-A713-2410C110B367}" type="presParOf" srcId="{40952BCA-5BFE-4132-9457-FA51FBA14827}" destId="{04296202-B925-4B68-B933-F0254406FB36}" srcOrd="13" destOrd="0" presId="urn:microsoft.com/office/officeart/2005/8/layout/hProcess11"/>
    <dgm:cxn modelId="{69FCED14-D8CB-4431-9DAC-72E7486C9071}" type="presParOf" srcId="{40952BCA-5BFE-4132-9457-FA51FBA14827}" destId="{C98EB067-B1C3-4E77-81D4-B2E11C07B199}" srcOrd="14" destOrd="0" presId="urn:microsoft.com/office/officeart/2005/8/layout/hProcess11"/>
    <dgm:cxn modelId="{36788B0D-CD5A-4B0D-B7BF-1B42B5F0D551}" type="presParOf" srcId="{C98EB067-B1C3-4E77-81D4-B2E11C07B199}" destId="{30C40E04-9C38-47CA-979A-77CA454A8628}" srcOrd="0" destOrd="0" presId="urn:microsoft.com/office/officeart/2005/8/layout/hProcess11"/>
    <dgm:cxn modelId="{9A8C76B2-88B9-47FE-A351-49E9B6D6D66D}" type="presParOf" srcId="{C98EB067-B1C3-4E77-81D4-B2E11C07B199}" destId="{7C8B9AC5-5558-4A7D-9399-F167BB540083}" srcOrd="1" destOrd="0" presId="urn:microsoft.com/office/officeart/2005/8/layout/hProcess11"/>
    <dgm:cxn modelId="{778EA40F-EADC-4095-98A4-9B3EDC817A52}" type="presParOf" srcId="{C98EB067-B1C3-4E77-81D4-B2E11C07B199}" destId="{A29012F1-AEFE-404C-BAB9-D17AB139A166}"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0FAEA1-A760-4193-97FF-8D8EA442423B}" type="doc">
      <dgm:prSet loTypeId="urn:microsoft.com/office/officeart/2005/8/layout/hProcess11" loCatId="process" qsTypeId="urn:microsoft.com/office/officeart/2005/8/quickstyle/3d2" qsCatId="3D" csTypeId="urn:microsoft.com/office/officeart/2005/8/colors/accent1_2" csCatId="accent1" phldr="1"/>
      <dgm:spPr/>
    </dgm:pt>
    <dgm:pt modelId="{2444000B-EB67-448A-BBD0-98E03AA389DB}">
      <dgm:prSet phldrT="[Texto]" custT="1"/>
      <dgm:spPr/>
      <dgm:t>
        <a:bodyPr/>
        <a:lstStyle/>
        <a:p>
          <a:r>
            <a:rPr lang="pt-BR" sz="900" b="1" dirty="0" smtClean="0">
              <a:solidFill>
                <a:schemeClr val="accent1">
                  <a:lumMod val="75000"/>
                </a:schemeClr>
              </a:solidFill>
              <a:latin typeface="+mj-lt"/>
              <a:cs typeface="Arial" pitchFamily="34" charset="0"/>
            </a:rPr>
            <a:t>Fim do Incidente</a:t>
          </a:r>
          <a:endParaRPr lang="pt-BR" sz="900" b="1" dirty="0">
            <a:solidFill>
              <a:schemeClr val="accent1">
                <a:lumMod val="75000"/>
              </a:schemeClr>
            </a:solidFill>
            <a:latin typeface="+mj-lt"/>
            <a:cs typeface="Arial" pitchFamily="34" charset="0"/>
          </a:endParaRPr>
        </a:p>
      </dgm:t>
    </dgm:pt>
    <dgm:pt modelId="{E9D1A61C-84D5-45C0-ACC4-DB2A8C1D9F72}" type="parTrans" cxnId="{9BE81A73-F0AE-4D22-AE71-67B5365192F4}">
      <dgm:prSet/>
      <dgm:spPr/>
      <dgm:t>
        <a:bodyPr/>
        <a:lstStyle/>
        <a:p>
          <a:endParaRPr lang="pt-BR"/>
        </a:p>
      </dgm:t>
    </dgm:pt>
    <dgm:pt modelId="{BFA66820-83B0-4BA4-A263-9F6E4BDEDF50}" type="sibTrans" cxnId="{9BE81A73-F0AE-4D22-AE71-67B5365192F4}">
      <dgm:prSet/>
      <dgm:spPr/>
      <dgm:t>
        <a:bodyPr/>
        <a:lstStyle/>
        <a:p>
          <a:endParaRPr lang="pt-BR"/>
        </a:p>
      </dgm:t>
    </dgm:pt>
    <dgm:pt modelId="{1B5EE5FC-1937-400B-AAFB-B3B146B8EF34}">
      <dgm:prSet phldrT="[Texto]" custT="1"/>
      <dgm:spPr/>
      <dgm:t>
        <a:bodyPr/>
        <a:lstStyle/>
        <a:p>
          <a:r>
            <a:rPr lang="pt-BR" sz="900" b="1" dirty="0" smtClean="0">
              <a:solidFill>
                <a:schemeClr val="accent1">
                  <a:lumMod val="75000"/>
                </a:schemeClr>
              </a:solidFill>
              <a:latin typeface="+mj-lt"/>
              <a:cs typeface="Arial" pitchFamily="34" charset="0"/>
            </a:rPr>
            <a:t>Bom Dia TD</a:t>
          </a:r>
          <a:endParaRPr lang="pt-BR" sz="900" b="1" dirty="0">
            <a:solidFill>
              <a:schemeClr val="accent1">
                <a:lumMod val="75000"/>
              </a:schemeClr>
            </a:solidFill>
            <a:latin typeface="+mj-lt"/>
            <a:cs typeface="Arial" pitchFamily="34" charset="0"/>
          </a:endParaRPr>
        </a:p>
      </dgm:t>
    </dgm:pt>
    <dgm:pt modelId="{4B897B4A-DA03-4B4D-8BE7-46A19DB4C827}" type="parTrans" cxnId="{96855785-FE83-4D51-9F4A-36AD26C5E9D6}">
      <dgm:prSet/>
      <dgm:spPr/>
      <dgm:t>
        <a:bodyPr/>
        <a:lstStyle/>
        <a:p>
          <a:endParaRPr lang="pt-BR"/>
        </a:p>
      </dgm:t>
    </dgm:pt>
    <dgm:pt modelId="{8966845F-9972-49A3-B073-CA025A839220}" type="sibTrans" cxnId="{96855785-FE83-4D51-9F4A-36AD26C5E9D6}">
      <dgm:prSet/>
      <dgm:spPr/>
      <dgm:t>
        <a:bodyPr/>
        <a:lstStyle/>
        <a:p>
          <a:endParaRPr lang="pt-BR"/>
        </a:p>
      </dgm:t>
    </dgm:pt>
    <dgm:pt modelId="{DC546510-2B90-4EEE-A53B-4A877F435CD1}">
      <dgm:prSet phldrT="[Texto]" custT="1"/>
      <dgm:spPr/>
      <dgm:t>
        <a:bodyPr/>
        <a:lstStyle/>
        <a:p>
          <a:r>
            <a:rPr lang="pt-BR" sz="900" b="1" dirty="0" smtClean="0">
              <a:solidFill>
                <a:schemeClr val="accent1">
                  <a:lumMod val="75000"/>
                </a:schemeClr>
              </a:solidFill>
              <a:latin typeface="+mj-lt"/>
            </a:rPr>
            <a:t>Análise de causa raiz</a:t>
          </a:r>
          <a:endParaRPr lang="pt-BR" sz="900" b="1" dirty="0">
            <a:solidFill>
              <a:schemeClr val="accent1">
                <a:lumMod val="75000"/>
              </a:schemeClr>
            </a:solidFill>
            <a:latin typeface="+mj-lt"/>
          </a:endParaRPr>
        </a:p>
      </dgm:t>
    </dgm:pt>
    <dgm:pt modelId="{93CD4A7F-432E-4F00-B4C2-A9B3FC85D7BA}" type="parTrans" cxnId="{4C66F422-0FBD-4B3D-B91E-ECCE43DB3BA2}">
      <dgm:prSet/>
      <dgm:spPr/>
      <dgm:t>
        <a:bodyPr/>
        <a:lstStyle/>
        <a:p>
          <a:endParaRPr lang="pt-BR"/>
        </a:p>
      </dgm:t>
    </dgm:pt>
    <dgm:pt modelId="{2E809A3B-B26F-4281-ACE7-D4D35C9CDF4B}" type="sibTrans" cxnId="{4C66F422-0FBD-4B3D-B91E-ECCE43DB3BA2}">
      <dgm:prSet/>
      <dgm:spPr/>
      <dgm:t>
        <a:bodyPr/>
        <a:lstStyle/>
        <a:p>
          <a:endParaRPr lang="pt-BR"/>
        </a:p>
      </dgm:t>
    </dgm:pt>
    <dgm:pt modelId="{6A51B169-0703-4F41-9D96-C542896A466D}">
      <dgm:prSet phldrT="[Texto]" custT="1"/>
      <dgm:spPr/>
      <dgm:t>
        <a:bodyPr/>
        <a:lstStyle/>
        <a:p>
          <a:r>
            <a:rPr lang="pt-BR" sz="900" b="1" dirty="0" smtClean="0">
              <a:solidFill>
                <a:schemeClr val="accent1">
                  <a:lumMod val="75000"/>
                </a:schemeClr>
              </a:solidFill>
              <a:latin typeface="+mj-lt"/>
            </a:rPr>
            <a:t>Planejamento</a:t>
          </a:r>
          <a:endParaRPr lang="pt-BR" sz="900" b="1" dirty="0">
            <a:solidFill>
              <a:schemeClr val="accent1">
                <a:lumMod val="75000"/>
              </a:schemeClr>
            </a:solidFill>
            <a:latin typeface="+mj-lt"/>
          </a:endParaRPr>
        </a:p>
      </dgm:t>
    </dgm:pt>
    <dgm:pt modelId="{6C7E6789-DA1C-4D5D-B96E-CF874A6EA3AE}" type="parTrans" cxnId="{3C57E2D0-29D8-4E12-9B50-06216EEF8553}">
      <dgm:prSet/>
      <dgm:spPr/>
      <dgm:t>
        <a:bodyPr/>
        <a:lstStyle/>
        <a:p>
          <a:endParaRPr lang="pt-BR"/>
        </a:p>
      </dgm:t>
    </dgm:pt>
    <dgm:pt modelId="{524DCFF0-CF74-4D69-BAD1-0DAE074DAA88}" type="sibTrans" cxnId="{3C57E2D0-29D8-4E12-9B50-06216EEF8553}">
      <dgm:prSet/>
      <dgm:spPr/>
      <dgm:t>
        <a:bodyPr/>
        <a:lstStyle/>
        <a:p>
          <a:endParaRPr lang="pt-BR"/>
        </a:p>
      </dgm:t>
    </dgm:pt>
    <dgm:pt modelId="{767A759E-09BF-439A-B9FF-A33443C13579}">
      <dgm:prSet phldrT="[Texto]" custT="1"/>
      <dgm:spPr/>
      <dgm:t>
        <a:bodyPr/>
        <a:lstStyle/>
        <a:p>
          <a:r>
            <a:rPr lang="pt-BR" sz="900" b="1" dirty="0" smtClean="0">
              <a:solidFill>
                <a:schemeClr val="accent1">
                  <a:lumMod val="75000"/>
                </a:schemeClr>
              </a:solidFill>
              <a:latin typeface="+mj-lt"/>
            </a:rPr>
            <a:t>Implantação</a:t>
          </a:r>
          <a:endParaRPr lang="pt-BR" sz="900" b="1" dirty="0">
            <a:solidFill>
              <a:schemeClr val="accent1">
                <a:lumMod val="75000"/>
              </a:schemeClr>
            </a:solidFill>
            <a:latin typeface="+mj-lt"/>
          </a:endParaRPr>
        </a:p>
      </dgm:t>
    </dgm:pt>
    <dgm:pt modelId="{071F6177-D558-429F-BB0F-9DCF312853CA}" type="parTrans" cxnId="{915363F8-DB5B-4B03-BD4A-D1C72EF7B8EA}">
      <dgm:prSet/>
      <dgm:spPr/>
      <dgm:t>
        <a:bodyPr/>
        <a:lstStyle/>
        <a:p>
          <a:endParaRPr lang="pt-BR"/>
        </a:p>
      </dgm:t>
    </dgm:pt>
    <dgm:pt modelId="{3A7F880B-236B-4D96-BE02-CF96DCA293C4}" type="sibTrans" cxnId="{915363F8-DB5B-4B03-BD4A-D1C72EF7B8EA}">
      <dgm:prSet/>
      <dgm:spPr/>
      <dgm:t>
        <a:bodyPr/>
        <a:lstStyle/>
        <a:p>
          <a:endParaRPr lang="pt-BR"/>
        </a:p>
      </dgm:t>
    </dgm:pt>
    <dgm:pt modelId="{3193CF72-B15C-4ED9-994F-B20D7D04AA42}">
      <dgm:prSet phldrT="[Texto]" custT="1"/>
      <dgm:spPr/>
      <dgm:t>
        <a:bodyPr/>
        <a:lstStyle/>
        <a:p>
          <a:r>
            <a:rPr lang="pt-BR" sz="900" b="1" dirty="0" smtClean="0">
              <a:solidFill>
                <a:schemeClr val="accent1">
                  <a:lumMod val="75000"/>
                </a:schemeClr>
              </a:solidFill>
              <a:latin typeface="+mj-lt"/>
            </a:rPr>
            <a:t>Encerramento</a:t>
          </a:r>
          <a:endParaRPr lang="pt-BR" sz="900" b="1" dirty="0">
            <a:solidFill>
              <a:schemeClr val="accent1">
                <a:lumMod val="75000"/>
              </a:schemeClr>
            </a:solidFill>
            <a:latin typeface="+mj-lt"/>
          </a:endParaRPr>
        </a:p>
      </dgm:t>
    </dgm:pt>
    <dgm:pt modelId="{A8E60610-A155-4190-8357-241C4C5419DD}" type="parTrans" cxnId="{E97309F7-4825-4A05-86C2-C3F439EF628C}">
      <dgm:prSet/>
      <dgm:spPr/>
      <dgm:t>
        <a:bodyPr/>
        <a:lstStyle/>
        <a:p>
          <a:endParaRPr lang="pt-BR"/>
        </a:p>
      </dgm:t>
    </dgm:pt>
    <dgm:pt modelId="{99A5411B-55D1-400B-B9DC-825B2EA9E373}" type="sibTrans" cxnId="{E97309F7-4825-4A05-86C2-C3F439EF628C}">
      <dgm:prSet/>
      <dgm:spPr/>
      <dgm:t>
        <a:bodyPr/>
        <a:lstStyle/>
        <a:p>
          <a:endParaRPr lang="pt-BR"/>
        </a:p>
      </dgm:t>
    </dgm:pt>
    <dgm:pt modelId="{5CAC6D20-05A2-4847-A20F-91FE6C97E275}">
      <dgm:prSet phldrT="[Texto]" custT="1"/>
      <dgm:spPr/>
      <dgm:t>
        <a:bodyPr/>
        <a:lstStyle/>
        <a:p>
          <a:r>
            <a:rPr lang="pt-BR" sz="900" b="1" dirty="0" smtClean="0">
              <a:solidFill>
                <a:schemeClr val="accent1">
                  <a:lumMod val="75000"/>
                </a:schemeClr>
              </a:solidFill>
              <a:latin typeface="+mj-lt"/>
            </a:rPr>
            <a:t>Monitoramento</a:t>
          </a:r>
          <a:endParaRPr lang="pt-BR" sz="900" b="1" dirty="0">
            <a:solidFill>
              <a:schemeClr val="accent1">
                <a:lumMod val="75000"/>
              </a:schemeClr>
            </a:solidFill>
            <a:latin typeface="+mj-lt"/>
          </a:endParaRPr>
        </a:p>
      </dgm:t>
    </dgm:pt>
    <dgm:pt modelId="{11AE5987-CC79-45A6-A82F-FC46E425B1E8}" type="parTrans" cxnId="{FE486AAF-E1E7-462C-9D6B-5B3A9A9A4BB6}">
      <dgm:prSet/>
      <dgm:spPr/>
      <dgm:t>
        <a:bodyPr/>
        <a:lstStyle/>
        <a:p>
          <a:endParaRPr lang="pt-BR"/>
        </a:p>
      </dgm:t>
    </dgm:pt>
    <dgm:pt modelId="{72929B10-97F5-4FFC-874C-E1864A274CBA}" type="sibTrans" cxnId="{FE486AAF-E1E7-462C-9D6B-5B3A9A9A4BB6}">
      <dgm:prSet/>
      <dgm:spPr/>
      <dgm:t>
        <a:bodyPr/>
        <a:lstStyle/>
        <a:p>
          <a:endParaRPr lang="pt-BR"/>
        </a:p>
      </dgm:t>
    </dgm:pt>
    <dgm:pt modelId="{AF362587-3CBA-4885-AA36-CC03F948227A}">
      <dgm:prSet phldrT="[Texto]" custT="1"/>
      <dgm:spPr/>
      <dgm:t>
        <a:bodyPr/>
        <a:lstStyle/>
        <a:p>
          <a:r>
            <a:rPr lang="pt-BR" sz="900" b="1" dirty="0" smtClean="0">
              <a:solidFill>
                <a:schemeClr val="accent1">
                  <a:lumMod val="75000"/>
                </a:schemeClr>
              </a:solidFill>
              <a:latin typeface="+mj-lt"/>
              <a:cs typeface="Arial" pitchFamily="34" charset="0"/>
            </a:rPr>
            <a:t>Abertura do problema</a:t>
          </a:r>
          <a:endParaRPr lang="pt-BR" sz="900" b="1" dirty="0">
            <a:solidFill>
              <a:schemeClr val="accent1">
                <a:lumMod val="75000"/>
              </a:schemeClr>
            </a:solidFill>
            <a:latin typeface="+mj-lt"/>
            <a:cs typeface="Arial" pitchFamily="34" charset="0"/>
          </a:endParaRPr>
        </a:p>
      </dgm:t>
    </dgm:pt>
    <dgm:pt modelId="{802FEE27-EBE5-42C6-9A48-702E2C9E7ED6}" type="parTrans" cxnId="{B1880032-0552-4790-9F21-948F32C2BBDA}">
      <dgm:prSet/>
      <dgm:spPr/>
      <dgm:t>
        <a:bodyPr/>
        <a:lstStyle/>
        <a:p>
          <a:endParaRPr lang="pt-BR"/>
        </a:p>
      </dgm:t>
    </dgm:pt>
    <dgm:pt modelId="{61C80319-A951-45B3-A17E-D29DDC3B5F05}" type="sibTrans" cxnId="{B1880032-0552-4790-9F21-948F32C2BBDA}">
      <dgm:prSet/>
      <dgm:spPr/>
      <dgm:t>
        <a:bodyPr/>
        <a:lstStyle/>
        <a:p>
          <a:endParaRPr lang="pt-BR"/>
        </a:p>
      </dgm:t>
    </dgm:pt>
    <dgm:pt modelId="{D95FF390-8657-4D02-A549-4F456866AE95}" type="pres">
      <dgm:prSet presAssocID="{B20FAEA1-A760-4193-97FF-8D8EA442423B}" presName="Name0" presStyleCnt="0">
        <dgm:presLayoutVars>
          <dgm:dir/>
          <dgm:resizeHandles val="exact"/>
        </dgm:presLayoutVars>
      </dgm:prSet>
      <dgm:spPr/>
    </dgm:pt>
    <dgm:pt modelId="{21EAAB69-2A3F-46E4-926A-8E86EB2C74C2}" type="pres">
      <dgm:prSet presAssocID="{B20FAEA1-A760-4193-97FF-8D8EA442423B}" presName="arrow" presStyleLbl="bgShp" presStyleIdx="0" presStyleCnt="1"/>
      <dgm:spPr/>
    </dgm:pt>
    <dgm:pt modelId="{40952BCA-5BFE-4132-9457-FA51FBA14827}" type="pres">
      <dgm:prSet presAssocID="{B20FAEA1-A760-4193-97FF-8D8EA442423B}" presName="points" presStyleCnt="0"/>
      <dgm:spPr/>
    </dgm:pt>
    <dgm:pt modelId="{E8E3A1C4-0E26-4B78-A468-263C9A32FC30}" type="pres">
      <dgm:prSet presAssocID="{2444000B-EB67-448A-BBD0-98E03AA389DB}" presName="compositeA" presStyleCnt="0"/>
      <dgm:spPr/>
    </dgm:pt>
    <dgm:pt modelId="{F3178F5B-A01C-49B8-82C4-64C54C11F987}" type="pres">
      <dgm:prSet presAssocID="{2444000B-EB67-448A-BBD0-98E03AA389DB}" presName="textA" presStyleLbl="revTx" presStyleIdx="0" presStyleCnt="8">
        <dgm:presLayoutVars>
          <dgm:bulletEnabled val="1"/>
        </dgm:presLayoutVars>
      </dgm:prSet>
      <dgm:spPr/>
      <dgm:t>
        <a:bodyPr/>
        <a:lstStyle/>
        <a:p>
          <a:endParaRPr lang="pt-BR"/>
        </a:p>
      </dgm:t>
    </dgm:pt>
    <dgm:pt modelId="{FAE3A4A9-76EE-49AA-971B-0D301ADD60F3}" type="pres">
      <dgm:prSet presAssocID="{2444000B-EB67-448A-BBD0-98E03AA389DB}" presName="circleA" presStyleLbl="node1" presStyleIdx="0" presStyleCnt="8"/>
      <dgm:spPr/>
    </dgm:pt>
    <dgm:pt modelId="{5629D83F-B5E1-4EA9-B6D6-7257822F9C98}" type="pres">
      <dgm:prSet presAssocID="{2444000B-EB67-448A-BBD0-98E03AA389DB}" presName="spaceA" presStyleCnt="0"/>
      <dgm:spPr/>
    </dgm:pt>
    <dgm:pt modelId="{12D5BED1-0E2B-4FB4-B0DF-8D4148CEC6AA}" type="pres">
      <dgm:prSet presAssocID="{BFA66820-83B0-4BA4-A263-9F6E4BDEDF50}" presName="space" presStyleCnt="0"/>
      <dgm:spPr/>
    </dgm:pt>
    <dgm:pt modelId="{CE1F5109-6931-4805-92FA-BE461BE76B98}" type="pres">
      <dgm:prSet presAssocID="{1B5EE5FC-1937-400B-AAFB-B3B146B8EF34}" presName="compositeB" presStyleCnt="0"/>
      <dgm:spPr/>
    </dgm:pt>
    <dgm:pt modelId="{0CF29B17-7C66-473A-AAB9-37E6559EE41A}" type="pres">
      <dgm:prSet presAssocID="{1B5EE5FC-1937-400B-AAFB-B3B146B8EF34}" presName="textB" presStyleLbl="revTx" presStyleIdx="1" presStyleCnt="8">
        <dgm:presLayoutVars>
          <dgm:bulletEnabled val="1"/>
        </dgm:presLayoutVars>
      </dgm:prSet>
      <dgm:spPr/>
      <dgm:t>
        <a:bodyPr/>
        <a:lstStyle/>
        <a:p>
          <a:endParaRPr lang="pt-BR"/>
        </a:p>
      </dgm:t>
    </dgm:pt>
    <dgm:pt modelId="{BDCA913E-51E0-42DF-A53A-8BEB34B65142}" type="pres">
      <dgm:prSet presAssocID="{1B5EE5FC-1937-400B-AAFB-B3B146B8EF34}" presName="circleB" presStyleLbl="node1" presStyleIdx="1" presStyleCnt="8"/>
      <dgm:spPr/>
    </dgm:pt>
    <dgm:pt modelId="{C77CD123-B4AD-439E-B403-D0166CC94A51}" type="pres">
      <dgm:prSet presAssocID="{1B5EE5FC-1937-400B-AAFB-B3B146B8EF34}" presName="spaceB" presStyleCnt="0"/>
      <dgm:spPr/>
    </dgm:pt>
    <dgm:pt modelId="{DCF95703-7DD8-4460-BB48-535888589ADC}" type="pres">
      <dgm:prSet presAssocID="{8966845F-9972-49A3-B073-CA025A839220}" presName="space" presStyleCnt="0"/>
      <dgm:spPr/>
    </dgm:pt>
    <dgm:pt modelId="{F65F4171-7156-4D50-BA03-4969AE55AC5F}" type="pres">
      <dgm:prSet presAssocID="{AF362587-3CBA-4885-AA36-CC03F948227A}" presName="compositeA" presStyleCnt="0"/>
      <dgm:spPr/>
    </dgm:pt>
    <dgm:pt modelId="{C7B3A468-2B65-4CDD-831A-574EDF09C126}" type="pres">
      <dgm:prSet presAssocID="{AF362587-3CBA-4885-AA36-CC03F948227A}" presName="textA" presStyleLbl="revTx" presStyleIdx="2" presStyleCnt="8" custScaleX="117851">
        <dgm:presLayoutVars>
          <dgm:bulletEnabled val="1"/>
        </dgm:presLayoutVars>
      </dgm:prSet>
      <dgm:spPr/>
      <dgm:t>
        <a:bodyPr/>
        <a:lstStyle/>
        <a:p>
          <a:endParaRPr lang="pt-BR"/>
        </a:p>
      </dgm:t>
    </dgm:pt>
    <dgm:pt modelId="{9CCA84A8-3EF4-458F-A32B-C031A01DDD4C}" type="pres">
      <dgm:prSet presAssocID="{AF362587-3CBA-4885-AA36-CC03F948227A}" presName="circleA" presStyleLbl="node1" presStyleIdx="2" presStyleCnt="8"/>
      <dgm:spPr/>
    </dgm:pt>
    <dgm:pt modelId="{5FFBBE38-78D9-46C8-B160-BADD1F9A8313}" type="pres">
      <dgm:prSet presAssocID="{AF362587-3CBA-4885-AA36-CC03F948227A}" presName="spaceA" presStyleCnt="0"/>
      <dgm:spPr/>
    </dgm:pt>
    <dgm:pt modelId="{28B02564-6A3F-496C-B505-07E1894B9E35}" type="pres">
      <dgm:prSet presAssocID="{61C80319-A951-45B3-A17E-D29DDC3B5F05}" presName="space" presStyleCnt="0"/>
      <dgm:spPr/>
    </dgm:pt>
    <dgm:pt modelId="{AC5A64AB-533A-41D6-B6F5-0BDCE3F84E8D}" type="pres">
      <dgm:prSet presAssocID="{DC546510-2B90-4EEE-A53B-4A877F435CD1}" presName="compositeB" presStyleCnt="0"/>
      <dgm:spPr/>
    </dgm:pt>
    <dgm:pt modelId="{A1F619FC-8AC6-4756-BF7D-57AC0BDC788D}" type="pres">
      <dgm:prSet presAssocID="{DC546510-2B90-4EEE-A53B-4A877F435CD1}" presName="textB" presStyleLbl="revTx" presStyleIdx="3" presStyleCnt="8">
        <dgm:presLayoutVars>
          <dgm:bulletEnabled val="1"/>
        </dgm:presLayoutVars>
      </dgm:prSet>
      <dgm:spPr/>
      <dgm:t>
        <a:bodyPr/>
        <a:lstStyle/>
        <a:p>
          <a:endParaRPr lang="pt-BR"/>
        </a:p>
      </dgm:t>
    </dgm:pt>
    <dgm:pt modelId="{A59B080D-3918-4562-ADA4-3F0141176007}" type="pres">
      <dgm:prSet presAssocID="{DC546510-2B90-4EEE-A53B-4A877F435CD1}" presName="circleB" presStyleLbl="node1" presStyleIdx="3" presStyleCnt="8"/>
      <dgm:spPr/>
    </dgm:pt>
    <dgm:pt modelId="{840C37E1-649E-46C9-B769-C500EEFAA4EC}" type="pres">
      <dgm:prSet presAssocID="{DC546510-2B90-4EEE-A53B-4A877F435CD1}" presName="spaceB" presStyleCnt="0"/>
      <dgm:spPr/>
    </dgm:pt>
    <dgm:pt modelId="{C4B62A53-76A2-4A0C-8D58-227ED33F2DB1}" type="pres">
      <dgm:prSet presAssocID="{2E809A3B-B26F-4281-ACE7-D4D35C9CDF4B}" presName="space" presStyleCnt="0"/>
      <dgm:spPr/>
    </dgm:pt>
    <dgm:pt modelId="{EF949EC4-38BA-42B5-8ABE-97D0503B3E37}" type="pres">
      <dgm:prSet presAssocID="{6A51B169-0703-4F41-9D96-C542896A466D}" presName="compositeA" presStyleCnt="0"/>
      <dgm:spPr/>
    </dgm:pt>
    <dgm:pt modelId="{AEB36632-E8B4-4602-B29D-3CE19F27029F}" type="pres">
      <dgm:prSet presAssocID="{6A51B169-0703-4F41-9D96-C542896A466D}" presName="textA" presStyleLbl="revTx" presStyleIdx="4" presStyleCnt="8">
        <dgm:presLayoutVars>
          <dgm:bulletEnabled val="1"/>
        </dgm:presLayoutVars>
      </dgm:prSet>
      <dgm:spPr/>
      <dgm:t>
        <a:bodyPr/>
        <a:lstStyle/>
        <a:p>
          <a:endParaRPr lang="pt-BR"/>
        </a:p>
      </dgm:t>
    </dgm:pt>
    <dgm:pt modelId="{8E2384AF-E639-4FA7-A29A-60AFD31E6612}" type="pres">
      <dgm:prSet presAssocID="{6A51B169-0703-4F41-9D96-C542896A466D}" presName="circleA" presStyleLbl="node1" presStyleIdx="4" presStyleCnt="8"/>
      <dgm:spPr/>
    </dgm:pt>
    <dgm:pt modelId="{974D8D90-24F1-4859-BB6E-CC982D6D5975}" type="pres">
      <dgm:prSet presAssocID="{6A51B169-0703-4F41-9D96-C542896A466D}" presName="spaceA" presStyleCnt="0"/>
      <dgm:spPr/>
    </dgm:pt>
    <dgm:pt modelId="{86CAA4F1-610E-48D4-8FB1-A97072C8DCA1}" type="pres">
      <dgm:prSet presAssocID="{524DCFF0-CF74-4D69-BAD1-0DAE074DAA88}" presName="space" presStyleCnt="0"/>
      <dgm:spPr/>
    </dgm:pt>
    <dgm:pt modelId="{3B8FF418-CAF8-40E1-AFB8-B4414891B1A2}" type="pres">
      <dgm:prSet presAssocID="{767A759E-09BF-439A-B9FF-A33443C13579}" presName="compositeB" presStyleCnt="0"/>
      <dgm:spPr/>
    </dgm:pt>
    <dgm:pt modelId="{10AF6750-2A5E-4B65-80AF-A10323717183}" type="pres">
      <dgm:prSet presAssocID="{767A759E-09BF-439A-B9FF-A33443C13579}" presName="textB" presStyleLbl="revTx" presStyleIdx="5" presStyleCnt="8">
        <dgm:presLayoutVars>
          <dgm:bulletEnabled val="1"/>
        </dgm:presLayoutVars>
      </dgm:prSet>
      <dgm:spPr/>
      <dgm:t>
        <a:bodyPr/>
        <a:lstStyle/>
        <a:p>
          <a:endParaRPr lang="pt-BR"/>
        </a:p>
      </dgm:t>
    </dgm:pt>
    <dgm:pt modelId="{B0A9592E-477E-48CC-BDBB-14196F3BCF5D}" type="pres">
      <dgm:prSet presAssocID="{767A759E-09BF-439A-B9FF-A33443C13579}" presName="circleB" presStyleLbl="node1" presStyleIdx="5" presStyleCnt="8"/>
      <dgm:spPr/>
    </dgm:pt>
    <dgm:pt modelId="{95B1A21D-55AC-4C63-A6AF-A0C91C06FFBD}" type="pres">
      <dgm:prSet presAssocID="{767A759E-09BF-439A-B9FF-A33443C13579}" presName="spaceB" presStyleCnt="0"/>
      <dgm:spPr/>
    </dgm:pt>
    <dgm:pt modelId="{1510AC66-2EC9-4C2E-9628-D32EA1DDBD25}" type="pres">
      <dgm:prSet presAssocID="{3A7F880B-236B-4D96-BE02-CF96DCA293C4}" presName="space" presStyleCnt="0"/>
      <dgm:spPr/>
    </dgm:pt>
    <dgm:pt modelId="{CC68968F-77EA-4836-BDFB-7A459C36AC4C}" type="pres">
      <dgm:prSet presAssocID="{5CAC6D20-05A2-4847-A20F-91FE6C97E275}" presName="compositeA" presStyleCnt="0"/>
      <dgm:spPr/>
    </dgm:pt>
    <dgm:pt modelId="{6B9CEDC6-57AE-4784-9C0D-D2AABAF385FB}" type="pres">
      <dgm:prSet presAssocID="{5CAC6D20-05A2-4847-A20F-91FE6C97E275}" presName="textA" presStyleLbl="revTx" presStyleIdx="6" presStyleCnt="8">
        <dgm:presLayoutVars>
          <dgm:bulletEnabled val="1"/>
        </dgm:presLayoutVars>
      </dgm:prSet>
      <dgm:spPr/>
      <dgm:t>
        <a:bodyPr/>
        <a:lstStyle/>
        <a:p>
          <a:endParaRPr lang="pt-BR"/>
        </a:p>
      </dgm:t>
    </dgm:pt>
    <dgm:pt modelId="{C04569B9-6F83-4A3C-A998-06AE87F0632D}" type="pres">
      <dgm:prSet presAssocID="{5CAC6D20-05A2-4847-A20F-91FE6C97E275}" presName="circleA" presStyleLbl="node1" presStyleIdx="6" presStyleCnt="8"/>
      <dgm:spPr/>
    </dgm:pt>
    <dgm:pt modelId="{111C2A9D-3A78-43A1-B4F6-23122C9EF37A}" type="pres">
      <dgm:prSet presAssocID="{5CAC6D20-05A2-4847-A20F-91FE6C97E275}" presName="spaceA" presStyleCnt="0"/>
      <dgm:spPr/>
    </dgm:pt>
    <dgm:pt modelId="{04296202-B925-4B68-B933-F0254406FB36}" type="pres">
      <dgm:prSet presAssocID="{72929B10-97F5-4FFC-874C-E1864A274CBA}" presName="space" presStyleCnt="0"/>
      <dgm:spPr/>
    </dgm:pt>
    <dgm:pt modelId="{C98EB067-B1C3-4E77-81D4-B2E11C07B199}" type="pres">
      <dgm:prSet presAssocID="{3193CF72-B15C-4ED9-994F-B20D7D04AA42}" presName="compositeB" presStyleCnt="0"/>
      <dgm:spPr/>
    </dgm:pt>
    <dgm:pt modelId="{30C40E04-9C38-47CA-979A-77CA454A8628}" type="pres">
      <dgm:prSet presAssocID="{3193CF72-B15C-4ED9-994F-B20D7D04AA42}" presName="textB" presStyleLbl="revTx" presStyleIdx="7" presStyleCnt="8">
        <dgm:presLayoutVars>
          <dgm:bulletEnabled val="1"/>
        </dgm:presLayoutVars>
      </dgm:prSet>
      <dgm:spPr/>
      <dgm:t>
        <a:bodyPr/>
        <a:lstStyle/>
        <a:p>
          <a:endParaRPr lang="pt-BR"/>
        </a:p>
      </dgm:t>
    </dgm:pt>
    <dgm:pt modelId="{7C8B9AC5-5558-4A7D-9399-F167BB540083}" type="pres">
      <dgm:prSet presAssocID="{3193CF72-B15C-4ED9-994F-B20D7D04AA42}" presName="circleB" presStyleLbl="node1" presStyleIdx="7" presStyleCnt="8"/>
      <dgm:spPr/>
    </dgm:pt>
    <dgm:pt modelId="{A29012F1-AEFE-404C-BAB9-D17AB139A166}" type="pres">
      <dgm:prSet presAssocID="{3193CF72-B15C-4ED9-994F-B20D7D04AA42}" presName="spaceB" presStyleCnt="0"/>
      <dgm:spPr/>
    </dgm:pt>
  </dgm:ptLst>
  <dgm:cxnLst>
    <dgm:cxn modelId="{D546CCB4-1941-454E-8D94-B8051E625A55}" type="presOf" srcId="{6A51B169-0703-4F41-9D96-C542896A466D}" destId="{AEB36632-E8B4-4602-B29D-3CE19F27029F}" srcOrd="0" destOrd="0" presId="urn:microsoft.com/office/officeart/2005/8/layout/hProcess11"/>
    <dgm:cxn modelId="{B1880032-0552-4790-9F21-948F32C2BBDA}" srcId="{B20FAEA1-A760-4193-97FF-8D8EA442423B}" destId="{AF362587-3CBA-4885-AA36-CC03F948227A}" srcOrd="2" destOrd="0" parTransId="{802FEE27-EBE5-42C6-9A48-702E2C9E7ED6}" sibTransId="{61C80319-A951-45B3-A17E-D29DDC3B5F05}"/>
    <dgm:cxn modelId="{72433090-FC18-418C-87B7-564153DA38D3}" type="presOf" srcId="{3193CF72-B15C-4ED9-994F-B20D7D04AA42}" destId="{30C40E04-9C38-47CA-979A-77CA454A8628}" srcOrd="0" destOrd="0" presId="urn:microsoft.com/office/officeart/2005/8/layout/hProcess11"/>
    <dgm:cxn modelId="{E97309F7-4825-4A05-86C2-C3F439EF628C}" srcId="{B20FAEA1-A760-4193-97FF-8D8EA442423B}" destId="{3193CF72-B15C-4ED9-994F-B20D7D04AA42}" srcOrd="7" destOrd="0" parTransId="{A8E60610-A155-4190-8357-241C4C5419DD}" sibTransId="{99A5411B-55D1-400B-B9DC-825B2EA9E373}"/>
    <dgm:cxn modelId="{FE486AAF-E1E7-462C-9D6B-5B3A9A9A4BB6}" srcId="{B20FAEA1-A760-4193-97FF-8D8EA442423B}" destId="{5CAC6D20-05A2-4847-A20F-91FE6C97E275}" srcOrd="6" destOrd="0" parTransId="{11AE5987-CC79-45A6-A82F-FC46E425B1E8}" sibTransId="{72929B10-97F5-4FFC-874C-E1864A274CBA}"/>
    <dgm:cxn modelId="{E662A3F9-5B7A-42FD-A12C-0916682B4639}" type="presOf" srcId="{DC546510-2B90-4EEE-A53B-4A877F435CD1}" destId="{A1F619FC-8AC6-4756-BF7D-57AC0BDC788D}" srcOrd="0" destOrd="0" presId="urn:microsoft.com/office/officeart/2005/8/layout/hProcess11"/>
    <dgm:cxn modelId="{915363F8-DB5B-4B03-BD4A-D1C72EF7B8EA}" srcId="{B20FAEA1-A760-4193-97FF-8D8EA442423B}" destId="{767A759E-09BF-439A-B9FF-A33443C13579}" srcOrd="5" destOrd="0" parTransId="{071F6177-D558-429F-BB0F-9DCF312853CA}" sibTransId="{3A7F880B-236B-4D96-BE02-CF96DCA293C4}"/>
    <dgm:cxn modelId="{FC66F897-851A-4AA2-A179-D717544ABCC8}" type="presOf" srcId="{B20FAEA1-A760-4193-97FF-8D8EA442423B}" destId="{D95FF390-8657-4D02-A549-4F456866AE95}" srcOrd="0" destOrd="0" presId="urn:microsoft.com/office/officeart/2005/8/layout/hProcess11"/>
    <dgm:cxn modelId="{3C57E2D0-29D8-4E12-9B50-06216EEF8553}" srcId="{B20FAEA1-A760-4193-97FF-8D8EA442423B}" destId="{6A51B169-0703-4F41-9D96-C542896A466D}" srcOrd="4" destOrd="0" parTransId="{6C7E6789-DA1C-4D5D-B96E-CF874A6EA3AE}" sibTransId="{524DCFF0-CF74-4D69-BAD1-0DAE074DAA88}"/>
    <dgm:cxn modelId="{7F6E132B-4C6F-4283-9D5E-B8C7839795B3}" type="presOf" srcId="{1B5EE5FC-1937-400B-AAFB-B3B146B8EF34}" destId="{0CF29B17-7C66-473A-AAB9-37E6559EE41A}" srcOrd="0" destOrd="0" presId="urn:microsoft.com/office/officeart/2005/8/layout/hProcess11"/>
    <dgm:cxn modelId="{4C66F422-0FBD-4B3D-B91E-ECCE43DB3BA2}" srcId="{B20FAEA1-A760-4193-97FF-8D8EA442423B}" destId="{DC546510-2B90-4EEE-A53B-4A877F435CD1}" srcOrd="3" destOrd="0" parTransId="{93CD4A7F-432E-4F00-B4C2-A9B3FC85D7BA}" sibTransId="{2E809A3B-B26F-4281-ACE7-D4D35C9CDF4B}"/>
    <dgm:cxn modelId="{DC648A52-7E30-4C9F-9CB1-2567D504E628}" type="presOf" srcId="{AF362587-3CBA-4885-AA36-CC03F948227A}" destId="{C7B3A468-2B65-4CDD-831A-574EDF09C126}" srcOrd="0" destOrd="0" presId="urn:microsoft.com/office/officeart/2005/8/layout/hProcess11"/>
    <dgm:cxn modelId="{96855785-FE83-4D51-9F4A-36AD26C5E9D6}" srcId="{B20FAEA1-A760-4193-97FF-8D8EA442423B}" destId="{1B5EE5FC-1937-400B-AAFB-B3B146B8EF34}" srcOrd="1" destOrd="0" parTransId="{4B897B4A-DA03-4B4D-8BE7-46A19DB4C827}" sibTransId="{8966845F-9972-49A3-B073-CA025A839220}"/>
    <dgm:cxn modelId="{9BE81A73-F0AE-4D22-AE71-67B5365192F4}" srcId="{B20FAEA1-A760-4193-97FF-8D8EA442423B}" destId="{2444000B-EB67-448A-BBD0-98E03AA389DB}" srcOrd="0" destOrd="0" parTransId="{E9D1A61C-84D5-45C0-ACC4-DB2A8C1D9F72}" sibTransId="{BFA66820-83B0-4BA4-A263-9F6E4BDEDF50}"/>
    <dgm:cxn modelId="{63ED9B91-14E6-4CEF-9D06-299673165CA0}" type="presOf" srcId="{5CAC6D20-05A2-4847-A20F-91FE6C97E275}" destId="{6B9CEDC6-57AE-4784-9C0D-D2AABAF385FB}" srcOrd="0" destOrd="0" presId="urn:microsoft.com/office/officeart/2005/8/layout/hProcess11"/>
    <dgm:cxn modelId="{E1914437-6AF1-4D4A-AB4A-CF7D414AACEC}" type="presOf" srcId="{2444000B-EB67-448A-BBD0-98E03AA389DB}" destId="{F3178F5B-A01C-49B8-82C4-64C54C11F987}" srcOrd="0" destOrd="0" presId="urn:microsoft.com/office/officeart/2005/8/layout/hProcess11"/>
    <dgm:cxn modelId="{FC7995BE-DFBA-45D2-94B3-72D92380007D}" type="presOf" srcId="{767A759E-09BF-439A-B9FF-A33443C13579}" destId="{10AF6750-2A5E-4B65-80AF-A10323717183}" srcOrd="0" destOrd="0" presId="urn:microsoft.com/office/officeart/2005/8/layout/hProcess11"/>
    <dgm:cxn modelId="{A88B0437-6073-4D1A-9672-23E08E2B0912}" type="presParOf" srcId="{D95FF390-8657-4D02-A549-4F456866AE95}" destId="{21EAAB69-2A3F-46E4-926A-8E86EB2C74C2}" srcOrd="0" destOrd="0" presId="urn:microsoft.com/office/officeart/2005/8/layout/hProcess11"/>
    <dgm:cxn modelId="{39427548-B79C-4F73-BDC0-28D35BEA35D2}" type="presParOf" srcId="{D95FF390-8657-4D02-A549-4F456866AE95}" destId="{40952BCA-5BFE-4132-9457-FA51FBA14827}" srcOrd="1" destOrd="0" presId="urn:microsoft.com/office/officeart/2005/8/layout/hProcess11"/>
    <dgm:cxn modelId="{6C088B00-6EDD-43DD-862F-206A90EFC515}" type="presParOf" srcId="{40952BCA-5BFE-4132-9457-FA51FBA14827}" destId="{E8E3A1C4-0E26-4B78-A468-263C9A32FC30}" srcOrd="0" destOrd="0" presId="urn:microsoft.com/office/officeart/2005/8/layout/hProcess11"/>
    <dgm:cxn modelId="{4BBFA0FE-B7C4-4CBF-A554-5B33E8B6C835}" type="presParOf" srcId="{E8E3A1C4-0E26-4B78-A468-263C9A32FC30}" destId="{F3178F5B-A01C-49B8-82C4-64C54C11F987}" srcOrd="0" destOrd="0" presId="urn:microsoft.com/office/officeart/2005/8/layout/hProcess11"/>
    <dgm:cxn modelId="{250CB650-46FE-42EA-8BE5-D706C26288A5}" type="presParOf" srcId="{E8E3A1C4-0E26-4B78-A468-263C9A32FC30}" destId="{FAE3A4A9-76EE-49AA-971B-0D301ADD60F3}" srcOrd="1" destOrd="0" presId="urn:microsoft.com/office/officeart/2005/8/layout/hProcess11"/>
    <dgm:cxn modelId="{0DF1F6C0-4215-4040-8CE2-7E17390DC519}" type="presParOf" srcId="{E8E3A1C4-0E26-4B78-A468-263C9A32FC30}" destId="{5629D83F-B5E1-4EA9-B6D6-7257822F9C98}" srcOrd="2" destOrd="0" presId="urn:microsoft.com/office/officeart/2005/8/layout/hProcess11"/>
    <dgm:cxn modelId="{25843323-344F-46F0-91A6-34EFB4748A42}" type="presParOf" srcId="{40952BCA-5BFE-4132-9457-FA51FBA14827}" destId="{12D5BED1-0E2B-4FB4-B0DF-8D4148CEC6AA}" srcOrd="1" destOrd="0" presId="urn:microsoft.com/office/officeart/2005/8/layout/hProcess11"/>
    <dgm:cxn modelId="{D22ADF55-67E0-4C9E-BA1E-3B40453E4D4C}" type="presParOf" srcId="{40952BCA-5BFE-4132-9457-FA51FBA14827}" destId="{CE1F5109-6931-4805-92FA-BE461BE76B98}" srcOrd="2" destOrd="0" presId="urn:microsoft.com/office/officeart/2005/8/layout/hProcess11"/>
    <dgm:cxn modelId="{DA4E51CE-2722-4778-A62C-BD6F316FC35A}" type="presParOf" srcId="{CE1F5109-6931-4805-92FA-BE461BE76B98}" destId="{0CF29B17-7C66-473A-AAB9-37E6559EE41A}" srcOrd="0" destOrd="0" presId="urn:microsoft.com/office/officeart/2005/8/layout/hProcess11"/>
    <dgm:cxn modelId="{9625E90E-8B37-494E-8B51-DC3ADF24B803}" type="presParOf" srcId="{CE1F5109-6931-4805-92FA-BE461BE76B98}" destId="{BDCA913E-51E0-42DF-A53A-8BEB34B65142}" srcOrd="1" destOrd="0" presId="urn:microsoft.com/office/officeart/2005/8/layout/hProcess11"/>
    <dgm:cxn modelId="{D6AACFDB-A74E-4BF6-A6D7-5AC4276F5086}" type="presParOf" srcId="{CE1F5109-6931-4805-92FA-BE461BE76B98}" destId="{C77CD123-B4AD-439E-B403-D0166CC94A51}" srcOrd="2" destOrd="0" presId="urn:microsoft.com/office/officeart/2005/8/layout/hProcess11"/>
    <dgm:cxn modelId="{916984B3-D37B-4D9E-B512-9A90E1F332BF}" type="presParOf" srcId="{40952BCA-5BFE-4132-9457-FA51FBA14827}" destId="{DCF95703-7DD8-4460-BB48-535888589ADC}" srcOrd="3" destOrd="0" presId="urn:microsoft.com/office/officeart/2005/8/layout/hProcess11"/>
    <dgm:cxn modelId="{2D6563B4-9F56-4E93-8BF2-1FA204C60017}" type="presParOf" srcId="{40952BCA-5BFE-4132-9457-FA51FBA14827}" destId="{F65F4171-7156-4D50-BA03-4969AE55AC5F}" srcOrd="4" destOrd="0" presId="urn:microsoft.com/office/officeart/2005/8/layout/hProcess11"/>
    <dgm:cxn modelId="{7D461C57-4D32-4324-B324-2E79BC31158D}" type="presParOf" srcId="{F65F4171-7156-4D50-BA03-4969AE55AC5F}" destId="{C7B3A468-2B65-4CDD-831A-574EDF09C126}" srcOrd="0" destOrd="0" presId="urn:microsoft.com/office/officeart/2005/8/layout/hProcess11"/>
    <dgm:cxn modelId="{90DA6438-FE94-4864-8B76-93916E95B4CE}" type="presParOf" srcId="{F65F4171-7156-4D50-BA03-4969AE55AC5F}" destId="{9CCA84A8-3EF4-458F-A32B-C031A01DDD4C}" srcOrd="1" destOrd="0" presId="urn:microsoft.com/office/officeart/2005/8/layout/hProcess11"/>
    <dgm:cxn modelId="{E9FD8181-0F6C-439D-8BE3-6574493419A4}" type="presParOf" srcId="{F65F4171-7156-4D50-BA03-4969AE55AC5F}" destId="{5FFBBE38-78D9-46C8-B160-BADD1F9A8313}" srcOrd="2" destOrd="0" presId="urn:microsoft.com/office/officeart/2005/8/layout/hProcess11"/>
    <dgm:cxn modelId="{D759442D-7C98-4EAF-9F22-7BAFC813BC3A}" type="presParOf" srcId="{40952BCA-5BFE-4132-9457-FA51FBA14827}" destId="{28B02564-6A3F-496C-B505-07E1894B9E35}" srcOrd="5" destOrd="0" presId="urn:microsoft.com/office/officeart/2005/8/layout/hProcess11"/>
    <dgm:cxn modelId="{48CC2DF0-9388-44F2-B40D-1C62505155E9}" type="presParOf" srcId="{40952BCA-5BFE-4132-9457-FA51FBA14827}" destId="{AC5A64AB-533A-41D6-B6F5-0BDCE3F84E8D}" srcOrd="6" destOrd="0" presId="urn:microsoft.com/office/officeart/2005/8/layout/hProcess11"/>
    <dgm:cxn modelId="{9E9B64A1-8C3C-470F-9DB2-6B1F7168E87B}" type="presParOf" srcId="{AC5A64AB-533A-41D6-B6F5-0BDCE3F84E8D}" destId="{A1F619FC-8AC6-4756-BF7D-57AC0BDC788D}" srcOrd="0" destOrd="0" presId="urn:microsoft.com/office/officeart/2005/8/layout/hProcess11"/>
    <dgm:cxn modelId="{3BDB46E1-A220-4557-A7E3-0D35D24032A7}" type="presParOf" srcId="{AC5A64AB-533A-41D6-B6F5-0BDCE3F84E8D}" destId="{A59B080D-3918-4562-ADA4-3F0141176007}" srcOrd="1" destOrd="0" presId="urn:microsoft.com/office/officeart/2005/8/layout/hProcess11"/>
    <dgm:cxn modelId="{7622D887-1A48-4CA1-BE18-6C0B38BB3E89}" type="presParOf" srcId="{AC5A64AB-533A-41D6-B6F5-0BDCE3F84E8D}" destId="{840C37E1-649E-46C9-B769-C500EEFAA4EC}" srcOrd="2" destOrd="0" presId="urn:microsoft.com/office/officeart/2005/8/layout/hProcess11"/>
    <dgm:cxn modelId="{56E6A801-975F-424D-8C6A-E3C2E666F2C4}" type="presParOf" srcId="{40952BCA-5BFE-4132-9457-FA51FBA14827}" destId="{C4B62A53-76A2-4A0C-8D58-227ED33F2DB1}" srcOrd="7" destOrd="0" presId="urn:microsoft.com/office/officeart/2005/8/layout/hProcess11"/>
    <dgm:cxn modelId="{896338E6-0917-400A-A674-7FF654BEE10A}" type="presParOf" srcId="{40952BCA-5BFE-4132-9457-FA51FBA14827}" destId="{EF949EC4-38BA-42B5-8ABE-97D0503B3E37}" srcOrd="8" destOrd="0" presId="urn:microsoft.com/office/officeart/2005/8/layout/hProcess11"/>
    <dgm:cxn modelId="{798311A5-BDCA-4B1A-9EF0-EC0E75A3A342}" type="presParOf" srcId="{EF949EC4-38BA-42B5-8ABE-97D0503B3E37}" destId="{AEB36632-E8B4-4602-B29D-3CE19F27029F}" srcOrd="0" destOrd="0" presId="urn:microsoft.com/office/officeart/2005/8/layout/hProcess11"/>
    <dgm:cxn modelId="{28CD76DC-9C57-468E-9966-3E6EB7D36A7D}" type="presParOf" srcId="{EF949EC4-38BA-42B5-8ABE-97D0503B3E37}" destId="{8E2384AF-E639-4FA7-A29A-60AFD31E6612}" srcOrd="1" destOrd="0" presId="urn:microsoft.com/office/officeart/2005/8/layout/hProcess11"/>
    <dgm:cxn modelId="{6DA78447-0CD6-4091-9AFF-AE7CAF88766E}" type="presParOf" srcId="{EF949EC4-38BA-42B5-8ABE-97D0503B3E37}" destId="{974D8D90-24F1-4859-BB6E-CC982D6D5975}" srcOrd="2" destOrd="0" presId="urn:microsoft.com/office/officeart/2005/8/layout/hProcess11"/>
    <dgm:cxn modelId="{4EE0005E-AF60-4C57-B9EB-BBF2C44B634D}" type="presParOf" srcId="{40952BCA-5BFE-4132-9457-FA51FBA14827}" destId="{86CAA4F1-610E-48D4-8FB1-A97072C8DCA1}" srcOrd="9" destOrd="0" presId="urn:microsoft.com/office/officeart/2005/8/layout/hProcess11"/>
    <dgm:cxn modelId="{D3E4DE82-5960-4F72-809D-14164BC0D61B}" type="presParOf" srcId="{40952BCA-5BFE-4132-9457-FA51FBA14827}" destId="{3B8FF418-CAF8-40E1-AFB8-B4414891B1A2}" srcOrd="10" destOrd="0" presId="urn:microsoft.com/office/officeart/2005/8/layout/hProcess11"/>
    <dgm:cxn modelId="{982F71A5-73D6-45EF-8C68-D35BCBFCB7DE}" type="presParOf" srcId="{3B8FF418-CAF8-40E1-AFB8-B4414891B1A2}" destId="{10AF6750-2A5E-4B65-80AF-A10323717183}" srcOrd="0" destOrd="0" presId="urn:microsoft.com/office/officeart/2005/8/layout/hProcess11"/>
    <dgm:cxn modelId="{B77E7986-75EC-49EB-BBC1-7FD2D03A90D5}" type="presParOf" srcId="{3B8FF418-CAF8-40E1-AFB8-B4414891B1A2}" destId="{B0A9592E-477E-48CC-BDBB-14196F3BCF5D}" srcOrd="1" destOrd="0" presId="urn:microsoft.com/office/officeart/2005/8/layout/hProcess11"/>
    <dgm:cxn modelId="{4C81B7F5-E603-48DA-9A58-CC5A2BF5DFCF}" type="presParOf" srcId="{3B8FF418-CAF8-40E1-AFB8-B4414891B1A2}" destId="{95B1A21D-55AC-4C63-A6AF-A0C91C06FFBD}" srcOrd="2" destOrd="0" presId="urn:microsoft.com/office/officeart/2005/8/layout/hProcess11"/>
    <dgm:cxn modelId="{929A4F32-3B2F-4A74-88C3-6E059B6BD71F}" type="presParOf" srcId="{40952BCA-5BFE-4132-9457-FA51FBA14827}" destId="{1510AC66-2EC9-4C2E-9628-D32EA1DDBD25}" srcOrd="11" destOrd="0" presId="urn:microsoft.com/office/officeart/2005/8/layout/hProcess11"/>
    <dgm:cxn modelId="{C1CD804F-5635-46A8-84E1-BB21904E6813}" type="presParOf" srcId="{40952BCA-5BFE-4132-9457-FA51FBA14827}" destId="{CC68968F-77EA-4836-BDFB-7A459C36AC4C}" srcOrd="12" destOrd="0" presId="urn:microsoft.com/office/officeart/2005/8/layout/hProcess11"/>
    <dgm:cxn modelId="{9DF6553A-15EF-4311-A127-8264F800EE0A}" type="presParOf" srcId="{CC68968F-77EA-4836-BDFB-7A459C36AC4C}" destId="{6B9CEDC6-57AE-4784-9C0D-D2AABAF385FB}" srcOrd="0" destOrd="0" presId="urn:microsoft.com/office/officeart/2005/8/layout/hProcess11"/>
    <dgm:cxn modelId="{69F5A4E4-B7DC-492D-AB4D-EC8AC4C74182}" type="presParOf" srcId="{CC68968F-77EA-4836-BDFB-7A459C36AC4C}" destId="{C04569B9-6F83-4A3C-A998-06AE87F0632D}" srcOrd="1" destOrd="0" presId="urn:microsoft.com/office/officeart/2005/8/layout/hProcess11"/>
    <dgm:cxn modelId="{2B5E5683-3BA2-4968-9EF6-09CAAF34B6D6}" type="presParOf" srcId="{CC68968F-77EA-4836-BDFB-7A459C36AC4C}" destId="{111C2A9D-3A78-43A1-B4F6-23122C9EF37A}" srcOrd="2" destOrd="0" presId="urn:microsoft.com/office/officeart/2005/8/layout/hProcess11"/>
    <dgm:cxn modelId="{5BFCEB73-C02A-4176-830B-368CE153A63A}" type="presParOf" srcId="{40952BCA-5BFE-4132-9457-FA51FBA14827}" destId="{04296202-B925-4B68-B933-F0254406FB36}" srcOrd="13" destOrd="0" presId="urn:microsoft.com/office/officeart/2005/8/layout/hProcess11"/>
    <dgm:cxn modelId="{C1E14737-9EF4-4B48-BF84-6EC69F5071ED}" type="presParOf" srcId="{40952BCA-5BFE-4132-9457-FA51FBA14827}" destId="{C98EB067-B1C3-4E77-81D4-B2E11C07B199}" srcOrd="14" destOrd="0" presId="urn:microsoft.com/office/officeart/2005/8/layout/hProcess11"/>
    <dgm:cxn modelId="{BC07FB34-EB52-49C4-91F3-6208535D3964}" type="presParOf" srcId="{C98EB067-B1C3-4E77-81D4-B2E11C07B199}" destId="{30C40E04-9C38-47CA-979A-77CA454A8628}" srcOrd="0" destOrd="0" presId="urn:microsoft.com/office/officeart/2005/8/layout/hProcess11"/>
    <dgm:cxn modelId="{4D6386C3-22EE-4A27-8B04-2DC6254C8254}" type="presParOf" srcId="{C98EB067-B1C3-4E77-81D4-B2E11C07B199}" destId="{7C8B9AC5-5558-4A7D-9399-F167BB540083}" srcOrd="1" destOrd="0" presId="urn:microsoft.com/office/officeart/2005/8/layout/hProcess11"/>
    <dgm:cxn modelId="{DEC765E5-C016-40FD-A2B8-B91724A978E9}" type="presParOf" srcId="{C98EB067-B1C3-4E77-81D4-B2E11C07B199}" destId="{A29012F1-AEFE-404C-BAB9-D17AB139A16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08D581-15A1-42D1-9828-27DC75524F5B}">
      <dsp:nvSpPr>
        <dsp:cNvPr id="0" name=""/>
        <dsp:cNvSpPr/>
      </dsp:nvSpPr>
      <dsp:spPr>
        <a:xfrm rot="5400000">
          <a:off x="-35951" y="113870"/>
          <a:ext cx="735007" cy="514505"/>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pt-BR" sz="900" kern="1200" smtClean="0"/>
            <a:t>Abrir </a:t>
          </a:r>
          <a:r>
            <a:rPr lang="pt-BR" sz="900" kern="1200" dirty="0" smtClean="0"/>
            <a:t>Problema</a:t>
          </a:r>
          <a:endParaRPr lang="pt-BR" sz="900" kern="1200" dirty="0"/>
        </a:p>
      </dsp:txBody>
      <dsp:txXfrm rot="-5400000">
        <a:off x="74301" y="260872"/>
        <a:ext cx="514505" cy="220502"/>
      </dsp:txXfrm>
    </dsp:sp>
    <dsp:sp modelId="{D42D2D58-2C55-4554-8F85-03E02449ACDD}">
      <dsp:nvSpPr>
        <dsp:cNvPr id="0" name=""/>
        <dsp:cNvSpPr/>
      </dsp:nvSpPr>
      <dsp:spPr>
        <a:xfrm rot="5400000">
          <a:off x="1603777" y="-941262"/>
          <a:ext cx="478006" cy="2405675"/>
        </a:xfrm>
        <a:prstGeom prst="round2Same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pt-BR" sz="800" kern="1200" baseline="0" dirty="0" smtClean="0">
              <a:latin typeface="Arial" pitchFamily="34" charset="0"/>
            </a:rPr>
            <a:t>Processo inicial da gestão de problemas. A abertura será feita na reunião de Bom Dia TD.</a:t>
          </a:r>
          <a:endParaRPr lang="pt-BR" sz="800" kern="1200" baseline="0" dirty="0">
            <a:latin typeface="Arial" pitchFamily="34" charset="0"/>
          </a:endParaRPr>
        </a:p>
      </dsp:txBody>
      <dsp:txXfrm rot="-5400000">
        <a:off x="639943" y="45906"/>
        <a:ext cx="2382341" cy="431338"/>
      </dsp:txXfrm>
    </dsp:sp>
    <dsp:sp modelId="{F041F226-74F2-44AF-B813-905083E8EE4C}">
      <dsp:nvSpPr>
        <dsp:cNvPr id="0" name=""/>
        <dsp:cNvSpPr/>
      </dsp:nvSpPr>
      <dsp:spPr>
        <a:xfrm rot="5400000">
          <a:off x="-35951" y="747621"/>
          <a:ext cx="735007" cy="514505"/>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endParaRPr lang="pt-BR" sz="900" kern="1200" dirty="0" smtClean="0"/>
        </a:p>
        <a:p>
          <a:pPr lvl="0" algn="ctr" defTabSz="400050">
            <a:lnSpc>
              <a:spcPct val="90000"/>
            </a:lnSpc>
            <a:spcBef>
              <a:spcPct val="0"/>
            </a:spcBef>
            <a:spcAft>
              <a:spcPct val="35000"/>
            </a:spcAft>
          </a:pPr>
          <a:r>
            <a:rPr lang="pt-BR" sz="900" kern="1200" dirty="0" smtClean="0"/>
            <a:t>Identificar a causa raiz</a:t>
          </a:r>
          <a:endParaRPr lang="pt-BR" sz="900" kern="1200" dirty="0"/>
        </a:p>
      </dsp:txBody>
      <dsp:txXfrm rot="-5400000">
        <a:off x="74301" y="894623"/>
        <a:ext cx="514505" cy="220502"/>
      </dsp:txXfrm>
    </dsp:sp>
    <dsp:sp modelId="{ACF4EEF8-59D9-4774-9C24-3BF37AACC103}">
      <dsp:nvSpPr>
        <dsp:cNvPr id="0" name=""/>
        <dsp:cNvSpPr/>
      </dsp:nvSpPr>
      <dsp:spPr>
        <a:xfrm rot="5400000">
          <a:off x="1612573" y="-368957"/>
          <a:ext cx="468209" cy="2413444"/>
        </a:xfrm>
        <a:prstGeom prst="round2Same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pt-BR" sz="800" kern="1200" baseline="0" dirty="0" smtClean="0">
              <a:latin typeface="Arial" pitchFamily="34" charset="0"/>
            </a:rPr>
            <a:t>As equipes técnicas investigam no detalhe o motivo da ocorrência.</a:t>
          </a:r>
          <a:endParaRPr lang="pt-BR" sz="800" kern="1200" baseline="0" dirty="0">
            <a:latin typeface="Arial" pitchFamily="34" charset="0"/>
          </a:endParaRPr>
        </a:p>
      </dsp:txBody>
      <dsp:txXfrm rot="-5400000">
        <a:off x="639956" y="626516"/>
        <a:ext cx="2390588" cy="422497"/>
      </dsp:txXfrm>
    </dsp:sp>
    <dsp:sp modelId="{21F9FF5C-64B5-4D05-9400-DCCE5FE07E8E}">
      <dsp:nvSpPr>
        <dsp:cNvPr id="0" name=""/>
        <dsp:cNvSpPr/>
      </dsp:nvSpPr>
      <dsp:spPr>
        <a:xfrm rot="5400000">
          <a:off x="-35951" y="1381373"/>
          <a:ext cx="735007" cy="514505"/>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pt-BR" sz="900" kern="1200" dirty="0" smtClean="0"/>
            <a:t>Planejar as ações</a:t>
          </a:r>
          <a:endParaRPr lang="pt-BR" sz="900" kern="1200" dirty="0"/>
        </a:p>
      </dsp:txBody>
      <dsp:txXfrm rot="-5400000">
        <a:off x="74301" y="1528375"/>
        <a:ext cx="514505" cy="220502"/>
      </dsp:txXfrm>
    </dsp:sp>
    <dsp:sp modelId="{5DA9FA2A-CCFC-47AA-B81E-B832166FB0C0}">
      <dsp:nvSpPr>
        <dsp:cNvPr id="0" name=""/>
        <dsp:cNvSpPr/>
      </dsp:nvSpPr>
      <dsp:spPr>
        <a:xfrm rot="5400000">
          <a:off x="1615405" y="295672"/>
          <a:ext cx="477755" cy="2428654"/>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pt-BR" sz="800" kern="1200" baseline="0" dirty="0" smtClean="0">
              <a:latin typeface="Arial" pitchFamily="34" charset="0"/>
            </a:rPr>
            <a:t>Uma vez descoberta a causa raiz, as equipes técnicas fazem o planejamento das ações necessárias para correção.</a:t>
          </a:r>
          <a:endParaRPr lang="pt-BR" sz="800" kern="1200" baseline="0" dirty="0">
            <a:latin typeface="Arial" pitchFamily="34" charset="0"/>
          </a:endParaRPr>
        </a:p>
      </dsp:txBody>
      <dsp:txXfrm rot="-5400000">
        <a:off x="639956" y="1294443"/>
        <a:ext cx="2405332" cy="431111"/>
      </dsp:txXfrm>
    </dsp:sp>
    <dsp:sp modelId="{5E0C8B21-6A24-4157-AD84-C29EB307098F}">
      <dsp:nvSpPr>
        <dsp:cNvPr id="0" name=""/>
        <dsp:cNvSpPr/>
      </dsp:nvSpPr>
      <dsp:spPr>
        <a:xfrm rot="5400000">
          <a:off x="-35951" y="2015124"/>
          <a:ext cx="735007" cy="514505"/>
        </a:xfrm>
        <a:prstGeom prst="chevron">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pt-BR" sz="900" kern="1200" dirty="0" smtClean="0"/>
            <a:t>Implantar a solução</a:t>
          </a:r>
        </a:p>
      </dsp:txBody>
      <dsp:txXfrm rot="-5400000">
        <a:off x="74301" y="2162126"/>
        <a:ext cx="514505" cy="220502"/>
      </dsp:txXfrm>
    </dsp:sp>
    <dsp:sp modelId="{F8EF0C21-55FA-41C2-8B95-A8DE6FC1A1E9}">
      <dsp:nvSpPr>
        <dsp:cNvPr id="0" name=""/>
        <dsp:cNvSpPr/>
      </dsp:nvSpPr>
      <dsp:spPr>
        <a:xfrm rot="5400000">
          <a:off x="1615405" y="929423"/>
          <a:ext cx="477755" cy="2428654"/>
        </a:xfrm>
        <a:prstGeom prst="round2Same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pt-BR" sz="800" kern="1200" baseline="0" dirty="0" smtClean="0">
              <a:latin typeface="Arial" pitchFamily="34" charset="0"/>
            </a:rPr>
            <a:t>Neste momento é implantado o plano de ação definido na etapa anterior.</a:t>
          </a:r>
          <a:endParaRPr lang="pt-BR" sz="800" kern="1200" baseline="0" dirty="0">
            <a:latin typeface="Arial" pitchFamily="34" charset="0"/>
          </a:endParaRPr>
        </a:p>
      </dsp:txBody>
      <dsp:txXfrm rot="-5400000">
        <a:off x="639956" y="1928194"/>
        <a:ext cx="2405332" cy="431111"/>
      </dsp:txXfrm>
    </dsp:sp>
    <dsp:sp modelId="{1D18A88D-222E-4657-8EFB-1A4B6D8186F9}">
      <dsp:nvSpPr>
        <dsp:cNvPr id="0" name=""/>
        <dsp:cNvSpPr/>
      </dsp:nvSpPr>
      <dsp:spPr>
        <a:xfrm rot="5400000">
          <a:off x="-35951" y="2648875"/>
          <a:ext cx="735007" cy="514505"/>
        </a:xfrm>
        <a:prstGeom prst="chevron">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pt-BR" sz="900" kern="1200" dirty="0" smtClean="0"/>
            <a:t>Monitorar</a:t>
          </a:r>
          <a:r>
            <a:rPr lang="pt-BR" sz="700" kern="1200" dirty="0" smtClean="0"/>
            <a:t> </a:t>
          </a:r>
          <a:endParaRPr lang="pt-BR" sz="700" kern="1200" dirty="0"/>
        </a:p>
      </dsp:txBody>
      <dsp:txXfrm rot="-5400000">
        <a:off x="74301" y="2795877"/>
        <a:ext cx="514505" cy="220502"/>
      </dsp:txXfrm>
    </dsp:sp>
    <dsp:sp modelId="{E66AD65D-5594-4FF6-9959-EB25AECEBA70}">
      <dsp:nvSpPr>
        <dsp:cNvPr id="0" name=""/>
        <dsp:cNvSpPr/>
      </dsp:nvSpPr>
      <dsp:spPr>
        <a:xfrm rot="5400000">
          <a:off x="1615405" y="1555024"/>
          <a:ext cx="477755" cy="2428654"/>
        </a:xfrm>
        <a:prstGeom prst="round2SameRect">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pt-BR" sz="800" kern="1200" baseline="0" dirty="0" smtClean="0">
              <a:latin typeface="Arial" pitchFamily="34" charset="0"/>
            </a:rPr>
            <a:t>Depois de implantada a solução, é feito um monitoramento por um período pré-determinado para verificar se o problema voltará a ocorrer.</a:t>
          </a:r>
          <a:endParaRPr lang="pt-BR" sz="800" kern="1200" baseline="0" dirty="0">
            <a:latin typeface="Arial" pitchFamily="34" charset="0"/>
          </a:endParaRPr>
        </a:p>
      </dsp:txBody>
      <dsp:txXfrm rot="-5400000">
        <a:off x="639956" y="2553795"/>
        <a:ext cx="2405332" cy="431111"/>
      </dsp:txXfrm>
    </dsp:sp>
    <dsp:sp modelId="{F87CAB33-6D36-422C-AE35-360B05E87779}">
      <dsp:nvSpPr>
        <dsp:cNvPr id="0" name=""/>
        <dsp:cNvSpPr/>
      </dsp:nvSpPr>
      <dsp:spPr>
        <a:xfrm rot="5400000">
          <a:off x="-35951" y="3282627"/>
          <a:ext cx="735007" cy="514505"/>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pt-BR" sz="900" kern="1200" dirty="0" smtClean="0"/>
            <a:t>Encerrar o problema</a:t>
          </a:r>
          <a:endParaRPr lang="pt-BR" sz="900" kern="1200" dirty="0"/>
        </a:p>
      </dsp:txBody>
      <dsp:txXfrm rot="-5400000">
        <a:off x="74301" y="3429629"/>
        <a:ext cx="514505" cy="220502"/>
      </dsp:txXfrm>
    </dsp:sp>
    <dsp:sp modelId="{0D60350D-66B9-455E-8E34-C5D591D6CD2E}">
      <dsp:nvSpPr>
        <dsp:cNvPr id="0" name=""/>
        <dsp:cNvSpPr/>
      </dsp:nvSpPr>
      <dsp:spPr>
        <a:xfrm rot="5400000">
          <a:off x="1615405" y="2196926"/>
          <a:ext cx="477755" cy="2428654"/>
        </a:xfrm>
        <a:prstGeom prst="round2Same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56896" tIns="5080" rIns="5080" bIns="5080" numCol="1" spcCol="1270" anchor="ctr" anchorCtr="0">
          <a:noAutofit/>
        </a:bodyPr>
        <a:lstStyle/>
        <a:p>
          <a:pPr marL="57150" lvl="1" indent="-57150" algn="l" defTabSz="355600">
            <a:lnSpc>
              <a:spcPct val="90000"/>
            </a:lnSpc>
            <a:spcBef>
              <a:spcPct val="0"/>
            </a:spcBef>
            <a:spcAft>
              <a:spcPct val="15000"/>
            </a:spcAft>
            <a:buChar char="••"/>
          </a:pPr>
          <a:r>
            <a:rPr lang="pt-BR" sz="800" kern="1200" baseline="0" dirty="0" smtClean="0">
              <a:latin typeface="Arial" pitchFamily="34" charset="0"/>
            </a:rPr>
            <a:t>Passado o período de avaliação de uma eventual recorrência,  caso não seja observada nenhuma anomalia o problema será encerrado.</a:t>
          </a:r>
          <a:endParaRPr lang="pt-BR" sz="800" kern="1200" baseline="0" dirty="0">
            <a:latin typeface="Arial" pitchFamily="34" charset="0"/>
          </a:endParaRPr>
        </a:p>
      </dsp:txBody>
      <dsp:txXfrm rot="-5400000">
        <a:off x="639956" y="3195697"/>
        <a:ext cx="2405332" cy="4311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AAB69-2A3F-46E4-926A-8E86EB2C74C2}">
      <dsp:nvSpPr>
        <dsp:cNvPr id="0" name=""/>
        <dsp:cNvSpPr/>
      </dsp:nvSpPr>
      <dsp:spPr>
        <a:xfrm>
          <a:off x="0" y="582478"/>
          <a:ext cx="8921475" cy="776637"/>
        </a:xfrm>
        <a:prstGeom prst="notchedRightArrow">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F3178F5B-A01C-49B8-82C4-64C54C11F987}">
      <dsp:nvSpPr>
        <dsp:cNvPr id="0" name=""/>
        <dsp:cNvSpPr/>
      </dsp:nvSpPr>
      <dsp:spPr>
        <a:xfrm>
          <a:off x="2269" y="0"/>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cs typeface="Arial" pitchFamily="34" charset="0"/>
            </a:rPr>
            <a:t>Fim do Incidente</a:t>
          </a:r>
          <a:endParaRPr lang="pt-BR" sz="900" b="1" kern="1200" dirty="0">
            <a:solidFill>
              <a:schemeClr val="accent1">
                <a:lumMod val="75000"/>
              </a:schemeClr>
            </a:solidFill>
            <a:latin typeface="+mj-lt"/>
            <a:cs typeface="Arial" pitchFamily="34" charset="0"/>
          </a:endParaRPr>
        </a:p>
      </dsp:txBody>
      <dsp:txXfrm>
        <a:off x="2269" y="0"/>
        <a:ext cx="940936" cy="776637"/>
      </dsp:txXfrm>
    </dsp:sp>
    <dsp:sp modelId="{FAE3A4A9-76EE-49AA-971B-0D301ADD60F3}">
      <dsp:nvSpPr>
        <dsp:cNvPr id="0" name=""/>
        <dsp:cNvSpPr/>
      </dsp:nvSpPr>
      <dsp:spPr>
        <a:xfrm>
          <a:off x="375657"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F29B17-7C66-473A-AAB9-37E6559EE41A}">
      <dsp:nvSpPr>
        <dsp:cNvPr id="0" name=""/>
        <dsp:cNvSpPr/>
      </dsp:nvSpPr>
      <dsp:spPr>
        <a:xfrm>
          <a:off x="990252"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cs typeface="Arial" pitchFamily="34" charset="0"/>
            </a:rPr>
            <a:t>Bom Dia TD</a:t>
          </a:r>
          <a:endParaRPr lang="pt-BR" sz="900" b="1" kern="1200" dirty="0">
            <a:solidFill>
              <a:schemeClr val="accent1">
                <a:lumMod val="75000"/>
              </a:schemeClr>
            </a:solidFill>
            <a:latin typeface="+mj-lt"/>
            <a:cs typeface="Arial" pitchFamily="34" charset="0"/>
          </a:endParaRPr>
        </a:p>
      </dsp:txBody>
      <dsp:txXfrm>
        <a:off x="990252" y="1164956"/>
        <a:ext cx="940936" cy="776637"/>
      </dsp:txXfrm>
    </dsp:sp>
    <dsp:sp modelId="{BDCA913E-51E0-42DF-A53A-8BEB34B65142}">
      <dsp:nvSpPr>
        <dsp:cNvPr id="0" name=""/>
        <dsp:cNvSpPr/>
      </dsp:nvSpPr>
      <dsp:spPr>
        <a:xfrm>
          <a:off x="1363641"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7B3A468-2B65-4CDD-831A-574EDF09C126}">
      <dsp:nvSpPr>
        <dsp:cNvPr id="0" name=""/>
        <dsp:cNvSpPr/>
      </dsp:nvSpPr>
      <dsp:spPr>
        <a:xfrm>
          <a:off x="1978236" y="0"/>
          <a:ext cx="1108903"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cs typeface="Arial" pitchFamily="34" charset="0"/>
            </a:rPr>
            <a:t>Abertura do problema</a:t>
          </a:r>
          <a:endParaRPr lang="pt-BR" sz="900" b="1" kern="1200" dirty="0">
            <a:solidFill>
              <a:schemeClr val="accent1">
                <a:lumMod val="75000"/>
              </a:schemeClr>
            </a:solidFill>
            <a:latin typeface="+mj-lt"/>
            <a:cs typeface="Arial" pitchFamily="34" charset="0"/>
          </a:endParaRPr>
        </a:p>
      </dsp:txBody>
      <dsp:txXfrm>
        <a:off x="1978236" y="0"/>
        <a:ext cx="1108903" cy="776637"/>
      </dsp:txXfrm>
    </dsp:sp>
    <dsp:sp modelId="{9CCA84A8-3EF4-458F-A32B-C031A01DDD4C}">
      <dsp:nvSpPr>
        <dsp:cNvPr id="0" name=""/>
        <dsp:cNvSpPr/>
      </dsp:nvSpPr>
      <dsp:spPr>
        <a:xfrm>
          <a:off x="2435608"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1F619FC-8AC6-4756-BF7D-57AC0BDC788D}">
      <dsp:nvSpPr>
        <dsp:cNvPr id="0" name=""/>
        <dsp:cNvSpPr/>
      </dsp:nvSpPr>
      <dsp:spPr>
        <a:xfrm>
          <a:off x="3134186"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Análise de causa raiz</a:t>
          </a:r>
          <a:endParaRPr lang="pt-BR" sz="900" b="1" kern="1200" dirty="0">
            <a:solidFill>
              <a:schemeClr val="accent1">
                <a:lumMod val="75000"/>
              </a:schemeClr>
            </a:solidFill>
            <a:latin typeface="+mj-lt"/>
          </a:endParaRPr>
        </a:p>
      </dsp:txBody>
      <dsp:txXfrm>
        <a:off x="3134186" y="1164956"/>
        <a:ext cx="940936" cy="776637"/>
      </dsp:txXfrm>
    </dsp:sp>
    <dsp:sp modelId="{A59B080D-3918-4562-ADA4-3F0141176007}">
      <dsp:nvSpPr>
        <dsp:cNvPr id="0" name=""/>
        <dsp:cNvSpPr/>
      </dsp:nvSpPr>
      <dsp:spPr>
        <a:xfrm>
          <a:off x="3507575"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EB36632-E8B4-4602-B29D-3CE19F27029F}">
      <dsp:nvSpPr>
        <dsp:cNvPr id="0" name=""/>
        <dsp:cNvSpPr/>
      </dsp:nvSpPr>
      <dsp:spPr>
        <a:xfrm>
          <a:off x="4122170" y="0"/>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Planejamento</a:t>
          </a:r>
          <a:endParaRPr lang="pt-BR" sz="900" b="1" kern="1200" dirty="0">
            <a:solidFill>
              <a:schemeClr val="accent1">
                <a:lumMod val="75000"/>
              </a:schemeClr>
            </a:solidFill>
            <a:latin typeface="+mj-lt"/>
          </a:endParaRPr>
        </a:p>
      </dsp:txBody>
      <dsp:txXfrm>
        <a:off x="4122170" y="0"/>
        <a:ext cx="940936" cy="776637"/>
      </dsp:txXfrm>
    </dsp:sp>
    <dsp:sp modelId="{8E2384AF-E639-4FA7-A29A-60AFD31E6612}">
      <dsp:nvSpPr>
        <dsp:cNvPr id="0" name=""/>
        <dsp:cNvSpPr/>
      </dsp:nvSpPr>
      <dsp:spPr>
        <a:xfrm>
          <a:off x="4495559"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0AF6750-2A5E-4B65-80AF-A10323717183}">
      <dsp:nvSpPr>
        <dsp:cNvPr id="0" name=""/>
        <dsp:cNvSpPr/>
      </dsp:nvSpPr>
      <dsp:spPr>
        <a:xfrm>
          <a:off x="5110154"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Implantação</a:t>
          </a:r>
          <a:endParaRPr lang="pt-BR" sz="900" b="1" kern="1200" dirty="0">
            <a:solidFill>
              <a:schemeClr val="accent1">
                <a:lumMod val="75000"/>
              </a:schemeClr>
            </a:solidFill>
            <a:latin typeface="+mj-lt"/>
          </a:endParaRPr>
        </a:p>
      </dsp:txBody>
      <dsp:txXfrm>
        <a:off x="5110154" y="1164956"/>
        <a:ext cx="940936" cy="776637"/>
      </dsp:txXfrm>
    </dsp:sp>
    <dsp:sp modelId="{B0A9592E-477E-48CC-BDBB-14196F3BCF5D}">
      <dsp:nvSpPr>
        <dsp:cNvPr id="0" name=""/>
        <dsp:cNvSpPr/>
      </dsp:nvSpPr>
      <dsp:spPr>
        <a:xfrm>
          <a:off x="5483542"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B9CEDC6-57AE-4784-9C0D-D2AABAF385FB}">
      <dsp:nvSpPr>
        <dsp:cNvPr id="0" name=""/>
        <dsp:cNvSpPr/>
      </dsp:nvSpPr>
      <dsp:spPr>
        <a:xfrm>
          <a:off x="6098137" y="0"/>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Monitoramento</a:t>
          </a:r>
          <a:endParaRPr lang="pt-BR" sz="900" b="1" kern="1200" dirty="0">
            <a:solidFill>
              <a:schemeClr val="accent1">
                <a:lumMod val="75000"/>
              </a:schemeClr>
            </a:solidFill>
            <a:latin typeface="+mj-lt"/>
          </a:endParaRPr>
        </a:p>
      </dsp:txBody>
      <dsp:txXfrm>
        <a:off x="6098137" y="0"/>
        <a:ext cx="940936" cy="776637"/>
      </dsp:txXfrm>
    </dsp:sp>
    <dsp:sp modelId="{C04569B9-6F83-4A3C-A998-06AE87F0632D}">
      <dsp:nvSpPr>
        <dsp:cNvPr id="0" name=""/>
        <dsp:cNvSpPr/>
      </dsp:nvSpPr>
      <dsp:spPr>
        <a:xfrm>
          <a:off x="6471526"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0C40E04-9C38-47CA-979A-77CA454A8628}">
      <dsp:nvSpPr>
        <dsp:cNvPr id="0" name=""/>
        <dsp:cNvSpPr/>
      </dsp:nvSpPr>
      <dsp:spPr>
        <a:xfrm>
          <a:off x="7086121"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Encerramento</a:t>
          </a:r>
          <a:endParaRPr lang="pt-BR" sz="900" b="1" kern="1200" dirty="0">
            <a:solidFill>
              <a:schemeClr val="accent1">
                <a:lumMod val="75000"/>
              </a:schemeClr>
            </a:solidFill>
            <a:latin typeface="+mj-lt"/>
          </a:endParaRPr>
        </a:p>
      </dsp:txBody>
      <dsp:txXfrm>
        <a:off x="7086121" y="1164956"/>
        <a:ext cx="940936" cy="776637"/>
      </dsp:txXfrm>
    </dsp:sp>
    <dsp:sp modelId="{7C8B9AC5-5558-4A7D-9399-F167BB540083}">
      <dsp:nvSpPr>
        <dsp:cNvPr id="0" name=""/>
        <dsp:cNvSpPr/>
      </dsp:nvSpPr>
      <dsp:spPr>
        <a:xfrm>
          <a:off x="7459510"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AAB69-2A3F-46E4-926A-8E86EB2C74C2}">
      <dsp:nvSpPr>
        <dsp:cNvPr id="0" name=""/>
        <dsp:cNvSpPr/>
      </dsp:nvSpPr>
      <dsp:spPr>
        <a:xfrm>
          <a:off x="0" y="582478"/>
          <a:ext cx="8921475" cy="776637"/>
        </a:xfrm>
        <a:prstGeom prst="notchedRightArrow">
          <a:avLst/>
        </a:prstGeom>
        <a:gradFill rotWithShape="0">
          <a:gsLst>
            <a:gs pos="0">
              <a:schemeClr val="accent1">
                <a:tint val="40000"/>
                <a:hueOff val="0"/>
                <a:satOff val="0"/>
                <a:lumOff val="0"/>
                <a:alphaOff val="0"/>
                <a:shade val="51000"/>
                <a:satMod val="130000"/>
              </a:schemeClr>
            </a:gs>
            <a:gs pos="80000">
              <a:schemeClr val="accent1">
                <a:tint val="40000"/>
                <a:hueOff val="0"/>
                <a:satOff val="0"/>
                <a:lumOff val="0"/>
                <a:alphaOff val="0"/>
                <a:shade val="93000"/>
                <a:satMod val="130000"/>
              </a:schemeClr>
            </a:gs>
            <a:gs pos="100000">
              <a:schemeClr val="accent1">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F3178F5B-A01C-49B8-82C4-64C54C11F987}">
      <dsp:nvSpPr>
        <dsp:cNvPr id="0" name=""/>
        <dsp:cNvSpPr/>
      </dsp:nvSpPr>
      <dsp:spPr>
        <a:xfrm>
          <a:off x="2269" y="0"/>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cs typeface="Arial" pitchFamily="34" charset="0"/>
            </a:rPr>
            <a:t>Fim do Incidente</a:t>
          </a:r>
          <a:endParaRPr lang="pt-BR" sz="900" b="1" kern="1200" dirty="0">
            <a:solidFill>
              <a:schemeClr val="accent1">
                <a:lumMod val="75000"/>
              </a:schemeClr>
            </a:solidFill>
            <a:latin typeface="+mj-lt"/>
            <a:cs typeface="Arial" pitchFamily="34" charset="0"/>
          </a:endParaRPr>
        </a:p>
      </dsp:txBody>
      <dsp:txXfrm>
        <a:off x="2269" y="0"/>
        <a:ext cx="940936" cy="776637"/>
      </dsp:txXfrm>
    </dsp:sp>
    <dsp:sp modelId="{FAE3A4A9-76EE-49AA-971B-0D301ADD60F3}">
      <dsp:nvSpPr>
        <dsp:cNvPr id="0" name=""/>
        <dsp:cNvSpPr/>
      </dsp:nvSpPr>
      <dsp:spPr>
        <a:xfrm>
          <a:off x="375657"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F29B17-7C66-473A-AAB9-37E6559EE41A}">
      <dsp:nvSpPr>
        <dsp:cNvPr id="0" name=""/>
        <dsp:cNvSpPr/>
      </dsp:nvSpPr>
      <dsp:spPr>
        <a:xfrm>
          <a:off x="990252"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cs typeface="Arial" pitchFamily="34" charset="0"/>
            </a:rPr>
            <a:t>Bom Dia TD</a:t>
          </a:r>
          <a:endParaRPr lang="pt-BR" sz="900" b="1" kern="1200" dirty="0">
            <a:solidFill>
              <a:schemeClr val="accent1">
                <a:lumMod val="75000"/>
              </a:schemeClr>
            </a:solidFill>
            <a:latin typeface="+mj-lt"/>
            <a:cs typeface="Arial" pitchFamily="34" charset="0"/>
          </a:endParaRPr>
        </a:p>
      </dsp:txBody>
      <dsp:txXfrm>
        <a:off x="990252" y="1164956"/>
        <a:ext cx="940936" cy="776637"/>
      </dsp:txXfrm>
    </dsp:sp>
    <dsp:sp modelId="{BDCA913E-51E0-42DF-A53A-8BEB34B65142}">
      <dsp:nvSpPr>
        <dsp:cNvPr id="0" name=""/>
        <dsp:cNvSpPr/>
      </dsp:nvSpPr>
      <dsp:spPr>
        <a:xfrm>
          <a:off x="1363641"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C7B3A468-2B65-4CDD-831A-574EDF09C126}">
      <dsp:nvSpPr>
        <dsp:cNvPr id="0" name=""/>
        <dsp:cNvSpPr/>
      </dsp:nvSpPr>
      <dsp:spPr>
        <a:xfrm>
          <a:off x="1978236" y="0"/>
          <a:ext cx="1108903"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cs typeface="Arial" pitchFamily="34" charset="0"/>
            </a:rPr>
            <a:t>Abertura do problema</a:t>
          </a:r>
          <a:endParaRPr lang="pt-BR" sz="900" b="1" kern="1200" dirty="0">
            <a:solidFill>
              <a:schemeClr val="accent1">
                <a:lumMod val="75000"/>
              </a:schemeClr>
            </a:solidFill>
            <a:latin typeface="+mj-lt"/>
            <a:cs typeface="Arial" pitchFamily="34" charset="0"/>
          </a:endParaRPr>
        </a:p>
      </dsp:txBody>
      <dsp:txXfrm>
        <a:off x="1978236" y="0"/>
        <a:ext cx="1108903" cy="776637"/>
      </dsp:txXfrm>
    </dsp:sp>
    <dsp:sp modelId="{9CCA84A8-3EF4-458F-A32B-C031A01DDD4C}">
      <dsp:nvSpPr>
        <dsp:cNvPr id="0" name=""/>
        <dsp:cNvSpPr/>
      </dsp:nvSpPr>
      <dsp:spPr>
        <a:xfrm>
          <a:off x="2435608"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1F619FC-8AC6-4756-BF7D-57AC0BDC788D}">
      <dsp:nvSpPr>
        <dsp:cNvPr id="0" name=""/>
        <dsp:cNvSpPr/>
      </dsp:nvSpPr>
      <dsp:spPr>
        <a:xfrm>
          <a:off x="3134186"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Análise de causa raiz</a:t>
          </a:r>
          <a:endParaRPr lang="pt-BR" sz="900" b="1" kern="1200" dirty="0">
            <a:solidFill>
              <a:schemeClr val="accent1">
                <a:lumMod val="75000"/>
              </a:schemeClr>
            </a:solidFill>
            <a:latin typeface="+mj-lt"/>
          </a:endParaRPr>
        </a:p>
      </dsp:txBody>
      <dsp:txXfrm>
        <a:off x="3134186" y="1164956"/>
        <a:ext cx="940936" cy="776637"/>
      </dsp:txXfrm>
    </dsp:sp>
    <dsp:sp modelId="{A59B080D-3918-4562-ADA4-3F0141176007}">
      <dsp:nvSpPr>
        <dsp:cNvPr id="0" name=""/>
        <dsp:cNvSpPr/>
      </dsp:nvSpPr>
      <dsp:spPr>
        <a:xfrm>
          <a:off x="3507575"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EB36632-E8B4-4602-B29D-3CE19F27029F}">
      <dsp:nvSpPr>
        <dsp:cNvPr id="0" name=""/>
        <dsp:cNvSpPr/>
      </dsp:nvSpPr>
      <dsp:spPr>
        <a:xfrm>
          <a:off x="4122170" y="0"/>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Planejamento</a:t>
          </a:r>
          <a:endParaRPr lang="pt-BR" sz="900" b="1" kern="1200" dirty="0">
            <a:solidFill>
              <a:schemeClr val="accent1">
                <a:lumMod val="75000"/>
              </a:schemeClr>
            </a:solidFill>
            <a:latin typeface="+mj-lt"/>
          </a:endParaRPr>
        </a:p>
      </dsp:txBody>
      <dsp:txXfrm>
        <a:off x="4122170" y="0"/>
        <a:ext cx="940936" cy="776637"/>
      </dsp:txXfrm>
    </dsp:sp>
    <dsp:sp modelId="{8E2384AF-E639-4FA7-A29A-60AFD31E6612}">
      <dsp:nvSpPr>
        <dsp:cNvPr id="0" name=""/>
        <dsp:cNvSpPr/>
      </dsp:nvSpPr>
      <dsp:spPr>
        <a:xfrm>
          <a:off x="4495559"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0AF6750-2A5E-4B65-80AF-A10323717183}">
      <dsp:nvSpPr>
        <dsp:cNvPr id="0" name=""/>
        <dsp:cNvSpPr/>
      </dsp:nvSpPr>
      <dsp:spPr>
        <a:xfrm>
          <a:off x="5110154"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Implantação</a:t>
          </a:r>
          <a:endParaRPr lang="pt-BR" sz="900" b="1" kern="1200" dirty="0">
            <a:solidFill>
              <a:schemeClr val="accent1">
                <a:lumMod val="75000"/>
              </a:schemeClr>
            </a:solidFill>
            <a:latin typeface="+mj-lt"/>
          </a:endParaRPr>
        </a:p>
      </dsp:txBody>
      <dsp:txXfrm>
        <a:off x="5110154" y="1164956"/>
        <a:ext cx="940936" cy="776637"/>
      </dsp:txXfrm>
    </dsp:sp>
    <dsp:sp modelId="{B0A9592E-477E-48CC-BDBB-14196F3BCF5D}">
      <dsp:nvSpPr>
        <dsp:cNvPr id="0" name=""/>
        <dsp:cNvSpPr/>
      </dsp:nvSpPr>
      <dsp:spPr>
        <a:xfrm>
          <a:off x="5483542"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B9CEDC6-57AE-4784-9C0D-D2AABAF385FB}">
      <dsp:nvSpPr>
        <dsp:cNvPr id="0" name=""/>
        <dsp:cNvSpPr/>
      </dsp:nvSpPr>
      <dsp:spPr>
        <a:xfrm>
          <a:off x="6098137" y="0"/>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Monitoramento</a:t>
          </a:r>
          <a:endParaRPr lang="pt-BR" sz="900" b="1" kern="1200" dirty="0">
            <a:solidFill>
              <a:schemeClr val="accent1">
                <a:lumMod val="75000"/>
              </a:schemeClr>
            </a:solidFill>
            <a:latin typeface="+mj-lt"/>
          </a:endParaRPr>
        </a:p>
      </dsp:txBody>
      <dsp:txXfrm>
        <a:off x="6098137" y="0"/>
        <a:ext cx="940936" cy="776637"/>
      </dsp:txXfrm>
    </dsp:sp>
    <dsp:sp modelId="{C04569B9-6F83-4A3C-A998-06AE87F0632D}">
      <dsp:nvSpPr>
        <dsp:cNvPr id="0" name=""/>
        <dsp:cNvSpPr/>
      </dsp:nvSpPr>
      <dsp:spPr>
        <a:xfrm>
          <a:off x="6471526"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0C40E04-9C38-47CA-979A-77CA454A8628}">
      <dsp:nvSpPr>
        <dsp:cNvPr id="0" name=""/>
        <dsp:cNvSpPr/>
      </dsp:nvSpPr>
      <dsp:spPr>
        <a:xfrm>
          <a:off x="7086121" y="1164956"/>
          <a:ext cx="940936" cy="776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lvl="0" algn="ctr" defTabSz="400050">
            <a:lnSpc>
              <a:spcPct val="90000"/>
            </a:lnSpc>
            <a:spcBef>
              <a:spcPct val="0"/>
            </a:spcBef>
            <a:spcAft>
              <a:spcPct val="35000"/>
            </a:spcAft>
          </a:pPr>
          <a:r>
            <a:rPr lang="pt-BR" sz="900" b="1" kern="1200" dirty="0" smtClean="0">
              <a:solidFill>
                <a:schemeClr val="accent1">
                  <a:lumMod val="75000"/>
                </a:schemeClr>
              </a:solidFill>
              <a:latin typeface="+mj-lt"/>
            </a:rPr>
            <a:t>Encerramento</a:t>
          </a:r>
          <a:endParaRPr lang="pt-BR" sz="900" b="1" kern="1200" dirty="0">
            <a:solidFill>
              <a:schemeClr val="accent1">
                <a:lumMod val="75000"/>
              </a:schemeClr>
            </a:solidFill>
            <a:latin typeface="+mj-lt"/>
          </a:endParaRPr>
        </a:p>
      </dsp:txBody>
      <dsp:txXfrm>
        <a:off x="7086121" y="1164956"/>
        <a:ext cx="940936" cy="776637"/>
      </dsp:txXfrm>
    </dsp:sp>
    <dsp:sp modelId="{7C8B9AC5-5558-4A7D-9399-F167BB540083}">
      <dsp:nvSpPr>
        <dsp:cNvPr id="0" name=""/>
        <dsp:cNvSpPr/>
      </dsp:nvSpPr>
      <dsp:spPr>
        <a:xfrm>
          <a:off x="7459510" y="873717"/>
          <a:ext cx="194159" cy="19415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9DE6E5-E07D-4B09-8E65-F65F958CE3EF}" type="datetimeFigureOut">
              <a:rPr lang="pt-BR" smtClean="0"/>
              <a:t>15/01/2015</a:t>
            </a:fld>
            <a:endParaRPr lang="pt-BR" dirty="0"/>
          </a:p>
        </p:txBody>
      </p:sp>
      <p:sp>
        <p:nvSpPr>
          <p:cNvPr id="4" name="Espaço Reservado para Imagem de Slide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D78FC1-7175-4FC0-9A71-4055CB288384}" type="slidenum">
              <a:rPr lang="pt-BR" smtClean="0"/>
              <a:t>‹nº›</a:t>
            </a:fld>
            <a:endParaRPr lang="pt-BR" dirty="0"/>
          </a:p>
        </p:txBody>
      </p:sp>
    </p:spTree>
    <p:extLst>
      <p:ext uri="{BB962C8B-B14F-4D97-AF65-F5344CB8AC3E}">
        <p14:creationId xmlns:p14="http://schemas.microsoft.com/office/powerpoint/2010/main" val="967628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8313"/>
            <a:ext cx="7772400" cy="1102859"/>
          </a:xfrm>
        </p:spPr>
        <p:txBody>
          <a:bodyPr/>
          <a:lstStyle/>
          <a:p>
            <a:r>
              <a:rPr lang="pt-BR" smtClean="0"/>
              <a:t>Clique para editar o título mestre</a:t>
            </a:r>
            <a:endParaRPr lang="pt-BR"/>
          </a:p>
        </p:txBody>
      </p:sp>
      <p:sp>
        <p:nvSpPr>
          <p:cNvPr id="3" name="Subtítulo 2"/>
          <p:cNvSpPr>
            <a:spLocks noGrp="1"/>
          </p:cNvSpPr>
          <p:nvPr>
            <p:ph type="subTitle" idx="1"/>
          </p:nvPr>
        </p:nvSpPr>
        <p:spPr>
          <a:xfrm>
            <a:off x="1371600" y="2915550"/>
            <a:ext cx="6400800" cy="131485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97013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879326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3306196"/>
            <a:ext cx="7772400" cy="1021872"/>
          </a:xfrm>
        </p:spPr>
        <p:txBody>
          <a:bodyPr anchor="t"/>
          <a:lstStyle>
            <a:lvl1pPr algn="l">
              <a:defRPr sz="4000" b="1" cap="all"/>
            </a:lvl1pPr>
          </a:lstStyle>
          <a:p>
            <a:r>
              <a:rPr lang="pt-BR" smtClean="0"/>
              <a:t>Clique para editar o título mestre</a:t>
            </a:r>
            <a:endParaRPr lang="pt-BR"/>
          </a:p>
        </p:txBody>
      </p:sp>
      <p:sp>
        <p:nvSpPr>
          <p:cNvPr id="3" name="Espaço Reservado para Texto 2"/>
          <p:cNvSpPr>
            <a:spLocks noGrp="1"/>
          </p:cNvSpPr>
          <p:nvPr>
            <p:ph type="body" idx="1"/>
          </p:nvPr>
        </p:nvSpPr>
        <p:spPr>
          <a:xfrm>
            <a:off x="722313" y="2180708"/>
            <a:ext cx="7772400" cy="11254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299814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457200" y="900391"/>
            <a:ext cx="4038600" cy="254753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900391"/>
            <a:ext cx="4038600" cy="254753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979657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042"/>
            <a:ext cx="8229600" cy="857515"/>
          </a:xfrm>
        </p:spPr>
        <p:txBody>
          <a:bodyPr/>
          <a:lstStyle>
            <a:lvl1pPr>
              <a:defRPr/>
            </a:lvl1pPr>
          </a:lstStyle>
          <a:p>
            <a:r>
              <a:rPr lang="pt-BR" smtClean="0"/>
              <a:t>Clique para editar o título mestre</a:t>
            </a:r>
            <a:endParaRPr lang="pt-BR"/>
          </a:p>
        </p:txBody>
      </p:sp>
      <p:sp>
        <p:nvSpPr>
          <p:cNvPr id="3" name="Espaço Reservado para Texto 2"/>
          <p:cNvSpPr>
            <a:spLocks noGrp="1"/>
          </p:cNvSpPr>
          <p:nvPr>
            <p:ph type="body" idx="1"/>
          </p:nvPr>
        </p:nvSpPr>
        <p:spPr>
          <a:xfrm>
            <a:off x="457200" y="1151690"/>
            <a:ext cx="4040188"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457200" y="1631660"/>
            <a:ext cx="4040188"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6" y="1151690"/>
            <a:ext cx="4041775"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4645026" y="1631660"/>
            <a:ext cx="4041775"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9548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4479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85556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851"/>
            <a:ext cx="3008313" cy="871807"/>
          </a:xfrm>
        </p:spPr>
        <p:txBody>
          <a:bodyPr anchor="b"/>
          <a:lstStyle>
            <a:lvl1pPr algn="l">
              <a:defRPr sz="2000" b="1"/>
            </a:lvl1pPr>
          </a:lstStyle>
          <a:p>
            <a:r>
              <a:rPr lang="pt-BR" smtClean="0"/>
              <a:t>Clique para editar o título mestre</a:t>
            </a:r>
            <a:endParaRPr lang="pt-BR"/>
          </a:p>
        </p:txBody>
      </p:sp>
      <p:sp>
        <p:nvSpPr>
          <p:cNvPr id="3" name="Espaço Reservado para Conteúdo 2"/>
          <p:cNvSpPr>
            <a:spLocks noGrp="1"/>
          </p:cNvSpPr>
          <p:nvPr>
            <p:ph idx="1"/>
          </p:nvPr>
        </p:nvSpPr>
        <p:spPr>
          <a:xfrm>
            <a:off x="3575050" y="204851"/>
            <a:ext cx="5111750" cy="43911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1" y="1076658"/>
            <a:ext cx="3008313" cy="351938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3285430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1561"/>
            <a:ext cx="5486400" cy="425185"/>
          </a:xfrm>
        </p:spPr>
        <p:txBody>
          <a:bodyPr anchor="b"/>
          <a:lstStyle>
            <a:lvl1pPr algn="l">
              <a:defRPr sz="2000" b="1"/>
            </a:lvl1pPr>
          </a:lstStyle>
          <a:p>
            <a:r>
              <a:rPr lang="pt-BR" smtClean="0"/>
              <a:t>Clique para editar o título mestre</a:t>
            </a:r>
            <a:endParaRPr lang="pt-BR"/>
          </a:p>
        </p:txBody>
      </p:sp>
      <p:sp>
        <p:nvSpPr>
          <p:cNvPr id="3" name="Espaço Reservado para Imagem 2"/>
          <p:cNvSpPr>
            <a:spLocks noGrp="1"/>
          </p:cNvSpPr>
          <p:nvPr>
            <p:ph type="pic" idx="1"/>
          </p:nvPr>
        </p:nvSpPr>
        <p:spPr>
          <a:xfrm>
            <a:off x="1792288" y="459723"/>
            <a:ext cx="5486400" cy="30870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1792288" y="4026746"/>
            <a:ext cx="5486400" cy="6038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2418187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162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154829"/>
            <a:ext cx="2057400" cy="329309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457200" y="154829"/>
            <a:ext cx="6019800" cy="329309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AEE060FA-F017-416B-92AB-F93AA45D987F}" type="datetimeFigureOut">
              <a:rPr lang="pt-BR" smtClean="0"/>
              <a:t>15/01/2015</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34231A60-F3A3-4CCE-B6C5-97A8C15ACE94}" type="slidenum">
              <a:rPr lang="pt-BR" smtClean="0"/>
              <a:t>‹nº›</a:t>
            </a:fld>
            <a:endParaRPr lang="pt-BR" dirty="0"/>
          </a:p>
        </p:txBody>
      </p:sp>
    </p:spTree>
    <p:extLst>
      <p:ext uri="{BB962C8B-B14F-4D97-AF65-F5344CB8AC3E}">
        <p14:creationId xmlns:p14="http://schemas.microsoft.com/office/powerpoint/2010/main" val="2322961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06042"/>
            <a:ext cx="8229600" cy="857515"/>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457200" y="1200521"/>
            <a:ext cx="8229600" cy="3395520"/>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4768735"/>
            <a:ext cx="2133600" cy="273928"/>
          </a:xfrm>
          <a:prstGeom prst="rect">
            <a:avLst/>
          </a:prstGeom>
        </p:spPr>
        <p:txBody>
          <a:bodyPr vert="horz" lIns="91440" tIns="45720" rIns="91440" bIns="45720" rtlCol="0" anchor="ctr"/>
          <a:lstStyle>
            <a:lvl1pPr algn="l">
              <a:defRPr sz="1200">
                <a:solidFill>
                  <a:schemeClr val="tx1">
                    <a:tint val="75000"/>
                  </a:schemeClr>
                </a:solidFill>
              </a:defRPr>
            </a:lvl1pPr>
          </a:lstStyle>
          <a:p>
            <a:fld id="{AEE060FA-F017-416B-92AB-F93AA45D987F}" type="datetimeFigureOut">
              <a:rPr lang="pt-BR" smtClean="0"/>
              <a:t>15/01/2015</a:t>
            </a:fld>
            <a:endParaRPr lang="pt-BR" dirty="0"/>
          </a:p>
        </p:txBody>
      </p:sp>
      <p:sp>
        <p:nvSpPr>
          <p:cNvPr id="5" name="Espaço Reservado para Rodapé 4"/>
          <p:cNvSpPr>
            <a:spLocks noGrp="1"/>
          </p:cNvSpPr>
          <p:nvPr>
            <p:ph type="ftr" sz="quarter" idx="3"/>
          </p:nvPr>
        </p:nvSpPr>
        <p:spPr>
          <a:xfrm>
            <a:off x="3124200" y="4768735"/>
            <a:ext cx="2895600" cy="27392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6553200" y="4768735"/>
            <a:ext cx="2133600" cy="273928"/>
          </a:xfrm>
          <a:prstGeom prst="rect">
            <a:avLst/>
          </a:prstGeom>
        </p:spPr>
        <p:txBody>
          <a:bodyPr vert="horz" lIns="91440" tIns="45720" rIns="91440" bIns="45720" rtlCol="0" anchor="ctr"/>
          <a:lstStyle>
            <a:lvl1pPr algn="r">
              <a:defRPr sz="1200">
                <a:solidFill>
                  <a:schemeClr val="tx1">
                    <a:tint val="75000"/>
                  </a:schemeClr>
                </a:solidFill>
              </a:defRPr>
            </a:lvl1pPr>
          </a:lstStyle>
          <a:p>
            <a:fld id="{34231A60-F3A3-4CCE-B6C5-97A8C15ACE94}" type="slidenum">
              <a:rPr lang="pt-BR" smtClean="0"/>
              <a:t>‹nº›</a:t>
            </a:fld>
            <a:endParaRPr lang="pt-BR" dirty="0"/>
          </a:p>
        </p:txBody>
      </p:sp>
    </p:spTree>
    <p:extLst>
      <p:ext uri="{BB962C8B-B14F-4D97-AF65-F5344CB8AC3E}">
        <p14:creationId xmlns:p14="http://schemas.microsoft.com/office/powerpoint/2010/main" val="1689299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3.wdp"/></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7.jpeg"/></Relationships>
</file>

<file path=ppt/slides/_rels/slide9.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microsoft.com/office/2007/relationships/hdphoto" Target="../media/hdphoto3.wdp"/><Relationship Id="rId4" Type="http://schemas.openxmlformats.org/officeDocument/2006/relationships/diagramLayout" Target="../diagrams/layout3.xml"/><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mailto:GPROB@natura.net" TargetMode="External"/><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mailto:wagnergebrin@natura.net" TargetMode="External"/><Relationship Id="rId5" Type="http://schemas.openxmlformats.org/officeDocument/2006/relationships/hyperlink" Target="mailto:marcusmarques@natura.net" TargetMode="External"/><Relationship Id="rId4" Type="http://schemas.openxmlformats.org/officeDocument/2006/relationships/hyperlink" Target="mailto:solangedias@natura.net"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E:\Users\BR92457\Desktop\Apresentação TD\Fotos\P_PE_Ciclo15-14_0001.jpg"/>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sharpenSoften amount="12000"/>
                    </a14:imgEffect>
                    <a14:imgEffect>
                      <a14:brightnessContrast bright="5000" contrast="2000"/>
                    </a14:imgEffect>
                  </a14:imgLayer>
                </a14:imgProps>
              </a:ext>
              <a:ext uri="{28A0092B-C50C-407E-A947-70E740481C1C}">
                <a14:useLocalDpi xmlns:a14="http://schemas.microsoft.com/office/drawing/2010/main"/>
              </a:ext>
            </a:extLst>
          </a:blip>
          <a:srcRect/>
          <a:stretch/>
        </p:blipFill>
        <p:spPr bwMode="auto">
          <a:xfrm>
            <a:off x="0" y="0"/>
            <a:ext cx="9144000" cy="5164832"/>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p:cNvSpPr txBox="1"/>
          <p:nvPr/>
        </p:nvSpPr>
        <p:spPr>
          <a:xfrm>
            <a:off x="107504" y="124272"/>
            <a:ext cx="5184576" cy="861774"/>
          </a:xfrm>
          <a:prstGeom prst="rect">
            <a:avLst/>
          </a:prstGeom>
          <a:solidFill>
            <a:schemeClr val="bg1">
              <a:lumMod val="75000"/>
              <a:alpha val="88000"/>
            </a:schemeClr>
          </a:solidFill>
        </p:spPr>
        <p:txBody>
          <a:bodyPr wrap="square" rtlCol="0">
            <a:spAutoFit/>
          </a:bodyPr>
          <a:lstStyle/>
          <a:p>
            <a:r>
              <a:rPr lang="pt-BR" sz="3000" b="1" dirty="0" smtClean="0">
                <a:solidFill>
                  <a:schemeClr val="bg1"/>
                </a:solidFill>
                <a:effectLst>
                  <a:outerShdw blurRad="38100" dist="38100" dir="2700000" algn="tl">
                    <a:srgbClr val="000000">
                      <a:alpha val="43137"/>
                    </a:srgbClr>
                  </a:outerShdw>
                </a:effectLst>
                <a:latin typeface="Gill Sans Std UltraBold" pitchFamily="34" charset="0"/>
              </a:rPr>
              <a:t>Gestão de Problemas</a:t>
            </a:r>
          </a:p>
          <a:p>
            <a:r>
              <a:rPr lang="pt-BR" sz="2000" b="1" i="1" dirty="0" smtClean="0">
                <a:solidFill>
                  <a:schemeClr val="bg1"/>
                </a:solidFill>
                <a:effectLst>
                  <a:outerShdw blurRad="38100" dist="38100" dir="2700000" algn="tl">
                    <a:srgbClr val="000000">
                      <a:alpha val="43137"/>
                    </a:srgbClr>
                  </a:outerShdw>
                </a:effectLst>
                <a:latin typeface="Gill Sans Std Light" pitchFamily="34" charset="0"/>
              </a:rPr>
              <a:t>Guia de conceitos </a:t>
            </a:r>
            <a:r>
              <a:rPr lang="pt-BR" sz="2000" b="1" i="1" dirty="0">
                <a:solidFill>
                  <a:schemeClr val="bg1"/>
                </a:solidFill>
                <a:effectLst>
                  <a:outerShdw blurRad="38100" dist="38100" dir="2700000" algn="tl">
                    <a:srgbClr val="000000">
                      <a:alpha val="43137"/>
                    </a:srgbClr>
                  </a:outerShdw>
                </a:effectLst>
                <a:latin typeface="Gill Sans Std Light" pitchFamily="34" charset="0"/>
              </a:rPr>
              <a:t>básicos e </a:t>
            </a:r>
            <a:r>
              <a:rPr lang="pt-BR" sz="2000" b="1" i="1" dirty="0" smtClean="0">
                <a:solidFill>
                  <a:schemeClr val="bg1"/>
                </a:solidFill>
                <a:effectLst>
                  <a:outerShdw blurRad="38100" dist="38100" dir="2700000" algn="tl">
                    <a:srgbClr val="000000">
                      <a:alpha val="43137"/>
                    </a:srgbClr>
                  </a:outerShdw>
                </a:effectLst>
                <a:latin typeface="Gill Sans Std Light" pitchFamily="34" charset="0"/>
              </a:rPr>
              <a:t>procedimentos</a:t>
            </a:r>
            <a:endParaRPr lang="pt-BR" sz="1200" b="1" dirty="0" smtClean="0">
              <a:solidFill>
                <a:schemeClr val="bg1"/>
              </a:solidFill>
              <a:effectLst>
                <a:outerShdw blurRad="38100" dist="38100" dir="2700000" algn="tl">
                  <a:srgbClr val="000000">
                    <a:alpha val="43137"/>
                  </a:srgbClr>
                </a:outerShdw>
              </a:effectLst>
              <a:latin typeface="Gill Sans Std Light" pitchFamily="34" charset="0"/>
            </a:endParaRPr>
          </a:p>
        </p:txBody>
      </p:sp>
      <p:pic>
        <p:nvPicPr>
          <p:cNvPr id="6" name="Picture 8" descr="NAT_marca_branca_natura-01.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44408" y="4281381"/>
            <a:ext cx="792783" cy="721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aixaDeTexto 6"/>
          <p:cNvSpPr txBox="1"/>
          <p:nvPr/>
        </p:nvSpPr>
        <p:spPr>
          <a:xfrm>
            <a:off x="107504" y="4372744"/>
            <a:ext cx="3816424" cy="584775"/>
          </a:xfrm>
          <a:prstGeom prst="rect">
            <a:avLst/>
          </a:prstGeom>
          <a:solidFill>
            <a:schemeClr val="bg1">
              <a:lumMod val="75000"/>
              <a:alpha val="88000"/>
            </a:schemeClr>
          </a:solidFill>
        </p:spPr>
        <p:txBody>
          <a:bodyPr wrap="square" rtlCol="0">
            <a:spAutoFit/>
          </a:bodyPr>
          <a:lstStyle/>
          <a:p>
            <a:r>
              <a:rPr lang="pt-BR" sz="1600" b="1" dirty="0">
                <a:solidFill>
                  <a:schemeClr val="bg1"/>
                </a:solidFill>
                <a:effectLst>
                  <a:outerShdw blurRad="38100" dist="38100" dir="2700000" algn="tl">
                    <a:srgbClr val="000000">
                      <a:alpha val="43137"/>
                    </a:srgbClr>
                  </a:outerShdw>
                </a:effectLst>
                <a:latin typeface="Gill Sans Std Light" pitchFamily="34" charset="0"/>
              </a:rPr>
              <a:t>GPI -Gerência de Processos e Indicadores</a:t>
            </a:r>
            <a:endParaRPr lang="pt-BR" sz="1600" b="1" dirty="0">
              <a:solidFill>
                <a:schemeClr val="bg1"/>
              </a:solidFill>
              <a:effectLst>
                <a:outerShdw blurRad="38100" dist="38100" dir="2700000" algn="tl">
                  <a:srgbClr val="000000">
                    <a:alpha val="43137"/>
                  </a:srgbClr>
                </a:outerShdw>
              </a:effectLst>
              <a:latin typeface="Gill Sans Std UltraBold" pitchFamily="34" charset="0"/>
            </a:endParaRPr>
          </a:p>
          <a:p>
            <a:r>
              <a:rPr lang="pt-BR" sz="1600" b="1" dirty="0">
                <a:solidFill>
                  <a:schemeClr val="bg1"/>
                </a:solidFill>
                <a:effectLst>
                  <a:outerShdw blurRad="38100" dist="38100" dir="2700000" algn="tl">
                    <a:srgbClr val="000000">
                      <a:alpha val="43137"/>
                    </a:srgbClr>
                  </a:outerShdw>
                </a:effectLst>
                <a:latin typeface="Gill Sans Std Light" pitchFamily="34" charset="0"/>
              </a:rPr>
              <a:t>Janeiro/ 2015</a:t>
            </a:r>
          </a:p>
        </p:txBody>
      </p:sp>
    </p:spTree>
    <p:extLst>
      <p:ext uri="{BB962C8B-B14F-4D97-AF65-F5344CB8AC3E}">
        <p14:creationId xmlns:p14="http://schemas.microsoft.com/office/powerpoint/2010/main" val="29434160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Users\BR92457\Desktop\Apresentação TD\Fotos\P_PE_Ciclo15-14_0005.jpg"/>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l="719" t="37287" r="6670"/>
          <a:stretch/>
        </p:blipFill>
        <p:spPr bwMode="auto">
          <a:xfrm>
            <a:off x="821550" y="2718924"/>
            <a:ext cx="7638882" cy="2426164"/>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p:cNvSpPr txBox="1"/>
          <p:nvPr/>
        </p:nvSpPr>
        <p:spPr>
          <a:xfrm>
            <a:off x="251520" y="406612"/>
            <a:ext cx="1410964" cy="369332"/>
          </a:xfrm>
          <a:prstGeom prst="rect">
            <a:avLst/>
          </a:prstGeom>
          <a:noFill/>
        </p:spPr>
        <p:txBody>
          <a:bodyPr wrap="none" rtlCol="0">
            <a:spAutoFit/>
          </a:bodyPr>
          <a:lstStyle/>
          <a:p>
            <a:r>
              <a:rPr lang="pt-BR" b="1" dirty="0" smtClean="0">
                <a:solidFill>
                  <a:srgbClr val="6E6259"/>
                </a:solidFill>
                <a:latin typeface="Gill Sans Std ExtraBold" pitchFamily="34" charset="0"/>
              </a:rPr>
              <a:t>SUMÁRIO</a:t>
            </a:r>
            <a:endParaRPr lang="pt-BR" b="1" dirty="0">
              <a:solidFill>
                <a:srgbClr val="6E6259"/>
              </a:solidFill>
              <a:latin typeface="Gill Sans Std ExtraBold" pitchFamily="34" charset="0"/>
            </a:endParaRPr>
          </a:p>
        </p:txBody>
      </p:sp>
      <p:sp>
        <p:nvSpPr>
          <p:cNvPr id="2" name="Retângulo 1"/>
          <p:cNvSpPr/>
          <p:nvPr/>
        </p:nvSpPr>
        <p:spPr>
          <a:xfrm>
            <a:off x="-36512" y="1983706"/>
            <a:ext cx="961289" cy="276999"/>
          </a:xfrm>
          <a:prstGeom prst="rect">
            <a:avLst/>
          </a:prstGeom>
        </p:spPr>
        <p:txBody>
          <a:bodyPr wrap="none">
            <a:spAutoFit/>
          </a:bodyPr>
          <a:lstStyle/>
          <a:p>
            <a:r>
              <a:rPr lang="pt-BR" sz="1200" b="1" dirty="0" smtClean="0">
                <a:solidFill>
                  <a:srgbClr val="6E6259"/>
                </a:solidFill>
                <a:latin typeface="Gill Sans Std" pitchFamily="34" charset="0"/>
              </a:rPr>
              <a:t>1. Objetivo</a:t>
            </a:r>
            <a:endParaRPr lang="pt-BR" sz="1200" b="1" dirty="0">
              <a:solidFill>
                <a:srgbClr val="6E6259"/>
              </a:solidFill>
              <a:latin typeface="Gill Sans Std" pitchFamily="34" charset="0"/>
            </a:endParaRPr>
          </a:p>
        </p:txBody>
      </p:sp>
      <p:sp>
        <p:nvSpPr>
          <p:cNvPr id="6" name="Retângulo 5"/>
          <p:cNvSpPr/>
          <p:nvPr/>
        </p:nvSpPr>
        <p:spPr>
          <a:xfrm>
            <a:off x="827584" y="1390799"/>
            <a:ext cx="1584176" cy="461665"/>
          </a:xfrm>
          <a:prstGeom prst="rect">
            <a:avLst/>
          </a:prstGeom>
        </p:spPr>
        <p:txBody>
          <a:bodyPr wrap="square">
            <a:spAutoFit/>
          </a:bodyPr>
          <a:lstStyle/>
          <a:p>
            <a:r>
              <a:rPr lang="pt-BR" sz="1200" b="1" dirty="0" smtClean="0">
                <a:solidFill>
                  <a:srgbClr val="6E6259"/>
                </a:solidFill>
                <a:latin typeface="Gill Sans Std" pitchFamily="34" charset="0"/>
              </a:rPr>
              <a:t>2.Conceitos </a:t>
            </a:r>
          </a:p>
          <a:p>
            <a:r>
              <a:rPr lang="pt-BR" sz="1200" b="1" dirty="0" smtClean="0">
                <a:solidFill>
                  <a:srgbClr val="6E6259"/>
                </a:solidFill>
                <a:latin typeface="Gill Sans Std" pitchFamily="34" charset="0"/>
              </a:rPr>
              <a:t>e Definições</a:t>
            </a:r>
            <a:endParaRPr lang="pt-BR" sz="1200" b="1" dirty="0">
              <a:solidFill>
                <a:srgbClr val="6E6259"/>
              </a:solidFill>
              <a:latin typeface="Gill Sans Std" pitchFamily="34" charset="0"/>
            </a:endParaRPr>
          </a:p>
        </p:txBody>
      </p:sp>
      <p:sp>
        <p:nvSpPr>
          <p:cNvPr id="7" name="Retângulo 6"/>
          <p:cNvSpPr/>
          <p:nvPr/>
        </p:nvSpPr>
        <p:spPr>
          <a:xfrm>
            <a:off x="1475656" y="1852464"/>
            <a:ext cx="1284967" cy="646331"/>
          </a:xfrm>
          <a:prstGeom prst="rect">
            <a:avLst/>
          </a:prstGeom>
        </p:spPr>
        <p:txBody>
          <a:bodyPr wrap="none">
            <a:spAutoFit/>
          </a:bodyPr>
          <a:lstStyle/>
          <a:p>
            <a:r>
              <a:rPr lang="pt-BR" sz="1200" b="1" dirty="0" smtClean="0">
                <a:solidFill>
                  <a:srgbClr val="6E6259"/>
                </a:solidFill>
                <a:latin typeface="Gill Sans Std" pitchFamily="34" charset="0"/>
              </a:rPr>
              <a:t>3. Benefícios da</a:t>
            </a:r>
          </a:p>
          <a:p>
            <a:r>
              <a:rPr lang="pt-BR" sz="1200" b="1" dirty="0">
                <a:solidFill>
                  <a:srgbClr val="6E6259"/>
                </a:solidFill>
                <a:latin typeface="Gill Sans Std" pitchFamily="34" charset="0"/>
              </a:rPr>
              <a:t>G</a:t>
            </a:r>
            <a:r>
              <a:rPr lang="pt-BR" sz="1200" b="1" dirty="0" smtClean="0">
                <a:solidFill>
                  <a:srgbClr val="6E6259"/>
                </a:solidFill>
                <a:latin typeface="Gill Sans Std" pitchFamily="34" charset="0"/>
              </a:rPr>
              <a:t>estão de</a:t>
            </a:r>
          </a:p>
          <a:p>
            <a:r>
              <a:rPr lang="pt-BR" sz="1200" b="1" dirty="0" smtClean="0">
                <a:solidFill>
                  <a:srgbClr val="6E6259"/>
                </a:solidFill>
                <a:latin typeface="Gill Sans Std" pitchFamily="34" charset="0"/>
              </a:rPr>
              <a:t>Problemas</a:t>
            </a:r>
            <a:endParaRPr lang="pt-BR" sz="1200" b="1" dirty="0">
              <a:solidFill>
                <a:srgbClr val="6E6259"/>
              </a:solidFill>
              <a:latin typeface="Gill Sans Std" pitchFamily="34" charset="0"/>
            </a:endParaRPr>
          </a:p>
        </p:txBody>
      </p:sp>
      <p:sp>
        <p:nvSpPr>
          <p:cNvPr id="8" name="Retângulo 7"/>
          <p:cNvSpPr/>
          <p:nvPr/>
        </p:nvSpPr>
        <p:spPr>
          <a:xfrm>
            <a:off x="1619672" y="988368"/>
            <a:ext cx="1587193" cy="461665"/>
          </a:xfrm>
          <a:prstGeom prst="rect">
            <a:avLst/>
          </a:prstGeom>
        </p:spPr>
        <p:txBody>
          <a:bodyPr wrap="square">
            <a:spAutoFit/>
          </a:bodyPr>
          <a:lstStyle/>
          <a:p>
            <a:pPr algn="r"/>
            <a:r>
              <a:rPr lang="pt-BR" sz="1200" b="1" dirty="0" smtClean="0">
                <a:solidFill>
                  <a:srgbClr val="6E6259"/>
                </a:solidFill>
                <a:latin typeface="Gill Sans Std" pitchFamily="34" charset="0"/>
              </a:rPr>
              <a:t>4. Etapas</a:t>
            </a:r>
          </a:p>
          <a:p>
            <a:pPr algn="r"/>
            <a:r>
              <a:rPr lang="pt-BR" sz="1200" b="1" dirty="0" smtClean="0">
                <a:solidFill>
                  <a:srgbClr val="6E6259"/>
                </a:solidFill>
                <a:latin typeface="Gill Sans Std" pitchFamily="34" charset="0"/>
              </a:rPr>
              <a:t>do processo</a:t>
            </a:r>
            <a:endParaRPr lang="pt-BR" sz="1200" b="1" dirty="0">
              <a:solidFill>
                <a:srgbClr val="6E6259"/>
              </a:solidFill>
              <a:latin typeface="Gill Sans Std" pitchFamily="34" charset="0"/>
            </a:endParaRPr>
          </a:p>
        </p:txBody>
      </p:sp>
      <p:sp>
        <p:nvSpPr>
          <p:cNvPr id="5" name="Retângulo 4"/>
          <p:cNvSpPr/>
          <p:nvPr/>
        </p:nvSpPr>
        <p:spPr>
          <a:xfrm>
            <a:off x="3131840" y="1891372"/>
            <a:ext cx="1040028" cy="461665"/>
          </a:xfrm>
          <a:prstGeom prst="rect">
            <a:avLst/>
          </a:prstGeom>
        </p:spPr>
        <p:txBody>
          <a:bodyPr wrap="none">
            <a:spAutoFit/>
          </a:bodyPr>
          <a:lstStyle/>
          <a:p>
            <a:r>
              <a:rPr lang="pt-BR" sz="1200" b="1" dirty="0" smtClean="0">
                <a:solidFill>
                  <a:srgbClr val="6E6259"/>
                </a:solidFill>
                <a:latin typeface="Gill Sans Std" pitchFamily="34" charset="0"/>
              </a:rPr>
              <a:t>5. Prazos </a:t>
            </a:r>
          </a:p>
          <a:p>
            <a:r>
              <a:rPr lang="pt-BR" sz="1200" b="1" dirty="0" smtClean="0">
                <a:solidFill>
                  <a:srgbClr val="6E6259"/>
                </a:solidFill>
                <a:latin typeface="Gill Sans Std" pitchFamily="34" charset="0"/>
              </a:rPr>
              <a:t>do processo</a:t>
            </a:r>
            <a:endParaRPr lang="pt-BR" sz="1200" b="1" dirty="0">
              <a:solidFill>
                <a:srgbClr val="6E6259"/>
              </a:solidFill>
              <a:latin typeface="Gill Sans Std" pitchFamily="34" charset="0"/>
            </a:endParaRPr>
          </a:p>
        </p:txBody>
      </p:sp>
      <p:sp>
        <p:nvSpPr>
          <p:cNvPr id="9" name="Retângulo 8"/>
          <p:cNvSpPr/>
          <p:nvPr/>
        </p:nvSpPr>
        <p:spPr>
          <a:xfrm>
            <a:off x="3491880" y="1390799"/>
            <a:ext cx="1516437" cy="461665"/>
          </a:xfrm>
          <a:prstGeom prst="rect">
            <a:avLst/>
          </a:prstGeom>
        </p:spPr>
        <p:txBody>
          <a:bodyPr wrap="square">
            <a:spAutoFit/>
          </a:bodyPr>
          <a:lstStyle/>
          <a:p>
            <a:pPr algn="r"/>
            <a:r>
              <a:rPr lang="pt-BR" sz="1200" b="1" dirty="0" smtClean="0">
                <a:solidFill>
                  <a:srgbClr val="6E6259"/>
                </a:solidFill>
                <a:latin typeface="Gill Sans Std" pitchFamily="34" charset="0"/>
              </a:rPr>
              <a:t>6. Papéis e</a:t>
            </a:r>
          </a:p>
          <a:p>
            <a:pPr algn="r"/>
            <a:r>
              <a:rPr lang="pt-BR" sz="1200" b="1" dirty="0" smtClean="0">
                <a:solidFill>
                  <a:srgbClr val="6E6259"/>
                </a:solidFill>
                <a:latin typeface="Gill Sans Std" pitchFamily="34" charset="0"/>
              </a:rPr>
              <a:t>Responsabilidades </a:t>
            </a:r>
            <a:endParaRPr lang="pt-BR" sz="1200" b="1" dirty="0">
              <a:solidFill>
                <a:srgbClr val="6E6259"/>
              </a:solidFill>
              <a:latin typeface="Gill Sans Std" pitchFamily="34" charset="0"/>
            </a:endParaRPr>
          </a:p>
        </p:txBody>
      </p:sp>
      <p:cxnSp>
        <p:nvCxnSpPr>
          <p:cNvPr id="11" name="Conector reto 10"/>
          <p:cNvCxnSpPr/>
          <p:nvPr/>
        </p:nvCxnSpPr>
        <p:spPr>
          <a:xfrm flipV="1">
            <a:off x="107504" y="2308612"/>
            <a:ext cx="0" cy="1056020"/>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cxnSp>
        <p:nvCxnSpPr>
          <p:cNvPr id="13" name="Conector reto 12"/>
          <p:cNvCxnSpPr/>
          <p:nvPr/>
        </p:nvCxnSpPr>
        <p:spPr>
          <a:xfrm flipV="1">
            <a:off x="971600" y="1845199"/>
            <a:ext cx="0" cy="953938"/>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cxnSp>
        <p:nvCxnSpPr>
          <p:cNvPr id="14" name="Conector reto 13"/>
          <p:cNvCxnSpPr/>
          <p:nvPr/>
        </p:nvCxnSpPr>
        <p:spPr>
          <a:xfrm flipV="1">
            <a:off x="1619672" y="2479319"/>
            <a:ext cx="0" cy="319818"/>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p:nvPr/>
        </p:nvCxnSpPr>
        <p:spPr>
          <a:xfrm flipV="1">
            <a:off x="3059832" y="1450033"/>
            <a:ext cx="0" cy="1759793"/>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p:nvPr/>
        </p:nvCxnSpPr>
        <p:spPr>
          <a:xfrm flipV="1">
            <a:off x="3995936" y="2353037"/>
            <a:ext cx="0" cy="483585"/>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p:nvPr/>
        </p:nvCxnSpPr>
        <p:spPr>
          <a:xfrm flipV="1">
            <a:off x="4860032" y="1876564"/>
            <a:ext cx="0" cy="1488068"/>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pic>
        <p:nvPicPr>
          <p:cNvPr id="18" name="Picture 6" descr="E:\Users\BR92457\Desktop\Apresentação TD\Fotos\CINZA_MORNO.png"/>
          <p:cNvPicPr preferRelativeResize="0">
            <a:picLocks noChangeArrowheads="1"/>
          </p:cNvPicPr>
          <p:nvPr/>
        </p:nvPicPr>
        <p:blipFill rotWithShape="1">
          <a:blip r:embed="rId4"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9" name="Retângulo 18"/>
          <p:cNvSpPr/>
          <p:nvPr/>
        </p:nvSpPr>
        <p:spPr>
          <a:xfrm>
            <a:off x="5181933" y="1800781"/>
            <a:ext cx="1516437" cy="646331"/>
          </a:xfrm>
          <a:prstGeom prst="rect">
            <a:avLst/>
          </a:prstGeom>
        </p:spPr>
        <p:txBody>
          <a:bodyPr wrap="square">
            <a:spAutoFit/>
          </a:bodyPr>
          <a:lstStyle/>
          <a:p>
            <a:pPr algn="r"/>
            <a:r>
              <a:rPr lang="pt-BR" sz="1200" b="1" dirty="0">
                <a:solidFill>
                  <a:srgbClr val="6E6259"/>
                </a:solidFill>
                <a:latin typeface="Gill Sans Std" pitchFamily="34" charset="0"/>
              </a:rPr>
              <a:t>8</a:t>
            </a:r>
            <a:r>
              <a:rPr lang="pt-BR" sz="1200" b="1" dirty="0" smtClean="0">
                <a:solidFill>
                  <a:srgbClr val="6E6259"/>
                </a:solidFill>
                <a:latin typeface="Gill Sans Std" pitchFamily="34" charset="0"/>
              </a:rPr>
              <a:t>. Indicadores de</a:t>
            </a:r>
          </a:p>
          <a:p>
            <a:pPr algn="r"/>
            <a:r>
              <a:rPr lang="pt-BR" sz="1200" b="1" dirty="0" smtClean="0">
                <a:solidFill>
                  <a:srgbClr val="6E6259"/>
                </a:solidFill>
                <a:latin typeface="Gill Sans Std" pitchFamily="34" charset="0"/>
              </a:rPr>
              <a:t>Aderência ao Processo</a:t>
            </a:r>
            <a:endParaRPr lang="pt-BR" sz="1200" b="1" dirty="0">
              <a:solidFill>
                <a:srgbClr val="6E6259"/>
              </a:solidFill>
              <a:latin typeface="Gill Sans Std" pitchFamily="34" charset="0"/>
            </a:endParaRPr>
          </a:p>
        </p:txBody>
      </p:sp>
      <p:cxnSp>
        <p:nvCxnSpPr>
          <p:cNvPr id="20" name="Conector reto 19"/>
          <p:cNvCxnSpPr/>
          <p:nvPr/>
        </p:nvCxnSpPr>
        <p:spPr>
          <a:xfrm flipV="1">
            <a:off x="7380312" y="1561367"/>
            <a:ext cx="0" cy="1138497"/>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sp>
        <p:nvSpPr>
          <p:cNvPr id="24" name="Retângulo 23"/>
          <p:cNvSpPr/>
          <p:nvPr/>
        </p:nvSpPr>
        <p:spPr>
          <a:xfrm>
            <a:off x="7662183" y="1654422"/>
            <a:ext cx="1007520" cy="276999"/>
          </a:xfrm>
          <a:prstGeom prst="rect">
            <a:avLst/>
          </a:prstGeom>
        </p:spPr>
        <p:txBody>
          <a:bodyPr wrap="none">
            <a:spAutoFit/>
          </a:bodyPr>
          <a:lstStyle/>
          <a:p>
            <a:r>
              <a:rPr lang="pt-BR" sz="1200" b="1" dirty="0" smtClean="0">
                <a:solidFill>
                  <a:srgbClr val="6E6259"/>
                </a:solidFill>
                <a:latin typeface="Gill Sans Std" pitchFamily="34" charset="0"/>
              </a:rPr>
              <a:t>10. </a:t>
            </a:r>
            <a:r>
              <a:rPr lang="pt-BR" sz="1200" b="1" dirty="0" smtClean="0">
                <a:solidFill>
                  <a:srgbClr val="6E6259"/>
                </a:solidFill>
                <a:latin typeface="Gill Sans Std" pitchFamily="34" charset="0"/>
              </a:rPr>
              <a:t>Suporte</a:t>
            </a:r>
            <a:endParaRPr lang="pt-BR" sz="1200" b="1" dirty="0">
              <a:solidFill>
                <a:srgbClr val="6E6259"/>
              </a:solidFill>
              <a:latin typeface="Gill Sans Std" pitchFamily="34" charset="0"/>
            </a:endParaRPr>
          </a:p>
        </p:txBody>
      </p:sp>
      <p:cxnSp>
        <p:nvCxnSpPr>
          <p:cNvPr id="25" name="Conector reto 24"/>
          <p:cNvCxnSpPr/>
          <p:nvPr/>
        </p:nvCxnSpPr>
        <p:spPr>
          <a:xfrm flipV="1">
            <a:off x="8532440" y="1970785"/>
            <a:ext cx="0" cy="1056020"/>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sp>
        <p:nvSpPr>
          <p:cNvPr id="26" name="Retângulo 25"/>
          <p:cNvSpPr/>
          <p:nvPr/>
        </p:nvSpPr>
        <p:spPr>
          <a:xfrm>
            <a:off x="4730842" y="2470919"/>
            <a:ext cx="1353326" cy="461665"/>
          </a:xfrm>
          <a:prstGeom prst="rect">
            <a:avLst/>
          </a:prstGeom>
        </p:spPr>
        <p:txBody>
          <a:bodyPr wrap="square">
            <a:spAutoFit/>
          </a:bodyPr>
          <a:lstStyle/>
          <a:p>
            <a:pPr algn="r"/>
            <a:r>
              <a:rPr lang="pt-BR" sz="1200" b="1" dirty="0" smtClean="0">
                <a:solidFill>
                  <a:srgbClr val="6E6259"/>
                </a:solidFill>
                <a:latin typeface="Gill Sans Std" pitchFamily="34" charset="0"/>
              </a:rPr>
              <a:t>7. Prestação de </a:t>
            </a:r>
          </a:p>
          <a:p>
            <a:pPr algn="r"/>
            <a:r>
              <a:rPr lang="pt-BR" sz="1200" b="1" dirty="0" smtClean="0">
                <a:solidFill>
                  <a:srgbClr val="6E6259"/>
                </a:solidFill>
                <a:latin typeface="Gill Sans Std" pitchFamily="34" charset="0"/>
              </a:rPr>
              <a:t>Contas</a:t>
            </a:r>
            <a:endParaRPr lang="pt-BR" sz="1200" b="1" dirty="0">
              <a:solidFill>
                <a:srgbClr val="6E6259"/>
              </a:solidFill>
              <a:latin typeface="Gill Sans Std" pitchFamily="34" charset="0"/>
            </a:endParaRPr>
          </a:p>
        </p:txBody>
      </p:sp>
      <p:cxnSp>
        <p:nvCxnSpPr>
          <p:cNvPr id="27" name="Conector reto 26"/>
          <p:cNvCxnSpPr/>
          <p:nvPr/>
        </p:nvCxnSpPr>
        <p:spPr>
          <a:xfrm flipV="1">
            <a:off x="5940152" y="2930795"/>
            <a:ext cx="0" cy="577853"/>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cxnSp>
        <p:nvCxnSpPr>
          <p:cNvPr id="32" name="Conector reto 31"/>
          <p:cNvCxnSpPr/>
          <p:nvPr/>
        </p:nvCxnSpPr>
        <p:spPr>
          <a:xfrm flipV="1">
            <a:off x="6588224" y="2470920"/>
            <a:ext cx="0" cy="738906"/>
          </a:xfrm>
          <a:prstGeom prst="line">
            <a:avLst/>
          </a:prstGeom>
          <a:ln w="6350">
            <a:solidFill>
              <a:srgbClr val="6E6259"/>
            </a:solidFill>
          </a:ln>
        </p:spPr>
        <p:style>
          <a:lnRef idx="1">
            <a:schemeClr val="accent1"/>
          </a:lnRef>
          <a:fillRef idx="0">
            <a:schemeClr val="accent1"/>
          </a:fillRef>
          <a:effectRef idx="0">
            <a:schemeClr val="accent1"/>
          </a:effectRef>
          <a:fontRef idx="minor">
            <a:schemeClr val="tx1"/>
          </a:fontRef>
        </p:style>
      </p:cxnSp>
      <p:sp>
        <p:nvSpPr>
          <p:cNvPr id="34" name="Retângulo 33"/>
          <p:cNvSpPr/>
          <p:nvPr/>
        </p:nvSpPr>
        <p:spPr>
          <a:xfrm>
            <a:off x="6007891" y="947131"/>
            <a:ext cx="1516437" cy="646331"/>
          </a:xfrm>
          <a:prstGeom prst="rect">
            <a:avLst/>
          </a:prstGeom>
        </p:spPr>
        <p:txBody>
          <a:bodyPr wrap="square">
            <a:spAutoFit/>
          </a:bodyPr>
          <a:lstStyle/>
          <a:p>
            <a:pPr algn="r"/>
            <a:r>
              <a:rPr lang="pt-BR" sz="1200" b="1" dirty="0" smtClean="0">
                <a:solidFill>
                  <a:srgbClr val="6E6259"/>
                </a:solidFill>
                <a:latin typeface="Gill Sans Std" pitchFamily="34" charset="0"/>
              </a:rPr>
              <a:t>9. Boas Práticas</a:t>
            </a:r>
          </a:p>
          <a:p>
            <a:pPr algn="r"/>
            <a:r>
              <a:rPr lang="pt-BR" sz="1200" b="1" dirty="0" smtClean="0">
                <a:solidFill>
                  <a:srgbClr val="6E6259"/>
                </a:solidFill>
                <a:latin typeface="Gill Sans Std" pitchFamily="34" charset="0"/>
              </a:rPr>
              <a:t>de Gestão de Problemas</a:t>
            </a:r>
            <a:endParaRPr lang="pt-BR" sz="1200" b="1" dirty="0">
              <a:solidFill>
                <a:srgbClr val="6E6259"/>
              </a:solidFill>
              <a:latin typeface="Gill Sans Std" pitchFamily="34" charset="0"/>
            </a:endParaRPr>
          </a:p>
        </p:txBody>
      </p:sp>
    </p:spTree>
    <p:extLst>
      <p:ext uri="{BB962C8B-B14F-4D97-AF65-F5344CB8AC3E}">
        <p14:creationId xmlns:p14="http://schemas.microsoft.com/office/powerpoint/2010/main" val="130183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Users\BR92457\Desktop\Apresentação TD\Fotos\EK_Ciclo18-14_0014.jpg"/>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50706"/>
            <a:ext cx="1413518" cy="1242118"/>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p:cNvSpPr/>
          <p:nvPr/>
        </p:nvSpPr>
        <p:spPr>
          <a:xfrm>
            <a:off x="179512" y="4444752"/>
            <a:ext cx="5184576" cy="338554"/>
          </a:xfrm>
          <a:prstGeom prst="rect">
            <a:avLst/>
          </a:prstGeom>
        </p:spPr>
        <p:txBody>
          <a:bodyPr wrap="square">
            <a:spAutoFit/>
          </a:bodyPr>
          <a:lstStyle/>
          <a:p>
            <a:r>
              <a:rPr lang="pt-BR" sz="1600" b="1" i="1" dirty="0" smtClean="0">
                <a:solidFill>
                  <a:srgbClr val="6E6259"/>
                </a:solidFill>
                <a:latin typeface="Gill Sans Std" pitchFamily="34" charset="0"/>
              </a:rPr>
              <a:t>#tamojunto,  #foconoresultado, #semmelindre</a:t>
            </a:r>
            <a:endParaRPr lang="pt-BR" sz="1600" b="1" i="1" dirty="0">
              <a:solidFill>
                <a:srgbClr val="6E6259"/>
              </a:solidFill>
              <a:latin typeface="Gill Sans Std" pitchFamily="34" charset="0"/>
            </a:endParaRPr>
          </a:p>
        </p:txBody>
      </p:sp>
      <p:sp>
        <p:nvSpPr>
          <p:cNvPr id="3" name="CaixaDeTexto 2"/>
          <p:cNvSpPr txBox="1"/>
          <p:nvPr/>
        </p:nvSpPr>
        <p:spPr>
          <a:xfrm>
            <a:off x="251520" y="268288"/>
            <a:ext cx="1709763" cy="369332"/>
          </a:xfrm>
          <a:prstGeom prst="rect">
            <a:avLst/>
          </a:prstGeom>
          <a:noFill/>
        </p:spPr>
        <p:txBody>
          <a:bodyPr wrap="none" rtlCol="0">
            <a:spAutoFit/>
          </a:bodyPr>
          <a:lstStyle/>
          <a:p>
            <a:r>
              <a:rPr lang="pt-BR" b="1" dirty="0" smtClean="0">
                <a:solidFill>
                  <a:srgbClr val="6E6259"/>
                </a:solidFill>
                <a:latin typeface="Gill Sans Std ExtraBold" pitchFamily="34" charset="0"/>
              </a:rPr>
              <a:t>1. OBJETIVO</a:t>
            </a:r>
            <a:endParaRPr lang="pt-BR" b="1" dirty="0">
              <a:solidFill>
                <a:srgbClr val="6E6259"/>
              </a:solidFill>
              <a:latin typeface="Gill Sans Std ExtraBold" pitchFamily="34" charset="0"/>
            </a:endParaRPr>
          </a:p>
        </p:txBody>
      </p:sp>
      <p:pic>
        <p:nvPicPr>
          <p:cNvPr id="6" name="Picture 6" descr="E:\Users\BR92457\Desktop\Apresentação TD\Fotos\CINZA_MORNO.png"/>
          <p:cNvPicPr preferRelativeResize="0">
            <a:picLocks noChangeArrowheads="1"/>
          </p:cNvPicPr>
          <p:nvPr/>
        </p:nvPicPr>
        <p:blipFill rotWithShape="1">
          <a:blip r:embed="rId4"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4"/>
          <p:cNvSpPr txBox="1">
            <a:spLocks noChangeArrowheads="1"/>
          </p:cNvSpPr>
          <p:nvPr/>
        </p:nvSpPr>
        <p:spPr bwMode="auto">
          <a:xfrm>
            <a:off x="251519" y="916360"/>
            <a:ext cx="796186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dirty="0" smtClean="0">
                <a:solidFill>
                  <a:srgbClr val="6E6259"/>
                </a:solidFill>
                <a:latin typeface="Gill Sans Std Light" pitchFamily="34" charset="0"/>
              </a:rPr>
              <a:t>Este documento tem por objetivo </a:t>
            </a:r>
            <a:r>
              <a:rPr lang="pt-BR" sz="1400" b="1" i="1" dirty="0" smtClean="0">
                <a:solidFill>
                  <a:srgbClr val="6E6259"/>
                </a:solidFill>
                <a:latin typeface="Gill Sans Std Light" pitchFamily="34" charset="0"/>
              </a:rPr>
              <a:t>conscientizar</a:t>
            </a:r>
            <a:r>
              <a:rPr lang="pt-BR" sz="1400" dirty="0" smtClean="0">
                <a:solidFill>
                  <a:srgbClr val="6E6259"/>
                </a:solidFill>
                <a:latin typeface="Gill Sans Std Light" pitchFamily="34" charset="0"/>
              </a:rPr>
              <a:t>, </a:t>
            </a:r>
            <a:r>
              <a:rPr lang="pt-BR" sz="1400" b="1" i="1" dirty="0" smtClean="0">
                <a:solidFill>
                  <a:srgbClr val="6E6259"/>
                </a:solidFill>
                <a:latin typeface="Gill Sans Std Light" pitchFamily="34" charset="0"/>
              </a:rPr>
              <a:t>informar</a:t>
            </a:r>
            <a:r>
              <a:rPr lang="pt-BR" sz="1400" b="1" dirty="0" smtClean="0">
                <a:solidFill>
                  <a:srgbClr val="6E6259"/>
                </a:solidFill>
                <a:latin typeface="Gill Sans Std Light" pitchFamily="34" charset="0"/>
              </a:rPr>
              <a:t> </a:t>
            </a:r>
            <a:r>
              <a:rPr lang="pt-BR" sz="1400" dirty="0" smtClean="0">
                <a:solidFill>
                  <a:srgbClr val="6E6259"/>
                </a:solidFill>
                <a:latin typeface="Gill Sans Std Light" pitchFamily="34" charset="0"/>
              </a:rPr>
              <a:t>, </a:t>
            </a:r>
            <a:r>
              <a:rPr lang="pt-BR" sz="1400" b="1" i="1" dirty="0" smtClean="0">
                <a:solidFill>
                  <a:srgbClr val="6E6259"/>
                </a:solidFill>
                <a:latin typeface="Gill Sans Std Light" pitchFamily="34" charset="0"/>
              </a:rPr>
              <a:t>instruir</a:t>
            </a:r>
            <a:r>
              <a:rPr lang="pt-BR" sz="1400" dirty="0" smtClean="0">
                <a:solidFill>
                  <a:srgbClr val="6E6259"/>
                </a:solidFill>
                <a:latin typeface="Gill Sans Std Light" pitchFamily="34" charset="0"/>
              </a:rPr>
              <a:t> e </a:t>
            </a:r>
            <a:r>
              <a:rPr lang="pt-BR" sz="1400" b="1" i="1" dirty="0" smtClean="0">
                <a:solidFill>
                  <a:srgbClr val="6E6259"/>
                </a:solidFill>
                <a:latin typeface="Gill Sans Std Light" pitchFamily="34" charset="0"/>
              </a:rPr>
              <a:t>engajar</a:t>
            </a:r>
            <a:r>
              <a:rPr lang="pt-BR" sz="1400" dirty="0" smtClean="0">
                <a:solidFill>
                  <a:srgbClr val="6E6259"/>
                </a:solidFill>
                <a:latin typeface="Gill Sans Std Light" pitchFamily="34" charset="0"/>
              </a:rPr>
              <a:t> os colaboradores de TD sobre os conceitos de Gestão de problemas, bem como a condução dos mesmos, os respectivos processos/ procedimentos, rituais existentes, os papéis e responsabilidades.</a:t>
            </a:r>
          </a:p>
        </p:txBody>
      </p:sp>
    </p:spTree>
    <p:extLst>
      <p:ext uri="{BB962C8B-B14F-4D97-AF65-F5344CB8AC3E}">
        <p14:creationId xmlns:p14="http://schemas.microsoft.com/office/powerpoint/2010/main" val="34003068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Users\BR92457\Desktop\Apresentação TD\Fotos\LT_EK_Ciclo01-15_0001.jp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251520" y="268288"/>
            <a:ext cx="3765070" cy="369332"/>
          </a:xfrm>
          <a:prstGeom prst="rect">
            <a:avLst/>
          </a:prstGeom>
          <a:noFill/>
        </p:spPr>
        <p:txBody>
          <a:bodyPr wrap="none" rtlCol="0">
            <a:spAutoFit/>
          </a:bodyPr>
          <a:lstStyle/>
          <a:p>
            <a:r>
              <a:rPr lang="pt-BR" b="1" dirty="0" smtClean="0">
                <a:solidFill>
                  <a:srgbClr val="6E6259"/>
                </a:solidFill>
                <a:latin typeface="Gill Sans Std ExtraBold" pitchFamily="34" charset="0"/>
              </a:rPr>
              <a:t>2. CONCEITOS E DEFINIÇÕES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3"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O que é um Problema?</a:t>
            </a:r>
          </a:p>
          <a:p>
            <a:pPr algn="just" eaLnBrk="1" hangingPunct="1"/>
            <a:r>
              <a:rPr lang="pt-BR" sz="1400" dirty="0" smtClean="0">
                <a:solidFill>
                  <a:srgbClr val="6E6259"/>
                </a:solidFill>
                <a:latin typeface="Gill Sans Std Light" pitchFamily="34" charset="0"/>
              </a:rPr>
              <a:t>Um problema é a causa subjacente desconhecida de um ou mais incidentes. Um problema se torna um </a:t>
            </a:r>
            <a:r>
              <a:rPr lang="pt-BR" sz="1400" i="1" dirty="0" smtClean="0">
                <a:solidFill>
                  <a:srgbClr val="6E6259"/>
                </a:solidFill>
                <a:latin typeface="Gill Sans Std Light" pitchFamily="34" charset="0"/>
              </a:rPr>
              <a:t>Erro Conhecido</a:t>
            </a:r>
            <a:r>
              <a:rPr lang="pt-BR" sz="1400" dirty="0" smtClean="0">
                <a:solidFill>
                  <a:srgbClr val="6E6259"/>
                </a:solidFill>
                <a:latin typeface="Gill Sans Std Light" pitchFamily="34" charset="0"/>
              </a:rPr>
              <a:t> quando a causa raiz for conhecida e for identificada uma solução de contorno ou definitiva.</a:t>
            </a:r>
          </a:p>
          <a:p>
            <a:pPr algn="just" eaLnBrk="1" hangingPunct="1"/>
            <a:endParaRPr lang="pt-BR" sz="1400" dirty="0">
              <a:solidFill>
                <a:srgbClr val="6E6259"/>
              </a:solidFill>
              <a:latin typeface="Gill Sans Std Light" pitchFamily="34" charset="0"/>
            </a:endParaRPr>
          </a:p>
          <a:p>
            <a:pPr algn="just" eaLnBrk="1" hangingPunct="1"/>
            <a:r>
              <a:rPr lang="pt-BR" sz="1400" b="1" dirty="0" smtClean="0">
                <a:solidFill>
                  <a:srgbClr val="6E6259"/>
                </a:solidFill>
                <a:latin typeface="Gill Sans Std Light" pitchFamily="34" charset="0"/>
              </a:rPr>
              <a:t>Qual o objetivo da gestão de Problemas?</a:t>
            </a:r>
            <a:endParaRPr lang="pt-BR" sz="1400" b="1" dirty="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Minimizar o impacto adverso de incidentes e problemas para o Negócio, causados por erros funcionais de aplicação ou na infraestrutura e evitar, de forma</a:t>
            </a:r>
            <a:r>
              <a:rPr lang="pt-BR" sz="1400" i="1" dirty="0" smtClean="0">
                <a:solidFill>
                  <a:srgbClr val="6E6259"/>
                </a:solidFill>
                <a:latin typeface="Gill Sans Std Light" pitchFamily="34" charset="0"/>
              </a:rPr>
              <a:t> proativa, </a:t>
            </a:r>
            <a:r>
              <a:rPr lang="pt-BR" sz="1400" dirty="0" smtClean="0">
                <a:solidFill>
                  <a:srgbClr val="6E6259"/>
                </a:solidFill>
                <a:latin typeface="Gill Sans Std Light" pitchFamily="34" charset="0"/>
              </a:rPr>
              <a:t>a ocorrência de anomalias no ambiente.</a:t>
            </a:r>
          </a:p>
          <a:p>
            <a:pPr algn="just" eaLnBrk="1" hangingPunct="1"/>
            <a:endParaRPr lang="pt-BR" sz="1400" dirty="0">
              <a:solidFill>
                <a:srgbClr val="6E6259"/>
              </a:solidFill>
              <a:latin typeface="Gill Sans Std Light" pitchFamily="34" charset="0"/>
            </a:endParaRPr>
          </a:p>
          <a:p>
            <a:pPr algn="just" eaLnBrk="1" hangingPunct="1"/>
            <a:r>
              <a:rPr lang="pt-BR" sz="1400" b="1" dirty="0" smtClean="0">
                <a:solidFill>
                  <a:srgbClr val="6E6259"/>
                </a:solidFill>
                <a:latin typeface="Gill Sans Std Light" pitchFamily="34" charset="0"/>
              </a:rPr>
              <a:t>O que é um RCA?</a:t>
            </a:r>
            <a:endParaRPr lang="pt-BR" sz="1400" b="1" dirty="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Acrônimo de Root Cause Analysis. Método de resolução de problemas que visa identificar a origem das falhas dos eventos (incidentes) no ambiente evitando assim sua recorrência. </a:t>
            </a:r>
          </a:p>
          <a:p>
            <a:pPr algn="just" eaLnBrk="1" hangingPunct="1"/>
            <a:endParaRPr lang="pt-BR" sz="1400" dirty="0">
              <a:solidFill>
                <a:srgbClr val="6E6259"/>
              </a:solidFill>
              <a:latin typeface="Gill Sans Std Light" pitchFamily="34" charset="0"/>
            </a:endParaRPr>
          </a:p>
          <a:p>
            <a:pPr algn="just" eaLnBrk="1" hangingPunct="1"/>
            <a:r>
              <a:rPr lang="pt-BR" sz="1400" b="1" dirty="0" smtClean="0">
                <a:solidFill>
                  <a:srgbClr val="6E6259"/>
                </a:solidFill>
                <a:latin typeface="Gill Sans Std Light" pitchFamily="34" charset="0"/>
              </a:rPr>
              <a:t>Qual a diferença entre um Incidente e um Problema?</a:t>
            </a:r>
            <a:endParaRPr lang="pt-BR" sz="1400" b="1" dirty="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Um Incidente </a:t>
            </a:r>
            <a:r>
              <a:rPr lang="pt-BR" sz="1400" dirty="0">
                <a:solidFill>
                  <a:srgbClr val="6E6259"/>
                </a:solidFill>
                <a:latin typeface="Gill Sans Std Light" pitchFamily="34" charset="0"/>
              </a:rPr>
              <a:t>é qualquer evento que não faz parte da operação padrão de um serviço e que causa, ou pode causar, uma interrupção do serviço ou uma redução da sua qualidade; </a:t>
            </a:r>
            <a:r>
              <a:rPr lang="pt-BR" sz="1400" dirty="0" smtClean="0">
                <a:solidFill>
                  <a:srgbClr val="6E6259"/>
                </a:solidFill>
                <a:latin typeface="Gill Sans Std Light" pitchFamily="34" charset="0"/>
              </a:rPr>
              <a:t>o Problema </a:t>
            </a:r>
            <a:r>
              <a:rPr lang="pt-BR" sz="1400" dirty="0">
                <a:solidFill>
                  <a:srgbClr val="6E6259"/>
                </a:solidFill>
                <a:latin typeface="Gill Sans Std Light" pitchFamily="34" charset="0"/>
              </a:rPr>
              <a:t>é a causa desconhecida de um ou mais incidentes, ou seja, um incidente que não tem sua causa raiz identificada </a:t>
            </a:r>
            <a:r>
              <a:rPr lang="pt-BR" sz="1400" dirty="0" smtClean="0">
                <a:solidFill>
                  <a:srgbClr val="6E6259"/>
                </a:solidFill>
                <a:latin typeface="Gill Sans Std Light" pitchFamily="34" charset="0"/>
              </a:rPr>
              <a:t>acaba</a:t>
            </a:r>
          </a:p>
          <a:p>
            <a:pPr algn="just" eaLnBrk="1" hangingPunct="1"/>
            <a:r>
              <a:rPr lang="pt-BR" sz="1400" dirty="0" smtClean="0">
                <a:solidFill>
                  <a:srgbClr val="6E6259"/>
                </a:solidFill>
                <a:latin typeface="Gill Sans Std Light" pitchFamily="34" charset="0"/>
              </a:rPr>
              <a:t>se </a:t>
            </a:r>
            <a:r>
              <a:rPr lang="pt-BR" sz="1400" dirty="0">
                <a:solidFill>
                  <a:srgbClr val="6E6259"/>
                </a:solidFill>
                <a:latin typeface="Gill Sans Std Light" pitchFamily="34" charset="0"/>
              </a:rPr>
              <a:t>tornando um problema.</a:t>
            </a:r>
          </a:p>
          <a:p>
            <a:pPr algn="just" eaLnBrk="1" hangingPunct="1"/>
            <a:endParaRPr lang="pt-BR" sz="1400" dirty="0">
              <a:solidFill>
                <a:srgbClr val="6E6259"/>
              </a:solidFill>
              <a:latin typeface="Gill Sans Std Light" pitchFamily="34" charset="0"/>
            </a:endParaRPr>
          </a:p>
        </p:txBody>
      </p:sp>
    </p:spTree>
    <p:extLst>
      <p:ext uri="{BB962C8B-B14F-4D97-AF65-F5344CB8AC3E}">
        <p14:creationId xmlns:p14="http://schemas.microsoft.com/office/powerpoint/2010/main" val="603474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3765070" cy="369332"/>
          </a:xfrm>
          <a:prstGeom prst="rect">
            <a:avLst/>
          </a:prstGeom>
          <a:noFill/>
        </p:spPr>
        <p:txBody>
          <a:bodyPr wrap="none" rtlCol="0">
            <a:spAutoFit/>
          </a:bodyPr>
          <a:lstStyle/>
          <a:p>
            <a:r>
              <a:rPr lang="pt-BR" b="1" dirty="0" smtClean="0">
                <a:solidFill>
                  <a:srgbClr val="6E6259"/>
                </a:solidFill>
                <a:latin typeface="Gill Sans Std ExtraBold" pitchFamily="34" charset="0"/>
              </a:rPr>
              <a:t>2. CONCEITOS E DEFINIÇÕES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O que é Solução </a:t>
            </a:r>
            <a:r>
              <a:rPr lang="pt-BR" sz="1400" b="1" dirty="0">
                <a:solidFill>
                  <a:srgbClr val="6E6259"/>
                </a:solidFill>
                <a:latin typeface="Gill Sans Std Light" pitchFamily="34" charset="0"/>
              </a:rPr>
              <a:t>de </a:t>
            </a:r>
            <a:r>
              <a:rPr lang="pt-BR" sz="1400" b="1" dirty="0" smtClean="0">
                <a:solidFill>
                  <a:srgbClr val="6E6259"/>
                </a:solidFill>
                <a:latin typeface="Gill Sans Std Light" pitchFamily="34" charset="0"/>
              </a:rPr>
              <a:t>Contorno?</a:t>
            </a:r>
          </a:p>
          <a:p>
            <a:pPr algn="just" eaLnBrk="1" hangingPunct="1"/>
            <a:r>
              <a:rPr lang="pt-BR" sz="1400" dirty="0">
                <a:solidFill>
                  <a:srgbClr val="6E6259"/>
                </a:solidFill>
                <a:latin typeface="Gill Sans Std Light" pitchFamily="34" charset="0"/>
              </a:rPr>
              <a:t>Uma </a:t>
            </a:r>
            <a:r>
              <a:rPr lang="pt-BR" sz="1400" dirty="0" smtClean="0">
                <a:solidFill>
                  <a:srgbClr val="6E6259"/>
                </a:solidFill>
                <a:latin typeface="Gill Sans Std Light" pitchFamily="34" charset="0"/>
              </a:rPr>
              <a:t>solução temporária  </a:t>
            </a:r>
            <a:r>
              <a:rPr lang="pt-BR" sz="1400" dirty="0">
                <a:solidFill>
                  <a:srgbClr val="6E6259"/>
                </a:solidFill>
                <a:latin typeface="Gill Sans Std Light" pitchFamily="34" charset="0"/>
              </a:rPr>
              <a:t>que permite reestabelecer o </a:t>
            </a:r>
            <a:r>
              <a:rPr lang="pt-BR" sz="1400" dirty="0" smtClean="0">
                <a:solidFill>
                  <a:srgbClr val="6E6259"/>
                </a:solidFill>
                <a:latin typeface="Gill Sans Std Light" pitchFamily="34" charset="0"/>
              </a:rPr>
              <a:t>serviço enquanto não há uma solução permanente.</a:t>
            </a:r>
            <a:endParaRPr lang="pt-BR" sz="1400" dirty="0">
              <a:solidFill>
                <a:srgbClr val="6E6259"/>
              </a:solidFill>
              <a:latin typeface="Gill Sans Std Light" pitchFamily="34" charset="0"/>
            </a:endParaRPr>
          </a:p>
          <a:p>
            <a:pPr algn="just" eaLnBrk="1" hangingPunct="1"/>
            <a:endParaRPr lang="pt-BR" sz="1400" b="1" dirty="0">
              <a:solidFill>
                <a:srgbClr val="6E6259"/>
              </a:solidFill>
              <a:latin typeface="Gill Sans Std Light" pitchFamily="34" charset="0"/>
            </a:endParaRPr>
          </a:p>
          <a:p>
            <a:pPr algn="just" eaLnBrk="1" hangingPunct="1"/>
            <a:r>
              <a:rPr lang="pt-BR" sz="1400" b="1" dirty="0" smtClean="0">
                <a:solidFill>
                  <a:srgbClr val="6E6259"/>
                </a:solidFill>
                <a:latin typeface="Gill Sans Std Light" pitchFamily="34" charset="0"/>
              </a:rPr>
              <a:t>O que é um Erro conhecido?</a:t>
            </a:r>
          </a:p>
          <a:p>
            <a:pPr algn="just" eaLnBrk="1" hangingPunct="1"/>
            <a:r>
              <a:rPr lang="pt-BR" sz="1400" dirty="0" smtClean="0">
                <a:solidFill>
                  <a:srgbClr val="6E6259"/>
                </a:solidFill>
                <a:latin typeface="Gill Sans Std Light" pitchFamily="34" charset="0"/>
              </a:rPr>
              <a:t>Uma </a:t>
            </a:r>
            <a:r>
              <a:rPr lang="pt-BR" sz="1400" dirty="0">
                <a:solidFill>
                  <a:srgbClr val="6E6259"/>
                </a:solidFill>
                <a:latin typeface="Gill Sans Std Light" pitchFamily="34" charset="0"/>
              </a:rPr>
              <a:t>falha </a:t>
            </a:r>
            <a:r>
              <a:rPr lang="pt-BR" sz="1400" dirty="0" smtClean="0">
                <a:solidFill>
                  <a:srgbClr val="6E6259"/>
                </a:solidFill>
                <a:latin typeface="Gill Sans Std Light" pitchFamily="34" charset="0"/>
              </a:rPr>
              <a:t>onde a causa raiz é conhecida  e </a:t>
            </a:r>
            <a:r>
              <a:rPr lang="pt-BR" sz="1400" dirty="0">
                <a:solidFill>
                  <a:srgbClr val="6E6259"/>
                </a:solidFill>
                <a:latin typeface="Gill Sans Std Light" pitchFamily="34" charset="0"/>
              </a:rPr>
              <a:t>existe uma </a:t>
            </a:r>
            <a:r>
              <a:rPr lang="pt-BR" sz="1400" dirty="0" smtClean="0">
                <a:solidFill>
                  <a:srgbClr val="6E6259"/>
                </a:solidFill>
                <a:latin typeface="Gill Sans Std Light" pitchFamily="34" charset="0"/>
              </a:rPr>
              <a:t>solução de contorno documentada.</a:t>
            </a:r>
            <a:endParaRPr lang="pt-BR" sz="1400" dirty="0">
              <a:solidFill>
                <a:srgbClr val="6E6259"/>
              </a:solidFill>
              <a:latin typeface="Gill Sans Std Light" pitchFamily="34" charset="0"/>
            </a:endParaRPr>
          </a:p>
          <a:p>
            <a:pPr algn="just" eaLnBrk="1" hangingPunct="1"/>
            <a:r>
              <a:rPr lang="pt-BR" sz="1400" b="1" dirty="0">
                <a:solidFill>
                  <a:srgbClr val="6E6259"/>
                </a:solidFill>
                <a:latin typeface="Gill Sans Std Light" pitchFamily="34" charset="0"/>
              </a:rPr>
              <a:t> </a:t>
            </a:r>
            <a:endParaRPr lang="pt-BR" sz="1400" b="1" dirty="0" smtClean="0">
              <a:solidFill>
                <a:srgbClr val="6E6259"/>
              </a:solidFill>
              <a:latin typeface="Gill Sans Std Light" pitchFamily="34" charset="0"/>
            </a:endParaRPr>
          </a:p>
          <a:p>
            <a:pPr algn="just" eaLnBrk="1" hangingPunct="1"/>
            <a:r>
              <a:rPr lang="pt-BR" sz="1400" b="1" dirty="0" smtClean="0">
                <a:solidFill>
                  <a:srgbClr val="6E6259"/>
                </a:solidFill>
                <a:latin typeface="Gill Sans Std Light" pitchFamily="34" charset="0"/>
              </a:rPr>
              <a:t>O que é uma Base </a:t>
            </a:r>
            <a:r>
              <a:rPr lang="pt-BR" sz="1400" b="1" dirty="0">
                <a:solidFill>
                  <a:srgbClr val="6E6259"/>
                </a:solidFill>
                <a:latin typeface="Gill Sans Std Light" pitchFamily="34" charset="0"/>
              </a:rPr>
              <a:t>de </a:t>
            </a:r>
            <a:r>
              <a:rPr lang="pt-BR" sz="1400" b="1" dirty="0" smtClean="0">
                <a:solidFill>
                  <a:srgbClr val="6E6259"/>
                </a:solidFill>
                <a:latin typeface="Gill Sans Std Light" pitchFamily="34" charset="0"/>
              </a:rPr>
              <a:t>Dados </a:t>
            </a:r>
            <a:r>
              <a:rPr lang="pt-BR" sz="1400" b="1" dirty="0">
                <a:solidFill>
                  <a:srgbClr val="6E6259"/>
                </a:solidFill>
                <a:latin typeface="Gill Sans Std Light" pitchFamily="34" charset="0"/>
              </a:rPr>
              <a:t>de </a:t>
            </a:r>
            <a:r>
              <a:rPr lang="pt-BR" sz="1400" b="1" dirty="0" smtClean="0">
                <a:solidFill>
                  <a:srgbClr val="6E6259"/>
                </a:solidFill>
                <a:latin typeface="Gill Sans Std Light" pitchFamily="34" charset="0"/>
              </a:rPr>
              <a:t>Erros Conhecidos?</a:t>
            </a:r>
          </a:p>
          <a:p>
            <a:pPr eaLnBrk="1" hangingPunct="1"/>
            <a:r>
              <a:rPr lang="pt-BR" sz="1400" dirty="0">
                <a:solidFill>
                  <a:srgbClr val="6E6259"/>
                </a:solidFill>
                <a:latin typeface="Gill Sans Std Light" pitchFamily="34" charset="0"/>
              </a:rPr>
              <a:t>É o local </a:t>
            </a:r>
            <a:r>
              <a:rPr lang="pt-BR" sz="1400" dirty="0" smtClean="0">
                <a:solidFill>
                  <a:srgbClr val="6E6259"/>
                </a:solidFill>
                <a:latin typeface="Gill Sans Std Light" pitchFamily="34" charset="0"/>
              </a:rPr>
              <a:t>onde são registrados os </a:t>
            </a:r>
            <a:r>
              <a:rPr lang="pt-BR" sz="1400" dirty="0">
                <a:solidFill>
                  <a:srgbClr val="6E6259"/>
                </a:solidFill>
                <a:latin typeface="Gill Sans Std Light" pitchFamily="34" charset="0"/>
              </a:rPr>
              <a:t>erros já corrigidos e as soluções </a:t>
            </a:r>
            <a:r>
              <a:rPr lang="pt-BR" sz="1400" dirty="0" smtClean="0">
                <a:solidFill>
                  <a:srgbClr val="6E6259"/>
                </a:solidFill>
                <a:latin typeface="Gill Sans Std Light" pitchFamily="34" charset="0"/>
              </a:rPr>
              <a:t>de contorno. </a:t>
            </a:r>
            <a:r>
              <a:rPr lang="pt-BR" sz="1400" dirty="0">
                <a:solidFill>
                  <a:srgbClr val="6E6259"/>
                </a:solidFill>
                <a:latin typeface="Gill Sans Std Light" pitchFamily="34" charset="0"/>
              </a:rPr>
              <a:t>É a base de conhecimento.</a:t>
            </a:r>
          </a:p>
          <a:p>
            <a:pPr algn="just" eaLnBrk="1" hangingPunct="1"/>
            <a:endParaRPr lang="pt-BR" sz="1400" dirty="0">
              <a:solidFill>
                <a:srgbClr val="6E6259"/>
              </a:solidFill>
              <a:latin typeface="Gill Sans Std Light" pitchFamily="34" charset="0"/>
            </a:endParaRPr>
          </a:p>
        </p:txBody>
      </p:sp>
      <p:pic>
        <p:nvPicPr>
          <p:cNvPr id="6" name="Picture 2" descr="E:\Users\BR92457\Desktop\Apresentação TD\Fotos\EK_Ciclo18-14_0014.jpg"/>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50706"/>
            <a:ext cx="1413518" cy="124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276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5554534" cy="369332"/>
          </a:xfrm>
          <a:prstGeom prst="rect">
            <a:avLst/>
          </a:prstGeom>
          <a:noFill/>
        </p:spPr>
        <p:txBody>
          <a:bodyPr wrap="none" rtlCol="0">
            <a:spAutoFit/>
          </a:bodyPr>
          <a:lstStyle/>
          <a:p>
            <a:r>
              <a:rPr lang="pt-BR" b="1" dirty="0" smtClean="0">
                <a:solidFill>
                  <a:srgbClr val="6E6259"/>
                </a:solidFill>
                <a:latin typeface="Gill Sans Std ExtraBold" pitchFamily="34" charset="0"/>
              </a:rPr>
              <a:t>3. BENEFÍCIOS DA GESTÃO DE PROBLEMAS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indent="-285750" algn="just" eaLnBrk="1" hangingPunct="1">
              <a:buFont typeface="Arial" pitchFamily="34" charset="0"/>
              <a:buChar char="•"/>
            </a:pPr>
            <a:r>
              <a:rPr lang="pt-BR" sz="1400" dirty="0" smtClean="0">
                <a:solidFill>
                  <a:srgbClr val="6E6259"/>
                </a:solidFill>
                <a:latin typeface="Gill Sans Std Light" pitchFamily="34" charset="0"/>
              </a:rPr>
              <a:t>Otimização e melhoria na qualidade dos serviços de TI</a:t>
            </a:r>
          </a:p>
          <a:p>
            <a:pPr marL="285750" indent="-285750" algn="just" eaLnBrk="1" hangingPunct="1">
              <a:buFont typeface="Arial" pitchFamily="34" charset="0"/>
              <a:buChar char="•"/>
            </a:pPr>
            <a:endParaRPr lang="pt-BR" sz="1400" dirty="0" smtClean="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Soluções permanentes</a:t>
            </a: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Redução do volume de incidentes que impactam o Negócio</a:t>
            </a:r>
          </a:p>
          <a:p>
            <a:pPr marL="285750" indent="-285750" algn="just" eaLnBrk="1" hangingPunct="1">
              <a:buFont typeface="Arial" pitchFamily="34" charset="0"/>
              <a:buChar char="•"/>
            </a:pPr>
            <a:endParaRPr lang="pt-BR" sz="1400" dirty="0" smtClean="0">
              <a:solidFill>
                <a:srgbClr val="6E6259"/>
              </a:solidFill>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Mais proatividade, menos </a:t>
            </a:r>
            <a:r>
              <a:rPr lang="pt-BR" sz="1400" dirty="0" smtClean="0">
                <a:solidFill>
                  <a:srgbClr val="6E6259"/>
                </a:solidFill>
                <a:latin typeface="Gill Sans Std Light" pitchFamily="34" charset="0"/>
              </a:rPr>
              <a:t>reatividade</a:t>
            </a: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Melhora no aprendizado organizacional</a:t>
            </a:r>
          </a:p>
          <a:p>
            <a:pPr marL="285750" indent="-285750" algn="just" eaLnBrk="1" hangingPunct="1">
              <a:buFont typeface="Arial" pitchFamily="34" charset="0"/>
              <a:buChar char="•"/>
            </a:pPr>
            <a:endParaRPr lang="pt-BR" sz="1400" dirty="0" smtClean="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Maior taxa de resolução de incidentes no primeiro nível</a:t>
            </a:r>
          </a:p>
          <a:p>
            <a:pPr marL="285750" indent="-285750" algn="just" eaLnBrk="1" hangingPunct="1">
              <a:buFont typeface="Arial" pitchFamily="34" charset="0"/>
              <a:buChar char="•"/>
            </a:pPr>
            <a:endParaRPr lang="pt-BR" sz="1400" dirty="0" smtClean="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Antecipação aos problemas</a:t>
            </a:r>
          </a:p>
          <a:p>
            <a:pPr algn="just" eaLnBrk="1" hangingPunct="1"/>
            <a:endParaRPr lang="pt-BR" sz="1400" dirty="0" smtClean="0">
              <a:solidFill>
                <a:srgbClr val="6E6259"/>
              </a:solidFill>
              <a:latin typeface="Gill Sans Std Light" pitchFamily="34" charset="0"/>
            </a:endParaRPr>
          </a:p>
          <a:p>
            <a:pPr algn="just" eaLnBrk="1" hangingPunct="1"/>
            <a:endParaRPr lang="pt-BR" sz="1400" dirty="0">
              <a:solidFill>
                <a:srgbClr val="6E6259"/>
              </a:solidFill>
              <a:latin typeface="Gill Sans Std Light" pitchFamily="34" charset="0"/>
            </a:endParaRPr>
          </a:p>
          <a:p>
            <a:pPr algn="just" eaLnBrk="1" hangingPunct="1"/>
            <a:endParaRPr lang="pt-BR" sz="1400" dirty="0">
              <a:solidFill>
                <a:srgbClr val="6E6259"/>
              </a:solidFill>
              <a:latin typeface="Gill Sans Std Light" pitchFamily="34" charset="0"/>
            </a:endParaRPr>
          </a:p>
        </p:txBody>
      </p:sp>
      <p:pic>
        <p:nvPicPr>
          <p:cNvPr id="7" name="Picture 2" descr="E:\Users\BR92457\Desktop\Apresentação TD\Fotos\LT_EK_Ciclo01-15_00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4157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3300071" cy="369332"/>
          </a:xfrm>
          <a:prstGeom prst="rect">
            <a:avLst/>
          </a:prstGeom>
          <a:noFill/>
        </p:spPr>
        <p:txBody>
          <a:bodyPr wrap="none" rtlCol="0">
            <a:spAutoFit/>
          </a:bodyPr>
          <a:lstStyle/>
          <a:p>
            <a:r>
              <a:rPr lang="pt-BR" b="1" dirty="0">
                <a:solidFill>
                  <a:srgbClr val="6E6259"/>
                </a:solidFill>
                <a:latin typeface="Gill Sans Std ExtraBold" pitchFamily="34" charset="0"/>
              </a:rPr>
              <a:t>4</a:t>
            </a:r>
            <a:r>
              <a:rPr lang="pt-BR" b="1" dirty="0" smtClean="0">
                <a:solidFill>
                  <a:srgbClr val="6E6259"/>
                </a:solidFill>
                <a:latin typeface="Gill Sans Std ExtraBold" pitchFamily="34" charset="0"/>
              </a:rPr>
              <a:t>. ETAPAS DO PROCESSO</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6" name="Divisa 15"/>
          <p:cNvSpPr/>
          <p:nvPr/>
        </p:nvSpPr>
        <p:spPr>
          <a:xfrm>
            <a:off x="1475656" y="2320516"/>
            <a:ext cx="1512168" cy="648072"/>
          </a:xfrm>
          <a:prstGeom prst="chevron">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pt-BR" sz="1000" b="1" dirty="0" smtClean="0">
                <a:solidFill>
                  <a:schemeClr val="bg1"/>
                </a:solidFill>
              </a:rPr>
              <a:t>Gestão de Incidentes</a:t>
            </a:r>
            <a:endParaRPr lang="pt-BR" sz="1000" b="1" dirty="0">
              <a:solidFill>
                <a:schemeClr val="bg1"/>
              </a:solidFill>
            </a:endParaRPr>
          </a:p>
        </p:txBody>
      </p:sp>
      <p:sp>
        <p:nvSpPr>
          <p:cNvPr id="19" name="Divisa 18"/>
          <p:cNvSpPr/>
          <p:nvPr/>
        </p:nvSpPr>
        <p:spPr>
          <a:xfrm>
            <a:off x="6444208" y="2320516"/>
            <a:ext cx="1512168" cy="648072"/>
          </a:xfrm>
          <a:prstGeom prst="chevron">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pt-BR" sz="1000" b="1" dirty="0" smtClean="0">
                <a:solidFill>
                  <a:schemeClr val="bg1"/>
                </a:solidFill>
              </a:rPr>
              <a:t>Gestão de Mudanças</a:t>
            </a:r>
            <a:endParaRPr lang="pt-BR" sz="1000" b="1" dirty="0">
              <a:solidFill>
                <a:schemeClr val="bg1"/>
              </a:solidFill>
            </a:endParaRPr>
          </a:p>
        </p:txBody>
      </p:sp>
      <p:grpSp>
        <p:nvGrpSpPr>
          <p:cNvPr id="20" name="Grupo 19"/>
          <p:cNvGrpSpPr/>
          <p:nvPr/>
        </p:nvGrpSpPr>
        <p:grpSpPr>
          <a:xfrm>
            <a:off x="3131840" y="722470"/>
            <a:ext cx="3240360" cy="4298346"/>
            <a:chOff x="3131840" y="722470"/>
            <a:chExt cx="3240360" cy="4298346"/>
          </a:xfrm>
        </p:grpSpPr>
        <p:graphicFrame>
          <p:nvGraphicFramePr>
            <p:cNvPr id="6" name="Diagrama 5"/>
            <p:cNvGraphicFramePr/>
            <p:nvPr>
              <p:extLst>
                <p:ext uri="{D42A27DB-BD31-4B8C-83A1-F6EECF244321}">
                  <p14:modId xmlns:p14="http://schemas.microsoft.com/office/powerpoint/2010/main" val="1300760377"/>
                </p:ext>
              </p:extLst>
            </p:nvPr>
          </p:nvGraphicFramePr>
          <p:xfrm>
            <a:off x="3131840" y="1109813"/>
            <a:ext cx="3240360" cy="39110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Fluxograma: Processo 17"/>
            <p:cNvSpPr/>
            <p:nvPr/>
          </p:nvSpPr>
          <p:spPr>
            <a:xfrm>
              <a:off x="3203848" y="722470"/>
              <a:ext cx="2952328" cy="337906"/>
            </a:xfrm>
            <a:prstGeom prst="flowChartProcess">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pt-BR" sz="1600" dirty="0" smtClean="0"/>
                <a:t>Gestão de Problemas</a:t>
              </a:r>
              <a:endParaRPr lang="pt-BR" sz="1600" dirty="0"/>
            </a:p>
          </p:txBody>
        </p:sp>
      </p:grpSp>
      <p:pic>
        <p:nvPicPr>
          <p:cNvPr id="10" name="Picture 2" descr="E:\Users\BR92457\Desktop\Apresentação TD\Fotos\EK_Ciclo18-14_0014.jpg"/>
          <p:cNvPicPr>
            <a:picLocks noChangeAspect="1" noChangeArrowheads="1"/>
          </p:cNvPicPr>
          <p:nvPr/>
        </p:nvPicPr>
        <p:blipFill rotWithShape="1">
          <a:blip r:embed="rId8" cstate="screen">
            <a:extLst>
              <a:ext uri="{BEBA8EAE-BF5A-486C-A8C5-ECC9F3942E4B}">
                <a14:imgProps xmlns:a14="http://schemas.microsoft.com/office/drawing/2010/main">
                  <a14:imgLayer r:embed="rId9">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68688"/>
            <a:ext cx="1413518" cy="124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0094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2" descr="E:\Users\BR92457\Desktop\Apresentação TD\Fotos\LT_EK_Ciclo01-15_0001.jp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251520" y="268288"/>
            <a:ext cx="3388620" cy="369332"/>
          </a:xfrm>
          <a:prstGeom prst="rect">
            <a:avLst/>
          </a:prstGeom>
          <a:noFill/>
        </p:spPr>
        <p:txBody>
          <a:bodyPr wrap="none" rtlCol="0">
            <a:spAutoFit/>
          </a:bodyPr>
          <a:lstStyle/>
          <a:p>
            <a:r>
              <a:rPr lang="pt-BR" b="1" dirty="0">
                <a:solidFill>
                  <a:srgbClr val="6E6259"/>
                </a:solidFill>
                <a:latin typeface="Gill Sans Std ExtraBold" pitchFamily="34" charset="0"/>
              </a:rPr>
              <a:t>5</a:t>
            </a:r>
            <a:r>
              <a:rPr lang="pt-BR" b="1" dirty="0" smtClean="0">
                <a:solidFill>
                  <a:srgbClr val="6E6259"/>
                </a:solidFill>
                <a:latin typeface="Gill Sans Std ExtraBold" pitchFamily="34" charset="0"/>
              </a:rPr>
              <a:t>. PRAZOS DO PROCESSO</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3"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4" name="Diagrama 23"/>
          <p:cNvGraphicFramePr/>
          <p:nvPr>
            <p:extLst>
              <p:ext uri="{D42A27DB-BD31-4B8C-83A1-F6EECF244321}">
                <p14:modId xmlns:p14="http://schemas.microsoft.com/office/powerpoint/2010/main" val="1460951401"/>
              </p:ext>
            </p:extLst>
          </p:nvPr>
        </p:nvGraphicFramePr>
        <p:xfrm>
          <a:off x="155749" y="1927094"/>
          <a:ext cx="8921475" cy="19415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3" name="Texto Explicativo 2 22"/>
          <p:cNvSpPr/>
          <p:nvPr/>
        </p:nvSpPr>
        <p:spPr>
          <a:xfrm>
            <a:off x="1009061" y="1060376"/>
            <a:ext cx="936104" cy="1152128"/>
          </a:xfrm>
          <a:prstGeom prst="borderCallout2">
            <a:avLst/>
          </a:prstGeom>
          <a:solidFill>
            <a:srgbClr val="FFFFCC"/>
          </a:solidFill>
          <a:ln>
            <a:solidFill>
              <a:schemeClr val="tx1">
                <a:lumMod val="65000"/>
                <a:lumOff val="35000"/>
              </a:schemeClr>
            </a:solidFill>
          </a:ln>
          <a:effectLst>
            <a:outerShdw blurRad="50800" dist="38100" dir="5400000" algn="t" rotWithShape="0">
              <a:prstClr val="black">
                <a:alpha val="40000"/>
              </a:prstClr>
            </a:outerShdw>
          </a:effectLst>
        </p:spPr>
        <p:style>
          <a:lnRef idx="1">
            <a:schemeClr val="accent4"/>
          </a:lnRef>
          <a:fillRef idx="3">
            <a:schemeClr val="accent4"/>
          </a:fillRef>
          <a:effectRef idx="2">
            <a:schemeClr val="accent4"/>
          </a:effectRef>
          <a:fontRef idx="minor">
            <a:schemeClr val="lt1"/>
          </a:fontRef>
        </p:style>
        <p:txBody>
          <a:bodyPr rtlCol="0" anchor="ctr"/>
          <a:lstStyle/>
          <a:p>
            <a:r>
              <a:rPr lang="pt-BR" sz="900" dirty="0" smtClean="0">
                <a:solidFill>
                  <a:schemeClr val="tx1"/>
                </a:solidFill>
              </a:rPr>
              <a:t>NCC atualiza a informação no portal ITSM e anexa o comunicado  e relatório do incidente (RI) </a:t>
            </a:r>
            <a:endParaRPr lang="pt-BR" sz="900" dirty="0">
              <a:solidFill>
                <a:schemeClr val="tx1"/>
              </a:solidFill>
            </a:endParaRPr>
          </a:p>
        </p:txBody>
      </p:sp>
      <p:sp>
        <p:nvSpPr>
          <p:cNvPr id="26" name="Texto Explicativo 2 25"/>
          <p:cNvSpPr/>
          <p:nvPr/>
        </p:nvSpPr>
        <p:spPr>
          <a:xfrm>
            <a:off x="2987824" y="106037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r>
              <a:rPr lang="pt-BR" sz="900" dirty="0" smtClean="0">
                <a:solidFill>
                  <a:schemeClr val="tx1"/>
                </a:solidFill>
              </a:rPr>
              <a:t>O problema é aberto e o responsável é definido na própria reunião de Bom Dia TD caso o fórum determine</a:t>
            </a:r>
            <a:endParaRPr lang="pt-BR" sz="900" dirty="0">
              <a:solidFill>
                <a:schemeClr val="tx1"/>
              </a:solidFill>
            </a:endParaRPr>
          </a:p>
        </p:txBody>
      </p:sp>
      <p:sp>
        <p:nvSpPr>
          <p:cNvPr id="27" name="Texto Explicativo 2 26"/>
          <p:cNvSpPr/>
          <p:nvPr/>
        </p:nvSpPr>
        <p:spPr>
          <a:xfrm>
            <a:off x="5004048" y="106037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pt-BR" sz="900" dirty="0" smtClean="0">
                <a:solidFill>
                  <a:schemeClr val="tx1"/>
                </a:solidFill>
              </a:rPr>
              <a:t>Equipe técnica faz o planejamento necessário para correção definitiva e atualiza o status na ferramenta</a:t>
            </a:r>
            <a:endParaRPr lang="pt-BR" sz="900" dirty="0">
              <a:solidFill>
                <a:schemeClr val="tx1"/>
              </a:solidFill>
            </a:endParaRPr>
          </a:p>
        </p:txBody>
      </p:sp>
      <p:sp>
        <p:nvSpPr>
          <p:cNvPr id="28" name="Texto Explicativo 2 27"/>
          <p:cNvSpPr/>
          <p:nvPr/>
        </p:nvSpPr>
        <p:spPr>
          <a:xfrm>
            <a:off x="7092280" y="106037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pt-BR" sz="900" dirty="0" smtClean="0">
                <a:solidFill>
                  <a:schemeClr val="tx1"/>
                </a:solidFill>
              </a:rPr>
              <a:t>Monitoramento das correções efetuadas  por um período pré determinado</a:t>
            </a:r>
            <a:endParaRPr lang="pt-BR" sz="900" dirty="0">
              <a:solidFill>
                <a:schemeClr val="tx1"/>
              </a:solidFill>
            </a:endParaRPr>
          </a:p>
        </p:txBody>
      </p:sp>
      <p:grpSp>
        <p:nvGrpSpPr>
          <p:cNvPr id="34" name="Grupo 33"/>
          <p:cNvGrpSpPr/>
          <p:nvPr/>
        </p:nvGrpSpPr>
        <p:grpSpPr>
          <a:xfrm>
            <a:off x="251520" y="3580656"/>
            <a:ext cx="936104" cy="1152128"/>
            <a:chOff x="251520" y="3580656"/>
            <a:chExt cx="936104" cy="1152128"/>
          </a:xfrm>
        </p:grpSpPr>
        <p:sp>
          <p:nvSpPr>
            <p:cNvPr id="29" name="Texto Explicativo 2 28"/>
            <p:cNvSpPr/>
            <p:nvPr/>
          </p:nvSpPr>
          <p:spPr>
            <a:xfrm flipH="1" flipV="1">
              <a:off x="251520"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solidFill>
                  <a:schemeClr val="tx1"/>
                </a:solidFill>
              </a:endParaRPr>
            </a:p>
          </p:txBody>
        </p:sp>
        <p:sp>
          <p:nvSpPr>
            <p:cNvPr id="33" name="CaixaDeTexto 32"/>
            <p:cNvSpPr txBox="1"/>
            <p:nvPr/>
          </p:nvSpPr>
          <p:spPr>
            <a:xfrm>
              <a:off x="251520" y="3625806"/>
              <a:ext cx="936104" cy="923330"/>
            </a:xfrm>
            <a:prstGeom prst="rect">
              <a:avLst/>
            </a:prstGeom>
            <a:noFill/>
          </p:spPr>
          <p:txBody>
            <a:bodyPr wrap="square" rtlCol="0">
              <a:spAutoFit/>
            </a:bodyPr>
            <a:lstStyle/>
            <a:p>
              <a:r>
                <a:rPr lang="pt-BR" sz="900" dirty="0" smtClean="0"/>
                <a:t>Discussão dos incidentes D-1 e também análise da necessidade de abertura do problema </a:t>
              </a:r>
              <a:endParaRPr lang="pt-BR" sz="900" dirty="0"/>
            </a:p>
          </p:txBody>
        </p:sp>
      </p:grpSp>
      <p:grpSp>
        <p:nvGrpSpPr>
          <p:cNvPr id="36" name="Grupo 35"/>
          <p:cNvGrpSpPr/>
          <p:nvPr/>
        </p:nvGrpSpPr>
        <p:grpSpPr>
          <a:xfrm>
            <a:off x="2411760" y="3580656"/>
            <a:ext cx="936104" cy="1200329"/>
            <a:chOff x="2411760" y="3580656"/>
            <a:chExt cx="936104" cy="1200329"/>
          </a:xfrm>
        </p:grpSpPr>
        <p:sp>
          <p:nvSpPr>
            <p:cNvPr id="30" name="Texto Explicativo 2 29"/>
            <p:cNvSpPr/>
            <p:nvPr/>
          </p:nvSpPr>
          <p:spPr>
            <a:xfrm flipH="1" flipV="1">
              <a:off x="2411760"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p>
          </p:txBody>
        </p:sp>
        <p:sp>
          <p:nvSpPr>
            <p:cNvPr id="35" name="CaixaDeTexto 34"/>
            <p:cNvSpPr txBox="1"/>
            <p:nvPr/>
          </p:nvSpPr>
          <p:spPr>
            <a:xfrm>
              <a:off x="2411760" y="3580656"/>
              <a:ext cx="936104" cy="1200329"/>
            </a:xfrm>
            <a:prstGeom prst="rect">
              <a:avLst/>
            </a:prstGeom>
            <a:noFill/>
          </p:spPr>
          <p:txBody>
            <a:bodyPr wrap="square" rtlCol="0">
              <a:spAutoFit/>
            </a:bodyPr>
            <a:lstStyle/>
            <a:p>
              <a:r>
                <a:rPr lang="pt-BR" sz="900" dirty="0" smtClean="0"/>
                <a:t>Equipe técnica investiga a origem do incidente, preenche o RCA e atualiza o status na ferramenta</a:t>
              </a:r>
              <a:endParaRPr lang="pt-BR" sz="900" dirty="0"/>
            </a:p>
          </p:txBody>
        </p:sp>
      </p:grpSp>
      <p:grpSp>
        <p:nvGrpSpPr>
          <p:cNvPr id="38" name="Grupo 37"/>
          <p:cNvGrpSpPr/>
          <p:nvPr/>
        </p:nvGrpSpPr>
        <p:grpSpPr>
          <a:xfrm>
            <a:off x="4355976" y="3580656"/>
            <a:ext cx="936104" cy="1152128"/>
            <a:chOff x="4355976" y="3580656"/>
            <a:chExt cx="936104" cy="1152128"/>
          </a:xfrm>
        </p:grpSpPr>
        <p:sp>
          <p:nvSpPr>
            <p:cNvPr id="31" name="Texto Explicativo 2 30"/>
            <p:cNvSpPr/>
            <p:nvPr/>
          </p:nvSpPr>
          <p:spPr>
            <a:xfrm flipH="1" flipV="1">
              <a:off x="4355976"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p>
          </p:txBody>
        </p:sp>
        <p:sp>
          <p:nvSpPr>
            <p:cNvPr id="37" name="CaixaDeTexto 36"/>
            <p:cNvSpPr txBox="1"/>
            <p:nvPr/>
          </p:nvSpPr>
          <p:spPr>
            <a:xfrm>
              <a:off x="4355976" y="3625806"/>
              <a:ext cx="936104" cy="1061829"/>
            </a:xfrm>
            <a:prstGeom prst="rect">
              <a:avLst/>
            </a:prstGeom>
            <a:noFill/>
          </p:spPr>
          <p:txBody>
            <a:bodyPr wrap="square" rtlCol="0">
              <a:spAutoFit/>
            </a:bodyPr>
            <a:lstStyle/>
            <a:p>
              <a:pPr algn="ctr"/>
              <a:r>
                <a:rPr lang="pt-BR" sz="900" dirty="0" smtClean="0"/>
                <a:t>Equipe técnica executa as ações de correção conforme o agendamento da SM</a:t>
              </a:r>
              <a:endParaRPr lang="pt-BR" sz="900" dirty="0"/>
            </a:p>
          </p:txBody>
        </p:sp>
      </p:grpSp>
      <p:grpSp>
        <p:nvGrpSpPr>
          <p:cNvPr id="55" name="Grupo 54"/>
          <p:cNvGrpSpPr/>
          <p:nvPr/>
        </p:nvGrpSpPr>
        <p:grpSpPr>
          <a:xfrm>
            <a:off x="6228184" y="3580655"/>
            <a:ext cx="962980" cy="1152129"/>
            <a:chOff x="6228184" y="3580655"/>
            <a:chExt cx="962980" cy="1152129"/>
          </a:xfrm>
        </p:grpSpPr>
        <p:sp>
          <p:nvSpPr>
            <p:cNvPr id="32" name="Texto Explicativo 2 31"/>
            <p:cNvSpPr/>
            <p:nvPr/>
          </p:nvSpPr>
          <p:spPr>
            <a:xfrm flipH="1" flipV="1">
              <a:off x="6228184"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p>
          </p:txBody>
        </p:sp>
        <p:sp>
          <p:nvSpPr>
            <p:cNvPr id="39" name="Retângulo 38"/>
            <p:cNvSpPr/>
            <p:nvPr/>
          </p:nvSpPr>
          <p:spPr>
            <a:xfrm>
              <a:off x="6250038" y="3580655"/>
              <a:ext cx="941126" cy="1061829"/>
            </a:xfrm>
            <a:prstGeom prst="rect">
              <a:avLst/>
            </a:prstGeom>
          </p:spPr>
          <p:txBody>
            <a:bodyPr wrap="square">
              <a:spAutoFit/>
            </a:bodyPr>
            <a:lstStyle/>
            <a:p>
              <a:pPr algn="ctr"/>
              <a:r>
                <a:rPr lang="pt-BR" sz="900" dirty="0" smtClean="0"/>
                <a:t>Após o período de monitoração estipulado, se não houve mais ocorrência o problema é encerrado</a:t>
              </a:r>
              <a:endParaRPr lang="pt-BR" sz="900" dirty="0"/>
            </a:p>
          </p:txBody>
        </p:sp>
      </p:grpSp>
      <p:grpSp>
        <p:nvGrpSpPr>
          <p:cNvPr id="44" name="Grupo 43"/>
          <p:cNvGrpSpPr/>
          <p:nvPr/>
        </p:nvGrpSpPr>
        <p:grpSpPr>
          <a:xfrm>
            <a:off x="2908112" y="2800181"/>
            <a:ext cx="655776" cy="286872"/>
            <a:chOff x="2908112" y="2789148"/>
            <a:chExt cx="655776" cy="286872"/>
          </a:xfrm>
        </p:grpSpPr>
        <p:sp>
          <p:nvSpPr>
            <p:cNvPr id="41" name="Triângulo isósceles 40"/>
            <p:cNvSpPr/>
            <p:nvPr/>
          </p:nvSpPr>
          <p:spPr>
            <a:xfrm>
              <a:off x="3163992" y="2789148"/>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42" name="CaixaDeTexto 41"/>
            <p:cNvSpPr txBox="1"/>
            <p:nvPr/>
          </p:nvSpPr>
          <p:spPr>
            <a:xfrm>
              <a:off x="2908112" y="2860576"/>
              <a:ext cx="655776" cy="215444"/>
            </a:xfrm>
            <a:prstGeom prst="rect">
              <a:avLst/>
            </a:prstGeom>
            <a:noFill/>
          </p:spPr>
          <p:txBody>
            <a:bodyPr wrap="square" rtlCol="0">
              <a:spAutoFit/>
            </a:bodyPr>
            <a:lstStyle/>
            <a:p>
              <a:r>
                <a:rPr lang="pt-BR" sz="800" dirty="0" smtClean="0"/>
                <a:t>2 dias úteis</a:t>
              </a:r>
              <a:endParaRPr lang="pt-BR" sz="800" dirty="0"/>
            </a:p>
          </p:txBody>
        </p:sp>
      </p:grpSp>
      <p:grpSp>
        <p:nvGrpSpPr>
          <p:cNvPr id="49" name="Grupo 48"/>
          <p:cNvGrpSpPr/>
          <p:nvPr/>
        </p:nvGrpSpPr>
        <p:grpSpPr>
          <a:xfrm>
            <a:off x="3923928" y="2800181"/>
            <a:ext cx="655776" cy="286872"/>
            <a:chOff x="2908112" y="2789148"/>
            <a:chExt cx="655776" cy="286872"/>
          </a:xfrm>
        </p:grpSpPr>
        <p:sp>
          <p:nvSpPr>
            <p:cNvPr id="50" name="Triângulo isósceles 49"/>
            <p:cNvSpPr/>
            <p:nvPr/>
          </p:nvSpPr>
          <p:spPr>
            <a:xfrm>
              <a:off x="3163992" y="2789148"/>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51" name="CaixaDeTexto 50"/>
            <p:cNvSpPr txBox="1"/>
            <p:nvPr/>
          </p:nvSpPr>
          <p:spPr>
            <a:xfrm>
              <a:off x="2908112" y="2860576"/>
              <a:ext cx="655776" cy="215444"/>
            </a:xfrm>
            <a:prstGeom prst="rect">
              <a:avLst/>
            </a:prstGeom>
            <a:noFill/>
          </p:spPr>
          <p:txBody>
            <a:bodyPr wrap="square" rtlCol="0">
              <a:spAutoFit/>
            </a:bodyPr>
            <a:lstStyle/>
            <a:p>
              <a:r>
                <a:rPr lang="pt-BR" sz="800" dirty="0" smtClean="0"/>
                <a:t>2 dias úteis</a:t>
              </a:r>
              <a:endParaRPr lang="pt-BR" sz="800" dirty="0"/>
            </a:p>
          </p:txBody>
        </p:sp>
      </p:grpSp>
      <p:grpSp>
        <p:nvGrpSpPr>
          <p:cNvPr id="45" name="Grupo 44"/>
          <p:cNvGrpSpPr/>
          <p:nvPr/>
        </p:nvGrpSpPr>
        <p:grpSpPr>
          <a:xfrm>
            <a:off x="4860032" y="2738626"/>
            <a:ext cx="763788" cy="409982"/>
            <a:chOff x="6025714" y="457266"/>
            <a:chExt cx="763788" cy="409982"/>
          </a:xfrm>
        </p:grpSpPr>
        <p:sp>
          <p:nvSpPr>
            <p:cNvPr id="53" name="Triângulo isósceles 52"/>
            <p:cNvSpPr/>
            <p:nvPr/>
          </p:nvSpPr>
          <p:spPr>
            <a:xfrm>
              <a:off x="6335600" y="457266"/>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54" name="CaixaDeTexto 53"/>
            <p:cNvSpPr txBox="1"/>
            <p:nvPr/>
          </p:nvSpPr>
          <p:spPr>
            <a:xfrm>
              <a:off x="6025714" y="528694"/>
              <a:ext cx="763788" cy="338554"/>
            </a:xfrm>
            <a:prstGeom prst="rect">
              <a:avLst/>
            </a:prstGeom>
            <a:noFill/>
          </p:spPr>
          <p:txBody>
            <a:bodyPr wrap="square" rtlCol="0">
              <a:spAutoFit/>
            </a:bodyPr>
            <a:lstStyle/>
            <a:p>
              <a:pPr algn="ctr"/>
              <a:r>
                <a:rPr lang="pt-BR" sz="800" dirty="0" smtClean="0"/>
                <a:t>Conforme Planejamento</a:t>
              </a:r>
              <a:endParaRPr lang="pt-BR" sz="800" dirty="0"/>
            </a:p>
          </p:txBody>
        </p:sp>
      </p:grpSp>
      <p:grpSp>
        <p:nvGrpSpPr>
          <p:cNvPr id="56" name="Grupo 55"/>
          <p:cNvGrpSpPr/>
          <p:nvPr/>
        </p:nvGrpSpPr>
        <p:grpSpPr>
          <a:xfrm>
            <a:off x="5868144" y="2738626"/>
            <a:ext cx="763788" cy="409982"/>
            <a:chOff x="6025714" y="457266"/>
            <a:chExt cx="763788" cy="409982"/>
          </a:xfrm>
        </p:grpSpPr>
        <p:sp>
          <p:nvSpPr>
            <p:cNvPr id="57" name="Triângulo isósceles 56"/>
            <p:cNvSpPr/>
            <p:nvPr/>
          </p:nvSpPr>
          <p:spPr>
            <a:xfrm>
              <a:off x="6335600" y="457266"/>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58" name="CaixaDeTexto 57"/>
            <p:cNvSpPr txBox="1"/>
            <p:nvPr/>
          </p:nvSpPr>
          <p:spPr>
            <a:xfrm>
              <a:off x="6025714" y="528694"/>
              <a:ext cx="763788" cy="338554"/>
            </a:xfrm>
            <a:prstGeom prst="rect">
              <a:avLst/>
            </a:prstGeom>
            <a:noFill/>
          </p:spPr>
          <p:txBody>
            <a:bodyPr wrap="square" rtlCol="0">
              <a:spAutoFit/>
            </a:bodyPr>
            <a:lstStyle/>
            <a:p>
              <a:pPr algn="ctr"/>
              <a:r>
                <a:rPr lang="pt-BR" sz="800" dirty="0" smtClean="0"/>
                <a:t>Conforme Implantação</a:t>
              </a:r>
              <a:endParaRPr lang="pt-BR" sz="800" dirty="0"/>
            </a:p>
          </p:txBody>
        </p:sp>
      </p:grpSp>
      <p:grpSp>
        <p:nvGrpSpPr>
          <p:cNvPr id="59" name="Grupo 58"/>
          <p:cNvGrpSpPr/>
          <p:nvPr/>
        </p:nvGrpSpPr>
        <p:grpSpPr>
          <a:xfrm>
            <a:off x="6782394" y="2738626"/>
            <a:ext cx="957958" cy="533093"/>
            <a:chOff x="6025714" y="457266"/>
            <a:chExt cx="763788" cy="533093"/>
          </a:xfrm>
        </p:grpSpPr>
        <p:sp>
          <p:nvSpPr>
            <p:cNvPr id="60" name="Triângulo isósceles 59"/>
            <p:cNvSpPr/>
            <p:nvPr/>
          </p:nvSpPr>
          <p:spPr>
            <a:xfrm>
              <a:off x="6335600" y="457266"/>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61" name="CaixaDeTexto 60"/>
            <p:cNvSpPr txBox="1"/>
            <p:nvPr/>
          </p:nvSpPr>
          <p:spPr>
            <a:xfrm>
              <a:off x="6025714" y="528694"/>
              <a:ext cx="763788" cy="461665"/>
            </a:xfrm>
            <a:prstGeom prst="rect">
              <a:avLst/>
            </a:prstGeom>
            <a:noFill/>
          </p:spPr>
          <p:txBody>
            <a:bodyPr wrap="square" rtlCol="0">
              <a:spAutoFit/>
            </a:bodyPr>
            <a:lstStyle/>
            <a:p>
              <a:pPr algn="ctr"/>
              <a:r>
                <a:rPr lang="pt-BR" sz="800" dirty="0" smtClean="0"/>
                <a:t>Conforme Monitoramento</a:t>
              </a:r>
              <a:endParaRPr lang="pt-BR" sz="800" dirty="0"/>
            </a:p>
          </p:txBody>
        </p:sp>
      </p:grpSp>
      <p:grpSp>
        <p:nvGrpSpPr>
          <p:cNvPr id="3073" name="Grupo 3072"/>
          <p:cNvGrpSpPr/>
          <p:nvPr/>
        </p:nvGrpSpPr>
        <p:grpSpPr>
          <a:xfrm>
            <a:off x="2613634" y="1573730"/>
            <a:ext cx="3542542" cy="1718894"/>
            <a:chOff x="2707496" y="1552826"/>
            <a:chExt cx="3376672" cy="1718894"/>
          </a:xfrm>
        </p:grpSpPr>
        <p:sp>
          <p:nvSpPr>
            <p:cNvPr id="62" name="Arredondar Retângulo em um Canto Diagonal 61"/>
            <p:cNvSpPr/>
            <p:nvPr/>
          </p:nvSpPr>
          <p:spPr>
            <a:xfrm>
              <a:off x="2707496" y="1552826"/>
              <a:ext cx="3376672" cy="1718894"/>
            </a:xfrm>
            <a:prstGeom prst="round2DiagRect">
              <a:avLst/>
            </a:prstGeom>
          </p:spPr>
          <p:style>
            <a:lnRef idx="3">
              <a:schemeClr val="lt1"/>
            </a:lnRef>
            <a:fillRef idx="1">
              <a:schemeClr val="accent4"/>
            </a:fillRef>
            <a:effectRef idx="1">
              <a:schemeClr val="accent4"/>
            </a:effectRef>
            <a:fontRef idx="minor">
              <a:schemeClr val="lt1"/>
            </a:fontRef>
          </p:style>
          <p:txBody>
            <a:bodyPr rtlCol="0" anchor="t" anchorCtr="0"/>
            <a:lstStyle/>
            <a:p>
              <a:endParaRPr lang="pt-BR" sz="1200" dirty="0">
                <a:latin typeface="Arial" pitchFamily="34" charset="0"/>
                <a:cs typeface="Arial" pitchFamily="34" charset="0"/>
              </a:endParaRPr>
            </a:p>
            <a:p>
              <a:r>
                <a:rPr lang="pt-BR" sz="1400" b="1" dirty="0" smtClean="0">
                  <a:latin typeface="Arial" pitchFamily="34" charset="0"/>
                  <a:cs typeface="Arial" pitchFamily="34" charset="0"/>
                </a:rPr>
                <a:t>Resumo:</a:t>
              </a:r>
            </a:p>
            <a:p>
              <a:endParaRPr lang="pt-BR" sz="1200" dirty="0" smtClean="0">
                <a:latin typeface="Arial" pitchFamily="34" charset="0"/>
                <a:cs typeface="Arial" pitchFamily="34" charset="0"/>
              </a:endParaRPr>
            </a:p>
            <a:p>
              <a:r>
                <a:rPr lang="pt-BR" sz="1000" dirty="0" smtClean="0">
                  <a:latin typeface="Gill Sans Std" pitchFamily="34" charset="0"/>
                  <a:cs typeface="Arial" pitchFamily="34" charset="0"/>
                </a:rPr>
                <a:t>À partir da abertura do problema, o prazo para entregar a </a:t>
              </a:r>
              <a:r>
                <a:rPr lang="pt-BR" sz="1200" b="1" dirty="0" smtClean="0">
                  <a:latin typeface="Gill Sans Std ExtraBold" pitchFamily="34" charset="0"/>
                  <a:cs typeface="Arial" pitchFamily="34" charset="0"/>
                </a:rPr>
                <a:t>análise de causa raiz </a:t>
              </a:r>
              <a:r>
                <a:rPr lang="pt-BR" sz="1000" dirty="0" smtClean="0">
                  <a:latin typeface="Gill Sans Std" pitchFamily="34" charset="0"/>
                  <a:cs typeface="Arial" pitchFamily="34" charset="0"/>
                </a:rPr>
                <a:t>e o </a:t>
              </a:r>
              <a:r>
                <a:rPr lang="pt-BR" sz="1200" b="1" dirty="0" smtClean="0">
                  <a:latin typeface="Gill Sans Std ExtraBold" pitchFamily="34" charset="0"/>
                  <a:cs typeface="Arial" pitchFamily="34" charset="0"/>
                </a:rPr>
                <a:t>planejamento</a:t>
              </a:r>
              <a:r>
                <a:rPr lang="pt-BR" sz="1200" dirty="0" smtClean="0">
                  <a:latin typeface="Gill Sans Std ExtraBold" pitchFamily="34" charset="0"/>
                  <a:cs typeface="Arial" pitchFamily="34" charset="0"/>
                </a:rPr>
                <a:t> </a:t>
              </a:r>
              <a:r>
                <a:rPr lang="pt-BR" sz="1200" dirty="0" smtClean="0">
                  <a:latin typeface="Gill Sans Std" pitchFamily="34" charset="0"/>
                  <a:cs typeface="Arial" pitchFamily="34" charset="0"/>
                </a:rPr>
                <a:t>é de </a:t>
              </a:r>
              <a:r>
                <a:rPr lang="pt-BR" sz="1200" b="1" dirty="0">
                  <a:latin typeface="Gill Sans Std ExtraBold" pitchFamily="34" charset="0"/>
                  <a:cs typeface="Arial" pitchFamily="34" charset="0"/>
                </a:rPr>
                <a:t>4</a:t>
              </a:r>
              <a:r>
                <a:rPr lang="pt-BR" sz="1200" b="1" dirty="0" smtClean="0">
                  <a:latin typeface="Gill Sans Std ExtraBold" pitchFamily="34" charset="0"/>
                  <a:cs typeface="Arial" pitchFamily="34" charset="0"/>
                </a:rPr>
                <a:t> dias úteis </a:t>
              </a:r>
              <a:r>
                <a:rPr lang="pt-BR" sz="900" dirty="0" smtClean="0">
                  <a:latin typeface="Gill Sans Std" pitchFamily="34" charset="0"/>
                  <a:cs typeface="Arial" pitchFamily="34" charset="0"/>
                </a:rPr>
                <a:t>para </a:t>
              </a:r>
              <a:r>
                <a:rPr lang="pt-BR" sz="1200" dirty="0" smtClean="0">
                  <a:latin typeface="Gill Sans Std ExtraBold" pitchFamily="34" charset="0"/>
                  <a:cs typeface="Arial" pitchFamily="34" charset="0"/>
                </a:rPr>
                <a:t>SEV </a:t>
              </a:r>
              <a:r>
                <a:rPr lang="pt-BR" sz="1200" b="1" dirty="0">
                  <a:latin typeface="Gill Sans Std ExtraBold" pitchFamily="34" charset="0"/>
                  <a:cs typeface="Arial" pitchFamily="34" charset="0"/>
                </a:rPr>
                <a:t>0</a:t>
              </a:r>
              <a:r>
                <a:rPr lang="pt-BR" sz="1400" dirty="0" smtClean="0">
                  <a:latin typeface="Gill Sans Std ExtraBold" pitchFamily="34" charset="0"/>
                  <a:cs typeface="Arial" pitchFamily="34" charset="0"/>
                </a:rPr>
                <a:t>.</a:t>
              </a:r>
              <a:endParaRPr lang="pt-BR" sz="1400" dirty="0">
                <a:latin typeface="Gill Sans Std ExtraBold" pitchFamily="34" charset="0"/>
                <a:cs typeface="Arial" pitchFamily="34" charset="0"/>
              </a:endParaRPr>
            </a:p>
          </p:txBody>
        </p:sp>
        <p:pic>
          <p:nvPicPr>
            <p:cNvPr id="3078" name="Picture 6" descr="E:\Users\mvmarque\AppData\Local\Microsoft\Windows\Temporary Internet Files\Content.IE5\PNGB27IB\attention_icon[1].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544998" y="1614841"/>
              <a:ext cx="466750" cy="466750"/>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3075" name="Retângulo 3074"/>
          <p:cNvSpPr/>
          <p:nvPr/>
        </p:nvSpPr>
        <p:spPr>
          <a:xfrm>
            <a:off x="251520" y="691044"/>
            <a:ext cx="834267" cy="369332"/>
          </a:xfrm>
          <a:prstGeom prst="rect">
            <a:avLst/>
          </a:prstGeom>
        </p:spPr>
        <p:txBody>
          <a:bodyPr wrap="none">
            <a:spAutoFit/>
          </a:bodyPr>
          <a:lstStyle/>
          <a:p>
            <a:r>
              <a:rPr lang="pt-BR" b="1" dirty="0">
                <a:solidFill>
                  <a:srgbClr val="FF0000"/>
                </a:solidFill>
                <a:latin typeface="Gill Sans Std ExtraBold" pitchFamily="34" charset="0"/>
              </a:rPr>
              <a:t>Sev </a:t>
            </a:r>
            <a:r>
              <a:rPr lang="pt-BR" b="1" dirty="0" smtClean="0">
                <a:solidFill>
                  <a:srgbClr val="FF0000"/>
                </a:solidFill>
                <a:latin typeface="Gill Sans Std ExtraBold" pitchFamily="34" charset="0"/>
              </a:rPr>
              <a:t>0</a:t>
            </a:r>
            <a:endParaRPr lang="pt-BR" b="1" dirty="0">
              <a:solidFill>
                <a:srgbClr val="FF0000"/>
              </a:solidFill>
              <a:latin typeface="Gill Sans Std ExtraBold" pitchFamily="34" charset="0"/>
            </a:endParaRPr>
          </a:p>
        </p:txBody>
      </p:sp>
    </p:spTree>
    <p:extLst>
      <p:ext uri="{BB962C8B-B14F-4D97-AF65-F5344CB8AC3E}">
        <p14:creationId xmlns:p14="http://schemas.microsoft.com/office/powerpoint/2010/main" val="160470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p:cTn id="23" dur="1000" fill="hold"/>
                                        <p:tgtEl>
                                          <p:spTgt spid="44"/>
                                        </p:tgtEl>
                                        <p:attrNameLst>
                                          <p:attrName>ppt_w</p:attrName>
                                        </p:attrNameLst>
                                      </p:cBhvr>
                                      <p:tavLst>
                                        <p:tav tm="0">
                                          <p:val>
                                            <p:fltVal val="0"/>
                                          </p:val>
                                        </p:tav>
                                        <p:tav tm="100000">
                                          <p:val>
                                            <p:strVal val="#ppt_w"/>
                                          </p:val>
                                        </p:tav>
                                      </p:tavLst>
                                    </p:anim>
                                    <p:anim calcmode="lin" valueType="num">
                                      <p:cBhvr>
                                        <p:cTn id="24" dur="1000" fill="hold"/>
                                        <p:tgtEl>
                                          <p:spTgt spid="44"/>
                                        </p:tgtEl>
                                        <p:attrNameLst>
                                          <p:attrName>ppt_h</p:attrName>
                                        </p:attrNameLst>
                                      </p:cBhvr>
                                      <p:tavLst>
                                        <p:tav tm="0">
                                          <p:val>
                                            <p:fltVal val="0"/>
                                          </p:val>
                                        </p:tav>
                                        <p:tav tm="100000">
                                          <p:val>
                                            <p:strVal val="#ppt_h"/>
                                          </p:val>
                                        </p:tav>
                                      </p:tavLst>
                                    </p:anim>
                                    <p:anim calcmode="lin" valueType="num">
                                      <p:cBhvr>
                                        <p:cTn id="2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p:cTn id="35" dur="1000" fill="hold"/>
                                        <p:tgtEl>
                                          <p:spTgt spid="49"/>
                                        </p:tgtEl>
                                        <p:attrNameLst>
                                          <p:attrName>ppt_w</p:attrName>
                                        </p:attrNameLst>
                                      </p:cBhvr>
                                      <p:tavLst>
                                        <p:tav tm="0">
                                          <p:val>
                                            <p:fltVal val="0"/>
                                          </p:val>
                                        </p:tav>
                                        <p:tav tm="100000">
                                          <p:val>
                                            <p:strVal val="#ppt_w"/>
                                          </p:val>
                                        </p:tav>
                                      </p:tavLst>
                                    </p:anim>
                                    <p:anim calcmode="lin" valueType="num">
                                      <p:cBhvr>
                                        <p:cTn id="36" dur="1000" fill="hold"/>
                                        <p:tgtEl>
                                          <p:spTgt spid="49"/>
                                        </p:tgtEl>
                                        <p:attrNameLst>
                                          <p:attrName>ppt_h</p:attrName>
                                        </p:attrNameLst>
                                      </p:cBhvr>
                                      <p:tavLst>
                                        <p:tav tm="0">
                                          <p:val>
                                            <p:fltVal val="0"/>
                                          </p:val>
                                        </p:tav>
                                        <p:tav tm="100000">
                                          <p:val>
                                            <p:strVal val="#ppt_h"/>
                                          </p:val>
                                        </p:tav>
                                      </p:tavLst>
                                    </p:anim>
                                    <p:anim calcmode="lin" valueType="num">
                                      <p:cBhvr>
                                        <p:cTn id="37" dur="1000" fill="hold"/>
                                        <p:tgtEl>
                                          <p:spTgt spid="49"/>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4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 calcmode="lin" valueType="num">
                                      <p:cBhvr>
                                        <p:cTn id="57" dur="500" fill="hold"/>
                                        <p:tgtEl>
                                          <p:spTgt spid="56"/>
                                        </p:tgtEl>
                                        <p:attrNameLst>
                                          <p:attrName>ppt_w</p:attrName>
                                        </p:attrNameLst>
                                      </p:cBhvr>
                                      <p:tavLst>
                                        <p:tav tm="0">
                                          <p:val>
                                            <p:fltVal val="0"/>
                                          </p:val>
                                        </p:tav>
                                        <p:tav tm="100000">
                                          <p:val>
                                            <p:strVal val="#ppt_w"/>
                                          </p:val>
                                        </p:tav>
                                      </p:tavLst>
                                    </p:anim>
                                    <p:anim calcmode="lin" valueType="num">
                                      <p:cBhvr>
                                        <p:cTn id="58"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59"/>
                                        </p:tgtEl>
                                        <p:attrNameLst>
                                          <p:attrName>style.visibility</p:attrName>
                                        </p:attrNameLst>
                                      </p:cBhvr>
                                      <p:to>
                                        <p:strVal val="visible"/>
                                      </p:to>
                                    </p:set>
                                    <p:anim calcmode="lin" valueType="num">
                                      <p:cBhvr>
                                        <p:cTn id="67" dur="500" fill="hold"/>
                                        <p:tgtEl>
                                          <p:spTgt spid="59"/>
                                        </p:tgtEl>
                                        <p:attrNameLst>
                                          <p:attrName>ppt_w</p:attrName>
                                        </p:attrNameLst>
                                      </p:cBhvr>
                                      <p:tavLst>
                                        <p:tav tm="0">
                                          <p:val>
                                            <p:fltVal val="0"/>
                                          </p:val>
                                        </p:tav>
                                        <p:tav tm="100000">
                                          <p:val>
                                            <p:strVal val="#ppt_w"/>
                                          </p:val>
                                        </p:tav>
                                      </p:tavLst>
                                    </p:anim>
                                    <p:anim calcmode="lin" valueType="num">
                                      <p:cBhvr>
                                        <p:cTn id="68"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0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3388620" cy="369332"/>
          </a:xfrm>
          <a:prstGeom prst="rect">
            <a:avLst/>
          </a:prstGeom>
          <a:noFill/>
        </p:spPr>
        <p:txBody>
          <a:bodyPr wrap="none" rtlCol="0">
            <a:spAutoFit/>
          </a:bodyPr>
          <a:lstStyle/>
          <a:p>
            <a:r>
              <a:rPr lang="pt-BR" b="1" dirty="0">
                <a:solidFill>
                  <a:srgbClr val="6E6259"/>
                </a:solidFill>
                <a:latin typeface="Gill Sans Std ExtraBold" pitchFamily="34" charset="0"/>
              </a:rPr>
              <a:t>5</a:t>
            </a:r>
            <a:r>
              <a:rPr lang="pt-BR" b="1" dirty="0" smtClean="0">
                <a:solidFill>
                  <a:srgbClr val="6E6259"/>
                </a:solidFill>
                <a:latin typeface="Gill Sans Std ExtraBold" pitchFamily="34" charset="0"/>
              </a:rPr>
              <a:t>. PRAZOS DO PROCESSO</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4" name="Diagrama 23"/>
          <p:cNvGraphicFramePr/>
          <p:nvPr>
            <p:extLst>
              <p:ext uri="{D42A27DB-BD31-4B8C-83A1-F6EECF244321}">
                <p14:modId xmlns:p14="http://schemas.microsoft.com/office/powerpoint/2010/main" val="3010518454"/>
              </p:ext>
            </p:extLst>
          </p:nvPr>
        </p:nvGraphicFramePr>
        <p:xfrm>
          <a:off x="155749" y="1927094"/>
          <a:ext cx="8921475" cy="19415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o Explicativo 2 22"/>
          <p:cNvSpPr/>
          <p:nvPr/>
        </p:nvSpPr>
        <p:spPr>
          <a:xfrm>
            <a:off x="1009061" y="1060376"/>
            <a:ext cx="936104" cy="1152128"/>
          </a:xfrm>
          <a:prstGeom prst="borderCallout2">
            <a:avLst/>
          </a:prstGeom>
          <a:solidFill>
            <a:srgbClr val="FFFFCC"/>
          </a:solidFill>
          <a:ln>
            <a:solidFill>
              <a:schemeClr val="tx1">
                <a:lumMod val="65000"/>
                <a:lumOff val="35000"/>
              </a:schemeClr>
            </a:solidFill>
          </a:ln>
          <a:effectLst>
            <a:outerShdw blurRad="50800" dist="38100" dir="5400000" algn="t" rotWithShape="0">
              <a:prstClr val="black">
                <a:alpha val="40000"/>
              </a:prstClr>
            </a:outerShdw>
          </a:effectLst>
        </p:spPr>
        <p:style>
          <a:lnRef idx="1">
            <a:schemeClr val="accent4"/>
          </a:lnRef>
          <a:fillRef idx="3">
            <a:schemeClr val="accent4"/>
          </a:fillRef>
          <a:effectRef idx="2">
            <a:schemeClr val="accent4"/>
          </a:effectRef>
          <a:fontRef idx="minor">
            <a:schemeClr val="lt1"/>
          </a:fontRef>
        </p:style>
        <p:txBody>
          <a:bodyPr rtlCol="0" anchor="ctr"/>
          <a:lstStyle/>
          <a:p>
            <a:r>
              <a:rPr lang="pt-BR" sz="900" dirty="0" smtClean="0">
                <a:solidFill>
                  <a:schemeClr val="tx1"/>
                </a:solidFill>
              </a:rPr>
              <a:t>NCC atualiza a informação no portal ITSM e anexa o comunicado  e relatório do incidente (RI) </a:t>
            </a:r>
            <a:endParaRPr lang="pt-BR" sz="900" dirty="0">
              <a:solidFill>
                <a:schemeClr val="tx1"/>
              </a:solidFill>
            </a:endParaRPr>
          </a:p>
        </p:txBody>
      </p:sp>
      <p:sp>
        <p:nvSpPr>
          <p:cNvPr id="26" name="Texto Explicativo 2 25"/>
          <p:cNvSpPr/>
          <p:nvPr/>
        </p:nvSpPr>
        <p:spPr>
          <a:xfrm>
            <a:off x="2987824" y="106037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r>
              <a:rPr lang="pt-BR" sz="900" dirty="0" smtClean="0">
                <a:solidFill>
                  <a:schemeClr val="tx1"/>
                </a:solidFill>
              </a:rPr>
              <a:t>O problema é aberto e o responsável é definido na própria reunião de Bom Dia TI caso o fórum determine</a:t>
            </a:r>
            <a:endParaRPr lang="pt-BR" sz="900" dirty="0">
              <a:solidFill>
                <a:schemeClr val="tx1"/>
              </a:solidFill>
            </a:endParaRPr>
          </a:p>
        </p:txBody>
      </p:sp>
      <p:sp>
        <p:nvSpPr>
          <p:cNvPr id="27" name="Texto Explicativo 2 26"/>
          <p:cNvSpPr/>
          <p:nvPr/>
        </p:nvSpPr>
        <p:spPr>
          <a:xfrm>
            <a:off x="5004048" y="106037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pt-BR" sz="900" dirty="0" smtClean="0">
                <a:solidFill>
                  <a:schemeClr val="tx1"/>
                </a:solidFill>
              </a:rPr>
              <a:t>Equipe técnica faz o planejamento necessário para correção definitiva e atualiza o status na ferramenta</a:t>
            </a:r>
            <a:endParaRPr lang="pt-BR" sz="900" dirty="0">
              <a:solidFill>
                <a:schemeClr val="tx1"/>
              </a:solidFill>
            </a:endParaRPr>
          </a:p>
        </p:txBody>
      </p:sp>
      <p:sp>
        <p:nvSpPr>
          <p:cNvPr id="28" name="Texto Explicativo 2 27"/>
          <p:cNvSpPr/>
          <p:nvPr/>
        </p:nvSpPr>
        <p:spPr>
          <a:xfrm>
            <a:off x="7092280" y="106037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pt-BR" sz="900" dirty="0" smtClean="0">
                <a:solidFill>
                  <a:schemeClr val="tx1"/>
                </a:solidFill>
              </a:rPr>
              <a:t>Monitoramento das correções efetuadas  por um período pré determinado</a:t>
            </a:r>
            <a:endParaRPr lang="pt-BR" sz="900" dirty="0">
              <a:solidFill>
                <a:schemeClr val="tx1"/>
              </a:solidFill>
            </a:endParaRPr>
          </a:p>
        </p:txBody>
      </p:sp>
      <p:grpSp>
        <p:nvGrpSpPr>
          <p:cNvPr id="34" name="Grupo 33"/>
          <p:cNvGrpSpPr/>
          <p:nvPr/>
        </p:nvGrpSpPr>
        <p:grpSpPr>
          <a:xfrm>
            <a:off x="251520" y="3580656"/>
            <a:ext cx="936104" cy="1152128"/>
            <a:chOff x="251520" y="3580656"/>
            <a:chExt cx="936104" cy="1152128"/>
          </a:xfrm>
        </p:grpSpPr>
        <p:sp>
          <p:nvSpPr>
            <p:cNvPr id="29" name="Texto Explicativo 2 28"/>
            <p:cNvSpPr/>
            <p:nvPr/>
          </p:nvSpPr>
          <p:spPr>
            <a:xfrm flipH="1" flipV="1">
              <a:off x="251520"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solidFill>
                  <a:schemeClr val="tx1"/>
                </a:solidFill>
              </a:endParaRPr>
            </a:p>
          </p:txBody>
        </p:sp>
        <p:sp>
          <p:nvSpPr>
            <p:cNvPr id="33" name="CaixaDeTexto 32"/>
            <p:cNvSpPr txBox="1"/>
            <p:nvPr/>
          </p:nvSpPr>
          <p:spPr>
            <a:xfrm>
              <a:off x="251520" y="3625806"/>
              <a:ext cx="936104" cy="923330"/>
            </a:xfrm>
            <a:prstGeom prst="rect">
              <a:avLst/>
            </a:prstGeom>
            <a:noFill/>
          </p:spPr>
          <p:txBody>
            <a:bodyPr wrap="square" rtlCol="0">
              <a:spAutoFit/>
            </a:bodyPr>
            <a:lstStyle/>
            <a:p>
              <a:r>
                <a:rPr lang="pt-BR" sz="900" dirty="0" smtClean="0"/>
                <a:t>Discussão dos incidentes D-1 e também análise da necessidade de abertura do problema </a:t>
              </a:r>
              <a:endParaRPr lang="pt-BR" sz="900" dirty="0"/>
            </a:p>
          </p:txBody>
        </p:sp>
      </p:grpSp>
      <p:grpSp>
        <p:nvGrpSpPr>
          <p:cNvPr id="36" name="Grupo 35"/>
          <p:cNvGrpSpPr/>
          <p:nvPr/>
        </p:nvGrpSpPr>
        <p:grpSpPr>
          <a:xfrm>
            <a:off x="2411760" y="3580656"/>
            <a:ext cx="936104" cy="1200329"/>
            <a:chOff x="2411760" y="3580656"/>
            <a:chExt cx="936104" cy="1200329"/>
          </a:xfrm>
        </p:grpSpPr>
        <p:sp>
          <p:nvSpPr>
            <p:cNvPr id="30" name="Texto Explicativo 2 29"/>
            <p:cNvSpPr/>
            <p:nvPr/>
          </p:nvSpPr>
          <p:spPr>
            <a:xfrm flipH="1" flipV="1">
              <a:off x="2411760"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p>
          </p:txBody>
        </p:sp>
        <p:sp>
          <p:nvSpPr>
            <p:cNvPr id="35" name="CaixaDeTexto 34"/>
            <p:cNvSpPr txBox="1"/>
            <p:nvPr/>
          </p:nvSpPr>
          <p:spPr>
            <a:xfrm>
              <a:off x="2411760" y="3580656"/>
              <a:ext cx="936104" cy="1200329"/>
            </a:xfrm>
            <a:prstGeom prst="rect">
              <a:avLst/>
            </a:prstGeom>
            <a:noFill/>
          </p:spPr>
          <p:txBody>
            <a:bodyPr wrap="square" rtlCol="0">
              <a:spAutoFit/>
            </a:bodyPr>
            <a:lstStyle/>
            <a:p>
              <a:r>
                <a:rPr lang="pt-BR" sz="900" dirty="0" smtClean="0"/>
                <a:t>Equipe técnica investiga a origem do incidente, preenche o RCA e atualiza o status na ferramenta</a:t>
              </a:r>
              <a:endParaRPr lang="pt-BR" sz="900" dirty="0"/>
            </a:p>
          </p:txBody>
        </p:sp>
      </p:grpSp>
      <p:grpSp>
        <p:nvGrpSpPr>
          <p:cNvPr id="38" name="Grupo 37"/>
          <p:cNvGrpSpPr/>
          <p:nvPr/>
        </p:nvGrpSpPr>
        <p:grpSpPr>
          <a:xfrm>
            <a:off x="4355976" y="3580656"/>
            <a:ext cx="936104" cy="1152128"/>
            <a:chOff x="4355976" y="3580656"/>
            <a:chExt cx="936104" cy="1152128"/>
          </a:xfrm>
        </p:grpSpPr>
        <p:sp>
          <p:nvSpPr>
            <p:cNvPr id="31" name="Texto Explicativo 2 30"/>
            <p:cNvSpPr/>
            <p:nvPr/>
          </p:nvSpPr>
          <p:spPr>
            <a:xfrm flipH="1" flipV="1">
              <a:off x="4355976"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p>
          </p:txBody>
        </p:sp>
        <p:sp>
          <p:nvSpPr>
            <p:cNvPr id="37" name="CaixaDeTexto 36"/>
            <p:cNvSpPr txBox="1"/>
            <p:nvPr/>
          </p:nvSpPr>
          <p:spPr>
            <a:xfrm>
              <a:off x="4355976" y="3625806"/>
              <a:ext cx="936104" cy="1061829"/>
            </a:xfrm>
            <a:prstGeom prst="rect">
              <a:avLst/>
            </a:prstGeom>
            <a:noFill/>
          </p:spPr>
          <p:txBody>
            <a:bodyPr wrap="square" rtlCol="0">
              <a:spAutoFit/>
            </a:bodyPr>
            <a:lstStyle/>
            <a:p>
              <a:pPr algn="ctr"/>
              <a:r>
                <a:rPr lang="pt-BR" sz="900" dirty="0" smtClean="0"/>
                <a:t>Equipe técnica executa as ações de correção conforme o agendamento da SM</a:t>
              </a:r>
              <a:endParaRPr lang="pt-BR" sz="900" dirty="0"/>
            </a:p>
          </p:txBody>
        </p:sp>
      </p:grpSp>
      <p:grpSp>
        <p:nvGrpSpPr>
          <p:cNvPr id="55" name="Grupo 54"/>
          <p:cNvGrpSpPr/>
          <p:nvPr/>
        </p:nvGrpSpPr>
        <p:grpSpPr>
          <a:xfrm>
            <a:off x="6295170" y="3580656"/>
            <a:ext cx="941126" cy="1152128"/>
            <a:chOff x="6295170" y="3580656"/>
            <a:chExt cx="941126" cy="1152128"/>
          </a:xfrm>
        </p:grpSpPr>
        <p:sp>
          <p:nvSpPr>
            <p:cNvPr id="32" name="Texto Explicativo 2 31"/>
            <p:cNvSpPr/>
            <p:nvPr/>
          </p:nvSpPr>
          <p:spPr>
            <a:xfrm flipH="1" flipV="1">
              <a:off x="6300192" y="3580656"/>
              <a:ext cx="936104" cy="1152128"/>
            </a:xfrm>
            <a:prstGeom prst="borderCallout2">
              <a:avLst/>
            </a:prstGeom>
            <a:solidFill>
              <a:srgbClr val="FFFFCC"/>
            </a:solidFill>
            <a:ln>
              <a:solidFill>
                <a:schemeClr val="tx1">
                  <a:lumMod val="50000"/>
                  <a:lumOff val="5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pt-BR" sz="900" dirty="0"/>
            </a:p>
          </p:txBody>
        </p:sp>
        <p:sp>
          <p:nvSpPr>
            <p:cNvPr id="39" name="Retângulo 38"/>
            <p:cNvSpPr/>
            <p:nvPr/>
          </p:nvSpPr>
          <p:spPr>
            <a:xfrm>
              <a:off x="6295170" y="3652664"/>
              <a:ext cx="941126" cy="1061829"/>
            </a:xfrm>
            <a:prstGeom prst="rect">
              <a:avLst/>
            </a:prstGeom>
          </p:spPr>
          <p:txBody>
            <a:bodyPr wrap="square">
              <a:spAutoFit/>
            </a:bodyPr>
            <a:lstStyle/>
            <a:p>
              <a:pPr algn="ctr"/>
              <a:r>
                <a:rPr lang="pt-BR" sz="900" dirty="0"/>
                <a:t>Após o período de monitoração estipulado, se não houve mais ocorrência o problema é encerrado</a:t>
              </a:r>
            </a:p>
          </p:txBody>
        </p:sp>
      </p:grpSp>
      <p:grpSp>
        <p:nvGrpSpPr>
          <p:cNvPr id="44" name="Grupo 43"/>
          <p:cNvGrpSpPr/>
          <p:nvPr/>
        </p:nvGrpSpPr>
        <p:grpSpPr>
          <a:xfrm>
            <a:off x="2908112" y="2800181"/>
            <a:ext cx="655776" cy="286872"/>
            <a:chOff x="2908112" y="2789148"/>
            <a:chExt cx="655776" cy="286872"/>
          </a:xfrm>
        </p:grpSpPr>
        <p:sp>
          <p:nvSpPr>
            <p:cNvPr id="41" name="Triângulo isósceles 40"/>
            <p:cNvSpPr/>
            <p:nvPr/>
          </p:nvSpPr>
          <p:spPr>
            <a:xfrm>
              <a:off x="3163992" y="2789148"/>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42" name="CaixaDeTexto 41"/>
            <p:cNvSpPr txBox="1"/>
            <p:nvPr/>
          </p:nvSpPr>
          <p:spPr>
            <a:xfrm>
              <a:off x="2908112" y="2860576"/>
              <a:ext cx="655776" cy="215444"/>
            </a:xfrm>
            <a:prstGeom prst="rect">
              <a:avLst/>
            </a:prstGeom>
            <a:noFill/>
          </p:spPr>
          <p:txBody>
            <a:bodyPr wrap="square" rtlCol="0">
              <a:spAutoFit/>
            </a:bodyPr>
            <a:lstStyle/>
            <a:p>
              <a:r>
                <a:rPr lang="pt-BR" sz="800" dirty="0"/>
                <a:t>4</a:t>
              </a:r>
              <a:r>
                <a:rPr lang="pt-BR" sz="800" dirty="0" smtClean="0"/>
                <a:t> dias úteis</a:t>
              </a:r>
              <a:endParaRPr lang="pt-BR" sz="800" dirty="0"/>
            </a:p>
          </p:txBody>
        </p:sp>
      </p:grpSp>
      <p:grpSp>
        <p:nvGrpSpPr>
          <p:cNvPr id="49" name="Grupo 48"/>
          <p:cNvGrpSpPr/>
          <p:nvPr/>
        </p:nvGrpSpPr>
        <p:grpSpPr>
          <a:xfrm>
            <a:off x="3923928" y="2800181"/>
            <a:ext cx="655776" cy="286872"/>
            <a:chOff x="2908112" y="2789148"/>
            <a:chExt cx="655776" cy="286872"/>
          </a:xfrm>
        </p:grpSpPr>
        <p:sp>
          <p:nvSpPr>
            <p:cNvPr id="50" name="Triângulo isósceles 49"/>
            <p:cNvSpPr/>
            <p:nvPr/>
          </p:nvSpPr>
          <p:spPr>
            <a:xfrm>
              <a:off x="3163992" y="2789148"/>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51" name="CaixaDeTexto 50"/>
            <p:cNvSpPr txBox="1"/>
            <p:nvPr/>
          </p:nvSpPr>
          <p:spPr>
            <a:xfrm>
              <a:off x="2908112" y="2860576"/>
              <a:ext cx="655776" cy="215444"/>
            </a:xfrm>
            <a:prstGeom prst="rect">
              <a:avLst/>
            </a:prstGeom>
            <a:noFill/>
          </p:spPr>
          <p:txBody>
            <a:bodyPr wrap="square" rtlCol="0">
              <a:spAutoFit/>
            </a:bodyPr>
            <a:lstStyle/>
            <a:p>
              <a:r>
                <a:rPr lang="pt-BR" sz="800" dirty="0"/>
                <a:t>4</a:t>
              </a:r>
              <a:r>
                <a:rPr lang="pt-BR" sz="800" dirty="0" smtClean="0"/>
                <a:t> dias úteis</a:t>
              </a:r>
              <a:endParaRPr lang="pt-BR" sz="800" dirty="0"/>
            </a:p>
          </p:txBody>
        </p:sp>
      </p:grpSp>
      <p:grpSp>
        <p:nvGrpSpPr>
          <p:cNvPr id="45" name="Grupo 44"/>
          <p:cNvGrpSpPr/>
          <p:nvPr/>
        </p:nvGrpSpPr>
        <p:grpSpPr>
          <a:xfrm>
            <a:off x="4860032" y="2738626"/>
            <a:ext cx="763788" cy="409982"/>
            <a:chOff x="6025714" y="457266"/>
            <a:chExt cx="763788" cy="409982"/>
          </a:xfrm>
        </p:grpSpPr>
        <p:sp>
          <p:nvSpPr>
            <p:cNvPr id="53" name="Triângulo isósceles 52"/>
            <p:cNvSpPr/>
            <p:nvPr/>
          </p:nvSpPr>
          <p:spPr>
            <a:xfrm>
              <a:off x="6335600" y="457266"/>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54" name="CaixaDeTexto 53"/>
            <p:cNvSpPr txBox="1"/>
            <p:nvPr/>
          </p:nvSpPr>
          <p:spPr>
            <a:xfrm>
              <a:off x="6025714" y="528694"/>
              <a:ext cx="763788" cy="338554"/>
            </a:xfrm>
            <a:prstGeom prst="rect">
              <a:avLst/>
            </a:prstGeom>
            <a:noFill/>
          </p:spPr>
          <p:txBody>
            <a:bodyPr wrap="square" rtlCol="0">
              <a:spAutoFit/>
            </a:bodyPr>
            <a:lstStyle/>
            <a:p>
              <a:pPr algn="ctr"/>
              <a:r>
                <a:rPr lang="pt-BR" sz="800" dirty="0" smtClean="0"/>
                <a:t>Conforme Planejamento</a:t>
              </a:r>
              <a:endParaRPr lang="pt-BR" sz="800" dirty="0"/>
            </a:p>
          </p:txBody>
        </p:sp>
      </p:grpSp>
      <p:grpSp>
        <p:nvGrpSpPr>
          <p:cNvPr id="56" name="Grupo 55"/>
          <p:cNvGrpSpPr/>
          <p:nvPr/>
        </p:nvGrpSpPr>
        <p:grpSpPr>
          <a:xfrm>
            <a:off x="5868144" y="2738626"/>
            <a:ext cx="763788" cy="409982"/>
            <a:chOff x="6025714" y="457266"/>
            <a:chExt cx="763788" cy="409982"/>
          </a:xfrm>
        </p:grpSpPr>
        <p:sp>
          <p:nvSpPr>
            <p:cNvPr id="57" name="Triângulo isósceles 56"/>
            <p:cNvSpPr/>
            <p:nvPr/>
          </p:nvSpPr>
          <p:spPr>
            <a:xfrm>
              <a:off x="6335600" y="457266"/>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58" name="CaixaDeTexto 57"/>
            <p:cNvSpPr txBox="1"/>
            <p:nvPr/>
          </p:nvSpPr>
          <p:spPr>
            <a:xfrm>
              <a:off x="6025714" y="528694"/>
              <a:ext cx="763788" cy="338554"/>
            </a:xfrm>
            <a:prstGeom prst="rect">
              <a:avLst/>
            </a:prstGeom>
            <a:noFill/>
          </p:spPr>
          <p:txBody>
            <a:bodyPr wrap="square" rtlCol="0">
              <a:spAutoFit/>
            </a:bodyPr>
            <a:lstStyle/>
            <a:p>
              <a:pPr algn="ctr"/>
              <a:r>
                <a:rPr lang="pt-BR" sz="800" dirty="0" smtClean="0"/>
                <a:t>Conforme Implantação</a:t>
              </a:r>
              <a:endParaRPr lang="pt-BR" sz="800" dirty="0"/>
            </a:p>
          </p:txBody>
        </p:sp>
      </p:grpSp>
      <p:grpSp>
        <p:nvGrpSpPr>
          <p:cNvPr id="59" name="Grupo 58"/>
          <p:cNvGrpSpPr/>
          <p:nvPr/>
        </p:nvGrpSpPr>
        <p:grpSpPr>
          <a:xfrm>
            <a:off x="6782394" y="2738626"/>
            <a:ext cx="957958" cy="533093"/>
            <a:chOff x="6025714" y="457266"/>
            <a:chExt cx="763788" cy="533093"/>
          </a:xfrm>
        </p:grpSpPr>
        <p:sp>
          <p:nvSpPr>
            <p:cNvPr id="60" name="Triângulo isósceles 59"/>
            <p:cNvSpPr/>
            <p:nvPr/>
          </p:nvSpPr>
          <p:spPr>
            <a:xfrm>
              <a:off x="6335600" y="457266"/>
              <a:ext cx="144016" cy="108012"/>
            </a:xfrm>
            <a:prstGeom prst="triangle">
              <a:avLst/>
            </a:prstGeom>
            <a:solidFill>
              <a:srgbClr val="FFFF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solidFill>
                    <a:schemeClr val="tx1"/>
                  </a:solidFill>
                </a:rPr>
                <a:t>!</a:t>
              </a:r>
            </a:p>
          </p:txBody>
        </p:sp>
        <p:sp>
          <p:nvSpPr>
            <p:cNvPr id="61" name="CaixaDeTexto 60"/>
            <p:cNvSpPr txBox="1"/>
            <p:nvPr/>
          </p:nvSpPr>
          <p:spPr>
            <a:xfrm>
              <a:off x="6025714" y="528694"/>
              <a:ext cx="763788" cy="461665"/>
            </a:xfrm>
            <a:prstGeom prst="rect">
              <a:avLst/>
            </a:prstGeom>
            <a:noFill/>
          </p:spPr>
          <p:txBody>
            <a:bodyPr wrap="square" rtlCol="0">
              <a:spAutoFit/>
            </a:bodyPr>
            <a:lstStyle/>
            <a:p>
              <a:pPr algn="ctr"/>
              <a:r>
                <a:rPr lang="pt-BR" sz="800" dirty="0" smtClean="0"/>
                <a:t>Conforme Monitoramento</a:t>
              </a:r>
              <a:endParaRPr lang="pt-BR" sz="800" dirty="0"/>
            </a:p>
          </p:txBody>
        </p:sp>
      </p:grpSp>
      <p:grpSp>
        <p:nvGrpSpPr>
          <p:cNvPr id="3073" name="Grupo 3072"/>
          <p:cNvGrpSpPr/>
          <p:nvPr/>
        </p:nvGrpSpPr>
        <p:grpSpPr>
          <a:xfrm>
            <a:off x="2707496" y="1552826"/>
            <a:ext cx="3376672" cy="1718894"/>
            <a:chOff x="2707496" y="1552826"/>
            <a:chExt cx="3376672" cy="1718894"/>
          </a:xfrm>
        </p:grpSpPr>
        <p:sp>
          <p:nvSpPr>
            <p:cNvPr id="62" name="Arredondar Retângulo em um Canto Diagonal 61"/>
            <p:cNvSpPr/>
            <p:nvPr/>
          </p:nvSpPr>
          <p:spPr>
            <a:xfrm>
              <a:off x="2707496" y="1552826"/>
              <a:ext cx="3376672" cy="1718894"/>
            </a:xfrm>
            <a:prstGeom prst="round2DiagRect">
              <a:avLst/>
            </a:prstGeom>
            <a:solidFill>
              <a:srgbClr val="009999"/>
            </a:solidFill>
          </p:spPr>
          <p:style>
            <a:lnRef idx="3">
              <a:schemeClr val="lt1"/>
            </a:lnRef>
            <a:fillRef idx="1">
              <a:schemeClr val="accent3"/>
            </a:fillRef>
            <a:effectRef idx="1">
              <a:schemeClr val="accent3"/>
            </a:effectRef>
            <a:fontRef idx="minor">
              <a:schemeClr val="lt1"/>
            </a:fontRef>
          </p:style>
          <p:txBody>
            <a:bodyPr rtlCol="0" anchor="t" anchorCtr="0"/>
            <a:lstStyle/>
            <a:p>
              <a:endParaRPr lang="pt-BR" sz="1200" dirty="0">
                <a:latin typeface="Arial" pitchFamily="34" charset="0"/>
                <a:cs typeface="Arial" pitchFamily="34" charset="0"/>
              </a:endParaRPr>
            </a:p>
            <a:p>
              <a:r>
                <a:rPr lang="pt-BR" sz="1400" b="1" dirty="0" smtClean="0">
                  <a:latin typeface="Arial" pitchFamily="34" charset="0"/>
                  <a:cs typeface="Arial" pitchFamily="34" charset="0"/>
                </a:rPr>
                <a:t>Resumo:</a:t>
              </a:r>
            </a:p>
            <a:p>
              <a:endParaRPr lang="pt-BR" sz="1200" dirty="0" smtClean="0">
                <a:latin typeface="Arial" pitchFamily="34" charset="0"/>
                <a:cs typeface="Arial" pitchFamily="34" charset="0"/>
              </a:endParaRPr>
            </a:p>
            <a:p>
              <a:r>
                <a:rPr lang="pt-BR" sz="1000" dirty="0" smtClean="0">
                  <a:latin typeface="Gill Sans Std" pitchFamily="34" charset="0"/>
                  <a:cs typeface="Arial" pitchFamily="34" charset="0"/>
                </a:rPr>
                <a:t>À partir da abertura do problema, o prazo para entregar a </a:t>
              </a:r>
              <a:r>
                <a:rPr lang="pt-BR" sz="1200" b="1" dirty="0" smtClean="0">
                  <a:latin typeface="Gill Sans Std ExtraBold" pitchFamily="34" charset="0"/>
                  <a:cs typeface="Arial" pitchFamily="34" charset="0"/>
                </a:rPr>
                <a:t>análise de causa raiz </a:t>
              </a:r>
              <a:r>
                <a:rPr lang="pt-BR" sz="1000" dirty="0" smtClean="0">
                  <a:latin typeface="Gill Sans Std" pitchFamily="34" charset="0"/>
                  <a:cs typeface="Arial" pitchFamily="34" charset="0"/>
                </a:rPr>
                <a:t>e o </a:t>
              </a:r>
              <a:r>
                <a:rPr lang="pt-BR" sz="1200" b="1" dirty="0" smtClean="0">
                  <a:latin typeface="Gill Sans Std ExtraBold" pitchFamily="34" charset="0"/>
                  <a:cs typeface="Arial" pitchFamily="34" charset="0"/>
                </a:rPr>
                <a:t>planejamento</a:t>
              </a:r>
              <a:r>
                <a:rPr lang="pt-BR" sz="1200" dirty="0" smtClean="0">
                  <a:latin typeface="Gill Sans Std ExtraBold" pitchFamily="34" charset="0"/>
                  <a:cs typeface="Arial" pitchFamily="34" charset="0"/>
                </a:rPr>
                <a:t> </a:t>
              </a:r>
              <a:r>
                <a:rPr lang="pt-BR" sz="1200" dirty="0" smtClean="0">
                  <a:latin typeface="Gill Sans Std" pitchFamily="34" charset="0"/>
                  <a:cs typeface="Arial" pitchFamily="34" charset="0"/>
                </a:rPr>
                <a:t>é de </a:t>
              </a:r>
              <a:r>
                <a:rPr lang="pt-BR" sz="1200" b="1" dirty="0" smtClean="0">
                  <a:latin typeface="Gill Sans Std ExtraBold" pitchFamily="34" charset="0"/>
                  <a:cs typeface="Arial" pitchFamily="34" charset="0"/>
                </a:rPr>
                <a:t>8 dias úteis </a:t>
              </a:r>
              <a:r>
                <a:rPr lang="pt-BR" sz="900" dirty="0" smtClean="0">
                  <a:latin typeface="Gill Sans Std" pitchFamily="34" charset="0"/>
                  <a:cs typeface="Arial" pitchFamily="34" charset="0"/>
                </a:rPr>
                <a:t>para </a:t>
              </a:r>
              <a:r>
                <a:rPr lang="pt-BR" sz="1200" dirty="0" smtClean="0">
                  <a:latin typeface="Gill Sans Std ExtraBold" pitchFamily="34" charset="0"/>
                  <a:cs typeface="Arial" pitchFamily="34" charset="0"/>
                </a:rPr>
                <a:t>SEV </a:t>
              </a:r>
              <a:r>
                <a:rPr lang="pt-BR" sz="1200" b="1" dirty="0" smtClean="0">
                  <a:latin typeface="Gill Sans Std ExtraBold" pitchFamily="34" charset="0"/>
                  <a:cs typeface="Arial" pitchFamily="34" charset="0"/>
                </a:rPr>
                <a:t>1</a:t>
              </a:r>
              <a:r>
                <a:rPr lang="pt-BR" sz="1200" dirty="0" smtClean="0">
                  <a:latin typeface="Gill Sans Std ExtraBold" pitchFamily="34" charset="0"/>
                  <a:cs typeface="Arial" pitchFamily="34" charset="0"/>
                </a:rPr>
                <a:t> </a:t>
              </a:r>
              <a:r>
                <a:rPr lang="pt-BR" sz="1000" dirty="0" smtClean="0">
                  <a:latin typeface="Gill Sans Std" pitchFamily="34" charset="0"/>
                  <a:cs typeface="Arial" pitchFamily="34" charset="0"/>
                </a:rPr>
                <a:t>e</a:t>
              </a:r>
              <a:r>
                <a:rPr lang="pt-BR" sz="1200" dirty="0" smtClean="0">
                  <a:latin typeface="Gill Sans Std ExtraBold" pitchFamily="34" charset="0"/>
                  <a:cs typeface="Arial" pitchFamily="34" charset="0"/>
                </a:rPr>
                <a:t> </a:t>
              </a:r>
              <a:r>
                <a:rPr lang="pt-BR" sz="1200" b="1" dirty="0" smtClean="0">
                  <a:latin typeface="Gill Sans Std ExtraBold" pitchFamily="34" charset="0"/>
                  <a:cs typeface="Arial" pitchFamily="34" charset="0"/>
                </a:rPr>
                <a:t>2</a:t>
              </a:r>
              <a:r>
                <a:rPr lang="pt-BR" sz="1400" b="1" dirty="0" smtClean="0">
                  <a:latin typeface="Gill Sans Std ExtraBold" pitchFamily="34" charset="0"/>
                  <a:cs typeface="Arial" pitchFamily="34" charset="0"/>
                </a:rPr>
                <a:t>.</a:t>
              </a:r>
              <a:endParaRPr lang="pt-BR" sz="1400" b="1" dirty="0">
                <a:latin typeface="Gill Sans Std ExtraBold" pitchFamily="34" charset="0"/>
                <a:cs typeface="Arial" pitchFamily="34" charset="0"/>
              </a:endParaRPr>
            </a:p>
          </p:txBody>
        </p:sp>
        <p:pic>
          <p:nvPicPr>
            <p:cNvPr id="3078" name="Picture 6" descr="E:\Users\mvmarque\AppData\Local\Microsoft\Windows\Temporary Internet Files\Content.IE5\PNGB27IB\attention_icon[1].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08104" y="1673746"/>
              <a:ext cx="466750" cy="466750"/>
            </a:xfrm>
            <a:prstGeom prst="rect">
              <a:avLst/>
            </a:prstGeom>
            <a:ln/>
          </p:spPr>
          <p:style>
            <a:lnRef idx="3">
              <a:schemeClr val="lt1"/>
            </a:lnRef>
            <a:fillRef idx="1">
              <a:schemeClr val="accent3"/>
            </a:fillRef>
            <a:effectRef idx="1">
              <a:schemeClr val="accent3"/>
            </a:effectRef>
            <a:fontRef idx="minor">
              <a:schemeClr val="lt1"/>
            </a:fontRef>
          </p:style>
        </p:pic>
      </p:grpSp>
      <p:sp>
        <p:nvSpPr>
          <p:cNvPr id="3075" name="Retângulo 3074"/>
          <p:cNvSpPr/>
          <p:nvPr/>
        </p:nvSpPr>
        <p:spPr>
          <a:xfrm>
            <a:off x="251520" y="691044"/>
            <a:ext cx="1286314" cy="369332"/>
          </a:xfrm>
          <a:prstGeom prst="rect">
            <a:avLst/>
          </a:prstGeom>
        </p:spPr>
        <p:txBody>
          <a:bodyPr wrap="none">
            <a:spAutoFit/>
          </a:bodyPr>
          <a:lstStyle/>
          <a:p>
            <a:r>
              <a:rPr lang="pt-BR" b="1" dirty="0">
                <a:solidFill>
                  <a:srgbClr val="FF0000"/>
                </a:solidFill>
                <a:latin typeface="Gill Sans Std ExtraBold" pitchFamily="34" charset="0"/>
              </a:rPr>
              <a:t>Sev 1 e 2</a:t>
            </a:r>
          </a:p>
        </p:txBody>
      </p:sp>
      <p:pic>
        <p:nvPicPr>
          <p:cNvPr id="46" name="Picture 2" descr="E:\Users\BR92457\Desktop\Apresentação TD\Fotos\EK_Ciclo18-14_0014.jpg"/>
          <p:cNvPicPr>
            <a:picLocks noChangeAspect="1" noChangeArrowheads="1"/>
          </p:cNvPicPr>
          <p:nvPr/>
        </p:nvPicPr>
        <p:blipFill rotWithShape="1">
          <a:blip r:embed="rId9" cstate="screen">
            <a:extLst>
              <a:ext uri="{BEBA8EAE-BF5A-486C-A8C5-ECC9F3942E4B}">
                <a14:imgProps xmlns:a14="http://schemas.microsoft.com/office/drawing/2010/main">
                  <a14:imgLayer r:embed="rId10">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68688"/>
            <a:ext cx="1413518" cy="124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767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nodeType="click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p:cTn id="23" dur="1000" fill="hold"/>
                                        <p:tgtEl>
                                          <p:spTgt spid="44"/>
                                        </p:tgtEl>
                                        <p:attrNameLst>
                                          <p:attrName>ppt_w</p:attrName>
                                        </p:attrNameLst>
                                      </p:cBhvr>
                                      <p:tavLst>
                                        <p:tav tm="0">
                                          <p:val>
                                            <p:fltVal val="0"/>
                                          </p:val>
                                        </p:tav>
                                        <p:tav tm="100000">
                                          <p:val>
                                            <p:strVal val="#ppt_w"/>
                                          </p:val>
                                        </p:tav>
                                      </p:tavLst>
                                    </p:anim>
                                    <p:anim calcmode="lin" valueType="num">
                                      <p:cBhvr>
                                        <p:cTn id="24" dur="1000" fill="hold"/>
                                        <p:tgtEl>
                                          <p:spTgt spid="44"/>
                                        </p:tgtEl>
                                        <p:attrNameLst>
                                          <p:attrName>ppt_h</p:attrName>
                                        </p:attrNameLst>
                                      </p:cBhvr>
                                      <p:tavLst>
                                        <p:tav tm="0">
                                          <p:val>
                                            <p:fltVal val="0"/>
                                          </p:val>
                                        </p:tav>
                                        <p:tav tm="100000">
                                          <p:val>
                                            <p:strVal val="#ppt_h"/>
                                          </p:val>
                                        </p:tav>
                                      </p:tavLst>
                                    </p:anim>
                                    <p:anim calcmode="lin" valueType="num">
                                      <p:cBhvr>
                                        <p:cTn id="25" dur="1000" fill="hold"/>
                                        <p:tgtEl>
                                          <p:spTgt spid="44"/>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5" presetClass="entr" presetSubtype="0" fill="hold" nodeType="clickEffect">
                                  <p:stCondLst>
                                    <p:cond delay="0"/>
                                  </p:stCondLst>
                                  <p:childTnLst>
                                    <p:set>
                                      <p:cBhvr>
                                        <p:cTn id="34" dur="1" fill="hold">
                                          <p:stCondLst>
                                            <p:cond delay="0"/>
                                          </p:stCondLst>
                                        </p:cTn>
                                        <p:tgtEl>
                                          <p:spTgt spid="49"/>
                                        </p:tgtEl>
                                        <p:attrNameLst>
                                          <p:attrName>style.visibility</p:attrName>
                                        </p:attrNameLst>
                                      </p:cBhvr>
                                      <p:to>
                                        <p:strVal val="visible"/>
                                      </p:to>
                                    </p:set>
                                    <p:anim calcmode="lin" valueType="num">
                                      <p:cBhvr>
                                        <p:cTn id="35" dur="1000" fill="hold"/>
                                        <p:tgtEl>
                                          <p:spTgt spid="49"/>
                                        </p:tgtEl>
                                        <p:attrNameLst>
                                          <p:attrName>ppt_w</p:attrName>
                                        </p:attrNameLst>
                                      </p:cBhvr>
                                      <p:tavLst>
                                        <p:tav tm="0">
                                          <p:val>
                                            <p:fltVal val="0"/>
                                          </p:val>
                                        </p:tav>
                                        <p:tav tm="100000">
                                          <p:val>
                                            <p:strVal val="#ppt_w"/>
                                          </p:val>
                                        </p:tav>
                                      </p:tavLst>
                                    </p:anim>
                                    <p:anim calcmode="lin" valueType="num">
                                      <p:cBhvr>
                                        <p:cTn id="36" dur="1000" fill="hold"/>
                                        <p:tgtEl>
                                          <p:spTgt spid="49"/>
                                        </p:tgtEl>
                                        <p:attrNameLst>
                                          <p:attrName>ppt_h</p:attrName>
                                        </p:attrNameLst>
                                      </p:cBhvr>
                                      <p:tavLst>
                                        <p:tav tm="0">
                                          <p:val>
                                            <p:fltVal val="0"/>
                                          </p:val>
                                        </p:tav>
                                        <p:tav tm="100000">
                                          <p:val>
                                            <p:strVal val="#ppt_h"/>
                                          </p:val>
                                        </p:tav>
                                      </p:tavLst>
                                    </p:anim>
                                    <p:anim calcmode="lin" valueType="num">
                                      <p:cBhvr>
                                        <p:cTn id="37" dur="1000" fill="hold"/>
                                        <p:tgtEl>
                                          <p:spTgt spid="49"/>
                                        </p:tgtEl>
                                        <p:attrNameLst>
                                          <p:attrName>ppt_x</p:attrName>
                                        </p:attrNameLst>
                                      </p:cBhvr>
                                      <p:tavLst>
                                        <p:tav tm="0" fmla="#ppt_x+(cos(-2*pi*(1-$))*-#ppt_x-sin(-2*pi*(1-$))*(1-#ppt_y))*(1-$)">
                                          <p:val>
                                            <p:fltVal val="0"/>
                                          </p:val>
                                        </p:tav>
                                        <p:tav tm="100000">
                                          <p:val>
                                            <p:fltVal val="1"/>
                                          </p:val>
                                        </p:tav>
                                      </p:tavLst>
                                    </p:anim>
                                    <p:anim calcmode="lin" valueType="num">
                                      <p:cBhvr>
                                        <p:cTn id="38" dur="1000" fill="hold"/>
                                        <p:tgtEl>
                                          <p:spTgt spid="4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3" presetClass="entr" presetSubtype="16"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anim calcmode="lin" valueType="num">
                                      <p:cBhvr>
                                        <p:cTn id="57" dur="500" fill="hold"/>
                                        <p:tgtEl>
                                          <p:spTgt spid="56"/>
                                        </p:tgtEl>
                                        <p:attrNameLst>
                                          <p:attrName>ppt_w</p:attrName>
                                        </p:attrNameLst>
                                      </p:cBhvr>
                                      <p:tavLst>
                                        <p:tav tm="0">
                                          <p:val>
                                            <p:fltVal val="0"/>
                                          </p:val>
                                        </p:tav>
                                        <p:tav tm="100000">
                                          <p:val>
                                            <p:strVal val="#ppt_w"/>
                                          </p:val>
                                        </p:tav>
                                      </p:tavLst>
                                    </p:anim>
                                    <p:anim calcmode="lin" valueType="num">
                                      <p:cBhvr>
                                        <p:cTn id="58"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59"/>
                                        </p:tgtEl>
                                        <p:attrNameLst>
                                          <p:attrName>style.visibility</p:attrName>
                                        </p:attrNameLst>
                                      </p:cBhvr>
                                      <p:to>
                                        <p:strVal val="visible"/>
                                      </p:to>
                                    </p:set>
                                    <p:anim calcmode="lin" valueType="num">
                                      <p:cBhvr>
                                        <p:cTn id="67" dur="500" fill="hold"/>
                                        <p:tgtEl>
                                          <p:spTgt spid="59"/>
                                        </p:tgtEl>
                                        <p:attrNameLst>
                                          <p:attrName>ppt_w</p:attrName>
                                        </p:attrNameLst>
                                      </p:cBhvr>
                                      <p:tavLst>
                                        <p:tav tm="0">
                                          <p:val>
                                            <p:fltVal val="0"/>
                                          </p:val>
                                        </p:tav>
                                        <p:tav tm="100000">
                                          <p:val>
                                            <p:strVal val="#ppt_w"/>
                                          </p:val>
                                        </p:tav>
                                      </p:tavLst>
                                    </p:anim>
                                    <p:anim calcmode="lin" valueType="num">
                                      <p:cBhvr>
                                        <p:cTn id="68"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0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4370364" cy="369332"/>
          </a:xfrm>
          <a:prstGeom prst="rect">
            <a:avLst/>
          </a:prstGeom>
          <a:noFill/>
        </p:spPr>
        <p:txBody>
          <a:bodyPr wrap="none" rtlCol="0">
            <a:spAutoFit/>
          </a:bodyPr>
          <a:lstStyle/>
          <a:p>
            <a:r>
              <a:rPr lang="pt-BR" b="1" dirty="0">
                <a:solidFill>
                  <a:srgbClr val="6E6259"/>
                </a:solidFill>
                <a:latin typeface="Gill Sans Std ExtraBold" pitchFamily="34" charset="0"/>
              </a:rPr>
              <a:t>6</a:t>
            </a:r>
            <a:r>
              <a:rPr lang="pt-BR" b="1" dirty="0" smtClean="0">
                <a:solidFill>
                  <a:srgbClr val="6E6259"/>
                </a:solidFill>
                <a:latin typeface="Gill Sans Std ExtraBold" pitchFamily="34" charset="0"/>
              </a:rPr>
              <a:t>. PAPÉIS E RESPONSABILIDADES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GPI </a:t>
            </a:r>
            <a:r>
              <a:rPr lang="pt-BR" sz="1400" b="1" dirty="0">
                <a:solidFill>
                  <a:srgbClr val="6E6259"/>
                </a:solidFill>
                <a:latin typeface="Gill Sans Std Light" pitchFamily="34" charset="0"/>
              </a:rPr>
              <a:t> </a:t>
            </a:r>
            <a:r>
              <a:rPr lang="pt-BR" sz="1400" b="1" dirty="0" smtClean="0">
                <a:solidFill>
                  <a:srgbClr val="6E6259"/>
                </a:solidFill>
                <a:latin typeface="Gill Sans Std Light" pitchFamily="34" charset="0"/>
              </a:rPr>
              <a:t>- Gerência de Processos e Indicadores</a:t>
            </a:r>
          </a:p>
          <a:p>
            <a:pPr algn="just" eaLnBrk="1" hangingPunct="1"/>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Conduzir a reunião de Bom Dia TD</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Registrar o problema durante a reunião de Bom Dia TD</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Analisar a qualidade da informação preenchida e desafiar a equipe técnica</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Acompanhar o andamento dos problemas  abertos e os grupos de resolução para assegurar que eles cumpram os prazos definidos pelo processo.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Conduzir as reuniões de problemas</a:t>
            </a:r>
          </a:p>
          <a:p>
            <a:pPr marL="285750" indent="-285750" algn="just" eaLnBrk="1" hangingPunct="1">
              <a:buFont typeface="Arial" pitchFamily="34" charset="0"/>
              <a:buChar char="•"/>
            </a:pPr>
            <a:r>
              <a:rPr lang="pt-BR" sz="1400" dirty="0">
                <a:solidFill>
                  <a:srgbClr val="6E6259"/>
                </a:solidFill>
                <a:latin typeface="Gill Sans Std Light" pitchFamily="34" charset="0"/>
              </a:rPr>
              <a:t>Acompanhar o fechamento formal de todos os registros de </a:t>
            </a:r>
            <a:r>
              <a:rPr lang="pt-BR" sz="1400" dirty="0" smtClean="0">
                <a:solidFill>
                  <a:srgbClr val="6E6259"/>
                </a:solidFill>
                <a:latin typeface="Gill Sans Std Light" pitchFamily="34" charset="0"/>
              </a:rPr>
              <a:t>problemas</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Escalar eventuais gaps e problemas no cumprimento das normas e diretrizes do processo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Gerar indicadores de medição da eficácia do processo e os indicadores de Negócio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Executar a melhoria contínua do processo e engajar os colaboradores</a:t>
            </a:r>
            <a:endParaRPr lang="pt-BR" sz="1400" dirty="0">
              <a:solidFill>
                <a:srgbClr val="6E6259"/>
              </a:solidFill>
              <a:latin typeface="Gill Sans Std Light" pitchFamily="34" charset="0"/>
            </a:endParaRPr>
          </a:p>
          <a:p>
            <a:pPr algn="just" eaLnBrk="1" hangingPunct="1"/>
            <a:endParaRPr lang="pt-BR" sz="1400" dirty="0">
              <a:solidFill>
                <a:srgbClr val="6E6259"/>
              </a:solidFill>
              <a:latin typeface="Gill Sans Std Light" pitchFamily="34" charset="0"/>
            </a:endParaRPr>
          </a:p>
          <a:p>
            <a:pPr algn="just" eaLnBrk="1" hangingPunct="1"/>
            <a:endParaRPr lang="pt-BR" sz="1400" dirty="0">
              <a:solidFill>
                <a:srgbClr val="6E6259"/>
              </a:solidFill>
              <a:latin typeface="Gill Sans Std Light" pitchFamily="34" charset="0"/>
            </a:endParaRPr>
          </a:p>
        </p:txBody>
      </p:sp>
      <p:pic>
        <p:nvPicPr>
          <p:cNvPr id="7" name="Picture 2" descr="E:\Users\BR92457\Desktop\Apresentação TD\Fotos\LT_EK_Ciclo01-15_00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2315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4370364" cy="369332"/>
          </a:xfrm>
          <a:prstGeom prst="rect">
            <a:avLst/>
          </a:prstGeom>
          <a:noFill/>
        </p:spPr>
        <p:txBody>
          <a:bodyPr wrap="none" rtlCol="0">
            <a:spAutoFit/>
          </a:bodyPr>
          <a:lstStyle/>
          <a:p>
            <a:r>
              <a:rPr lang="pt-BR" b="1" dirty="0">
                <a:solidFill>
                  <a:srgbClr val="6E6259"/>
                </a:solidFill>
                <a:latin typeface="Gill Sans Std ExtraBold" pitchFamily="34" charset="0"/>
              </a:rPr>
              <a:t>6</a:t>
            </a:r>
            <a:r>
              <a:rPr lang="pt-BR" b="1" dirty="0" smtClean="0">
                <a:solidFill>
                  <a:srgbClr val="6E6259"/>
                </a:solidFill>
                <a:latin typeface="Gill Sans Std ExtraBold" pitchFamily="34" charset="0"/>
              </a:rPr>
              <a:t>. PAPÉIS E RESPONSABILIDADES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NCC - Natura Central de Comando</a:t>
            </a:r>
          </a:p>
          <a:p>
            <a:pPr algn="just" eaLnBrk="1" hangingPunct="1"/>
            <a:endParaRPr lang="pt-BR" sz="1400" dirty="0">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Abrir chamado para os alertas monitorados e previamente validados</a:t>
            </a:r>
          </a:p>
          <a:p>
            <a:pPr marL="285750" indent="-285750" algn="just" eaLnBrk="1" hangingPunct="1">
              <a:buFont typeface="Arial" pitchFamily="34" charset="0"/>
              <a:buChar char="•"/>
            </a:pPr>
            <a:r>
              <a:rPr lang="pt-BR" sz="1400" dirty="0">
                <a:solidFill>
                  <a:srgbClr val="6E6259"/>
                </a:solidFill>
                <a:latin typeface="Gill Sans Std Light" pitchFamily="34" charset="0"/>
              </a:rPr>
              <a:t>Registrar todos os eventos e alarmes de monitoração do ambiente em diário de bordo acessível pela Natura</a:t>
            </a:r>
          </a:p>
          <a:p>
            <a:pPr marL="285750" indent="-285750" algn="just" eaLnBrk="1" hangingPunct="1">
              <a:buFont typeface="Arial" pitchFamily="34" charset="0"/>
              <a:buChar char="•"/>
            </a:pPr>
            <a:r>
              <a:rPr lang="pt-BR" sz="1400" dirty="0">
                <a:solidFill>
                  <a:srgbClr val="6E6259"/>
                </a:solidFill>
                <a:latin typeface="Gill Sans Std Light" pitchFamily="34" charset="0"/>
              </a:rPr>
              <a:t>Realizar o acionamento dos times técnicos Natura, (N1 e N2), fornecedores e provedores para tratativa de incidentes críticos </a:t>
            </a:r>
          </a:p>
          <a:p>
            <a:pPr marL="285750" indent="-285750" algn="just" eaLnBrk="1" hangingPunct="1">
              <a:buFont typeface="Arial" pitchFamily="34" charset="0"/>
              <a:buChar char="•"/>
            </a:pPr>
            <a:r>
              <a:rPr lang="pt-BR" sz="1400" dirty="0">
                <a:solidFill>
                  <a:srgbClr val="6E6259"/>
                </a:solidFill>
                <a:latin typeface="Gill Sans Std Light" pitchFamily="34" charset="0"/>
              </a:rPr>
              <a:t>Acompanhar os incidentes críticos até a resolução</a:t>
            </a:r>
          </a:p>
          <a:p>
            <a:pPr marL="285750" indent="-285750" algn="just" eaLnBrk="1" hangingPunct="1">
              <a:buFont typeface="Arial" pitchFamily="34" charset="0"/>
              <a:buChar char="•"/>
            </a:pPr>
            <a:r>
              <a:rPr lang="pt-BR" sz="1400" dirty="0">
                <a:solidFill>
                  <a:srgbClr val="6E6259"/>
                </a:solidFill>
                <a:latin typeface="Gill Sans Std Light" pitchFamily="34" charset="0"/>
              </a:rPr>
              <a:t>Documentar o incidente aberto no portal ITSM</a:t>
            </a:r>
          </a:p>
          <a:p>
            <a:pPr marL="285750" indent="-285750" algn="just" eaLnBrk="1" hangingPunct="1">
              <a:buFont typeface="Arial" pitchFamily="34" charset="0"/>
              <a:buChar char="•"/>
            </a:pPr>
            <a:r>
              <a:rPr lang="pt-BR" sz="1400" dirty="0">
                <a:solidFill>
                  <a:srgbClr val="6E6259"/>
                </a:solidFill>
                <a:latin typeface="Gill Sans Std Light" pitchFamily="34" charset="0"/>
              </a:rPr>
              <a:t>Fazer o controle de relatórios de Incidente Crítico (RI)</a:t>
            </a:r>
          </a:p>
          <a:p>
            <a:pPr marL="285750" indent="-285750" algn="just" eaLnBrk="1" hangingPunct="1">
              <a:buFont typeface="Arial" pitchFamily="34" charset="0"/>
              <a:buChar char="•"/>
            </a:pPr>
            <a:r>
              <a:rPr lang="pt-BR" sz="1400" dirty="0">
                <a:solidFill>
                  <a:srgbClr val="6E6259"/>
                </a:solidFill>
                <a:latin typeface="Gill Sans Std Light" pitchFamily="34" charset="0"/>
              </a:rPr>
              <a:t>Após o término do incidente, anexar o relatório do incidente (RI) no portal ITSM</a:t>
            </a:r>
          </a:p>
          <a:p>
            <a:pPr marL="285750" indent="-285750" algn="just" eaLnBrk="1" hangingPunct="1">
              <a:buFont typeface="Arial" pitchFamily="34" charset="0"/>
              <a:buChar char="•"/>
            </a:pPr>
            <a:r>
              <a:rPr lang="pt-BR" sz="1400" dirty="0">
                <a:solidFill>
                  <a:srgbClr val="6E6259"/>
                </a:solidFill>
                <a:latin typeface="Gill Sans Std Light" pitchFamily="34" charset="0"/>
              </a:rPr>
              <a:t>Atualizar Base de Conhecimento</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de Bom Dia TD (Encaminhar relatório dos incidentes do dia anterior e participar da conferência)</a:t>
            </a:r>
          </a:p>
          <a:p>
            <a:pPr lvl="0" algn="just" eaLnBrk="1" hangingPunct="1"/>
            <a:endParaRPr lang="pt-BR" sz="1400" dirty="0">
              <a:latin typeface="Gill Sans Std Light" pitchFamily="34" charset="0"/>
            </a:endParaRPr>
          </a:p>
          <a:p>
            <a:pPr marL="285750" lvl="0" indent="-285750" algn="just" eaLnBrk="1" hangingPunct="1">
              <a:buFont typeface="Arial" pitchFamily="34" charset="0"/>
              <a:buChar char="•"/>
            </a:pPr>
            <a:endParaRPr lang="pt-BR" sz="1400" dirty="0"/>
          </a:p>
          <a:p>
            <a:pPr marL="285750" indent="-285750" algn="just" eaLnBrk="1" hangingPunct="1">
              <a:buFont typeface="Arial" pitchFamily="34" charset="0"/>
              <a:buChar char="•"/>
            </a:pPr>
            <a:endParaRPr lang="pt-BR" sz="1400" dirty="0" smtClean="0">
              <a:latin typeface="Gill Sans Std Light" pitchFamily="34" charset="0"/>
            </a:endParaRPr>
          </a:p>
          <a:p>
            <a:pPr marL="285750" indent="-285750" algn="just" eaLnBrk="1" hangingPunct="1">
              <a:buFont typeface="Arial" pitchFamily="34" charset="0"/>
              <a:buChar char="•"/>
            </a:pPr>
            <a:endParaRPr lang="pt-BR" sz="1400" dirty="0" smtClean="0">
              <a:solidFill>
                <a:srgbClr val="6E6259"/>
              </a:solidFill>
              <a:latin typeface="Gill Sans Std Light" pitchFamily="34" charset="0"/>
            </a:endParaRP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p:txBody>
      </p:sp>
      <p:pic>
        <p:nvPicPr>
          <p:cNvPr id="6" name="Picture 2" descr="E:\Users\BR92457\Desktop\Apresentação TD\Fotos\EK_Ciclo18-14_0014.jpg"/>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50706"/>
            <a:ext cx="1413518" cy="124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8574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4370364" cy="369332"/>
          </a:xfrm>
          <a:prstGeom prst="rect">
            <a:avLst/>
          </a:prstGeom>
          <a:noFill/>
        </p:spPr>
        <p:txBody>
          <a:bodyPr wrap="none" rtlCol="0">
            <a:spAutoFit/>
          </a:bodyPr>
          <a:lstStyle/>
          <a:p>
            <a:r>
              <a:rPr lang="pt-BR" b="1" dirty="0">
                <a:solidFill>
                  <a:srgbClr val="6E6259"/>
                </a:solidFill>
                <a:latin typeface="Gill Sans Std ExtraBold" pitchFamily="34" charset="0"/>
              </a:rPr>
              <a:t>6</a:t>
            </a:r>
            <a:r>
              <a:rPr lang="pt-BR" b="1" dirty="0" smtClean="0">
                <a:solidFill>
                  <a:srgbClr val="6E6259"/>
                </a:solidFill>
                <a:latin typeface="Gill Sans Std ExtraBold" pitchFamily="34" charset="0"/>
              </a:rPr>
              <a:t>. PAPÉIS E RESPONSABILIDADES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N1 – Equipe Técnica</a:t>
            </a:r>
            <a:endParaRPr lang="pt-BR" sz="1400" b="1" dirty="0">
              <a:solidFill>
                <a:srgbClr val="6E6259"/>
              </a:solidFill>
              <a:latin typeface="Gill Sans Std Light" pitchFamily="34" charset="0"/>
            </a:endParaRPr>
          </a:p>
          <a:p>
            <a:pPr algn="just" eaLnBrk="1" hangingPunct="1"/>
            <a:endParaRPr lang="pt-BR" sz="1400" dirty="0">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Controlar atualização frequente da base de conhecimento (Inclusão, Exclusão e Alteração)</a:t>
            </a:r>
          </a:p>
          <a:p>
            <a:pPr marL="285750" indent="-285750" algn="just" eaLnBrk="1" hangingPunct="1">
              <a:buFont typeface="Arial" pitchFamily="34" charset="0"/>
              <a:buChar char="•"/>
            </a:pPr>
            <a:r>
              <a:rPr lang="pt-BR" sz="1400" dirty="0">
                <a:solidFill>
                  <a:srgbClr val="6E6259"/>
                </a:solidFill>
                <a:latin typeface="Gill Sans Std Light" pitchFamily="34" charset="0"/>
              </a:rPr>
              <a:t>Identificar adequadamente os procedimentos e o direcionamento a serem utilizados no tratamento de problemas;</a:t>
            </a:r>
          </a:p>
          <a:p>
            <a:pPr marL="285750" indent="-285750" algn="just" eaLnBrk="1" hangingPunct="1">
              <a:buFont typeface="Arial" pitchFamily="34" charset="0"/>
              <a:buChar char="•"/>
            </a:pPr>
            <a:r>
              <a:rPr lang="pt-BR" sz="1400" dirty="0">
                <a:solidFill>
                  <a:srgbClr val="6E6259"/>
                </a:solidFill>
                <a:latin typeface="Gill Sans Std Light" pitchFamily="34" charset="0"/>
              </a:rPr>
              <a:t>Acompanhar chamados na fila de atendimento do 1º nível;</a:t>
            </a:r>
          </a:p>
          <a:p>
            <a:pPr marL="285750" indent="-285750" algn="just" eaLnBrk="1" hangingPunct="1">
              <a:buFont typeface="Arial" pitchFamily="34" charset="0"/>
              <a:buChar char="•"/>
            </a:pPr>
            <a:r>
              <a:rPr lang="pt-BR" sz="1400" dirty="0">
                <a:solidFill>
                  <a:srgbClr val="6E6259"/>
                </a:solidFill>
                <a:latin typeface="Gill Sans Std Light" pitchFamily="34" charset="0"/>
              </a:rPr>
              <a:t>Executar procedimentos de diagnostico e solução de incidentes;</a:t>
            </a:r>
          </a:p>
          <a:p>
            <a:pPr marL="285750" indent="-285750" algn="just" eaLnBrk="1" hangingPunct="1">
              <a:buFont typeface="Arial" pitchFamily="34" charset="0"/>
              <a:buChar char="•"/>
            </a:pPr>
            <a:r>
              <a:rPr lang="pt-BR" sz="1400" dirty="0">
                <a:solidFill>
                  <a:srgbClr val="6E6259"/>
                </a:solidFill>
                <a:latin typeface="Gill Sans Std Light" pitchFamily="34" charset="0"/>
              </a:rPr>
              <a:t>Identificar adequadamente os procedimentos e o direcionamento a serem utilizados no tratamento de problemas;</a:t>
            </a:r>
          </a:p>
          <a:p>
            <a:pPr marL="285750" indent="-285750" algn="just" eaLnBrk="1" hangingPunct="1">
              <a:buFont typeface="Arial" pitchFamily="34" charset="0"/>
              <a:buChar char="•"/>
            </a:pPr>
            <a:r>
              <a:rPr lang="pt-BR" sz="1400" dirty="0">
                <a:solidFill>
                  <a:srgbClr val="6E6259"/>
                </a:solidFill>
                <a:latin typeface="Gill Sans Std Light" pitchFamily="34" charset="0"/>
              </a:rPr>
              <a:t>Registrar na ferramenta de chamados todos os passos executados, com detalhe da atividade, horário e resultado;</a:t>
            </a:r>
          </a:p>
          <a:p>
            <a:pPr marL="285750" indent="-285750" algn="just" eaLnBrk="1" hangingPunct="1">
              <a:buFont typeface="Arial" pitchFamily="34" charset="0"/>
              <a:buChar char="•"/>
            </a:pPr>
            <a:r>
              <a:rPr lang="pt-BR" sz="1400" dirty="0">
                <a:solidFill>
                  <a:srgbClr val="6E6259"/>
                </a:solidFill>
                <a:latin typeface="Gill Sans Std Light" pitchFamily="34" charset="0"/>
              </a:rPr>
              <a:t>Tratar problemas referentes a alertas gerados pelas ferramentas de monitoração;</a:t>
            </a:r>
          </a:p>
          <a:p>
            <a:pPr marL="285750" indent="-285750" algn="just" eaLnBrk="1" hangingPunct="1">
              <a:buFont typeface="Arial" pitchFamily="34" charset="0"/>
              <a:buChar char="•"/>
            </a:pPr>
            <a:r>
              <a:rPr lang="pt-BR" sz="1400" dirty="0">
                <a:solidFill>
                  <a:srgbClr val="6E6259"/>
                </a:solidFill>
                <a:latin typeface="Gill Sans Std Light" pitchFamily="34" charset="0"/>
              </a:rPr>
              <a:t>Direcionar chamados para outras filas de atendimento;</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de Bom Dia TD </a:t>
            </a:r>
          </a:p>
          <a:p>
            <a:pPr marL="285750" indent="-285750" algn="just" eaLnBrk="1" hangingPunct="1">
              <a:buFont typeface="Arial" pitchFamily="34" charset="0"/>
              <a:buChar char="•"/>
            </a:pPr>
            <a:endParaRPr lang="pt-BR" sz="1400" dirty="0">
              <a:latin typeface="Gill Sans Std Light" pitchFamily="34" charset="0"/>
            </a:endParaRP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p:txBody>
      </p:sp>
      <p:pic>
        <p:nvPicPr>
          <p:cNvPr id="7" name="Picture 2" descr="E:\Users\BR92457\Desktop\Apresentação TD\Fotos\LT_EK_Ciclo01-15_00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3344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E:\Users\BR92457\Desktop\Apresentação TD\Fotos\EK_Ciclo18-14_0014.jpg"/>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50706"/>
            <a:ext cx="1413518" cy="1242118"/>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251520" y="268288"/>
            <a:ext cx="4370364" cy="369332"/>
          </a:xfrm>
          <a:prstGeom prst="rect">
            <a:avLst/>
          </a:prstGeom>
          <a:noFill/>
        </p:spPr>
        <p:txBody>
          <a:bodyPr wrap="none" rtlCol="0">
            <a:spAutoFit/>
          </a:bodyPr>
          <a:lstStyle/>
          <a:p>
            <a:r>
              <a:rPr lang="pt-BR" b="1" dirty="0">
                <a:solidFill>
                  <a:srgbClr val="6E6259"/>
                </a:solidFill>
                <a:latin typeface="Gill Sans Std ExtraBold" pitchFamily="34" charset="0"/>
              </a:rPr>
              <a:t>6</a:t>
            </a:r>
            <a:r>
              <a:rPr lang="pt-BR" b="1" dirty="0" smtClean="0">
                <a:solidFill>
                  <a:srgbClr val="6E6259"/>
                </a:solidFill>
                <a:latin typeface="Gill Sans Std ExtraBold" pitchFamily="34" charset="0"/>
              </a:rPr>
              <a:t>. PAPÉIS E RESPONSABILIDADES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4"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N2 – Equipe Técnica  (GSA, GST, GIB, GCA)</a:t>
            </a:r>
            <a:endParaRPr lang="pt-BR" sz="1400" b="1" dirty="0">
              <a:solidFill>
                <a:srgbClr val="6E6259"/>
              </a:solidFill>
              <a:latin typeface="Gill Sans Std Light" pitchFamily="34" charset="0"/>
            </a:endParaRPr>
          </a:p>
          <a:p>
            <a:pPr algn="just" eaLnBrk="1" hangingPunct="1"/>
            <a:endParaRPr lang="pt-BR" sz="1400" dirty="0">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de conferência de Incidente Crítico</a:t>
            </a:r>
          </a:p>
          <a:p>
            <a:pPr marL="285750" indent="-285750" algn="just" eaLnBrk="1" hangingPunct="1">
              <a:buFont typeface="Arial" pitchFamily="34" charset="0"/>
              <a:buChar char="•"/>
            </a:pPr>
            <a:r>
              <a:rPr lang="pt-BR" sz="1400" dirty="0">
                <a:solidFill>
                  <a:srgbClr val="6E6259"/>
                </a:solidFill>
                <a:latin typeface="Gill Sans Std Light" pitchFamily="34" charset="0"/>
              </a:rPr>
              <a:t>Atuar no incidente que não é passível de resolução no 1º nível e reestabelecer o serviço</a:t>
            </a:r>
          </a:p>
          <a:p>
            <a:pPr marL="285750" indent="-285750" algn="just" eaLnBrk="1" hangingPunct="1">
              <a:buFont typeface="Arial" pitchFamily="34" charset="0"/>
              <a:buChar char="•"/>
            </a:pPr>
            <a:r>
              <a:rPr lang="pt-BR" sz="1400" dirty="0">
                <a:solidFill>
                  <a:srgbClr val="6E6259"/>
                </a:solidFill>
                <a:latin typeface="Gill Sans Std Light" pitchFamily="34" charset="0"/>
              </a:rPr>
              <a:t>Fazer novos scripts na passagem de conhecimento do 2º nível para o 1º nível;</a:t>
            </a:r>
          </a:p>
          <a:p>
            <a:pPr marL="285750" indent="-285750" algn="just" eaLnBrk="1" hangingPunct="1">
              <a:buFont typeface="Arial" pitchFamily="34" charset="0"/>
              <a:buChar char="•"/>
            </a:pPr>
            <a:r>
              <a:rPr lang="pt-BR" sz="1400" dirty="0">
                <a:solidFill>
                  <a:srgbClr val="6E6259"/>
                </a:solidFill>
                <a:latin typeface="Gill Sans Std Light" pitchFamily="34" charset="0"/>
              </a:rPr>
              <a:t>Atualizar a base de conhecimento</a:t>
            </a:r>
          </a:p>
          <a:p>
            <a:pPr marL="285750" indent="-285750" algn="just" eaLnBrk="1" hangingPunct="1">
              <a:buFont typeface="Arial" pitchFamily="34" charset="0"/>
              <a:buChar char="•"/>
            </a:pPr>
            <a:r>
              <a:rPr lang="pt-BR" sz="1400" dirty="0">
                <a:solidFill>
                  <a:srgbClr val="6E6259"/>
                </a:solidFill>
                <a:latin typeface="Gill Sans Std Light" pitchFamily="34" charset="0"/>
              </a:rPr>
              <a:t>Fazer investigação do incidente para diagnosticar a causa raiz do problema</a:t>
            </a:r>
          </a:p>
          <a:p>
            <a:pPr marL="285750" indent="-285750" algn="just" eaLnBrk="1" hangingPunct="1">
              <a:buFont typeface="Arial" pitchFamily="34" charset="0"/>
              <a:buChar char="•"/>
            </a:pPr>
            <a:r>
              <a:rPr lang="pt-BR" sz="1400" dirty="0">
                <a:solidFill>
                  <a:srgbClr val="6E6259"/>
                </a:solidFill>
                <a:latin typeface="Gill Sans Std Light" pitchFamily="34" charset="0"/>
              </a:rPr>
              <a:t>Fazer análise de incidentes como parte do gerenciamento proativo do problema prevenindo futuras falhas nos ambientes</a:t>
            </a:r>
          </a:p>
          <a:p>
            <a:pPr marL="285750" indent="-285750" algn="just" eaLnBrk="1" hangingPunct="1">
              <a:buFont typeface="Arial" pitchFamily="34" charset="0"/>
              <a:buChar char="•"/>
            </a:pPr>
            <a:r>
              <a:rPr lang="pt-BR" sz="1400" dirty="0">
                <a:solidFill>
                  <a:srgbClr val="6E6259"/>
                </a:solidFill>
                <a:latin typeface="Gill Sans Std Light" pitchFamily="34" charset="0"/>
              </a:rPr>
              <a:t>Fazer a priorização dos problemas no momento da correção definitiva</a:t>
            </a:r>
          </a:p>
          <a:p>
            <a:pPr marL="285750" indent="-285750" algn="just" eaLnBrk="1" hangingPunct="1">
              <a:buFont typeface="Arial" pitchFamily="34" charset="0"/>
              <a:buChar char="•"/>
            </a:pPr>
            <a:r>
              <a:rPr lang="pt-BR" sz="1400" dirty="0">
                <a:solidFill>
                  <a:srgbClr val="6E6259"/>
                </a:solidFill>
                <a:latin typeface="Gill Sans Std Light" pitchFamily="34" charset="0"/>
              </a:rPr>
              <a:t>Abrir problemas proativos</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de Bom Dia TD</a:t>
            </a:r>
          </a:p>
          <a:p>
            <a:pPr marL="285750" indent="-285750" algn="just" eaLnBrk="1" hangingPunct="1">
              <a:buFont typeface="Arial" pitchFamily="34" charset="0"/>
              <a:buChar char="•"/>
            </a:pPr>
            <a:r>
              <a:rPr lang="pt-BR" sz="1400" dirty="0">
                <a:solidFill>
                  <a:srgbClr val="6E6259"/>
                </a:solidFill>
                <a:latin typeface="Gill Sans Std Light" pitchFamily="34" charset="0"/>
              </a:rPr>
              <a:t>Anexar no problema aberto no sistema o documento com a análise de causa raiz e as informações dos planos de ação para correção definitiva dentro dos prazos estipulados pelo processo.</a:t>
            </a:r>
          </a:p>
          <a:p>
            <a:pPr marL="285750" indent="-285750" algn="just" eaLnBrk="1" hangingPunct="1">
              <a:buFont typeface="Arial" pitchFamily="34" charset="0"/>
              <a:buChar char="•"/>
            </a:pPr>
            <a:r>
              <a:rPr lang="pt-BR" sz="1400" dirty="0">
                <a:solidFill>
                  <a:srgbClr val="6E6259"/>
                </a:solidFill>
                <a:latin typeface="Gill Sans Std Light" pitchFamily="34" charset="0"/>
              </a:rPr>
              <a:t>Atualizar frequentemente o problema aberto no sistema com as ações que estão sendo tomadas de acordo com os marcos descritos</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semanal de problemas para passar o status da resolução dos problemas</a:t>
            </a: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p:txBody>
      </p:sp>
    </p:spTree>
    <p:extLst>
      <p:ext uri="{BB962C8B-B14F-4D97-AF65-F5344CB8AC3E}">
        <p14:creationId xmlns:p14="http://schemas.microsoft.com/office/powerpoint/2010/main" val="3266973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4370364" cy="369332"/>
          </a:xfrm>
          <a:prstGeom prst="rect">
            <a:avLst/>
          </a:prstGeom>
          <a:noFill/>
        </p:spPr>
        <p:txBody>
          <a:bodyPr wrap="none" rtlCol="0">
            <a:spAutoFit/>
          </a:bodyPr>
          <a:lstStyle/>
          <a:p>
            <a:r>
              <a:rPr lang="pt-BR" b="1" dirty="0">
                <a:solidFill>
                  <a:srgbClr val="6E6259"/>
                </a:solidFill>
                <a:latin typeface="Gill Sans Std ExtraBold" pitchFamily="34" charset="0"/>
              </a:rPr>
              <a:t>6</a:t>
            </a:r>
            <a:r>
              <a:rPr lang="pt-BR" b="1" dirty="0" smtClean="0">
                <a:solidFill>
                  <a:srgbClr val="6E6259"/>
                </a:solidFill>
                <a:latin typeface="Gill Sans Std ExtraBold" pitchFamily="34" charset="0"/>
              </a:rPr>
              <a:t>. PAPÉIS E RESPONSABILIDADES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Equipes de Projeto (Diretoria de Aplicações e Diretoria de Infraestrutura)</a:t>
            </a:r>
            <a:endParaRPr lang="pt-BR" sz="1400" b="1" dirty="0">
              <a:solidFill>
                <a:srgbClr val="6E6259"/>
              </a:solidFill>
              <a:latin typeface="Gill Sans Std Light" pitchFamily="34" charset="0"/>
            </a:endParaRPr>
          </a:p>
          <a:p>
            <a:pPr algn="just" eaLnBrk="1" hangingPunct="1"/>
            <a:endParaRPr lang="pt-BR" sz="1400" dirty="0">
              <a:latin typeface="Gill Sans Std Light" pitchFamily="34" charset="0"/>
            </a:endParaRPr>
          </a:p>
          <a:p>
            <a:pPr algn="just" eaLnBrk="1" hangingPunct="1"/>
            <a:r>
              <a:rPr lang="pt-BR" sz="1400" dirty="0">
                <a:solidFill>
                  <a:srgbClr val="6E6259"/>
                </a:solidFill>
                <a:latin typeface="Gill Sans Std Light" pitchFamily="34" charset="0"/>
              </a:rPr>
              <a:t>Atualmente temos equipes que conduzem projetos tanto na Diretoria de Aplicações, quanto na Diretoria de Infraestrutura. Quando ou houver incidentes que forem oriundos da implantação dos projetos, os  gerentes de projeto devem participar dos rituais. Abaixo seguem os papéis e responsabilidades:</a:t>
            </a: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de conferência de Incidente Crítico quando for evento relacionado a Projeto</a:t>
            </a:r>
          </a:p>
          <a:p>
            <a:pPr marL="285750" indent="-285750" algn="just" eaLnBrk="1" hangingPunct="1">
              <a:buFont typeface="Arial" pitchFamily="34" charset="0"/>
              <a:buChar char="•"/>
            </a:pPr>
            <a:r>
              <a:rPr lang="pt-BR" sz="1400" dirty="0">
                <a:solidFill>
                  <a:srgbClr val="6E6259"/>
                </a:solidFill>
                <a:latin typeface="Gill Sans Std Light" pitchFamily="34" charset="0"/>
              </a:rPr>
              <a:t>Interagir com as equipes de N1 e N2 na tratativa dos incidentes </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de Bom Dia TD</a:t>
            </a:r>
          </a:p>
          <a:p>
            <a:pPr marL="285750" indent="-285750" algn="just" eaLnBrk="1" hangingPunct="1">
              <a:buFont typeface="Arial" pitchFamily="34" charset="0"/>
              <a:buChar char="•"/>
            </a:pPr>
            <a:r>
              <a:rPr lang="pt-BR" sz="1400" dirty="0">
                <a:solidFill>
                  <a:srgbClr val="6E6259"/>
                </a:solidFill>
                <a:latin typeface="Gill Sans Std Light" pitchFamily="34" charset="0"/>
              </a:rPr>
              <a:t>Anexar no problema aberto no sistema o documento com a análise de causa raiz e as informações dos planos de ação para correção definitiva dentro dos prazos estipulados pelo processo.</a:t>
            </a:r>
          </a:p>
          <a:p>
            <a:pPr marL="285750" indent="-285750" algn="just" eaLnBrk="1" hangingPunct="1">
              <a:buFont typeface="Arial" pitchFamily="34" charset="0"/>
              <a:buChar char="•"/>
            </a:pPr>
            <a:r>
              <a:rPr lang="pt-BR" sz="1400" dirty="0">
                <a:solidFill>
                  <a:srgbClr val="6E6259"/>
                </a:solidFill>
                <a:latin typeface="Gill Sans Std Light" pitchFamily="34" charset="0"/>
              </a:rPr>
              <a:t>Atualizar frequentemente o problema aberto no sistema com as ações que estão sendo tomadas de acordo com os marcos descritos</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semanal de problemas para passar o status da resolução dos problemas</a:t>
            </a:r>
          </a:p>
          <a:p>
            <a:pPr marL="285750" indent="-285750" algn="just" eaLnBrk="1" hangingPunct="1">
              <a:buFont typeface="Arial" pitchFamily="34" charset="0"/>
              <a:buChar char="•"/>
            </a:pPr>
            <a:endParaRPr lang="pt-BR" sz="1400" dirty="0" smtClean="0">
              <a:latin typeface="Gill Sans Std Light" pitchFamily="34" charset="0"/>
            </a:endParaRPr>
          </a:p>
          <a:p>
            <a:pPr marL="285750" indent="-285750" algn="just" eaLnBrk="1" hangingPunct="1">
              <a:buFont typeface="Arial" pitchFamily="34" charset="0"/>
              <a:buChar char="•"/>
            </a:pPr>
            <a:endParaRPr lang="pt-BR" sz="1400" dirty="0">
              <a:latin typeface="Gill Sans Std Light" pitchFamily="34" charset="0"/>
            </a:endParaRPr>
          </a:p>
          <a:p>
            <a:pPr marL="285750" indent="-285750" algn="just" eaLnBrk="1" hangingPunct="1">
              <a:buFont typeface="Arial" pitchFamily="34" charset="0"/>
              <a:buChar char="•"/>
            </a:pPr>
            <a:endParaRPr lang="pt-BR" sz="1400" dirty="0" smtClean="0">
              <a:latin typeface="Gill Sans Std Light" pitchFamily="34" charset="0"/>
            </a:endParaRP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p:txBody>
      </p:sp>
      <p:pic>
        <p:nvPicPr>
          <p:cNvPr id="7" name="Picture 2" descr="E:\Users\BR92457\Desktop\Apresentação TD\Fotos\LT_EK_Ciclo01-15_00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9374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E:\Users\BR92457\Desktop\Apresentação TD\Fotos\EK_Ciclo18-14_0014.jpg"/>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50706"/>
            <a:ext cx="1413518" cy="1242118"/>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251520" y="268288"/>
            <a:ext cx="4370364" cy="369332"/>
          </a:xfrm>
          <a:prstGeom prst="rect">
            <a:avLst/>
          </a:prstGeom>
          <a:noFill/>
        </p:spPr>
        <p:txBody>
          <a:bodyPr wrap="none" rtlCol="0">
            <a:spAutoFit/>
          </a:bodyPr>
          <a:lstStyle/>
          <a:p>
            <a:r>
              <a:rPr lang="pt-BR" b="1" dirty="0">
                <a:solidFill>
                  <a:srgbClr val="6E6259"/>
                </a:solidFill>
                <a:latin typeface="Gill Sans Std ExtraBold" pitchFamily="34" charset="0"/>
              </a:rPr>
              <a:t>6</a:t>
            </a:r>
            <a:r>
              <a:rPr lang="pt-BR" b="1" dirty="0" smtClean="0">
                <a:solidFill>
                  <a:srgbClr val="6E6259"/>
                </a:solidFill>
                <a:latin typeface="Gill Sans Std ExtraBold" pitchFamily="34" charset="0"/>
              </a:rPr>
              <a:t>. PAPÉIS E RESPONSABILIDADES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4"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Equipes OIs (Operações Internacionais)</a:t>
            </a:r>
          </a:p>
          <a:p>
            <a:pPr algn="just" eaLnBrk="1" hangingPunct="1"/>
            <a:endParaRPr lang="pt-BR" sz="1400" dirty="0">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de conferência de Incidente Crítico quando for evento relacionado a sistemas das Operações Internacionais</a:t>
            </a:r>
          </a:p>
          <a:p>
            <a:pPr marL="285750" indent="-285750" algn="just" eaLnBrk="1" hangingPunct="1">
              <a:buFont typeface="Arial" pitchFamily="34" charset="0"/>
              <a:buChar char="•"/>
            </a:pPr>
            <a:r>
              <a:rPr lang="pt-BR" sz="1400" dirty="0">
                <a:solidFill>
                  <a:srgbClr val="6E6259"/>
                </a:solidFill>
                <a:latin typeface="Gill Sans Std Light" pitchFamily="34" charset="0"/>
              </a:rPr>
              <a:t>Ser o ponto focal com o Brasil na tratativa de incidentes e problemas que envolvam provedores locais</a:t>
            </a:r>
          </a:p>
          <a:p>
            <a:pPr marL="285750" indent="-285750" algn="just" eaLnBrk="1" hangingPunct="1">
              <a:buFont typeface="Arial" pitchFamily="34" charset="0"/>
              <a:buChar char="•"/>
            </a:pPr>
            <a:r>
              <a:rPr lang="pt-BR" sz="1400" dirty="0">
                <a:solidFill>
                  <a:srgbClr val="6E6259"/>
                </a:solidFill>
                <a:latin typeface="Gill Sans Std Light" pitchFamily="34" charset="0"/>
              </a:rPr>
              <a:t>Interagir com as equipes de N1 e N2 Brasil na tratativa dos incidentes </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de Bom Dia TD (Devido ao fuso horário, quem participará desta reunião é a equipe GRU, que faz o relacionamento com as OIs)</a:t>
            </a:r>
          </a:p>
          <a:p>
            <a:pPr marL="285750" indent="-285750" algn="just" eaLnBrk="1" hangingPunct="1">
              <a:buFont typeface="Arial" pitchFamily="34" charset="0"/>
              <a:buChar char="•"/>
            </a:pPr>
            <a:r>
              <a:rPr lang="pt-BR" sz="1400" dirty="0">
                <a:solidFill>
                  <a:srgbClr val="6E6259"/>
                </a:solidFill>
                <a:latin typeface="Gill Sans Std Light" pitchFamily="34" charset="0"/>
              </a:rPr>
              <a:t>Anexar no problema aberto no sistema o documento com a análise de causa raiz e as informações dos planos de ação para correção definitiva dentro dos prazos estipulados pelo processo.</a:t>
            </a:r>
          </a:p>
          <a:p>
            <a:pPr marL="285750" indent="-285750" algn="just" eaLnBrk="1" hangingPunct="1">
              <a:buFont typeface="Arial" pitchFamily="34" charset="0"/>
              <a:buChar char="•"/>
            </a:pPr>
            <a:r>
              <a:rPr lang="pt-BR" sz="1400" dirty="0">
                <a:solidFill>
                  <a:srgbClr val="6E6259"/>
                </a:solidFill>
                <a:latin typeface="Gill Sans Std Light" pitchFamily="34" charset="0"/>
              </a:rPr>
              <a:t>Atualizar frequentemente o problema aberto no sistema com as ações que estão sendo tomadas de acordo com os marcos descritos</a:t>
            </a:r>
          </a:p>
          <a:p>
            <a:pPr marL="285750" indent="-285750" algn="just" eaLnBrk="1" hangingPunct="1">
              <a:buFont typeface="Arial" pitchFamily="34" charset="0"/>
              <a:buChar char="•"/>
            </a:pPr>
            <a:r>
              <a:rPr lang="pt-BR" sz="1400" dirty="0">
                <a:solidFill>
                  <a:srgbClr val="6E6259"/>
                </a:solidFill>
                <a:latin typeface="Gill Sans Std Light" pitchFamily="34" charset="0"/>
              </a:rPr>
              <a:t>Participar da reunião semanal de problemas para passar o status da resolução dos problemas (a reunião ocorre em um horário que não impacta as Operações Internacionais devido ao fuso horário)</a:t>
            </a:r>
          </a:p>
          <a:p>
            <a:pPr marL="285750" indent="-285750" algn="just" eaLnBrk="1" hangingPunct="1">
              <a:buFont typeface="Arial" pitchFamily="34" charset="0"/>
              <a:buChar char="•"/>
            </a:pPr>
            <a:endParaRPr lang="pt-BR" sz="1400" dirty="0" smtClean="0">
              <a:latin typeface="Gill Sans Std Light" pitchFamily="34" charset="0"/>
            </a:endParaRPr>
          </a:p>
          <a:p>
            <a:pPr marL="285750" indent="-285750" algn="just" eaLnBrk="1" hangingPunct="1">
              <a:buFont typeface="Arial" pitchFamily="34" charset="0"/>
              <a:buChar char="•"/>
            </a:pPr>
            <a:endParaRPr lang="pt-BR" sz="1400" dirty="0">
              <a:latin typeface="Gill Sans Std Light" pitchFamily="34" charset="0"/>
            </a:endParaRPr>
          </a:p>
          <a:p>
            <a:pPr marL="285750" indent="-285750" algn="just" eaLnBrk="1" hangingPunct="1">
              <a:buFont typeface="Arial" pitchFamily="34" charset="0"/>
              <a:buChar char="•"/>
            </a:pPr>
            <a:endParaRPr lang="pt-BR" sz="1400" dirty="0" smtClean="0">
              <a:latin typeface="Gill Sans Std Light" pitchFamily="34" charset="0"/>
            </a:endParaRP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p:txBody>
      </p:sp>
    </p:spTree>
    <p:extLst>
      <p:ext uri="{BB962C8B-B14F-4D97-AF65-F5344CB8AC3E}">
        <p14:creationId xmlns:p14="http://schemas.microsoft.com/office/powerpoint/2010/main" val="17768301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3541611" cy="369332"/>
          </a:xfrm>
          <a:prstGeom prst="rect">
            <a:avLst/>
          </a:prstGeom>
          <a:noFill/>
        </p:spPr>
        <p:txBody>
          <a:bodyPr wrap="none" rtlCol="0">
            <a:spAutoFit/>
          </a:bodyPr>
          <a:lstStyle/>
          <a:p>
            <a:r>
              <a:rPr lang="pt-BR" b="1" dirty="0">
                <a:solidFill>
                  <a:srgbClr val="6E6259"/>
                </a:solidFill>
                <a:latin typeface="Gill Sans Std ExtraBold" pitchFamily="34" charset="0"/>
              </a:rPr>
              <a:t>7</a:t>
            </a:r>
            <a:r>
              <a:rPr lang="pt-BR" b="1" dirty="0" smtClean="0">
                <a:solidFill>
                  <a:srgbClr val="6E6259"/>
                </a:solidFill>
                <a:latin typeface="Gill Sans Std ExtraBold" pitchFamily="34" charset="0"/>
              </a:rPr>
              <a:t>. PRESTAÇÃO DE CONTAS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dirty="0" smtClean="0">
                <a:solidFill>
                  <a:srgbClr val="6E6259"/>
                </a:solidFill>
                <a:latin typeface="Gill Sans Std Light" pitchFamily="34" charset="0"/>
              </a:rPr>
              <a:t>Do processo são gerados indicadores que informam as tratativas dos problemas e também os planos de ação que estão sendo realizados para a solução definitiva do problema. Estas informações devem estar sempre atualizadas, pois são apresentadas semanalmente/ mensalmente para os Gerentes e Diretores nos seguintes fóruns da Natura:</a:t>
            </a:r>
          </a:p>
          <a:p>
            <a:pPr algn="just" eaLnBrk="1" hangingPunct="1"/>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GGTD</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GGTD OIs</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GG Áreas de Negócio (GRP)</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Comitê Tático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Comitê Operacional</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Comitê de Clientes</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Conferência das Unidades Regionais</a:t>
            </a:r>
          </a:p>
          <a:p>
            <a:pPr algn="just" eaLnBrk="1" hangingPunct="1"/>
            <a:endParaRPr lang="pt-BR" sz="1400" dirty="0">
              <a:solidFill>
                <a:srgbClr val="6E6259"/>
              </a:solidFill>
              <a:latin typeface="Gill Sans Std Light" pitchFamily="34" charset="0"/>
            </a:endParaRPr>
          </a:p>
          <a:p>
            <a:pPr algn="just" eaLnBrk="1" hangingPunct="1"/>
            <a:endParaRPr lang="pt-BR" sz="1400" dirty="0" smtClean="0">
              <a:solidFill>
                <a:srgbClr val="6E6259"/>
              </a:solidFill>
              <a:latin typeface="Gill Sans Std Light" pitchFamily="34" charset="0"/>
            </a:endParaRPr>
          </a:p>
          <a:p>
            <a:pPr marL="285750" indent="-285750" algn="just" eaLnBrk="1" hangingPunct="1">
              <a:buFont typeface="Wingdings" pitchFamily="2" charset="2"/>
              <a:buChar char="§"/>
            </a:pPr>
            <a:endParaRPr lang="pt-BR" sz="1400" dirty="0">
              <a:solidFill>
                <a:srgbClr val="6E6259"/>
              </a:solidFill>
              <a:latin typeface="Gill Sans Std Light" pitchFamily="34" charset="0"/>
            </a:endParaRPr>
          </a:p>
        </p:txBody>
      </p:sp>
      <p:pic>
        <p:nvPicPr>
          <p:cNvPr id="7" name="Picture 2" descr="E:\Users\BR92457\Desktop\Apresentação TD\Fotos\LT_EK_Ciclo01-15_00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5480" t="3281" r="16534" b="57907"/>
          <a:stretch/>
        </p:blipFill>
        <p:spPr bwMode="auto">
          <a:xfrm>
            <a:off x="7344736" y="3652664"/>
            <a:ext cx="1655248" cy="13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87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 calcmode="lin" valueType="num">
                                      <p:cBhvr additive="base">
                                        <p:cTn id="31" dur="500" fill="hold"/>
                                        <p:tgtEl>
                                          <p:spTgt spid="10">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
                                            <p:txEl>
                                              <p:pRg st="6" end="6"/>
                                            </p:txEl>
                                          </p:spTgt>
                                        </p:tgtEl>
                                        <p:attrNameLst>
                                          <p:attrName>style.visibility</p:attrName>
                                        </p:attrNameLst>
                                      </p:cBhvr>
                                      <p:to>
                                        <p:strVal val="visible"/>
                                      </p:to>
                                    </p:set>
                                    <p:anim calcmode="lin" valueType="num">
                                      <p:cBhvr additive="base">
                                        <p:cTn id="37" dur="500" fill="hold"/>
                                        <p:tgtEl>
                                          <p:spTgt spid="10">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0">
                                            <p:txEl>
                                              <p:pRg st="7" end="7"/>
                                            </p:txEl>
                                          </p:spTgt>
                                        </p:tgtEl>
                                        <p:attrNameLst>
                                          <p:attrName>style.visibility</p:attrName>
                                        </p:attrNameLst>
                                      </p:cBhvr>
                                      <p:to>
                                        <p:strVal val="visible"/>
                                      </p:to>
                                    </p:set>
                                    <p:anim calcmode="lin" valueType="num">
                                      <p:cBhvr additive="base">
                                        <p:cTn id="43" dur="500" fill="hold"/>
                                        <p:tgtEl>
                                          <p:spTgt spid="10">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anim calcmode="lin" valueType="num">
                                      <p:cBhvr additive="base">
                                        <p:cTn id="49" dur="500" fill="hold"/>
                                        <p:tgtEl>
                                          <p:spTgt spid="10">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6177332" cy="369332"/>
          </a:xfrm>
          <a:prstGeom prst="rect">
            <a:avLst/>
          </a:prstGeom>
          <a:noFill/>
        </p:spPr>
        <p:txBody>
          <a:bodyPr wrap="none" rtlCol="0">
            <a:spAutoFit/>
          </a:bodyPr>
          <a:lstStyle/>
          <a:p>
            <a:r>
              <a:rPr lang="pt-BR" b="1" dirty="0">
                <a:solidFill>
                  <a:srgbClr val="6E6259"/>
                </a:solidFill>
                <a:latin typeface="Gill Sans Std ExtraBold" pitchFamily="34" charset="0"/>
              </a:rPr>
              <a:t>8</a:t>
            </a:r>
            <a:r>
              <a:rPr lang="pt-BR" b="1" dirty="0" smtClean="0">
                <a:solidFill>
                  <a:srgbClr val="6E6259"/>
                </a:solidFill>
                <a:latin typeface="Gill Sans Std ExtraBold" pitchFamily="34" charset="0"/>
              </a:rPr>
              <a:t>. INDICADORES DE ADERÊNCIA AO PROCESSO</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Indicadores</a:t>
            </a: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Para medir a eficiência do processo e aderência dos times envolvidos, a GPI enviará diariamente para cada equipe um dashboard com as seguintes informações:</a:t>
            </a: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a. Qtde de problemas </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Abertos</a:t>
            </a:r>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Em análise de causa raiz</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Em planejamento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Em implantação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Em monitoração</a:t>
            </a:r>
          </a:p>
          <a:p>
            <a:pPr marL="285750" indent="-285750" algn="just" eaLnBrk="1" hangingPunct="1">
              <a:buFont typeface="Arial" pitchFamily="34" charset="0"/>
              <a:buChar char="•"/>
            </a:pPr>
            <a:r>
              <a:rPr lang="pt-BR" sz="1400" dirty="0" smtClean="0">
                <a:solidFill>
                  <a:srgbClr val="6E6259"/>
                </a:solidFill>
                <a:latin typeface="Gill Sans Std Light" pitchFamily="34" charset="0"/>
              </a:rPr>
              <a:t>Encerrados</a:t>
            </a:r>
          </a:p>
          <a:p>
            <a:pPr marL="285750" indent="-285750" algn="just" eaLnBrk="1" hangingPunct="1">
              <a:buFont typeface="Arial" pitchFamily="34" charset="0"/>
              <a:buChar char="•"/>
            </a:pPr>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b. </a:t>
            </a:r>
            <a:r>
              <a:rPr lang="pt-BR" sz="1400" dirty="0">
                <a:solidFill>
                  <a:srgbClr val="6E6259"/>
                </a:solidFill>
                <a:latin typeface="Gill Sans Std Light" pitchFamily="34" charset="0"/>
              </a:rPr>
              <a:t>Qtde de problemas </a:t>
            </a:r>
            <a:r>
              <a:rPr lang="pt-BR" sz="1400" dirty="0" smtClean="0">
                <a:solidFill>
                  <a:srgbClr val="6E6259"/>
                </a:solidFill>
                <a:latin typeface="Gill Sans Std Light" pitchFamily="34" charset="0"/>
              </a:rPr>
              <a:t> em atraso </a:t>
            </a: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c. Percentual de participação das equipe nas reuniões de problema</a:t>
            </a:r>
            <a:endParaRPr lang="pt-BR" sz="1400" dirty="0">
              <a:solidFill>
                <a:srgbClr val="6E6259"/>
              </a:solidFill>
              <a:latin typeface="Gill Sans Std Light" pitchFamily="34" charset="0"/>
            </a:endParaRPr>
          </a:p>
          <a:p>
            <a:pPr algn="just" eaLnBrk="1" hangingPunct="1"/>
            <a:endParaRPr lang="pt-BR" sz="1400" dirty="0" smtClean="0">
              <a:solidFill>
                <a:srgbClr val="6E6259"/>
              </a:solidFill>
              <a:latin typeface="Gill Sans Std Light" pitchFamily="34" charset="0"/>
            </a:endParaRPr>
          </a:p>
          <a:p>
            <a:pPr marL="285750" indent="-285750" algn="just" eaLnBrk="1" hangingPunct="1">
              <a:buFont typeface="Wingdings" pitchFamily="2" charset="2"/>
              <a:buChar char="§"/>
            </a:pPr>
            <a:endParaRPr lang="pt-BR" sz="1400" dirty="0">
              <a:solidFill>
                <a:srgbClr val="6E6259"/>
              </a:solidFill>
              <a:latin typeface="Gill Sans Std Light" pitchFamily="34" charset="0"/>
            </a:endParaRPr>
          </a:p>
        </p:txBody>
      </p:sp>
      <p:pic>
        <p:nvPicPr>
          <p:cNvPr id="11" name="Picture 2" descr="E:\Users\BR92457\Desktop\Apresentação TD\Fotos\EK_Ciclo18-14_0014.jpg"/>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a:ext>
            </a:extLst>
          </a:blip>
          <a:srcRect t="27488"/>
          <a:stretch/>
        </p:blipFill>
        <p:spPr bwMode="auto">
          <a:xfrm>
            <a:off x="7694986" y="3850706"/>
            <a:ext cx="1413518" cy="124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3280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Users\BR92457\Desktop\Apresentação TD\Fotos\LT_EK_Ciclo01-15_0001.jp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251520" y="268288"/>
            <a:ext cx="6177332" cy="369332"/>
          </a:xfrm>
          <a:prstGeom prst="rect">
            <a:avLst/>
          </a:prstGeom>
          <a:noFill/>
        </p:spPr>
        <p:txBody>
          <a:bodyPr wrap="none" rtlCol="0">
            <a:spAutoFit/>
          </a:bodyPr>
          <a:lstStyle/>
          <a:p>
            <a:r>
              <a:rPr lang="pt-BR" b="1" dirty="0">
                <a:solidFill>
                  <a:srgbClr val="6E6259"/>
                </a:solidFill>
                <a:latin typeface="Gill Sans Std ExtraBold" pitchFamily="34" charset="0"/>
              </a:rPr>
              <a:t>8</a:t>
            </a:r>
            <a:r>
              <a:rPr lang="pt-BR" b="1" dirty="0" smtClean="0">
                <a:solidFill>
                  <a:srgbClr val="6E6259"/>
                </a:solidFill>
                <a:latin typeface="Gill Sans Std ExtraBold" pitchFamily="34" charset="0"/>
              </a:rPr>
              <a:t>. INDICADORES DE ADERÊNCIA AO PROCESSO</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3"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400" b="1" dirty="0" smtClean="0">
                <a:solidFill>
                  <a:srgbClr val="6E6259"/>
                </a:solidFill>
                <a:latin typeface="Gill Sans Std Light" pitchFamily="34" charset="0"/>
              </a:rPr>
              <a:t>Follow up das pendências</a:t>
            </a:r>
          </a:p>
          <a:p>
            <a:pPr algn="just" eaLnBrk="1" hangingPunct="1"/>
            <a:endParaRPr lang="pt-BR" sz="1400" dirty="0" smtClean="0">
              <a:solidFill>
                <a:srgbClr val="6E6259"/>
              </a:solidFill>
              <a:latin typeface="Gill Sans Std Light" pitchFamily="34" charset="0"/>
            </a:endParaRPr>
          </a:p>
          <a:p>
            <a:pPr algn="just" eaLnBrk="1" hangingPunct="1"/>
            <a:r>
              <a:rPr lang="pt-BR" sz="1400" dirty="0">
                <a:solidFill>
                  <a:srgbClr val="6E6259"/>
                </a:solidFill>
                <a:latin typeface="Gill Sans Std Light" pitchFamily="34" charset="0"/>
              </a:rPr>
              <a:t>Diariamente a equipe GPI fará a qualidade de todos os problemas abertos. Caso haja algum desvio (atraso na entrega do RCA, atraso na entrega do planejamento, falta de atualização dos problemas abertos, ausência nas reuniões)  será enviada por e-mail uma notificação ao responsável.  Segue abaixo como será a escalação:</a:t>
            </a:r>
          </a:p>
          <a:p>
            <a:pPr algn="just" eaLnBrk="1" hangingPunct="1"/>
            <a:endParaRPr lang="pt-BR" sz="1400" dirty="0" smtClean="0">
              <a:solidFill>
                <a:srgbClr val="6E6259"/>
              </a:solidFill>
              <a:latin typeface="Gill Sans Std Light" pitchFamily="34" charset="0"/>
            </a:endParaRP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1</a:t>
            </a:r>
            <a:r>
              <a:rPr lang="pt-BR" sz="1400" dirty="0">
                <a:latin typeface="Gill Sans Std Light" pitchFamily="34" charset="0"/>
              </a:rPr>
              <a:t>º</a:t>
            </a:r>
            <a:r>
              <a:rPr lang="pt-BR" sz="1400" dirty="0" smtClean="0">
                <a:solidFill>
                  <a:srgbClr val="6E6259"/>
                </a:solidFill>
                <a:latin typeface="Gill Sans Std Light" pitchFamily="34" charset="0"/>
              </a:rPr>
              <a:t> escalação: Responsável pelo problema</a:t>
            </a: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2</a:t>
            </a:r>
            <a:r>
              <a:rPr lang="pt-BR" sz="1400" dirty="0">
                <a:latin typeface="Gill Sans Std Light" pitchFamily="34" charset="0"/>
              </a:rPr>
              <a:t>º</a:t>
            </a:r>
            <a:r>
              <a:rPr lang="pt-BR" sz="1400" dirty="0" smtClean="0">
                <a:solidFill>
                  <a:srgbClr val="6E6259"/>
                </a:solidFill>
                <a:latin typeface="Gill Sans Std Light" pitchFamily="34" charset="0"/>
              </a:rPr>
              <a:t> escalação: Gerente imediato</a:t>
            </a: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3</a:t>
            </a:r>
            <a:r>
              <a:rPr lang="pt-BR" sz="1400" dirty="0">
                <a:latin typeface="Gill Sans Std Light" pitchFamily="34" charset="0"/>
              </a:rPr>
              <a:t>º</a:t>
            </a:r>
            <a:r>
              <a:rPr lang="pt-BR" sz="1400" dirty="0" smtClean="0">
                <a:solidFill>
                  <a:srgbClr val="6E6259"/>
                </a:solidFill>
                <a:latin typeface="Gill Sans Std Light" pitchFamily="34" charset="0"/>
              </a:rPr>
              <a:t> escalação: Gerente da área</a:t>
            </a:r>
          </a:p>
          <a:p>
            <a:pPr algn="just" eaLnBrk="1" hangingPunct="1"/>
            <a:endParaRPr lang="pt-BR" sz="1400" dirty="0" smtClean="0">
              <a:solidFill>
                <a:srgbClr val="6E6259"/>
              </a:solidFill>
              <a:latin typeface="Gill Sans Std Light" pitchFamily="34" charset="0"/>
            </a:endParaRPr>
          </a:p>
          <a:p>
            <a:pPr algn="just" eaLnBrk="1" hangingPunct="1"/>
            <a:r>
              <a:rPr lang="pt-BR" sz="1400" dirty="0" smtClean="0">
                <a:solidFill>
                  <a:srgbClr val="6E6259"/>
                </a:solidFill>
                <a:latin typeface="Gill Sans Std Light" pitchFamily="34" charset="0"/>
              </a:rPr>
              <a:t>4</a:t>
            </a:r>
            <a:r>
              <a:rPr lang="pt-BR" sz="1400" dirty="0">
                <a:latin typeface="Gill Sans Std Light" pitchFamily="34" charset="0"/>
              </a:rPr>
              <a:t>º</a:t>
            </a:r>
            <a:r>
              <a:rPr lang="pt-BR" sz="1400" dirty="0" smtClean="0">
                <a:solidFill>
                  <a:srgbClr val="6E6259"/>
                </a:solidFill>
                <a:latin typeface="Gill Sans Std Light" pitchFamily="34" charset="0"/>
              </a:rPr>
              <a:t> escalação: Diretor de DI ou DA</a:t>
            </a:r>
          </a:p>
          <a:p>
            <a:pPr marL="285750" indent="-285750" algn="just" eaLnBrk="1" hangingPunct="1">
              <a:buFont typeface="Wingdings" pitchFamily="2" charset="2"/>
              <a:buChar char="§"/>
            </a:pPr>
            <a:endParaRPr lang="pt-BR" sz="1400" dirty="0" smtClean="0">
              <a:solidFill>
                <a:srgbClr val="6E6259"/>
              </a:solidFill>
              <a:latin typeface="Gill Sans Std Light" pitchFamily="34" charset="0"/>
            </a:endParaRPr>
          </a:p>
          <a:p>
            <a:pPr marL="285750" indent="-285750" algn="just" eaLnBrk="1" hangingPunct="1">
              <a:buFont typeface="Wingdings" pitchFamily="2" charset="2"/>
              <a:buChar char="§"/>
            </a:pPr>
            <a:endParaRPr lang="pt-BR" sz="1400" dirty="0" smtClean="0">
              <a:solidFill>
                <a:srgbClr val="6E6259"/>
              </a:solidFill>
              <a:latin typeface="Gill Sans Std Light" pitchFamily="34" charset="0"/>
            </a:endParaRPr>
          </a:p>
          <a:p>
            <a:pPr marL="285750" indent="-285750" algn="just" eaLnBrk="1" hangingPunct="1">
              <a:buFont typeface="Wingdings" pitchFamily="2" charset="2"/>
              <a:buChar char="§"/>
            </a:pPr>
            <a:endParaRPr lang="pt-BR" sz="1400" i="1" dirty="0">
              <a:solidFill>
                <a:srgbClr val="6E6259"/>
              </a:solidFill>
              <a:latin typeface="Gill Sans Std Light" pitchFamily="34" charset="0"/>
            </a:endParaRPr>
          </a:p>
          <a:p>
            <a:pPr algn="just" eaLnBrk="1" hangingPunct="1"/>
            <a:r>
              <a:rPr lang="pt-BR" sz="1400" i="1" dirty="0">
                <a:solidFill>
                  <a:srgbClr val="6E6259"/>
                </a:solidFill>
                <a:latin typeface="Gill Sans Std Light" pitchFamily="34" charset="0"/>
              </a:rPr>
              <a:t>Nota: O tempo entre a 1º escalação e a 4º </a:t>
            </a:r>
            <a:r>
              <a:rPr lang="pt-BR" sz="1400" i="1" dirty="0" smtClean="0">
                <a:solidFill>
                  <a:srgbClr val="6E6259"/>
                </a:solidFill>
                <a:latin typeface="Gill Sans Std Light" pitchFamily="34" charset="0"/>
              </a:rPr>
              <a:t>escalação </a:t>
            </a:r>
            <a:r>
              <a:rPr lang="pt-BR" sz="1400" i="1" dirty="0">
                <a:solidFill>
                  <a:srgbClr val="6E6259"/>
                </a:solidFill>
                <a:latin typeface="Gill Sans Std Light" pitchFamily="34" charset="0"/>
              </a:rPr>
              <a:t>será de no máximo </a:t>
            </a:r>
            <a:r>
              <a:rPr lang="pt-BR" sz="1400" b="1" i="1" dirty="0">
                <a:solidFill>
                  <a:srgbClr val="6E6259"/>
                </a:solidFill>
                <a:latin typeface="Gill Sans Std Light" pitchFamily="34" charset="0"/>
              </a:rPr>
              <a:t>3 dias úteis</a:t>
            </a:r>
          </a:p>
        </p:txBody>
      </p:sp>
      <p:sp>
        <p:nvSpPr>
          <p:cNvPr id="2" name="Seta para baixo 1"/>
          <p:cNvSpPr/>
          <p:nvPr/>
        </p:nvSpPr>
        <p:spPr>
          <a:xfrm>
            <a:off x="3340186" y="2140496"/>
            <a:ext cx="439726" cy="2088232"/>
          </a:xfrm>
          <a:prstGeom prst="downArrow">
            <a:avLst/>
          </a:prstGeom>
          <a:gradFill>
            <a:gsLst>
              <a:gs pos="18000">
                <a:srgbClr val="FF0000"/>
              </a:gs>
              <a:gs pos="74000">
                <a:srgbClr val="FFFF66"/>
              </a:gs>
              <a:gs pos="45000">
                <a:srgbClr val="FFFF00"/>
              </a:gs>
              <a:gs pos="98000">
                <a:schemeClr val="accent3">
                  <a:lumMod val="75000"/>
                </a:schemeClr>
              </a:gs>
            </a:gsLst>
            <a:lin ang="16200000" scaled="1"/>
          </a:gradFill>
          <a:ln w="19050">
            <a:solidFill>
              <a:srgbClr val="6E62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Retângulo 2"/>
          <p:cNvSpPr/>
          <p:nvPr/>
        </p:nvSpPr>
        <p:spPr>
          <a:xfrm>
            <a:off x="3851920" y="2799650"/>
            <a:ext cx="2036135" cy="461665"/>
          </a:xfrm>
          <a:prstGeom prst="rect">
            <a:avLst/>
          </a:prstGeom>
        </p:spPr>
        <p:txBody>
          <a:bodyPr wrap="none">
            <a:spAutoFit/>
          </a:bodyPr>
          <a:lstStyle/>
          <a:p>
            <a:r>
              <a:rPr lang="pt-BR" sz="2400" b="1" dirty="0" smtClean="0">
                <a:solidFill>
                  <a:srgbClr val="6E6259"/>
                </a:solidFill>
                <a:latin typeface="Gill Sans Std Light" pitchFamily="34" charset="0"/>
              </a:rPr>
              <a:t>#semmelindre</a:t>
            </a:r>
            <a:endParaRPr lang="pt-BR" sz="2400" b="1" dirty="0"/>
          </a:p>
        </p:txBody>
      </p:sp>
    </p:spTree>
    <p:extLst>
      <p:ext uri="{BB962C8B-B14F-4D97-AF65-F5344CB8AC3E}">
        <p14:creationId xmlns:p14="http://schemas.microsoft.com/office/powerpoint/2010/main" val="15267694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E:\Users\BR92457\Desktop\Apresentação TD\Fotos\EK_Ciclo18-14_0014.jpg"/>
          <p:cNvPicPr>
            <a:picLocks noChangeAspect="1" noChangeArrowheads="1"/>
          </p:cNvPicPr>
          <p:nvPr/>
        </p:nvPicPr>
        <p:blipFill rotWithShape="1">
          <a:blip r:embed="rId2" cstate="screen">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t="27488"/>
          <a:stretch/>
        </p:blipFill>
        <p:spPr bwMode="auto">
          <a:xfrm>
            <a:off x="7622978" y="3778698"/>
            <a:ext cx="1413518" cy="1242118"/>
          </a:xfrm>
          <a:prstGeom prst="rect">
            <a:avLst/>
          </a:prstGeom>
          <a:noFill/>
          <a:extLst>
            <a:ext uri="{909E8E84-426E-40DD-AFC4-6F175D3DCCD1}">
              <a14:hiddenFill xmlns:a14="http://schemas.microsoft.com/office/drawing/2010/main">
                <a:solidFill>
                  <a:srgbClr val="FFFFFF"/>
                </a:solidFill>
              </a14:hiddenFill>
            </a:ext>
          </a:extLst>
        </p:spPr>
      </p:pic>
      <p:sp>
        <p:nvSpPr>
          <p:cNvPr id="8" name="CaixaDeTexto 7"/>
          <p:cNvSpPr txBox="1"/>
          <p:nvPr/>
        </p:nvSpPr>
        <p:spPr>
          <a:xfrm>
            <a:off x="251520" y="268288"/>
            <a:ext cx="6076664" cy="369332"/>
          </a:xfrm>
          <a:prstGeom prst="rect">
            <a:avLst/>
          </a:prstGeom>
          <a:noFill/>
        </p:spPr>
        <p:txBody>
          <a:bodyPr wrap="none" rtlCol="0">
            <a:spAutoFit/>
          </a:bodyPr>
          <a:lstStyle/>
          <a:p>
            <a:r>
              <a:rPr lang="pt-BR" b="1" dirty="0">
                <a:solidFill>
                  <a:srgbClr val="6E6259"/>
                </a:solidFill>
                <a:latin typeface="Gill Sans Std ExtraBold" pitchFamily="34" charset="0"/>
              </a:rPr>
              <a:t>9</a:t>
            </a:r>
            <a:r>
              <a:rPr lang="pt-BR" b="1" dirty="0" smtClean="0">
                <a:solidFill>
                  <a:srgbClr val="6E6259"/>
                </a:solidFill>
                <a:latin typeface="Gill Sans Std ExtraBold" pitchFamily="34" charset="0"/>
              </a:rPr>
              <a:t>. BOAS PRÁTICAS DE GESTÃO DE PROBLEMAS</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4"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920840"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285750" indent="-285750" algn="just" eaLnBrk="1" hangingPunct="1">
              <a:buFont typeface="Arial" pitchFamily="34" charset="0"/>
              <a:buChar char="•"/>
            </a:pPr>
            <a:r>
              <a:rPr lang="pt-BR" sz="1400" dirty="0" smtClean="0">
                <a:solidFill>
                  <a:srgbClr val="6E6259"/>
                </a:solidFill>
                <a:latin typeface="Gill Sans Std Light" pitchFamily="34" charset="0"/>
              </a:rPr>
              <a:t>Um bom gerenciamento de problemas baseia-se num gerenciamento de incidentes eficiente. Sendo assim, é de suma importância que os erros e problemas encontrados sejam bem analisados, detalhados e documentados na base de conhecimento para que se tenha um diagnóstico mais eficaz.</a:t>
            </a: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a:p>
            <a:pPr marL="285750" indent="-285750" algn="just" eaLnBrk="1" hangingPunct="1">
              <a:buFont typeface="Arial" pitchFamily="34" charset="0"/>
              <a:buChar char="•"/>
            </a:pPr>
            <a:r>
              <a:rPr lang="pt-BR" sz="1400" dirty="0">
                <a:solidFill>
                  <a:srgbClr val="6E6259"/>
                </a:solidFill>
                <a:latin typeface="Gill Sans Std Light" pitchFamily="34" charset="0"/>
              </a:rPr>
              <a:t>Fazer a gestão proativa dos problemas através da análise de informações dos ICs e procurar oportunidades de melhoria. </a:t>
            </a:r>
          </a:p>
          <a:p>
            <a:pPr marL="285750" indent="-285750" algn="just" eaLnBrk="1" hangingPunct="1">
              <a:buFont typeface="Arial" pitchFamily="34" charset="0"/>
              <a:buChar char="•"/>
            </a:pPr>
            <a:endParaRPr lang="pt-BR" sz="1400" dirty="0">
              <a:solidFill>
                <a:srgbClr val="6E6259"/>
              </a:solidFill>
              <a:latin typeface="Gill Sans Std Light" pitchFamily="34" charset="0"/>
            </a:endParaRPr>
          </a:p>
          <a:p>
            <a:pPr marL="285750" indent="-285750">
              <a:buFont typeface="Arial" pitchFamily="34" charset="0"/>
              <a:buChar char="•"/>
            </a:pPr>
            <a:r>
              <a:rPr lang="pt-BR" sz="1400" dirty="0" smtClean="0">
                <a:solidFill>
                  <a:srgbClr val="6E6259"/>
                </a:solidFill>
                <a:latin typeface="Gill Sans Std Light" pitchFamily="34" charset="0"/>
              </a:rPr>
              <a:t>Utilizar a técnica</a:t>
            </a:r>
            <a:r>
              <a:rPr lang="pt-BR" sz="1400" dirty="0">
                <a:solidFill>
                  <a:srgbClr val="6E6259"/>
                </a:solidFill>
                <a:latin typeface="Gill Sans Std Light" pitchFamily="34" charset="0"/>
              </a:rPr>
              <a:t> </a:t>
            </a:r>
            <a:r>
              <a:rPr lang="pt-BR" sz="1400" dirty="0" smtClean="0">
                <a:solidFill>
                  <a:srgbClr val="6E6259"/>
                </a:solidFill>
                <a:latin typeface="Gill Sans Std Light" pitchFamily="34" charset="0"/>
              </a:rPr>
              <a:t>dos </a:t>
            </a:r>
            <a:r>
              <a:rPr lang="pt-BR" sz="1400" dirty="0">
                <a:solidFill>
                  <a:srgbClr val="6E6259"/>
                </a:solidFill>
                <a:latin typeface="Gill Sans Std Light" pitchFamily="34" charset="0"/>
              </a:rPr>
              <a:t>“5 Porquês” </a:t>
            </a:r>
            <a:r>
              <a:rPr lang="pt-BR" sz="1400" dirty="0" smtClean="0">
                <a:solidFill>
                  <a:srgbClr val="6E6259"/>
                </a:solidFill>
                <a:latin typeface="Gill Sans Std Light" pitchFamily="34" charset="0"/>
              </a:rPr>
              <a:t>para </a:t>
            </a:r>
            <a:r>
              <a:rPr lang="pt-BR" sz="1400" dirty="0">
                <a:solidFill>
                  <a:srgbClr val="6E6259"/>
                </a:solidFill>
                <a:latin typeface="Gill Sans Std Light" pitchFamily="34" charset="0"/>
              </a:rPr>
              <a:t>encontrar a causa raiz de um </a:t>
            </a:r>
            <a:r>
              <a:rPr lang="pt-BR" sz="1400" dirty="0" smtClean="0">
                <a:solidFill>
                  <a:srgbClr val="6E6259"/>
                </a:solidFill>
                <a:latin typeface="Gill Sans Std Light" pitchFamily="34" charset="0"/>
              </a:rPr>
              <a:t>defeito ou falha. É </a:t>
            </a:r>
            <a:r>
              <a:rPr lang="pt-BR" sz="1400" dirty="0">
                <a:solidFill>
                  <a:srgbClr val="6E6259"/>
                </a:solidFill>
                <a:latin typeface="Gill Sans Std Light" pitchFamily="34" charset="0"/>
              </a:rPr>
              <a:t>uma das </a:t>
            </a:r>
            <a:r>
              <a:rPr lang="pt-BR" sz="1400" dirty="0" smtClean="0">
                <a:solidFill>
                  <a:srgbClr val="6E6259"/>
                </a:solidFill>
                <a:latin typeface="Gill Sans Std Light" pitchFamily="34" charset="0"/>
              </a:rPr>
              <a:t>ferramentas </a:t>
            </a:r>
            <a:r>
              <a:rPr lang="pt-BR" sz="1400" dirty="0">
                <a:solidFill>
                  <a:srgbClr val="6E6259"/>
                </a:solidFill>
                <a:latin typeface="Gill Sans Std Light" pitchFamily="34" charset="0"/>
              </a:rPr>
              <a:t>de análise mais simples, pois é fácil de concluir, sem análise estatística</a:t>
            </a:r>
            <a:r>
              <a:rPr lang="pt-BR" sz="1400" dirty="0" smtClean="0">
                <a:solidFill>
                  <a:srgbClr val="6E6259"/>
                </a:solidFill>
                <a:latin typeface="Gill Sans Std Light" pitchFamily="34" charset="0"/>
              </a:rPr>
              <a:t>.</a:t>
            </a:r>
          </a:p>
          <a:p>
            <a:pPr marL="285750" indent="-285750">
              <a:buFont typeface="Arial" pitchFamily="34" charset="0"/>
              <a:buChar char="•"/>
            </a:pPr>
            <a:endParaRPr lang="pt-BR" sz="1400" dirty="0">
              <a:solidFill>
                <a:srgbClr val="6E6259"/>
              </a:solidFill>
              <a:latin typeface="Gill Sans Std Light" pitchFamily="34" charset="0"/>
            </a:endParaRPr>
          </a:p>
          <a:p>
            <a:pPr marL="285750" indent="-285750">
              <a:buFont typeface="Arial" pitchFamily="34" charset="0"/>
              <a:buChar char="•"/>
            </a:pPr>
            <a:r>
              <a:rPr lang="pt-BR" sz="1400" dirty="0" smtClean="0">
                <a:solidFill>
                  <a:srgbClr val="6E6259"/>
                </a:solidFill>
                <a:latin typeface="Gill Sans Std Light" pitchFamily="34" charset="0"/>
              </a:rPr>
              <a:t>Priorizar o problema adequadamente.  A experiência mostra que 20% dos problemas são responsáveis por 80% da degradação dos serviços.</a:t>
            </a:r>
          </a:p>
          <a:p>
            <a:pPr marL="285750" indent="-285750">
              <a:buFont typeface="Arial" pitchFamily="34" charset="0"/>
              <a:buChar char="•"/>
            </a:pPr>
            <a:endParaRPr lang="pt-BR" sz="1400" dirty="0">
              <a:solidFill>
                <a:srgbClr val="6E6259"/>
              </a:solidFill>
              <a:latin typeface="Gill Sans Std Light" pitchFamily="34" charset="0"/>
            </a:endParaRPr>
          </a:p>
          <a:p>
            <a:pPr marL="285750" indent="-285750">
              <a:buFont typeface="Arial" pitchFamily="34" charset="0"/>
              <a:buChar char="•"/>
            </a:pPr>
            <a:r>
              <a:rPr lang="pt-BR" sz="1400" dirty="0" smtClean="0">
                <a:solidFill>
                  <a:srgbClr val="6E6259"/>
                </a:solidFill>
                <a:latin typeface="Gill Sans Std Light" pitchFamily="34" charset="0"/>
              </a:rPr>
              <a:t>Criar </a:t>
            </a:r>
            <a:r>
              <a:rPr lang="pt-BR" sz="1400" dirty="0">
                <a:solidFill>
                  <a:srgbClr val="6E6259"/>
                </a:solidFill>
                <a:latin typeface="Gill Sans Std Light" pitchFamily="34" charset="0"/>
              </a:rPr>
              <a:t>indicadores para monitorar a eficácia e eficiência </a:t>
            </a:r>
            <a:r>
              <a:rPr lang="pt-BR" sz="1400" dirty="0" smtClean="0">
                <a:solidFill>
                  <a:srgbClr val="6E6259"/>
                </a:solidFill>
                <a:latin typeface="Gill Sans Std Light" pitchFamily="34" charset="0"/>
              </a:rPr>
              <a:t>das soluções propostas (Exemplo: taxa de redução de reincidências, % de soluções executadas com sucesso).</a:t>
            </a:r>
          </a:p>
          <a:p>
            <a:pPr marL="285750" indent="-285750">
              <a:buFont typeface="Arial" pitchFamily="34" charset="0"/>
              <a:buChar char="•"/>
            </a:pPr>
            <a:endParaRPr lang="pt-BR" sz="1400" dirty="0">
              <a:solidFill>
                <a:srgbClr val="6E6259"/>
              </a:solidFill>
              <a:latin typeface="Gill Sans Std Light" pitchFamily="34" charset="0"/>
            </a:endParaRPr>
          </a:p>
          <a:p>
            <a:pPr marL="285750" indent="-285750">
              <a:buFont typeface="Arial" pitchFamily="34" charset="0"/>
              <a:buChar char="•"/>
            </a:pPr>
            <a:r>
              <a:rPr lang="pt-BR" sz="1400" dirty="0" smtClean="0">
                <a:solidFill>
                  <a:srgbClr val="6E6259"/>
                </a:solidFill>
                <a:latin typeface="Gill Sans Std Light" pitchFamily="34" charset="0"/>
              </a:rPr>
              <a:t>Participar  dos rituais existentes para o processo: Bom Dia TD, Reunião de Problemas.</a:t>
            </a:r>
            <a:endParaRPr lang="pt-BR" sz="1400" dirty="0">
              <a:solidFill>
                <a:srgbClr val="6E6259"/>
              </a:solidFill>
              <a:latin typeface="Gill Sans Std Light" pitchFamily="34" charset="0"/>
            </a:endParaRPr>
          </a:p>
        </p:txBody>
      </p:sp>
      <p:sp>
        <p:nvSpPr>
          <p:cNvPr id="11" name="Arredondar Retângulo em um Canto Diagonal 10"/>
          <p:cNvSpPr/>
          <p:nvPr/>
        </p:nvSpPr>
        <p:spPr>
          <a:xfrm>
            <a:off x="2627784" y="1717746"/>
            <a:ext cx="3528392" cy="1718894"/>
          </a:xfrm>
          <a:prstGeom prst="round2DiagRect">
            <a:avLst/>
          </a:prstGeom>
          <a:solidFill>
            <a:srgbClr val="009999"/>
          </a:solidFill>
        </p:spPr>
        <p:style>
          <a:lnRef idx="3">
            <a:schemeClr val="lt1"/>
          </a:lnRef>
          <a:fillRef idx="1">
            <a:schemeClr val="accent4"/>
          </a:fillRef>
          <a:effectRef idx="1">
            <a:schemeClr val="accent4"/>
          </a:effectRef>
          <a:fontRef idx="minor">
            <a:schemeClr val="lt1"/>
          </a:fontRef>
        </p:style>
        <p:txBody>
          <a:bodyPr rtlCol="0" anchor="t" anchorCtr="0"/>
          <a:lstStyle/>
          <a:p>
            <a:r>
              <a:rPr lang="pt-BR" sz="1200" dirty="0">
                <a:latin typeface="Gill Sans Std ExtraBold" pitchFamily="34" charset="0"/>
                <a:cs typeface="Arial" pitchFamily="34" charset="0"/>
              </a:rPr>
              <a:t>Lembre-se : </a:t>
            </a:r>
          </a:p>
          <a:p>
            <a:endParaRPr lang="pt-BR" sz="1400" b="1" dirty="0">
              <a:latin typeface="Arial" pitchFamily="34" charset="0"/>
              <a:cs typeface="Arial" pitchFamily="34" charset="0"/>
            </a:endParaRPr>
          </a:p>
          <a:p>
            <a:pPr algn="just"/>
            <a:r>
              <a:rPr lang="pt-BR" sz="1000" dirty="0" smtClean="0">
                <a:latin typeface="Gill Sans Std" pitchFamily="34" charset="0"/>
                <a:cs typeface="Arial" pitchFamily="34" charset="0"/>
              </a:rPr>
              <a:t>A gestão de problemas </a:t>
            </a:r>
            <a:r>
              <a:rPr lang="pt-BR" sz="1200" dirty="0" smtClean="0">
                <a:latin typeface="Gill Sans Std ExtraBold" pitchFamily="34" charset="0"/>
                <a:cs typeface="Arial" pitchFamily="34" charset="0"/>
              </a:rPr>
              <a:t>sozinha</a:t>
            </a:r>
            <a:r>
              <a:rPr lang="pt-BR" sz="1000" dirty="0" smtClean="0">
                <a:latin typeface="Gill Sans Std" pitchFamily="34" charset="0"/>
                <a:cs typeface="Arial" pitchFamily="34" charset="0"/>
              </a:rPr>
              <a:t> não é nada. É um processo extremamente </a:t>
            </a:r>
            <a:r>
              <a:rPr lang="pt-BR" sz="1200" dirty="0">
                <a:latin typeface="Gill Sans Std ExtraBold" pitchFamily="34" charset="0"/>
                <a:cs typeface="Arial" pitchFamily="34" charset="0"/>
              </a:rPr>
              <a:t>interdependente </a:t>
            </a:r>
            <a:r>
              <a:rPr lang="pt-BR" sz="1000" dirty="0" smtClean="0">
                <a:latin typeface="Gill Sans Std" pitchFamily="34" charset="0"/>
                <a:cs typeface="Arial" pitchFamily="34" charset="0"/>
              </a:rPr>
              <a:t>dos outros. Por isso, é importante o </a:t>
            </a:r>
            <a:r>
              <a:rPr lang="pt-BR" sz="1200" dirty="0" smtClean="0">
                <a:latin typeface="Gill Sans Std ExtraBold" pitchFamily="34" charset="0"/>
                <a:cs typeface="Arial" pitchFamily="34" charset="0"/>
              </a:rPr>
              <a:t>engajamento </a:t>
            </a:r>
            <a:r>
              <a:rPr lang="pt-BR" sz="1200" dirty="0">
                <a:latin typeface="Gill Sans Std ExtraBold" pitchFamily="34" charset="0"/>
                <a:cs typeface="Arial" pitchFamily="34" charset="0"/>
              </a:rPr>
              <a:t>de todos os </a:t>
            </a:r>
            <a:r>
              <a:rPr lang="pt-BR" sz="1200" dirty="0" smtClean="0">
                <a:latin typeface="Gill Sans Std ExtraBold" pitchFamily="34" charset="0"/>
                <a:cs typeface="Arial" pitchFamily="34" charset="0"/>
              </a:rPr>
              <a:t>times </a:t>
            </a:r>
            <a:r>
              <a:rPr lang="pt-BR" sz="1200" dirty="0">
                <a:latin typeface="Gill Sans Std ExtraBold" pitchFamily="34" charset="0"/>
                <a:cs typeface="Arial" pitchFamily="34" charset="0"/>
              </a:rPr>
              <a:t>envolvidos!</a:t>
            </a:r>
          </a:p>
          <a:p>
            <a:endParaRPr lang="pt-BR" sz="1400" dirty="0">
              <a:latin typeface="Gill Sans Std ExtraBold" pitchFamily="34" charset="0"/>
              <a:cs typeface="Arial" pitchFamily="34" charset="0"/>
            </a:endParaRPr>
          </a:p>
        </p:txBody>
      </p:sp>
    </p:spTree>
    <p:extLst>
      <p:ext uri="{BB962C8B-B14F-4D97-AF65-F5344CB8AC3E}">
        <p14:creationId xmlns:p14="http://schemas.microsoft.com/office/powerpoint/2010/main" val="287437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anim calcmode="lin" valueType="num">
                                      <p:cBhvr additive="base">
                                        <p:cTn id="19" dur="500" fill="hold"/>
                                        <p:tgtEl>
                                          <p:spTgt spid="10">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anim calcmode="lin" valueType="num">
                                      <p:cBhvr additive="base">
                                        <p:cTn id="25" dur="500" fill="hold"/>
                                        <p:tgtEl>
                                          <p:spTgt spid="10">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
                                            <p:txEl>
                                              <p:pRg st="8" end="8"/>
                                            </p:txEl>
                                          </p:spTgt>
                                        </p:tgtEl>
                                        <p:attrNameLst>
                                          <p:attrName>style.visibility</p:attrName>
                                        </p:attrNameLst>
                                      </p:cBhvr>
                                      <p:to>
                                        <p:strVal val="visible"/>
                                      </p:to>
                                    </p:set>
                                    <p:anim calcmode="lin" valueType="num">
                                      <p:cBhvr additive="base">
                                        <p:cTn id="31" dur="500" fill="hold"/>
                                        <p:tgtEl>
                                          <p:spTgt spid="10">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
                                            <p:txEl>
                                              <p:pRg st="10" end="10"/>
                                            </p:txEl>
                                          </p:spTgt>
                                        </p:tgtEl>
                                        <p:attrNameLst>
                                          <p:attrName>style.visibility</p:attrName>
                                        </p:attrNameLst>
                                      </p:cBhvr>
                                      <p:to>
                                        <p:strVal val="visible"/>
                                      </p:to>
                                    </p:set>
                                    <p:anim calcmode="lin" valueType="num">
                                      <p:cBhvr additive="base">
                                        <p:cTn id="37" dur="500" fill="hold"/>
                                        <p:tgtEl>
                                          <p:spTgt spid="10">
                                            <p:txEl>
                                              <p:pRg st="10" end="10"/>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ixaDeTexto 7"/>
          <p:cNvSpPr txBox="1"/>
          <p:nvPr/>
        </p:nvSpPr>
        <p:spPr>
          <a:xfrm>
            <a:off x="251520" y="268288"/>
            <a:ext cx="1802994" cy="369332"/>
          </a:xfrm>
          <a:prstGeom prst="rect">
            <a:avLst/>
          </a:prstGeom>
          <a:noFill/>
        </p:spPr>
        <p:txBody>
          <a:bodyPr wrap="none" rtlCol="0">
            <a:spAutoFit/>
          </a:bodyPr>
          <a:lstStyle/>
          <a:p>
            <a:r>
              <a:rPr lang="pt-BR" b="1" dirty="0" smtClean="0">
                <a:solidFill>
                  <a:srgbClr val="6E6259"/>
                </a:solidFill>
                <a:latin typeface="Gill Sans Std ExtraBold" pitchFamily="34" charset="0"/>
              </a:rPr>
              <a:t>10</a:t>
            </a:r>
            <a:r>
              <a:rPr lang="pt-BR" b="1" dirty="0" smtClean="0">
                <a:solidFill>
                  <a:srgbClr val="6E6259"/>
                </a:solidFill>
                <a:latin typeface="Gill Sans Std ExtraBold" pitchFamily="34" charset="0"/>
              </a:rPr>
              <a:t>. </a:t>
            </a:r>
            <a:r>
              <a:rPr lang="pt-BR" b="1" dirty="0" smtClean="0">
                <a:solidFill>
                  <a:srgbClr val="6E6259"/>
                </a:solidFill>
                <a:latin typeface="Gill Sans Std ExtraBold" pitchFamily="34" charset="0"/>
              </a:rPr>
              <a:t>SUPORTE</a:t>
            </a:r>
            <a:endParaRPr lang="pt-BR" b="1" dirty="0">
              <a:solidFill>
                <a:srgbClr val="6E6259"/>
              </a:solidFill>
              <a:latin typeface="Gill Sans Std ExtraBold" pitchFamily="34" charset="0"/>
            </a:endParaRPr>
          </a:p>
        </p:txBody>
      </p:sp>
      <p:pic>
        <p:nvPicPr>
          <p:cNvPr id="9" name="Picture 6" descr="E:\Users\BR92457\Desktop\Apresentação TD\Fotos\CINZA_MORNO.png"/>
          <p:cNvPicPr preferRelativeResize="0">
            <a:picLocks noChangeArrowheads="1"/>
          </p:cNvPicPr>
          <p:nvPr/>
        </p:nvPicPr>
        <p:blipFill rotWithShape="1">
          <a:blip r:embed="rId2" cstate="print">
            <a:extLst>
              <a:ext uri="{28A0092B-C50C-407E-A947-70E740481C1C}">
                <a14:useLocalDpi xmlns:a14="http://schemas.microsoft.com/office/drawing/2010/main" val="0"/>
              </a:ext>
            </a:extLst>
          </a:blip>
          <a:srcRect b="40639"/>
          <a:stretch/>
        </p:blipFill>
        <p:spPr bwMode="auto">
          <a:xfrm>
            <a:off x="8244408" y="124352"/>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4"/>
          <p:cNvSpPr txBox="1">
            <a:spLocks noChangeArrowheads="1"/>
          </p:cNvSpPr>
          <p:nvPr/>
        </p:nvSpPr>
        <p:spPr bwMode="auto">
          <a:xfrm>
            <a:off x="251520" y="830992"/>
            <a:ext cx="7200800"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pt-BR" sz="1600" b="1" dirty="0" smtClean="0">
                <a:solidFill>
                  <a:srgbClr val="0070C0"/>
                </a:solidFill>
                <a:latin typeface="Gill Sans Std ExtraBold" pitchFamily="34" charset="0"/>
              </a:rPr>
              <a:t>GPI </a:t>
            </a:r>
            <a:r>
              <a:rPr lang="pt-BR" sz="1600" b="1" dirty="0">
                <a:solidFill>
                  <a:srgbClr val="0070C0"/>
                </a:solidFill>
                <a:latin typeface="Gill Sans Std ExtraBold" pitchFamily="34" charset="0"/>
              </a:rPr>
              <a:t> </a:t>
            </a:r>
            <a:r>
              <a:rPr lang="pt-BR" sz="1600" b="1" dirty="0" smtClean="0">
                <a:solidFill>
                  <a:srgbClr val="0070C0"/>
                </a:solidFill>
                <a:latin typeface="Gill Sans Std ExtraBold" pitchFamily="34" charset="0"/>
              </a:rPr>
              <a:t>- Gerência de Processos e Indicadores</a:t>
            </a:r>
          </a:p>
          <a:p>
            <a:pPr algn="just" eaLnBrk="1" hangingPunct="1"/>
            <a:endParaRPr lang="pt-BR" sz="1400" b="1" dirty="0">
              <a:solidFill>
                <a:srgbClr val="6E6259"/>
              </a:solidFill>
              <a:latin typeface="Gill Sans Std Light" pitchFamily="34" charset="0"/>
            </a:endParaRPr>
          </a:p>
          <a:p>
            <a:pPr algn="just" eaLnBrk="1" hangingPunct="1"/>
            <a:r>
              <a:rPr lang="pt-BR" sz="1400" b="1" dirty="0" smtClean="0">
                <a:solidFill>
                  <a:srgbClr val="6E6259"/>
                </a:solidFill>
                <a:latin typeface="Gill Sans Std" pitchFamily="34" charset="0"/>
              </a:rPr>
              <a:t>Horário de atendimento:</a:t>
            </a:r>
          </a:p>
          <a:p>
            <a:pPr algn="just" eaLnBrk="1" hangingPunct="1"/>
            <a:r>
              <a:rPr lang="pt-BR" sz="1200" b="1" dirty="0" smtClean="0">
                <a:solidFill>
                  <a:srgbClr val="6E6259"/>
                </a:solidFill>
                <a:latin typeface="Gill Sans Std Light" pitchFamily="34" charset="0"/>
              </a:rPr>
              <a:t>Segunda à Sexta das 8h às 22h</a:t>
            </a:r>
          </a:p>
          <a:p>
            <a:pPr algn="just" eaLnBrk="1" hangingPunct="1"/>
            <a:endParaRPr lang="pt-BR" sz="1400" b="1" dirty="0">
              <a:solidFill>
                <a:srgbClr val="6E6259"/>
              </a:solidFill>
              <a:latin typeface="Gill Sans Std Light" pitchFamily="34" charset="0"/>
            </a:endParaRPr>
          </a:p>
          <a:p>
            <a:pPr algn="just" eaLnBrk="1" hangingPunct="1"/>
            <a:r>
              <a:rPr lang="pt-BR" sz="1200" b="1" dirty="0" smtClean="0">
                <a:solidFill>
                  <a:srgbClr val="6E6259"/>
                </a:solidFill>
                <a:latin typeface="Gill Sans Std Light" pitchFamily="34" charset="0"/>
              </a:rPr>
              <a:t>E-mail: </a:t>
            </a:r>
            <a:r>
              <a:rPr lang="pt-BR" sz="1200" b="1" dirty="0" smtClean="0">
                <a:solidFill>
                  <a:srgbClr val="6E6259"/>
                </a:solidFill>
                <a:latin typeface="Gill Sans Std Light" pitchFamily="34" charset="0"/>
                <a:hlinkClick r:id="rId3"/>
              </a:rPr>
              <a:t>GPROB@natura.net</a:t>
            </a:r>
            <a:endParaRPr lang="pt-BR" sz="1200" b="1" dirty="0" smtClean="0">
              <a:solidFill>
                <a:srgbClr val="6E6259"/>
              </a:solidFill>
              <a:latin typeface="Gill Sans Std Light" pitchFamily="34" charset="0"/>
            </a:endParaRPr>
          </a:p>
          <a:p>
            <a:pPr algn="just" eaLnBrk="1" hangingPunct="1"/>
            <a:r>
              <a:rPr lang="pt-BR" sz="1200" b="1" dirty="0" smtClean="0">
                <a:solidFill>
                  <a:srgbClr val="6E6259"/>
                </a:solidFill>
                <a:latin typeface="Gill Sans Std Light" pitchFamily="34" charset="0"/>
              </a:rPr>
              <a:t>Telefone:  11 4196-2450</a:t>
            </a:r>
          </a:p>
          <a:p>
            <a:pPr algn="just" eaLnBrk="1" hangingPunct="1"/>
            <a:endParaRPr lang="pt-BR" sz="1400" b="1" dirty="0">
              <a:solidFill>
                <a:srgbClr val="6E6259"/>
              </a:solidFill>
              <a:latin typeface="Gill Sans Std Light" pitchFamily="34" charset="0"/>
            </a:endParaRPr>
          </a:p>
          <a:p>
            <a:pPr algn="just" eaLnBrk="1" hangingPunct="1"/>
            <a:r>
              <a:rPr lang="pt-BR" sz="1400" b="1" dirty="0" smtClean="0">
                <a:solidFill>
                  <a:srgbClr val="6E6259"/>
                </a:solidFill>
                <a:latin typeface="Gill Sans Std" pitchFamily="34" charset="0"/>
              </a:rPr>
              <a:t>Escalação:</a:t>
            </a:r>
          </a:p>
          <a:p>
            <a:pPr algn="just" eaLnBrk="1" hangingPunct="1"/>
            <a:endParaRPr lang="pt-BR" sz="1400" b="1" dirty="0">
              <a:solidFill>
                <a:srgbClr val="6E6259"/>
              </a:solidFill>
              <a:latin typeface="Gill Sans Std Light" pitchFamily="34" charset="0"/>
            </a:endParaRPr>
          </a:p>
          <a:p>
            <a:pPr algn="just" eaLnBrk="1" hangingPunct="1"/>
            <a:r>
              <a:rPr lang="pt-BR" sz="1200" b="1" dirty="0" smtClean="0">
                <a:solidFill>
                  <a:srgbClr val="6E6259"/>
                </a:solidFill>
                <a:latin typeface="Gill Sans Std Light" pitchFamily="34" charset="0"/>
              </a:rPr>
              <a:t>Solange Dias (</a:t>
            </a:r>
            <a:r>
              <a:rPr lang="pt-BR" sz="1200" b="1" dirty="0" smtClean="0">
                <a:solidFill>
                  <a:srgbClr val="6E6259"/>
                </a:solidFill>
                <a:latin typeface="Gill Sans Std Light" pitchFamily="34" charset="0"/>
                <a:hlinkClick r:id="rId4"/>
              </a:rPr>
              <a:t>solangedias@natura.net</a:t>
            </a:r>
            <a:r>
              <a:rPr lang="pt-BR" sz="1200" b="1" dirty="0" smtClean="0">
                <a:solidFill>
                  <a:srgbClr val="6E6259"/>
                </a:solidFill>
                <a:latin typeface="Gill Sans Std Light" pitchFamily="34" charset="0"/>
              </a:rPr>
              <a:t>)</a:t>
            </a:r>
          </a:p>
          <a:p>
            <a:pPr algn="just" eaLnBrk="1" hangingPunct="1"/>
            <a:r>
              <a:rPr lang="pt-BR" sz="1200" b="1" dirty="0" smtClean="0">
                <a:solidFill>
                  <a:srgbClr val="6E6259"/>
                </a:solidFill>
                <a:latin typeface="Gill Sans Std Light" pitchFamily="34" charset="0"/>
              </a:rPr>
              <a:t>Marcus Marques (</a:t>
            </a:r>
            <a:r>
              <a:rPr lang="pt-BR" sz="1200" b="1" dirty="0" smtClean="0">
                <a:solidFill>
                  <a:srgbClr val="6E6259"/>
                </a:solidFill>
                <a:latin typeface="Gill Sans Std Light" pitchFamily="34" charset="0"/>
                <a:hlinkClick r:id="rId5"/>
              </a:rPr>
              <a:t>marcusmarques@natura.net</a:t>
            </a:r>
            <a:r>
              <a:rPr lang="pt-BR" sz="1200" b="1" dirty="0" smtClean="0">
                <a:solidFill>
                  <a:srgbClr val="6E6259"/>
                </a:solidFill>
                <a:latin typeface="Gill Sans Std Light" pitchFamily="34" charset="0"/>
              </a:rPr>
              <a:t>)</a:t>
            </a:r>
          </a:p>
          <a:p>
            <a:pPr algn="just" eaLnBrk="1" hangingPunct="1"/>
            <a:r>
              <a:rPr lang="pt-BR" sz="1200" b="1" dirty="0" smtClean="0">
                <a:solidFill>
                  <a:srgbClr val="6E6259"/>
                </a:solidFill>
                <a:latin typeface="Gill Sans Std Light" pitchFamily="34" charset="0"/>
              </a:rPr>
              <a:t>Wagner Gebrin (</a:t>
            </a:r>
            <a:r>
              <a:rPr lang="pt-BR" sz="1200" b="1" dirty="0" smtClean="0">
                <a:solidFill>
                  <a:srgbClr val="6E6259"/>
                </a:solidFill>
                <a:latin typeface="Gill Sans Std Light" pitchFamily="34" charset="0"/>
                <a:hlinkClick r:id="rId6"/>
              </a:rPr>
              <a:t>wagnergebrin@natura.net</a:t>
            </a:r>
            <a:r>
              <a:rPr lang="pt-BR" sz="1200" b="1" dirty="0" smtClean="0">
                <a:solidFill>
                  <a:srgbClr val="6E6259"/>
                </a:solidFill>
                <a:latin typeface="Gill Sans Std Light" pitchFamily="34" charset="0"/>
              </a:rPr>
              <a:t>)</a:t>
            </a:r>
          </a:p>
          <a:p>
            <a:pPr algn="just" eaLnBrk="1" hangingPunct="1"/>
            <a:endParaRPr lang="pt-BR" sz="1400" dirty="0">
              <a:solidFill>
                <a:srgbClr val="6E6259"/>
              </a:solidFill>
              <a:latin typeface="Gill Sans Std Light" pitchFamily="34" charset="0"/>
            </a:endParaRPr>
          </a:p>
        </p:txBody>
      </p:sp>
      <p:pic>
        <p:nvPicPr>
          <p:cNvPr id="1027" name="Picture 3" descr="E:\Users\mvmarque\AppData\Local\Microsoft\Windows\Temporary Internet Files\Content.IE5\PNGB27IB\call-center-thinkoutside[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203848" y="1420416"/>
            <a:ext cx="1947259" cy="1584176"/>
          </a:xfrm>
          <a:prstGeom prst="ellipse">
            <a:avLst/>
          </a:prstGeom>
          <a:noFill/>
          <a:ln>
            <a:solidFill>
              <a:schemeClr val="lt1"/>
            </a:solidFill>
          </a:ln>
          <a:extLst>
            <a:ext uri="{909E8E84-426E-40DD-AFC4-6F175D3DCCD1}">
              <a14:hiddenFill xmlns:a14="http://schemas.microsoft.com/office/drawing/2010/main">
                <a:solidFill>
                  <a:srgbClr val="FFFFFF"/>
                </a:solidFill>
              </a14:hiddenFill>
            </a:ext>
          </a:extLst>
        </p:spPr>
      </p:pic>
      <p:pic>
        <p:nvPicPr>
          <p:cNvPr id="11" name="Picture 2" descr="E:\Users\BR92457\Desktop\Apresentação TD\Fotos\LT_EK_Ciclo01-15_0001.jpg"/>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l="5480" t="3281" r="16534" b="57907"/>
          <a:stretch/>
        </p:blipFill>
        <p:spPr bwMode="auto">
          <a:xfrm>
            <a:off x="7481817" y="3783666"/>
            <a:ext cx="1655248" cy="135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3344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Users\mvmarque\AppData\Local\Microsoft\Windows\Temporary Internet Files\Content.IE5\VRWSDO03\customer-servic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296"/>
            <a:ext cx="9144000" cy="5199137"/>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p:cNvSpPr/>
          <p:nvPr/>
        </p:nvSpPr>
        <p:spPr>
          <a:xfrm>
            <a:off x="323528" y="1708448"/>
            <a:ext cx="6195029" cy="923330"/>
          </a:xfrm>
          <a:prstGeom prst="rect">
            <a:avLst/>
          </a:prstGeom>
        </p:spPr>
        <p:txBody>
          <a:bodyPr wrap="none">
            <a:spAutoFit/>
          </a:bodyPr>
          <a:lstStyle/>
          <a:p>
            <a:r>
              <a:rPr lang="pt-BR" sz="5400" b="1" dirty="0" smtClean="0">
                <a:solidFill>
                  <a:schemeClr val="bg1">
                    <a:lumMod val="95000"/>
                  </a:schemeClr>
                </a:solidFill>
                <a:effectLst>
                  <a:outerShdw blurRad="38100" dist="38100" dir="2700000" algn="tl">
                    <a:srgbClr val="000000">
                      <a:alpha val="43137"/>
                    </a:srgbClr>
                  </a:outerShdw>
                </a:effectLst>
                <a:latin typeface="Gill Sans Std UltraBold" pitchFamily="34" charset="0"/>
              </a:rPr>
              <a:t>Fim. Obrigado</a:t>
            </a:r>
            <a:endParaRPr lang="pt-BR" sz="5400" b="1" dirty="0">
              <a:solidFill>
                <a:schemeClr val="bg1">
                  <a:lumMod val="95000"/>
                </a:schemeClr>
              </a:solidFill>
              <a:effectLst>
                <a:outerShdw blurRad="38100" dist="38100" dir="2700000" algn="tl">
                  <a:srgbClr val="000000">
                    <a:alpha val="43137"/>
                  </a:srgbClr>
                </a:outerShdw>
              </a:effectLst>
              <a:latin typeface="Gill Sans Std UltraBold" pitchFamily="34" charset="0"/>
            </a:endParaRPr>
          </a:p>
        </p:txBody>
      </p:sp>
      <p:pic>
        <p:nvPicPr>
          <p:cNvPr id="8" name="Picture 8" descr="NAT_marca_branca_natura-01.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56376" y="196280"/>
            <a:ext cx="792783" cy="721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9023698"/>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8000</TotalTime>
  <Words>2352</Words>
  <Application>Microsoft Office PowerPoint</Application>
  <PresentationFormat>Personalizar</PresentationFormat>
  <Paragraphs>299</Paragraphs>
  <Slides>21</Slides>
  <Notes>0</Notes>
  <HiddenSlides>0</HiddenSlides>
  <MMClips>0</MMClips>
  <ScaleCrop>false</ScaleCrop>
  <HeadingPairs>
    <vt:vector size="4" baseType="variant">
      <vt:variant>
        <vt:lpstr>Tema</vt:lpstr>
      </vt:variant>
      <vt:variant>
        <vt:i4>1</vt:i4>
      </vt:variant>
      <vt:variant>
        <vt:lpstr>Títulos de slides</vt:lpstr>
      </vt:variant>
      <vt:variant>
        <vt:i4>21</vt:i4>
      </vt:variant>
    </vt:vector>
  </HeadingPairs>
  <TitlesOfParts>
    <vt:vector size="22"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Natura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BR92457</dc:creator>
  <cp:lastModifiedBy>mvmarque</cp:lastModifiedBy>
  <cp:revision>328</cp:revision>
  <dcterms:created xsi:type="dcterms:W3CDTF">2014-10-02T13:42:42Z</dcterms:created>
  <dcterms:modified xsi:type="dcterms:W3CDTF">2015-01-15T20:24:24Z</dcterms:modified>
</cp:coreProperties>
</file>