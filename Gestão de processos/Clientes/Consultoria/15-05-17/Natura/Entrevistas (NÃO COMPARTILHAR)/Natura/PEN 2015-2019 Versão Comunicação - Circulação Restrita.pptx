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4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6.xml" ContentType="application/vnd.openxmlformats-officedocument.theme+xml"/>
  <Override PartName="/ppt/tags/tag3.xml" ContentType="application/vnd.openxmlformats-officedocument.presentationml.tags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7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8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9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10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2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3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4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5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16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7.xml" ContentType="application/vnd.openxmlformats-officedocument.theme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theme/theme19.xml" ContentType="application/vnd.openxmlformats-officedocument.theme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theme/theme20.xml" ContentType="application/vnd.openxmlformats-officedocument.theme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theme/theme21.xml" ContentType="application/vnd.openxmlformats-officedocument.theme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theme/theme22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23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24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theme/theme25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26.xml" ContentType="application/vnd.openxmlformats-officedocument.them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27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theme/theme28.xml" ContentType="application/vnd.openxmlformats-officedocument.theme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theme/theme29.xml" ContentType="application/vnd.openxmlformats-officedocument.theme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30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31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theme/theme32.xml" ContentType="application/vnd.openxmlformats-officedocument.theme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theme/theme33.xml" ContentType="application/vnd.openxmlformats-officedocument.theme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theme/theme34.xml" ContentType="application/vnd.openxmlformats-officedocument.theme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theme/theme35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theme/theme36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theme/theme37.xml" ContentType="application/vnd.openxmlformats-officedocument.them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theme/theme38.xml" ContentType="application/vnd.openxmlformats-officedocument.them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theme/theme39.xml" ContentType="application/vnd.openxmlformats-officedocument.them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theme/theme40.xml" ContentType="application/vnd.openxmlformats-officedocument.them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heme/theme41.xml" ContentType="application/vnd.openxmlformats-officedocument.theme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theme/theme42.xml" ContentType="application/vnd.openxmlformats-officedocument.them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43.xml" ContentType="application/vnd.openxmlformats-officedocument.theme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theme/theme44.xml" ContentType="application/vnd.openxmlformats-officedocument.them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theme/theme45.xml" ContentType="application/vnd.openxmlformats-officedocument.theme+xml"/>
  <Override PartName="/ppt/theme/theme46.xml" ContentType="application/vnd.openxmlformats-officedocument.theme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theme/theme47.xml" ContentType="application/vnd.openxmlformats-officedocument.theme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theme/theme48.xml" ContentType="application/vnd.openxmlformats-officedocument.them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theme/theme49.xml" ContentType="application/vnd.openxmlformats-officedocument.them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theme/theme50.xml" ContentType="application/vnd.openxmlformats-officedocument.them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theme/theme51.xml" ContentType="application/vnd.openxmlformats-officedocument.them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heme/theme5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83" r:id="rId5"/>
    <p:sldMasterId id="2147483762" r:id="rId6"/>
    <p:sldMasterId id="2147483775" r:id="rId7"/>
    <p:sldMasterId id="2147483789" r:id="rId8"/>
    <p:sldMasterId id="2147483936" r:id="rId9"/>
    <p:sldMasterId id="2147484252" r:id="rId10"/>
    <p:sldMasterId id="2147484415" r:id="rId11"/>
    <p:sldMasterId id="2147484465" r:id="rId12"/>
    <p:sldMasterId id="2147484654" r:id="rId13"/>
    <p:sldMasterId id="2147485259" r:id="rId14"/>
    <p:sldMasterId id="2147485322" r:id="rId15"/>
    <p:sldMasterId id="2147485356" r:id="rId16"/>
    <p:sldMasterId id="2147485638" r:id="rId17"/>
    <p:sldMasterId id="2147485678" r:id="rId18"/>
    <p:sldMasterId id="2147485706" r:id="rId19"/>
    <p:sldMasterId id="2147485831" r:id="rId20"/>
    <p:sldMasterId id="2147485843" r:id="rId21"/>
    <p:sldMasterId id="2147485855" r:id="rId22"/>
    <p:sldMasterId id="2147485867" r:id="rId23"/>
    <p:sldMasterId id="2147485879" r:id="rId24"/>
    <p:sldMasterId id="2147485907" r:id="rId25"/>
    <p:sldMasterId id="2147485933" r:id="rId26"/>
    <p:sldMasterId id="2147485997" r:id="rId27"/>
    <p:sldMasterId id="2147486004" r:id="rId28"/>
    <p:sldMasterId id="2147486008" r:id="rId29"/>
    <p:sldMasterId id="2147486012" r:id="rId30"/>
    <p:sldMasterId id="2147486034" r:id="rId31"/>
    <p:sldMasterId id="2147486068" r:id="rId32"/>
    <p:sldMasterId id="2147486136" r:id="rId33"/>
    <p:sldMasterId id="2147486158" r:id="rId34"/>
    <p:sldMasterId id="2147486180" r:id="rId35"/>
    <p:sldMasterId id="2147486198" r:id="rId36"/>
    <p:sldMasterId id="2147486226" r:id="rId37"/>
    <p:sldMasterId id="2147486255" r:id="rId38"/>
    <p:sldMasterId id="2147486343" r:id="rId39"/>
    <p:sldMasterId id="2147486378" r:id="rId40"/>
    <p:sldMasterId id="2147486437" r:id="rId41"/>
    <p:sldMasterId id="2147486501" r:id="rId42"/>
    <p:sldMasterId id="2147486549" r:id="rId43"/>
    <p:sldMasterId id="2147486577" r:id="rId44"/>
    <p:sldMasterId id="2147486579" r:id="rId45"/>
    <p:sldMasterId id="2147486622" r:id="rId46"/>
    <p:sldMasterId id="2147486677" r:id="rId47"/>
    <p:sldMasterId id="2147486695" r:id="rId48"/>
    <p:sldMasterId id="2147486699" r:id="rId49"/>
    <p:sldMasterId id="2147486701" r:id="rId50"/>
    <p:sldMasterId id="2147486823" r:id="rId51"/>
    <p:sldMasterId id="2147486880" r:id="rId52"/>
    <p:sldMasterId id="2147486884" r:id="rId53"/>
    <p:sldMasterId id="2147486888" r:id="rId54"/>
  </p:sldMasterIdLst>
  <p:notesMasterIdLst>
    <p:notesMasterId r:id="rId98"/>
  </p:notesMasterIdLst>
  <p:sldIdLst>
    <p:sldId id="531" r:id="rId55"/>
    <p:sldId id="1336" r:id="rId56"/>
    <p:sldId id="798" r:id="rId57"/>
    <p:sldId id="1147" r:id="rId58"/>
    <p:sldId id="1148" r:id="rId59"/>
    <p:sldId id="1149" r:id="rId60"/>
    <p:sldId id="1150" r:id="rId61"/>
    <p:sldId id="1151" r:id="rId62"/>
    <p:sldId id="1168" r:id="rId63"/>
    <p:sldId id="1169" r:id="rId64"/>
    <p:sldId id="1170" r:id="rId65"/>
    <p:sldId id="1171" r:id="rId66"/>
    <p:sldId id="1172" r:id="rId67"/>
    <p:sldId id="1562" r:id="rId68"/>
    <p:sldId id="1176" r:id="rId69"/>
    <p:sldId id="1177" r:id="rId70"/>
    <p:sldId id="1178" r:id="rId71"/>
    <p:sldId id="1185" r:id="rId72"/>
    <p:sldId id="1186" r:id="rId73"/>
    <p:sldId id="1187" r:id="rId74"/>
    <p:sldId id="1188" r:id="rId75"/>
    <p:sldId id="1189" r:id="rId76"/>
    <p:sldId id="1190" r:id="rId77"/>
    <p:sldId id="1191" r:id="rId78"/>
    <p:sldId id="1192" r:id="rId79"/>
    <p:sldId id="1193" r:id="rId80"/>
    <p:sldId id="1239" r:id="rId81"/>
    <p:sldId id="1194" r:id="rId82"/>
    <p:sldId id="1404" r:id="rId83"/>
    <p:sldId id="1246" r:id="rId84"/>
    <p:sldId id="1485" r:id="rId85"/>
    <p:sldId id="1251" r:id="rId86"/>
    <p:sldId id="1197" r:id="rId87"/>
    <p:sldId id="1252" r:id="rId88"/>
    <p:sldId id="1493" r:id="rId89"/>
    <p:sldId id="1494" r:id="rId90"/>
    <p:sldId id="1253" r:id="rId91"/>
    <p:sldId id="1489" r:id="rId92"/>
    <p:sldId id="1254" r:id="rId93"/>
    <p:sldId id="1202" r:id="rId94"/>
    <p:sldId id="1255" r:id="rId95"/>
    <p:sldId id="1512" r:id="rId96"/>
    <p:sldId id="1206" r:id="rId97"/>
  </p:sldIdLst>
  <p:sldSz cx="16256000" cy="9145588"/>
  <p:notesSz cx="9926638" cy="14355763"/>
  <p:defaultTextStyle>
    <a:defPPr>
      <a:defRPr lang="pt-BR"/>
    </a:defPPr>
    <a:lvl1pPr marL="0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694688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389378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084070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778748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473457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168155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4862849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557529" algn="l" defTabSz="13893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0000"/>
    <a:srgbClr val="D9D9D9"/>
    <a:srgbClr val="660033"/>
    <a:srgbClr val="3F1D27"/>
    <a:srgbClr val="CCFF99"/>
    <a:srgbClr val="227E9E"/>
    <a:srgbClr val="FF0066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1" autoAdjust="0"/>
    <p:restoredTop sz="92662" autoAdjust="0"/>
  </p:normalViewPr>
  <p:slideViewPr>
    <p:cSldViewPr>
      <p:cViewPr>
        <p:scale>
          <a:sx n="44" d="100"/>
          <a:sy n="44" d="100"/>
        </p:scale>
        <p:origin x="-1176" y="-222"/>
      </p:cViewPr>
      <p:guideLst>
        <p:guide orient="horz" pos="567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11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3.xml"/><Relationship Id="rId21" Type="http://schemas.openxmlformats.org/officeDocument/2006/relationships/slideMaster" Target="slideMasters/slideMaster18.xml"/><Relationship Id="rId34" Type="http://schemas.openxmlformats.org/officeDocument/2006/relationships/slideMaster" Target="slideMasters/slideMaster31.xml"/><Relationship Id="rId42" Type="http://schemas.openxmlformats.org/officeDocument/2006/relationships/slideMaster" Target="slideMasters/slideMaster39.xml"/><Relationship Id="rId47" Type="http://schemas.openxmlformats.org/officeDocument/2006/relationships/slideMaster" Target="slideMasters/slideMaster44.xml"/><Relationship Id="rId50" Type="http://schemas.openxmlformats.org/officeDocument/2006/relationships/slideMaster" Target="slideMasters/slideMaster47.xml"/><Relationship Id="rId55" Type="http://schemas.openxmlformats.org/officeDocument/2006/relationships/slide" Target="slides/slide1.xml"/><Relationship Id="rId63" Type="http://schemas.openxmlformats.org/officeDocument/2006/relationships/slide" Target="slides/slide9.xml"/><Relationship Id="rId68" Type="http://schemas.openxmlformats.org/officeDocument/2006/relationships/slide" Target="slides/slide14.xml"/><Relationship Id="rId76" Type="http://schemas.openxmlformats.org/officeDocument/2006/relationships/slide" Target="slides/slide22.xml"/><Relationship Id="rId84" Type="http://schemas.openxmlformats.org/officeDocument/2006/relationships/slide" Target="slides/slide30.xml"/><Relationship Id="rId89" Type="http://schemas.openxmlformats.org/officeDocument/2006/relationships/slide" Target="slides/slide35.xml"/><Relationship Id="rId97" Type="http://schemas.openxmlformats.org/officeDocument/2006/relationships/slide" Target="slides/slide43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17.xml"/><Relationship Id="rId92" Type="http://schemas.openxmlformats.org/officeDocument/2006/relationships/slide" Target="slides/slide38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Master" Target="slideMasters/slideMaster26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Master" Target="slideMasters/slideMaster29.xml"/><Relationship Id="rId37" Type="http://schemas.openxmlformats.org/officeDocument/2006/relationships/slideMaster" Target="slideMasters/slideMaster34.xml"/><Relationship Id="rId40" Type="http://schemas.openxmlformats.org/officeDocument/2006/relationships/slideMaster" Target="slideMasters/slideMaster37.xml"/><Relationship Id="rId45" Type="http://schemas.openxmlformats.org/officeDocument/2006/relationships/slideMaster" Target="slideMasters/slideMaster42.xml"/><Relationship Id="rId53" Type="http://schemas.openxmlformats.org/officeDocument/2006/relationships/slideMaster" Target="slideMasters/slideMaster50.xml"/><Relationship Id="rId58" Type="http://schemas.openxmlformats.org/officeDocument/2006/relationships/slide" Target="slides/slide4.xml"/><Relationship Id="rId66" Type="http://schemas.openxmlformats.org/officeDocument/2006/relationships/slide" Target="slides/slide12.xml"/><Relationship Id="rId74" Type="http://schemas.openxmlformats.org/officeDocument/2006/relationships/slide" Target="slides/slide20.xml"/><Relationship Id="rId79" Type="http://schemas.openxmlformats.org/officeDocument/2006/relationships/slide" Target="slides/slide25.xml"/><Relationship Id="rId87" Type="http://schemas.openxmlformats.org/officeDocument/2006/relationships/slide" Target="slides/slide33.xml"/><Relationship Id="rId10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7.xml"/><Relationship Id="rId82" Type="http://schemas.openxmlformats.org/officeDocument/2006/relationships/slide" Target="slides/slide28.xml"/><Relationship Id="rId90" Type="http://schemas.openxmlformats.org/officeDocument/2006/relationships/slide" Target="slides/slide36.xml"/><Relationship Id="rId95" Type="http://schemas.openxmlformats.org/officeDocument/2006/relationships/slide" Target="slides/slide41.xml"/><Relationship Id="rId19" Type="http://schemas.openxmlformats.org/officeDocument/2006/relationships/slideMaster" Target="slideMasters/slideMaster1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Master" Target="slideMasters/slideMaster32.xml"/><Relationship Id="rId43" Type="http://schemas.openxmlformats.org/officeDocument/2006/relationships/slideMaster" Target="slideMasters/slideMaster40.xml"/><Relationship Id="rId48" Type="http://schemas.openxmlformats.org/officeDocument/2006/relationships/slideMaster" Target="slideMasters/slideMaster45.xml"/><Relationship Id="rId56" Type="http://schemas.openxmlformats.org/officeDocument/2006/relationships/slide" Target="slides/slide2.xml"/><Relationship Id="rId64" Type="http://schemas.openxmlformats.org/officeDocument/2006/relationships/slide" Target="slides/slide10.xml"/><Relationship Id="rId69" Type="http://schemas.openxmlformats.org/officeDocument/2006/relationships/slide" Target="slides/slide15.xml"/><Relationship Id="rId77" Type="http://schemas.openxmlformats.org/officeDocument/2006/relationships/slide" Target="slides/slide23.xml"/><Relationship Id="rId100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Master" Target="slideMasters/slideMaster48.xml"/><Relationship Id="rId72" Type="http://schemas.openxmlformats.org/officeDocument/2006/relationships/slide" Target="slides/slide18.xml"/><Relationship Id="rId80" Type="http://schemas.openxmlformats.org/officeDocument/2006/relationships/slide" Target="slides/slide26.xml"/><Relationship Id="rId85" Type="http://schemas.openxmlformats.org/officeDocument/2006/relationships/slide" Target="slides/slide31.xml"/><Relationship Id="rId93" Type="http://schemas.openxmlformats.org/officeDocument/2006/relationships/slide" Target="slides/slide39.xml"/><Relationship Id="rId9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Master" Target="slideMasters/slideMaster30.xml"/><Relationship Id="rId38" Type="http://schemas.openxmlformats.org/officeDocument/2006/relationships/slideMaster" Target="slideMasters/slideMaster35.xml"/><Relationship Id="rId46" Type="http://schemas.openxmlformats.org/officeDocument/2006/relationships/slideMaster" Target="slideMasters/slideMaster43.xml"/><Relationship Id="rId59" Type="http://schemas.openxmlformats.org/officeDocument/2006/relationships/slide" Target="slides/slide5.xml"/><Relationship Id="rId67" Type="http://schemas.openxmlformats.org/officeDocument/2006/relationships/slide" Target="slides/slide13.xml"/><Relationship Id="rId20" Type="http://schemas.openxmlformats.org/officeDocument/2006/relationships/slideMaster" Target="slideMasters/slideMaster17.xml"/><Relationship Id="rId41" Type="http://schemas.openxmlformats.org/officeDocument/2006/relationships/slideMaster" Target="slideMasters/slideMaster38.xml"/><Relationship Id="rId54" Type="http://schemas.openxmlformats.org/officeDocument/2006/relationships/slideMaster" Target="slideMasters/slideMaster51.xml"/><Relationship Id="rId62" Type="http://schemas.openxmlformats.org/officeDocument/2006/relationships/slide" Target="slides/slide8.xml"/><Relationship Id="rId70" Type="http://schemas.openxmlformats.org/officeDocument/2006/relationships/slide" Target="slides/slide16.xml"/><Relationship Id="rId75" Type="http://schemas.openxmlformats.org/officeDocument/2006/relationships/slide" Target="slides/slide21.xml"/><Relationship Id="rId83" Type="http://schemas.openxmlformats.org/officeDocument/2006/relationships/slide" Target="slides/slide29.xml"/><Relationship Id="rId88" Type="http://schemas.openxmlformats.org/officeDocument/2006/relationships/slide" Target="slides/slide34.xml"/><Relationship Id="rId91" Type="http://schemas.openxmlformats.org/officeDocument/2006/relationships/slide" Target="slides/slide37.xml"/><Relationship Id="rId96" Type="http://schemas.openxmlformats.org/officeDocument/2006/relationships/slide" Target="slides/slide4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Master" Target="slideMasters/slideMaster33.xml"/><Relationship Id="rId49" Type="http://schemas.openxmlformats.org/officeDocument/2006/relationships/slideMaster" Target="slideMasters/slideMaster46.xml"/><Relationship Id="rId57" Type="http://schemas.openxmlformats.org/officeDocument/2006/relationships/slide" Target="slides/slide3.xml"/><Relationship Id="rId10" Type="http://schemas.openxmlformats.org/officeDocument/2006/relationships/slideMaster" Target="slideMasters/slideMaster7.xml"/><Relationship Id="rId31" Type="http://schemas.openxmlformats.org/officeDocument/2006/relationships/slideMaster" Target="slideMasters/slideMaster28.xml"/><Relationship Id="rId44" Type="http://schemas.openxmlformats.org/officeDocument/2006/relationships/slideMaster" Target="slideMasters/slideMaster41.xml"/><Relationship Id="rId52" Type="http://schemas.openxmlformats.org/officeDocument/2006/relationships/slideMaster" Target="slideMasters/slideMaster49.xml"/><Relationship Id="rId60" Type="http://schemas.openxmlformats.org/officeDocument/2006/relationships/slide" Target="slides/slide6.xml"/><Relationship Id="rId65" Type="http://schemas.openxmlformats.org/officeDocument/2006/relationships/slide" Target="slides/slide11.xml"/><Relationship Id="rId73" Type="http://schemas.openxmlformats.org/officeDocument/2006/relationships/slide" Target="slides/slide19.xml"/><Relationship Id="rId78" Type="http://schemas.openxmlformats.org/officeDocument/2006/relationships/slide" Target="slides/slide24.xml"/><Relationship Id="rId81" Type="http://schemas.openxmlformats.org/officeDocument/2006/relationships/slide" Target="slides/slide27.xml"/><Relationship Id="rId86" Type="http://schemas.openxmlformats.org/officeDocument/2006/relationships/slide" Target="slides/slide32.xml"/><Relationship Id="rId94" Type="http://schemas.openxmlformats.org/officeDocument/2006/relationships/slide" Target="slides/slide40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39" Type="http://schemas.openxmlformats.org/officeDocument/2006/relationships/slideMaster" Target="slideMasters/slideMaster3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7.xml"/><Relationship Id="rId13" Type="http://schemas.openxmlformats.org/officeDocument/2006/relationships/slide" Target="slides/slide39.xml"/><Relationship Id="rId3" Type="http://schemas.openxmlformats.org/officeDocument/2006/relationships/slide" Target="slides/slide13.xml"/><Relationship Id="rId7" Type="http://schemas.openxmlformats.org/officeDocument/2006/relationships/slide" Target="slides/slide24.xml"/><Relationship Id="rId12" Type="http://schemas.openxmlformats.org/officeDocument/2006/relationships/slide" Target="slides/slide37.xml"/><Relationship Id="rId2" Type="http://schemas.openxmlformats.org/officeDocument/2006/relationships/slide" Target="slides/slide9.xml"/><Relationship Id="rId1" Type="http://schemas.openxmlformats.org/officeDocument/2006/relationships/slide" Target="slides/slide3.xml"/><Relationship Id="rId6" Type="http://schemas.openxmlformats.org/officeDocument/2006/relationships/slide" Target="slides/slide21.xml"/><Relationship Id="rId11" Type="http://schemas.openxmlformats.org/officeDocument/2006/relationships/slide" Target="slides/slide34.xml"/><Relationship Id="rId5" Type="http://schemas.openxmlformats.org/officeDocument/2006/relationships/slide" Target="slides/slide18.xml"/><Relationship Id="rId10" Type="http://schemas.openxmlformats.org/officeDocument/2006/relationships/slide" Target="slides/slide32.xml"/><Relationship Id="rId4" Type="http://schemas.openxmlformats.org/officeDocument/2006/relationships/slide" Target="slides/slide15.xml"/><Relationship Id="rId9" Type="http://schemas.openxmlformats.org/officeDocument/2006/relationships/slide" Target="slides/slide30.xml"/><Relationship Id="rId14" Type="http://schemas.openxmlformats.org/officeDocument/2006/relationships/slide" Target="slides/slide4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l">
              <a:defRPr sz="17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r">
              <a:defRPr sz="1700"/>
            </a:lvl1pPr>
          </a:lstStyle>
          <a:p>
            <a:fld id="{38662018-3250-4F99-A07D-7A851CA57D52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77800" y="1076325"/>
            <a:ext cx="9571038" cy="538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762" tIns="66381" rIns="132762" bIns="6638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5" y="6818988"/>
            <a:ext cx="7941310" cy="6460093"/>
          </a:xfrm>
          <a:prstGeom prst="rect">
            <a:avLst/>
          </a:prstGeom>
        </p:spPr>
        <p:txBody>
          <a:bodyPr vert="horz" lIns="132762" tIns="66381" rIns="132762" bIns="66381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13635483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l">
              <a:defRPr sz="17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2799" y="13635483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r">
              <a:defRPr sz="1700"/>
            </a:lvl1pPr>
          </a:lstStyle>
          <a:p>
            <a:fld id="{40D2A0BA-82ED-4106-B2A1-8542F13FC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6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694688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389378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084070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778748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473457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168155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4862849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5557529" algn="l" defTabSz="138937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77800" y="1076325"/>
            <a:ext cx="9571038" cy="53848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DEF26-135F-472C-BD98-E0EC2E22F293}" type="slidenum">
              <a:rPr lang="pt-BR" smtClean="0">
                <a:solidFill>
                  <a:prstClr val="black"/>
                </a:solidFill>
              </a:rPr>
              <a:pPr/>
              <a:t>16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9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77800" y="1076325"/>
            <a:ext cx="9571038" cy="53848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DEF26-135F-472C-BD98-E0EC2E22F293}" type="slidenum">
              <a:rPr lang="pt-BR" smtClean="0">
                <a:solidFill>
                  <a:prstClr val="black"/>
                </a:solidFill>
              </a:rPr>
              <a:pPr/>
              <a:t>17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9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77800" y="1076325"/>
            <a:ext cx="9571038" cy="53848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2A0BA-82ED-4106-B2A1-8542F13FCBEE}" type="slidenum">
              <a:rPr lang="pt-BR" smtClean="0">
                <a:solidFill>
                  <a:prstClr val="black"/>
                </a:solidFill>
              </a:rPr>
              <a:pPr/>
              <a:t>33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447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2A0BA-82ED-4106-B2A1-8542F13FCBEE}" type="slidenum">
              <a:rPr lang="pt-BR" smtClean="0">
                <a:solidFill>
                  <a:prstClr val="black"/>
                </a:solidFill>
              </a:rPr>
              <a:pPr/>
              <a:t>35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0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2A0BA-82ED-4106-B2A1-8542F13FCBEE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01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7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7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7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7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7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7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7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7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3.xml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3.xml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3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4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85.xml"/><Relationship Id="rId7" Type="http://schemas.openxmlformats.org/officeDocument/2006/relationships/image" Target="../media/image11.emf"/><Relationship Id="rId2" Type="http://schemas.openxmlformats.org/officeDocument/2006/relationships/tags" Target="../tags/tag8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40.xml"/><Relationship Id="rId4" Type="http://schemas.openxmlformats.org/officeDocument/2006/relationships/tags" Target="../tags/tag8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00.xml"/><Relationship Id="rId7" Type="http://schemas.openxmlformats.org/officeDocument/2006/relationships/image" Target="../media/image11.emf"/><Relationship Id="rId2" Type="http://schemas.openxmlformats.org/officeDocument/2006/relationships/tags" Target="../tags/tag9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49.xml"/><Relationship Id="rId4" Type="http://schemas.openxmlformats.org/officeDocument/2006/relationships/tags" Target="../tags/tag101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03.xml"/><Relationship Id="rId7" Type="http://schemas.openxmlformats.org/officeDocument/2006/relationships/image" Target="../media/image11.emf"/><Relationship Id="rId2" Type="http://schemas.openxmlformats.org/officeDocument/2006/relationships/tags" Target="../tags/tag10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50.xml"/><Relationship Id="rId4" Type="http://schemas.openxmlformats.org/officeDocument/2006/relationships/tags" Target="../tags/tag104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06.xml"/><Relationship Id="rId7" Type="http://schemas.openxmlformats.org/officeDocument/2006/relationships/image" Target="../media/image11.emf"/><Relationship Id="rId2" Type="http://schemas.openxmlformats.org/officeDocument/2006/relationships/tags" Target="../tags/tag10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slideMaster" Target="../slideMasters/slideMaster51.xml"/><Relationship Id="rId4" Type="http://schemas.openxmlformats.org/officeDocument/2006/relationships/tags" Target="../tags/tag107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6" y="433"/>
          <a:ext cx="287339" cy="215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1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" y="433"/>
                        <a:ext cx="287339" cy="215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77970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82680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46935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42069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98858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8511032"/>
            <a:ext cx="16256000" cy="250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defTabSz="1212361" fontAlgn="base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</a:pPr>
            <a:endParaRPr lang="pt-BR" sz="1600">
              <a:solidFill>
                <a:srgbClr val="000000"/>
              </a:solidFill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8720583"/>
            <a:ext cx="16256000" cy="250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defTabSz="1212361" fontAlgn="base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</a:pPr>
            <a:endParaRPr lang="pt-BR" sz="1600">
              <a:solidFill>
                <a:srgbClr val="000000"/>
              </a:solidFill>
              <a:ea typeface="ヒラギノ角ゴ ProN W3" charset="-128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90969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2123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5861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2551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22813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06304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6554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2841063"/>
            <a:ext cx="13817600" cy="1960374"/>
          </a:xfrm>
          <a:prstGeom prst="rect">
            <a:avLst/>
          </a:prstGeom>
        </p:spPr>
        <p:txBody>
          <a:bodyPr lIns="87396" tIns="43819" rIns="87396" bIns="43819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  <a:prstGeom prst="rect">
            <a:avLst/>
          </a:prstGeom>
        </p:spPr>
        <p:txBody>
          <a:bodyPr lIns="87396" tIns="43819" rIns="87396" bIns="43819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6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3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8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3599" y="8477723"/>
            <a:ext cx="3792140" cy="486753"/>
          </a:xfrm>
          <a:prstGeom prst="rect">
            <a:avLst/>
          </a:prstGeom>
        </p:spPr>
        <p:txBody>
          <a:bodyPr lIns="87396" tIns="43819" rIns="87396" bIns="43819"/>
          <a:lstStyle>
            <a:lvl1pPr defTabSz="875191" fontAlgn="base">
              <a:spcBef>
                <a:spcPct val="0"/>
              </a:spcBef>
              <a:spcAft>
                <a:spcPct val="0"/>
              </a:spcAft>
              <a:defRPr>
                <a:latin typeface="GillSans" pitchFamily="34" charset="0"/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271" y="8477723"/>
            <a:ext cx="5147468" cy="486753"/>
          </a:xfrm>
          <a:prstGeom prst="rect">
            <a:avLst/>
          </a:prstGeom>
        </p:spPr>
        <p:txBody>
          <a:bodyPr lIns="87396" tIns="43819" rIns="87396" bIns="43819"/>
          <a:lstStyle>
            <a:lvl1pPr defTabSz="875191" fontAlgn="base">
              <a:spcBef>
                <a:spcPct val="0"/>
              </a:spcBef>
              <a:spcAft>
                <a:spcPct val="0"/>
              </a:spcAft>
              <a:defRPr>
                <a:latin typeface="GillSans" pitchFamily="34" charset="0"/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266" y="8477723"/>
            <a:ext cx="3792140" cy="486753"/>
          </a:xfrm>
          <a:prstGeom prst="rect">
            <a:avLst/>
          </a:prstGeom>
        </p:spPr>
        <p:txBody>
          <a:bodyPr lIns="87396" tIns="43819" rIns="87396" bIns="43819"/>
          <a:lstStyle>
            <a:lvl1pPr defTabSz="875191" fontAlgn="base">
              <a:spcBef>
                <a:spcPct val="0"/>
              </a:spcBef>
              <a:spcAft>
                <a:spcPct val="0"/>
              </a:spcAft>
              <a:defRPr>
                <a:latin typeface="GillSans" pitchFamily="34" charset="0"/>
                <a:ea typeface="ヒラギノ角ゴ ProN W3" charset="-128"/>
              </a:defRPr>
            </a:lvl1pPr>
          </a:lstStyle>
          <a:p>
            <a:pPr>
              <a:defRPr/>
            </a:pPr>
            <a:fld id="{28A66A78-FC33-45ED-9B1A-129EF9A40A75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581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551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96259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66747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47618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77520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64746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6" y="433"/>
          <a:ext cx="287339" cy="215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90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" y="433"/>
                        <a:ext cx="287339" cy="215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652668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158352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89463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455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42727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8511032"/>
            <a:ext cx="16256000" cy="250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defTabSz="1212128" fontAlgn="base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</a:pPr>
            <a:endParaRPr lang="pt-BR" sz="1600">
              <a:solidFill>
                <a:srgbClr val="000000"/>
              </a:solidFill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8720583"/>
            <a:ext cx="16256000" cy="250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defTabSz="1212128" fontAlgn="base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</a:pPr>
            <a:endParaRPr lang="pt-BR" sz="1600">
              <a:solidFill>
                <a:srgbClr val="000000"/>
              </a:solidFill>
              <a:ea typeface="ヒラギノ角ゴ ProN W3" charset="-128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95086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89277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25080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69860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871611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250536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288526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15418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69880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78279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584051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06230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796309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29117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10" y="478725"/>
            <a:ext cx="8652281" cy="3657023"/>
          </a:xfrm>
        </p:spPr>
        <p:txBody>
          <a:bodyPr/>
          <a:lstStyle>
            <a:lvl1pPr>
              <a:lnSpc>
                <a:spcPct val="90000"/>
              </a:lnSpc>
              <a:defRPr sz="10500" kern="100" cap="all" spc="-316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add </a:t>
            </a:r>
            <a:r>
              <a:rPr lang="en-US" dirty="0" err="1" smtClean="0"/>
              <a:t>slidedoc</a:t>
            </a:r>
            <a:r>
              <a:rPr lang="en-US" dirty="0" smtClean="0"/>
              <a:t> title</a:t>
            </a:r>
            <a:endParaRPr lang="en-US" dirty="0"/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812801" y="4663123"/>
            <a:ext cx="2661356" cy="3350560"/>
          </a:xfrm>
        </p:spPr>
        <p:txBody>
          <a:bodyPr anchor="b"/>
          <a:lstStyle>
            <a:lvl1pPr>
              <a:lnSpc>
                <a:spcPct val="100000"/>
              </a:lnSpc>
              <a:defRPr sz="21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812800" y="8239496"/>
            <a:ext cx="2661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9794404" y="6910496"/>
            <a:ext cx="2661356" cy="1363371"/>
          </a:xfrm>
        </p:spPr>
        <p:txBody>
          <a:bodyPr anchor="b"/>
          <a:lstStyle>
            <a:lvl1pPr algn="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12781860" y="6910496"/>
            <a:ext cx="2661356" cy="1363371"/>
          </a:xfrm>
        </p:spPr>
        <p:txBody>
          <a:bodyPr anchor="b"/>
          <a:lstStyle>
            <a:lvl1pPr algn="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77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14" y="914994"/>
            <a:ext cx="5656981" cy="16376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1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6807210" y="914994"/>
            <a:ext cx="8636000" cy="163765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3805076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6797327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9789585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12781860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812801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3805076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6797327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9789585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12781860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812801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3805076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6797327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9789585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12781860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812801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3805076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6797327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9789585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12781860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0492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699448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103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2313359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4525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4598" y="4572796"/>
            <a:ext cx="863860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1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4598" y="914998"/>
            <a:ext cx="4127564" cy="732493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11295847" y="914998"/>
            <a:ext cx="4147364" cy="732493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501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04598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11295847" y="4572796"/>
            <a:ext cx="41473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67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04598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11295847" y="4572796"/>
            <a:ext cx="41473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2313359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20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1" y="8544372"/>
            <a:ext cx="13480620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7382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10" y="5131758"/>
            <a:ext cx="7518400" cy="4099710"/>
          </a:xfrm>
        </p:spPr>
        <p:txBody>
          <a:bodyPr>
            <a:spAutoFit/>
          </a:bodyPr>
          <a:lstStyle>
            <a:lvl1pPr>
              <a:defRPr sz="9200" kern="100" spc="-316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8760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10"/>
            <a:ext cx="16256000" cy="9145588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2695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4" y="8477095"/>
            <a:ext cx="3793067" cy="486918"/>
          </a:xfrm>
          <a:prstGeom prst="rect">
            <a:avLst/>
          </a:prstGeom>
        </p:spPr>
        <p:txBody>
          <a:bodyPr lIns="138934" tIns="69441" rIns="138934" bIns="69441"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59" y="8477095"/>
            <a:ext cx="5147733" cy="486918"/>
          </a:xfrm>
          <a:prstGeom prst="rect">
            <a:avLst/>
          </a:prstGeom>
        </p:spPr>
        <p:txBody>
          <a:bodyPr lIns="138934" tIns="69441" rIns="138934" bIns="69441"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55" y="8477095"/>
            <a:ext cx="3793067" cy="486918"/>
          </a:xfrm>
          <a:prstGeom prst="rect">
            <a:avLst/>
          </a:prstGeom>
        </p:spPr>
        <p:txBody>
          <a:bodyPr lIns="138934" tIns="69441" rIns="138934" bIns="69441"/>
          <a:lstStyle/>
          <a:p>
            <a:fld id="{C48C5C03-C975-4FD4-A240-0D0F29783102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3800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accent1"/>
            </a:gs>
            <a:gs pos="77000">
              <a:schemeClr val="accent1">
                <a:lumMod val="3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 bwMode="ltGray">
          <a:xfrm>
            <a:off x="-11278" y="16946"/>
            <a:ext cx="10656711" cy="9122300"/>
          </a:xfrm>
          <a:custGeom>
            <a:avLst/>
            <a:gdLst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6057900 w 6057900"/>
              <a:gd name="connsiteY2" fmla="*/ 0 h 6851650"/>
              <a:gd name="connsiteX3" fmla="*/ 1911350 w 6057900"/>
              <a:gd name="connsiteY3" fmla="*/ 0 h 6851650"/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84931 w 6057900"/>
              <a:gd name="connsiteY2" fmla="*/ 6840538 h 6851650"/>
              <a:gd name="connsiteX3" fmla="*/ 6057900 w 6057900"/>
              <a:gd name="connsiteY3" fmla="*/ 0 h 6851650"/>
              <a:gd name="connsiteX4" fmla="*/ 1911350 w 6057900"/>
              <a:gd name="connsiteY4" fmla="*/ 0 h 6851650"/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84931 w 6057900"/>
              <a:gd name="connsiteY2" fmla="*/ 6840538 h 6851650"/>
              <a:gd name="connsiteX3" fmla="*/ 6057900 w 6057900"/>
              <a:gd name="connsiteY3" fmla="*/ 0 h 6851650"/>
              <a:gd name="connsiteX4" fmla="*/ 1911350 w 6057900"/>
              <a:gd name="connsiteY4" fmla="*/ 0 h 6851650"/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84931 w 6057900"/>
              <a:gd name="connsiteY2" fmla="*/ 6840538 h 6851650"/>
              <a:gd name="connsiteX3" fmla="*/ 6057900 w 6057900"/>
              <a:gd name="connsiteY3" fmla="*/ 0 h 6851650"/>
              <a:gd name="connsiteX4" fmla="*/ 1911350 w 6057900"/>
              <a:gd name="connsiteY4" fmla="*/ 0 h 6851650"/>
              <a:gd name="connsiteX0" fmla="*/ 0 w 6057900"/>
              <a:gd name="connsiteY0" fmla="*/ 1117600 h 6840538"/>
              <a:gd name="connsiteX1" fmla="*/ 2381 w 6057900"/>
              <a:gd name="connsiteY1" fmla="*/ 6839744 h 6840538"/>
              <a:gd name="connsiteX2" fmla="*/ 84931 w 6057900"/>
              <a:gd name="connsiteY2" fmla="*/ 6840538 h 6840538"/>
              <a:gd name="connsiteX3" fmla="*/ 6057900 w 6057900"/>
              <a:gd name="connsiteY3" fmla="*/ 0 h 6840538"/>
              <a:gd name="connsiteX4" fmla="*/ 1911350 w 6057900"/>
              <a:gd name="connsiteY4" fmla="*/ 0 h 6840538"/>
              <a:gd name="connsiteX0" fmla="*/ 0 w 5994400"/>
              <a:gd name="connsiteY0" fmla="*/ 1117600 h 6840538"/>
              <a:gd name="connsiteX1" fmla="*/ 2381 w 5994400"/>
              <a:gd name="connsiteY1" fmla="*/ 6839744 h 6840538"/>
              <a:gd name="connsiteX2" fmla="*/ 84931 w 5994400"/>
              <a:gd name="connsiteY2" fmla="*/ 6840538 h 6840538"/>
              <a:gd name="connsiteX3" fmla="*/ 5994400 w 5994400"/>
              <a:gd name="connsiteY3" fmla="*/ 0 h 6840538"/>
              <a:gd name="connsiteX4" fmla="*/ 1911350 w 5994400"/>
              <a:gd name="connsiteY4" fmla="*/ 0 h 684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4400" h="6840538">
                <a:moveTo>
                  <a:pt x="0" y="1117600"/>
                </a:moveTo>
                <a:cubicBezTo>
                  <a:pt x="794" y="3024981"/>
                  <a:pt x="1587" y="4932363"/>
                  <a:pt x="2381" y="6839744"/>
                </a:cubicBezTo>
                <a:lnTo>
                  <a:pt x="84931" y="6840538"/>
                </a:lnTo>
                <a:lnTo>
                  <a:pt x="5994400" y="0"/>
                </a:lnTo>
                <a:lnTo>
                  <a:pt x="1911350" y="0"/>
                </a:lnTo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35000"/>
                </a:schemeClr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8918" tIns="69427" rIns="138918" bIns="69427" rtlCol="0" anchor="ctr"/>
          <a:lstStyle/>
          <a:p>
            <a:pPr algn="ctr" defTabSz="1389243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564" y="2540452"/>
            <a:ext cx="13834233" cy="2967530"/>
          </a:xfrm>
        </p:spPr>
        <p:txBody>
          <a:bodyPr anchor="ctr"/>
          <a:lstStyle>
            <a:lvl1pPr>
              <a:defRPr sz="87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199474" y="6162258"/>
            <a:ext cx="13837236" cy="1888024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300" b="0">
                <a:solidFill>
                  <a:schemeClr val="accent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205398" y="2311015"/>
            <a:ext cx="13831404" cy="356402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389243"/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947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876676" y="3963094"/>
            <a:ext cx="4844924" cy="1219410"/>
          </a:xfrm>
        </p:spPr>
        <p:txBody>
          <a:bodyPr anchor="t" anchorCtr="0">
            <a:noAutofit/>
          </a:bodyPr>
          <a:lstStyle>
            <a:lvl1pPr marL="0" indent="0">
              <a:lnSpc>
                <a:spcPts val="2699"/>
              </a:lnSpc>
              <a:buNone/>
              <a:defRPr sz="2100">
                <a:solidFill>
                  <a:schemeClr val="tx2"/>
                </a:solidFill>
                <a:latin typeface="+mn-lt"/>
              </a:defRPr>
            </a:lvl1pPr>
            <a:lvl2pPr marL="694627" indent="0">
              <a:buNone/>
              <a:defRPr sz="2100"/>
            </a:lvl2pPr>
            <a:lvl3pPr marL="1389243" indent="0">
              <a:buNone/>
              <a:defRPr sz="1600"/>
            </a:lvl3pPr>
            <a:lvl4pPr marL="2083872" indent="0">
              <a:buNone/>
              <a:defRPr sz="1400"/>
            </a:lvl4pPr>
            <a:lvl5pPr marL="2778483" indent="0">
              <a:buNone/>
              <a:defRPr sz="1400"/>
            </a:lvl5pPr>
            <a:lvl6pPr marL="3473114" indent="0">
              <a:buNone/>
              <a:defRPr sz="1400"/>
            </a:lvl6pPr>
            <a:lvl7pPr marL="4167754" indent="0">
              <a:buNone/>
              <a:defRPr sz="1400"/>
            </a:lvl7pPr>
            <a:lvl8pPr marL="4862365" indent="0">
              <a:buNone/>
              <a:defRPr sz="1400"/>
            </a:lvl8pPr>
            <a:lvl9pPr marL="5557002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3932322"/>
            <a:ext cx="1657476" cy="125066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7800">
                <a:solidFill>
                  <a:schemeClr val="accent2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2876676" y="5182511"/>
            <a:ext cx="4844924" cy="1219410"/>
          </a:xfrm>
        </p:spPr>
        <p:txBody>
          <a:bodyPr anchor="t" anchorCtr="0">
            <a:noAutofit/>
          </a:bodyPr>
          <a:lstStyle>
            <a:lvl1pPr marL="0" indent="0">
              <a:lnSpc>
                <a:spcPts val="2699"/>
              </a:lnSpc>
              <a:buNone/>
              <a:defRPr sz="2100">
                <a:solidFill>
                  <a:schemeClr val="tx2"/>
                </a:solidFill>
                <a:latin typeface="+mn-lt"/>
              </a:defRPr>
            </a:lvl1pPr>
            <a:lvl2pPr marL="694627" indent="0">
              <a:buNone/>
              <a:defRPr sz="2100"/>
            </a:lvl2pPr>
            <a:lvl3pPr marL="1389243" indent="0">
              <a:buNone/>
              <a:defRPr sz="1600"/>
            </a:lvl3pPr>
            <a:lvl4pPr marL="2083872" indent="0">
              <a:buNone/>
              <a:defRPr sz="1400"/>
            </a:lvl4pPr>
            <a:lvl5pPr marL="2778483" indent="0">
              <a:buNone/>
              <a:defRPr sz="1400"/>
            </a:lvl5pPr>
            <a:lvl6pPr marL="3473114" indent="0">
              <a:buNone/>
              <a:defRPr sz="1400"/>
            </a:lvl6pPr>
            <a:lvl7pPr marL="4167754" indent="0">
              <a:buNone/>
              <a:defRPr sz="1400"/>
            </a:lvl7pPr>
            <a:lvl8pPr marL="4862365" indent="0">
              <a:buNone/>
              <a:defRPr sz="1400"/>
            </a:lvl8pPr>
            <a:lvl9pPr marL="5557002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1219200" y="5151730"/>
            <a:ext cx="1657476" cy="125066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7800">
                <a:solidFill>
                  <a:schemeClr val="accent2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2876676" y="6401928"/>
            <a:ext cx="4844924" cy="1219410"/>
          </a:xfrm>
        </p:spPr>
        <p:txBody>
          <a:bodyPr anchor="t" anchorCtr="0">
            <a:noAutofit/>
          </a:bodyPr>
          <a:lstStyle>
            <a:lvl1pPr marL="0" indent="0">
              <a:lnSpc>
                <a:spcPts val="2699"/>
              </a:lnSpc>
              <a:buNone/>
              <a:defRPr sz="2100">
                <a:solidFill>
                  <a:schemeClr val="tx2"/>
                </a:solidFill>
                <a:latin typeface="+mn-lt"/>
              </a:defRPr>
            </a:lvl1pPr>
            <a:lvl2pPr marL="694627" indent="0">
              <a:buNone/>
              <a:defRPr sz="2100"/>
            </a:lvl2pPr>
            <a:lvl3pPr marL="1389243" indent="0">
              <a:buNone/>
              <a:defRPr sz="1600"/>
            </a:lvl3pPr>
            <a:lvl4pPr marL="2083872" indent="0">
              <a:buNone/>
              <a:defRPr sz="1400"/>
            </a:lvl4pPr>
            <a:lvl5pPr marL="2778483" indent="0">
              <a:buNone/>
              <a:defRPr sz="1400"/>
            </a:lvl5pPr>
            <a:lvl6pPr marL="3473114" indent="0">
              <a:buNone/>
              <a:defRPr sz="1400"/>
            </a:lvl6pPr>
            <a:lvl7pPr marL="4167754" indent="0">
              <a:buNone/>
              <a:defRPr sz="1400"/>
            </a:lvl7pPr>
            <a:lvl8pPr marL="4862365" indent="0">
              <a:buNone/>
              <a:defRPr sz="1400"/>
            </a:lvl8pPr>
            <a:lvl9pPr marL="5557002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1219200" y="6371142"/>
            <a:ext cx="1657476" cy="125066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7800">
                <a:solidFill>
                  <a:schemeClr val="accent2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10191876" y="3963094"/>
            <a:ext cx="4844924" cy="1219410"/>
          </a:xfrm>
        </p:spPr>
        <p:txBody>
          <a:bodyPr anchor="t" anchorCtr="0">
            <a:noAutofit/>
          </a:bodyPr>
          <a:lstStyle>
            <a:lvl1pPr marL="0" indent="0">
              <a:lnSpc>
                <a:spcPts val="2699"/>
              </a:lnSpc>
              <a:buNone/>
              <a:defRPr sz="2100">
                <a:solidFill>
                  <a:schemeClr val="tx2"/>
                </a:solidFill>
                <a:latin typeface="+mn-lt"/>
              </a:defRPr>
            </a:lvl1pPr>
            <a:lvl2pPr marL="694627" indent="0">
              <a:buNone/>
              <a:defRPr sz="2100"/>
            </a:lvl2pPr>
            <a:lvl3pPr marL="1389243" indent="0">
              <a:buNone/>
              <a:defRPr sz="1600"/>
            </a:lvl3pPr>
            <a:lvl4pPr marL="2083872" indent="0">
              <a:buNone/>
              <a:defRPr sz="1400"/>
            </a:lvl4pPr>
            <a:lvl5pPr marL="2778483" indent="0">
              <a:buNone/>
              <a:defRPr sz="1400"/>
            </a:lvl5pPr>
            <a:lvl6pPr marL="3473114" indent="0">
              <a:buNone/>
              <a:defRPr sz="1400"/>
            </a:lvl6pPr>
            <a:lvl7pPr marL="4167754" indent="0">
              <a:buNone/>
              <a:defRPr sz="1400"/>
            </a:lvl7pPr>
            <a:lvl8pPr marL="4862365" indent="0">
              <a:buNone/>
              <a:defRPr sz="1400"/>
            </a:lvl8pPr>
            <a:lvl9pPr marL="5557002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8534410" y="3932322"/>
            <a:ext cx="1657476" cy="125066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7800">
                <a:solidFill>
                  <a:schemeClr val="accent2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10191876" y="5182511"/>
            <a:ext cx="4844924" cy="1219410"/>
          </a:xfrm>
        </p:spPr>
        <p:txBody>
          <a:bodyPr anchor="t" anchorCtr="0">
            <a:noAutofit/>
          </a:bodyPr>
          <a:lstStyle>
            <a:lvl1pPr marL="0" indent="0">
              <a:lnSpc>
                <a:spcPts val="2699"/>
              </a:lnSpc>
              <a:buNone/>
              <a:defRPr sz="2100">
                <a:solidFill>
                  <a:schemeClr val="tx2"/>
                </a:solidFill>
                <a:latin typeface="+mn-lt"/>
              </a:defRPr>
            </a:lvl1pPr>
            <a:lvl2pPr marL="694627" indent="0">
              <a:buNone/>
              <a:defRPr sz="2100"/>
            </a:lvl2pPr>
            <a:lvl3pPr marL="1389243" indent="0">
              <a:buNone/>
              <a:defRPr sz="1600"/>
            </a:lvl3pPr>
            <a:lvl4pPr marL="2083872" indent="0">
              <a:buNone/>
              <a:defRPr sz="1400"/>
            </a:lvl4pPr>
            <a:lvl5pPr marL="2778483" indent="0">
              <a:buNone/>
              <a:defRPr sz="1400"/>
            </a:lvl5pPr>
            <a:lvl6pPr marL="3473114" indent="0">
              <a:buNone/>
              <a:defRPr sz="1400"/>
            </a:lvl6pPr>
            <a:lvl7pPr marL="4167754" indent="0">
              <a:buNone/>
              <a:defRPr sz="1400"/>
            </a:lvl7pPr>
            <a:lvl8pPr marL="4862365" indent="0">
              <a:buNone/>
              <a:defRPr sz="1400"/>
            </a:lvl8pPr>
            <a:lvl9pPr marL="5557002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8534410" y="5151730"/>
            <a:ext cx="1657476" cy="125066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7800">
                <a:solidFill>
                  <a:schemeClr val="accent2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10191876" y="6401928"/>
            <a:ext cx="4844924" cy="1219410"/>
          </a:xfrm>
        </p:spPr>
        <p:txBody>
          <a:bodyPr anchor="t" anchorCtr="0">
            <a:noAutofit/>
          </a:bodyPr>
          <a:lstStyle>
            <a:lvl1pPr marL="0" indent="0">
              <a:lnSpc>
                <a:spcPts val="2699"/>
              </a:lnSpc>
              <a:buNone/>
              <a:defRPr sz="2100">
                <a:solidFill>
                  <a:schemeClr val="tx2"/>
                </a:solidFill>
                <a:latin typeface="+mn-lt"/>
              </a:defRPr>
            </a:lvl1pPr>
            <a:lvl2pPr marL="694627" indent="0">
              <a:buNone/>
              <a:defRPr sz="2100"/>
            </a:lvl2pPr>
            <a:lvl3pPr marL="1389243" indent="0">
              <a:buNone/>
              <a:defRPr sz="1600"/>
            </a:lvl3pPr>
            <a:lvl4pPr marL="2083872" indent="0">
              <a:buNone/>
              <a:defRPr sz="1400"/>
            </a:lvl4pPr>
            <a:lvl5pPr marL="2778483" indent="0">
              <a:buNone/>
              <a:defRPr sz="1400"/>
            </a:lvl5pPr>
            <a:lvl6pPr marL="3473114" indent="0">
              <a:buNone/>
              <a:defRPr sz="1400"/>
            </a:lvl6pPr>
            <a:lvl7pPr marL="4167754" indent="0">
              <a:buNone/>
              <a:defRPr sz="1400"/>
            </a:lvl7pPr>
            <a:lvl8pPr marL="4862365" indent="0">
              <a:buNone/>
              <a:defRPr sz="1400"/>
            </a:lvl8pPr>
            <a:lvl9pPr marL="5557002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8534410" y="6371142"/>
            <a:ext cx="1657476" cy="125066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7800">
                <a:solidFill>
                  <a:schemeClr val="accent2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 smtClean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651706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1219210" y="3963112"/>
            <a:ext cx="6502400" cy="365823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8534400" y="3963112"/>
            <a:ext cx="6502400" cy="365823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284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1219210" y="3963100"/>
            <a:ext cx="8940800" cy="365823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10972800" y="3963100"/>
            <a:ext cx="4064000" cy="365823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51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1219200" y="3963100"/>
            <a:ext cx="4064000" cy="365823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096000" y="3963100"/>
            <a:ext cx="8940800" cy="365823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22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1219200" y="3963100"/>
            <a:ext cx="4064000" cy="365823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6096000" y="3963100"/>
            <a:ext cx="4064000" cy="365823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10972800" y="3963100"/>
            <a:ext cx="4064000" cy="365823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1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4" name="TextBox 43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369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05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1219200" y="921565"/>
            <a:ext cx="13817600" cy="60270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accent3"/>
                </a:solidFill>
                <a:latin typeface="Franklin Gothic Demi Cond" panose="020B0706030402020204" pitchFamily="34" charset="0"/>
              </a:defRPr>
            </a:lvl1pPr>
            <a:lvl2pPr marL="694627" indent="0">
              <a:buNone/>
              <a:defRPr sz="3200" b="1"/>
            </a:lvl2pPr>
            <a:lvl3pPr marL="1389243" indent="0">
              <a:buNone/>
              <a:defRPr sz="2900" b="1"/>
            </a:lvl3pPr>
            <a:lvl4pPr marL="2083872" indent="0">
              <a:buNone/>
              <a:defRPr sz="2500" b="1"/>
            </a:lvl4pPr>
            <a:lvl5pPr marL="2778483" indent="0">
              <a:buNone/>
              <a:defRPr sz="2500" b="1"/>
            </a:lvl5pPr>
            <a:lvl6pPr marL="3473114" indent="0">
              <a:buNone/>
              <a:defRPr sz="2500" b="1"/>
            </a:lvl6pPr>
            <a:lvl7pPr marL="4167754" indent="0">
              <a:buNone/>
              <a:defRPr sz="2500" b="1"/>
            </a:lvl7pPr>
            <a:lvl8pPr marL="4862365" indent="0">
              <a:buNone/>
              <a:defRPr sz="2500" b="1"/>
            </a:lvl8pPr>
            <a:lvl9pPr marL="555700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1219200" y="2743677"/>
            <a:ext cx="13817600" cy="533492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insert chart from 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381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803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gradFill>
          <a:gsLst>
            <a:gs pos="0">
              <a:schemeClr val="accent1"/>
            </a:gs>
            <a:gs pos="77000">
              <a:schemeClr val="accent1">
                <a:lumMod val="3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 bwMode="ltGray">
          <a:xfrm>
            <a:off x="-11278" y="16946"/>
            <a:ext cx="10656711" cy="9122300"/>
          </a:xfrm>
          <a:custGeom>
            <a:avLst/>
            <a:gdLst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6057900 w 6057900"/>
              <a:gd name="connsiteY2" fmla="*/ 0 h 6851650"/>
              <a:gd name="connsiteX3" fmla="*/ 1911350 w 6057900"/>
              <a:gd name="connsiteY3" fmla="*/ 0 h 6851650"/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84931 w 6057900"/>
              <a:gd name="connsiteY2" fmla="*/ 6840538 h 6851650"/>
              <a:gd name="connsiteX3" fmla="*/ 6057900 w 6057900"/>
              <a:gd name="connsiteY3" fmla="*/ 0 h 6851650"/>
              <a:gd name="connsiteX4" fmla="*/ 1911350 w 6057900"/>
              <a:gd name="connsiteY4" fmla="*/ 0 h 6851650"/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84931 w 6057900"/>
              <a:gd name="connsiteY2" fmla="*/ 6840538 h 6851650"/>
              <a:gd name="connsiteX3" fmla="*/ 6057900 w 6057900"/>
              <a:gd name="connsiteY3" fmla="*/ 0 h 6851650"/>
              <a:gd name="connsiteX4" fmla="*/ 1911350 w 6057900"/>
              <a:gd name="connsiteY4" fmla="*/ 0 h 6851650"/>
              <a:gd name="connsiteX0" fmla="*/ 0 w 6057900"/>
              <a:gd name="connsiteY0" fmla="*/ 1117600 h 6851650"/>
              <a:gd name="connsiteX1" fmla="*/ 0 w 6057900"/>
              <a:gd name="connsiteY1" fmla="*/ 6851650 h 6851650"/>
              <a:gd name="connsiteX2" fmla="*/ 84931 w 6057900"/>
              <a:gd name="connsiteY2" fmla="*/ 6840538 h 6851650"/>
              <a:gd name="connsiteX3" fmla="*/ 6057900 w 6057900"/>
              <a:gd name="connsiteY3" fmla="*/ 0 h 6851650"/>
              <a:gd name="connsiteX4" fmla="*/ 1911350 w 6057900"/>
              <a:gd name="connsiteY4" fmla="*/ 0 h 6851650"/>
              <a:gd name="connsiteX0" fmla="*/ 0 w 6057900"/>
              <a:gd name="connsiteY0" fmla="*/ 1117600 h 6840538"/>
              <a:gd name="connsiteX1" fmla="*/ 2381 w 6057900"/>
              <a:gd name="connsiteY1" fmla="*/ 6839744 h 6840538"/>
              <a:gd name="connsiteX2" fmla="*/ 84931 w 6057900"/>
              <a:gd name="connsiteY2" fmla="*/ 6840538 h 6840538"/>
              <a:gd name="connsiteX3" fmla="*/ 6057900 w 6057900"/>
              <a:gd name="connsiteY3" fmla="*/ 0 h 6840538"/>
              <a:gd name="connsiteX4" fmla="*/ 1911350 w 6057900"/>
              <a:gd name="connsiteY4" fmla="*/ 0 h 6840538"/>
              <a:gd name="connsiteX0" fmla="*/ 0 w 5994400"/>
              <a:gd name="connsiteY0" fmla="*/ 1117600 h 6840538"/>
              <a:gd name="connsiteX1" fmla="*/ 2381 w 5994400"/>
              <a:gd name="connsiteY1" fmla="*/ 6839744 h 6840538"/>
              <a:gd name="connsiteX2" fmla="*/ 84931 w 5994400"/>
              <a:gd name="connsiteY2" fmla="*/ 6840538 h 6840538"/>
              <a:gd name="connsiteX3" fmla="*/ 5994400 w 5994400"/>
              <a:gd name="connsiteY3" fmla="*/ 0 h 6840538"/>
              <a:gd name="connsiteX4" fmla="*/ 1911350 w 5994400"/>
              <a:gd name="connsiteY4" fmla="*/ 0 h 684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4400" h="6840538">
                <a:moveTo>
                  <a:pt x="0" y="1117600"/>
                </a:moveTo>
                <a:cubicBezTo>
                  <a:pt x="794" y="3024981"/>
                  <a:pt x="1587" y="4932363"/>
                  <a:pt x="2381" y="6839744"/>
                </a:cubicBezTo>
                <a:lnTo>
                  <a:pt x="84931" y="6840538"/>
                </a:lnTo>
                <a:lnTo>
                  <a:pt x="5994400" y="0"/>
                </a:lnTo>
                <a:lnTo>
                  <a:pt x="1911350" y="0"/>
                </a:lnTo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35000"/>
                </a:schemeClr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8918" tIns="69427" rIns="138918" bIns="69427" rtlCol="0" anchor="ctr"/>
          <a:lstStyle/>
          <a:p>
            <a:pPr algn="ctr" defTabSz="1389243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55" y="2540452"/>
            <a:ext cx="13819399" cy="2967530"/>
          </a:xfrm>
        </p:spPr>
        <p:txBody>
          <a:bodyPr anchor="ctr"/>
          <a:lstStyle>
            <a:lvl1pPr>
              <a:lnSpc>
                <a:spcPct val="95000"/>
              </a:lnSpc>
              <a:defRPr sz="6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8266" y="6162258"/>
            <a:ext cx="13822400" cy="1888024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300">
                <a:solidFill>
                  <a:schemeClr val="accent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215255" y="2311015"/>
            <a:ext cx="13825490" cy="356402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389243"/>
              <a:endParaRPr lang="en-US">
                <a:solidFill>
                  <a:srgbClr val="897C57">
                    <a:lumMod val="20000"/>
                    <a:lumOff val="80000"/>
                  </a:srgb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6562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344" y="2540452"/>
            <a:ext cx="13822400" cy="2967530"/>
          </a:xfrm>
        </p:spPr>
        <p:txBody>
          <a:bodyPr anchor="ctr"/>
          <a:lstStyle>
            <a:lvl1pPr>
              <a:lnSpc>
                <a:spcPct val="95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5267" y="6162258"/>
            <a:ext cx="13825401" cy="1888024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300">
                <a:solidFill>
                  <a:schemeClr val="accent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316"/>
              </a:spcAft>
              <a:buFont typeface="Arial" panose="020B0604020202020204" pitchFamily="34" charset="0"/>
              <a:buChar char="​"/>
              <a:defRPr sz="2100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215354" y="2311015"/>
            <a:ext cx="13825401" cy="356402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389243"/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1066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1693321" y="3946168"/>
            <a:ext cx="65" cy="5441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389243">
              <a:lnSpc>
                <a:spcPct val="120000"/>
              </a:lnSpc>
            </a:pPr>
            <a:endParaRPr lang="en-US" dirty="0">
              <a:solidFill>
                <a:srgbClr val="897C57"/>
              </a:solidFill>
            </a:endParaRPr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0"/>
          </p:nvPr>
        </p:nvSpPr>
        <p:spPr>
          <a:xfrm>
            <a:off x="10964916" y="3873421"/>
            <a:ext cx="4091618" cy="3662977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defRPr lang="en-US" sz="2700" dirty="0" smtClean="0">
                <a:solidFill>
                  <a:schemeClr val="accent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100">
                <a:solidFill>
                  <a:schemeClr val="tx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100">
                <a:solidFill>
                  <a:schemeClr val="tx2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100">
                <a:solidFill>
                  <a:schemeClr val="tx2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202944" y="3921764"/>
            <a:ext cx="8156092" cy="3928990"/>
          </a:xfrm>
        </p:spPr>
        <p:txBody>
          <a:bodyPr/>
          <a:lstStyle>
            <a:lvl1pPr marL="0" algn="r" defTabSz="1389243" rtl="0" eaLnBrk="1" latinLnBrk="0" hangingPunct="1">
              <a:lnSpc>
                <a:spcPct val="70000"/>
              </a:lnSpc>
              <a:buNone/>
              <a:defRPr lang="en-US" sz="1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 smtClean="0"/>
              <a:t>Edit text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0163945" y="3693767"/>
            <a:ext cx="0" cy="3842212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843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 userDrawn="1"/>
        </p:nvSpPr>
        <p:spPr>
          <a:xfrm>
            <a:off x="14515780" y="8748103"/>
            <a:ext cx="521026" cy="2032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1389243"/>
            <a:fld id="{12EB7FDA-3CFA-48E9-9A35-E50E94D3505F}" type="slidenum">
              <a:rPr lang="en-US" sz="1300" smtClean="0">
                <a:solidFill>
                  <a:srgbClr val="897C57">
                    <a:lumMod val="60000"/>
                    <a:lumOff val="40000"/>
                  </a:srgbClr>
                </a:solidFill>
              </a:rPr>
              <a:pPr algn="r" defTabSz="1389243"/>
              <a:t>‹nº›</a:t>
            </a:fld>
            <a:endParaRPr lang="en-US" sz="1300" dirty="0">
              <a:solidFill>
                <a:srgbClr val="897C57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219210" y="8707385"/>
            <a:ext cx="8940800" cy="243919"/>
          </a:xfrm>
        </p:spPr>
        <p:txBody>
          <a:bodyPr wrap="square" anchor="b">
            <a:spAutoFit/>
          </a:bodyPr>
          <a:lstStyle>
            <a:lvl1pPr>
              <a:defRPr sz="13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insert source</a:t>
            </a:r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52"/>
            <a:ext cx="16256000" cy="9212408"/>
            <a:chOff x="0" y="0"/>
            <a:chExt cx="9144000" cy="6908105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>
                <a:off x="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89243"/>
                <a:endParaRPr lang="en-US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>
                <a:off x="845820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89243"/>
                <a:endParaRPr lang="en-US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>
                <a:off x="0" y="0"/>
                <a:ext cx="84582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89243"/>
                <a:endParaRPr lang="en-US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>
                <a:off x="0" y="6172200"/>
                <a:ext cx="91440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89243"/>
                <a:endParaRPr lang="en-US" dirty="0">
                  <a:solidFill>
                    <a:srgbClr val="F26531"/>
                  </a:solidFill>
                </a:endParaRPr>
              </a:p>
            </p:txBody>
          </p:sp>
        </p:grpSp>
        <p:cxnSp>
          <p:nvCxnSpPr>
            <p:cNvPr id="31" name="Straight Connector 30"/>
            <p:cNvCxnSpPr/>
            <p:nvPr userDrawn="1"/>
          </p:nvCxnSpPr>
          <p:spPr>
            <a:xfrm flipV="1">
              <a:off x="6858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84582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 userDrawn="1"/>
          </p:nvGrpSpPr>
          <p:grpSpPr>
            <a:xfrm>
              <a:off x="5715000" y="0"/>
              <a:ext cx="457200" cy="6908105"/>
              <a:chOff x="2956470" y="50104"/>
              <a:chExt cx="457200" cy="6858001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 userDrawn="1"/>
          </p:nvCxnSpPr>
          <p:spPr>
            <a:xfrm rot="5400000" flipV="1">
              <a:off x="4572000" y="-3886200"/>
              <a:ext cx="0" cy="9144000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 userDrawn="1"/>
          </p:nvGrpSpPr>
          <p:grpSpPr>
            <a:xfrm>
              <a:off x="0" y="1143000"/>
              <a:ext cx="9144000" cy="914400"/>
              <a:chOff x="0" y="1143000"/>
              <a:chExt cx="9144000" cy="91440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 userDrawn="1"/>
          </p:nvGrpSpPr>
          <p:grpSpPr>
            <a:xfrm>
              <a:off x="0" y="2971800"/>
              <a:ext cx="9144000" cy="914400"/>
              <a:chOff x="0" y="1143000"/>
              <a:chExt cx="9144000" cy="914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 userDrawn="1"/>
          </p:nvGrpSpPr>
          <p:grpSpPr>
            <a:xfrm>
              <a:off x="0" y="4800602"/>
              <a:ext cx="9144000" cy="914400"/>
              <a:chOff x="0" y="1143000"/>
              <a:chExt cx="91440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 userDrawn="1"/>
          </p:nvGrpSpPr>
          <p:grpSpPr>
            <a:xfrm>
              <a:off x="2971800" y="0"/>
              <a:ext cx="457200" cy="6908105"/>
              <a:chOff x="2956470" y="50104"/>
              <a:chExt cx="457200" cy="685800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32607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298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4155" y="2422313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2238" y="2422313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303" name="Group 302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304" name="Group 303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413" name="Straight Connector 4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" name="Group 4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6" name="Straight Connector 4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4" name="Straight Connector 4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2" name="Straight Connector 4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8" name="Group 4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0" name="Straight Connector 4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9" name="Group 4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8" name="Straight Connector 4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0" name="Group 4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6" name="Straight Connector 4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1" name="Group 4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4" name="Straight Connector 4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Group 4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2" name="Straight Connector 4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0" name="Straight Connector 4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8" name="Straight Connector 4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5" name="Group 4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6" name="Straight Connector 4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5" name="Group 304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78" name="Straight Connector 37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9" name="Group 37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11" name="Straight Connector 4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0" name="Group 37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9" name="Straight Connector 4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1" name="Group 38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7" name="Straight Connector 4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5" name="Straight Connector 4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3" name="Group 38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3" name="Straight Connector 4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Group 38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1" name="Straight Connector 4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5" name="Group 38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9" name="Straight Connector 3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6" name="Group 38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7" name="Straight Connector 3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7" name="Group 38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5" name="Straight Connector 3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Group 38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3" name="Straight Connector 3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1" name="Straight Connector 3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0" name="Straight Connector 38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43" name="Straight Connector 34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6" name="Straight Connector 3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Group 34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4" name="Straight Connector 3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6" name="Group 34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2" name="Straight Connector 3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7" name="Group 34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0" name="Straight Connector 3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8" name="Group 34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8" name="Straight Connector 3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9" name="Group 34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6" name="Straight Connector 3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34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4" name="Straight Connector 3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1" name="Group 35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2" name="Straight Connector 3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0" name="Straight Connector 3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Group 35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8" name="Straight Connector 3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Group 35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6" name="Straight Connector 3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5" name="Straight Connector 35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" name="Group 306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308" name="Straight Connector 30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1" name="Straight Connector 3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9" name="Straight Connector 3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7" name="Straight Connector 3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5" name="Straight Connector 3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4" name="Group 31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3" name="Straight Connector 3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5" name="Group 31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1" name="Straight Connector 3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6" name="Group 31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9" name="Straight Connector 3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Group 31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7" name="Straight Connector 3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" name="Group 31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5" name="Straight Connector 3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0" name="Group 31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2134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313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2" y="2422313"/>
            <a:ext cx="9653568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3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684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313"/>
            <a:ext cx="9670336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2313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1207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31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242231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231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0668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0390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7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498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5051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968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1188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15864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3684020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3684020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3684020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3684020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813748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4537801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8261842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11990114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9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182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4155" y="1513143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2238" y="1513143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1" name="Group 150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604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43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1513143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43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7879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43"/>
            <a:ext cx="9670336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43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7895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7" y="4953943"/>
            <a:ext cx="2708297" cy="3579903"/>
          </a:xfrm>
          <a:solidFill>
            <a:schemeClr val="tx2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498" y="4953943"/>
            <a:ext cx="2708297" cy="3579903"/>
          </a:xfrm>
          <a:solidFill>
            <a:schemeClr val="accent4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5051" y="4953943"/>
            <a:ext cx="2708297" cy="3579903"/>
          </a:xfrm>
          <a:solidFill>
            <a:schemeClr val="accent2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968" y="4953943"/>
            <a:ext cx="2708297" cy="3579903"/>
          </a:xfrm>
          <a:solidFill>
            <a:schemeClr val="accent3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1188" y="4953943"/>
            <a:ext cx="2708297" cy="3579903"/>
          </a:xfrm>
          <a:solidFill>
            <a:schemeClr val="accent1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5" name="Group 154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56" name="Group 155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9" name="Straight Connector 26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4" name="Straight Connector 23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Straight Connector 24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9" name="Straight Connector 19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Straight Connector 21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0" name="Straight Connector 159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oup 161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5" name="Straight Connector 304"/>
          <p:cNvCxnSpPr/>
          <p:nvPr userDrawn="1"/>
        </p:nvCxnSpPr>
        <p:spPr>
          <a:xfrm>
            <a:off x="817035" y="3480403"/>
            <a:ext cx="270501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 userDrawn="1"/>
        </p:nvCxnSpPr>
        <p:spPr>
          <a:xfrm>
            <a:off x="3796267" y="3480403"/>
            <a:ext cx="27050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 userDrawn="1"/>
        </p:nvCxnSpPr>
        <p:spPr>
          <a:xfrm>
            <a:off x="6798155" y="3480403"/>
            <a:ext cx="270501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 userDrawn="1"/>
        </p:nvCxnSpPr>
        <p:spPr>
          <a:xfrm>
            <a:off x="9754731" y="3480403"/>
            <a:ext cx="27050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 userDrawn="1"/>
        </p:nvCxnSpPr>
        <p:spPr>
          <a:xfrm>
            <a:off x="12733956" y="3480403"/>
            <a:ext cx="270501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93079" y="3684363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817045" y="3684363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93845" y="3684363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750424" y="3684363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3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12729654" y="3684363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796275" y="242110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4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773355" y="242110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9753610" y="242110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0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12744298" y="242110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1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1" name="Text Placeholder 2"/>
          <p:cNvSpPr>
            <a:spLocks noGrp="1"/>
          </p:cNvSpPr>
          <p:nvPr>
            <p:ph type="body" idx="26"/>
          </p:nvPr>
        </p:nvSpPr>
        <p:spPr>
          <a:xfrm>
            <a:off x="813756" y="2421169"/>
            <a:ext cx="2706137" cy="945037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700" b="1" i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31330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/>
          <p:cNvGrpSpPr/>
          <p:nvPr userDrawn="1"/>
        </p:nvGrpSpPr>
        <p:grpSpPr>
          <a:xfrm>
            <a:off x="-268989" y="-18819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6" name="Content Placeholder 2"/>
          <p:cNvSpPr>
            <a:spLocks noGrp="1"/>
          </p:cNvSpPr>
          <p:nvPr>
            <p:ph idx="12"/>
          </p:nvPr>
        </p:nvSpPr>
        <p:spPr>
          <a:xfrm>
            <a:off x="10744510" y="609790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5340" indent="-265340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5340" indent="-265340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5340" indent="-265340">
              <a:defRPr/>
            </a:lvl4pPr>
            <a:lvl5pPr marL="265340" indent="-265340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5340" lvl="2" indent="-265340" algn="l" defTabSz="1389378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TextBox 156"/>
          <p:cNvSpPr txBox="1"/>
          <p:nvPr userDrawn="1"/>
        </p:nvSpPr>
        <p:spPr>
          <a:xfrm>
            <a:off x="14468573" y="8757619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03" name="Rectangle 302"/>
          <p:cNvSpPr/>
          <p:nvPr userDrawn="1"/>
        </p:nvSpPr>
        <p:spPr>
          <a:xfrm>
            <a:off x="12513038" y="8757619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10" name="Content Placeholder 2"/>
          <p:cNvSpPr>
            <a:spLocks noGrp="1"/>
          </p:cNvSpPr>
          <p:nvPr>
            <p:ph idx="15"/>
          </p:nvPr>
        </p:nvSpPr>
        <p:spPr>
          <a:xfrm>
            <a:off x="813746" y="609790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5340" indent="-265340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5340" indent="-265340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5340" indent="-265340">
              <a:defRPr/>
            </a:lvl4pPr>
            <a:lvl5pPr marL="265340" indent="-265340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5340" lvl="2" indent="-265340" algn="l" defTabSz="1389378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11" name="Content Placeholder 2"/>
          <p:cNvSpPr>
            <a:spLocks noGrp="1"/>
          </p:cNvSpPr>
          <p:nvPr>
            <p:ph idx="14"/>
          </p:nvPr>
        </p:nvSpPr>
        <p:spPr>
          <a:xfrm>
            <a:off x="5789642" y="609790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5340" indent="-265340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5340" indent="-265340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5340" indent="-265340">
              <a:defRPr/>
            </a:lvl4pPr>
            <a:lvl5pPr marL="265340" indent="-265340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5340" lvl="2" indent="-265340" algn="l" defTabSz="1389378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5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4642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0" y="605947"/>
            <a:ext cx="14625225" cy="43417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9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9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172" y="5375597"/>
            <a:ext cx="146252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694"/>
            <a:ext cx="9668459" cy="2783470"/>
          </a:xfrm>
        </p:spPr>
        <p:txBody>
          <a:bodyPr>
            <a:noAutofit/>
          </a:bodyPr>
          <a:lstStyle>
            <a:lvl1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68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0" y="605947"/>
            <a:ext cx="14625225" cy="4341755"/>
          </a:xfrm>
        </p:spPr>
        <p:txBody>
          <a:bodyPr>
            <a:noAutofit/>
          </a:bodyPr>
          <a:lstStyle>
            <a:lvl1pPr marL="1042052" indent="-1042052">
              <a:lnSpc>
                <a:spcPct val="90000"/>
              </a:lnSpc>
              <a:spcAft>
                <a:spcPts val="951"/>
              </a:spcAft>
              <a:buFont typeface="Georgia" panose="02040502050405020303" pitchFamily="18" charset="0"/>
              <a:buChar char="+"/>
              <a:defRPr sz="7800" i="1" cap="none" spc="-238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9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9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170" y="5375597"/>
            <a:ext cx="146252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624"/>
            <a:ext cx="9668459" cy="277258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145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46" y="1527307"/>
            <a:ext cx="12142524" cy="46835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spc="-238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6842102"/>
            <a:ext cx="14629454" cy="1691664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Aft>
                <a:spcPts val="951"/>
              </a:spcAft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1700" b="0" i="0">
                <a:solidFill>
                  <a:schemeClr val="tx2"/>
                </a:solidFill>
                <a:latin typeface="+mj-lt"/>
              </a:defRPr>
            </a:lvl2pPr>
            <a:lvl3pPr>
              <a:defRPr sz="1700" b="0" i="0">
                <a:solidFill>
                  <a:schemeClr val="tx2"/>
                </a:solidFill>
                <a:latin typeface="+mj-lt"/>
              </a:defRPr>
            </a:lvl3pPr>
            <a:lvl4pPr>
              <a:defRPr sz="1700" b="0" i="0">
                <a:solidFill>
                  <a:schemeClr val="tx2"/>
                </a:solidFill>
                <a:latin typeface="+mj-lt"/>
              </a:defRPr>
            </a:lvl4pPr>
            <a:lvl5pPr>
              <a:defRPr sz="17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609760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 i="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9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9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67" name="Straight Connector 166"/>
          <p:cNvCxnSpPr/>
          <p:nvPr userDrawn="1"/>
        </p:nvCxnSpPr>
        <p:spPr>
          <a:xfrm>
            <a:off x="819280" y="6638861"/>
            <a:ext cx="14617440" cy="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169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108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9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9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940" y="2422313"/>
            <a:ext cx="14737829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588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108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49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48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2236" y="1513108"/>
            <a:ext cx="7177147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2313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9"/>
          </p:nvPr>
        </p:nvSpPr>
        <p:spPr>
          <a:xfrm>
            <a:off x="8256907" y="2422313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9791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108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49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48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828" y="1513108"/>
            <a:ext cx="7177136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0" name="Content Placeholder 2"/>
          <p:cNvSpPr>
            <a:spLocks noGrp="1"/>
          </p:cNvSpPr>
          <p:nvPr>
            <p:ph idx="12"/>
          </p:nvPr>
        </p:nvSpPr>
        <p:spPr>
          <a:xfrm>
            <a:off x="10744510" y="242231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1" name="Content Placeholder 2"/>
          <p:cNvSpPr>
            <a:spLocks noGrp="1"/>
          </p:cNvSpPr>
          <p:nvPr>
            <p:ph idx="17"/>
          </p:nvPr>
        </p:nvSpPr>
        <p:spPr>
          <a:xfrm>
            <a:off x="5789642" y="242231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231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936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0" y="605947"/>
            <a:ext cx="14625225" cy="43417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49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48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172" y="5375597"/>
            <a:ext cx="146252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18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74315" y="207063"/>
            <a:ext cx="6092204" cy="4341755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spcAft>
                <a:spcPts val="951"/>
              </a:spcAft>
              <a:defRPr sz="8900" cap="none" spc="-238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9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170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532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1008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9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170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532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1008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5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73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47" name="Text Placeholder 6"/>
          <p:cNvSpPr>
            <a:spLocks noGrp="1"/>
          </p:cNvSpPr>
          <p:nvPr>
            <p:ph type="body" sz="quarter" idx="14"/>
          </p:nvPr>
        </p:nvSpPr>
        <p:spPr bwMode="gray">
          <a:xfrm>
            <a:off x="5203448" y="4676070"/>
            <a:ext cx="5833931" cy="3371211"/>
          </a:xfrm>
        </p:spPr>
        <p:txBody>
          <a:bodyPr>
            <a:noAutofit/>
          </a:bodyPr>
          <a:lstStyle>
            <a:lvl1pPr marL="0" indent="0" algn="ctr">
              <a:lnSpc>
                <a:spcPct val="95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3700" i="1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 bwMode="gray">
          <a:xfrm>
            <a:off x="6039035" y="8307674"/>
            <a:ext cx="4162777" cy="613939"/>
          </a:xfrm>
        </p:spPr>
        <p:txBody>
          <a:bodyPr/>
          <a:lstStyle>
            <a:lvl3pPr algn="ctr"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2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2413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6" y="433"/>
          <a:ext cx="287339" cy="215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3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" y="433"/>
                        <a:ext cx="287339" cy="215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5623552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025547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555307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946468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443113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8511032"/>
            <a:ext cx="16256000" cy="250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defTabSz="1213531" fontAlgn="base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</a:pPr>
            <a:endParaRPr lang="pt-BR" sz="1600">
              <a:solidFill>
                <a:srgbClr val="000000"/>
              </a:solidFill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8720583"/>
            <a:ext cx="16256000" cy="250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defTabSz="1213531" fontAlgn="base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</a:pPr>
            <a:endParaRPr lang="pt-BR" sz="1600">
              <a:solidFill>
                <a:srgbClr val="000000"/>
              </a:solidFill>
              <a:ea typeface="ヒラギノ角ゴ ProN W3" charset="-128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321661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8381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76951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900062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636864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241708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356255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70558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772714"/>
      </p:ext>
    </p:extLst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616120"/>
      </p:ext>
    </p:extLst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344204"/>
      </p:ext>
    </p:extLst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533109"/>
      </p:ext>
    </p:extLst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80237"/>
      </p:ext>
    </p:extLst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8568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9" y="8621648"/>
            <a:ext cx="3792537" cy="487449"/>
          </a:xfrm>
          <a:prstGeom prst="rect">
            <a:avLst/>
          </a:prstGeom>
        </p:spPr>
        <p:txBody>
          <a:bodyPr lIns="87677" tIns="43973" rIns="87677" bIns="43973"/>
          <a:lstStyle>
            <a:lvl1pPr algn="ctr" defTabSz="87821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48"/>
            <a:ext cx="5148263" cy="487449"/>
          </a:xfrm>
          <a:prstGeom prst="rect">
            <a:avLst/>
          </a:prstGeom>
        </p:spPr>
        <p:txBody>
          <a:bodyPr lIns="87677" tIns="43973" rIns="87677" bIns="43973"/>
          <a:lstStyle>
            <a:lvl1pPr defTabSz="87821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7821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33399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145" y="8477197"/>
            <a:ext cx="3792539" cy="485859"/>
          </a:xfrm>
          <a:prstGeom prst="rect">
            <a:avLst/>
          </a:prstGeom>
        </p:spPr>
        <p:txBody>
          <a:bodyPr lIns="87677" tIns="43973" rIns="87677" bIns="43973"/>
          <a:lstStyle>
            <a:lvl1pPr algn="ctr" defTabSz="87821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97"/>
            <a:ext cx="5146676" cy="485859"/>
          </a:xfrm>
          <a:prstGeom prst="rect">
            <a:avLst/>
          </a:prstGeom>
        </p:spPr>
        <p:txBody>
          <a:bodyPr lIns="87677" tIns="43973" rIns="87677" bIns="43973"/>
          <a:lstStyle>
            <a:lvl1pPr defTabSz="87821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7821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30947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35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7" y="8476625"/>
            <a:ext cx="3793067" cy="486918"/>
          </a:xfrm>
          <a:prstGeom prst="rect">
            <a:avLst/>
          </a:prstGeom>
        </p:spPr>
        <p:txBody>
          <a:bodyPr lIns="139385" tIns="69674" rIns="139385" bIns="69674"/>
          <a:lstStyle>
            <a:lvl1pPr>
              <a:defRPr>
                <a:latin typeface="Gill Sans Std" pitchFamily="34" charset="0"/>
              </a:defRPr>
            </a:lvl1pPr>
          </a:lstStyle>
          <a:p>
            <a:pPr defTabSz="695681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8" y="8476625"/>
            <a:ext cx="5147733" cy="486918"/>
          </a:xfrm>
          <a:prstGeom prst="rect">
            <a:avLst/>
          </a:prstGeom>
        </p:spPr>
        <p:txBody>
          <a:bodyPr lIns="139385" tIns="69674" rIns="139385" bIns="69674"/>
          <a:lstStyle>
            <a:lvl1pPr>
              <a:defRPr>
                <a:latin typeface="Gill Sans Std" pitchFamily="34" charset="0"/>
              </a:defRPr>
            </a:lvl1pPr>
          </a:lstStyle>
          <a:p>
            <a:pPr defTabSz="695681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94" y="8476625"/>
            <a:ext cx="3793067" cy="486918"/>
          </a:xfrm>
          <a:prstGeom prst="rect">
            <a:avLst/>
          </a:prstGeom>
        </p:spPr>
        <p:txBody>
          <a:bodyPr lIns="139385" tIns="69674" rIns="139385" bIns="69674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49044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35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7" y="8476625"/>
            <a:ext cx="3793067" cy="486918"/>
          </a:xfrm>
          <a:prstGeom prst="rect">
            <a:avLst/>
          </a:prstGeom>
        </p:spPr>
        <p:txBody>
          <a:bodyPr lIns="139523" tIns="69741" rIns="139523" bIns="69741"/>
          <a:lstStyle>
            <a:lvl1pPr>
              <a:defRPr>
                <a:latin typeface="Gill Sans Std" pitchFamily="34" charset="0"/>
              </a:defRPr>
            </a:lvl1pPr>
          </a:lstStyle>
          <a:p>
            <a:pPr defTabSz="696373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8" y="8476625"/>
            <a:ext cx="5147733" cy="486918"/>
          </a:xfrm>
          <a:prstGeom prst="rect">
            <a:avLst/>
          </a:prstGeom>
        </p:spPr>
        <p:txBody>
          <a:bodyPr lIns="139523" tIns="69741" rIns="139523" bIns="69741"/>
          <a:lstStyle>
            <a:lvl1pPr>
              <a:defRPr>
                <a:latin typeface="Gill Sans Std" pitchFamily="34" charset="0"/>
              </a:defRPr>
            </a:lvl1pPr>
          </a:lstStyle>
          <a:p>
            <a:pPr defTabSz="696373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94" y="8476625"/>
            <a:ext cx="3793067" cy="486918"/>
          </a:xfrm>
          <a:prstGeom prst="rect">
            <a:avLst/>
          </a:prstGeom>
        </p:spPr>
        <p:txBody>
          <a:bodyPr lIns="139523" tIns="69741" rIns="139523" bIns="69741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2911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71603"/>
      </p:ext>
    </p:extLst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9" y="8621648"/>
            <a:ext cx="3792537" cy="487449"/>
          </a:xfrm>
          <a:prstGeom prst="rect">
            <a:avLst/>
          </a:prstGeom>
        </p:spPr>
        <p:txBody>
          <a:bodyPr lIns="87764" tIns="44015" rIns="87764" bIns="44015"/>
          <a:lstStyle>
            <a:lvl1pPr algn="ctr"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 sz="290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48"/>
            <a:ext cx="5148263" cy="487449"/>
          </a:xfrm>
          <a:prstGeom prst="rect">
            <a:avLst/>
          </a:prstGeom>
        </p:spPr>
        <p:txBody>
          <a:bodyPr lIns="87764" tIns="44015" rIns="87764" bIns="44015"/>
          <a:lstStyle>
            <a:lvl1pPr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 sz="290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98062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145" y="8477197"/>
            <a:ext cx="3792539" cy="485859"/>
          </a:xfrm>
          <a:prstGeom prst="rect">
            <a:avLst/>
          </a:prstGeom>
        </p:spPr>
        <p:txBody>
          <a:bodyPr lIns="87764" tIns="44015" rIns="87764" bIns="44015"/>
          <a:lstStyle>
            <a:lvl1pPr algn="ctr"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 sz="290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97"/>
            <a:ext cx="5146676" cy="485859"/>
          </a:xfrm>
          <a:prstGeom prst="rect">
            <a:avLst/>
          </a:prstGeom>
        </p:spPr>
        <p:txBody>
          <a:bodyPr lIns="87764" tIns="44015" rIns="87764" bIns="44015"/>
          <a:lstStyle>
            <a:lvl1pPr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 sz="290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97640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145" y="8477195"/>
            <a:ext cx="3792539" cy="485859"/>
          </a:xfrm>
          <a:prstGeom prst="rect">
            <a:avLst/>
          </a:prstGeom>
        </p:spPr>
        <p:txBody>
          <a:bodyPr lIns="87764" tIns="44015" rIns="87764" bIns="44015"/>
          <a:lstStyle>
            <a:lvl1pPr algn="ctr"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 sz="290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95"/>
            <a:ext cx="5146676" cy="485859"/>
          </a:xfrm>
          <a:prstGeom prst="rect">
            <a:avLst/>
          </a:prstGeom>
        </p:spPr>
        <p:txBody>
          <a:bodyPr lIns="87764" tIns="44015" rIns="87764" bIns="44015"/>
          <a:lstStyle>
            <a:lvl1pPr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 sz="290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7908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64478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35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7" y="8476629"/>
            <a:ext cx="3793067" cy="486918"/>
          </a:xfrm>
          <a:prstGeom prst="rect">
            <a:avLst/>
          </a:prstGeom>
        </p:spPr>
        <p:txBody>
          <a:bodyPr lIns="137029" tIns="68517" rIns="137029" bIns="68517"/>
          <a:lstStyle>
            <a:lvl1pPr>
              <a:defRPr>
                <a:latin typeface="Gill Sans Std" pitchFamily="34" charset="0"/>
              </a:defRPr>
            </a:lvl1pPr>
          </a:lstStyle>
          <a:p>
            <a:pPr defTabSz="68405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8" y="8476629"/>
            <a:ext cx="5147733" cy="486918"/>
          </a:xfrm>
          <a:prstGeom prst="rect">
            <a:avLst/>
          </a:prstGeom>
        </p:spPr>
        <p:txBody>
          <a:bodyPr lIns="137029" tIns="68517" rIns="137029" bIns="68517"/>
          <a:lstStyle>
            <a:lvl1pPr>
              <a:defRPr>
                <a:latin typeface="Gill Sans Std" pitchFamily="34" charset="0"/>
              </a:defRPr>
            </a:lvl1pPr>
          </a:lstStyle>
          <a:p>
            <a:pPr defTabSz="68405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94" y="8476629"/>
            <a:ext cx="3793067" cy="486918"/>
          </a:xfrm>
          <a:prstGeom prst="rect">
            <a:avLst/>
          </a:prstGeom>
        </p:spPr>
        <p:txBody>
          <a:bodyPr lIns="137029" tIns="68517" rIns="137029" bIns="68517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04728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80910"/>
      </p:ext>
    </p:extLst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9" y="8621648"/>
            <a:ext cx="3792537" cy="487449"/>
          </a:xfrm>
          <a:prstGeom prst="rect">
            <a:avLst/>
          </a:prstGeom>
        </p:spPr>
        <p:txBody>
          <a:bodyPr lIns="86226" tIns="43249" rIns="86226" bIns="43249"/>
          <a:lstStyle>
            <a:lvl1pPr algn="ctr"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48"/>
            <a:ext cx="5148263" cy="487449"/>
          </a:xfrm>
          <a:prstGeom prst="rect">
            <a:avLst/>
          </a:prstGeom>
        </p:spPr>
        <p:txBody>
          <a:bodyPr lIns="86226" tIns="43249" rIns="86226" bIns="43249"/>
          <a:lstStyle>
            <a:lvl1pPr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25838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257" y="8477197"/>
            <a:ext cx="3792539" cy="485859"/>
          </a:xfrm>
          <a:prstGeom prst="rect">
            <a:avLst/>
          </a:prstGeom>
        </p:spPr>
        <p:txBody>
          <a:bodyPr lIns="86226" tIns="43249" rIns="86226" bIns="43249"/>
          <a:lstStyle>
            <a:lvl1pPr algn="ctr"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97"/>
            <a:ext cx="5146676" cy="485859"/>
          </a:xfrm>
          <a:prstGeom prst="rect">
            <a:avLst/>
          </a:prstGeom>
        </p:spPr>
        <p:txBody>
          <a:bodyPr lIns="86226" tIns="43249" rIns="86226" bIns="43249"/>
          <a:lstStyle>
            <a:lvl1pPr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13305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257" y="8477195"/>
            <a:ext cx="3792539" cy="485859"/>
          </a:xfrm>
          <a:prstGeom prst="rect">
            <a:avLst/>
          </a:prstGeom>
        </p:spPr>
        <p:txBody>
          <a:bodyPr lIns="86226" tIns="43249" rIns="86226" bIns="43249"/>
          <a:lstStyle>
            <a:lvl1pPr algn="ctr"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95"/>
            <a:ext cx="5146676" cy="485859"/>
          </a:xfrm>
          <a:prstGeom prst="rect">
            <a:avLst/>
          </a:prstGeom>
        </p:spPr>
        <p:txBody>
          <a:bodyPr lIns="86226" tIns="43249" rIns="86226" bIns="43249"/>
          <a:lstStyle>
            <a:lvl1pPr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63538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69742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9" y="8621648"/>
            <a:ext cx="3792537" cy="487449"/>
          </a:xfrm>
          <a:prstGeom prst="rect">
            <a:avLst/>
          </a:prstGeom>
        </p:spPr>
        <p:txBody>
          <a:bodyPr lIns="88104" tIns="44188" rIns="88104" bIns="44188"/>
          <a:lstStyle>
            <a:lvl1pPr algn="ctr"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48"/>
            <a:ext cx="5148263" cy="487449"/>
          </a:xfrm>
          <a:prstGeom prst="rect">
            <a:avLst/>
          </a:prstGeom>
        </p:spPr>
        <p:txBody>
          <a:bodyPr lIns="88104" tIns="44188" rIns="88104" bIns="44188"/>
          <a:lstStyle>
            <a:lvl1pPr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78903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145" y="8477195"/>
            <a:ext cx="3792539" cy="485859"/>
          </a:xfrm>
          <a:prstGeom prst="rect">
            <a:avLst/>
          </a:prstGeom>
        </p:spPr>
        <p:txBody>
          <a:bodyPr lIns="88104" tIns="44188" rIns="88104" bIns="44188"/>
          <a:lstStyle>
            <a:lvl1pPr algn="ctr"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95"/>
            <a:ext cx="5146676" cy="485859"/>
          </a:xfrm>
          <a:prstGeom prst="rect">
            <a:avLst/>
          </a:prstGeom>
        </p:spPr>
        <p:txBody>
          <a:bodyPr lIns="88104" tIns="44188" rIns="88104" bIns="44188"/>
          <a:lstStyle>
            <a:lvl1pPr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4985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145" y="8477185"/>
            <a:ext cx="3792539" cy="485859"/>
          </a:xfrm>
          <a:prstGeom prst="rect">
            <a:avLst/>
          </a:prstGeom>
        </p:spPr>
        <p:txBody>
          <a:bodyPr lIns="88104" tIns="44188" rIns="88104" bIns="44188"/>
          <a:lstStyle>
            <a:lvl1pPr algn="ctr"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85"/>
            <a:ext cx="5146676" cy="485859"/>
          </a:xfrm>
          <a:prstGeom prst="rect">
            <a:avLst/>
          </a:prstGeom>
        </p:spPr>
        <p:txBody>
          <a:bodyPr lIns="88104" tIns="44188" rIns="88104" bIns="44188"/>
          <a:lstStyle>
            <a:lvl1pPr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82606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58482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79" y="8477185"/>
            <a:ext cx="3792539" cy="485859"/>
          </a:xfrm>
          <a:prstGeom prst="rect">
            <a:avLst/>
          </a:prstGeom>
        </p:spPr>
        <p:txBody>
          <a:bodyPr lIns="90566" tIns="45312" rIns="90566" bIns="45312"/>
          <a:lstStyle>
            <a:lvl1pPr algn="ctr" defTabSz="906074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85"/>
            <a:ext cx="5146676" cy="485859"/>
          </a:xfrm>
          <a:prstGeom prst="rect">
            <a:avLst/>
          </a:prstGeom>
        </p:spPr>
        <p:txBody>
          <a:bodyPr lIns="90566" tIns="45312" rIns="90566" bIns="45312"/>
          <a:lstStyle>
            <a:lvl1pPr defTabSz="906074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06074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42122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21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7" y="8476625"/>
            <a:ext cx="3793067" cy="486918"/>
          </a:xfrm>
          <a:prstGeom prst="rect">
            <a:avLst/>
          </a:prstGeom>
        </p:spPr>
        <p:txBody>
          <a:bodyPr lIns="143803" tIns="71890" rIns="143803" bIns="71890"/>
          <a:lstStyle>
            <a:lvl1pPr>
              <a:defRPr>
                <a:latin typeface="Gill Sans Std" pitchFamily="34" charset="0"/>
              </a:defRPr>
            </a:lvl1pPr>
          </a:lstStyle>
          <a:p>
            <a:pPr defTabSz="717756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8" y="8476625"/>
            <a:ext cx="5147733" cy="486918"/>
          </a:xfrm>
          <a:prstGeom prst="rect">
            <a:avLst/>
          </a:prstGeom>
        </p:spPr>
        <p:txBody>
          <a:bodyPr lIns="143803" tIns="71890" rIns="143803" bIns="71890"/>
          <a:lstStyle>
            <a:lvl1pPr>
              <a:defRPr>
                <a:latin typeface="Gill Sans Std" pitchFamily="34" charset="0"/>
              </a:defRPr>
            </a:lvl1pPr>
          </a:lstStyle>
          <a:p>
            <a:pPr defTabSz="717756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94" y="8476625"/>
            <a:ext cx="3793067" cy="486918"/>
          </a:xfrm>
          <a:prstGeom prst="rect">
            <a:avLst/>
          </a:prstGeom>
        </p:spPr>
        <p:txBody>
          <a:bodyPr lIns="143803" tIns="71890" rIns="143803" bIns="71890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59979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21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7" y="8476629"/>
            <a:ext cx="3793067" cy="486918"/>
          </a:xfrm>
          <a:prstGeom prst="rect">
            <a:avLst/>
          </a:prstGeom>
        </p:spPr>
        <p:txBody>
          <a:bodyPr lIns="141390" tIns="70669" rIns="141390" bIns="706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5749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8" y="8476629"/>
            <a:ext cx="5147733" cy="486918"/>
          </a:xfrm>
          <a:prstGeom prst="rect">
            <a:avLst/>
          </a:prstGeom>
        </p:spPr>
        <p:txBody>
          <a:bodyPr lIns="141390" tIns="70669" rIns="141390" bIns="706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5749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94" y="8476629"/>
            <a:ext cx="3793067" cy="486918"/>
          </a:xfrm>
          <a:prstGeom prst="rect">
            <a:avLst/>
          </a:prstGeom>
        </p:spPr>
        <p:txBody>
          <a:bodyPr lIns="141390" tIns="70669" rIns="141390" bIns="706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1022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39530"/>
      </p:ext>
    </p:extLst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9" y="8621641"/>
            <a:ext cx="3792537" cy="487449"/>
          </a:xfrm>
          <a:prstGeom prst="rect">
            <a:avLst/>
          </a:prstGeom>
        </p:spPr>
        <p:txBody>
          <a:bodyPr lIns="88942" tIns="44588" rIns="88942" bIns="44588"/>
          <a:lstStyle>
            <a:lvl1pPr algn="ctr"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41"/>
            <a:ext cx="5148263" cy="487449"/>
          </a:xfrm>
          <a:prstGeom prst="rect">
            <a:avLst/>
          </a:prstGeom>
        </p:spPr>
        <p:txBody>
          <a:bodyPr lIns="88942" tIns="44588" rIns="88942" bIns="44588"/>
          <a:lstStyle>
            <a:lvl1pPr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94372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90" y="8477185"/>
            <a:ext cx="3792539" cy="485859"/>
          </a:xfrm>
          <a:prstGeom prst="rect">
            <a:avLst/>
          </a:prstGeom>
        </p:spPr>
        <p:txBody>
          <a:bodyPr lIns="88942" tIns="44588" rIns="88942" bIns="44588"/>
          <a:lstStyle>
            <a:lvl1pPr algn="ctr"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85"/>
            <a:ext cx="5146676" cy="485859"/>
          </a:xfrm>
          <a:prstGeom prst="rect">
            <a:avLst/>
          </a:prstGeom>
        </p:spPr>
        <p:txBody>
          <a:bodyPr lIns="88942" tIns="44588" rIns="88942" bIns="44588"/>
          <a:lstStyle>
            <a:lvl1pPr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62618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90" y="8477181"/>
            <a:ext cx="3792539" cy="485859"/>
          </a:xfrm>
          <a:prstGeom prst="rect">
            <a:avLst/>
          </a:prstGeom>
        </p:spPr>
        <p:txBody>
          <a:bodyPr lIns="88942" tIns="44588" rIns="88942" bIns="44588"/>
          <a:lstStyle>
            <a:lvl1pPr algn="ctr"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81"/>
            <a:ext cx="5146676" cy="485859"/>
          </a:xfrm>
          <a:prstGeom prst="rect">
            <a:avLst/>
          </a:prstGeom>
        </p:spPr>
        <p:txBody>
          <a:bodyPr lIns="88942" tIns="44588" rIns="88942" bIns="44588"/>
          <a:lstStyle>
            <a:lvl1pPr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092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48487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9" y="8621640"/>
            <a:ext cx="3792537" cy="487449"/>
          </a:xfrm>
          <a:prstGeom prst="rect">
            <a:avLst/>
          </a:prstGeom>
        </p:spPr>
        <p:txBody>
          <a:bodyPr lIns="91047" tIns="45530" rIns="91047" bIns="45530"/>
          <a:lstStyle>
            <a:lvl1pPr algn="ctr"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40"/>
            <a:ext cx="5148263" cy="487449"/>
          </a:xfrm>
          <a:prstGeom prst="rect">
            <a:avLst/>
          </a:prstGeom>
        </p:spPr>
        <p:txBody>
          <a:bodyPr lIns="91047" tIns="45530" rIns="91047" bIns="45530"/>
          <a:lstStyle>
            <a:lvl1pPr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137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59" y="8477183"/>
            <a:ext cx="3792539" cy="485859"/>
          </a:xfrm>
          <a:prstGeom prst="rect">
            <a:avLst/>
          </a:prstGeom>
        </p:spPr>
        <p:txBody>
          <a:bodyPr lIns="91047" tIns="45530" rIns="91047" bIns="45530"/>
          <a:lstStyle>
            <a:lvl1pPr algn="ctr"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83"/>
            <a:ext cx="5146676" cy="485859"/>
          </a:xfrm>
          <a:prstGeom prst="rect">
            <a:avLst/>
          </a:prstGeom>
        </p:spPr>
        <p:txBody>
          <a:bodyPr lIns="91047" tIns="45530" rIns="91047" bIns="45530"/>
          <a:lstStyle>
            <a:lvl1pPr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6885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59" y="8477179"/>
            <a:ext cx="3792539" cy="485859"/>
          </a:xfrm>
          <a:prstGeom prst="rect">
            <a:avLst/>
          </a:prstGeom>
        </p:spPr>
        <p:txBody>
          <a:bodyPr lIns="91047" tIns="45530" rIns="91047" bIns="45530"/>
          <a:lstStyle>
            <a:lvl1pPr algn="ctr"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79"/>
            <a:ext cx="5146676" cy="485859"/>
          </a:xfrm>
          <a:prstGeom prst="rect">
            <a:avLst/>
          </a:prstGeom>
        </p:spPr>
        <p:txBody>
          <a:bodyPr lIns="91047" tIns="45530" rIns="91047" bIns="45530"/>
          <a:lstStyle>
            <a:lvl1pPr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061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28909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25" y="8477171"/>
            <a:ext cx="3792539" cy="485859"/>
          </a:xfrm>
          <a:prstGeom prst="rect">
            <a:avLst/>
          </a:prstGeom>
        </p:spPr>
        <p:txBody>
          <a:bodyPr lIns="90960" tIns="45496" rIns="90960" bIns="45496"/>
          <a:lstStyle>
            <a:lvl1pPr algn="ctr"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71"/>
            <a:ext cx="5146676" cy="485859"/>
          </a:xfrm>
          <a:prstGeom prst="rect">
            <a:avLst/>
          </a:prstGeom>
        </p:spPr>
        <p:txBody>
          <a:bodyPr lIns="90960" tIns="45496" rIns="90960" bIns="45496"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44616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4" y="8476620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2" y="8476620"/>
            <a:ext cx="5147733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7" y="8476620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5326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3" y="8621622"/>
            <a:ext cx="3792537" cy="487448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2"/>
            <a:ext cx="5148263" cy="487448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76914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8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71" y="8477168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52962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3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71" y="8477163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0323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4" y="8476624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2" y="8476624"/>
            <a:ext cx="5147733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7" y="8476624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89801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39097"/>
      </p:ext>
    </p:extLst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43" y="8621633"/>
            <a:ext cx="3792537" cy="48744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33"/>
            <a:ext cx="5148263" cy="48744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57014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6" y="8477171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71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76538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6" y="8477167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7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33123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841231"/>
            <a:ext cx="13817600" cy="19603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98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968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952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936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91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790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588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387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01567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2976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112" y="5876908"/>
            <a:ext cx="13817600" cy="1816415"/>
          </a:xfrm>
        </p:spPr>
        <p:txBody>
          <a:bodyPr anchor="t"/>
          <a:lstStyle>
            <a:lvl1pPr algn="l">
              <a:defRPr sz="7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112" y="3876292"/>
            <a:ext cx="13817600" cy="2000595"/>
          </a:xfrm>
        </p:spPr>
        <p:txBody>
          <a:bodyPr anchor="b"/>
          <a:lstStyle>
            <a:lvl1pPr marL="0" indent="0">
              <a:buNone/>
              <a:defRPr sz="3700">
                <a:solidFill>
                  <a:schemeClr val="tx1">
                    <a:tint val="75000"/>
                  </a:schemeClr>
                </a:solidFill>
              </a:defRPr>
            </a:lvl1pPr>
            <a:lvl2pPr marL="79839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596802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395217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193611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399199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79041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588807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38721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00706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7" y="1600501"/>
            <a:ext cx="7179733" cy="4526219"/>
          </a:xfrm>
        </p:spPr>
        <p:txBody>
          <a:bodyPr/>
          <a:lstStyle>
            <a:lvl1pPr>
              <a:defRPr sz="4900"/>
            </a:lvl1pPr>
            <a:lvl2pPr>
              <a:defRPr sz="4300"/>
            </a:lvl2pPr>
            <a:lvl3pPr>
              <a:defRPr sz="37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63468" y="1600501"/>
            <a:ext cx="7179733" cy="4526219"/>
          </a:xfrm>
        </p:spPr>
        <p:txBody>
          <a:bodyPr/>
          <a:lstStyle>
            <a:lvl1pPr>
              <a:defRPr sz="4900"/>
            </a:lvl1pPr>
            <a:lvl2pPr>
              <a:defRPr sz="4300"/>
            </a:lvl2pPr>
            <a:lvl3pPr>
              <a:defRPr sz="37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29547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66250"/>
            <a:ext cx="14630400" cy="152426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047192"/>
            <a:ext cx="7182556" cy="853165"/>
          </a:xfrm>
        </p:spPr>
        <p:txBody>
          <a:bodyPr anchor="b"/>
          <a:lstStyle>
            <a:lvl1pPr marL="0" indent="0">
              <a:buNone/>
              <a:defRPr sz="4300" b="1"/>
            </a:lvl1pPr>
            <a:lvl2pPr marL="798396" indent="0">
              <a:buNone/>
              <a:defRPr sz="3700" b="1"/>
            </a:lvl2pPr>
            <a:lvl3pPr marL="1596802" indent="0">
              <a:buNone/>
              <a:defRPr sz="3200" b="1"/>
            </a:lvl3pPr>
            <a:lvl4pPr marL="2395217" indent="0">
              <a:buNone/>
              <a:defRPr sz="2900" b="1"/>
            </a:lvl4pPr>
            <a:lvl5pPr marL="3193611" indent="0">
              <a:buNone/>
              <a:defRPr sz="2900" b="1"/>
            </a:lvl5pPr>
            <a:lvl6pPr marL="3991998" indent="0">
              <a:buNone/>
              <a:defRPr sz="2900" b="1"/>
            </a:lvl6pPr>
            <a:lvl7pPr marL="4790414" indent="0">
              <a:buNone/>
              <a:defRPr sz="2900" b="1"/>
            </a:lvl7pPr>
            <a:lvl8pPr marL="5588807" indent="0">
              <a:buNone/>
              <a:defRPr sz="2900" b="1"/>
            </a:lvl8pPr>
            <a:lvl9pPr marL="6387218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2900346"/>
            <a:ext cx="7182556" cy="5269299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7876" y="2047192"/>
            <a:ext cx="7185378" cy="853165"/>
          </a:xfrm>
        </p:spPr>
        <p:txBody>
          <a:bodyPr anchor="b"/>
          <a:lstStyle>
            <a:lvl1pPr marL="0" indent="0">
              <a:buNone/>
              <a:defRPr sz="4300" b="1"/>
            </a:lvl1pPr>
            <a:lvl2pPr marL="798396" indent="0">
              <a:buNone/>
              <a:defRPr sz="3700" b="1"/>
            </a:lvl2pPr>
            <a:lvl3pPr marL="1596802" indent="0">
              <a:buNone/>
              <a:defRPr sz="3200" b="1"/>
            </a:lvl3pPr>
            <a:lvl4pPr marL="2395217" indent="0">
              <a:buNone/>
              <a:defRPr sz="2900" b="1"/>
            </a:lvl4pPr>
            <a:lvl5pPr marL="3193611" indent="0">
              <a:buNone/>
              <a:defRPr sz="2900" b="1"/>
            </a:lvl5pPr>
            <a:lvl6pPr marL="3991998" indent="0">
              <a:buNone/>
              <a:defRPr sz="2900" b="1"/>
            </a:lvl6pPr>
            <a:lvl7pPr marL="4790414" indent="0">
              <a:buNone/>
              <a:defRPr sz="2900" b="1"/>
            </a:lvl7pPr>
            <a:lvl8pPr marL="5588807" indent="0">
              <a:buNone/>
              <a:defRPr sz="2900" b="1"/>
            </a:lvl8pPr>
            <a:lvl9pPr marL="6387218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57876" y="2900346"/>
            <a:ext cx="7185378" cy="5269299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42000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09445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03424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77" y="364134"/>
            <a:ext cx="5348112" cy="1549670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5644" y="364162"/>
            <a:ext cx="9087556" cy="7805506"/>
          </a:xfrm>
        </p:spPr>
        <p:txBody>
          <a:bodyPr/>
          <a:lstStyle>
            <a:lvl1pPr>
              <a:defRPr sz="5700"/>
            </a:lvl1pPr>
            <a:lvl2pPr>
              <a:defRPr sz="4900"/>
            </a:lvl2pPr>
            <a:lvl3pPr>
              <a:defRPr sz="43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77" y="1913825"/>
            <a:ext cx="5348112" cy="6255836"/>
          </a:xfrm>
        </p:spPr>
        <p:txBody>
          <a:bodyPr/>
          <a:lstStyle>
            <a:lvl1pPr marL="0" indent="0">
              <a:buNone/>
              <a:defRPr sz="2500"/>
            </a:lvl1pPr>
            <a:lvl2pPr marL="798396" indent="0">
              <a:buNone/>
              <a:defRPr sz="2100"/>
            </a:lvl2pPr>
            <a:lvl3pPr marL="1596802" indent="0">
              <a:buNone/>
              <a:defRPr sz="1700"/>
            </a:lvl3pPr>
            <a:lvl4pPr marL="2395217" indent="0">
              <a:buNone/>
              <a:defRPr sz="1600"/>
            </a:lvl4pPr>
            <a:lvl5pPr marL="3193611" indent="0">
              <a:buNone/>
              <a:defRPr sz="1600"/>
            </a:lvl5pPr>
            <a:lvl6pPr marL="3991998" indent="0">
              <a:buNone/>
              <a:defRPr sz="1600"/>
            </a:lvl6pPr>
            <a:lvl7pPr marL="4790414" indent="0">
              <a:buNone/>
              <a:defRPr sz="1600"/>
            </a:lvl7pPr>
            <a:lvl8pPr marL="5588807" indent="0">
              <a:buNone/>
              <a:defRPr sz="1600"/>
            </a:lvl8pPr>
            <a:lvl9pPr marL="6387218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02195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6290" y="6401932"/>
            <a:ext cx="9753600" cy="755783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86290" y="817188"/>
            <a:ext cx="9753600" cy="5487353"/>
          </a:xfrm>
        </p:spPr>
        <p:txBody>
          <a:bodyPr/>
          <a:lstStyle>
            <a:lvl1pPr marL="0" indent="0">
              <a:buNone/>
              <a:defRPr sz="5700"/>
            </a:lvl1pPr>
            <a:lvl2pPr marL="798396" indent="0">
              <a:buNone/>
              <a:defRPr sz="4900"/>
            </a:lvl2pPr>
            <a:lvl3pPr marL="1596802" indent="0">
              <a:buNone/>
              <a:defRPr sz="4300"/>
            </a:lvl3pPr>
            <a:lvl4pPr marL="2395217" indent="0">
              <a:buNone/>
              <a:defRPr sz="3700"/>
            </a:lvl4pPr>
            <a:lvl5pPr marL="3193611" indent="0">
              <a:buNone/>
              <a:defRPr sz="3700"/>
            </a:lvl5pPr>
            <a:lvl6pPr marL="3991998" indent="0">
              <a:buNone/>
              <a:defRPr sz="3700"/>
            </a:lvl6pPr>
            <a:lvl7pPr marL="4790414" indent="0">
              <a:buNone/>
              <a:defRPr sz="3700"/>
            </a:lvl7pPr>
            <a:lvl8pPr marL="5588807" indent="0">
              <a:buNone/>
              <a:defRPr sz="3700"/>
            </a:lvl8pPr>
            <a:lvl9pPr marL="6387218" indent="0">
              <a:buNone/>
              <a:defRPr sz="3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6290" y="7157965"/>
            <a:ext cx="9753600" cy="1073337"/>
          </a:xfrm>
        </p:spPr>
        <p:txBody>
          <a:bodyPr/>
          <a:lstStyle>
            <a:lvl1pPr marL="0" indent="0">
              <a:buNone/>
              <a:defRPr sz="2500"/>
            </a:lvl1pPr>
            <a:lvl2pPr marL="798396" indent="0">
              <a:buNone/>
              <a:defRPr sz="2100"/>
            </a:lvl2pPr>
            <a:lvl3pPr marL="1596802" indent="0">
              <a:buNone/>
              <a:defRPr sz="1700"/>
            </a:lvl3pPr>
            <a:lvl4pPr marL="2395217" indent="0">
              <a:buNone/>
              <a:defRPr sz="1600"/>
            </a:lvl4pPr>
            <a:lvl5pPr marL="3193611" indent="0">
              <a:buNone/>
              <a:defRPr sz="1600"/>
            </a:lvl5pPr>
            <a:lvl6pPr marL="3991998" indent="0">
              <a:buNone/>
              <a:defRPr sz="1600"/>
            </a:lvl6pPr>
            <a:lvl7pPr marL="4790414" indent="0">
              <a:buNone/>
              <a:defRPr sz="1600"/>
            </a:lvl7pPr>
            <a:lvl8pPr marL="5588807" indent="0">
              <a:buNone/>
              <a:defRPr sz="1600"/>
            </a:lvl8pPr>
            <a:lvl9pPr marL="6387218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04504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4527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5" y="275219"/>
            <a:ext cx="3657600" cy="58514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7" y="275219"/>
            <a:ext cx="10701867" cy="58514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C458-55CA-F743-96B4-ED65759B6D94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6725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8475" y="2842167"/>
            <a:ext cx="13819188" cy="1960406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38805" y="5183118"/>
            <a:ext cx="11378407" cy="2337007"/>
          </a:xfrm>
        </p:spPr>
        <p:txBody>
          <a:bodyPr/>
          <a:lstStyle>
            <a:lvl1pPr marL="0" indent="0" algn="ctr">
              <a:buNone/>
              <a:defRPr/>
            </a:lvl1pPr>
            <a:lvl2pPr marL="521993" indent="0" algn="ctr">
              <a:buNone/>
              <a:defRPr/>
            </a:lvl2pPr>
            <a:lvl3pPr marL="1044016" indent="0" algn="ctr">
              <a:buNone/>
              <a:defRPr/>
            </a:lvl3pPr>
            <a:lvl4pPr marL="1566035" indent="0" algn="ctr">
              <a:buNone/>
              <a:defRPr/>
            </a:lvl4pPr>
            <a:lvl5pPr marL="2088039" indent="0" algn="ctr">
              <a:buNone/>
              <a:defRPr/>
            </a:lvl5pPr>
            <a:lvl6pPr marL="2610059" indent="0" algn="ctr">
              <a:buNone/>
              <a:defRPr/>
            </a:lvl6pPr>
            <a:lvl7pPr marL="3132061" indent="0" algn="ctr">
              <a:buNone/>
              <a:defRPr/>
            </a:lvl7pPr>
            <a:lvl8pPr marL="3654079" indent="0" algn="ctr">
              <a:buNone/>
              <a:defRPr/>
            </a:lvl8pPr>
            <a:lvl9pPr marL="4176083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037225"/>
      </p:ext>
    </p:extLst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334184"/>
      </p:ext>
    </p:extLst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3891" y="5876774"/>
            <a:ext cx="13817202" cy="1816018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83891" y="3876161"/>
            <a:ext cx="13817202" cy="2000595"/>
          </a:xfrm>
        </p:spPr>
        <p:txBody>
          <a:bodyPr anchor="b"/>
          <a:lstStyle>
            <a:lvl1pPr marL="0" indent="0">
              <a:buNone/>
              <a:defRPr sz="2200"/>
            </a:lvl1pPr>
            <a:lvl2pPr marL="521993" indent="0">
              <a:buNone/>
              <a:defRPr sz="2100"/>
            </a:lvl2pPr>
            <a:lvl3pPr marL="1044016" indent="0">
              <a:buNone/>
              <a:defRPr sz="1700"/>
            </a:lvl3pPr>
            <a:lvl4pPr marL="1566035" indent="0">
              <a:buNone/>
              <a:defRPr sz="1600"/>
            </a:lvl4pPr>
            <a:lvl5pPr marL="2088039" indent="0">
              <a:buNone/>
              <a:defRPr sz="1600"/>
            </a:lvl5pPr>
            <a:lvl6pPr marL="2610059" indent="0">
              <a:buNone/>
              <a:defRPr sz="1600"/>
            </a:lvl6pPr>
            <a:lvl7pPr marL="3132061" indent="0">
              <a:buNone/>
              <a:defRPr sz="1600"/>
            </a:lvl7pPr>
            <a:lvl8pPr marL="3654079" indent="0">
              <a:buNone/>
              <a:defRPr sz="1600"/>
            </a:lvl8pPr>
            <a:lvl9pPr marL="4176083" indent="0">
              <a:buNone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72229036"/>
      </p:ext>
    </p:extLst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87739" y="4715809"/>
            <a:ext cx="6445250" cy="1071749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2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223549" y="4715809"/>
            <a:ext cx="6445250" cy="1071749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2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65149"/>
      </p:ext>
    </p:extLst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3663" y="366186"/>
            <a:ext cx="14628812" cy="152426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3609" y="2046754"/>
            <a:ext cx="7181454" cy="85293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21993" indent="0">
              <a:buNone/>
              <a:defRPr sz="2200" b="1"/>
            </a:lvl2pPr>
            <a:lvl3pPr marL="1044016" indent="0">
              <a:buNone/>
              <a:defRPr sz="2100" b="1"/>
            </a:lvl3pPr>
            <a:lvl4pPr marL="1566035" indent="0">
              <a:buNone/>
              <a:defRPr sz="1700" b="1"/>
            </a:lvl4pPr>
            <a:lvl5pPr marL="2088039" indent="0">
              <a:buNone/>
              <a:defRPr sz="1700" b="1"/>
            </a:lvl5pPr>
            <a:lvl6pPr marL="2610059" indent="0">
              <a:buNone/>
              <a:defRPr sz="1700" b="1"/>
            </a:lvl6pPr>
            <a:lvl7pPr marL="3132061" indent="0">
              <a:buNone/>
              <a:defRPr sz="1700" b="1"/>
            </a:lvl7pPr>
            <a:lvl8pPr marL="3654079" indent="0">
              <a:buNone/>
              <a:defRPr sz="1700" b="1"/>
            </a:lvl8pPr>
            <a:lvl9pPr marL="4176083" indent="0">
              <a:buNone/>
              <a:defRPr sz="17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13609" y="2899692"/>
            <a:ext cx="7181454" cy="5269431"/>
          </a:xfrm>
        </p:spPr>
        <p:txBody>
          <a:bodyPr/>
          <a:lstStyle>
            <a:lvl1pPr>
              <a:defRPr sz="2900"/>
            </a:lvl1pPr>
            <a:lvl2pPr>
              <a:defRPr sz="22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8257112" y="2046754"/>
            <a:ext cx="7185420" cy="85293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21993" indent="0">
              <a:buNone/>
              <a:defRPr sz="2200" b="1"/>
            </a:lvl2pPr>
            <a:lvl3pPr marL="1044016" indent="0">
              <a:buNone/>
              <a:defRPr sz="2100" b="1"/>
            </a:lvl3pPr>
            <a:lvl4pPr marL="1566035" indent="0">
              <a:buNone/>
              <a:defRPr sz="1700" b="1"/>
            </a:lvl4pPr>
            <a:lvl5pPr marL="2088039" indent="0">
              <a:buNone/>
              <a:defRPr sz="1700" b="1"/>
            </a:lvl5pPr>
            <a:lvl6pPr marL="2610059" indent="0">
              <a:buNone/>
              <a:defRPr sz="1700" b="1"/>
            </a:lvl6pPr>
            <a:lvl7pPr marL="3132061" indent="0">
              <a:buNone/>
              <a:defRPr sz="1700" b="1"/>
            </a:lvl7pPr>
            <a:lvl8pPr marL="3654079" indent="0">
              <a:buNone/>
              <a:defRPr sz="1700" b="1"/>
            </a:lvl8pPr>
            <a:lvl9pPr marL="4176083" indent="0">
              <a:buNone/>
              <a:defRPr sz="17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8257112" y="2899692"/>
            <a:ext cx="7185420" cy="5269431"/>
          </a:xfrm>
        </p:spPr>
        <p:txBody>
          <a:bodyPr/>
          <a:lstStyle>
            <a:lvl1pPr>
              <a:defRPr sz="2900"/>
            </a:lvl1pPr>
            <a:lvl2pPr>
              <a:defRPr sz="22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201719"/>
      </p:ext>
    </p:extLst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506339"/>
      </p:ext>
    </p:extLst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88744"/>
      </p:ext>
    </p:extLst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3858" y="364745"/>
            <a:ext cx="5347892" cy="1549570"/>
          </a:xfrm>
        </p:spPr>
        <p:txBody>
          <a:bodyPr/>
          <a:lstStyle>
            <a:lvl1pPr algn="l">
              <a:defRPr sz="22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55954" y="365073"/>
            <a:ext cx="9086453" cy="7804412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9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3858" y="1914519"/>
            <a:ext cx="5347892" cy="6254843"/>
          </a:xfrm>
        </p:spPr>
        <p:txBody>
          <a:bodyPr/>
          <a:lstStyle>
            <a:lvl1pPr marL="0" indent="0">
              <a:buNone/>
              <a:defRPr sz="1600"/>
            </a:lvl1pPr>
            <a:lvl2pPr marL="521993" indent="0">
              <a:buNone/>
              <a:defRPr sz="1400"/>
            </a:lvl2pPr>
            <a:lvl3pPr marL="1044016" indent="0">
              <a:buNone/>
              <a:defRPr sz="1300"/>
            </a:lvl3pPr>
            <a:lvl4pPr marL="1566035" indent="0">
              <a:buNone/>
              <a:defRPr sz="1100"/>
            </a:lvl4pPr>
            <a:lvl5pPr marL="2088039" indent="0">
              <a:buNone/>
              <a:defRPr sz="1100"/>
            </a:lvl5pPr>
            <a:lvl6pPr marL="2610059" indent="0">
              <a:buNone/>
              <a:defRPr sz="1100"/>
            </a:lvl6pPr>
            <a:lvl7pPr marL="3132061" indent="0">
              <a:buNone/>
              <a:defRPr sz="1100"/>
            </a:lvl7pPr>
            <a:lvl8pPr marL="3654079" indent="0">
              <a:buNone/>
              <a:defRPr sz="1100"/>
            </a:lvl8pPr>
            <a:lvl9pPr marL="4176083" indent="0">
              <a:buNone/>
              <a:defRPr sz="11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08707039"/>
      </p:ext>
    </p:extLst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87954" y="6402603"/>
            <a:ext cx="9753204" cy="756178"/>
          </a:xfrm>
        </p:spPr>
        <p:txBody>
          <a:bodyPr/>
          <a:lstStyle>
            <a:lvl1pPr algn="l">
              <a:defRPr sz="22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187954" y="817357"/>
            <a:ext cx="9753204" cy="5486757"/>
          </a:xfrm>
        </p:spPr>
        <p:txBody>
          <a:bodyPr/>
          <a:lstStyle>
            <a:lvl1pPr marL="0" indent="0">
              <a:buNone/>
              <a:defRPr sz="3700"/>
            </a:lvl1pPr>
            <a:lvl2pPr marL="521993" indent="0">
              <a:buNone/>
              <a:defRPr sz="3200"/>
            </a:lvl2pPr>
            <a:lvl3pPr marL="1044016" indent="0">
              <a:buNone/>
              <a:defRPr sz="2900"/>
            </a:lvl3pPr>
            <a:lvl4pPr marL="1566035" indent="0">
              <a:buNone/>
              <a:defRPr sz="2200"/>
            </a:lvl4pPr>
            <a:lvl5pPr marL="2088039" indent="0">
              <a:buNone/>
              <a:defRPr sz="2200"/>
            </a:lvl5pPr>
            <a:lvl6pPr marL="2610059" indent="0">
              <a:buNone/>
              <a:defRPr sz="2200"/>
            </a:lvl6pPr>
            <a:lvl7pPr marL="3132061" indent="0">
              <a:buNone/>
              <a:defRPr sz="2200"/>
            </a:lvl7pPr>
            <a:lvl8pPr marL="3654079" indent="0">
              <a:buNone/>
              <a:defRPr sz="2200"/>
            </a:lvl8pPr>
            <a:lvl9pPr marL="4176083" indent="0">
              <a:buNone/>
              <a:defRPr sz="2200"/>
            </a:lvl9pPr>
          </a:lstStyle>
          <a:p>
            <a:pPr lvl="0"/>
            <a:endParaRPr lang="pt-BR" noProof="0" smtClean="0">
              <a:sym typeface="GillSans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187954" y="7158391"/>
            <a:ext cx="9753204" cy="1073234"/>
          </a:xfrm>
        </p:spPr>
        <p:txBody>
          <a:bodyPr/>
          <a:lstStyle>
            <a:lvl1pPr marL="0" indent="0">
              <a:buNone/>
              <a:defRPr sz="1600"/>
            </a:lvl1pPr>
            <a:lvl2pPr marL="521993" indent="0">
              <a:buNone/>
              <a:defRPr sz="1400"/>
            </a:lvl2pPr>
            <a:lvl3pPr marL="1044016" indent="0">
              <a:buNone/>
              <a:defRPr sz="1300"/>
            </a:lvl3pPr>
            <a:lvl4pPr marL="1566035" indent="0">
              <a:buNone/>
              <a:defRPr sz="1100"/>
            </a:lvl4pPr>
            <a:lvl5pPr marL="2088039" indent="0">
              <a:buNone/>
              <a:defRPr sz="1100"/>
            </a:lvl5pPr>
            <a:lvl6pPr marL="2610059" indent="0">
              <a:buNone/>
              <a:defRPr sz="1100"/>
            </a:lvl6pPr>
            <a:lvl7pPr marL="3132061" indent="0">
              <a:buNone/>
              <a:defRPr sz="1100"/>
            </a:lvl7pPr>
            <a:lvl8pPr marL="3654079" indent="0">
              <a:buNone/>
              <a:defRPr sz="1100"/>
            </a:lvl8pPr>
            <a:lvl9pPr marL="4176083" indent="0">
              <a:buNone/>
              <a:defRPr sz="11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709113354"/>
      </p:ext>
    </p:extLst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581413"/>
      </p:ext>
    </p:extLst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1398259" y="1536182"/>
            <a:ext cx="3270251" cy="425127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87916" y="1536182"/>
            <a:ext cx="9620251" cy="425127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468021"/>
      </p:ext>
    </p:extLst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2840992"/>
            <a:ext cx="13817600" cy="1960586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38400" y="5182810"/>
            <a:ext cx="11379200" cy="2337841"/>
          </a:xfrm>
        </p:spPr>
        <p:txBody>
          <a:bodyPr/>
          <a:lstStyle>
            <a:lvl1pPr marL="0" indent="0" algn="ctr">
              <a:buNone/>
              <a:defRPr/>
            </a:lvl1pPr>
            <a:lvl2pPr marL="666897" indent="0" algn="ctr">
              <a:buNone/>
              <a:defRPr/>
            </a:lvl2pPr>
            <a:lvl3pPr marL="1333807" indent="0" algn="ctr">
              <a:buNone/>
              <a:defRPr/>
            </a:lvl3pPr>
            <a:lvl4pPr marL="2000710" indent="0" algn="ctr">
              <a:buNone/>
              <a:defRPr/>
            </a:lvl4pPr>
            <a:lvl5pPr marL="2667611" indent="0" algn="ctr">
              <a:buNone/>
              <a:defRPr/>
            </a:lvl5pPr>
            <a:lvl6pPr marL="3334491" indent="0" algn="ctr">
              <a:buNone/>
              <a:defRPr/>
            </a:lvl6pPr>
            <a:lvl7pPr marL="4001405" indent="0" algn="ctr">
              <a:buNone/>
              <a:defRPr/>
            </a:lvl7pPr>
            <a:lvl8pPr marL="4668291" indent="0" algn="ctr">
              <a:buNone/>
              <a:defRPr/>
            </a:lvl8pPr>
            <a:lvl9pPr marL="533521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553699"/>
      </p:ext>
    </p:extLst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698172"/>
      </p:ext>
    </p:extLst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5241" y="5876063"/>
            <a:ext cx="13817600" cy="1817685"/>
          </a:xfrm>
        </p:spPr>
        <p:txBody>
          <a:bodyPr anchor="t"/>
          <a:lstStyle>
            <a:lvl1pPr algn="l">
              <a:defRPr sz="59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85241" y="3875454"/>
            <a:ext cx="13817600" cy="2000595"/>
          </a:xfrm>
        </p:spPr>
        <p:txBody>
          <a:bodyPr anchor="b"/>
          <a:lstStyle>
            <a:lvl1pPr marL="0" indent="0">
              <a:buNone/>
              <a:defRPr sz="3000"/>
            </a:lvl1pPr>
            <a:lvl2pPr marL="666897" indent="0">
              <a:buNone/>
              <a:defRPr sz="2700"/>
            </a:lvl2pPr>
            <a:lvl3pPr marL="1333807" indent="0">
              <a:buNone/>
              <a:defRPr sz="2200"/>
            </a:lvl3pPr>
            <a:lvl4pPr marL="2000710" indent="0">
              <a:buNone/>
              <a:defRPr sz="2100"/>
            </a:lvl4pPr>
            <a:lvl5pPr marL="2667611" indent="0">
              <a:buNone/>
              <a:defRPr sz="2100"/>
            </a:lvl5pPr>
            <a:lvl6pPr marL="3334491" indent="0">
              <a:buNone/>
              <a:defRPr sz="2100"/>
            </a:lvl6pPr>
            <a:lvl7pPr marL="4001405" indent="0">
              <a:buNone/>
              <a:defRPr sz="2100"/>
            </a:lvl7pPr>
            <a:lvl8pPr marL="4668291" indent="0">
              <a:buNone/>
              <a:defRPr sz="2100"/>
            </a:lvl8pPr>
            <a:lvl9pPr marL="5335210" indent="0">
              <a:buNone/>
              <a:defRPr sz="21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264725387"/>
      </p:ext>
    </p:extLst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84960" y="4710059"/>
            <a:ext cx="6421120" cy="1066985"/>
          </a:xfrm>
        </p:spPr>
        <p:txBody>
          <a:bodyPr/>
          <a:lstStyle>
            <a:lvl1pPr>
              <a:defRPr sz="4100"/>
            </a:lvl1pPr>
            <a:lvl2pPr>
              <a:defRPr sz="37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249920" y="4710059"/>
            <a:ext cx="6421120" cy="1066985"/>
          </a:xfrm>
        </p:spPr>
        <p:txBody>
          <a:bodyPr/>
          <a:lstStyle>
            <a:lvl1pPr>
              <a:defRPr sz="4100"/>
            </a:lvl1pPr>
            <a:lvl2pPr>
              <a:defRPr sz="37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917458"/>
      </p:ext>
    </p:extLst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365830"/>
            <a:ext cx="14630400" cy="152426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989" y="2046325"/>
            <a:ext cx="7183120" cy="853588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666897" indent="0">
              <a:buNone/>
              <a:defRPr sz="3000" b="1"/>
            </a:lvl2pPr>
            <a:lvl3pPr marL="1333807" indent="0">
              <a:buNone/>
              <a:defRPr sz="2700" b="1"/>
            </a:lvl3pPr>
            <a:lvl4pPr marL="2000710" indent="0">
              <a:buNone/>
              <a:defRPr sz="2200" b="1"/>
            </a:lvl4pPr>
            <a:lvl5pPr marL="2667611" indent="0">
              <a:buNone/>
              <a:defRPr sz="2200" b="1"/>
            </a:lvl5pPr>
            <a:lvl6pPr marL="3334491" indent="0">
              <a:buNone/>
              <a:defRPr sz="2200" b="1"/>
            </a:lvl6pPr>
            <a:lvl7pPr marL="4001405" indent="0">
              <a:buNone/>
              <a:defRPr sz="2200" b="1"/>
            </a:lvl7pPr>
            <a:lvl8pPr marL="4668291" indent="0">
              <a:buNone/>
              <a:defRPr sz="2200" b="1"/>
            </a:lvl8pPr>
            <a:lvl9pPr marL="5335210" indent="0">
              <a:buNone/>
              <a:defRPr sz="2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12989" y="2900073"/>
            <a:ext cx="7183120" cy="5270144"/>
          </a:xfrm>
        </p:spPr>
        <p:txBody>
          <a:bodyPr/>
          <a:lstStyle>
            <a:lvl1pPr>
              <a:defRPr sz="3700"/>
            </a:lvl1pPr>
            <a:lvl2pPr>
              <a:defRPr sz="30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8257844" y="2046325"/>
            <a:ext cx="7185659" cy="853588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666897" indent="0">
              <a:buNone/>
              <a:defRPr sz="3000" b="1"/>
            </a:lvl2pPr>
            <a:lvl3pPr marL="1333807" indent="0">
              <a:buNone/>
              <a:defRPr sz="2700" b="1"/>
            </a:lvl3pPr>
            <a:lvl4pPr marL="2000710" indent="0">
              <a:buNone/>
              <a:defRPr sz="2200" b="1"/>
            </a:lvl4pPr>
            <a:lvl5pPr marL="2667611" indent="0">
              <a:buNone/>
              <a:defRPr sz="2200" b="1"/>
            </a:lvl5pPr>
            <a:lvl6pPr marL="3334491" indent="0">
              <a:buNone/>
              <a:defRPr sz="2200" b="1"/>
            </a:lvl6pPr>
            <a:lvl7pPr marL="4001405" indent="0">
              <a:buNone/>
              <a:defRPr sz="2200" b="1"/>
            </a:lvl7pPr>
            <a:lvl8pPr marL="4668291" indent="0">
              <a:buNone/>
              <a:defRPr sz="2200" b="1"/>
            </a:lvl8pPr>
            <a:lvl9pPr marL="5335210" indent="0">
              <a:buNone/>
              <a:defRPr sz="2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8257844" y="2900073"/>
            <a:ext cx="7185659" cy="5270144"/>
          </a:xfrm>
        </p:spPr>
        <p:txBody>
          <a:bodyPr/>
          <a:lstStyle>
            <a:lvl1pPr>
              <a:defRPr sz="3700"/>
            </a:lvl1pPr>
            <a:lvl2pPr>
              <a:defRPr sz="30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8079"/>
      </p:ext>
    </p:extLst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048904"/>
      </p:ext>
    </p:extLst>
  </p:cSld>
  <p:clrMapOvr>
    <a:masterClrMapping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543438"/>
      </p:ext>
    </p:extLst>
  </p:cSld>
  <p:clrMapOvr>
    <a:masterClrMapping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7" y="363937"/>
            <a:ext cx="5349241" cy="1549033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55085" y="364054"/>
            <a:ext cx="9088121" cy="7806139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7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2807" y="1913119"/>
            <a:ext cx="5349241" cy="6257108"/>
          </a:xfrm>
        </p:spPr>
        <p:txBody>
          <a:bodyPr/>
          <a:lstStyle>
            <a:lvl1pPr marL="0" indent="0">
              <a:buNone/>
              <a:defRPr sz="2100"/>
            </a:lvl1pPr>
            <a:lvl2pPr marL="666897" indent="0">
              <a:buNone/>
              <a:defRPr sz="1700"/>
            </a:lvl2pPr>
            <a:lvl3pPr marL="1333807" indent="0">
              <a:buNone/>
              <a:defRPr sz="1400"/>
            </a:lvl3pPr>
            <a:lvl4pPr marL="2000710" indent="0">
              <a:buNone/>
              <a:defRPr sz="1400"/>
            </a:lvl4pPr>
            <a:lvl5pPr marL="2667611" indent="0">
              <a:buNone/>
              <a:defRPr sz="1400"/>
            </a:lvl5pPr>
            <a:lvl6pPr marL="3334491" indent="0">
              <a:buNone/>
              <a:defRPr sz="1400"/>
            </a:lvl6pPr>
            <a:lvl7pPr marL="4001405" indent="0">
              <a:buNone/>
              <a:defRPr sz="1400"/>
            </a:lvl7pPr>
            <a:lvl8pPr marL="4668291" indent="0">
              <a:buNone/>
              <a:defRPr sz="1400"/>
            </a:lvl8pPr>
            <a:lvl9pPr marL="5335210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634550832"/>
      </p:ext>
    </p:extLst>
  </p:cSld>
  <p:clrMapOvr>
    <a:masterClrMapping/>
  </p:clrMapOvr>
  <p:transition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85161" y="6402287"/>
            <a:ext cx="9753600" cy="756418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185161" y="817400"/>
            <a:ext cx="9753600" cy="5487353"/>
          </a:xfrm>
        </p:spPr>
        <p:txBody>
          <a:bodyPr/>
          <a:lstStyle>
            <a:lvl1pPr marL="0" indent="0">
              <a:buNone/>
              <a:defRPr sz="4800"/>
            </a:lvl1pPr>
            <a:lvl2pPr marL="666897" indent="0">
              <a:buNone/>
              <a:defRPr sz="4100"/>
            </a:lvl2pPr>
            <a:lvl3pPr marL="1333807" indent="0">
              <a:buNone/>
              <a:defRPr sz="3700"/>
            </a:lvl3pPr>
            <a:lvl4pPr marL="2000710" indent="0">
              <a:buNone/>
              <a:defRPr sz="3000"/>
            </a:lvl4pPr>
            <a:lvl5pPr marL="2667611" indent="0">
              <a:buNone/>
              <a:defRPr sz="3000"/>
            </a:lvl5pPr>
            <a:lvl6pPr marL="3334491" indent="0">
              <a:buNone/>
              <a:defRPr sz="3000"/>
            </a:lvl6pPr>
            <a:lvl7pPr marL="4001405" indent="0">
              <a:buNone/>
              <a:defRPr sz="3000"/>
            </a:lvl7pPr>
            <a:lvl8pPr marL="4668291" indent="0">
              <a:buNone/>
              <a:defRPr sz="3000"/>
            </a:lvl8pPr>
            <a:lvl9pPr marL="5335210" indent="0">
              <a:buNone/>
              <a:defRPr sz="3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185161" y="7158329"/>
            <a:ext cx="9753600" cy="1072702"/>
          </a:xfrm>
        </p:spPr>
        <p:txBody>
          <a:bodyPr/>
          <a:lstStyle>
            <a:lvl1pPr marL="0" indent="0">
              <a:buNone/>
              <a:defRPr sz="2100"/>
            </a:lvl1pPr>
            <a:lvl2pPr marL="666897" indent="0">
              <a:buNone/>
              <a:defRPr sz="1700"/>
            </a:lvl2pPr>
            <a:lvl3pPr marL="1333807" indent="0">
              <a:buNone/>
              <a:defRPr sz="1400"/>
            </a:lvl3pPr>
            <a:lvl4pPr marL="2000710" indent="0">
              <a:buNone/>
              <a:defRPr sz="1400"/>
            </a:lvl4pPr>
            <a:lvl5pPr marL="2667611" indent="0">
              <a:buNone/>
              <a:defRPr sz="1400"/>
            </a:lvl5pPr>
            <a:lvl6pPr marL="3334491" indent="0">
              <a:buNone/>
              <a:defRPr sz="1400"/>
            </a:lvl6pPr>
            <a:lvl7pPr marL="4001405" indent="0">
              <a:buNone/>
              <a:defRPr sz="1400"/>
            </a:lvl7pPr>
            <a:lvl8pPr marL="4668291" indent="0">
              <a:buNone/>
              <a:defRPr sz="1400"/>
            </a:lvl8pPr>
            <a:lvl9pPr marL="5335210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75817361"/>
      </p:ext>
    </p:extLst>
  </p:cSld>
  <p:clrMapOvr>
    <a:masterClrMapping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308492"/>
      </p:ext>
    </p:extLst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1399520" y="1539535"/>
            <a:ext cx="3271520" cy="423745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84965" y="1539535"/>
            <a:ext cx="9570720" cy="423745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945757"/>
      </p:ext>
    </p:extLst>
  </p:cSld>
  <p:clrMapOvr>
    <a:masterClrMapping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2841994"/>
            <a:ext cx="13817600" cy="196037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07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147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22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2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3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44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5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658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518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581753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4114" y="5876996"/>
            <a:ext cx="13817600" cy="1816415"/>
          </a:xfrm>
        </p:spPr>
        <p:txBody>
          <a:bodyPr anchor="t"/>
          <a:lstStyle>
            <a:lvl1pPr algn="l">
              <a:defRPr sz="67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84114" y="3876384"/>
            <a:ext cx="13817600" cy="2000595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07338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1474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12211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2942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53681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24415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49515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65885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6658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12815" y="2134080"/>
            <a:ext cx="7179733" cy="6035665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263479" y="2134080"/>
            <a:ext cx="7179733" cy="6035665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3447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4" y="2047257"/>
            <a:ext cx="7182556" cy="853165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07338" indent="0">
              <a:buNone/>
              <a:defRPr sz="3300" b="1"/>
            </a:lvl2pPr>
            <a:lvl3pPr marL="1414742" indent="0">
              <a:buNone/>
              <a:defRPr sz="3000" b="1"/>
            </a:lvl3pPr>
            <a:lvl4pPr marL="2122114" indent="0">
              <a:buNone/>
              <a:defRPr sz="2700" b="1"/>
            </a:lvl4pPr>
            <a:lvl5pPr marL="2829425" indent="0">
              <a:buNone/>
              <a:defRPr sz="2700" b="1"/>
            </a:lvl5pPr>
            <a:lvl6pPr marL="3536815" indent="0">
              <a:buNone/>
              <a:defRPr sz="2700" b="1"/>
            </a:lvl6pPr>
            <a:lvl7pPr marL="4244154" indent="0">
              <a:buNone/>
              <a:defRPr sz="2700" b="1"/>
            </a:lvl7pPr>
            <a:lvl8pPr marL="4951520" indent="0">
              <a:buNone/>
              <a:defRPr sz="2700" b="1"/>
            </a:lvl8pPr>
            <a:lvl9pPr marL="5658851" indent="0">
              <a:buNone/>
              <a:defRPr sz="27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12804" y="2900347"/>
            <a:ext cx="7182556" cy="5269299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8258212" y="2047257"/>
            <a:ext cx="7185378" cy="853165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07338" indent="0">
              <a:buNone/>
              <a:defRPr sz="3300" b="1"/>
            </a:lvl2pPr>
            <a:lvl3pPr marL="1414742" indent="0">
              <a:buNone/>
              <a:defRPr sz="3000" b="1"/>
            </a:lvl3pPr>
            <a:lvl4pPr marL="2122114" indent="0">
              <a:buNone/>
              <a:defRPr sz="2700" b="1"/>
            </a:lvl4pPr>
            <a:lvl5pPr marL="2829425" indent="0">
              <a:buNone/>
              <a:defRPr sz="2700" b="1"/>
            </a:lvl5pPr>
            <a:lvl6pPr marL="3536815" indent="0">
              <a:buNone/>
              <a:defRPr sz="2700" b="1"/>
            </a:lvl6pPr>
            <a:lvl7pPr marL="4244154" indent="0">
              <a:buNone/>
              <a:defRPr sz="2700" b="1"/>
            </a:lvl7pPr>
            <a:lvl8pPr marL="4951520" indent="0">
              <a:buNone/>
              <a:defRPr sz="2700" b="1"/>
            </a:lvl8pPr>
            <a:lvl9pPr marL="5658851" indent="0">
              <a:buNone/>
              <a:defRPr sz="27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8258212" y="2900347"/>
            <a:ext cx="7185378" cy="5269299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41747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59975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88957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5" y="364241"/>
            <a:ext cx="5348114" cy="154967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55648" y="364506"/>
            <a:ext cx="9087556" cy="7805506"/>
          </a:xfrm>
        </p:spPr>
        <p:txBody>
          <a:bodyPr/>
          <a:lstStyle>
            <a:lvl1pPr>
              <a:defRPr sz="5200"/>
            </a:lvl1pPr>
            <a:lvl2pPr>
              <a:defRPr sz="46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2805" y="1914093"/>
            <a:ext cx="5348114" cy="6255836"/>
          </a:xfrm>
        </p:spPr>
        <p:txBody>
          <a:bodyPr/>
          <a:lstStyle>
            <a:lvl1pPr marL="0" indent="0">
              <a:buNone/>
              <a:defRPr sz="2200"/>
            </a:lvl1pPr>
            <a:lvl2pPr marL="707338" indent="0">
              <a:buNone/>
              <a:defRPr sz="2100"/>
            </a:lvl2pPr>
            <a:lvl3pPr marL="1414742" indent="0">
              <a:buNone/>
              <a:defRPr sz="1600"/>
            </a:lvl3pPr>
            <a:lvl4pPr marL="2122114" indent="0">
              <a:buNone/>
              <a:defRPr sz="1400"/>
            </a:lvl4pPr>
            <a:lvl5pPr marL="2829425" indent="0">
              <a:buNone/>
              <a:defRPr sz="1400"/>
            </a:lvl5pPr>
            <a:lvl6pPr marL="3536815" indent="0">
              <a:buNone/>
              <a:defRPr sz="1400"/>
            </a:lvl6pPr>
            <a:lvl7pPr marL="4244154" indent="0">
              <a:buNone/>
              <a:defRPr sz="1400"/>
            </a:lvl7pPr>
            <a:lvl8pPr marL="4951520" indent="0">
              <a:buNone/>
              <a:defRPr sz="1400"/>
            </a:lvl8pPr>
            <a:lvl9pPr marL="5658851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6785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86290" y="6401933"/>
            <a:ext cx="9753600" cy="755783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186290" y="817188"/>
            <a:ext cx="9753600" cy="5487353"/>
          </a:xfrm>
        </p:spPr>
        <p:txBody>
          <a:bodyPr/>
          <a:lstStyle>
            <a:lvl1pPr marL="0" indent="0">
              <a:buNone/>
              <a:defRPr sz="5200"/>
            </a:lvl1pPr>
            <a:lvl2pPr marL="707338" indent="0">
              <a:buNone/>
              <a:defRPr sz="4600"/>
            </a:lvl2pPr>
            <a:lvl3pPr marL="1414742" indent="0">
              <a:buNone/>
              <a:defRPr sz="4000"/>
            </a:lvl3pPr>
            <a:lvl4pPr marL="2122114" indent="0">
              <a:buNone/>
              <a:defRPr sz="3300"/>
            </a:lvl4pPr>
            <a:lvl5pPr marL="2829425" indent="0">
              <a:buNone/>
              <a:defRPr sz="3300"/>
            </a:lvl5pPr>
            <a:lvl6pPr marL="3536815" indent="0">
              <a:buNone/>
              <a:defRPr sz="3300"/>
            </a:lvl6pPr>
            <a:lvl7pPr marL="4244154" indent="0">
              <a:buNone/>
              <a:defRPr sz="3300"/>
            </a:lvl7pPr>
            <a:lvl8pPr marL="4951520" indent="0">
              <a:buNone/>
              <a:defRPr sz="3300"/>
            </a:lvl8pPr>
            <a:lvl9pPr marL="5658851" indent="0">
              <a:buNone/>
              <a:defRPr sz="33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186290" y="7158987"/>
            <a:ext cx="9753600" cy="1073337"/>
          </a:xfrm>
        </p:spPr>
        <p:txBody>
          <a:bodyPr/>
          <a:lstStyle>
            <a:lvl1pPr marL="0" indent="0">
              <a:buNone/>
              <a:defRPr sz="2200"/>
            </a:lvl1pPr>
            <a:lvl2pPr marL="707338" indent="0">
              <a:buNone/>
              <a:defRPr sz="2100"/>
            </a:lvl2pPr>
            <a:lvl3pPr marL="1414742" indent="0">
              <a:buNone/>
              <a:defRPr sz="1600"/>
            </a:lvl3pPr>
            <a:lvl4pPr marL="2122114" indent="0">
              <a:buNone/>
              <a:defRPr sz="1400"/>
            </a:lvl4pPr>
            <a:lvl5pPr marL="2829425" indent="0">
              <a:buNone/>
              <a:defRPr sz="1400"/>
            </a:lvl5pPr>
            <a:lvl6pPr marL="3536815" indent="0">
              <a:buNone/>
              <a:defRPr sz="1400"/>
            </a:lvl6pPr>
            <a:lvl7pPr marL="4244154" indent="0">
              <a:buNone/>
              <a:defRPr sz="1400"/>
            </a:lvl7pPr>
            <a:lvl8pPr marL="4951520" indent="0">
              <a:buNone/>
              <a:defRPr sz="1400"/>
            </a:lvl8pPr>
            <a:lvl9pPr marL="5658851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67988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9816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1785600" y="366821"/>
            <a:ext cx="3657600" cy="780339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13210" y="366821"/>
            <a:ext cx="10701868" cy="780339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80054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2841759"/>
            <a:ext cx="13817600" cy="196037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38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7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14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52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91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293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676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05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942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45923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4114" y="5877002"/>
            <a:ext cx="13817600" cy="1816415"/>
          </a:xfrm>
        </p:spPr>
        <p:txBody>
          <a:bodyPr anchor="t"/>
          <a:lstStyle>
            <a:lvl1pPr algn="l">
              <a:defRPr sz="67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84114" y="3876384"/>
            <a:ext cx="13817600" cy="2000595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38209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7648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21473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95291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691162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42937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516760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90579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958155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12821" y="2134087"/>
            <a:ext cx="7179733" cy="6035665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263479" y="2134087"/>
            <a:ext cx="7179733" cy="6035665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8668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4" y="2047263"/>
            <a:ext cx="7182556" cy="853165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38209" indent="0">
              <a:buNone/>
              <a:defRPr sz="3300" b="1"/>
            </a:lvl2pPr>
            <a:lvl3pPr marL="1476485" indent="0">
              <a:buNone/>
              <a:defRPr sz="3000" b="1"/>
            </a:lvl3pPr>
            <a:lvl4pPr marL="2214733" indent="0">
              <a:buNone/>
              <a:defRPr sz="2700" b="1"/>
            </a:lvl4pPr>
            <a:lvl5pPr marL="2952910" indent="0">
              <a:buNone/>
              <a:defRPr sz="2700" b="1"/>
            </a:lvl5pPr>
            <a:lvl6pPr marL="3691162" indent="0">
              <a:buNone/>
              <a:defRPr sz="2700" b="1"/>
            </a:lvl6pPr>
            <a:lvl7pPr marL="4429371" indent="0">
              <a:buNone/>
              <a:defRPr sz="2700" b="1"/>
            </a:lvl7pPr>
            <a:lvl8pPr marL="5167604" indent="0">
              <a:buNone/>
              <a:defRPr sz="2700" b="1"/>
            </a:lvl8pPr>
            <a:lvl9pPr marL="5905798" indent="0">
              <a:buNone/>
              <a:defRPr sz="27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12804" y="2900354"/>
            <a:ext cx="7182556" cy="5269299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8258196" y="2047263"/>
            <a:ext cx="7185378" cy="853165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38209" indent="0">
              <a:buNone/>
              <a:defRPr sz="3300" b="1"/>
            </a:lvl2pPr>
            <a:lvl3pPr marL="1476485" indent="0">
              <a:buNone/>
              <a:defRPr sz="3000" b="1"/>
            </a:lvl3pPr>
            <a:lvl4pPr marL="2214733" indent="0">
              <a:buNone/>
              <a:defRPr sz="2700" b="1"/>
            </a:lvl4pPr>
            <a:lvl5pPr marL="2952910" indent="0">
              <a:buNone/>
              <a:defRPr sz="2700" b="1"/>
            </a:lvl5pPr>
            <a:lvl6pPr marL="3691162" indent="0">
              <a:buNone/>
              <a:defRPr sz="2700" b="1"/>
            </a:lvl6pPr>
            <a:lvl7pPr marL="4429371" indent="0">
              <a:buNone/>
              <a:defRPr sz="2700" b="1"/>
            </a:lvl7pPr>
            <a:lvl8pPr marL="5167604" indent="0">
              <a:buNone/>
              <a:defRPr sz="2700" b="1"/>
            </a:lvl8pPr>
            <a:lvl9pPr marL="5905798" indent="0">
              <a:buNone/>
              <a:defRPr sz="27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8258196" y="2900354"/>
            <a:ext cx="7185378" cy="5269299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93752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577281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85028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5" y="364237"/>
            <a:ext cx="5348114" cy="154967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55648" y="364270"/>
            <a:ext cx="9087556" cy="7805506"/>
          </a:xfrm>
        </p:spPr>
        <p:txBody>
          <a:bodyPr/>
          <a:lstStyle>
            <a:lvl1pPr>
              <a:defRPr sz="5200"/>
            </a:lvl1pPr>
            <a:lvl2pPr>
              <a:defRPr sz="46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2805" y="1914093"/>
            <a:ext cx="5348114" cy="6255836"/>
          </a:xfrm>
        </p:spPr>
        <p:txBody>
          <a:bodyPr/>
          <a:lstStyle>
            <a:lvl1pPr marL="0" indent="0">
              <a:buNone/>
              <a:defRPr sz="2200"/>
            </a:lvl1pPr>
            <a:lvl2pPr marL="738209" indent="0">
              <a:buNone/>
              <a:defRPr sz="2100"/>
            </a:lvl2pPr>
            <a:lvl3pPr marL="1476485" indent="0">
              <a:buNone/>
              <a:defRPr sz="1600"/>
            </a:lvl3pPr>
            <a:lvl4pPr marL="2214733" indent="0">
              <a:buNone/>
              <a:defRPr sz="1400"/>
            </a:lvl4pPr>
            <a:lvl5pPr marL="2952910" indent="0">
              <a:buNone/>
              <a:defRPr sz="1400"/>
            </a:lvl5pPr>
            <a:lvl6pPr marL="3691162" indent="0">
              <a:buNone/>
              <a:defRPr sz="1400"/>
            </a:lvl6pPr>
            <a:lvl7pPr marL="4429371" indent="0">
              <a:buNone/>
              <a:defRPr sz="1400"/>
            </a:lvl7pPr>
            <a:lvl8pPr marL="5167604" indent="0">
              <a:buNone/>
              <a:defRPr sz="1400"/>
            </a:lvl8pPr>
            <a:lvl9pPr marL="5905798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37771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86290" y="6401936"/>
            <a:ext cx="9753600" cy="755783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186290" y="817192"/>
            <a:ext cx="9753600" cy="5487353"/>
          </a:xfrm>
        </p:spPr>
        <p:txBody>
          <a:bodyPr/>
          <a:lstStyle>
            <a:lvl1pPr marL="0" indent="0">
              <a:buNone/>
              <a:defRPr sz="5200"/>
            </a:lvl1pPr>
            <a:lvl2pPr marL="738209" indent="0">
              <a:buNone/>
              <a:defRPr sz="4600"/>
            </a:lvl2pPr>
            <a:lvl3pPr marL="1476485" indent="0">
              <a:buNone/>
              <a:defRPr sz="4000"/>
            </a:lvl3pPr>
            <a:lvl4pPr marL="2214733" indent="0">
              <a:buNone/>
              <a:defRPr sz="3300"/>
            </a:lvl4pPr>
            <a:lvl5pPr marL="2952910" indent="0">
              <a:buNone/>
              <a:defRPr sz="3300"/>
            </a:lvl5pPr>
            <a:lvl6pPr marL="3691162" indent="0">
              <a:buNone/>
              <a:defRPr sz="3300"/>
            </a:lvl6pPr>
            <a:lvl7pPr marL="4429371" indent="0">
              <a:buNone/>
              <a:defRPr sz="3300"/>
            </a:lvl7pPr>
            <a:lvl8pPr marL="5167604" indent="0">
              <a:buNone/>
              <a:defRPr sz="3300"/>
            </a:lvl8pPr>
            <a:lvl9pPr marL="5905798" indent="0">
              <a:buNone/>
              <a:defRPr sz="33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186290" y="7158297"/>
            <a:ext cx="9753600" cy="1073337"/>
          </a:xfrm>
        </p:spPr>
        <p:txBody>
          <a:bodyPr/>
          <a:lstStyle>
            <a:lvl1pPr marL="0" indent="0">
              <a:buNone/>
              <a:defRPr sz="2200"/>
            </a:lvl1pPr>
            <a:lvl2pPr marL="738209" indent="0">
              <a:buNone/>
              <a:defRPr sz="2100"/>
            </a:lvl2pPr>
            <a:lvl3pPr marL="1476485" indent="0">
              <a:buNone/>
              <a:defRPr sz="1600"/>
            </a:lvl3pPr>
            <a:lvl4pPr marL="2214733" indent="0">
              <a:buNone/>
              <a:defRPr sz="1400"/>
            </a:lvl4pPr>
            <a:lvl5pPr marL="2952910" indent="0">
              <a:buNone/>
              <a:defRPr sz="1400"/>
            </a:lvl5pPr>
            <a:lvl6pPr marL="3691162" indent="0">
              <a:buNone/>
              <a:defRPr sz="1400"/>
            </a:lvl6pPr>
            <a:lvl7pPr marL="4429371" indent="0">
              <a:buNone/>
              <a:defRPr sz="1400"/>
            </a:lvl7pPr>
            <a:lvl8pPr marL="5167604" indent="0">
              <a:buNone/>
              <a:defRPr sz="1400"/>
            </a:lvl8pPr>
            <a:lvl9pPr marL="5905798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725333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47418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1785605" y="366822"/>
            <a:ext cx="3657600" cy="780339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13183" y="366822"/>
            <a:ext cx="10701868" cy="780339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3791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18" y="8477171"/>
            <a:ext cx="3792539" cy="485859"/>
          </a:xfrm>
          <a:prstGeom prst="rect">
            <a:avLst/>
          </a:prstGeom>
        </p:spPr>
        <p:txBody>
          <a:bodyPr lIns="90960" tIns="45496" rIns="90960" bIns="45496"/>
          <a:lstStyle>
            <a:lvl1pPr algn="ctr"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71"/>
            <a:ext cx="5146676" cy="485859"/>
          </a:xfrm>
          <a:prstGeom prst="rect">
            <a:avLst/>
          </a:prstGeom>
        </p:spPr>
        <p:txBody>
          <a:bodyPr lIns="90960" tIns="45496" rIns="90960" bIns="45496"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71433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5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5"/>
            <a:ext cx="5147733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2" y="8476615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927603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2"/>
            <a:ext cx="3792537" cy="487448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2"/>
            <a:ext cx="5148263" cy="487448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2554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8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8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663675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3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3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47029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9"/>
            <a:ext cx="5147733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2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66383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75330"/>
      </p:ext>
    </p:extLst>
  </p:cSld>
  <p:clrMapOvr>
    <a:masterClrMapping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8"/>
            <a:ext cx="3792537" cy="48744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8"/>
            <a:ext cx="5148263" cy="48744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543859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71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71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61488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7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7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6878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18" y="8477171"/>
            <a:ext cx="3792539" cy="485859"/>
          </a:xfrm>
          <a:prstGeom prst="rect">
            <a:avLst/>
          </a:prstGeom>
        </p:spPr>
        <p:txBody>
          <a:bodyPr lIns="90960" tIns="45496" rIns="90960" bIns="45496"/>
          <a:lstStyle>
            <a:lvl1pPr algn="ctr"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71"/>
            <a:ext cx="5146676" cy="485859"/>
          </a:xfrm>
          <a:prstGeom prst="rect">
            <a:avLst/>
          </a:prstGeom>
        </p:spPr>
        <p:txBody>
          <a:bodyPr lIns="90960" tIns="45496" rIns="90960" bIns="45496"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040458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5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5"/>
            <a:ext cx="5147733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2" y="8476615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87035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18" y="8477171"/>
            <a:ext cx="3792539" cy="485859"/>
          </a:xfrm>
          <a:prstGeom prst="rect">
            <a:avLst/>
          </a:prstGeom>
        </p:spPr>
        <p:txBody>
          <a:bodyPr lIns="90960" tIns="45496" rIns="90960" bIns="45496"/>
          <a:lstStyle>
            <a:lvl1pPr algn="ctr"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7" y="8477171"/>
            <a:ext cx="5146676" cy="485859"/>
          </a:xfrm>
          <a:prstGeom prst="rect">
            <a:avLst/>
          </a:prstGeom>
        </p:spPr>
        <p:txBody>
          <a:bodyPr lIns="90960" tIns="45496" rIns="90960" bIns="45496"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09845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34931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5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5"/>
            <a:ext cx="5147733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pPr defTabSz="720745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2" y="8476615"/>
            <a:ext cx="3793067" cy="486918"/>
          </a:xfrm>
          <a:prstGeom prst="rect">
            <a:avLst/>
          </a:prstGeom>
        </p:spPr>
        <p:txBody>
          <a:bodyPr lIns="144399" tIns="72193" rIns="144399" bIns="72193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17319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3302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4150" y="2422313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2233" y="2422313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303" name="Group 302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304" name="Group 303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413" name="Straight Connector 4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" name="Group 4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6" name="Straight Connector 4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4" name="Straight Connector 4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2" name="Straight Connector 4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8" name="Group 4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0" name="Straight Connector 4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9" name="Group 4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8" name="Straight Connector 4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0" name="Group 4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6" name="Straight Connector 4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1" name="Group 4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4" name="Straight Connector 4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Group 4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2" name="Straight Connector 4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0" name="Straight Connector 4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8" name="Straight Connector 4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5" name="Group 4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6" name="Straight Connector 4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5" name="Group 304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78" name="Straight Connector 37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9" name="Group 37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11" name="Straight Connector 4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0" name="Group 37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9" name="Straight Connector 4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1" name="Group 38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7" name="Straight Connector 4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5" name="Straight Connector 4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3" name="Group 38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3" name="Straight Connector 4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Group 38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1" name="Straight Connector 4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5" name="Group 38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9" name="Straight Connector 3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6" name="Group 38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7" name="Straight Connector 3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7" name="Group 38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5" name="Straight Connector 3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Group 38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3" name="Straight Connector 3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1" name="Straight Connector 3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0" name="Straight Connector 38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43" name="Straight Connector 34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6" name="Straight Connector 3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Group 34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4" name="Straight Connector 3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6" name="Group 34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2" name="Straight Connector 3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7" name="Group 34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0" name="Straight Connector 3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8" name="Group 34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8" name="Straight Connector 3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9" name="Group 34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6" name="Straight Connector 3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34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4" name="Straight Connector 3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1" name="Group 35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2" name="Straight Connector 3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0" name="Straight Connector 3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Group 35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8" name="Straight Connector 3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Group 35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6" name="Straight Connector 3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5" name="Straight Connector 35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" name="Group 306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308" name="Straight Connector 30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1" name="Straight Connector 3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9" name="Straight Connector 3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7" name="Straight Connector 3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5" name="Straight Connector 3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4" name="Group 31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3" name="Straight Connector 3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5" name="Group 31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1" name="Straight Connector 3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6" name="Group 31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9" name="Straight Connector 3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Group 31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7" name="Straight Connector 3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" name="Group 31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5" name="Straight Connector 3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0" name="Group 31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79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313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2" y="2422313"/>
            <a:ext cx="9653568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3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5719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313"/>
            <a:ext cx="9670336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2313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2304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31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7" y="242231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231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9413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796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37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09" y="242231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110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7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492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5051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963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1188" y="242231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36499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368401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10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796" y="368401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37" y="368401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09" y="368401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813748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4537796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8261837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11990109" y="683992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9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8777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4150" y="1513138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2233" y="1513138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1" name="Group 150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707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38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7" y="1513138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38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8653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38"/>
            <a:ext cx="9670336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38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2687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7" y="4953938"/>
            <a:ext cx="2708297" cy="3579903"/>
          </a:xfrm>
          <a:solidFill>
            <a:schemeClr val="tx2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492" y="4953938"/>
            <a:ext cx="2708297" cy="3579903"/>
          </a:xfrm>
          <a:solidFill>
            <a:schemeClr val="accent4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5051" y="4953938"/>
            <a:ext cx="2708297" cy="3579903"/>
          </a:xfrm>
          <a:solidFill>
            <a:schemeClr val="accent2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963" y="4953938"/>
            <a:ext cx="2708297" cy="3579903"/>
          </a:xfrm>
          <a:solidFill>
            <a:schemeClr val="accent3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1188" y="4953938"/>
            <a:ext cx="2708297" cy="3579903"/>
          </a:xfrm>
          <a:solidFill>
            <a:schemeClr val="accent1"/>
          </a:solidFill>
        </p:spPr>
        <p:txBody>
          <a:bodyPr lIns="138934" tIns="138934" rIns="138934" bIns="138934">
            <a:noAutofit/>
          </a:bodyPr>
          <a:lstStyle>
            <a:lvl1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5" name="Group 154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56" name="Group 155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9" name="Straight Connector 26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4" name="Straight Connector 23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Straight Connector 24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9" name="Straight Connector 19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Straight Connector 21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0" name="Straight Connector 159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oup 161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5" name="Straight Connector 304"/>
          <p:cNvCxnSpPr/>
          <p:nvPr userDrawn="1"/>
        </p:nvCxnSpPr>
        <p:spPr>
          <a:xfrm>
            <a:off x="817035" y="3480403"/>
            <a:ext cx="270501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 userDrawn="1"/>
        </p:nvCxnSpPr>
        <p:spPr>
          <a:xfrm>
            <a:off x="3796267" y="3480403"/>
            <a:ext cx="27050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 userDrawn="1"/>
        </p:nvCxnSpPr>
        <p:spPr>
          <a:xfrm>
            <a:off x="6798155" y="3480403"/>
            <a:ext cx="270501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 userDrawn="1"/>
        </p:nvCxnSpPr>
        <p:spPr>
          <a:xfrm>
            <a:off x="9754731" y="3480403"/>
            <a:ext cx="27050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 userDrawn="1"/>
        </p:nvCxnSpPr>
        <p:spPr>
          <a:xfrm>
            <a:off x="12733956" y="3480403"/>
            <a:ext cx="270501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93079" y="3684358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817039" y="3684358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93840" y="3684358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750419" y="3684358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3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12729649" y="3684358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796269" y="2421101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4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773350" y="2421101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9753610" y="2421101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0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12744298" y="2421101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1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1" name="Text Placeholder 2"/>
          <p:cNvSpPr>
            <a:spLocks noGrp="1"/>
          </p:cNvSpPr>
          <p:nvPr>
            <p:ph type="body" idx="26"/>
          </p:nvPr>
        </p:nvSpPr>
        <p:spPr>
          <a:xfrm>
            <a:off x="813750" y="2421164"/>
            <a:ext cx="2706137" cy="945037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700" b="1" i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62875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/>
          <p:cNvGrpSpPr/>
          <p:nvPr userDrawn="1"/>
        </p:nvGrpSpPr>
        <p:grpSpPr>
          <a:xfrm>
            <a:off x="-268994" y="-18819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6" name="Content Placeholder 2"/>
          <p:cNvSpPr>
            <a:spLocks noGrp="1"/>
          </p:cNvSpPr>
          <p:nvPr>
            <p:ph idx="12"/>
          </p:nvPr>
        </p:nvSpPr>
        <p:spPr>
          <a:xfrm>
            <a:off x="10744510" y="609784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5340" indent="-265340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5340" indent="-265340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5340" indent="-265340">
              <a:defRPr/>
            </a:lvl4pPr>
            <a:lvl5pPr marL="265340" indent="-265340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5340" lvl="2" indent="-265340" algn="l" defTabSz="1389378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TextBox 156"/>
          <p:cNvSpPr txBox="1"/>
          <p:nvPr userDrawn="1"/>
        </p:nvSpPr>
        <p:spPr>
          <a:xfrm>
            <a:off x="14468568" y="8757623"/>
            <a:ext cx="9704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03" name="Rectangle 302"/>
          <p:cNvSpPr/>
          <p:nvPr userDrawn="1"/>
        </p:nvSpPr>
        <p:spPr>
          <a:xfrm>
            <a:off x="12513033" y="8757623"/>
            <a:ext cx="19555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10" name="Content Placeholder 2"/>
          <p:cNvSpPr>
            <a:spLocks noGrp="1"/>
          </p:cNvSpPr>
          <p:nvPr>
            <p:ph idx="15"/>
          </p:nvPr>
        </p:nvSpPr>
        <p:spPr>
          <a:xfrm>
            <a:off x="813746" y="609784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5340" indent="-265340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5340" indent="-265340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5340" indent="-265340">
              <a:defRPr/>
            </a:lvl4pPr>
            <a:lvl5pPr marL="265340" indent="-265340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5340" lvl="2" indent="-265340" algn="l" defTabSz="1389378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11" name="Content Placeholder 2"/>
          <p:cNvSpPr>
            <a:spLocks noGrp="1"/>
          </p:cNvSpPr>
          <p:nvPr>
            <p:ph idx="14"/>
          </p:nvPr>
        </p:nvSpPr>
        <p:spPr>
          <a:xfrm>
            <a:off x="5789637" y="609784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5340" indent="-265340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5340" indent="-265340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5340" indent="-265340">
              <a:defRPr/>
            </a:lvl4pPr>
            <a:lvl5pPr marL="265340" indent="-265340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5340" lvl="2" indent="-265340" algn="l" defTabSz="1389378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5340" lvl="2" indent="-265340" algn="l" defTabSz="1389378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5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5632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0" y="605942"/>
            <a:ext cx="14625225" cy="43417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23"/>
            <a:ext cx="9704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23"/>
            <a:ext cx="19555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172" y="5375597"/>
            <a:ext cx="146252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5761694"/>
            <a:ext cx="9668459" cy="2783470"/>
          </a:xfrm>
        </p:spPr>
        <p:txBody>
          <a:bodyPr>
            <a:noAutofit/>
          </a:bodyPr>
          <a:lstStyle>
            <a:lvl1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1pPr>
            <a:lvl2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2pPr>
            <a:lvl3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3pPr>
            <a:lvl4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4pPr>
            <a:lvl5pPr marL="260492" indent="-260492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841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0" y="605942"/>
            <a:ext cx="14625225" cy="4341755"/>
          </a:xfrm>
        </p:spPr>
        <p:txBody>
          <a:bodyPr>
            <a:noAutofit/>
          </a:bodyPr>
          <a:lstStyle>
            <a:lvl1pPr marL="1042052" indent="-1042052">
              <a:lnSpc>
                <a:spcPct val="90000"/>
              </a:lnSpc>
              <a:spcAft>
                <a:spcPts val="951"/>
              </a:spcAft>
              <a:buFont typeface="Georgia" panose="02040502050405020303" pitchFamily="18" charset="0"/>
              <a:buChar char="+"/>
              <a:defRPr sz="7800" i="1" cap="none" spc="-238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23"/>
            <a:ext cx="9704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23"/>
            <a:ext cx="19555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170" y="5375597"/>
            <a:ext cx="146252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5761624"/>
            <a:ext cx="9668459" cy="277258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512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46" y="1527301"/>
            <a:ext cx="12142524" cy="46835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spc="-238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6842102"/>
            <a:ext cx="14629454" cy="1691664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Aft>
                <a:spcPts val="951"/>
              </a:spcAft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1700" b="0" i="0">
                <a:solidFill>
                  <a:schemeClr val="tx2"/>
                </a:solidFill>
                <a:latin typeface="+mj-lt"/>
              </a:defRPr>
            </a:lvl2pPr>
            <a:lvl3pPr>
              <a:defRPr sz="1700" b="0" i="0">
                <a:solidFill>
                  <a:schemeClr val="tx2"/>
                </a:solidFill>
                <a:latin typeface="+mj-lt"/>
              </a:defRPr>
            </a:lvl3pPr>
            <a:lvl4pPr>
              <a:defRPr sz="1700" b="0" i="0">
                <a:solidFill>
                  <a:schemeClr val="tx2"/>
                </a:solidFill>
                <a:latin typeface="+mj-lt"/>
              </a:defRPr>
            </a:lvl4pPr>
            <a:lvl5pPr>
              <a:defRPr sz="17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609760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 i="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23"/>
            <a:ext cx="9704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23"/>
            <a:ext cx="19555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67" name="Straight Connector 166"/>
          <p:cNvCxnSpPr/>
          <p:nvPr userDrawn="1"/>
        </p:nvCxnSpPr>
        <p:spPr>
          <a:xfrm>
            <a:off x="819280" y="6638861"/>
            <a:ext cx="14617440" cy="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569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108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23"/>
            <a:ext cx="9704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23"/>
            <a:ext cx="19555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934" y="2422313"/>
            <a:ext cx="14737829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8416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108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44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43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2231" y="1513108"/>
            <a:ext cx="7177147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2313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9"/>
          </p:nvPr>
        </p:nvSpPr>
        <p:spPr>
          <a:xfrm>
            <a:off x="8256907" y="2422313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2807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108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44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43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828" y="1513108"/>
            <a:ext cx="7177136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4688" indent="0">
              <a:buNone/>
              <a:defRPr sz="3200" b="1"/>
            </a:lvl2pPr>
            <a:lvl3pPr marL="1389378" indent="0">
              <a:buNone/>
              <a:defRPr sz="2900" b="1"/>
            </a:lvl3pPr>
            <a:lvl4pPr marL="2084070" indent="0">
              <a:buNone/>
              <a:defRPr sz="2500" b="1"/>
            </a:lvl4pPr>
            <a:lvl5pPr marL="2778748" indent="0">
              <a:buNone/>
              <a:defRPr sz="2500" b="1"/>
            </a:lvl5pPr>
            <a:lvl6pPr marL="3473457" indent="0">
              <a:buNone/>
              <a:defRPr sz="2500" b="1"/>
            </a:lvl6pPr>
            <a:lvl7pPr marL="4168155" indent="0">
              <a:buNone/>
              <a:defRPr sz="2500" b="1"/>
            </a:lvl7pPr>
            <a:lvl8pPr marL="4862849" indent="0">
              <a:buNone/>
              <a:defRPr sz="2500" b="1"/>
            </a:lvl8pPr>
            <a:lvl9pPr marL="5557529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0" name="Content Placeholder 2"/>
          <p:cNvSpPr>
            <a:spLocks noGrp="1"/>
          </p:cNvSpPr>
          <p:nvPr>
            <p:ph idx="12"/>
          </p:nvPr>
        </p:nvSpPr>
        <p:spPr>
          <a:xfrm>
            <a:off x="10744510" y="242231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1" name="Content Placeholder 2"/>
          <p:cNvSpPr>
            <a:spLocks noGrp="1"/>
          </p:cNvSpPr>
          <p:nvPr>
            <p:ph idx="17"/>
          </p:nvPr>
        </p:nvSpPr>
        <p:spPr>
          <a:xfrm>
            <a:off x="5789637" y="242231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231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815629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89378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856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0" y="605942"/>
            <a:ext cx="14625225" cy="43417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68" y="8757644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3" y="8757643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172" y="5375597"/>
            <a:ext cx="146252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995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74310" y="207058"/>
            <a:ext cx="6092204" cy="4341755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spcAft>
                <a:spcPts val="951"/>
              </a:spcAft>
              <a:defRPr sz="8900" cap="none" spc="-238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86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2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4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09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18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7" y="7895691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7" y="726405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7" y="663242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7" y="6000797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7" y="536916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7" y="473752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7" y="4105892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7" y="3474261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7" y="2842634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7" y="221100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7" y="1303384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93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05" y="7895691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05" y="726405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05" y="663242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05" y="6000797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05" y="536916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05" y="473752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05" y="4105892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05" y="3474261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05" y="2842634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05" y="221100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05" y="1303384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710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86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2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4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09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18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67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8934" tIns="69441" rIns="138934" bIns="69441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47" name="Text Placeholder 6"/>
          <p:cNvSpPr>
            <a:spLocks noGrp="1"/>
          </p:cNvSpPr>
          <p:nvPr>
            <p:ph type="body" sz="quarter" idx="14"/>
          </p:nvPr>
        </p:nvSpPr>
        <p:spPr bwMode="gray">
          <a:xfrm>
            <a:off x="5203448" y="4676070"/>
            <a:ext cx="5833931" cy="3371211"/>
          </a:xfrm>
        </p:spPr>
        <p:txBody>
          <a:bodyPr>
            <a:noAutofit/>
          </a:bodyPr>
          <a:lstStyle>
            <a:lvl1pPr marL="0" indent="0" algn="ctr">
              <a:lnSpc>
                <a:spcPct val="95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3700" i="1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 bwMode="gray">
          <a:xfrm>
            <a:off x="6039030" y="8307669"/>
            <a:ext cx="4162777" cy="613939"/>
          </a:xfrm>
        </p:spPr>
        <p:txBody>
          <a:bodyPr/>
          <a:lstStyle>
            <a:lvl3pPr algn="ctr"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2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103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856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536749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30161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3937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50092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7191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729367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808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60403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7422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90498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366250"/>
            <a:ext cx="14630400" cy="1524265"/>
          </a:xfrm>
          <a:prstGeom prst="rect">
            <a:avLst/>
          </a:prstGeom>
        </p:spPr>
        <p:txBody>
          <a:bodyPr lIns="87947" tIns="44098" rIns="87947" bIns="44098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26"/>
            <a:ext cx="14630400" cy="6035665"/>
          </a:xfrm>
          <a:prstGeom prst="rect">
            <a:avLst/>
          </a:prstGeom>
        </p:spPr>
        <p:txBody>
          <a:bodyPr lIns="87947" tIns="44098" rIns="87947" bIns="44098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07"/>
            <a:ext cx="3793067" cy="486918"/>
          </a:xfrm>
          <a:prstGeom prst="rect">
            <a:avLst/>
          </a:prstGeom>
        </p:spPr>
        <p:txBody>
          <a:bodyPr lIns="87947" tIns="44098" rIns="87947" bIns="44098"/>
          <a:lstStyle/>
          <a:p>
            <a:pPr defTabSz="1398215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2" y="8476607"/>
            <a:ext cx="5147733" cy="486918"/>
          </a:xfrm>
          <a:prstGeom prst="rect">
            <a:avLst/>
          </a:prstGeom>
        </p:spPr>
        <p:txBody>
          <a:bodyPr lIns="87947" tIns="44098" rIns="87947" bIns="44098"/>
          <a:lstStyle/>
          <a:p>
            <a:pPr defTabSz="1398215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50" y="8476607"/>
            <a:ext cx="3793067" cy="486918"/>
          </a:xfrm>
          <a:prstGeom prst="rect">
            <a:avLst/>
          </a:prstGeom>
        </p:spPr>
        <p:txBody>
          <a:bodyPr lIns="87947" tIns="44098" rIns="87947" bIns="44098"/>
          <a:lstStyle/>
          <a:p>
            <a:pPr defTabSz="1398215"/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1398215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576831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889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32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368657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841063"/>
            <a:ext cx="13817600" cy="1960374"/>
          </a:xfrm>
          <a:prstGeom prst="rect">
            <a:avLst/>
          </a:prstGeom>
        </p:spPr>
        <p:txBody>
          <a:bodyPr lIns="87947" tIns="44103" rIns="87947" bIns="44103"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  <a:prstGeom prst="rect">
            <a:avLst/>
          </a:prstGeom>
        </p:spPr>
        <p:txBody>
          <a:bodyPr lIns="87947" tIns="44103" rIns="87947" bIns="44103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9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98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973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96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95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94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93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92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7" y="8476607"/>
            <a:ext cx="3793067" cy="486918"/>
          </a:xfrm>
          <a:prstGeom prst="rect">
            <a:avLst/>
          </a:prstGeom>
        </p:spPr>
        <p:txBody>
          <a:bodyPr lIns="87947" tIns="44103" rIns="87947" bIns="44103"/>
          <a:lstStyle>
            <a:lvl1pPr>
              <a:defRPr/>
            </a:lvl1pPr>
          </a:lstStyle>
          <a:p>
            <a:pPr defTabSz="1397937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42" y="8476607"/>
            <a:ext cx="5147733" cy="486918"/>
          </a:xfrm>
          <a:prstGeom prst="rect">
            <a:avLst/>
          </a:prstGeom>
        </p:spPr>
        <p:txBody>
          <a:bodyPr lIns="87947" tIns="44103" rIns="87947" bIns="44103"/>
          <a:lstStyle>
            <a:lvl1pPr>
              <a:defRPr/>
            </a:lvl1pPr>
          </a:lstStyle>
          <a:p>
            <a:pPr defTabSz="1397937">
              <a:defRPr/>
            </a:pPr>
            <a:endParaRPr lang="pt-BR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76159" y="8658677"/>
            <a:ext cx="3793067" cy="486918"/>
          </a:xfrm>
          <a:prstGeom prst="rect">
            <a:avLst/>
          </a:prstGeom>
        </p:spPr>
        <p:txBody>
          <a:bodyPr lIns="87947" tIns="44103" rIns="87947" bIns="44103"/>
          <a:lstStyle>
            <a:lvl1pPr>
              <a:defRPr/>
            </a:lvl1pPr>
          </a:lstStyle>
          <a:p>
            <a:pPr defTabSz="1397937">
              <a:defRPr/>
            </a:pPr>
            <a:fld id="{E859573C-7B9F-4FA8-BBBF-847049D72E07}" type="slidenum">
              <a:rPr lang="en-US" smtClean="0">
                <a:solidFill>
                  <a:prstClr val="black"/>
                </a:solidFill>
              </a:rPr>
              <a:pPr defTabSz="1397937"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45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090" y="609713"/>
            <a:ext cx="14625225" cy="700120"/>
          </a:xfrm>
          <a:prstGeom prst="rect">
            <a:avLst/>
          </a:prstGeom>
        </p:spPr>
        <p:txBody>
          <a:bodyPr lIns="88004" tIns="44134" rIns="88004" bIns="44134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090" y="2422268"/>
            <a:ext cx="14625225" cy="6111875"/>
          </a:xfrm>
          <a:prstGeom prst="rect">
            <a:avLst/>
          </a:prstGeom>
        </p:spPr>
        <p:txBody>
          <a:bodyPr lIns="88004" tIns="44134" rIns="88004" bIns="44134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083"/>
            <a:ext cx="14626169" cy="715482"/>
          </a:xfrm>
          <a:prstGeom prst="rect">
            <a:avLst/>
          </a:prstGeom>
        </p:spPr>
        <p:txBody>
          <a:bodyPr lIns="88004" tIns="44134" rIns="88004" bIns="44134"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8994" y="-187920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70"/>
            <a:ext cx="9668459" cy="6118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6805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4569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4107" y="2422273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2238" y="2422273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303" name="Group 302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304" name="Group 303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413" name="Straight Connector 4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" name="Group 4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6" name="Straight Connector 4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4" name="Straight Connector 4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2" name="Straight Connector 4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8" name="Group 4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0" name="Straight Connector 4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9" name="Group 4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8" name="Straight Connector 4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0" name="Group 4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6" name="Straight Connector 4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1" name="Group 4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4" name="Straight Connector 4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Group 4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2" name="Straight Connector 4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0" name="Straight Connector 4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8" name="Straight Connector 4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5" name="Group 4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6" name="Straight Connector 4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5" name="Group 304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78" name="Straight Connector 37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9" name="Group 37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11" name="Straight Connector 4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0" name="Group 37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9" name="Straight Connector 4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1" name="Group 38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7" name="Straight Connector 4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5" name="Straight Connector 4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3" name="Group 38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3" name="Straight Connector 4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Group 38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1" name="Straight Connector 4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5" name="Group 38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9" name="Straight Connector 3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6" name="Group 38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7" name="Straight Connector 3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7" name="Group 38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5" name="Straight Connector 3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Group 38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3" name="Straight Connector 3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1" name="Straight Connector 3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0" name="Straight Connector 38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43" name="Straight Connector 34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6" name="Straight Connector 3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Group 34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4" name="Straight Connector 3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6" name="Group 34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2" name="Straight Connector 3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7" name="Group 34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0" name="Straight Connector 3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8" name="Group 34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8" name="Straight Connector 3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9" name="Group 34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6" name="Straight Connector 3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34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4" name="Straight Connector 3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1" name="Group 35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2" name="Straight Connector 3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0" name="Straight Connector 3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Group 35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8" name="Straight Connector 3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Group 35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6" name="Straight Connector 3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5" name="Straight Connector 35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" name="Group 306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308" name="Straight Connector 30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1" name="Straight Connector 3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9" name="Straight Connector 3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7" name="Straight Connector 3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5" name="Straight Connector 3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4" name="Group 31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3" name="Straight Connector 3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5" name="Group 31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1" name="Straight Connector 3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6" name="Group 31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9" name="Straight Connector 3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Group 31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7" name="Straight Connector 3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" name="Group 31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5" name="Straight Connector 3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0" name="Group 31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5951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273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2" y="2422273"/>
            <a:ext cx="9653568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3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1652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273"/>
            <a:ext cx="9670336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2273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29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227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242227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2273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198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242227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242227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242227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2422273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4503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23" y="242227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401" y="242227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5051" y="242227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874" y="242227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1094" y="2422273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3646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368429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/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368429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368429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3684295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813748" y="6840201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4537801" y="6840201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8261842" y="6840201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11990114" y="6840201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9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86556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4107" y="1513111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2238" y="1513111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1" name="Group 150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960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7103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11"/>
            <a:ext cx="9670336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299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23" y="4953911"/>
            <a:ext cx="2708297" cy="3579903"/>
          </a:xfrm>
          <a:solidFill>
            <a:schemeClr val="tx2"/>
          </a:solidFill>
        </p:spPr>
        <p:txBody>
          <a:bodyPr lIns="139926" tIns="139926" rIns="139926" bIns="139926">
            <a:noAutofit/>
          </a:bodyPr>
          <a:lstStyle>
            <a:lvl1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401" y="4953911"/>
            <a:ext cx="2708297" cy="3579903"/>
          </a:xfrm>
          <a:solidFill>
            <a:schemeClr val="accent4"/>
          </a:solidFill>
        </p:spPr>
        <p:txBody>
          <a:bodyPr lIns="139926" tIns="139926" rIns="139926" bIns="139926">
            <a:noAutofit/>
          </a:bodyPr>
          <a:lstStyle>
            <a:lvl1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5051" y="4953911"/>
            <a:ext cx="2708297" cy="3579903"/>
          </a:xfrm>
          <a:solidFill>
            <a:schemeClr val="accent2"/>
          </a:solidFill>
        </p:spPr>
        <p:txBody>
          <a:bodyPr lIns="139926" tIns="139926" rIns="139926" bIns="139926">
            <a:noAutofit/>
          </a:bodyPr>
          <a:lstStyle>
            <a:lvl1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874" y="4953911"/>
            <a:ext cx="2708297" cy="3579903"/>
          </a:xfrm>
          <a:solidFill>
            <a:schemeClr val="accent3"/>
          </a:solidFill>
        </p:spPr>
        <p:txBody>
          <a:bodyPr lIns="139926" tIns="139926" rIns="139926" bIns="139926">
            <a:noAutofit/>
          </a:bodyPr>
          <a:lstStyle>
            <a:lvl1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1094" y="4953911"/>
            <a:ext cx="2708297" cy="3579903"/>
          </a:xfrm>
          <a:solidFill>
            <a:schemeClr val="accent1"/>
          </a:solidFill>
        </p:spPr>
        <p:txBody>
          <a:bodyPr lIns="139926" tIns="139926" rIns="139926" bIns="139926">
            <a:noAutofit/>
          </a:bodyPr>
          <a:lstStyle>
            <a:lvl1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62364" indent="-262364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5" name="Group 154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56" name="Group 155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9" name="Straight Connector 26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4" name="Straight Connector 23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Straight Connector 24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9" name="Straight Connector 19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Straight Connector 21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0" name="Straight Connector 159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oup 161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5" name="Straight Connector 304"/>
          <p:cNvCxnSpPr/>
          <p:nvPr userDrawn="1"/>
        </p:nvCxnSpPr>
        <p:spPr>
          <a:xfrm>
            <a:off x="817035" y="3480403"/>
            <a:ext cx="270501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 userDrawn="1"/>
        </p:nvCxnSpPr>
        <p:spPr>
          <a:xfrm>
            <a:off x="3796267" y="3480403"/>
            <a:ext cx="27050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 userDrawn="1"/>
        </p:nvCxnSpPr>
        <p:spPr>
          <a:xfrm>
            <a:off x="6798155" y="3480403"/>
            <a:ext cx="270501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 userDrawn="1"/>
        </p:nvCxnSpPr>
        <p:spPr>
          <a:xfrm>
            <a:off x="9754731" y="3480403"/>
            <a:ext cx="27050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 userDrawn="1"/>
        </p:nvCxnSpPr>
        <p:spPr>
          <a:xfrm>
            <a:off x="12733956" y="3480403"/>
            <a:ext cx="270501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93079" y="3684001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817045" y="3684001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93845" y="3684001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750424" y="3684001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3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12729654" y="3684001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796275" y="2421057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4"/>
                </a:solidFill>
                <a:latin typeface="Arial Narrow" panose="020B0606020202030204" pitchFamily="34" charset="0"/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773355" y="2421057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9753610" y="2421057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0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12744298" y="2421057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1"/>
                </a:solidFill>
                <a:latin typeface="Arial Narrow" panose="020B0606020202030204" pitchFamily="34" charset="0"/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1" name="Text Placeholder 2"/>
          <p:cNvSpPr>
            <a:spLocks noGrp="1"/>
          </p:cNvSpPr>
          <p:nvPr>
            <p:ph type="body" idx="26"/>
          </p:nvPr>
        </p:nvSpPr>
        <p:spPr>
          <a:xfrm>
            <a:off x="813756" y="2421086"/>
            <a:ext cx="2706137" cy="945037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700" b="1" i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41864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/>
          <p:cNvGrpSpPr/>
          <p:nvPr userDrawn="1"/>
        </p:nvGrpSpPr>
        <p:grpSpPr>
          <a:xfrm>
            <a:off x="-268989" y="-187920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6" name="Content Placeholder 2"/>
          <p:cNvSpPr>
            <a:spLocks noGrp="1"/>
          </p:cNvSpPr>
          <p:nvPr>
            <p:ph idx="12"/>
          </p:nvPr>
        </p:nvSpPr>
        <p:spPr>
          <a:xfrm>
            <a:off x="10744510" y="609757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7232" indent="-267232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7232" indent="-267232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7232" indent="-267232">
              <a:defRPr/>
            </a:lvl4pPr>
            <a:lvl5pPr marL="267232" indent="-267232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7232" lvl="2" indent="-267232" algn="l" defTabSz="1399293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7232" lvl="2" indent="-267232" algn="l" defTabSz="1399293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7232" lvl="2" indent="-267232" algn="l" defTabSz="1399293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TextBox 156"/>
          <p:cNvSpPr txBox="1"/>
          <p:nvPr userDrawn="1"/>
        </p:nvSpPr>
        <p:spPr>
          <a:xfrm>
            <a:off x="14468573" y="8757616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03" name="Rectangle 302"/>
          <p:cNvSpPr/>
          <p:nvPr userDrawn="1"/>
        </p:nvSpPr>
        <p:spPr>
          <a:xfrm>
            <a:off x="12513038" y="8757616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10" name="Content Placeholder 2"/>
          <p:cNvSpPr>
            <a:spLocks noGrp="1"/>
          </p:cNvSpPr>
          <p:nvPr>
            <p:ph idx="15"/>
          </p:nvPr>
        </p:nvSpPr>
        <p:spPr>
          <a:xfrm>
            <a:off x="813746" y="609757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7232" indent="-267232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7232" indent="-267232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7232" indent="-267232">
              <a:defRPr/>
            </a:lvl4pPr>
            <a:lvl5pPr marL="267232" indent="-267232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7232" lvl="2" indent="-267232" algn="l" defTabSz="1399293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7232" lvl="2" indent="-267232" algn="l" defTabSz="1399293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7232" lvl="2" indent="-267232" algn="l" defTabSz="1399293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11" name="Content Placeholder 2"/>
          <p:cNvSpPr>
            <a:spLocks noGrp="1"/>
          </p:cNvSpPr>
          <p:nvPr>
            <p:ph idx="14"/>
          </p:nvPr>
        </p:nvSpPr>
        <p:spPr>
          <a:xfrm>
            <a:off x="5789642" y="609757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67232" indent="-267232">
              <a:spcBef>
                <a:spcPts val="5707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67232" indent="-267232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67232" indent="-267232">
              <a:defRPr/>
            </a:lvl4pPr>
            <a:lvl5pPr marL="267232" indent="-267232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67232" lvl="2" indent="-267232" algn="l" defTabSz="1399293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67232" lvl="2" indent="-267232" algn="l" defTabSz="1399293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67232" lvl="2" indent="-267232" algn="l" defTabSz="1399293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5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178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090" y="605863"/>
            <a:ext cx="14625225" cy="43417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6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092" y="5375597"/>
            <a:ext cx="146252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694"/>
            <a:ext cx="9668459" cy="2783470"/>
          </a:xfrm>
        </p:spPr>
        <p:txBody>
          <a:bodyPr>
            <a:noAutofit/>
          </a:bodyPr>
          <a:lstStyle>
            <a:lvl1pPr marL="262364" indent="-262364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1pPr>
            <a:lvl2pPr marL="262364" indent="-262364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2pPr>
            <a:lvl3pPr marL="262364" indent="-262364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3pPr>
            <a:lvl4pPr marL="262364" indent="-262364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4pPr>
            <a:lvl5pPr marL="262364" indent="-262364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971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090" y="605863"/>
            <a:ext cx="14625225" cy="4341755"/>
          </a:xfrm>
        </p:spPr>
        <p:txBody>
          <a:bodyPr>
            <a:noAutofit/>
          </a:bodyPr>
          <a:lstStyle>
            <a:lvl1pPr marL="1049478" indent="-1049478">
              <a:lnSpc>
                <a:spcPct val="90000"/>
              </a:lnSpc>
              <a:spcAft>
                <a:spcPts val="951"/>
              </a:spcAft>
              <a:buFont typeface="Georgia" panose="02040502050405020303" pitchFamily="18" charset="0"/>
              <a:buChar char="+"/>
              <a:defRPr sz="7800" i="1" cap="none" spc="-238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6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090" y="5375597"/>
            <a:ext cx="146252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577"/>
            <a:ext cx="9668459" cy="277258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844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46" y="1527254"/>
            <a:ext cx="12142524" cy="46835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spc="-238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6842102"/>
            <a:ext cx="14629454" cy="1691664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Aft>
                <a:spcPts val="951"/>
              </a:spcAft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1700" b="0" i="0">
                <a:solidFill>
                  <a:schemeClr val="tx2"/>
                </a:solidFill>
                <a:latin typeface="+mj-lt"/>
              </a:defRPr>
            </a:lvl2pPr>
            <a:lvl3pPr>
              <a:defRPr sz="1700" b="0" i="0">
                <a:solidFill>
                  <a:schemeClr val="tx2"/>
                </a:solidFill>
                <a:latin typeface="+mj-lt"/>
              </a:defRPr>
            </a:lvl3pPr>
            <a:lvl4pPr>
              <a:defRPr sz="1700" b="0" i="0">
                <a:solidFill>
                  <a:schemeClr val="tx2"/>
                </a:solidFill>
                <a:latin typeface="+mj-lt"/>
              </a:defRPr>
            </a:lvl4pPr>
            <a:lvl5pPr>
              <a:defRPr sz="17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60972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 i="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6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67" name="Straight Connector 166"/>
          <p:cNvCxnSpPr/>
          <p:nvPr userDrawn="1"/>
        </p:nvCxnSpPr>
        <p:spPr>
          <a:xfrm>
            <a:off x="819280" y="6638861"/>
            <a:ext cx="14617440" cy="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394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83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6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99293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940" y="2422273"/>
            <a:ext cx="14737829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5379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83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  <a:noAutofit/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1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2236" y="1513083"/>
            <a:ext cx="7177147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2273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9"/>
          </p:nvPr>
        </p:nvSpPr>
        <p:spPr>
          <a:xfrm>
            <a:off x="8256907" y="2422273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5939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83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  <a:noAutofit/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1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828" y="1513083"/>
            <a:ext cx="7177136" cy="715482"/>
          </a:xfrm>
        </p:spPr>
        <p:txBody>
          <a:bodyPr anchor="t">
            <a:noAutofit/>
          </a:bodyPr>
          <a:lstStyle>
            <a:lvl1pPr marL="0" indent="0">
              <a:buNone/>
              <a:defRPr sz="2100" b="0">
                <a:solidFill>
                  <a:schemeClr val="accent3"/>
                </a:solidFill>
              </a:defRPr>
            </a:lvl1pPr>
            <a:lvl2pPr marL="699642" indent="0">
              <a:buNone/>
              <a:defRPr sz="3200" b="1"/>
            </a:lvl2pPr>
            <a:lvl3pPr marL="1399293" indent="0">
              <a:buNone/>
              <a:defRPr sz="2900" b="1"/>
            </a:lvl3pPr>
            <a:lvl4pPr marL="2098956" indent="0">
              <a:buNone/>
              <a:defRPr sz="2500" b="1"/>
            </a:lvl4pPr>
            <a:lvl5pPr marL="2798604" indent="0">
              <a:buNone/>
              <a:defRPr sz="2500" b="1"/>
            </a:lvl5pPr>
            <a:lvl6pPr marL="3498264" indent="0">
              <a:buNone/>
              <a:defRPr sz="2500" b="1"/>
            </a:lvl6pPr>
            <a:lvl7pPr marL="4197916" indent="0">
              <a:buNone/>
              <a:defRPr sz="2500" b="1"/>
            </a:lvl7pPr>
            <a:lvl8pPr marL="4897566" indent="0">
              <a:buNone/>
              <a:defRPr sz="2500" b="1"/>
            </a:lvl8pPr>
            <a:lvl9pPr marL="5597220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0" name="Content Placeholder 2"/>
          <p:cNvSpPr>
            <a:spLocks noGrp="1"/>
          </p:cNvSpPr>
          <p:nvPr>
            <p:ph idx="12"/>
          </p:nvPr>
        </p:nvSpPr>
        <p:spPr>
          <a:xfrm>
            <a:off x="10744510" y="242227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1" name="Content Placeholder 2"/>
          <p:cNvSpPr>
            <a:spLocks noGrp="1"/>
          </p:cNvSpPr>
          <p:nvPr>
            <p:ph idx="17"/>
          </p:nvPr>
        </p:nvSpPr>
        <p:spPr>
          <a:xfrm>
            <a:off x="5789642" y="242227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2273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815634" y="8533770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399293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810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090" y="605863"/>
            <a:ext cx="14625225" cy="43417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  <a:noAutofit/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1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4092" y="5375597"/>
            <a:ext cx="146252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2892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74315" y="206980"/>
            <a:ext cx="6092204" cy="4341755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spcAft>
                <a:spcPts val="951"/>
              </a:spcAft>
              <a:defRPr sz="8900" cap="none" spc="-238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606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971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344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718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9081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44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816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4187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551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915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3310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7308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606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971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344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718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9081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44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816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4187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551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915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3310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62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9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9926" tIns="69941" rIns="139926" bIns="69941" numCol="1" anchor="t" anchorCtr="0" compatLnSpc="1">
            <a:prstTxWarp prst="textNoShape">
              <a:avLst/>
            </a:prstTxWarp>
            <a:noAutofit/>
          </a:bodyPr>
          <a:lstStyle/>
          <a:p>
            <a:pPr defTabSz="1399293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47" name="Text Placeholder 6"/>
          <p:cNvSpPr>
            <a:spLocks noGrp="1"/>
          </p:cNvSpPr>
          <p:nvPr>
            <p:ph type="body" sz="quarter" idx="14"/>
          </p:nvPr>
        </p:nvSpPr>
        <p:spPr bwMode="gray">
          <a:xfrm>
            <a:off x="5203448" y="4675987"/>
            <a:ext cx="5833931" cy="3371211"/>
          </a:xfrm>
        </p:spPr>
        <p:txBody>
          <a:bodyPr>
            <a:noAutofit/>
          </a:bodyPr>
          <a:lstStyle>
            <a:lvl1pPr marL="0" indent="0" algn="ctr">
              <a:lnSpc>
                <a:spcPct val="95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3700" i="1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 bwMode="gray">
          <a:xfrm>
            <a:off x="6039035" y="8307622"/>
            <a:ext cx="4162777" cy="613939"/>
          </a:xfrm>
        </p:spPr>
        <p:txBody>
          <a:bodyPr/>
          <a:lstStyle>
            <a:lvl3pPr algn="ctr"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2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900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4282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3840" y="2421932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1915" y="2421932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303" name="Group 302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304" name="Group 303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413" name="Straight Connector 4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" name="Group 4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6" name="Straight Connector 4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4" name="Straight Connector 4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2" name="Straight Connector 4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8" name="Group 4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0" name="Straight Connector 4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9" name="Group 4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8" name="Straight Connector 4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0" name="Group 4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6" name="Straight Connector 4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1" name="Group 4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4" name="Straight Connector 4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Group 4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2" name="Straight Connector 4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0" name="Straight Connector 4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8" name="Straight Connector 4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5" name="Group 4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6" name="Straight Connector 4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5" name="Group 304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78" name="Straight Connector 37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9" name="Group 37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11" name="Straight Connector 4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0" name="Group 37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9" name="Straight Connector 4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1" name="Group 38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7" name="Straight Connector 4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5" name="Straight Connector 4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3" name="Group 38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3" name="Straight Connector 4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Group 38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1" name="Straight Connector 4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5" name="Group 38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9" name="Straight Connector 3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6" name="Group 38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7" name="Straight Connector 3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7" name="Group 38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5" name="Straight Connector 3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Group 38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3" name="Straight Connector 3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1" name="Straight Connector 3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0" name="Straight Connector 38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43" name="Straight Connector 34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6" name="Straight Connector 3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Group 34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4" name="Straight Connector 3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6" name="Group 34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2" name="Straight Connector 3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7" name="Group 34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0" name="Straight Connector 3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8" name="Group 34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8" name="Straight Connector 3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9" name="Group 34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6" name="Straight Connector 3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34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4" name="Straight Connector 3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1" name="Group 35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2" name="Straight Connector 3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0" name="Straight Connector 3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Group 35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8" name="Straight Connector 3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Group 35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6" name="Straight Connector 3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5" name="Straight Connector 35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" name="Group 306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308" name="Straight Connector 30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1" name="Straight Connector 3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9" name="Straight Connector 3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7" name="Straight Connector 3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5" name="Straight Connector 3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4" name="Group 31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3" name="Straight Connector 3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5" name="Group 31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1" name="Straight Connector 3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6" name="Group 31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9" name="Straight Connector 3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Group 31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7" name="Straight Connector 3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" name="Group 31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5" name="Straight Connector 3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0" name="Group 31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61741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1932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2" y="2421932"/>
            <a:ext cx="9653568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3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5075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1932"/>
            <a:ext cx="9670336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1932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518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1932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2421932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1932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424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1647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40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060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4955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533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0771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0401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92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813748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4537801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8261842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11990114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9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82210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3840" y="1513111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1915" y="1513111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1" name="Group 150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919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373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11"/>
            <a:ext cx="9670336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11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728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40" y="4953911"/>
            <a:ext cx="2708297" cy="3579903"/>
          </a:xfrm>
          <a:solidFill>
            <a:schemeClr val="tx2"/>
          </a:solidFill>
        </p:spPr>
        <p:txBody>
          <a:bodyPr lIns="144288" tIns="144288" rIns="144288" bIns="144288">
            <a:noAutofit/>
          </a:bodyPr>
          <a:lstStyle>
            <a:lvl1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060" y="4953911"/>
            <a:ext cx="2708297" cy="3579903"/>
          </a:xfrm>
          <a:solidFill>
            <a:schemeClr val="accent4"/>
          </a:solidFill>
        </p:spPr>
        <p:txBody>
          <a:bodyPr lIns="144288" tIns="144288" rIns="144288" bIns="144288">
            <a:noAutofit/>
          </a:bodyPr>
          <a:lstStyle>
            <a:lvl1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4955" y="4953911"/>
            <a:ext cx="2708297" cy="3579903"/>
          </a:xfrm>
          <a:solidFill>
            <a:schemeClr val="accent2"/>
          </a:solidFill>
        </p:spPr>
        <p:txBody>
          <a:bodyPr lIns="144288" tIns="144288" rIns="144288" bIns="144288">
            <a:noAutofit/>
          </a:bodyPr>
          <a:lstStyle>
            <a:lvl1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533" y="4953911"/>
            <a:ext cx="2708297" cy="3579903"/>
          </a:xfrm>
          <a:solidFill>
            <a:schemeClr val="accent3"/>
          </a:solidFill>
        </p:spPr>
        <p:txBody>
          <a:bodyPr lIns="144288" tIns="144288" rIns="144288" bIns="144288">
            <a:noAutofit/>
          </a:bodyPr>
          <a:lstStyle>
            <a:lvl1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0771" y="4953911"/>
            <a:ext cx="2708297" cy="3579903"/>
          </a:xfrm>
          <a:solidFill>
            <a:schemeClr val="accent1"/>
          </a:solidFill>
        </p:spPr>
        <p:txBody>
          <a:bodyPr lIns="144288" tIns="144288" rIns="144288" bIns="144288">
            <a:noAutofit/>
          </a:bodyPr>
          <a:lstStyle>
            <a:lvl1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556" indent="-270556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5" name="Group 154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6" name="Group 155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9" name="Straight Connector 26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4" name="Straight Connector 23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Straight Connector 24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9" name="Straight Connector 19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Straight Connector 21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0" name="Straight Connector 159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oup 161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5" name="Straight Connector 304"/>
          <p:cNvCxnSpPr/>
          <p:nvPr userDrawn="1"/>
        </p:nvCxnSpPr>
        <p:spPr>
          <a:xfrm>
            <a:off x="817035" y="3480403"/>
            <a:ext cx="270501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 userDrawn="1"/>
        </p:nvCxnSpPr>
        <p:spPr>
          <a:xfrm>
            <a:off x="3796267" y="3480403"/>
            <a:ext cx="27050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 userDrawn="1"/>
        </p:nvCxnSpPr>
        <p:spPr>
          <a:xfrm>
            <a:off x="6798155" y="3480403"/>
            <a:ext cx="270501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 userDrawn="1"/>
        </p:nvCxnSpPr>
        <p:spPr>
          <a:xfrm>
            <a:off x="9754731" y="3480403"/>
            <a:ext cx="27050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 userDrawn="1"/>
        </p:nvCxnSpPr>
        <p:spPr>
          <a:xfrm>
            <a:off x="12733956" y="3480403"/>
            <a:ext cx="270501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93079" y="3683967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817045" y="3683967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93845" y="3683967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750424" y="3683967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3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12729654" y="3683967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796275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4"/>
                </a:solidFill>
                <a:latin typeface="Arial Narrow" panose="020B0606020202030204" pitchFamily="34" charset="0"/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773355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9753610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0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12744298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1"/>
                </a:solidFill>
                <a:latin typeface="Arial Narrow" panose="020B0606020202030204" pitchFamily="34" charset="0"/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1" name="Text Placeholder 2"/>
          <p:cNvSpPr>
            <a:spLocks noGrp="1"/>
          </p:cNvSpPr>
          <p:nvPr>
            <p:ph type="body" idx="26"/>
          </p:nvPr>
        </p:nvSpPr>
        <p:spPr>
          <a:xfrm>
            <a:off x="813756" y="2420757"/>
            <a:ext cx="2706137" cy="945037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700" b="1" i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69746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6" name="Content Placeholder 2"/>
          <p:cNvSpPr>
            <a:spLocks noGrp="1"/>
          </p:cNvSpPr>
          <p:nvPr>
            <p:ph idx="12"/>
          </p:nvPr>
        </p:nvSpPr>
        <p:spPr>
          <a:xfrm>
            <a:off x="10744510" y="609755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5563" indent="-275563">
              <a:spcBef>
                <a:spcPts val="5713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75563" indent="-275563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75563" indent="-275563">
              <a:defRPr/>
            </a:lvl4pPr>
            <a:lvl5pPr marL="275563" indent="-275563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75563" lvl="2" indent="-275563" algn="l" defTabSz="1442982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75563" lvl="2" indent="-275563" algn="l" defTabSz="1442982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75563" lvl="2" indent="-275563" algn="l" defTabSz="1442982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TextBox 156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03" name="Rectangle 302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10" name="Content Placeholder 2"/>
          <p:cNvSpPr>
            <a:spLocks noGrp="1"/>
          </p:cNvSpPr>
          <p:nvPr>
            <p:ph idx="15"/>
          </p:nvPr>
        </p:nvSpPr>
        <p:spPr>
          <a:xfrm>
            <a:off x="813746" y="609755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5563" indent="-275563">
              <a:spcBef>
                <a:spcPts val="5713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75563" indent="-275563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75563" indent="-275563">
              <a:defRPr/>
            </a:lvl4pPr>
            <a:lvl5pPr marL="275563" indent="-275563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75563" lvl="2" indent="-275563" algn="l" defTabSz="1442982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75563" lvl="2" indent="-275563" algn="l" defTabSz="1442982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75563" lvl="2" indent="-275563" algn="l" defTabSz="1442982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11" name="Content Placeholder 2"/>
          <p:cNvSpPr>
            <a:spLocks noGrp="1"/>
          </p:cNvSpPr>
          <p:nvPr>
            <p:ph idx="14"/>
          </p:nvPr>
        </p:nvSpPr>
        <p:spPr>
          <a:xfrm>
            <a:off x="5789642" y="609755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5563" indent="-275563">
              <a:spcBef>
                <a:spcPts val="5713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75563" indent="-275563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75563" indent="-275563">
              <a:defRPr/>
            </a:lvl4pPr>
            <a:lvl5pPr marL="275563" indent="-275563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75563" lvl="2" indent="-275563" algn="l" defTabSz="1442982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75563" lvl="2" indent="-275563" algn="l" defTabSz="1442982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75563" lvl="2" indent="-275563" algn="l" defTabSz="1442982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5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0729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37" y="605533"/>
            <a:ext cx="14625225" cy="43417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3839" y="5375597"/>
            <a:ext cx="146252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694"/>
            <a:ext cx="9668459" cy="2783470"/>
          </a:xfrm>
        </p:spPr>
        <p:txBody>
          <a:bodyPr>
            <a:noAutofit/>
          </a:bodyPr>
          <a:lstStyle>
            <a:lvl1pPr marL="270556" indent="-270556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1pPr>
            <a:lvl2pPr marL="270556" indent="-270556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2pPr>
            <a:lvl3pPr marL="270556" indent="-270556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3pPr>
            <a:lvl4pPr marL="270556" indent="-270556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4pPr>
            <a:lvl5pPr marL="270556" indent="-270556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5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37" y="605533"/>
            <a:ext cx="14625225" cy="4341755"/>
          </a:xfrm>
        </p:spPr>
        <p:txBody>
          <a:bodyPr>
            <a:noAutofit/>
          </a:bodyPr>
          <a:lstStyle>
            <a:lvl1pPr marL="1082243" indent="-1082243">
              <a:lnSpc>
                <a:spcPct val="90000"/>
              </a:lnSpc>
              <a:spcAft>
                <a:spcPts val="951"/>
              </a:spcAft>
              <a:buFont typeface="Georgia" panose="02040502050405020303" pitchFamily="18" charset="0"/>
              <a:buChar char="+"/>
              <a:defRPr sz="7800" i="1" cap="none" spc="-238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3840" y="5375597"/>
            <a:ext cx="146252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240"/>
            <a:ext cx="9668459" cy="277258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84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46" y="1526923"/>
            <a:ext cx="12142524" cy="46835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spc="-238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6842102"/>
            <a:ext cx="14629454" cy="1691664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Aft>
                <a:spcPts val="951"/>
              </a:spcAft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1700" b="0" i="0">
                <a:solidFill>
                  <a:schemeClr val="tx2"/>
                </a:solidFill>
                <a:latin typeface="+mj-lt"/>
              </a:defRPr>
            </a:lvl2pPr>
            <a:lvl3pPr>
              <a:defRPr sz="1700" b="0" i="0">
                <a:solidFill>
                  <a:schemeClr val="tx2"/>
                </a:solidFill>
                <a:latin typeface="+mj-lt"/>
              </a:defRPr>
            </a:lvl3pPr>
            <a:lvl4pPr>
              <a:defRPr sz="1700" b="0" i="0">
                <a:solidFill>
                  <a:schemeClr val="tx2"/>
                </a:solidFill>
                <a:latin typeface="+mj-lt"/>
              </a:defRPr>
            </a:lvl4pPr>
            <a:lvl5pPr>
              <a:defRPr sz="17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609735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 i="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67" name="Straight Connector 166"/>
          <p:cNvCxnSpPr/>
          <p:nvPr userDrawn="1"/>
        </p:nvCxnSpPr>
        <p:spPr>
          <a:xfrm>
            <a:off x="819280" y="6638861"/>
            <a:ext cx="14617440" cy="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66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92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2982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838" y="2421932"/>
            <a:ext cx="14737829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661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92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  <a:noAutofit/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4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918" y="1513092"/>
            <a:ext cx="7177147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1932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9"/>
          </p:nvPr>
        </p:nvSpPr>
        <p:spPr>
          <a:xfrm>
            <a:off x="8256907" y="2421932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7213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92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  <a:noAutofit/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4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828" y="1513092"/>
            <a:ext cx="7177136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500" indent="0">
              <a:buNone/>
              <a:defRPr sz="3200" b="1"/>
            </a:lvl2pPr>
            <a:lvl3pPr marL="1442982" indent="0">
              <a:buNone/>
              <a:defRPr sz="2900" b="1"/>
            </a:lvl3pPr>
            <a:lvl4pPr marL="2164480" indent="0">
              <a:buNone/>
              <a:defRPr sz="2500" b="1"/>
            </a:lvl4pPr>
            <a:lvl5pPr marL="2885982" indent="0">
              <a:buNone/>
              <a:defRPr sz="2500" b="1"/>
            </a:lvl5pPr>
            <a:lvl6pPr marL="3607484" indent="0">
              <a:buNone/>
              <a:defRPr sz="2500" b="1"/>
            </a:lvl6pPr>
            <a:lvl7pPr marL="4328986" indent="0">
              <a:buNone/>
              <a:defRPr sz="2500" b="1"/>
            </a:lvl7pPr>
            <a:lvl8pPr marL="5050480" indent="0">
              <a:buNone/>
              <a:defRPr sz="2500" b="1"/>
            </a:lvl8pPr>
            <a:lvl9pPr marL="5771971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0" name="Content Placeholder 2"/>
          <p:cNvSpPr>
            <a:spLocks noGrp="1"/>
          </p:cNvSpPr>
          <p:nvPr>
            <p:ph idx="12"/>
          </p:nvPr>
        </p:nvSpPr>
        <p:spPr>
          <a:xfrm>
            <a:off x="10744510" y="2421932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1" name="Content Placeholder 2"/>
          <p:cNvSpPr>
            <a:spLocks noGrp="1"/>
          </p:cNvSpPr>
          <p:nvPr>
            <p:ph idx="17"/>
          </p:nvPr>
        </p:nvSpPr>
        <p:spPr>
          <a:xfrm>
            <a:off x="5789642" y="2421932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1932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2982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303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37" y="605533"/>
            <a:ext cx="14625225" cy="43417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  <a:noAutofit/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6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4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3839" y="5375597"/>
            <a:ext cx="146252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65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74315" y="206649"/>
            <a:ext cx="6092204" cy="4341755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spcAft>
                <a:spcPts val="951"/>
              </a:spcAft>
              <a:defRPr sz="8900" cap="none" spc="-238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7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21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82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46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7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9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58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6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83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81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7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21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82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46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7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9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58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6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83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81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9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6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288" tIns="72138" rIns="144288" bIns="72138" numCol="1" anchor="t" anchorCtr="0" compatLnSpc="1">
            <a:prstTxWarp prst="textNoShape">
              <a:avLst/>
            </a:prstTxWarp>
            <a:noAutofit/>
          </a:bodyPr>
          <a:lstStyle/>
          <a:p>
            <a:pPr defTabSz="1442982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47" name="Text Placeholder 6"/>
          <p:cNvSpPr>
            <a:spLocks noGrp="1"/>
          </p:cNvSpPr>
          <p:nvPr>
            <p:ph type="body" sz="quarter" idx="14"/>
          </p:nvPr>
        </p:nvSpPr>
        <p:spPr bwMode="gray">
          <a:xfrm>
            <a:off x="5203448" y="4675650"/>
            <a:ext cx="5833931" cy="3371211"/>
          </a:xfrm>
        </p:spPr>
        <p:txBody>
          <a:bodyPr>
            <a:noAutofit/>
          </a:bodyPr>
          <a:lstStyle>
            <a:lvl1pPr marL="0" indent="0" algn="ctr">
              <a:lnSpc>
                <a:spcPct val="95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3700" i="1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 bwMode="gray">
          <a:xfrm>
            <a:off x="6039035" y="8307290"/>
            <a:ext cx="4162777" cy="613939"/>
          </a:xfrm>
        </p:spPr>
        <p:txBody>
          <a:bodyPr/>
          <a:lstStyle>
            <a:lvl3pPr algn="ctr"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2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0265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5986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3831" y="2421932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1908" y="2421932"/>
            <a:ext cx="7177143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303" name="Group 302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304" name="Group 303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413" name="Straight Connector 4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" name="Group 4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6" name="Straight Connector 4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4" name="Straight Connector 4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2" name="Straight Connector 4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8" name="Group 4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0" name="Straight Connector 4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9" name="Group 4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8" name="Straight Connector 4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0" name="Group 4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6" name="Straight Connector 4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1" name="Group 4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4" name="Straight Connector 4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Group 4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2" name="Straight Connector 4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0" name="Straight Connector 4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8" name="Straight Connector 4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5" name="Group 4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6" name="Straight Connector 4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5" name="Group 304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78" name="Straight Connector 37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9" name="Group 37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11" name="Straight Connector 4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0" name="Group 37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9" name="Straight Connector 4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1" name="Group 38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7" name="Straight Connector 4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5" name="Straight Connector 4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3" name="Group 38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3" name="Straight Connector 4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Group 38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1" name="Straight Connector 4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5" name="Group 38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9" name="Straight Connector 3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6" name="Group 38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7" name="Straight Connector 3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7" name="Group 38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5" name="Straight Connector 3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Group 38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3" name="Straight Connector 3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1" name="Straight Connector 3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0" name="Straight Connector 38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43" name="Straight Connector 34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6" name="Straight Connector 3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Group 34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4" name="Straight Connector 3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6" name="Group 34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2" name="Straight Connector 3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7" name="Group 34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0" name="Straight Connector 3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8" name="Group 34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8" name="Straight Connector 3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9" name="Group 34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6" name="Straight Connector 3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34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4" name="Straight Connector 3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1" name="Group 35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2" name="Straight Connector 3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0" name="Straight Connector 3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Group 35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8" name="Straight Connector 3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Group 35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6" name="Straight Connector 3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5" name="Straight Connector 35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" name="Group 306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308" name="Straight Connector 30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1" name="Straight Connector 3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9" name="Straight Connector 3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7" name="Straight Connector 3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5" name="Straight Connector 3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4" name="Group 31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3" name="Straight Connector 3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5" name="Group 31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1" name="Straight Connector 3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6" name="Group 31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9" name="Straight Connector 3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Group 31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7" name="Straight Connector 3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" name="Group 31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5" name="Straight Connector 3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0" name="Group 31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1419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1932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32" y="2421932"/>
            <a:ext cx="9653568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3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5730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1932"/>
            <a:ext cx="9670336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1932"/>
            <a:ext cx="4694450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6" name="Group 165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67" name="Group 166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477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2421932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2421932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2421932"/>
            <a:ext cx="4694450" cy="61118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8452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2421932"/>
            <a:ext cx="3453104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2069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30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054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4943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524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0764" y="2421932"/>
            <a:ext cx="2708297" cy="6111875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913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8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1513083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/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4537801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8261842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11990114" y="368398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813748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4537801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8261842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11990114" y="6839909"/>
            <a:ext cx="3453104" cy="2294357"/>
          </a:xfrm>
        </p:spPr>
        <p:txBody>
          <a:bodyPr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9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2415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813831" y="1513104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8261908" y="1513104"/>
            <a:ext cx="7177143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1" name="Group 150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89858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04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5789642" y="1513104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04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7536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1513104"/>
            <a:ext cx="9670336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10744510" y="1513104"/>
            <a:ext cx="4694450" cy="702070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4" name="Group 153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5" name="Group 154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9531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30" y="4953903"/>
            <a:ext cx="2708297" cy="3579903"/>
          </a:xfrm>
          <a:solidFill>
            <a:schemeClr val="tx2"/>
          </a:solidFill>
        </p:spPr>
        <p:txBody>
          <a:bodyPr lIns="144360" tIns="144360" rIns="144360" bIns="144360">
            <a:noAutofit/>
          </a:bodyPr>
          <a:lstStyle>
            <a:lvl1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3793054" y="4953903"/>
            <a:ext cx="2708297" cy="3579903"/>
          </a:xfrm>
          <a:solidFill>
            <a:schemeClr val="accent4"/>
          </a:solidFill>
        </p:spPr>
        <p:txBody>
          <a:bodyPr lIns="144360" tIns="144360" rIns="144360" bIns="144360">
            <a:noAutofit/>
          </a:bodyPr>
          <a:lstStyle>
            <a:lvl1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6794943" y="4953903"/>
            <a:ext cx="2708297" cy="3579903"/>
          </a:xfrm>
          <a:solidFill>
            <a:schemeClr val="accent2"/>
          </a:solidFill>
        </p:spPr>
        <p:txBody>
          <a:bodyPr lIns="144360" tIns="144360" rIns="144360" bIns="144360">
            <a:noAutofit/>
          </a:bodyPr>
          <a:lstStyle>
            <a:lvl1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9751524" y="4953903"/>
            <a:ext cx="2708297" cy="3579903"/>
          </a:xfrm>
          <a:solidFill>
            <a:schemeClr val="accent3"/>
          </a:solidFill>
        </p:spPr>
        <p:txBody>
          <a:bodyPr lIns="144360" tIns="144360" rIns="144360" bIns="144360">
            <a:noAutofit/>
          </a:bodyPr>
          <a:lstStyle>
            <a:lvl1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12730764" y="4953903"/>
            <a:ext cx="2708297" cy="3579903"/>
          </a:xfrm>
          <a:solidFill>
            <a:schemeClr val="accent1"/>
          </a:solidFill>
        </p:spPr>
        <p:txBody>
          <a:bodyPr lIns="144360" tIns="144360" rIns="144360" bIns="144360">
            <a:noAutofit/>
          </a:bodyPr>
          <a:lstStyle>
            <a:lvl1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1pPr>
            <a:lvl2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2pPr>
            <a:lvl3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3pPr>
            <a:lvl4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4pPr>
            <a:lvl5pPr marL="270691" indent="-270691">
              <a:lnSpc>
                <a:spcPct val="95000"/>
              </a:lnSpc>
              <a:spcBef>
                <a:spcPts val="951"/>
              </a:spcBef>
              <a:spcAft>
                <a:spcPts val="951"/>
              </a:spcAft>
              <a:buFont typeface="Arial" panose="020B0604020202020204" pitchFamily="34" charset="0"/>
              <a:buChar char="+"/>
              <a:defRPr sz="17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155" name="Group 154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6" name="Group 155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9" name="Straight Connector 26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4" name="Straight Connector 23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Straight Connector 24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9" name="Straight Connector 19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Straight Connector 21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0" name="Straight Connector 159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oup 161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5" name="Straight Connector 304"/>
          <p:cNvCxnSpPr/>
          <p:nvPr userDrawn="1"/>
        </p:nvCxnSpPr>
        <p:spPr>
          <a:xfrm>
            <a:off x="817035" y="3480403"/>
            <a:ext cx="270501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 userDrawn="1"/>
        </p:nvCxnSpPr>
        <p:spPr>
          <a:xfrm>
            <a:off x="3796267" y="3480403"/>
            <a:ext cx="27050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 userDrawn="1"/>
        </p:nvCxnSpPr>
        <p:spPr>
          <a:xfrm>
            <a:off x="6798155" y="3480403"/>
            <a:ext cx="270501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 userDrawn="1"/>
        </p:nvCxnSpPr>
        <p:spPr>
          <a:xfrm>
            <a:off x="9754731" y="3480403"/>
            <a:ext cx="27050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 userDrawn="1"/>
        </p:nvCxnSpPr>
        <p:spPr>
          <a:xfrm>
            <a:off x="12733956" y="3480403"/>
            <a:ext cx="270501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93079" y="3683959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817045" y="3683959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93845" y="3683959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750424" y="3683959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3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12729654" y="3683959"/>
            <a:ext cx="2709333" cy="1269925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951"/>
              </a:spcBef>
              <a:spcAft>
                <a:spcPts val="0"/>
              </a:spcAft>
              <a:defRPr sz="290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defRPr sz="21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  <a:endParaRPr lang="en-US" dirty="0"/>
          </a:p>
        </p:txBody>
      </p:sp>
      <p:sp>
        <p:nvSpPr>
          <p:cNvPr id="31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796275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4"/>
                </a:solidFill>
                <a:latin typeface="Arial Narrow" panose="020B0606020202030204" pitchFamily="34" charset="0"/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773355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1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9753610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0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12744298" y="2420726"/>
            <a:ext cx="2706137" cy="1059731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8600" b="1" i="0" spc="-476">
                <a:solidFill>
                  <a:schemeClr val="accent1"/>
                </a:solidFill>
                <a:latin typeface="Arial Narrow" panose="020B0606020202030204" pitchFamily="34" charset="0"/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21" name="Text Placeholder 2"/>
          <p:cNvSpPr>
            <a:spLocks noGrp="1"/>
          </p:cNvSpPr>
          <p:nvPr>
            <p:ph type="body" idx="26"/>
          </p:nvPr>
        </p:nvSpPr>
        <p:spPr>
          <a:xfrm>
            <a:off x="813756" y="2420749"/>
            <a:ext cx="2706137" cy="945037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700" b="1" i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78506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/>
          <p:cNvGrpSpPr/>
          <p:nvPr userDrawn="1"/>
        </p:nvGrpSpPr>
        <p:grpSpPr>
          <a:xfrm>
            <a:off x="-268989" y="-188208"/>
            <a:ext cx="16782085" cy="9517020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6" name="Content Placeholder 2"/>
          <p:cNvSpPr>
            <a:spLocks noGrp="1"/>
          </p:cNvSpPr>
          <p:nvPr>
            <p:ph idx="12"/>
          </p:nvPr>
        </p:nvSpPr>
        <p:spPr>
          <a:xfrm>
            <a:off x="10744510" y="609749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5698" indent="-275698">
              <a:spcBef>
                <a:spcPts val="5713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75698" indent="-275698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75698" indent="-275698">
              <a:defRPr/>
            </a:lvl4pPr>
            <a:lvl5pPr marL="275698" indent="-275698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75698" lvl="2" indent="-275698" algn="l" defTabSz="1443680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75698" lvl="2" indent="-275698" algn="l" defTabSz="1443680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75698" lvl="2" indent="-275698" algn="l" defTabSz="1443680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7" name="TextBox 156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03" name="Rectangle 302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310" name="Content Placeholder 2"/>
          <p:cNvSpPr>
            <a:spLocks noGrp="1"/>
          </p:cNvSpPr>
          <p:nvPr>
            <p:ph idx="15"/>
          </p:nvPr>
        </p:nvSpPr>
        <p:spPr>
          <a:xfrm>
            <a:off x="813746" y="609749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5698" indent="-275698">
              <a:spcBef>
                <a:spcPts val="5713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75698" indent="-275698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75698" indent="-275698">
              <a:defRPr/>
            </a:lvl4pPr>
            <a:lvl5pPr marL="275698" indent="-275698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75698" lvl="2" indent="-275698" algn="l" defTabSz="1443680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75698" lvl="2" indent="-275698" algn="l" defTabSz="1443680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75698" lvl="2" indent="-275698" algn="l" defTabSz="1443680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11" name="Content Placeholder 2"/>
          <p:cNvSpPr>
            <a:spLocks noGrp="1"/>
          </p:cNvSpPr>
          <p:nvPr>
            <p:ph idx="14"/>
          </p:nvPr>
        </p:nvSpPr>
        <p:spPr>
          <a:xfrm>
            <a:off x="5789642" y="609749"/>
            <a:ext cx="4694450" cy="7924057"/>
          </a:xfrm>
        </p:spPr>
        <p:txBody>
          <a:bodyPr/>
          <a:lstStyle>
            <a:lvl1pPr>
              <a:lnSpc>
                <a:spcPct val="110000"/>
              </a:lnSpc>
              <a:spcAft>
                <a:spcPts val="951"/>
              </a:spcAft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5698" indent="-275698">
              <a:spcBef>
                <a:spcPts val="5713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75698" indent="-275698">
              <a:lnSpc>
                <a:spcPct val="85000"/>
              </a:lnSpc>
              <a:defRPr lang="en-US" sz="1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75698" indent="-275698">
              <a:defRPr/>
            </a:lvl4pPr>
            <a:lvl5pPr marL="275698" indent="-275698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275698" lvl="2" indent="-275698" algn="l" defTabSz="1443680" rtl="0" eaLnBrk="1" latinLnBrk="0" hangingPunct="1"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Third level</a:t>
            </a:r>
          </a:p>
          <a:p>
            <a:pPr marL="275698" lvl="2" indent="-275698" algn="l" defTabSz="1443680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Fourth level</a:t>
            </a:r>
          </a:p>
          <a:p>
            <a:pPr marL="275698" lvl="2" indent="-275698" algn="l" defTabSz="1443680" rtl="0" eaLnBrk="1" latinLnBrk="0" hangingPunct="1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Char char="​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5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315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26" y="605525"/>
            <a:ext cx="14625225" cy="43417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3828" y="5375597"/>
            <a:ext cx="146252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694"/>
            <a:ext cx="9668459" cy="2783470"/>
          </a:xfrm>
        </p:spPr>
        <p:txBody>
          <a:bodyPr>
            <a:noAutofit/>
          </a:bodyPr>
          <a:lstStyle>
            <a:lvl1pPr marL="270691" indent="-270691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1pPr>
            <a:lvl2pPr marL="270691" indent="-270691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2pPr>
            <a:lvl3pPr marL="270691" indent="-270691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3pPr>
            <a:lvl4pPr marL="270691" indent="-270691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4pPr>
            <a:lvl5pPr marL="270691" indent="-270691">
              <a:lnSpc>
                <a:spcPct val="110000"/>
              </a:lnSpc>
              <a:spcBef>
                <a:spcPts val="1587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512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26" y="605525"/>
            <a:ext cx="14625225" cy="4341755"/>
          </a:xfrm>
        </p:spPr>
        <p:txBody>
          <a:bodyPr>
            <a:noAutofit/>
          </a:bodyPr>
          <a:lstStyle>
            <a:lvl1pPr marL="1082767" indent="-1082767">
              <a:lnSpc>
                <a:spcPct val="90000"/>
              </a:lnSpc>
              <a:spcAft>
                <a:spcPts val="951"/>
              </a:spcAft>
              <a:buFont typeface="Georgia" panose="02040502050405020303" pitchFamily="18" charset="0"/>
              <a:buChar char="+"/>
              <a:defRPr sz="7800" i="1" cap="none" spc="-238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prstClr val="white"/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r>
              <a:rPr lang="en-US" sz="1300" dirty="0" smtClean="0">
                <a:solidFill>
                  <a:prstClr val="white"/>
                </a:solidFill>
                <a:latin typeface="Arial"/>
              </a:rPr>
              <a:t>© Duarte, Inc. 2014</a:t>
            </a:r>
            <a:endParaRPr lang="en-US" sz="1300" dirty="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3831" y="5375597"/>
            <a:ext cx="146252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761240"/>
            <a:ext cx="9668459" cy="277258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0744510" y="5578841"/>
            <a:ext cx="4694460" cy="2954926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21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21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979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46" y="1526923"/>
            <a:ext cx="12142524" cy="46835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spc="-238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46" y="6842102"/>
            <a:ext cx="14629454" cy="1691664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Aft>
                <a:spcPts val="951"/>
              </a:spcAft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1700" b="0" i="0">
                <a:solidFill>
                  <a:schemeClr val="tx2"/>
                </a:solidFill>
                <a:latin typeface="+mj-lt"/>
              </a:defRPr>
            </a:lvl2pPr>
            <a:lvl3pPr>
              <a:defRPr sz="1700" b="0" i="0">
                <a:solidFill>
                  <a:schemeClr val="tx2"/>
                </a:solidFill>
                <a:latin typeface="+mj-lt"/>
              </a:defRPr>
            </a:lvl3pPr>
            <a:lvl4pPr>
              <a:defRPr sz="1700" b="0" i="0">
                <a:solidFill>
                  <a:schemeClr val="tx2"/>
                </a:solidFill>
                <a:latin typeface="+mj-lt"/>
              </a:defRPr>
            </a:lvl4pPr>
            <a:lvl5pPr>
              <a:defRPr sz="17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41" y="609728"/>
            <a:ext cx="14626169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 i="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67" name="Straight Connector 166"/>
          <p:cNvCxnSpPr/>
          <p:nvPr userDrawn="1"/>
        </p:nvCxnSpPr>
        <p:spPr>
          <a:xfrm>
            <a:off x="819280" y="6638861"/>
            <a:ext cx="14617440" cy="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966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83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5"/>
            <a:ext cx="970421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5"/>
            <a:ext cx="1955520" cy="203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43680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828" y="2421932"/>
            <a:ext cx="14737829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6026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83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  <a:noAutofit/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0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912" y="1513083"/>
            <a:ext cx="7177147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1932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9"/>
          </p:nvPr>
        </p:nvSpPr>
        <p:spPr>
          <a:xfrm>
            <a:off x="8256907" y="2421932"/>
            <a:ext cx="717714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5700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2" y="1513083"/>
            <a:ext cx="7173854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  <a:noAutofit/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0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8261828" y="1513083"/>
            <a:ext cx="7177136" cy="715482"/>
          </a:xfrm>
        </p:spPr>
        <p:txBody>
          <a:bodyPr anchor="t">
            <a:noAutofit/>
          </a:bodyPr>
          <a:lstStyle>
            <a:lvl1pPr marL="0" indent="0">
              <a:buNone/>
              <a:defRPr sz="2200" b="0">
                <a:solidFill>
                  <a:schemeClr val="accent3"/>
                </a:solidFill>
              </a:defRPr>
            </a:lvl1pPr>
            <a:lvl2pPr marL="721850" indent="0">
              <a:buNone/>
              <a:defRPr sz="3200" b="1"/>
            </a:lvl2pPr>
            <a:lvl3pPr marL="1443680" indent="0">
              <a:buNone/>
              <a:defRPr sz="2900" b="1"/>
            </a:lvl3pPr>
            <a:lvl4pPr marL="2165533" indent="0">
              <a:buNone/>
              <a:defRPr sz="2500" b="1"/>
            </a:lvl4pPr>
            <a:lvl5pPr marL="2887377" indent="0">
              <a:buNone/>
              <a:defRPr sz="2500" b="1"/>
            </a:lvl5pPr>
            <a:lvl6pPr marL="3609229" indent="0">
              <a:buNone/>
              <a:defRPr sz="2500" b="1"/>
            </a:lvl6pPr>
            <a:lvl7pPr marL="4331080" indent="0">
              <a:buNone/>
              <a:defRPr sz="2500" b="1"/>
            </a:lvl7pPr>
            <a:lvl8pPr marL="5052923" indent="0">
              <a:buNone/>
              <a:defRPr sz="2500" b="1"/>
            </a:lvl8pPr>
            <a:lvl9pPr marL="5774763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0" name="Content Placeholder 2"/>
          <p:cNvSpPr>
            <a:spLocks noGrp="1"/>
          </p:cNvSpPr>
          <p:nvPr>
            <p:ph idx="12"/>
          </p:nvPr>
        </p:nvSpPr>
        <p:spPr>
          <a:xfrm>
            <a:off x="10744510" y="2421932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1" name="Content Placeholder 2"/>
          <p:cNvSpPr>
            <a:spLocks noGrp="1"/>
          </p:cNvSpPr>
          <p:nvPr>
            <p:ph idx="17"/>
          </p:nvPr>
        </p:nvSpPr>
        <p:spPr>
          <a:xfrm>
            <a:off x="5789642" y="2421932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813746" y="2421932"/>
            <a:ext cx="4694450" cy="6111875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815634" y="8533766"/>
            <a:ext cx="9668459" cy="611824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144368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520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26" y="605525"/>
            <a:ext cx="14625225" cy="43417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Aft>
                <a:spcPts val="951"/>
              </a:spcAft>
              <a:defRPr sz="10500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  <a:noAutofit/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50" name="TextBox 149"/>
          <p:cNvSpPr txBox="1"/>
          <p:nvPr userDrawn="1"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sp>
        <p:nvSpPr>
          <p:cNvPr id="154" name="Rectangle 153"/>
          <p:cNvSpPr/>
          <p:nvPr userDrawn="1"/>
        </p:nvSpPr>
        <p:spPr>
          <a:xfrm>
            <a:off x="12513038" y="8757610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r>
              <a:rPr lang="en-US" sz="1300" dirty="0" smtClean="0">
                <a:solidFill>
                  <a:srgbClr val="2D2D2A">
                    <a:lumMod val="50000"/>
                    <a:lumOff val="50000"/>
                  </a:srgbClr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2D2D2A">
                  <a:lumMod val="50000"/>
                  <a:lumOff val="50000"/>
                </a:srgbClr>
              </a:solidFill>
              <a:latin typeface="Arial"/>
            </a:endParaRPr>
          </a:p>
        </p:txBody>
      </p:sp>
      <p:cxnSp>
        <p:nvCxnSpPr>
          <p:cNvPr id="153" name="Straight Connector 152"/>
          <p:cNvCxnSpPr/>
          <p:nvPr userDrawn="1"/>
        </p:nvCxnSpPr>
        <p:spPr>
          <a:xfrm flipH="1">
            <a:off x="813828" y="5375597"/>
            <a:ext cx="146252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90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074315" y="206645"/>
            <a:ext cx="6092204" cy="4341755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spcAft>
                <a:spcPts val="951"/>
              </a:spcAft>
              <a:defRPr sz="8900" cap="none" spc="-238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title style</a:t>
            </a:r>
            <a:endParaRPr lang="en-US" dirty="0"/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813744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5438967" y="9165923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4197624" y="9165923"/>
            <a:ext cx="270933" cy="162848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12956291" y="9165923"/>
            <a:ext cx="270933" cy="162848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11714933" y="9165923"/>
            <a:ext cx="270933" cy="162848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10473597" y="9165923"/>
            <a:ext cx="270933" cy="162848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9232241" y="9165923"/>
            <a:ext cx="270933" cy="162848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7990909" y="9165923"/>
            <a:ext cx="270933" cy="162848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6749550" y="9165923"/>
            <a:ext cx="270933" cy="162848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5508214" y="9165923"/>
            <a:ext cx="270933" cy="162848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4266858" y="9165923"/>
            <a:ext cx="270933" cy="162848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3025523" y="9165923"/>
            <a:ext cx="270933" cy="162848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784168" y="9165923"/>
            <a:ext cx="270933" cy="162848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60475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262082" y="7895274"/>
            <a:ext cx="203235" cy="217093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262082" y="7263645"/>
            <a:ext cx="203235" cy="217093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262082" y="6632009"/>
            <a:ext cx="203235" cy="217093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262082" y="6000373"/>
            <a:ext cx="203235" cy="217093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262082" y="5368739"/>
            <a:ext cx="203235" cy="217093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262082" y="4737111"/>
            <a:ext cx="203235" cy="217093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262082" y="4105485"/>
            <a:ext cx="203235" cy="217093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262082" y="3473846"/>
            <a:ext cx="203235" cy="217093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262082" y="2842210"/>
            <a:ext cx="203235" cy="217093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262082" y="2210579"/>
            <a:ext cx="203235" cy="217093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262082" y="1302969"/>
            <a:ext cx="203235" cy="217093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60475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6404517" y="496972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6302915" y="7895274"/>
            <a:ext cx="203235" cy="217093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6302915" y="7263645"/>
            <a:ext cx="203235" cy="217093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6302915" y="6632009"/>
            <a:ext cx="203235" cy="217093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6302915" y="6000373"/>
            <a:ext cx="203235" cy="217093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6302915" y="5368739"/>
            <a:ext cx="203235" cy="217093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6302915" y="4737111"/>
            <a:ext cx="203235" cy="217093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6302915" y="4105485"/>
            <a:ext cx="203235" cy="217093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6302915" y="3473846"/>
            <a:ext cx="203235" cy="217093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6302915" y="2842210"/>
            <a:ext cx="203235" cy="217093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6302915" y="2210579"/>
            <a:ext cx="203235" cy="217093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6302915" y="1302969"/>
            <a:ext cx="203235" cy="217093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6404517" y="8425286"/>
            <a:ext cx="0" cy="217093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813744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5438967" y="-188251"/>
            <a:ext cx="0" cy="16284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4197624" y="-188251"/>
            <a:ext cx="270933" cy="162848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12956291" y="-188251"/>
            <a:ext cx="270933" cy="162848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11714933" y="-188251"/>
            <a:ext cx="270933" cy="162848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0473597" y="-188251"/>
            <a:ext cx="270933" cy="162848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9232241" y="-188251"/>
            <a:ext cx="270933" cy="162848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7990909" y="-188251"/>
            <a:ext cx="270933" cy="162848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6749550" y="-188251"/>
            <a:ext cx="270933" cy="162848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5508214" y="-188251"/>
            <a:ext cx="270933" cy="162848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4266858" y="-188251"/>
            <a:ext cx="270933" cy="162848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3025523" y="-188251"/>
            <a:ext cx="270933" cy="162848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784168" y="-188251"/>
            <a:ext cx="270933" cy="162848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 userDrawn="1"/>
        </p:nvSpPr>
        <p:spPr bwMode="white">
          <a:xfrm>
            <a:off x="0" y="31"/>
            <a:ext cx="16256000" cy="9145143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44360" tIns="72174" rIns="144360" bIns="72174" numCol="1" anchor="t" anchorCtr="0" compatLnSpc="1">
            <a:prstTxWarp prst="textNoShape">
              <a:avLst/>
            </a:prstTxWarp>
            <a:noAutofit/>
          </a:bodyPr>
          <a:lstStyle/>
          <a:p>
            <a:pPr defTabSz="1443680"/>
            <a:endParaRPr lang="en-US" dirty="0">
              <a:solidFill>
                <a:srgbClr val="2D2D2A"/>
              </a:solidFill>
            </a:endParaRPr>
          </a:p>
        </p:txBody>
      </p:sp>
      <p:sp>
        <p:nvSpPr>
          <p:cNvPr id="147" name="Text Placeholder 6"/>
          <p:cNvSpPr>
            <a:spLocks noGrp="1"/>
          </p:cNvSpPr>
          <p:nvPr>
            <p:ph type="body" sz="quarter" idx="14"/>
          </p:nvPr>
        </p:nvSpPr>
        <p:spPr bwMode="gray">
          <a:xfrm>
            <a:off x="5203448" y="4675643"/>
            <a:ext cx="5833931" cy="3371211"/>
          </a:xfrm>
        </p:spPr>
        <p:txBody>
          <a:bodyPr>
            <a:noAutofit/>
          </a:bodyPr>
          <a:lstStyle>
            <a:lvl1pPr marL="0" indent="0" algn="ctr">
              <a:lnSpc>
                <a:spcPct val="95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3700" i="1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00000"/>
              </a:lnSpc>
              <a:spcAft>
                <a:spcPts val="1587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5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 bwMode="gray">
          <a:xfrm>
            <a:off x="6039035" y="8307290"/>
            <a:ext cx="4162777" cy="613939"/>
          </a:xfrm>
        </p:spPr>
        <p:txBody>
          <a:bodyPr/>
          <a:lstStyle>
            <a:lvl3pPr algn="ctr"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2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275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5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390262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394103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352517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610786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454111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790503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923329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897250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38784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274543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366247"/>
            <a:ext cx="14630400" cy="1524265"/>
          </a:xfrm>
          <a:prstGeom prst="rect">
            <a:avLst/>
          </a:prstGeom>
        </p:spPr>
        <p:txBody>
          <a:bodyPr lIns="91310" tIns="45652" rIns="91310" bIns="45652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3996"/>
            <a:ext cx="14630400" cy="6035665"/>
          </a:xfrm>
          <a:prstGeom prst="rect">
            <a:avLst/>
          </a:prstGeom>
        </p:spPr>
        <p:txBody>
          <a:bodyPr lIns="91310" tIns="45652" rIns="91310" bIns="45652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07"/>
            <a:ext cx="3793067" cy="486918"/>
          </a:xfrm>
          <a:prstGeom prst="rect">
            <a:avLst/>
          </a:prstGeom>
        </p:spPr>
        <p:txBody>
          <a:bodyPr lIns="91310" tIns="45652" rIns="91310" bIns="45652"/>
          <a:lstStyle/>
          <a:p>
            <a:pPr defTabSz="1449412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42" y="8476607"/>
            <a:ext cx="5147733" cy="486918"/>
          </a:xfrm>
          <a:prstGeom prst="rect">
            <a:avLst/>
          </a:prstGeom>
        </p:spPr>
        <p:txBody>
          <a:bodyPr lIns="91310" tIns="45652" rIns="91310" bIns="45652"/>
          <a:lstStyle/>
          <a:p>
            <a:pPr defTabSz="1449412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48" y="8476607"/>
            <a:ext cx="3793067" cy="486918"/>
          </a:xfrm>
          <a:prstGeom prst="rect">
            <a:avLst/>
          </a:prstGeom>
        </p:spPr>
        <p:txBody>
          <a:bodyPr lIns="91310" tIns="45652" rIns="91310" bIns="45652"/>
          <a:lstStyle/>
          <a:p>
            <a:pPr defTabSz="1449412"/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1449412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14354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088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602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511693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841063"/>
            <a:ext cx="13817600" cy="1960374"/>
          </a:xfrm>
          <a:prstGeom prst="rect">
            <a:avLst/>
          </a:prstGeom>
        </p:spPr>
        <p:txBody>
          <a:bodyPr lIns="91320" tIns="45657" rIns="91320" bIns="45657"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  <a:prstGeom prst="rect">
            <a:avLst/>
          </a:prstGeom>
        </p:spPr>
        <p:txBody>
          <a:bodyPr lIns="91320" tIns="45657" rIns="91320" bIns="45657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4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74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9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23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48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97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7" y="8476607"/>
            <a:ext cx="3793067" cy="486918"/>
          </a:xfrm>
          <a:prstGeom prst="rect">
            <a:avLst/>
          </a:prstGeom>
        </p:spPr>
        <p:txBody>
          <a:bodyPr lIns="91320" tIns="45657" rIns="91320" bIns="45657"/>
          <a:lstStyle>
            <a:lvl1pPr>
              <a:defRPr/>
            </a:lvl1pPr>
          </a:lstStyle>
          <a:p>
            <a:pPr defTabSz="1449131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42" y="8476607"/>
            <a:ext cx="5147733" cy="486918"/>
          </a:xfrm>
          <a:prstGeom prst="rect">
            <a:avLst/>
          </a:prstGeom>
        </p:spPr>
        <p:txBody>
          <a:bodyPr lIns="91320" tIns="45657" rIns="91320" bIns="45657"/>
          <a:lstStyle>
            <a:lvl1pPr>
              <a:defRPr/>
            </a:lvl1pPr>
          </a:lstStyle>
          <a:p>
            <a:pPr defTabSz="1449131">
              <a:defRPr/>
            </a:pPr>
            <a:endParaRPr lang="pt-BR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76159" y="8658677"/>
            <a:ext cx="3793067" cy="486918"/>
          </a:xfrm>
          <a:prstGeom prst="rect">
            <a:avLst/>
          </a:prstGeom>
        </p:spPr>
        <p:txBody>
          <a:bodyPr lIns="91320" tIns="45657" rIns="91320" bIns="45657"/>
          <a:lstStyle>
            <a:lvl1pPr>
              <a:defRPr/>
            </a:lvl1pPr>
          </a:lstStyle>
          <a:p>
            <a:pPr defTabSz="1449131">
              <a:defRPr/>
            </a:pPr>
            <a:fld id="{E859573C-7B9F-4FA8-BBBF-847049D72E07}" type="slidenum">
              <a:rPr lang="en-US" smtClean="0">
                <a:solidFill>
                  <a:prstClr val="black"/>
                </a:solidFill>
              </a:rPr>
              <a:pPr defTabSz="1449131"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239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63" y="609717"/>
            <a:ext cx="14625225" cy="700119"/>
          </a:xfrm>
          <a:prstGeom prst="rect">
            <a:avLst/>
          </a:prstGeom>
        </p:spPr>
        <p:txBody>
          <a:bodyPr lIns="91382" tIns="45689" rIns="91382" bIns="45689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63" y="2421889"/>
            <a:ext cx="14625225" cy="6111876"/>
          </a:xfrm>
          <a:prstGeom prst="rect">
            <a:avLst/>
          </a:prstGeom>
        </p:spPr>
        <p:txBody>
          <a:bodyPr lIns="91382" tIns="45689" rIns="91382" bIns="45689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080"/>
            <a:ext cx="14626169" cy="715483"/>
          </a:xfrm>
          <a:prstGeom prst="rect">
            <a:avLst/>
          </a:prstGeom>
        </p:spPr>
        <p:txBody>
          <a:bodyPr lIns="91382" tIns="45689" rIns="91382" bIns="45689" anchor="t">
            <a:noAutofit/>
          </a:bodyPr>
          <a:lstStyle>
            <a:lvl1pPr marL="0" indent="0">
              <a:buNone/>
              <a:defRPr sz="2400" b="0"/>
            </a:lvl1pPr>
            <a:lvl2pPr marL="725270" indent="0">
              <a:buNone/>
              <a:defRPr sz="3200" b="1"/>
            </a:lvl2pPr>
            <a:lvl3pPr marL="1450536" indent="0">
              <a:buNone/>
              <a:defRPr sz="2900" b="1"/>
            </a:lvl3pPr>
            <a:lvl4pPr marL="2175803" indent="0">
              <a:buNone/>
              <a:defRPr sz="2500" b="1"/>
            </a:lvl4pPr>
            <a:lvl5pPr marL="2901070" indent="0">
              <a:buNone/>
              <a:defRPr sz="2500" b="1"/>
            </a:lvl5pPr>
            <a:lvl6pPr marL="3626341" indent="0">
              <a:buNone/>
              <a:defRPr sz="2500" b="1"/>
            </a:lvl6pPr>
            <a:lvl7pPr marL="4351608" indent="0">
              <a:buNone/>
              <a:defRPr sz="2500" b="1"/>
            </a:lvl7pPr>
            <a:lvl8pPr marL="5076873" indent="0">
              <a:buNone/>
              <a:defRPr sz="2500" b="1"/>
            </a:lvl8pPr>
            <a:lvl9pPr marL="580214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9006" y="-188251"/>
            <a:ext cx="16782085" cy="9517022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64"/>
            <a:ext cx="9668459" cy="6118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538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840966"/>
            <a:ext cx="13817600" cy="19609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</p:spPr>
        <p:txBody>
          <a:bodyPr/>
          <a:lstStyle>
            <a:lvl1pPr marL="0" indent="0" algn="ctr">
              <a:buNone/>
              <a:defRPr/>
            </a:lvl1pPr>
            <a:lvl2pPr marL="455140" indent="0" algn="ctr">
              <a:buNone/>
              <a:defRPr/>
            </a:lvl2pPr>
            <a:lvl3pPr marL="910283" indent="0" algn="ctr">
              <a:buNone/>
              <a:defRPr/>
            </a:lvl3pPr>
            <a:lvl4pPr marL="1365443" indent="0" algn="ctr">
              <a:buNone/>
              <a:defRPr/>
            </a:lvl4pPr>
            <a:lvl5pPr marL="1820592" indent="0" algn="ctr">
              <a:buNone/>
              <a:defRPr/>
            </a:lvl5pPr>
            <a:lvl6pPr marL="2275735" indent="0" algn="ctr">
              <a:buNone/>
              <a:defRPr/>
            </a:lvl6pPr>
            <a:lvl7pPr marL="2730877" indent="0" algn="ctr">
              <a:buNone/>
              <a:defRPr/>
            </a:lvl7pPr>
            <a:lvl8pPr marL="3186040" indent="0" algn="ctr">
              <a:buNone/>
              <a:defRPr/>
            </a:lvl8pPr>
            <a:lvl9pPr marL="3641162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3027"/>
      </p:ext>
    </p:extLst>
  </p:cSld>
  <p:clrMapOvr>
    <a:masterClrMapping/>
  </p:clrMapOvr>
  <p:transition/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187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288" y="5877079"/>
            <a:ext cx="13817600" cy="1816415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288" y="3876425"/>
            <a:ext cx="13817600" cy="2000598"/>
          </a:xfrm>
        </p:spPr>
        <p:txBody>
          <a:bodyPr anchor="b"/>
          <a:lstStyle>
            <a:lvl1pPr marL="0" indent="0">
              <a:buNone/>
              <a:defRPr sz="2100"/>
            </a:lvl1pPr>
            <a:lvl2pPr marL="455140" indent="0">
              <a:buNone/>
              <a:defRPr sz="1800"/>
            </a:lvl2pPr>
            <a:lvl3pPr marL="910283" indent="0">
              <a:buNone/>
              <a:defRPr sz="1600"/>
            </a:lvl3pPr>
            <a:lvl4pPr marL="1365443" indent="0">
              <a:buNone/>
              <a:defRPr sz="1400"/>
            </a:lvl4pPr>
            <a:lvl5pPr marL="1820592" indent="0">
              <a:buNone/>
              <a:defRPr sz="1400"/>
            </a:lvl5pPr>
            <a:lvl6pPr marL="2275735" indent="0">
              <a:buNone/>
              <a:defRPr sz="1400"/>
            </a:lvl6pPr>
            <a:lvl7pPr marL="2730877" indent="0">
              <a:buNone/>
              <a:defRPr sz="1400"/>
            </a:lvl7pPr>
            <a:lvl8pPr marL="3186040" indent="0">
              <a:buNone/>
              <a:defRPr sz="1400"/>
            </a:lvl8pPr>
            <a:lvl9pPr marL="3641162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6556063"/>
      </p:ext>
    </p:extLst>
  </p:cSld>
  <p:clrMapOvr>
    <a:masterClrMapping/>
  </p:clrMapOvr>
  <p:transition/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6037" y="4712586"/>
            <a:ext cx="6889749" cy="105428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8196" y="4712586"/>
            <a:ext cx="6889749" cy="105428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64881"/>
      </p:ext>
    </p:extLst>
  </p:cSld>
  <p:clrMapOvr>
    <a:masterClrMapping/>
  </p:clrMapOvr>
  <p:transition/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67436"/>
            <a:ext cx="14630400" cy="152426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3169" y="2047306"/>
            <a:ext cx="7181851" cy="85422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5140" indent="0">
              <a:buNone/>
              <a:defRPr sz="2100" b="1"/>
            </a:lvl2pPr>
            <a:lvl3pPr marL="910283" indent="0">
              <a:buNone/>
              <a:defRPr sz="1800" b="1"/>
            </a:lvl3pPr>
            <a:lvl4pPr marL="1365443" indent="0">
              <a:buNone/>
              <a:defRPr sz="1600" b="1"/>
            </a:lvl4pPr>
            <a:lvl5pPr marL="1820592" indent="0">
              <a:buNone/>
              <a:defRPr sz="1600" b="1"/>
            </a:lvl5pPr>
            <a:lvl6pPr marL="2275735" indent="0">
              <a:buNone/>
              <a:defRPr sz="1600" b="1"/>
            </a:lvl6pPr>
            <a:lvl7pPr marL="2730877" indent="0">
              <a:buNone/>
              <a:defRPr sz="1600" b="1"/>
            </a:lvl7pPr>
            <a:lvl8pPr marL="3186040" indent="0">
              <a:buNone/>
              <a:defRPr sz="1600" b="1"/>
            </a:lvl8pPr>
            <a:lvl9pPr marL="3641162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3169" y="2901092"/>
            <a:ext cx="7181851" cy="5268239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8180" y="2047306"/>
            <a:ext cx="7185026" cy="85422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5140" indent="0">
              <a:buNone/>
              <a:defRPr sz="2100" b="1"/>
            </a:lvl2pPr>
            <a:lvl3pPr marL="910283" indent="0">
              <a:buNone/>
              <a:defRPr sz="1800" b="1"/>
            </a:lvl3pPr>
            <a:lvl4pPr marL="1365443" indent="0">
              <a:buNone/>
              <a:defRPr sz="1600" b="1"/>
            </a:lvl4pPr>
            <a:lvl5pPr marL="1820592" indent="0">
              <a:buNone/>
              <a:defRPr sz="1600" b="1"/>
            </a:lvl5pPr>
            <a:lvl6pPr marL="2275735" indent="0">
              <a:buNone/>
              <a:defRPr sz="1600" b="1"/>
            </a:lvl6pPr>
            <a:lvl7pPr marL="2730877" indent="0">
              <a:buNone/>
              <a:defRPr sz="1600" b="1"/>
            </a:lvl7pPr>
            <a:lvl8pPr marL="3186040" indent="0">
              <a:buNone/>
              <a:defRPr sz="1600" b="1"/>
            </a:lvl8pPr>
            <a:lvl9pPr marL="3641162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58180" y="2901092"/>
            <a:ext cx="7185026" cy="5268239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133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97589"/>
      </p:ext>
    </p:extLst>
  </p:cSld>
  <p:clrMapOvr>
    <a:masterClrMapping/>
  </p:clrMapOvr>
  <p:transition/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575426"/>
      </p:ext>
    </p:extLst>
  </p:cSld>
  <p:clrMapOvr>
    <a:masterClrMapping/>
  </p:clrMapOvr>
  <p:transition/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63831"/>
            <a:ext cx="5348288" cy="1549668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6356" y="364265"/>
            <a:ext cx="9086850" cy="780550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1913766"/>
            <a:ext cx="5348288" cy="6255836"/>
          </a:xfrm>
        </p:spPr>
        <p:txBody>
          <a:bodyPr/>
          <a:lstStyle>
            <a:lvl1pPr marL="0" indent="0">
              <a:buNone/>
              <a:defRPr sz="1400"/>
            </a:lvl1pPr>
            <a:lvl2pPr marL="455140" indent="0">
              <a:buNone/>
              <a:defRPr sz="1200"/>
            </a:lvl2pPr>
            <a:lvl3pPr marL="910283" indent="0">
              <a:buNone/>
              <a:defRPr sz="1100"/>
            </a:lvl3pPr>
            <a:lvl4pPr marL="1365443" indent="0">
              <a:buNone/>
              <a:defRPr sz="1100"/>
            </a:lvl4pPr>
            <a:lvl5pPr marL="1820592" indent="0">
              <a:buNone/>
              <a:defRPr sz="1100"/>
            </a:lvl5pPr>
            <a:lvl6pPr marL="2275735" indent="0">
              <a:buNone/>
              <a:defRPr sz="1100"/>
            </a:lvl6pPr>
            <a:lvl7pPr marL="2730877" indent="0">
              <a:buNone/>
              <a:defRPr sz="1100"/>
            </a:lvl7pPr>
            <a:lvl8pPr marL="3186040" indent="0">
              <a:buNone/>
              <a:defRPr sz="1100"/>
            </a:lvl8pPr>
            <a:lvl9pPr marL="3641162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8345761"/>
      </p:ext>
    </p:extLst>
  </p:cSld>
  <p:clrMapOvr>
    <a:masterClrMapping/>
  </p:clrMapOvr>
  <p:transition/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6114" y="6402144"/>
            <a:ext cx="9753600" cy="755783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86114" y="818371"/>
            <a:ext cx="9753600" cy="5487353"/>
          </a:xfrm>
        </p:spPr>
        <p:txBody>
          <a:bodyPr/>
          <a:lstStyle>
            <a:lvl1pPr marL="0" indent="0">
              <a:buNone/>
              <a:defRPr sz="3200"/>
            </a:lvl1pPr>
            <a:lvl2pPr marL="455140" indent="0">
              <a:buNone/>
              <a:defRPr sz="2800"/>
            </a:lvl2pPr>
            <a:lvl3pPr marL="910283" indent="0">
              <a:buNone/>
              <a:defRPr sz="2300"/>
            </a:lvl3pPr>
            <a:lvl4pPr marL="1365443" indent="0">
              <a:buNone/>
              <a:defRPr sz="2100"/>
            </a:lvl4pPr>
            <a:lvl5pPr marL="1820592" indent="0">
              <a:buNone/>
              <a:defRPr sz="2100"/>
            </a:lvl5pPr>
            <a:lvl6pPr marL="2275735" indent="0">
              <a:buNone/>
              <a:defRPr sz="2100"/>
            </a:lvl6pPr>
            <a:lvl7pPr marL="2730877" indent="0">
              <a:buNone/>
              <a:defRPr sz="2100"/>
            </a:lvl7pPr>
            <a:lvl8pPr marL="3186040" indent="0">
              <a:buNone/>
              <a:defRPr sz="2100"/>
            </a:lvl8pPr>
            <a:lvl9pPr marL="3641162" indent="0">
              <a:buNone/>
              <a:defRPr sz="2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6114" y="7158420"/>
            <a:ext cx="9753600" cy="1073337"/>
          </a:xfrm>
        </p:spPr>
        <p:txBody>
          <a:bodyPr/>
          <a:lstStyle>
            <a:lvl1pPr marL="0" indent="0">
              <a:buNone/>
              <a:defRPr sz="1400"/>
            </a:lvl1pPr>
            <a:lvl2pPr marL="455140" indent="0">
              <a:buNone/>
              <a:defRPr sz="1200"/>
            </a:lvl2pPr>
            <a:lvl3pPr marL="910283" indent="0">
              <a:buNone/>
              <a:defRPr sz="1100"/>
            </a:lvl3pPr>
            <a:lvl4pPr marL="1365443" indent="0">
              <a:buNone/>
              <a:defRPr sz="1100"/>
            </a:lvl4pPr>
            <a:lvl5pPr marL="1820592" indent="0">
              <a:buNone/>
              <a:defRPr sz="1100"/>
            </a:lvl5pPr>
            <a:lvl6pPr marL="2275735" indent="0">
              <a:buNone/>
              <a:defRPr sz="1100"/>
            </a:lvl6pPr>
            <a:lvl7pPr marL="2730877" indent="0">
              <a:buNone/>
              <a:defRPr sz="1100"/>
            </a:lvl7pPr>
            <a:lvl8pPr marL="3186040" indent="0">
              <a:buNone/>
              <a:defRPr sz="1100"/>
            </a:lvl8pPr>
            <a:lvl9pPr marL="3641162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1964019"/>
      </p:ext>
    </p:extLst>
  </p:cSld>
  <p:clrMapOvr>
    <a:masterClrMapping/>
  </p:clrMapOvr>
  <p:transition/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61320"/>
      </p:ext>
    </p:extLst>
  </p:cSld>
  <p:clrMapOvr>
    <a:masterClrMapping/>
  </p:clrMapOvr>
  <p:transition/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04630" y="1537202"/>
            <a:ext cx="3482974" cy="42298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5707" y="1537202"/>
            <a:ext cx="10296524" cy="42298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07266"/>
      </p:ext>
    </p:extLst>
  </p:cSld>
  <p:clrMapOvr>
    <a:masterClrMapping/>
  </p:clrMapOvr>
  <p:transition/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mplate.png"/>
          <p:cNvPicPr>
            <a:picLocks noChangeAspect="1"/>
          </p:cNvPicPr>
          <p:nvPr userDrawn="1"/>
        </p:nvPicPr>
        <p:blipFill>
          <a:blip r:embed="rId2"/>
          <a:srcRect l="61024" t="19093" r="35039"/>
          <a:stretch>
            <a:fillRect/>
          </a:stretch>
        </p:blipFill>
        <p:spPr bwMode="auto">
          <a:xfrm>
            <a:off x="15581490" y="8449090"/>
            <a:ext cx="530578" cy="624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4225900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LANEJ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 descr="tarja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34" y="750089"/>
            <a:ext cx="15039623" cy="33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m 3" descr="template.png"/>
          <p:cNvPicPr>
            <a:picLocks noChangeAspect="1"/>
          </p:cNvPicPr>
          <p:nvPr userDrawn="1"/>
        </p:nvPicPr>
        <p:blipFill>
          <a:blip r:embed="rId3"/>
          <a:srcRect l="61024" t="19093" r="35039"/>
          <a:stretch>
            <a:fillRect/>
          </a:stretch>
        </p:blipFill>
        <p:spPr bwMode="auto">
          <a:xfrm>
            <a:off x="15581490" y="8449090"/>
            <a:ext cx="530578" cy="624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7629922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mpla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24" t="19093" r="35039"/>
          <a:stretch>
            <a:fillRect/>
          </a:stretch>
        </p:blipFill>
        <p:spPr bwMode="auto">
          <a:xfrm>
            <a:off x="15581490" y="8449090"/>
            <a:ext cx="530578" cy="62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5637429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77" y="609708"/>
            <a:ext cx="14625225" cy="700120"/>
          </a:xfrm>
          <a:prstGeom prst="rect">
            <a:avLst/>
          </a:prstGeom>
        </p:spPr>
        <p:txBody>
          <a:bodyPr lIns="91228" tIns="45617" rIns="91228" bIns="45617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77" y="2421906"/>
            <a:ext cx="14625225" cy="6111875"/>
          </a:xfrm>
          <a:prstGeom prst="rect">
            <a:avLst/>
          </a:prstGeom>
        </p:spPr>
        <p:txBody>
          <a:bodyPr lIns="91228" tIns="45617" rIns="91228" bIns="45617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9" y="1513078"/>
            <a:ext cx="14626169" cy="715482"/>
          </a:xfrm>
          <a:prstGeom prst="rect">
            <a:avLst/>
          </a:prstGeom>
        </p:spPr>
        <p:txBody>
          <a:bodyPr lIns="91228" tIns="45617" rIns="91228" bIns="45617" anchor="t">
            <a:noAutofit/>
          </a:bodyPr>
          <a:lstStyle>
            <a:lvl1pPr marL="0" indent="0">
              <a:buNone/>
              <a:defRPr sz="2300" b="0"/>
            </a:lvl1pPr>
            <a:lvl2pPr marL="724085" indent="0">
              <a:buNone/>
              <a:defRPr sz="3200" b="1"/>
            </a:lvl2pPr>
            <a:lvl3pPr marL="1448155" indent="0">
              <a:buNone/>
              <a:defRPr sz="2800" b="1"/>
            </a:lvl3pPr>
            <a:lvl4pPr marL="2172235" indent="0">
              <a:buNone/>
              <a:defRPr sz="2500" b="1"/>
            </a:lvl4pPr>
            <a:lvl5pPr marL="2896306" indent="0">
              <a:buNone/>
              <a:defRPr sz="2500" b="1"/>
            </a:lvl5pPr>
            <a:lvl6pPr marL="3620394" indent="0">
              <a:buNone/>
              <a:defRPr sz="2500" b="1"/>
            </a:lvl6pPr>
            <a:lvl7pPr marL="4344477" indent="0">
              <a:buNone/>
              <a:defRPr sz="2500" b="1"/>
            </a:lvl7pPr>
            <a:lvl8pPr marL="5068547" indent="0">
              <a:buNone/>
              <a:defRPr sz="2500" b="1"/>
            </a:lvl8pPr>
            <a:lvl9pPr marL="5792627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9006" y="-188230"/>
            <a:ext cx="16782085" cy="9517021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9" y="8533765"/>
            <a:ext cx="9668459" cy="6118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12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3590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10" y="478701"/>
            <a:ext cx="8652281" cy="3657023"/>
          </a:xfrm>
        </p:spPr>
        <p:txBody>
          <a:bodyPr/>
          <a:lstStyle>
            <a:lvl1pPr>
              <a:lnSpc>
                <a:spcPct val="90000"/>
              </a:lnSpc>
              <a:defRPr sz="10500" kern="100" cap="all" spc="-316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add </a:t>
            </a:r>
            <a:r>
              <a:rPr lang="en-US" dirty="0" err="1" smtClean="0"/>
              <a:t>slidedoc</a:t>
            </a:r>
            <a:r>
              <a:rPr lang="en-US" dirty="0" smtClean="0"/>
              <a:t> title</a:t>
            </a:r>
            <a:endParaRPr lang="en-US" dirty="0"/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812801" y="4663123"/>
            <a:ext cx="2661356" cy="3350560"/>
          </a:xfrm>
        </p:spPr>
        <p:txBody>
          <a:bodyPr anchor="b"/>
          <a:lstStyle>
            <a:lvl1pPr>
              <a:lnSpc>
                <a:spcPct val="100000"/>
              </a:lnSpc>
              <a:defRPr sz="21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812800" y="8239496"/>
            <a:ext cx="2661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9794404" y="6910475"/>
            <a:ext cx="2661356" cy="1363371"/>
          </a:xfrm>
        </p:spPr>
        <p:txBody>
          <a:bodyPr anchor="b"/>
          <a:lstStyle>
            <a:lvl1pPr algn="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12781860" y="6910475"/>
            <a:ext cx="2661356" cy="1363371"/>
          </a:xfrm>
        </p:spPr>
        <p:txBody>
          <a:bodyPr anchor="b"/>
          <a:lstStyle>
            <a:lvl1pPr algn="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23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14" y="914973"/>
            <a:ext cx="5656981" cy="16376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1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6807210" y="914973"/>
            <a:ext cx="8636000" cy="163765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3805076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6797327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9789585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12781860" y="3093711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812801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3805076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6797327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9789585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12781860" y="2971368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812801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3805076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6797327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9789585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12781860" y="5905127"/>
            <a:ext cx="2661356" cy="1445230"/>
          </a:xfrm>
        </p:spPr>
        <p:txBody>
          <a:bodyPr/>
          <a:lstStyle>
            <a:lvl1pPr>
              <a:buNone/>
              <a:defRPr sz="10500" b="1" i="0" spc="-476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812801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3805076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6797327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9789585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12781860" y="5782795"/>
            <a:ext cx="2661356" cy="394022"/>
          </a:xfrm>
        </p:spPr>
        <p:txBody>
          <a:bodyPr anchor="b">
            <a:noAutofit/>
          </a:bodyPr>
          <a:lstStyle>
            <a:lvl1pPr>
              <a:buNone/>
              <a:defRPr sz="25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61053" indent="0">
              <a:buNone/>
              <a:defRPr/>
            </a:lvl5pPr>
          </a:lstStyle>
          <a:p>
            <a:pPr lvl="0"/>
            <a:r>
              <a:rPr lang="en-US" dirty="0" smtClean="0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699525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31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2313359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39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4598" y="4572796"/>
            <a:ext cx="863860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83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4598" y="914971"/>
            <a:ext cx="4127564" cy="732493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11295847" y="914971"/>
            <a:ext cx="4147364" cy="732493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802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04598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11295847" y="4572796"/>
            <a:ext cx="41473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05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04598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11295847" y="4572796"/>
            <a:ext cx="41473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2313359" y="4572796"/>
            <a:ext cx="4127564" cy="366670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313355" y="8544372"/>
            <a:ext cx="11980066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999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1" y="8544372"/>
            <a:ext cx="13480620" cy="601239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3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3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insert attribution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750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10" y="5131758"/>
            <a:ext cx="7518400" cy="4099710"/>
          </a:xfrm>
        </p:spPr>
        <p:txBody>
          <a:bodyPr>
            <a:spAutoFit/>
          </a:bodyPr>
          <a:lstStyle>
            <a:lvl1pPr>
              <a:defRPr sz="9200" kern="100" spc="-316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11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10"/>
            <a:ext cx="16256000" cy="9145588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09435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14" y="8477095"/>
            <a:ext cx="3793067" cy="486918"/>
          </a:xfrm>
          <a:prstGeom prst="rect">
            <a:avLst/>
          </a:prstGeom>
        </p:spPr>
        <p:txBody>
          <a:bodyPr lIns="139231" tIns="69587" rIns="139231" bIns="69587"/>
          <a:lstStyle/>
          <a:p>
            <a:pPr defTabSz="1392364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59" y="8477095"/>
            <a:ext cx="5147733" cy="486918"/>
          </a:xfrm>
          <a:prstGeom prst="rect">
            <a:avLst/>
          </a:prstGeom>
        </p:spPr>
        <p:txBody>
          <a:bodyPr lIns="139231" tIns="69587" rIns="139231" bIns="69587"/>
          <a:lstStyle/>
          <a:p>
            <a:pPr defTabSz="1392364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55" y="8477095"/>
            <a:ext cx="3793067" cy="486918"/>
          </a:xfrm>
          <a:prstGeom prst="rect">
            <a:avLst/>
          </a:prstGeom>
        </p:spPr>
        <p:txBody>
          <a:bodyPr lIns="139231" tIns="69587" rIns="139231" bIns="69587"/>
          <a:lstStyle/>
          <a:p>
            <a:pPr defTabSz="1392364"/>
            <a:fld id="{C48C5C03-C975-4FD4-A240-0D0F29783102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1392364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624474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8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8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03322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3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3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235978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9"/>
            <a:ext cx="5147733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2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479926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76270"/>
      </p:ext>
    </p:extLst>
  </p:cSld>
  <p:clrMapOvr>
    <a:masterClrMapping/>
  </p:clrMapOvr>
  <p:transition/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8"/>
            <a:ext cx="3792537" cy="48744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8"/>
            <a:ext cx="5148263" cy="48744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676750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71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71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132417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7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7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913529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2"/>
            <a:ext cx="3792537" cy="487448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2"/>
            <a:ext cx="5148263" cy="487448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743381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8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8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325947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3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3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012180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2"/>
            <a:ext cx="3792537" cy="487448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2"/>
            <a:ext cx="5148263" cy="487448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67371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3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3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387371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58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58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043535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2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9"/>
            <a:ext cx="5147733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72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11211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6619"/>
      </p:ext>
    </p:extLst>
  </p:cSld>
  <p:clrMapOvr>
    <a:masterClrMapping/>
  </p:clrMapOvr>
  <p:transition/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3"/>
            <a:ext cx="3792537" cy="48744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3"/>
            <a:ext cx="5148263" cy="48744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157103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6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6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180539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2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2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048842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22" y="5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1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" y="5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889001" y="8306100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4120" bIns="0"/>
          <a:lstStyle/>
          <a:p>
            <a:pPr marL="41323" defTabSz="990460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4" name="Picture 8" descr="NAT_marca_branca_natura-01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7" y="7563289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1774931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883221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7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9"/>
            <a:ext cx="5147733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82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644126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30321"/>
      </p:ext>
    </p:extLst>
  </p:cSld>
  <p:clrMapOvr>
    <a:masterClrMapping/>
  </p:clrMapOvr>
  <p:transition/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8"/>
            <a:ext cx="3792537" cy="48744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8"/>
            <a:ext cx="5148263" cy="48744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77330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71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71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205526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7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7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026839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2"/>
            <a:ext cx="3792537" cy="487448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F2E52CA4-3D73-4D66-8FA2-1D68414CD33D}" type="datetime1">
              <a:rPr lang="en-US">
                <a:solidFill>
                  <a:srgbClr val="000000"/>
                </a:solidFill>
              </a:rPr>
              <a:pPr>
                <a:defRPr/>
              </a:pPr>
              <a:t>6/24/2015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2"/>
            <a:ext cx="5148263" cy="487448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612856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63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BA6FB617-CA8B-4762-80CF-958414993D01}" type="datetime1">
              <a:rPr lang="en-US">
                <a:solidFill>
                  <a:srgbClr val="000000"/>
                </a:solidFill>
              </a:rPr>
              <a:pPr>
                <a:defRPr/>
              </a:pPr>
              <a:t>6/24/2015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63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500660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7158"/>
            <a:ext cx="3792538" cy="485859"/>
          </a:xfrm>
          <a:prstGeom prst="rect">
            <a:avLst/>
          </a:prstGeom>
        </p:spPr>
        <p:txBody>
          <a:bodyPr/>
          <a:lstStyle>
            <a:lvl1pPr algn="ctr"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B6EC5816-06E4-405F-A56F-4B821D593976}" type="datetime1">
              <a:rPr lang="en-US">
                <a:solidFill>
                  <a:srgbClr val="000000"/>
                </a:solidFill>
              </a:rPr>
              <a:pPr>
                <a:defRPr/>
              </a:pPr>
              <a:t>6/24/2015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65" y="8477158"/>
            <a:ext cx="5146675" cy="485859"/>
          </a:xfrm>
          <a:prstGeom prst="rect">
            <a:avLst/>
          </a:prstGeom>
        </p:spPr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070279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2841061"/>
            <a:ext cx="13817600" cy="1960374"/>
          </a:xfrm>
          <a:prstGeom prst="rect">
            <a:avLst/>
          </a:prstGeom>
        </p:spPr>
        <p:txBody>
          <a:bodyPr lIns="145152" tIns="72576" rIns="145152" bIns="72576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  <a:prstGeom prst="rect">
            <a:avLst/>
          </a:prstGeom>
        </p:spPr>
        <p:txBody>
          <a:bodyPr lIns="145152" tIns="72576" rIns="145152" bIns="72576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5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5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77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0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28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54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80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060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0" y="8476606"/>
            <a:ext cx="3793067" cy="486918"/>
          </a:xfrm>
          <a:prstGeom prst="rect">
            <a:avLst/>
          </a:prstGeom>
        </p:spPr>
        <p:txBody>
          <a:bodyPr lIns="145152" tIns="72576" rIns="145152" bIns="72576"/>
          <a:lstStyle/>
          <a:p>
            <a:fld id="{195793EF-9FB5-4406-A656-BF1DB2720DA9}" type="datetimeFigureOut">
              <a:rPr lang="pt-BR" smtClean="0">
                <a:solidFill>
                  <a:srgbClr val="000000"/>
                </a:solidFill>
              </a:rPr>
              <a:pPr/>
              <a:t>24/06/2015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4" y="8476606"/>
            <a:ext cx="5147733" cy="486918"/>
          </a:xfrm>
          <a:prstGeom prst="rect">
            <a:avLst/>
          </a:prstGeom>
        </p:spPr>
        <p:txBody>
          <a:bodyPr lIns="145152" tIns="72576" rIns="145152" bIns="72576"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33" y="8476606"/>
            <a:ext cx="3793067" cy="486918"/>
          </a:xfrm>
          <a:prstGeom prst="rect">
            <a:avLst/>
          </a:prstGeom>
        </p:spPr>
        <p:txBody>
          <a:bodyPr lIns="145152" tIns="72576" rIns="145152" bIns="72576"/>
          <a:lstStyle/>
          <a:p>
            <a:fld id="{030F3B88-FBDB-4B41-AEC8-C7729B2B2A8C}" type="slidenum">
              <a:rPr lang="pt-BR" smtClean="0">
                <a:solidFill>
                  <a:srgbClr val="000000"/>
                </a:solidFill>
              </a:rPr>
              <a:pPr/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832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366247"/>
            <a:ext cx="14630400" cy="1524265"/>
          </a:xfrm>
          <a:prstGeom prst="rect">
            <a:avLst/>
          </a:prstGeom>
        </p:spPr>
        <p:txBody>
          <a:bodyPr lIns="145152" tIns="72576" rIns="145152" bIns="72576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3971"/>
            <a:ext cx="14630400" cy="6035665"/>
          </a:xfrm>
          <a:prstGeom prst="rect">
            <a:avLst/>
          </a:prstGeom>
        </p:spPr>
        <p:txBody>
          <a:bodyPr lIns="145152" tIns="72576" rIns="145152" bIns="72576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0" y="8476606"/>
            <a:ext cx="3793067" cy="486918"/>
          </a:xfrm>
          <a:prstGeom prst="rect">
            <a:avLst/>
          </a:prstGeom>
        </p:spPr>
        <p:txBody>
          <a:bodyPr lIns="145152" tIns="72576" rIns="145152" bIns="72576"/>
          <a:lstStyle/>
          <a:p>
            <a:fld id="{195793EF-9FB5-4406-A656-BF1DB2720DA9}" type="datetimeFigureOut">
              <a:rPr lang="pt-BR" smtClean="0">
                <a:solidFill>
                  <a:srgbClr val="000000"/>
                </a:solidFill>
              </a:rPr>
              <a:pPr/>
              <a:t>24/06/2015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4" y="8476606"/>
            <a:ext cx="5147733" cy="486918"/>
          </a:xfrm>
          <a:prstGeom prst="rect">
            <a:avLst/>
          </a:prstGeom>
        </p:spPr>
        <p:txBody>
          <a:bodyPr lIns="145152" tIns="72576" rIns="145152" bIns="72576"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33" y="8476606"/>
            <a:ext cx="3793067" cy="486918"/>
          </a:xfrm>
          <a:prstGeom prst="rect">
            <a:avLst/>
          </a:prstGeom>
        </p:spPr>
        <p:txBody>
          <a:bodyPr lIns="145152" tIns="72576" rIns="145152" bIns="72576"/>
          <a:lstStyle/>
          <a:p>
            <a:fld id="{030F3B88-FBDB-4B41-AEC8-C7729B2B2A8C}" type="slidenum">
              <a:rPr lang="pt-BR" smtClean="0">
                <a:solidFill>
                  <a:srgbClr val="000000"/>
                </a:solidFill>
              </a:rPr>
              <a:pPr/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337196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64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851864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023763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99211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381303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747760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86489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595249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881992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258986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210761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762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932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991974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841063"/>
            <a:ext cx="13817600" cy="1960374"/>
          </a:xfrm>
          <a:prstGeom prst="rect">
            <a:avLst/>
          </a:prstGeom>
        </p:spPr>
        <p:txBody>
          <a:bodyPr lIns="91320" tIns="45657" rIns="91320" bIns="45657"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182500"/>
            <a:ext cx="11379200" cy="2337206"/>
          </a:xfrm>
          <a:prstGeom prst="rect">
            <a:avLst/>
          </a:prstGeom>
        </p:spPr>
        <p:txBody>
          <a:bodyPr lIns="91320" tIns="45657" rIns="91320" bIns="45657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4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74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9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23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48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97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5" y="8476607"/>
            <a:ext cx="3793067" cy="486918"/>
          </a:xfrm>
          <a:prstGeom prst="rect">
            <a:avLst/>
          </a:prstGeom>
        </p:spPr>
        <p:txBody>
          <a:bodyPr lIns="91320" tIns="45657" rIns="91320" bIns="45657"/>
          <a:lstStyle>
            <a:lvl1pPr>
              <a:defRPr/>
            </a:lvl1pPr>
          </a:lstStyle>
          <a:p>
            <a:pPr defTabSz="1449131">
              <a:defRPr/>
            </a:pPr>
            <a:fld id="{05B813F2-5F07-43F4-AF86-88185E372AB8}" type="datetime1">
              <a:rPr lang="en-US" smtClean="0">
                <a:solidFill>
                  <a:prstClr val="black"/>
                </a:solidFill>
              </a:rPr>
              <a:pPr defTabSz="1449131">
                <a:defRPr/>
              </a:pPr>
              <a:t>6/24/2015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40" y="8476607"/>
            <a:ext cx="5147733" cy="486918"/>
          </a:xfrm>
          <a:prstGeom prst="rect">
            <a:avLst/>
          </a:prstGeom>
        </p:spPr>
        <p:txBody>
          <a:bodyPr lIns="91320" tIns="45657" rIns="91320" bIns="45657"/>
          <a:lstStyle>
            <a:lvl1pPr>
              <a:defRPr/>
            </a:lvl1pPr>
          </a:lstStyle>
          <a:p>
            <a:pPr defTabSz="1449131">
              <a:defRPr/>
            </a:pPr>
            <a:endParaRPr lang="pt-BR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76149" y="8658672"/>
            <a:ext cx="3793067" cy="486918"/>
          </a:xfrm>
          <a:prstGeom prst="rect">
            <a:avLst/>
          </a:prstGeom>
        </p:spPr>
        <p:txBody>
          <a:bodyPr lIns="91320" tIns="45657" rIns="91320" bIns="45657"/>
          <a:lstStyle>
            <a:lvl1pPr>
              <a:defRPr/>
            </a:lvl1pPr>
          </a:lstStyle>
          <a:p>
            <a:pPr defTabSz="1449131">
              <a:defRPr/>
            </a:pPr>
            <a:fld id="{E859573C-7B9F-4FA8-BBBF-847049D72E07}" type="slidenum">
              <a:rPr lang="en-US" smtClean="0">
                <a:solidFill>
                  <a:prstClr val="black"/>
                </a:solidFill>
              </a:rPr>
              <a:pPr defTabSz="1449131"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666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62" y="609712"/>
            <a:ext cx="14625225" cy="700119"/>
          </a:xfrm>
          <a:prstGeom prst="rect">
            <a:avLst/>
          </a:prstGeom>
        </p:spPr>
        <p:txBody>
          <a:bodyPr lIns="91382" tIns="45689" rIns="91382" bIns="45689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62" y="2421889"/>
            <a:ext cx="14625225" cy="6111876"/>
          </a:xfrm>
          <a:prstGeom prst="rect">
            <a:avLst/>
          </a:prstGeom>
        </p:spPr>
        <p:txBody>
          <a:bodyPr lIns="91382" tIns="45689" rIns="91382" bIns="45689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817036" y="1513075"/>
            <a:ext cx="14626169" cy="715483"/>
          </a:xfrm>
          <a:prstGeom prst="rect">
            <a:avLst/>
          </a:prstGeom>
        </p:spPr>
        <p:txBody>
          <a:bodyPr lIns="91382" tIns="45689" rIns="91382" bIns="45689" anchor="t">
            <a:noAutofit/>
          </a:bodyPr>
          <a:lstStyle>
            <a:lvl1pPr marL="0" indent="0">
              <a:buNone/>
              <a:defRPr sz="2400" b="0"/>
            </a:lvl1pPr>
            <a:lvl2pPr marL="725270" indent="0">
              <a:buNone/>
              <a:defRPr sz="3200" b="1"/>
            </a:lvl2pPr>
            <a:lvl3pPr marL="1450536" indent="0">
              <a:buNone/>
              <a:defRPr sz="2900" b="1"/>
            </a:lvl3pPr>
            <a:lvl4pPr marL="2175803" indent="0">
              <a:buNone/>
              <a:defRPr sz="2500" b="1"/>
            </a:lvl4pPr>
            <a:lvl5pPr marL="2901070" indent="0">
              <a:buNone/>
              <a:defRPr sz="2500" b="1"/>
            </a:lvl5pPr>
            <a:lvl6pPr marL="3626341" indent="0">
              <a:buNone/>
              <a:defRPr sz="2500" b="1"/>
            </a:lvl6pPr>
            <a:lvl7pPr marL="4351608" indent="0">
              <a:buNone/>
              <a:defRPr sz="2500" b="1"/>
            </a:lvl7pPr>
            <a:lvl8pPr marL="5076873" indent="0">
              <a:buNone/>
              <a:defRPr sz="2500" b="1"/>
            </a:lvl8pPr>
            <a:lvl9pPr marL="5802142" indent="0">
              <a:buNone/>
              <a:defRPr sz="25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269006" y="-188251"/>
            <a:ext cx="16782085" cy="9517022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28" y="8533764"/>
            <a:ext cx="9668459" cy="6118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13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3924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2800" y="2134002"/>
            <a:ext cx="14630400" cy="6035665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12807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554137" y="8476619"/>
            <a:ext cx="5147733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pPr defTabSz="708688" fontAlgn="base">
              <a:spcBef>
                <a:spcPct val="0"/>
              </a:spcBef>
              <a:spcAft>
                <a:spcPct val="0"/>
              </a:spcAft>
            </a:pPr>
            <a:endParaRPr lang="pt-BR" sz="17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650172" y="8476619"/>
            <a:ext cx="3793067" cy="486918"/>
          </a:xfrm>
          <a:prstGeom prst="rect">
            <a:avLst/>
          </a:prstGeom>
        </p:spPr>
        <p:txBody>
          <a:bodyPr lIns="141971" tIns="70969" rIns="141971" bIns="70969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284176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83031"/>
      </p:ext>
    </p:extLst>
  </p:cSld>
  <p:clrMapOvr>
    <a:masterClrMapping/>
  </p:clrMapOvr>
  <p:transition/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6338" y="8621623"/>
            <a:ext cx="3792537" cy="48744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9525" y="8621623"/>
            <a:ext cx="5148263" cy="48744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A12A33B3-1F37-4C95-AD4A-D6F62E03AF03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148685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6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6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6242C2FC-3CC0-4871-B25D-4411DB65CE1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047027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930" y="8477162"/>
            <a:ext cx="3792539" cy="485859"/>
          </a:xfrm>
          <a:prstGeom prst="rect">
            <a:avLst/>
          </a:prstGeom>
        </p:spPr>
        <p:txBody>
          <a:bodyPr lIns="89334" tIns="44769" rIns="89334" bIns="44769"/>
          <a:lstStyle>
            <a:lvl1pPr algn="ctr"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685" y="8477162"/>
            <a:ext cx="5146676" cy="485859"/>
          </a:xfrm>
          <a:prstGeom prst="rect">
            <a:avLst/>
          </a:prstGeom>
        </p:spPr>
        <p:txBody>
          <a:bodyPr lIns="89334" tIns="44769" rIns="89334" bIns="44769"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894630">
              <a:defRPr>
                <a:ea typeface="ヒラギノ角ゴ ProN W3" charset="-128"/>
              </a:defRPr>
            </a:lvl1pPr>
          </a:lstStyle>
          <a:p>
            <a:pPr>
              <a:defRPr/>
            </a:pPr>
            <a:fld id="{0B11D5D0-4090-4075-8B99-B3185DEFF14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‹nº›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90056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23" y="5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" y="5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889001" y="8306100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4113" bIns="0"/>
          <a:lstStyle/>
          <a:p>
            <a:pPr marL="41316" defTabSz="990297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4" name="Picture 8" descr="NAT_marca_branca_natura-01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7" y="7563289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0341029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565280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23" y="5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4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" y="5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889001" y="8306100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4113" bIns="0"/>
          <a:lstStyle/>
          <a:p>
            <a:pPr marL="41316" defTabSz="990297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4" name="Picture 8" descr="NAT_marca_branca_natura-01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7" y="7563289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550749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273364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22" y="5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8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" y="5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889001" y="8306100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4120" bIns="0"/>
          <a:lstStyle/>
          <a:p>
            <a:pPr marL="41323" defTabSz="990460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4" name="Picture 8" descr="NAT_marca_branca_natura-01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7" y="7563289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7205363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13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theme" Target="../theme/theme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slideLayout" Target="../slideLayouts/slideLayout106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slideLayout" Target="../slideLayouts/slideLayout109.xml"/><Relationship Id="rId7" Type="http://schemas.openxmlformats.org/officeDocument/2006/relationships/tags" Target="../tags/tag8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111.xml"/><Relationship Id="rId10" Type="http://schemas.openxmlformats.org/officeDocument/2006/relationships/tags" Target="../tags/tag11.xml"/><Relationship Id="rId4" Type="http://schemas.openxmlformats.org/officeDocument/2006/relationships/slideLayout" Target="../slideLayouts/slideLayout110.xml"/><Relationship Id="rId9" Type="http://schemas.openxmlformats.org/officeDocument/2006/relationships/tags" Target="../tags/tag1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slideLayout" Target="../slideLayouts/slideLayout114.xml"/><Relationship Id="rId7" Type="http://schemas.openxmlformats.org/officeDocument/2006/relationships/tags" Target="../tags/tag12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116.xml"/><Relationship Id="rId10" Type="http://schemas.openxmlformats.org/officeDocument/2006/relationships/tags" Target="../tags/tag15.xml"/><Relationship Id="rId4" Type="http://schemas.openxmlformats.org/officeDocument/2006/relationships/slideLayout" Target="../slideLayouts/slideLayout115.xml"/><Relationship Id="rId9" Type="http://schemas.openxmlformats.org/officeDocument/2006/relationships/tags" Target="../tags/tag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slideLayout" Target="../slideLayouts/slideLayout119.xml"/><Relationship Id="rId7" Type="http://schemas.openxmlformats.org/officeDocument/2006/relationships/tags" Target="../tags/tag18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7" Type="http://schemas.openxmlformats.org/officeDocument/2006/relationships/tags" Target="../tags/tag23.xml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slideLayout" Target="../slideLayouts/slideLayout124.xml"/><Relationship Id="rId7" Type="http://schemas.openxmlformats.org/officeDocument/2006/relationships/tags" Target="../tags/tag24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126.xml"/><Relationship Id="rId10" Type="http://schemas.openxmlformats.org/officeDocument/2006/relationships/tags" Target="../tags/tag27.xml"/><Relationship Id="rId4" Type="http://schemas.openxmlformats.org/officeDocument/2006/relationships/slideLayout" Target="../slideLayouts/slideLayout125.xml"/><Relationship Id="rId9" Type="http://schemas.openxmlformats.org/officeDocument/2006/relationships/tags" Target="../tags/tag2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slideLayout" Target="../slideLayouts/slideLayout129.xml"/><Relationship Id="rId7" Type="http://schemas.openxmlformats.org/officeDocument/2006/relationships/tags" Target="../tags/tag30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7" Type="http://schemas.openxmlformats.org/officeDocument/2006/relationships/tags" Target="../tags/tag35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slideLayout" Target="../slideLayouts/slideLayout134.xml"/><Relationship Id="rId7" Type="http://schemas.openxmlformats.org/officeDocument/2006/relationships/tags" Target="../tags/tag38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slideLayout" Target="../slideLayouts/slideLayout137.xml"/><Relationship Id="rId7" Type="http://schemas.openxmlformats.org/officeDocument/2006/relationships/tags" Target="../tags/tag40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139.xml"/><Relationship Id="rId10" Type="http://schemas.openxmlformats.org/officeDocument/2006/relationships/tags" Target="../tags/tag43.xml"/><Relationship Id="rId4" Type="http://schemas.openxmlformats.org/officeDocument/2006/relationships/slideLayout" Target="../slideLayouts/slideLayout138.xml"/><Relationship Id="rId9" Type="http://schemas.openxmlformats.org/officeDocument/2006/relationships/tags" Target="../tags/tag42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6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3.xml"/><Relationship Id="rId7" Type="http://schemas.openxmlformats.org/officeDocument/2006/relationships/slideLayout" Target="../slideLayouts/slideLayout157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8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9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81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90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185.xml"/><Relationship Id="rId1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7" Type="http://schemas.openxmlformats.org/officeDocument/2006/relationships/tags" Target="../tags/tag47.xml"/><Relationship Id="rId2" Type="http://schemas.openxmlformats.org/officeDocument/2006/relationships/slideLayout" Target="../slideLayouts/slideLayout196.xml"/><Relationship Id="rId1" Type="http://schemas.openxmlformats.org/officeDocument/2006/relationships/slideLayout" Target="../slideLayouts/slideLayout195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slideLayout" Target="../slideLayouts/slideLayout199.xml"/><Relationship Id="rId7" Type="http://schemas.openxmlformats.org/officeDocument/2006/relationships/tags" Target="../tags/tag50.xml"/><Relationship Id="rId2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97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slideLayout" Target="../slideLayouts/slideLayout202.xml"/><Relationship Id="rId7" Type="http://schemas.openxmlformats.org/officeDocument/2006/relationships/tags" Target="../tags/tag52.xml"/><Relationship Id="rId2" Type="http://schemas.openxmlformats.org/officeDocument/2006/relationships/slideLayout" Target="../slideLayouts/slideLayout201.xml"/><Relationship Id="rId1" Type="http://schemas.openxmlformats.org/officeDocument/2006/relationships/slideLayout" Target="../slideLayouts/slideLayout200.xml"/><Relationship Id="rId6" Type="http://schemas.openxmlformats.org/officeDocument/2006/relationships/theme" Target="../theme/theme24.xml"/><Relationship Id="rId5" Type="http://schemas.openxmlformats.org/officeDocument/2006/relationships/slideLayout" Target="../slideLayouts/slideLayout204.xml"/><Relationship Id="rId10" Type="http://schemas.openxmlformats.org/officeDocument/2006/relationships/tags" Target="../tags/tag55.xml"/><Relationship Id="rId4" Type="http://schemas.openxmlformats.org/officeDocument/2006/relationships/slideLayout" Target="../slideLayouts/slideLayout203.xml"/><Relationship Id="rId9" Type="http://schemas.openxmlformats.org/officeDocument/2006/relationships/tags" Target="../tags/tag5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theme" Target="../theme/theme25.xml"/><Relationship Id="rId7" Type="http://schemas.openxmlformats.org/officeDocument/2006/relationships/tags" Target="../tags/tag59.xml"/><Relationship Id="rId2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205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7" Type="http://schemas.openxmlformats.org/officeDocument/2006/relationships/tags" Target="../tags/tag63.xml"/><Relationship Id="rId2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20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21.xml"/><Relationship Id="rId18" Type="http://schemas.openxmlformats.org/officeDocument/2006/relationships/slideLayout" Target="../slideLayouts/slideLayout226.xml"/><Relationship Id="rId3" Type="http://schemas.openxmlformats.org/officeDocument/2006/relationships/slideLayout" Target="../slideLayouts/slideLayout211.xml"/><Relationship Id="rId21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5.xml"/><Relationship Id="rId2" Type="http://schemas.openxmlformats.org/officeDocument/2006/relationships/slideLayout" Target="../slideLayouts/slideLayout210.xml"/><Relationship Id="rId16" Type="http://schemas.openxmlformats.org/officeDocument/2006/relationships/slideLayout" Target="../slideLayouts/slideLayout224.xml"/><Relationship Id="rId20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13.xml"/><Relationship Id="rId15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18.xml"/><Relationship Id="rId19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22.xml"/><Relationship Id="rId22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theme" Target="../theme/theme28.xml"/><Relationship Id="rId3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10" Type="http://schemas.openxmlformats.org/officeDocument/2006/relationships/slideLayout" Target="../slideLayouts/slideLayout239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4.xml"/><Relationship Id="rId13" Type="http://schemas.openxmlformats.org/officeDocument/2006/relationships/slideLayout" Target="../slideLayouts/slideLayout259.xml"/><Relationship Id="rId18" Type="http://schemas.openxmlformats.org/officeDocument/2006/relationships/slideLayout" Target="../slideLayouts/slideLayout264.xml"/><Relationship Id="rId3" Type="http://schemas.openxmlformats.org/officeDocument/2006/relationships/slideLayout" Target="../slideLayouts/slideLayout249.xml"/><Relationship Id="rId21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53.xml"/><Relationship Id="rId12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3.xml"/><Relationship Id="rId2" Type="http://schemas.openxmlformats.org/officeDocument/2006/relationships/slideLayout" Target="../slideLayouts/slideLayout248.xml"/><Relationship Id="rId16" Type="http://schemas.openxmlformats.org/officeDocument/2006/relationships/slideLayout" Target="../slideLayouts/slideLayout262.xml"/><Relationship Id="rId20" Type="http://schemas.openxmlformats.org/officeDocument/2006/relationships/slideLayout" Target="../slideLayouts/slideLayout266.xml"/><Relationship Id="rId1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52.xml"/><Relationship Id="rId11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1.xml"/><Relationship Id="rId15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265.xml"/><Relationship Id="rId4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60.xml"/><Relationship Id="rId22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5.xml"/><Relationship Id="rId13" Type="http://schemas.openxmlformats.org/officeDocument/2006/relationships/slideLayout" Target="../slideLayouts/slideLayout280.xml"/><Relationship Id="rId18" Type="http://schemas.openxmlformats.org/officeDocument/2006/relationships/slideLayout" Target="../slideLayouts/slideLayout285.xml"/><Relationship Id="rId3" Type="http://schemas.openxmlformats.org/officeDocument/2006/relationships/slideLayout" Target="../slideLayouts/slideLayout270.xml"/><Relationship Id="rId21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74.xml"/><Relationship Id="rId12" Type="http://schemas.openxmlformats.org/officeDocument/2006/relationships/slideLayout" Target="../slideLayouts/slideLayout279.xml"/><Relationship Id="rId17" Type="http://schemas.openxmlformats.org/officeDocument/2006/relationships/slideLayout" Target="../slideLayouts/slideLayout284.xml"/><Relationship Id="rId2" Type="http://schemas.openxmlformats.org/officeDocument/2006/relationships/slideLayout" Target="../slideLayouts/slideLayout269.xml"/><Relationship Id="rId16" Type="http://schemas.openxmlformats.org/officeDocument/2006/relationships/slideLayout" Target="../slideLayouts/slideLayout283.xml"/><Relationship Id="rId20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72.xml"/><Relationship Id="rId15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77.xml"/><Relationship Id="rId19" Type="http://schemas.openxmlformats.org/officeDocument/2006/relationships/slideLayout" Target="../slideLayouts/slideLayout286.xml"/><Relationship Id="rId4" Type="http://schemas.openxmlformats.org/officeDocument/2006/relationships/slideLayout" Target="../slideLayouts/slideLayout271.xml"/><Relationship Id="rId9" Type="http://schemas.openxmlformats.org/officeDocument/2006/relationships/slideLayout" Target="../slideLayouts/slideLayout276.xml"/><Relationship Id="rId14" Type="http://schemas.openxmlformats.org/officeDocument/2006/relationships/slideLayout" Target="../slideLayouts/slideLayout281.xml"/><Relationship Id="rId22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18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291.xml"/><Relationship Id="rId21" Type="http://schemas.openxmlformats.org/officeDocument/2006/relationships/slideLayout" Target="../slideLayouts/slideLayout309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17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290.xml"/><Relationship Id="rId16" Type="http://schemas.openxmlformats.org/officeDocument/2006/relationships/slideLayout" Target="../slideLayouts/slideLayout304.xml"/><Relationship Id="rId20" Type="http://schemas.openxmlformats.org/officeDocument/2006/relationships/slideLayout" Target="../slideLayouts/slideLayout308.xml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298.xml"/><Relationship Id="rId19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slideLayout" Target="../slideLayouts/slideLayout302.xml"/><Relationship Id="rId22" Type="http://schemas.openxmlformats.org/officeDocument/2006/relationships/theme" Target="../theme/theme31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7.xml"/><Relationship Id="rId13" Type="http://schemas.openxmlformats.org/officeDocument/2006/relationships/slideLayout" Target="../slideLayouts/slideLayout322.xml"/><Relationship Id="rId18" Type="http://schemas.openxmlformats.org/officeDocument/2006/relationships/theme" Target="../theme/theme32.xml"/><Relationship Id="rId3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316.xml"/><Relationship Id="rId12" Type="http://schemas.openxmlformats.org/officeDocument/2006/relationships/slideLayout" Target="../slideLayouts/slideLayout321.xml"/><Relationship Id="rId17" Type="http://schemas.openxmlformats.org/officeDocument/2006/relationships/slideLayout" Target="../slideLayouts/slideLayout326.xml"/><Relationship Id="rId2" Type="http://schemas.openxmlformats.org/officeDocument/2006/relationships/slideLayout" Target="../slideLayouts/slideLayout311.xml"/><Relationship Id="rId16" Type="http://schemas.openxmlformats.org/officeDocument/2006/relationships/slideLayout" Target="../slideLayouts/slideLayout325.xml"/><Relationship Id="rId1" Type="http://schemas.openxmlformats.org/officeDocument/2006/relationships/slideLayout" Target="../slideLayouts/slideLayout310.xml"/><Relationship Id="rId6" Type="http://schemas.openxmlformats.org/officeDocument/2006/relationships/slideLayout" Target="../slideLayouts/slideLayout315.xml"/><Relationship Id="rId11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4.xml"/><Relationship Id="rId15" Type="http://schemas.openxmlformats.org/officeDocument/2006/relationships/slideLayout" Target="../slideLayouts/slideLayout324.xml"/><Relationship Id="rId10" Type="http://schemas.openxmlformats.org/officeDocument/2006/relationships/slideLayout" Target="../slideLayouts/slideLayout319.xml"/><Relationship Id="rId4" Type="http://schemas.openxmlformats.org/officeDocument/2006/relationships/slideLayout" Target="../slideLayouts/slideLayout313.xml"/><Relationship Id="rId9" Type="http://schemas.openxmlformats.org/officeDocument/2006/relationships/slideLayout" Target="../slideLayouts/slideLayout318.xml"/><Relationship Id="rId14" Type="http://schemas.openxmlformats.org/officeDocument/2006/relationships/slideLayout" Target="../slideLayouts/slideLayout323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4.xml"/><Relationship Id="rId13" Type="http://schemas.openxmlformats.org/officeDocument/2006/relationships/slideLayout" Target="../slideLayouts/slideLayout339.xml"/><Relationship Id="rId3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33.xml"/><Relationship Id="rId12" Type="http://schemas.openxmlformats.org/officeDocument/2006/relationships/slideLayout" Target="../slideLayouts/slideLayout338.xml"/><Relationship Id="rId2" Type="http://schemas.openxmlformats.org/officeDocument/2006/relationships/slideLayout" Target="../slideLayouts/slideLayout328.xml"/><Relationship Id="rId16" Type="http://schemas.openxmlformats.org/officeDocument/2006/relationships/theme" Target="../theme/theme33.xml"/><Relationship Id="rId1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32.xml"/><Relationship Id="rId11" Type="http://schemas.openxmlformats.org/officeDocument/2006/relationships/slideLayout" Target="../slideLayouts/slideLayout337.xml"/><Relationship Id="rId5" Type="http://schemas.openxmlformats.org/officeDocument/2006/relationships/slideLayout" Target="../slideLayouts/slideLayout331.xml"/><Relationship Id="rId15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36.xml"/><Relationship Id="rId4" Type="http://schemas.openxmlformats.org/officeDocument/2006/relationships/slideLayout" Target="../slideLayouts/slideLayout330.xml"/><Relationship Id="rId9" Type="http://schemas.openxmlformats.org/officeDocument/2006/relationships/slideLayout" Target="../slideLayouts/slideLayout335.xml"/><Relationship Id="rId14" Type="http://schemas.openxmlformats.org/officeDocument/2006/relationships/slideLayout" Target="../slideLayouts/slideLayout340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9.xml"/><Relationship Id="rId13" Type="http://schemas.openxmlformats.org/officeDocument/2006/relationships/theme" Target="../theme/theme34.xml"/><Relationship Id="rId3" Type="http://schemas.openxmlformats.org/officeDocument/2006/relationships/slideLayout" Target="../slideLayouts/slideLayout344.xml"/><Relationship Id="rId7" Type="http://schemas.openxmlformats.org/officeDocument/2006/relationships/slideLayout" Target="../slideLayouts/slideLayout348.xml"/><Relationship Id="rId12" Type="http://schemas.openxmlformats.org/officeDocument/2006/relationships/slideLayout" Target="../slideLayouts/slideLayout353.xml"/><Relationship Id="rId2" Type="http://schemas.openxmlformats.org/officeDocument/2006/relationships/slideLayout" Target="../slideLayouts/slideLayout343.xml"/><Relationship Id="rId1" Type="http://schemas.openxmlformats.org/officeDocument/2006/relationships/slideLayout" Target="../slideLayouts/slideLayout342.xml"/><Relationship Id="rId6" Type="http://schemas.openxmlformats.org/officeDocument/2006/relationships/slideLayout" Target="../slideLayouts/slideLayout347.xml"/><Relationship Id="rId11" Type="http://schemas.openxmlformats.org/officeDocument/2006/relationships/slideLayout" Target="../slideLayouts/slideLayout352.xml"/><Relationship Id="rId5" Type="http://schemas.openxmlformats.org/officeDocument/2006/relationships/slideLayout" Target="../slideLayouts/slideLayout346.xml"/><Relationship Id="rId10" Type="http://schemas.openxmlformats.org/officeDocument/2006/relationships/slideLayout" Target="../slideLayouts/slideLayout351.xml"/><Relationship Id="rId4" Type="http://schemas.openxmlformats.org/officeDocument/2006/relationships/slideLayout" Target="../slideLayouts/slideLayout345.xml"/><Relationship Id="rId9" Type="http://schemas.openxmlformats.org/officeDocument/2006/relationships/slideLayout" Target="../slideLayouts/slideLayout350.xml"/><Relationship Id="rId14" Type="http://schemas.openxmlformats.org/officeDocument/2006/relationships/image" Target="../media/image2.jpg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theme" Target="../theme/theme35.xml"/><Relationship Id="rId7" Type="http://schemas.openxmlformats.org/officeDocument/2006/relationships/tags" Target="../tags/tag67.xml"/><Relationship Id="rId2" Type="http://schemas.openxmlformats.org/officeDocument/2006/relationships/slideLayout" Target="../slideLayouts/slideLayout355.xml"/><Relationship Id="rId1" Type="http://schemas.openxmlformats.org/officeDocument/2006/relationships/slideLayout" Target="../slideLayouts/slideLayout354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slideLayout" Target="../slideLayouts/slideLayout358.xml"/><Relationship Id="rId7" Type="http://schemas.openxmlformats.org/officeDocument/2006/relationships/tags" Target="../tags/tag68.xml"/><Relationship Id="rId2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56.xml"/><Relationship Id="rId6" Type="http://schemas.openxmlformats.org/officeDocument/2006/relationships/theme" Target="../theme/theme36.xml"/><Relationship Id="rId5" Type="http://schemas.openxmlformats.org/officeDocument/2006/relationships/slideLayout" Target="../slideLayouts/slideLayout360.xml"/><Relationship Id="rId10" Type="http://schemas.openxmlformats.org/officeDocument/2006/relationships/tags" Target="../tags/tag71.xml"/><Relationship Id="rId4" Type="http://schemas.openxmlformats.org/officeDocument/2006/relationships/slideLayout" Target="../slideLayouts/slideLayout359.xml"/><Relationship Id="rId9" Type="http://schemas.openxmlformats.org/officeDocument/2006/relationships/tags" Target="../tags/tag70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slideLayout" Target="../slideLayouts/slideLayout363.xml"/><Relationship Id="rId7" Type="http://schemas.openxmlformats.org/officeDocument/2006/relationships/tags" Target="../tags/tag74.xml"/><Relationship Id="rId2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61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heme" Target="../theme/theme37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slideLayout" Target="../slideLayouts/slideLayout366.xml"/><Relationship Id="rId7" Type="http://schemas.openxmlformats.org/officeDocument/2006/relationships/tags" Target="../tags/tag78.xml"/><Relationship Id="rId2" Type="http://schemas.openxmlformats.org/officeDocument/2006/relationships/slideLayout" Target="../slideLayouts/slideLayout365.xml"/><Relationship Id="rId1" Type="http://schemas.openxmlformats.org/officeDocument/2006/relationships/slideLayout" Target="../slideLayouts/slideLayout364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heme" Target="../theme/theme38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slideLayout" Target="../slideLayouts/slideLayout369.xml"/><Relationship Id="rId7" Type="http://schemas.openxmlformats.org/officeDocument/2006/relationships/tags" Target="../tags/tag80.xml"/><Relationship Id="rId2" Type="http://schemas.openxmlformats.org/officeDocument/2006/relationships/slideLayout" Target="../slideLayouts/slideLayout368.xml"/><Relationship Id="rId1" Type="http://schemas.openxmlformats.org/officeDocument/2006/relationships/slideLayout" Target="../slideLayouts/slideLayout367.xml"/><Relationship Id="rId6" Type="http://schemas.openxmlformats.org/officeDocument/2006/relationships/theme" Target="../theme/theme39.xml"/><Relationship Id="rId5" Type="http://schemas.openxmlformats.org/officeDocument/2006/relationships/slideLayout" Target="../slideLayouts/slideLayout371.xml"/><Relationship Id="rId10" Type="http://schemas.openxmlformats.org/officeDocument/2006/relationships/tags" Target="../tags/tag83.xml"/><Relationship Id="rId4" Type="http://schemas.openxmlformats.org/officeDocument/2006/relationships/slideLayout" Target="../slideLayouts/slideLayout370.xml"/><Relationship Id="rId9" Type="http://schemas.openxmlformats.org/officeDocument/2006/relationships/tags" Target="../tags/tag82.xml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theme" Target="../theme/theme40.xml"/><Relationship Id="rId2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72.xml"/></Relationships>
</file>

<file path=ppt/slideMasters/_rels/slideMaster4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1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slideLayout" Target="../slideLayouts/slideLayout376.xml"/><Relationship Id="rId7" Type="http://schemas.openxmlformats.org/officeDocument/2006/relationships/tags" Target="../tags/tag87.xml"/><Relationship Id="rId2" Type="http://schemas.openxmlformats.org/officeDocument/2006/relationships/slideLayout" Target="../slideLayouts/slideLayout375.xml"/><Relationship Id="rId1" Type="http://schemas.openxmlformats.org/officeDocument/2006/relationships/slideLayout" Target="../slideLayouts/slideLayout374.xml"/><Relationship Id="rId6" Type="http://schemas.openxmlformats.org/officeDocument/2006/relationships/theme" Target="../theme/theme42.xml"/><Relationship Id="rId5" Type="http://schemas.openxmlformats.org/officeDocument/2006/relationships/slideLayout" Target="../slideLayouts/slideLayout378.xml"/><Relationship Id="rId10" Type="http://schemas.openxmlformats.org/officeDocument/2006/relationships/tags" Target="../tags/tag90.xml"/><Relationship Id="rId4" Type="http://schemas.openxmlformats.org/officeDocument/2006/relationships/slideLayout" Target="../slideLayouts/slideLayout377.xml"/><Relationship Id="rId9" Type="http://schemas.openxmlformats.org/officeDocument/2006/relationships/tags" Target="../tags/tag89.xml"/></Relationships>
</file>

<file path=ppt/slideMasters/_rels/slideMaster43.xml.rels><?xml version="1.0" encoding="UTF-8" standalone="yes"?>
<Relationships xmlns="http://schemas.openxmlformats.org/package/2006/relationships"><Relationship Id="rId1" Type="http://schemas.openxmlformats.org/officeDocument/2006/relationships/theme" Target="../theme/theme43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slideLayout" Target="../slideLayouts/slideLayout381.xml"/><Relationship Id="rId7" Type="http://schemas.openxmlformats.org/officeDocument/2006/relationships/tags" Target="../tags/tag93.xml"/><Relationship Id="rId2" Type="http://schemas.openxmlformats.org/officeDocument/2006/relationships/slideLayout" Target="../slideLayouts/slideLayout380.xml"/><Relationship Id="rId1" Type="http://schemas.openxmlformats.org/officeDocument/2006/relationships/slideLayout" Target="../slideLayouts/slideLayout379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heme" Target="../theme/theme44.xml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theme" Target="../theme/theme45.xml"/><Relationship Id="rId2" Type="http://schemas.openxmlformats.org/officeDocument/2006/relationships/slideLayout" Target="../slideLayouts/slideLayout383.xml"/><Relationship Id="rId1" Type="http://schemas.openxmlformats.org/officeDocument/2006/relationships/slideLayout" Target="../slideLayouts/slideLayout382.xml"/></Relationships>
</file>

<file path=ppt/slideMasters/_rels/slideMaster46.xml.rels><?xml version="1.0" encoding="UTF-8" standalone="yes"?>
<Relationships xmlns="http://schemas.openxmlformats.org/package/2006/relationships"><Relationship Id="rId1" Type="http://schemas.openxmlformats.org/officeDocument/2006/relationships/theme" Target="../theme/theme46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1.xml"/><Relationship Id="rId13" Type="http://schemas.openxmlformats.org/officeDocument/2006/relationships/slideLayout" Target="../slideLayouts/slideLayout396.xml"/><Relationship Id="rId3" Type="http://schemas.openxmlformats.org/officeDocument/2006/relationships/slideLayout" Target="../slideLayouts/slideLayout386.xml"/><Relationship Id="rId7" Type="http://schemas.openxmlformats.org/officeDocument/2006/relationships/slideLayout" Target="../slideLayouts/slideLayout390.xml"/><Relationship Id="rId12" Type="http://schemas.openxmlformats.org/officeDocument/2006/relationships/slideLayout" Target="../slideLayouts/slideLayout395.xml"/><Relationship Id="rId17" Type="http://schemas.openxmlformats.org/officeDocument/2006/relationships/theme" Target="../theme/theme47.xml"/><Relationship Id="rId2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84.xml"/><Relationship Id="rId6" Type="http://schemas.openxmlformats.org/officeDocument/2006/relationships/slideLayout" Target="../slideLayouts/slideLayout389.xml"/><Relationship Id="rId11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88.xml"/><Relationship Id="rId15" Type="http://schemas.openxmlformats.org/officeDocument/2006/relationships/slideLayout" Target="../slideLayouts/slideLayout398.xml"/><Relationship Id="rId10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87.xml"/><Relationship Id="rId9" Type="http://schemas.openxmlformats.org/officeDocument/2006/relationships/slideLayout" Target="../slideLayouts/slideLayout392.xml"/><Relationship Id="rId14" Type="http://schemas.openxmlformats.org/officeDocument/2006/relationships/slideLayout" Target="../slideLayouts/slideLayout397.xml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slideLayout" Target="../slideLayouts/slideLayout402.xml"/><Relationship Id="rId7" Type="http://schemas.openxmlformats.org/officeDocument/2006/relationships/tags" Target="../tags/tag95.xml"/><Relationship Id="rId2" Type="http://schemas.openxmlformats.org/officeDocument/2006/relationships/slideLayout" Target="../slideLayouts/slideLayout401.xml"/><Relationship Id="rId1" Type="http://schemas.openxmlformats.org/officeDocument/2006/relationships/slideLayout" Target="../slideLayouts/slideLayout400.xml"/><Relationship Id="rId6" Type="http://schemas.openxmlformats.org/officeDocument/2006/relationships/theme" Target="../theme/theme48.xml"/><Relationship Id="rId5" Type="http://schemas.openxmlformats.org/officeDocument/2006/relationships/slideLayout" Target="../slideLayouts/slideLayout404.xml"/><Relationship Id="rId10" Type="http://schemas.openxmlformats.org/officeDocument/2006/relationships/tags" Target="../tags/tag98.xml"/><Relationship Id="rId4" Type="http://schemas.openxmlformats.org/officeDocument/2006/relationships/slideLayout" Target="../slideLayouts/slideLayout403.xml"/><Relationship Id="rId9" Type="http://schemas.openxmlformats.org/officeDocument/2006/relationships/tags" Target="../tags/tag97.xml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theme" Target="../theme/theme49.xml"/><Relationship Id="rId2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405.xml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theme" Target="../theme/theme50.xml"/><Relationship Id="rId2" Type="http://schemas.openxmlformats.org/officeDocument/2006/relationships/slideLayout" Target="../slideLayouts/slideLayout408.xml"/><Relationship Id="rId1" Type="http://schemas.openxmlformats.org/officeDocument/2006/relationships/slideLayout" Target="../slideLayouts/slideLayout407.xml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theme" Target="../theme/theme51.xml"/><Relationship Id="rId2" Type="http://schemas.openxmlformats.org/officeDocument/2006/relationships/slideLayout" Target="../slideLayouts/slideLayout410.xml"/><Relationship Id="rId1" Type="http://schemas.openxmlformats.org/officeDocument/2006/relationships/slideLayout" Target="../slideLayouts/slideLayout4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601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8189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85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2" y="1550381"/>
            <a:ext cx="7735888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71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  <p:sldLayoutId id="2147483675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</p:sldLayoutIdLst>
  <p:transition spd="med"/>
  <p:hf sldNum="0" hdr="0" ftr="0" dt="0"/>
  <p:txStyles>
    <p:titleStyle>
      <a:lvl1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231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6436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899610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2833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604" indent="-323604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2824" indent="-261292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7452" indent="-357021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6214" indent="-209650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8527" indent="-174697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6560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299773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2971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6188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2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6436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9961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2833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60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99239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2462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65644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601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7955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85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3" y="1550381"/>
            <a:ext cx="7735890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7955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7955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59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</p:sldLayoutIdLst>
  <p:transition spd="med"/>
  <p:hf sldNum="0" hdr="0" ftr="0" dt="0"/>
  <p:txStyles>
    <p:titleStyle>
      <a:lvl1pPr algn="l" defTabSz="123492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492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492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492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492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108" algn="l" defTabSz="123977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6178" algn="l" defTabSz="123977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899249" algn="l" defTabSz="123977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2352" algn="l" defTabSz="123977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541" indent="-323541" algn="l" defTabSz="123492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2780" indent="-261240" algn="l" defTabSz="123492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7331" indent="-356952" algn="l" defTabSz="123492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6059" indent="-209610" algn="l" defTabSz="123492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8324" indent="-174674" algn="l" defTabSz="123492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6238" indent="-180202" algn="l" defTabSz="1239778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299344" indent="-180202" algn="l" defTabSz="1239778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2423" indent="-180202" algn="l" defTabSz="1239778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5507" indent="-180202" algn="l" defTabSz="1239778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108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6178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99249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2352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5428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98526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1622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64693" algn="l" defTabSz="126617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14" y="914994"/>
            <a:ext cx="5656981" cy="163765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 smtClean="0"/>
              <a:t>All Click To Edit Master Title </a:t>
            </a:r>
            <a:br>
              <a:rPr lang="en-US" dirty="0" smtClean="0"/>
            </a:br>
            <a:r>
              <a:rPr lang="en-US" dirty="0" smtClean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7260" y="914998"/>
            <a:ext cx="8635950" cy="73249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More</a:t>
            </a:r>
          </a:p>
          <a:p>
            <a:pPr lvl="8"/>
            <a:r>
              <a:rPr lang="en-US" dirty="0" smtClean="0"/>
              <a:t>More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170989" y="8531839"/>
            <a:ext cx="272218" cy="2032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300" smtClean="0">
                <a:solidFill>
                  <a:srgbClr val="999683"/>
                </a:solidFill>
              </a:rPr>
              <a:pPr algn="r"/>
              <a:t>‹nº›</a:t>
            </a:fld>
            <a:endParaRPr lang="en-US" sz="1300" dirty="0">
              <a:solidFill>
                <a:srgbClr val="999683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4815389" y="8531846"/>
            <a:ext cx="40032" cy="2032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999683"/>
                </a:solidFill>
              </a:rPr>
              <a:t>|</a:t>
            </a:r>
            <a:endParaRPr lang="en-US" sz="1300" dirty="0">
              <a:solidFill>
                <a:srgbClr val="9996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64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389378" rtl="0" eaLnBrk="1" latinLnBrk="0" hangingPunct="1">
        <a:lnSpc>
          <a:spcPct val="95000"/>
        </a:lnSpc>
        <a:spcBef>
          <a:spcPct val="0"/>
        </a:spcBef>
        <a:buNone/>
        <a:defRPr sz="4400" b="1" kern="1200" spc="-238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89378" rtl="0" eaLnBrk="1" latinLnBrk="0" hangingPunct="1">
        <a:lnSpc>
          <a:spcPct val="120000"/>
        </a:lnSpc>
        <a:spcBef>
          <a:spcPts val="951"/>
        </a:spcBef>
        <a:spcAft>
          <a:spcPts val="1902"/>
        </a:spcAft>
        <a:buFont typeface="Arial" panose="020B0604020202020204" pitchFamily="34" charset="0"/>
        <a:buChar char="​"/>
        <a:defRPr sz="21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89378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Arial" panose="020B0604020202020204" pitchFamily="34" charset="0"/>
        <a:buChar char="​"/>
        <a:defRPr sz="21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89378" rtl="0" eaLnBrk="1" latinLnBrk="0" hangingPunct="1">
        <a:lnSpc>
          <a:spcPct val="110000"/>
        </a:lnSpc>
        <a:spcBef>
          <a:spcPts val="951"/>
        </a:spcBef>
        <a:spcAft>
          <a:spcPts val="0"/>
        </a:spcAft>
        <a:buFont typeface="Arial" panose="020B0604020202020204" pitchFamily="34" charset="0"/>
        <a:buChar char="​"/>
        <a:defRPr sz="17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89378" rtl="0" eaLnBrk="1" latinLnBrk="0" hangingPunct="1">
        <a:lnSpc>
          <a:spcPct val="114000"/>
        </a:lnSpc>
        <a:spcBef>
          <a:spcPts val="951"/>
        </a:spcBef>
        <a:spcAft>
          <a:spcPts val="951"/>
        </a:spcAft>
        <a:buFont typeface="Arial" panose="020B0604020202020204" pitchFamily="34" charset="0"/>
        <a:buChar char="​"/>
        <a:defRPr sz="17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60492" indent="-260492" algn="l" defTabSz="1389378" rtl="0" eaLnBrk="1" latinLnBrk="0" hangingPunct="1">
        <a:lnSpc>
          <a:spcPct val="95000"/>
        </a:lnSpc>
        <a:spcBef>
          <a:spcPts val="0"/>
        </a:spcBef>
        <a:spcAft>
          <a:spcPts val="951"/>
        </a:spcAft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23428" indent="-262924" algn="l" defTabSz="1389378" rtl="0" eaLnBrk="1" latinLnBrk="0" hangingPunct="1">
        <a:lnSpc>
          <a:spcPct val="85000"/>
        </a:lnSpc>
        <a:spcBef>
          <a:spcPct val="20000"/>
        </a:spcBef>
        <a:spcAft>
          <a:spcPts val="951"/>
        </a:spcAft>
        <a:buFont typeface="Arial" panose="020B0604020202020204" pitchFamily="34" charset="0"/>
        <a:buChar char="•"/>
        <a:defRPr sz="17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89378" rtl="0" eaLnBrk="1" latinLnBrk="0" hangingPunct="1">
        <a:spcBef>
          <a:spcPts val="951"/>
        </a:spcBef>
        <a:spcAft>
          <a:spcPts val="951"/>
        </a:spcAft>
        <a:buClr>
          <a:schemeClr val="bg2"/>
        </a:buClr>
        <a:buFont typeface="Arial" panose="020B0604020202020204" pitchFamily="34" charset="0"/>
        <a:buChar char="​"/>
        <a:defRPr sz="21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60492" indent="-260492" algn="l" defTabSz="1389378" rtl="0" eaLnBrk="1" latinLnBrk="0" hangingPunct="1">
        <a:spcBef>
          <a:spcPts val="0"/>
        </a:spcBef>
        <a:spcAft>
          <a:spcPts val="951"/>
        </a:spcAft>
        <a:buFont typeface="Arial" panose="020B0604020202020204" pitchFamily="34" charset="0"/>
        <a:buChar char="•"/>
        <a:defRPr sz="17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23428" indent="-262924" algn="l" defTabSz="1389378" rtl="0" eaLnBrk="1" latinLnBrk="0" hangingPunct="1">
        <a:spcBef>
          <a:spcPct val="20000"/>
        </a:spcBef>
        <a:spcAft>
          <a:spcPts val="951"/>
        </a:spcAft>
        <a:buFont typeface="Arial" panose="020B0604020202020204" pitchFamily="34" charset="0"/>
        <a:buChar char="•"/>
        <a:defRPr sz="17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468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8937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4070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7874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73457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68155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62849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7529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1524265"/>
            <a:ext cx="13817600" cy="1219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3963573"/>
            <a:ext cx="13817600" cy="36582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err="1" smtClean="0"/>
              <a:t>Lkweng</a:t>
            </a:r>
            <a:endParaRPr lang="en-US" dirty="0" smtClean="0"/>
          </a:p>
          <a:p>
            <a:pPr lvl="6"/>
            <a:r>
              <a:rPr lang="en-US" dirty="0" smtClean="0"/>
              <a:t>;</a:t>
            </a:r>
            <a:r>
              <a:rPr lang="en-US" dirty="0" err="1" smtClean="0"/>
              <a:t>krweng’lk</a:t>
            </a:r>
            <a:endParaRPr lang="en-US" dirty="0" smtClean="0"/>
          </a:p>
          <a:p>
            <a:pPr lvl="7"/>
            <a:r>
              <a:rPr lang="en-US" dirty="0" err="1" smtClean="0"/>
              <a:t>Perign</a:t>
            </a:r>
            <a:endParaRPr lang="en-US" dirty="0" smtClean="0"/>
          </a:p>
          <a:p>
            <a:pPr lvl="8"/>
            <a:r>
              <a:rPr lang="en-US" dirty="0" smtClean="0"/>
              <a:t>;</a:t>
            </a:r>
            <a:r>
              <a:rPr lang="en-US" dirty="0" err="1" smtClean="0"/>
              <a:t>kwegn</a:t>
            </a:r>
            <a:r>
              <a:rPr lang="en-US" dirty="0" smtClean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11756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389243" rtl="0" eaLnBrk="1" latinLnBrk="0" hangingPunct="1">
        <a:lnSpc>
          <a:spcPct val="85000"/>
        </a:lnSpc>
        <a:spcBef>
          <a:spcPct val="0"/>
        </a:spcBef>
        <a:buNone/>
        <a:defRPr sz="59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89243" rtl="0" eaLnBrk="1" latinLnBrk="0" hangingPunct="1">
        <a:lnSpc>
          <a:spcPct val="120000"/>
        </a:lnSpc>
        <a:spcBef>
          <a:spcPts val="951"/>
        </a:spcBef>
        <a:spcAft>
          <a:spcPts val="1902"/>
        </a:spcAft>
        <a:buFont typeface="Arial" panose="020B0604020202020204" pitchFamily="34" charset="0"/>
        <a:buChar char="​"/>
        <a:defRPr sz="2500" b="0" i="0" kern="1200">
          <a:solidFill>
            <a:schemeClr val="accent4"/>
          </a:solidFill>
          <a:latin typeface="+mn-lt"/>
          <a:ea typeface="+mn-ea"/>
          <a:cs typeface="+mn-cs"/>
        </a:defRPr>
      </a:lvl1pPr>
      <a:lvl2pPr marL="0" indent="0" algn="l" defTabSz="1389243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Arial" panose="020B0604020202020204" pitchFamily="34" charset="0"/>
        <a:buChar char="​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1389243" rtl="0" eaLnBrk="1" latinLnBrk="0" hangingPunct="1">
        <a:lnSpc>
          <a:spcPct val="120000"/>
        </a:lnSpc>
        <a:spcBef>
          <a:spcPts val="951"/>
        </a:spcBef>
        <a:spcAft>
          <a:spcPts val="951"/>
        </a:spcAft>
        <a:buFont typeface="Arial" panose="020B0604020202020204" pitchFamily="34" charset="0"/>
        <a:buChar char="​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258051" indent="-258051" algn="l" defTabSz="1389243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sz="17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525779" indent="-267721" algn="l" defTabSz="1389243" rtl="0" eaLnBrk="1" latinLnBrk="0" hangingPunct="1">
        <a:lnSpc>
          <a:spcPct val="110000"/>
        </a:lnSpc>
        <a:spcBef>
          <a:spcPts val="0"/>
        </a:spcBef>
        <a:spcAft>
          <a:spcPts val="951"/>
        </a:spcAft>
        <a:buFont typeface="Wingdings" panose="05000000000000000000" pitchFamily="2" charset="2"/>
        <a:buChar char="§"/>
        <a:defRPr sz="17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0" indent="0" algn="l" defTabSz="1389243" rtl="0" eaLnBrk="1" latinLnBrk="0" hangingPunct="1">
        <a:lnSpc>
          <a:spcPct val="100000"/>
        </a:lnSpc>
        <a:spcBef>
          <a:spcPts val="951"/>
        </a:spcBef>
        <a:spcAft>
          <a:spcPts val="0"/>
        </a:spcAft>
        <a:buFont typeface="Arial" panose="020B0604020202020204" pitchFamily="34" charset="0"/>
        <a:buChar char="​"/>
        <a:defRPr sz="1700" b="1" kern="1200">
          <a:solidFill>
            <a:schemeClr val="bg2"/>
          </a:solidFill>
          <a:latin typeface="+mj-lt"/>
          <a:ea typeface="+mn-ea"/>
          <a:cs typeface="+mn-cs"/>
        </a:defRPr>
      </a:lvl6pPr>
      <a:lvl7pPr marL="0" indent="0" algn="l" defTabSz="1389243" rtl="0" eaLnBrk="1" latinLnBrk="0" hangingPunct="1">
        <a:lnSpc>
          <a:spcPct val="100000"/>
        </a:lnSpc>
        <a:spcBef>
          <a:spcPts val="951"/>
        </a:spcBef>
        <a:spcAft>
          <a:spcPts val="951"/>
        </a:spcAft>
        <a:buFont typeface="Arial" panose="020B0604020202020204" pitchFamily="34" charset="0"/>
        <a:buChar char="​"/>
        <a:defRPr sz="1700" kern="1200">
          <a:solidFill>
            <a:schemeClr val="bg2"/>
          </a:solidFill>
          <a:latin typeface="+mj-lt"/>
          <a:ea typeface="+mn-ea"/>
          <a:cs typeface="+mn-cs"/>
        </a:defRPr>
      </a:lvl7pPr>
      <a:lvl8pPr marL="0" indent="0" algn="l" defTabSz="1389243" rtl="0" eaLnBrk="1" latinLnBrk="0" hangingPunct="1">
        <a:lnSpc>
          <a:spcPct val="100000"/>
        </a:lnSpc>
        <a:spcBef>
          <a:spcPts val="951"/>
        </a:spcBef>
        <a:spcAft>
          <a:spcPts val="951"/>
        </a:spcAft>
        <a:buFont typeface="Arial" panose="020B0604020202020204" pitchFamily="34" charset="0"/>
        <a:buChar char="​"/>
        <a:defRPr sz="1700" kern="1200">
          <a:solidFill>
            <a:schemeClr val="accent1"/>
          </a:solidFill>
          <a:latin typeface="+mj-lt"/>
          <a:ea typeface="+mn-ea"/>
          <a:cs typeface="+mn-cs"/>
        </a:defRPr>
      </a:lvl8pPr>
      <a:lvl9pPr marL="0" indent="0" algn="l" defTabSz="1389243" rtl="0" eaLnBrk="1" latinLnBrk="0" hangingPunct="1">
        <a:lnSpc>
          <a:spcPct val="100000"/>
        </a:lnSpc>
        <a:spcBef>
          <a:spcPts val="951"/>
        </a:spcBef>
        <a:spcAft>
          <a:spcPts val="951"/>
        </a:spcAft>
        <a:buFont typeface="Arial" panose="020B0604020202020204" pitchFamily="34" charset="0"/>
        <a:buChar char="​"/>
        <a:defRPr sz="1700" kern="1200">
          <a:solidFill>
            <a:schemeClr val="accent3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4627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89243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3872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78483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73114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67754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62365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7002" algn="l" defTabSz="138924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170" y="609730"/>
            <a:ext cx="14625225" cy="70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170" y="2422313"/>
            <a:ext cx="14625225" cy="6111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31" name="TextBox 230"/>
          <p:cNvSpPr txBox="1"/>
          <p:nvPr/>
        </p:nvSpPr>
        <p:spPr>
          <a:xfrm>
            <a:off x="14468573" y="8757649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D1D1D1"/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13038" y="8757648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D1D1D1"/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26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808" r:id="rId19"/>
    <p:sldLayoutId id="2147483809" r:id="rId20"/>
    <p:sldLayoutId id="2147483810" r:id="rId2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389378" rtl="0" eaLnBrk="1" latinLnBrk="0" hangingPunct="1">
        <a:lnSpc>
          <a:spcPct val="90000"/>
        </a:lnSpc>
        <a:spcBef>
          <a:spcPct val="0"/>
        </a:spcBef>
        <a:buNone/>
        <a:defRPr sz="3700" kern="1200" cap="all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0" indent="0" algn="l" defTabSz="1389378" rtl="0" eaLnBrk="1" latinLnBrk="0" hangingPunct="1">
        <a:lnSpc>
          <a:spcPct val="120000"/>
        </a:lnSpc>
        <a:spcBef>
          <a:spcPts val="951"/>
        </a:spcBef>
        <a:spcAft>
          <a:spcPts val="1902"/>
        </a:spcAft>
        <a:buFont typeface="Calibri" panose="020F0502020204030204" pitchFamily="34" charset="0"/>
        <a:buChar char="​"/>
        <a:defRPr sz="2100" i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1389378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Calibri" panose="020F0502020204030204" pitchFamily="34" charset="0"/>
        <a:buChar char="​"/>
        <a:defRPr sz="21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1389378" rtl="0" eaLnBrk="1" latinLnBrk="0" hangingPunct="1">
        <a:lnSpc>
          <a:spcPct val="120000"/>
        </a:lnSpc>
        <a:spcBef>
          <a:spcPts val="951"/>
        </a:spcBef>
        <a:spcAft>
          <a:spcPts val="951"/>
        </a:spcAft>
        <a:buFont typeface="Calibri" panose="020F0502020204030204" pitchFamily="34" charset="0"/>
        <a:buChar char="​"/>
        <a:defRPr sz="1700" kern="1200">
          <a:solidFill>
            <a:schemeClr val="tx2"/>
          </a:solidFill>
          <a:latin typeface="+mj-lt"/>
          <a:ea typeface="+mn-ea"/>
          <a:cs typeface="+mn-cs"/>
        </a:defRPr>
      </a:lvl3pPr>
      <a:lvl4pPr marL="0" indent="0" algn="l" defTabSz="1389378" rtl="0" eaLnBrk="1" latinLnBrk="0" hangingPunct="1">
        <a:lnSpc>
          <a:spcPct val="110000"/>
        </a:lnSpc>
        <a:spcBef>
          <a:spcPts val="0"/>
        </a:spcBef>
        <a:buFont typeface="Calibri" panose="020F0502020204030204" pitchFamily="34" charset="0"/>
        <a:buChar char="​"/>
        <a:defRPr sz="1700" i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1389378" rtl="0" eaLnBrk="1" latinLnBrk="0" hangingPunct="1">
        <a:lnSpc>
          <a:spcPct val="150000"/>
        </a:lnSpc>
        <a:spcBef>
          <a:spcPts val="0"/>
        </a:spcBef>
        <a:buFont typeface="Calibri" panose="020F0502020204030204" pitchFamily="34" charset="0"/>
        <a:buChar char="​"/>
        <a:defRPr sz="1100" kern="1200">
          <a:solidFill>
            <a:schemeClr val="tx2"/>
          </a:solidFill>
          <a:latin typeface="+mj-lt"/>
          <a:ea typeface="+mn-ea"/>
          <a:cs typeface="+mn-cs"/>
        </a:defRPr>
      </a:lvl5pPr>
      <a:lvl6pPr marL="3820805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515493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210187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5904885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468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8937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4070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7874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73457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68155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62849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7529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589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9370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76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2" y="1550357"/>
            <a:ext cx="7735888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9370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9370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922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  <p:sldLayoutId id="2147483954" r:id="rId18"/>
    <p:sldLayoutId id="2147483956" r:id="rId19"/>
  </p:sldLayoutIdLst>
  <p:transition spd="med"/>
  <p:hf sldNum="0" hdr="0" ftr="0" dt="0"/>
  <p:txStyles>
    <p:titleStyle>
      <a:lvl1pPr algn="l" defTabSz="123635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635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635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635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635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839" algn="l" defTabSz="1241213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7647" algn="l" defTabSz="1241213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901467" algn="l" defTabSz="1241213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5284" algn="l" defTabSz="1241213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912" indent="-323912" algn="l" defTabSz="1236350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3085" indent="-261548" algn="l" defTabSz="1236350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8058" indent="-357368" algn="l" defTabSz="1236350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7040" indent="-209851" algn="l" defTabSz="1236350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9532" indent="-174862" algn="l" defTabSz="1236350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8168" indent="-180398" algn="l" defTabSz="1241213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301986" indent="-180398" algn="l" defTabSz="1241213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5811" indent="-180398" algn="l" defTabSz="1241213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9629" indent="-180398" algn="l" defTabSz="1241213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839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7647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01467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5284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9111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02920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6751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70557" algn="l" defTabSz="1267647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9952" y="1647080"/>
            <a:ext cx="736590" cy="344962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8575" rIns="0" bIns="38575">
            <a:spAutoFit/>
          </a:bodyPr>
          <a:lstStyle/>
          <a:p>
            <a:pPr algn="r" defTabSz="139131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9952" y="1647075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9952" y="1992037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18887" indent="-818887" defTabSz="139131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652266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18887" indent="-818887" defTabSz="139131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652266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30"/>
            <a:ext cx="3501292" cy="486918"/>
          </a:xfrm>
          <a:prstGeom prst="rect">
            <a:avLst/>
          </a:prstGeom>
        </p:spPr>
        <p:txBody>
          <a:bodyPr vert="horz" lIns="139131" tIns="69547" rIns="139131" bIns="69547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391318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391318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758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391318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39131" tIns="69547" rIns="139131" bIns="69547" rtlCol="0">
            <a:normAutofit/>
          </a:bodyPr>
          <a:lstStyle/>
          <a:p>
            <a:pPr marL="521764" lvl="0" indent="-521764" defTabSz="1391318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30486" lvl="1" indent="-434806" defTabSz="1391318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39186" lvl="2" indent="-347852" defTabSz="1391318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34840" lvl="3" indent="-347852" defTabSz="1391318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30527" lvl="4" indent="-347852" defTabSz="1391318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947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695681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39131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08700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78267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47852" indent="-34785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652266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693253" indent="-34301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652266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41130" indent="-34544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652266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388919" indent="-34544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652266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36760" indent="-34544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2266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32427" indent="-34544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2266" algn="l"/>
        </a:tabLst>
        <a:defRPr sz="2100">
          <a:solidFill>
            <a:schemeClr val="tx1"/>
          </a:solidFill>
          <a:latin typeface="+mn-lt"/>
        </a:defRPr>
      </a:lvl6pPr>
      <a:lvl7pPr marL="3128110" indent="-34544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2266" algn="l"/>
        </a:tabLst>
        <a:defRPr sz="2100">
          <a:solidFill>
            <a:schemeClr val="tx1"/>
          </a:solidFill>
          <a:latin typeface="+mn-lt"/>
        </a:defRPr>
      </a:lvl7pPr>
      <a:lvl8pPr marL="3823775" indent="-34544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2266" algn="l"/>
        </a:tabLst>
        <a:defRPr sz="2100">
          <a:solidFill>
            <a:schemeClr val="tx1"/>
          </a:solidFill>
          <a:latin typeface="+mn-lt"/>
        </a:defRPr>
      </a:lvl8pPr>
      <a:lvl9pPr marL="4519445" indent="-34544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2266" algn="l"/>
        </a:tabLst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5681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91318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7006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82673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78352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74010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69689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65356" algn="l" defTabSz="139131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19942" y="1647078"/>
            <a:ext cx="736590" cy="345048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8617" rIns="0" bIns="38617">
            <a:spAutoFit/>
          </a:bodyPr>
          <a:lstStyle/>
          <a:p>
            <a:pPr algn="r" defTabSz="139269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19942" y="1647078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19942" y="1992126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19692" indent="-819692" defTabSz="1392697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65589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19692" indent="-819692" defTabSz="1392697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65589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30"/>
            <a:ext cx="3501292" cy="486918"/>
          </a:xfrm>
          <a:prstGeom prst="rect">
            <a:avLst/>
          </a:prstGeom>
        </p:spPr>
        <p:txBody>
          <a:bodyPr vert="horz" lIns="139269" tIns="69620" rIns="139269" bIns="69620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392697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392697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747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392697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39269" tIns="69620" rIns="139269" bIns="69620" rtlCol="0">
            <a:normAutofit/>
          </a:bodyPr>
          <a:lstStyle/>
          <a:p>
            <a:pPr marL="522286" lvl="0" indent="-522286" defTabSz="139269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31613" lvl="1" indent="-435237" defTabSz="139269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40910" lvl="2" indent="-348195" defTabSz="139269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37256" lvl="3" indent="-348195" defTabSz="139269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33616" lvl="4" indent="-348195" defTabSz="139269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544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6" r:id="rId1"/>
    <p:sldLayoutId id="2147484417" r:id="rId2"/>
    <p:sldLayoutId id="2147484418" r:id="rId3"/>
    <p:sldLayoutId id="2147484419" r:id="rId4"/>
    <p:sldLayoutId id="2147484420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69637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39269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089074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78543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48195" indent="-34819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65589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693946" indent="-34335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65589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42165" indent="-34578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65589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390293" indent="-345783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65589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38489" indent="-345783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589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34840" indent="-345783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5892" algn="l"/>
        </a:tabLst>
        <a:defRPr sz="2100">
          <a:solidFill>
            <a:schemeClr val="tx1"/>
          </a:solidFill>
          <a:latin typeface="+mn-lt"/>
        </a:defRPr>
      </a:lvl6pPr>
      <a:lvl7pPr marL="3131194" indent="-345783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5892" algn="l"/>
        </a:tabLst>
        <a:defRPr sz="2100">
          <a:solidFill>
            <a:schemeClr val="tx1"/>
          </a:solidFill>
          <a:latin typeface="+mn-lt"/>
        </a:defRPr>
      </a:lvl7pPr>
      <a:lvl8pPr marL="3827580" indent="-345783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5892" algn="l"/>
        </a:tabLst>
        <a:defRPr sz="2100">
          <a:solidFill>
            <a:schemeClr val="tx1"/>
          </a:solidFill>
          <a:latin typeface="+mn-lt"/>
        </a:defRPr>
      </a:lvl8pPr>
      <a:lvl9pPr marL="4523938" indent="-345783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55892" algn="l"/>
        </a:tabLst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6373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697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9074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85433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81805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78161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74520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70879" algn="l" defTabSz="139269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20674" y="1647098"/>
            <a:ext cx="736590" cy="343557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7890" rIns="0" bIns="37890">
            <a:spAutoFit/>
          </a:bodyPr>
          <a:lstStyle/>
          <a:p>
            <a:pPr algn="r" defTabSz="136806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20674" y="1647093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20674" y="1990650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05185" indent="-805185" defTabSz="1368064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59120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05185" indent="-805185" defTabSz="136806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59120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34"/>
            <a:ext cx="3501292" cy="486918"/>
          </a:xfrm>
          <a:prstGeom prst="rect">
            <a:avLst/>
          </a:prstGeom>
        </p:spPr>
        <p:txBody>
          <a:bodyPr vert="horz" lIns="136775" tIns="68404" rIns="136775" bIns="6840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368064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368064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986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368064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36775" tIns="68404" rIns="136775" bIns="68404" rtlCol="0">
            <a:normAutofit/>
          </a:bodyPr>
          <a:lstStyle/>
          <a:p>
            <a:pPr marL="513045" lvl="0" indent="-513045" defTabSz="1368064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11597" lvl="1" indent="-427539" defTabSz="1368064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10100" lvl="2" indent="-342047" defTabSz="1368064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394131" lvl="3" indent="-342047" defTabSz="1368064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078188" lvl="4" indent="-342047" defTabSz="1368064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699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68405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368064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05210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736151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42047" indent="-342047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59120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681695" indent="-337278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59120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23717" indent="-339659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59120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365696" indent="-3396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59120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07720" indent="-3396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59120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391751" indent="-3396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591205" algn="l"/>
        </a:tabLst>
        <a:defRPr sz="2100">
          <a:solidFill>
            <a:schemeClr val="tx1"/>
          </a:solidFill>
          <a:latin typeface="+mn-lt"/>
        </a:defRPr>
      </a:lvl6pPr>
      <a:lvl7pPr marL="3075805" indent="-3396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591205" algn="l"/>
        </a:tabLst>
        <a:defRPr sz="2100">
          <a:solidFill>
            <a:schemeClr val="tx1"/>
          </a:solidFill>
          <a:latin typeface="+mn-lt"/>
        </a:defRPr>
      </a:lvl7pPr>
      <a:lvl8pPr marL="3759852" indent="-3396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591205" algn="l"/>
        </a:tabLst>
        <a:defRPr sz="2100">
          <a:solidFill>
            <a:schemeClr val="tx1"/>
          </a:solidFill>
          <a:latin typeface="+mn-lt"/>
        </a:defRPr>
      </a:lvl8pPr>
      <a:lvl9pPr marL="4443877" indent="-3396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591205" algn="l"/>
        </a:tabLst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4055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68064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52105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36151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20199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04239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788292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472322" algn="l" defTabSz="13680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9897" y="1647083"/>
            <a:ext cx="736590" cy="34539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8783" rIns="0" bIns="38783">
            <a:spAutoFit/>
          </a:bodyPr>
          <a:lstStyle/>
          <a:p>
            <a:pPr algn="r" defTabSz="139828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9897" y="1647083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9897" y="1992473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22981" indent="-822981" defTabSz="13982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670528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22981" indent="-822981" defTabSz="13982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670528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30"/>
            <a:ext cx="3501292" cy="486918"/>
          </a:xfrm>
          <a:prstGeom prst="rect">
            <a:avLst/>
          </a:prstGeom>
        </p:spPr>
        <p:txBody>
          <a:bodyPr vert="horz" lIns="139828" tIns="69895" rIns="139828" bIns="69895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398280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398280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698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398280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39828" tIns="69895" rIns="139828" bIns="69895" rtlCol="0">
            <a:normAutofit/>
          </a:bodyPr>
          <a:lstStyle/>
          <a:p>
            <a:pPr marL="524383" lvl="0" indent="-524383" defTabSz="139828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36137" lvl="1" indent="-436979" defTabSz="139828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47862" lvl="2" indent="-349590" defTabSz="139828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47010" lvl="3" indent="-349590" defTabSz="139828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46166" lvl="4" indent="-349590" defTabSz="139828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2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6" r:id="rId1"/>
    <p:sldLayoutId id="2147484657" r:id="rId2"/>
    <p:sldLayoutId id="2147484659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699161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39828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09743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7965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49590" indent="-34959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670528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696727" indent="-34473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670528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46333" indent="-34716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670528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395864" indent="-34716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670528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45446" indent="-34716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70528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44585" indent="-34716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70528" algn="l"/>
        </a:tabLst>
        <a:defRPr sz="2100">
          <a:solidFill>
            <a:schemeClr val="tx1"/>
          </a:solidFill>
          <a:latin typeface="+mn-lt"/>
        </a:defRPr>
      </a:lvl6pPr>
      <a:lvl7pPr marL="3143743" indent="-34716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70528" algn="l"/>
        </a:tabLst>
        <a:defRPr sz="2100">
          <a:solidFill>
            <a:schemeClr val="tx1"/>
          </a:solidFill>
          <a:latin typeface="+mn-lt"/>
        </a:defRPr>
      </a:lvl7pPr>
      <a:lvl8pPr marL="3842894" indent="-34716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70528" algn="l"/>
        </a:tabLst>
        <a:defRPr sz="2100">
          <a:solidFill>
            <a:schemeClr val="tx1"/>
          </a:solidFill>
          <a:latin typeface="+mn-lt"/>
        </a:defRPr>
      </a:lvl8pPr>
      <a:lvl9pPr marL="4542039" indent="-34716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670528" algn="l"/>
        </a:tabLst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9161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98280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97438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96586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95744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94885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4045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93188" algn="l" defTabSz="13982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5519618" y="1647084"/>
            <a:ext cx="736590" cy="34761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868" rIns="0" bIns="39868">
            <a:spAutoFit/>
          </a:bodyPr>
          <a:lstStyle/>
          <a:p>
            <a:pPr algn="r" defTabSz="143546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5"/>
            </p:custDataLst>
          </p:nvPr>
        </p:nvCxnSpPr>
        <p:spPr bwMode="gray">
          <a:xfrm>
            <a:off x="15519618" y="1647079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6"/>
            </p:custDataLst>
          </p:nvPr>
        </p:nvCxnSpPr>
        <p:spPr bwMode="gray">
          <a:xfrm>
            <a:off x="15519618" y="1994695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4854" indent="-844854" defTabSz="143546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68124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4854" indent="-844854" defTabSz="143546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68124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30"/>
            <a:ext cx="3501292" cy="486918"/>
          </a:xfrm>
          <a:prstGeom prst="rect">
            <a:avLst/>
          </a:prstGeom>
        </p:spPr>
        <p:txBody>
          <a:bodyPr vert="horz" lIns="143536" tIns="71757" rIns="143536" bIns="71757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35460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35460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427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35460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43536" tIns="71757" rIns="143536" bIns="71757" rtlCol="0">
            <a:normAutofit/>
          </a:bodyPr>
          <a:lstStyle/>
          <a:p>
            <a:pPr marL="538332" lvl="0" indent="-538332" defTabSz="143546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66353" lvl="1" indent="-448593" defTabSz="143546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94356" lvl="2" indent="-358876" defTabSz="143546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12084" lvl="3" indent="-358876" defTabSz="143546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29821" lvl="4" indent="-358876" defTabSz="143546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513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61" r:id="rId1"/>
    <p:sldLayoutId id="2147485262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1775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3546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5320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7094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8876" indent="-35887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68124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5252" indent="-35389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68124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4144" indent="-35639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68124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2978" indent="-35639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68124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1859" indent="-35639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68124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09587" indent="-35639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68124" algn="l"/>
        </a:tabLst>
        <a:defRPr sz="2100">
          <a:solidFill>
            <a:schemeClr val="tx1"/>
          </a:solidFill>
          <a:latin typeface="+mn-lt"/>
        </a:defRPr>
      </a:lvl6pPr>
      <a:lvl7pPr marL="3227333" indent="-35639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68124" algn="l"/>
        </a:tabLst>
        <a:defRPr sz="2100">
          <a:solidFill>
            <a:schemeClr val="tx1"/>
          </a:solidFill>
          <a:latin typeface="+mn-lt"/>
        </a:defRPr>
      </a:lvl7pPr>
      <a:lvl8pPr marL="3945075" indent="-35639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68124" algn="l"/>
        </a:tabLst>
        <a:defRPr sz="2100">
          <a:solidFill>
            <a:schemeClr val="tx1"/>
          </a:solidFill>
          <a:latin typeface="+mn-lt"/>
        </a:defRPr>
      </a:lvl8pPr>
      <a:lvl9pPr marL="4662810" indent="-35639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68124" algn="l"/>
        </a:tabLst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56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35460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53205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70945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88689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06426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24167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41892" algn="l" defTabSz="14354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20344" y="1647096"/>
            <a:ext cx="736590" cy="346179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168" rIns="0" bIns="39168">
            <a:spAutoFit/>
          </a:bodyPr>
          <a:lstStyle/>
          <a:p>
            <a:pPr algn="r" defTabSz="141146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20344" y="1647086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20344" y="1993265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0729" indent="-830729" defTabSz="141146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05120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0729" indent="-830729" defTabSz="141146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05120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34"/>
            <a:ext cx="3501292" cy="486918"/>
          </a:xfrm>
          <a:prstGeom prst="rect">
            <a:avLst/>
          </a:prstGeom>
        </p:spPr>
        <p:txBody>
          <a:bodyPr vert="horz" lIns="141136" tIns="70542" rIns="141136" bIns="70542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146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146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638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146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41136" tIns="70542" rIns="141136" bIns="70542" rtlCol="0">
            <a:normAutofit/>
          </a:bodyPr>
          <a:lstStyle/>
          <a:p>
            <a:pPr marL="529323" lvl="0" indent="-529323" defTabSz="1411462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46843" lvl="1" indent="-441107" defTabSz="1411462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64346" lvl="2" indent="-352889" defTabSz="1411462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70079" lvl="3" indent="-352889" defTabSz="1411462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75822" lvl="4" indent="-352889" defTabSz="1411462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256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23" r:id="rId1"/>
    <p:sldLayoutId id="2147485324" r:id="rId2"/>
    <p:sldLayoutId id="2147485325" r:id="rId3"/>
    <p:sldLayoutId id="2147485326" r:id="rId4"/>
    <p:sldLayoutId id="2147485327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574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146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1720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2294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2889" indent="-352889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05120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3288" indent="-34796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05120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56189" indent="-350419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05120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09019" indent="-35041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05120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1898" indent="-35041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05120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67628" indent="-35041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05120" algn="l"/>
        </a:tabLst>
        <a:defRPr sz="2100">
          <a:solidFill>
            <a:schemeClr val="tx1"/>
          </a:solidFill>
          <a:latin typeface="+mn-lt"/>
        </a:defRPr>
      </a:lvl6pPr>
      <a:lvl7pPr marL="3173363" indent="-35041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05120" algn="l"/>
        </a:tabLst>
        <a:defRPr sz="2100">
          <a:solidFill>
            <a:schemeClr val="tx1"/>
          </a:solidFill>
          <a:latin typeface="+mn-lt"/>
        </a:defRPr>
      </a:lvl7pPr>
      <a:lvl8pPr marL="3879115" indent="-35041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05120" algn="l"/>
        </a:tabLst>
        <a:defRPr sz="2100">
          <a:solidFill>
            <a:schemeClr val="tx1"/>
          </a:solidFill>
          <a:latin typeface="+mn-lt"/>
        </a:defRPr>
      </a:lvl8pPr>
      <a:lvl9pPr marL="4584851" indent="-35041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05120" algn="l"/>
        </a:tabLst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5749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1462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17209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22943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28692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34428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40175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45902" algn="l" defTabSz="141146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9563" y="1647085"/>
            <a:ext cx="736590" cy="348035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72" rIns="0" bIns="40072">
            <a:spAutoFit/>
          </a:bodyPr>
          <a:lstStyle/>
          <a:p>
            <a:pPr algn="r" defTabSz="144263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9563" y="1647076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9563" y="1995111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59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9081" indent="-849081" defTabSz="144263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6959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9081" indent="-849081" defTabSz="144263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6959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30"/>
            <a:ext cx="3501292" cy="486918"/>
          </a:xfrm>
          <a:prstGeom prst="rect">
            <a:avLst/>
          </a:prstGeom>
        </p:spPr>
        <p:txBody>
          <a:bodyPr vert="horz" lIns="144257" tIns="72124" rIns="144257" bIns="721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2635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2635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75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2635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6"/>
            <a:ext cx="14630400" cy="6860391"/>
          </a:xfrm>
          <a:prstGeom prst="rect">
            <a:avLst/>
          </a:prstGeom>
        </p:spPr>
        <p:txBody>
          <a:bodyPr vert="horz" lIns="144257" tIns="72124" rIns="144257" bIns="72124" rtlCol="0">
            <a:normAutofit/>
          </a:bodyPr>
          <a:lstStyle/>
          <a:p>
            <a:pPr marL="541016" lvl="0" indent="-541016" defTabSz="1442635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2182" lvl="1" indent="-450847" defTabSz="1442635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3318" lvl="2" indent="-360670" defTabSz="1442635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4631" lvl="3" indent="-360670" defTabSz="1442635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5966" lvl="4" indent="-360670" defTabSz="1442635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78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58" r:id="rId1"/>
    <p:sldLayoutId id="2147485359" r:id="rId2"/>
    <p:sldLayoutId id="2147485361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134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263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396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529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670" indent="-36067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6959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837" indent="-355659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6959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9510" indent="-35816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6959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0140" indent="-35816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6959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0813" indent="-35816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6959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22129" indent="-35816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6959" algn="l"/>
        </a:tabLst>
        <a:defRPr sz="2200">
          <a:solidFill>
            <a:schemeClr val="tx1"/>
          </a:solidFill>
          <a:latin typeface="+mn-lt"/>
        </a:defRPr>
      </a:lvl6pPr>
      <a:lvl7pPr marL="3243465" indent="-35816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6959" algn="l"/>
        </a:tabLst>
        <a:defRPr sz="2200">
          <a:solidFill>
            <a:schemeClr val="tx1"/>
          </a:solidFill>
          <a:latin typeface="+mn-lt"/>
        </a:defRPr>
      </a:lvl7pPr>
      <a:lvl8pPr marL="3964795" indent="-35816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6959" algn="l"/>
        </a:tabLst>
        <a:defRPr sz="2200">
          <a:solidFill>
            <a:schemeClr val="tx1"/>
          </a:solidFill>
          <a:latin typeface="+mn-lt"/>
        </a:defRPr>
      </a:lvl8pPr>
      <a:lvl9pPr marL="4686119" indent="-35816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6959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1349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2635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3966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5293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6628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7954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9283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0601" algn="l" defTabSz="144263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5519563" y="1647075"/>
            <a:ext cx="736590" cy="347962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37" rIns="0" bIns="40037">
            <a:spAutoFit/>
          </a:bodyPr>
          <a:lstStyle/>
          <a:p>
            <a:pPr algn="r" defTabSz="144142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5"/>
            </p:custDataLst>
          </p:nvPr>
        </p:nvCxnSpPr>
        <p:spPr bwMode="gray">
          <a:xfrm>
            <a:off x="15519563" y="1647075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6"/>
            </p:custDataLst>
          </p:nvPr>
        </p:nvCxnSpPr>
        <p:spPr bwMode="gray">
          <a:xfrm>
            <a:off x="15519563" y="1995037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29854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372" indent="-848372" defTabSz="1441427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372" indent="-848372" defTabSz="1441427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23"/>
            <a:ext cx="3501292" cy="486918"/>
          </a:xfrm>
          <a:prstGeom prst="rect">
            <a:avLst/>
          </a:prstGeom>
        </p:spPr>
        <p:txBody>
          <a:bodyPr vert="horz" lIns="144136" tIns="72063" rIns="144136" bIns="72063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1427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1427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79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427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1"/>
            <a:ext cx="14630400" cy="6860391"/>
          </a:xfrm>
          <a:prstGeom prst="rect">
            <a:avLst/>
          </a:prstGeom>
        </p:spPr>
        <p:txBody>
          <a:bodyPr vert="horz" lIns="144136" tIns="72063" rIns="144136" bIns="72063" rtlCol="0">
            <a:normAutofit/>
          </a:bodyPr>
          <a:lstStyle/>
          <a:p>
            <a:pPr marL="540565" lvl="0" indent="-540565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1198" lvl="1" indent="-450463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807" lvl="2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2520" lvl="3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3246" lvl="4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01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  <p:sldLayoutId id="2147485641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74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42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215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87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370" indent="-36037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233" indent="-3553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607" indent="-357868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93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9307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2002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6pPr>
      <a:lvl7pPr marL="324075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7pPr>
      <a:lvl8pPr marL="3961466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8pPr>
      <a:lvl9pPr marL="468219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45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427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2156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87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360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4328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5052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5764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9513" y="1647079"/>
            <a:ext cx="736590" cy="348387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44" rIns="0" bIns="40244">
            <a:spAutoFit/>
          </a:bodyPr>
          <a:lstStyle/>
          <a:p>
            <a:pPr algn="r" defTabSz="144864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9513" y="1647074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9513" y="1995461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54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608" indent="-852608" defTabSz="144864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52608" indent="-852608" defTabSz="144864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23"/>
            <a:ext cx="3501292" cy="486918"/>
          </a:xfrm>
          <a:prstGeom prst="rect">
            <a:avLst/>
          </a:prstGeom>
        </p:spPr>
        <p:txBody>
          <a:bodyPr vert="horz" lIns="144863" tIns="72424" rIns="144863" bIns="724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64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864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25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64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1"/>
            <a:ext cx="14630400" cy="6860391"/>
          </a:xfrm>
          <a:prstGeom prst="rect">
            <a:avLst/>
          </a:prstGeom>
        </p:spPr>
        <p:txBody>
          <a:bodyPr vert="horz" lIns="144863" tIns="72424" rIns="144863" bIns="72424" rtlCol="0">
            <a:normAutofit/>
          </a:bodyPr>
          <a:lstStyle/>
          <a:p>
            <a:pPr marL="543259" lvl="0" indent="-543259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7048" lvl="1" indent="-452717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812" lvl="2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5125" lvl="3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9459" lvl="4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596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80" r:id="rId1"/>
    <p:sldLayoutId id="2147485681" r:id="rId2"/>
    <p:sldLayoutId id="2147485682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34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6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97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72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172" indent="-3621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827" indent="-35713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997" indent="-35965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6129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8304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2613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6pPr>
      <a:lvl7pPr marL="3256945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7pPr>
      <a:lvl8pPr marL="3981272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8pPr>
      <a:lvl9pPr marL="4705598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34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642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97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728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1623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5947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7027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4591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20289" y="1647077"/>
            <a:ext cx="736590" cy="34653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339" rIns="0" bIns="39339">
            <a:spAutoFit/>
          </a:bodyPr>
          <a:lstStyle/>
          <a:p>
            <a:pPr algn="r" defTabSz="14173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20289" y="1647077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20289" y="1993607"/>
            <a:ext cx="7365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54" y="8203057"/>
            <a:ext cx="14833600" cy="5847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4177" indent="-834177" defTabSz="1417329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4177" indent="-834177" defTabSz="141732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27"/>
            <a:ext cx="3501292" cy="486918"/>
          </a:xfrm>
          <a:prstGeom prst="rect">
            <a:avLst/>
          </a:prstGeom>
        </p:spPr>
        <p:txBody>
          <a:bodyPr vert="horz" lIns="141717" tIns="70839" rIns="141717" bIns="70839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7329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7329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598"/>
            <a:ext cx="14630400" cy="5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7329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71"/>
            <a:ext cx="14630400" cy="6860391"/>
          </a:xfrm>
          <a:prstGeom prst="rect">
            <a:avLst/>
          </a:prstGeom>
        </p:spPr>
        <p:txBody>
          <a:bodyPr vert="horz" lIns="141717" tIns="70839" rIns="141717" bIns="70839" rtlCol="0">
            <a:normAutofit/>
          </a:bodyPr>
          <a:lstStyle/>
          <a:p>
            <a:pPr marL="531530" lvl="0" indent="-531530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51616" lvl="1" indent="-442937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71677" lvl="2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80339" lvl="3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89025" lvl="4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5071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07" r:id="rId1"/>
    <p:sldLayoutId id="2147485708" r:id="rId2"/>
    <p:sldLayoutId id="2147485709" r:id="rId3"/>
    <p:sldLayoutId id="2147485710" r:id="rId4"/>
    <p:sldLayoutId id="2147485711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868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732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2601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3467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4363" indent="-3543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6217" indent="-34940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60599" indent="-35188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1487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921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77884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6pPr>
      <a:lvl7pPr marL="3186563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7pPr>
      <a:lvl8pPr marL="389523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8pPr>
      <a:lvl9pPr marL="460391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8688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2601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3467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43363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520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6070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69372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366250"/>
            <a:ext cx="14630400" cy="1524265"/>
          </a:xfrm>
          <a:prstGeom prst="rect">
            <a:avLst/>
          </a:prstGeom>
        </p:spPr>
        <p:txBody>
          <a:bodyPr vert="horz" lIns="159681" tIns="79824" rIns="159681" bIns="7982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133986"/>
            <a:ext cx="14630400" cy="6035665"/>
          </a:xfrm>
          <a:prstGeom prst="rect">
            <a:avLst/>
          </a:prstGeom>
        </p:spPr>
        <p:txBody>
          <a:bodyPr vert="horz" lIns="159681" tIns="79824" rIns="159681" bIns="798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7" y="8476615"/>
            <a:ext cx="3793067" cy="486918"/>
          </a:xfrm>
          <a:prstGeom prst="rect">
            <a:avLst/>
          </a:prstGeom>
        </p:spPr>
        <p:txBody>
          <a:bodyPr vert="horz" lIns="159681" tIns="79824" rIns="159681" bIns="79824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  <a:latin typeface="Gill Sans"/>
              </a:defRPr>
            </a:lvl1pPr>
          </a:lstStyle>
          <a:p>
            <a:pPr defTabSz="798396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54142" y="8476615"/>
            <a:ext cx="5147733" cy="486918"/>
          </a:xfrm>
          <a:prstGeom prst="rect">
            <a:avLst/>
          </a:prstGeom>
        </p:spPr>
        <p:txBody>
          <a:bodyPr vert="horz" lIns="159681" tIns="79824" rIns="159681" bIns="79824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  <a:latin typeface="Gill Sans"/>
              </a:defRPr>
            </a:lvl1pPr>
          </a:lstStyle>
          <a:p>
            <a:pPr defTabSz="798396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0150" y="8476615"/>
            <a:ext cx="3793067" cy="486918"/>
          </a:xfrm>
          <a:prstGeom prst="rect">
            <a:avLst/>
          </a:prstGeom>
        </p:spPr>
        <p:txBody>
          <a:bodyPr vert="horz" lIns="159681" tIns="79824" rIns="159681" bIns="79824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  <a:latin typeface="Gill Sans"/>
              </a:defRPr>
            </a:lvl1pPr>
          </a:lstStyle>
          <a:p>
            <a:pPr defTabSz="798396"/>
            <a:fld id="{468BC458-55CA-F743-96B4-ED65759B6D9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98396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67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32" r:id="rId1"/>
    <p:sldLayoutId id="2147485833" r:id="rId2"/>
    <p:sldLayoutId id="2147485834" r:id="rId3"/>
    <p:sldLayoutId id="2147485835" r:id="rId4"/>
    <p:sldLayoutId id="2147485836" r:id="rId5"/>
    <p:sldLayoutId id="2147485837" r:id="rId6"/>
    <p:sldLayoutId id="2147485838" r:id="rId7"/>
    <p:sldLayoutId id="2147485839" r:id="rId8"/>
    <p:sldLayoutId id="2147485840" r:id="rId9"/>
    <p:sldLayoutId id="2147485841" r:id="rId10"/>
    <p:sldLayoutId id="2147485842" r:id="rId11"/>
  </p:sldLayoutIdLst>
  <p:hf sldNum="0" hdr="0" ftr="0" dt="0"/>
  <p:txStyles>
    <p:titleStyle>
      <a:lvl1pPr algn="ctr" defTabSz="798396" rtl="0" eaLnBrk="1" latinLnBrk="0" hangingPunct="1">
        <a:spcBef>
          <a:spcPct val="0"/>
        </a:spcBef>
        <a:buNone/>
        <a:defRPr sz="7800" kern="1200">
          <a:solidFill>
            <a:schemeClr val="tx1"/>
          </a:solidFill>
          <a:latin typeface="Gill Sans"/>
          <a:ea typeface="+mj-ea"/>
          <a:cs typeface="+mj-cs"/>
        </a:defRPr>
      </a:lvl1pPr>
    </p:titleStyle>
    <p:bodyStyle>
      <a:lvl1pPr marL="598797" indent="-598797" algn="l" defTabSz="798396" rtl="0" eaLnBrk="1" latinLnBrk="0" hangingPunct="1">
        <a:spcBef>
          <a:spcPct val="20000"/>
        </a:spcBef>
        <a:buFont typeface="Arial"/>
        <a:buChar char="•"/>
        <a:defRPr sz="5700" kern="1200">
          <a:solidFill>
            <a:schemeClr val="tx1"/>
          </a:solidFill>
          <a:latin typeface="Gill Sans"/>
          <a:ea typeface="+mn-ea"/>
          <a:cs typeface="+mn-cs"/>
        </a:defRPr>
      </a:lvl1pPr>
      <a:lvl2pPr marL="1297403" indent="-498996" algn="l" defTabSz="798396" rtl="0" eaLnBrk="1" latinLnBrk="0" hangingPunct="1">
        <a:spcBef>
          <a:spcPct val="20000"/>
        </a:spcBef>
        <a:buFont typeface="Arial"/>
        <a:buChar char="–"/>
        <a:defRPr sz="4900" kern="1200">
          <a:solidFill>
            <a:schemeClr val="tx1"/>
          </a:solidFill>
          <a:latin typeface="Gill Sans"/>
          <a:ea typeface="+mn-ea"/>
          <a:cs typeface="+mn-cs"/>
        </a:defRPr>
      </a:lvl2pPr>
      <a:lvl3pPr marL="1995976" indent="-399203" algn="l" defTabSz="798396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Gill Sans"/>
          <a:ea typeface="+mn-ea"/>
          <a:cs typeface="+mn-cs"/>
        </a:defRPr>
      </a:lvl3pPr>
      <a:lvl4pPr marL="2794403" indent="-399203" algn="l" defTabSz="798396" rtl="0" eaLnBrk="1" latinLnBrk="0" hangingPunct="1">
        <a:spcBef>
          <a:spcPct val="20000"/>
        </a:spcBef>
        <a:buFont typeface="Arial"/>
        <a:buChar char="–"/>
        <a:defRPr sz="3700" kern="1200">
          <a:solidFill>
            <a:schemeClr val="tx1"/>
          </a:solidFill>
          <a:latin typeface="Gill Sans"/>
          <a:ea typeface="+mn-ea"/>
          <a:cs typeface="+mn-cs"/>
        </a:defRPr>
      </a:lvl4pPr>
      <a:lvl5pPr marL="3592802" indent="-399203" algn="l" defTabSz="798396" rtl="0" eaLnBrk="1" latinLnBrk="0" hangingPunct="1">
        <a:spcBef>
          <a:spcPct val="20000"/>
        </a:spcBef>
        <a:buFont typeface="Arial"/>
        <a:buChar char="»"/>
        <a:defRPr sz="3700" kern="1200">
          <a:solidFill>
            <a:schemeClr val="tx1"/>
          </a:solidFill>
          <a:latin typeface="Gill Sans"/>
          <a:ea typeface="+mn-ea"/>
          <a:cs typeface="+mn-cs"/>
        </a:defRPr>
      </a:lvl5pPr>
      <a:lvl6pPr marL="4391206" indent="-399203" algn="l" defTabSz="798396" rtl="0" eaLnBrk="1" latinLnBrk="0" hangingPunct="1">
        <a:spcBef>
          <a:spcPct val="20000"/>
        </a:spcBef>
        <a:buFont typeface="Arial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6pPr>
      <a:lvl7pPr marL="5189611" indent="-399203" algn="l" defTabSz="798396" rtl="0" eaLnBrk="1" latinLnBrk="0" hangingPunct="1">
        <a:spcBef>
          <a:spcPct val="20000"/>
        </a:spcBef>
        <a:buFont typeface="Arial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7pPr>
      <a:lvl8pPr marL="5988013" indent="-399203" algn="l" defTabSz="798396" rtl="0" eaLnBrk="1" latinLnBrk="0" hangingPunct="1">
        <a:spcBef>
          <a:spcPct val="20000"/>
        </a:spcBef>
        <a:buFont typeface="Arial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8pPr>
      <a:lvl9pPr marL="6786421" indent="-399203" algn="l" defTabSz="798396" rtl="0" eaLnBrk="1" latinLnBrk="0" hangingPunct="1">
        <a:spcBef>
          <a:spcPct val="20000"/>
        </a:spcBef>
        <a:buFont typeface="Arial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98396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96802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395217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193611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991998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90414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588807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387218" algn="l" defTabSz="798396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87883" y="4715809"/>
            <a:ext cx="13081001" cy="1071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8034" tIns="58034" rIns="58034" bIns="580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GillSans" charset="0"/>
              </a:rPr>
              <a:t>Click to edit Master text styles</a:t>
            </a:r>
          </a:p>
          <a:p>
            <a:pPr lvl="1"/>
            <a:r>
              <a:rPr lang="en-US" smtClean="0">
                <a:sym typeface="GillSans" charset="0"/>
              </a:rPr>
              <a:t>Second level</a:t>
            </a:r>
          </a:p>
          <a:p>
            <a:pPr lvl="2"/>
            <a:r>
              <a:rPr lang="en-US" smtClean="0">
                <a:sym typeface="GillSans" charset="0"/>
              </a:rPr>
              <a:t>Third level</a:t>
            </a:r>
          </a:p>
          <a:p>
            <a:pPr lvl="3"/>
            <a:r>
              <a:rPr lang="en-US" smtClean="0">
                <a:sym typeface="GillSans" charset="0"/>
              </a:rPr>
              <a:t>Fourth level</a:t>
            </a:r>
          </a:p>
          <a:p>
            <a:pPr lvl="4"/>
            <a:r>
              <a:rPr lang="en-US" smtClean="0">
                <a:sym typeface="GillSans" charset="0"/>
              </a:rPr>
              <a:t>Fifth level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87883" y="1536196"/>
            <a:ext cx="13081001" cy="309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8034" tIns="58034" rIns="58034" bIns="5803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GillSans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981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4" r:id="rId1"/>
    <p:sldLayoutId id="2147485845" r:id="rId2"/>
    <p:sldLayoutId id="2147485846" r:id="rId3"/>
    <p:sldLayoutId id="2147485847" r:id="rId4"/>
    <p:sldLayoutId id="2147485848" r:id="rId5"/>
    <p:sldLayoutId id="2147485849" r:id="rId6"/>
    <p:sldLayoutId id="2147485850" r:id="rId7"/>
    <p:sldLayoutId id="2147485851" r:id="rId8"/>
    <p:sldLayoutId id="2147485852" r:id="rId9"/>
    <p:sldLayoutId id="2147485853" r:id="rId10"/>
    <p:sldLayoutId id="2147485854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+mj-lt"/>
          <a:ea typeface="+mj-ea"/>
          <a:cs typeface="+mj-cs"/>
          <a:sym typeface="Gill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5pPr>
      <a:lvl6pPr marL="521993" algn="ctr" rtl="0" fontAlgn="base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6pPr>
      <a:lvl7pPr marL="1044016" algn="ctr" rtl="0" fontAlgn="base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7pPr>
      <a:lvl8pPr marL="1566035" algn="ctr" rtl="0" fontAlgn="base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8pPr>
      <a:lvl9pPr marL="2088039" algn="ctr" rtl="0" fontAlgn="base"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GillSans" charset="0"/>
          <a:ea typeface="ヒラギノ角ゴ ProN W3" charset="0"/>
          <a:cs typeface="ヒラギノ角ゴ ProN W3" charset="0"/>
          <a:sym typeface="GillSans" charset="0"/>
        </a:defRPr>
      </a:lvl9pPr>
    </p:titleStyle>
    <p:bodyStyle>
      <a:lvl1pPr marL="391526" indent="-391526"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1pPr>
      <a:lvl2pPr marL="848254" indent="-326238"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2pPr>
      <a:lvl3pPr marL="1305022" indent="-261010"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3pPr>
      <a:lvl4pPr marL="1827039" indent="-261010"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4pPr>
      <a:lvl5pPr marL="2349054" indent="-261010"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5pPr>
      <a:lvl6pPr marL="521993" algn="ctr" rtl="0" fontAlgn="base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6pPr>
      <a:lvl7pPr marL="1044016" algn="ctr" rtl="0" fontAlgn="base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7pPr>
      <a:lvl8pPr marL="1566035" algn="ctr" rtl="0" fontAlgn="base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8pPr>
      <a:lvl9pPr marL="2088039" algn="ctr" rtl="0" fontAlgn="base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9pPr>
    </p:bodyStyle>
    <p:otherStyle>
      <a:defPPr>
        <a:defRPr lang="pt-BR"/>
      </a:defPPr>
      <a:lvl1pPr marL="0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993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4016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6035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8039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0059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32061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4079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6083" algn="l" defTabSz="104401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84960" y="4710059"/>
            <a:ext cx="13086080" cy="10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4079" tIns="74079" rIns="74079" bIns="740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Gill Sans" charset="0"/>
              </a:rPr>
              <a:t>Click to edit Master text styles</a:t>
            </a:r>
          </a:p>
          <a:p>
            <a:pPr lvl="1"/>
            <a:r>
              <a:rPr lang="en-US" smtClean="0">
                <a:sym typeface="Gill Sans" charset="0"/>
              </a:rPr>
              <a:t>Second level</a:t>
            </a:r>
          </a:p>
          <a:p>
            <a:pPr lvl="2"/>
            <a:r>
              <a:rPr lang="en-US" smtClean="0">
                <a:sym typeface="Gill Sans" charset="0"/>
              </a:rPr>
              <a:t>Third level</a:t>
            </a:r>
          </a:p>
          <a:p>
            <a:pPr lvl="3"/>
            <a:r>
              <a:rPr lang="en-US" smtClean="0">
                <a:sym typeface="Gill Sans" charset="0"/>
              </a:rPr>
              <a:t>Fourth level</a:t>
            </a:r>
          </a:p>
          <a:p>
            <a:pPr lvl="4"/>
            <a:r>
              <a:rPr lang="en-US" smtClean="0">
                <a:sym typeface="Gill Sans" charset="0"/>
              </a:rPr>
              <a:t>Fifth level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84960" y="1539525"/>
            <a:ext cx="13086080" cy="3094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4079" tIns="74079" rIns="74079" bIns="7407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Gill Sans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116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6" r:id="rId1"/>
    <p:sldLayoutId id="2147485857" r:id="rId2"/>
    <p:sldLayoutId id="2147485858" r:id="rId3"/>
    <p:sldLayoutId id="2147485859" r:id="rId4"/>
    <p:sldLayoutId id="2147485860" r:id="rId5"/>
    <p:sldLayoutId id="2147485861" r:id="rId6"/>
    <p:sldLayoutId id="2147485862" r:id="rId7"/>
    <p:sldLayoutId id="2147485863" r:id="rId8"/>
    <p:sldLayoutId id="2147485864" r:id="rId9"/>
    <p:sldLayoutId id="2147485865" r:id="rId10"/>
    <p:sldLayoutId id="2147485866" r:id="rId11"/>
  </p:sldLayoutIdLst>
  <p:transition/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666897"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1333807"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2000710"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2667611" algn="ctr" rtl="0" fontAlgn="base">
        <a:spcBef>
          <a:spcPct val="0"/>
        </a:spcBef>
        <a:spcAft>
          <a:spcPct val="0"/>
        </a:spcAft>
        <a:defRPr sz="9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666897"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333807"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000710"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667611" algn="ctr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pt-BR"/>
      </a:defPPr>
      <a:lvl1pPr marL="0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66897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33807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00710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667611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34491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01405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68291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335210" algn="l" defTabSz="133380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250"/>
            <a:ext cx="14630400" cy="1524265"/>
          </a:xfrm>
          <a:prstGeom prst="rect">
            <a:avLst/>
          </a:prstGeom>
        </p:spPr>
        <p:txBody>
          <a:bodyPr vert="horz" lIns="141442" tIns="70676" rIns="141442" bIns="70676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2134080"/>
            <a:ext cx="14630400" cy="6035665"/>
          </a:xfrm>
          <a:prstGeom prst="rect">
            <a:avLst/>
          </a:prstGeom>
        </p:spPr>
        <p:txBody>
          <a:bodyPr vert="horz" lIns="141442" tIns="70676" rIns="141442" bIns="70676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13103" y="8477159"/>
            <a:ext cx="3793068" cy="486918"/>
          </a:xfrm>
          <a:prstGeom prst="rect">
            <a:avLst/>
          </a:prstGeom>
        </p:spPr>
        <p:txBody>
          <a:bodyPr vert="horz" lIns="141442" tIns="70676" rIns="141442" bIns="70676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14742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554148" y="8477159"/>
            <a:ext cx="5147733" cy="486918"/>
          </a:xfrm>
          <a:prstGeom prst="rect">
            <a:avLst/>
          </a:prstGeom>
        </p:spPr>
        <p:txBody>
          <a:bodyPr vert="horz" lIns="141442" tIns="70676" rIns="141442" bIns="70676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14742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50385" y="8477159"/>
            <a:ext cx="3793068" cy="486918"/>
          </a:xfrm>
          <a:prstGeom prst="rect">
            <a:avLst/>
          </a:prstGeom>
        </p:spPr>
        <p:txBody>
          <a:bodyPr vert="horz" lIns="141442" tIns="70676" rIns="141442" bIns="70676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14742"/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1414742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29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68" r:id="rId1"/>
    <p:sldLayoutId id="2147485869" r:id="rId2"/>
    <p:sldLayoutId id="2147485870" r:id="rId3"/>
    <p:sldLayoutId id="2147485871" r:id="rId4"/>
    <p:sldLayoutId id="2147485872" r:id="rId5"/>
    <p:sldLayoutId id="2147485873" r:id="rId6"/>
    <p:sldLayoutId id="2147485874" r:id="rId7"/>
    <p:sldLayoutId id="2147485875" r:id="rId8"/>
    <p:sldLayoutId id="2147485876" r:id="rId9"/>
    <p:sldLayoutId id="2147485877" r:id="rId10"/>
    <p:sldLayoutId id="2147485878" r:id="rId11"/>
  </p:sldLayoutIdLst>
  <p:hf sldNum="0" hdr="0" ftr="0" dt="0"/>
  <p:txStyles>
    <p:titleStyle>
      <a:lvl1pPr algn="ctr" defTabSz="1414742" rtl="0" eaLnBrk="1" latinLnBrk="0" hangingPunct="1">
        <a:spcBef>
          <a:spcPct val="0"/>
        </a:spcBef>
        <a:buNone/>
        <a:defRPr sz="7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0531" indent="-530531" algn="l" defTabSz="1414742" rtl="0" eaLnBrk="1" latinLnBrk="0" hangingPunct="1">
        <a:spcBef>
          <a:spcPct val="20000"/>
        </a:spcBef>
        <a:buFont typeface="Arial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149443" indent="-442134" algn="l" defTabSz="1414742" rtl="0" eaLnBrk="1" latinLnBrk="0" hangingPunct="1">
        <a:spcBef>
          <a:spcPct val="20000"/>
        </a:spcBef>
        <a:buFont typeface="Arial" pitchFamily="34" charset="0"/>
        <a:buChar char="–"/>
        <a:defRPr sz="4600" kern="1200">
          <a:solidFill>
            <a:schemeClr val="tx1"/>
          </a:solidFill>
          <a:latin typeface="+mn-lt"/>
          <a:ea typeface="+mn-ea"/>
          <a:cs typeface="+mn-cs"/>
        </a:defRPr>
      </a:lvl2pPr>
      <a:lvl3pPr marL="1768387" indent="-353655" algn="l" defTabSz="1414742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475746" indent="-353655" algn="l" defTabSz="1414742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183113" indent="-353655" algn="l" defTabSz="1414742" rtl="0" eaLnBrk="1" latinLnBrk="0" hangingPunct="1">
        <a:spcBef>
          <a:spcPct val="20000"/>
        </a:spcBef>
        <a:buFont typeface="Arial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3890473" indent="-353655" algn="l" defTabSz="1414742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597818" indent="-353655" algn="l" defTabSz="1414742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305181" indent="-353655" algn="l" defTabSz="1414742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012508" indent="-353655" algn="l" defTabSz="1414742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07338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14742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122114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829425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536815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244154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4951520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658851" algn="l" defTabSz="1414742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250"/>
            <a:ext cx="14630400" cy="1524265"/>
          </a:xfrm>
          <a:prstGeom prst="rect">
            <a:avLst/>
          </a:prstGeom>
        </p:spPr>
        <p:txBody>
          <a:bodyPr vert="horz" lIns="147601" tIns="73820" rIns="147601" bIns="738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2134087"/>
            <a:ext cx="14630400" cy="6035665"/>
          </a:xfrm>
          <a:prstGeom prst="rect">
            <a:avLst/>
          </a:prstGeom>
        </p:spPr>
        <p:txBody>
          <a:bodyPr vert="horz" lIns="147601" tIns="73820" rIns="147601" bIns="738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13103" y="8477155"/>
            <a:ext cx="3793068" cy="486918"/>
          </a:xfrm>
          <a:prstGeom prst="rect">
            <a:avLst/>
          </a:prstGeom>
        </p:spPr>
        <p:txBody>
          <a:bodyPr vert="horz" lIns="147601" tIns="73820" rIns="147601" bIns="73820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76485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554153" y="8477155"/>
            <a:ext cx="5147733" cy="486918"/>
          </a:xfrm>
          <a:prstGeom prst="rect">
            <a:avLst/>
          </a:prstGeom>
        </p:spPr>
        <p:txBody>
          <a:bodyPr vert="horz" lIns="147601" tIns="73820" rIns="147601" bIns="73820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76485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50385" y="8477155"/>
            <a:ext cx="3793068" cy="486918"/>
          </a:xfrm>
          <a:prstGeom prst="rect">
            <a:avLst/>
          </a:prstGeom>
        </p:spPr>
        <p:txBody>
          <a:bodyPr vert="horz" lIns="147601" tIns="73820" rIns="147601" bIns="73820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76485"/>
            <a:fld id="{030F3B88-FBDB-4B41-AEC8-C7729B2B2A8C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1476485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16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80" r:id="rId1"/>
    <p:sldLayoutId id="2147485881" r:id="rId2"/>
    <p:sldLayoutId id="2147485882" r:id="rId3"/>
    <p:sldLayoutId id="2147485883" r:id="rId4"/>
    <p:sldLayoutId id="2147485884" r:id="rId5"/>
    <p:sldLayoutId id="2147485885" r:id="rId6"/>
    <p:sldLayoutId id="2147485886" r:id="rId7"/>
    <p:sldLayoutId id="2147485887" r:id="rId8"/>
    <p:sldLayoutId id="2147485888" r:id="rId9"/>
    <p:sldLayoutId id="2147485889" r:id="rId10"/>
    <p:sldLayoutId id="2147485890" r:id="rId11"/>
  </p:sldLayoutIdLst>
  <p:hf sldNum="0" hdr="0" ftr="0" dt="0"/>
  <p:txStyles>
    <p:titleStyle>
      <a:lvl1pPr algn="ctr" defTabSz="1476485" rtl="0" eaLnBrk="1" latinLnBrk="0" hangingPunct="1">
        <a:spcBef>
          <a:spcPct val="0"/>
        </a:spcBef>
        <a:buNone/>
        <a:defRPr sz="7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3671" indent="-553671" algn="l" defTabSz="1476485" rtl="0" eaLnBrk="1" latinLnBrk="0" hangingPunct="1">
        <a:spcBef>
          <a:spcPct val="20000"/>
        </a:spcBef>
        <a:buFont typeface="Arial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199600" indent="-461416" algn="l" defTabSz="1476485" rtl="0" eaLnBrk="1" latinLnBrk="0" hangingPunct="1">
        <a:spcBef>
          <a:spcPct val="20000"/>
        </a:spcBef>
        <a:buFont typeface="Arial" pitchFamily="34" charset="0"/>
        <a:buChar char="–"/>
        <a:defRPr sz="4600" kern="1200">
          <a:solidFill>
            <a:schemeClr val="tx1"/>
          </a:solidFill>
          <a:latin typeface="+mn-lt"/>
          <a:ea typeface="+mn-ea"/>
          <a:cs typeface="+mn-cs"/>
        </a:defRPr>
      </a:lvl2pPr>
      <a:lvl3pPr marL="1845575" indent="-369074" algn="l" defTabSz="1476485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583774" indent="-369074" algn="l" defTabSz="1476485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322039" indent="-369074" algn="l" defTabSz="1476485" rtl="0" eaLnBrk="1" latinLnBrk="0" hangingPunct="1">
        <a:spcBef>
          <a:spcPct val="20000"/>
        </a:spcBef>
        <a:buFont typeface="Arial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060260" indent="-369074" algn="l" defTabSz="1476485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798456" indent="-369074" algn="l" defTabSz="1476485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536702" indent="-369074" algn="l" defTabSz="1476485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274873" indent="-369074" algn="l" defTabSz="1476485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8209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76485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14733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952910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691162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29371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67604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905798" algn="l" defTabSz="14764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5518781" y="1647080"/>
            <a:ext cx="737381" cy="34246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37" rIns="0" bIns="40037">
            <a:spAutoFit/>
          </a:bodyPr>
          <a:lstStyle/>
          <a:p>
            <a:pPr algn="r" defTabSz="144142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5"/>
            </p:custDataLst>
          </p:nvPr>
        </p:nvCxnSpPr>
        <p:spPr bwMode="gray">
          <a:xfrm>
            <a:off x="15518781" y="1647075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6"/>
            </p:custDataLst>
          </p:nvPr>
        </p:nvCxnSpPr>
        <p:spPr bwMode="gray">
          <a:xfrm>
            <a:off x="15518781" y="198954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372" indent="-848372" defTabSz="1441427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372" indent="-848372" defTabSz="1441427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136" tIns="72063" rIns="144136" bIns="72063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1427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1427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82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427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136" tIns="72063" rIns="144136" bIns="72063" rtlCol="0">
            <a:normAutofit/>
          </a:bodyPr>
          <a:lstStyle/>
          <a:p>
            <a:pPr marL="540565" lvl="0" indent="-540565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1198" lvl="1" indent="-450463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807" lvl="2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2520" lvl="3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3246" lvl="4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697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09" r:id="rId1"/>
    <p:sldLayoutId id="2147485910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74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42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215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87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370" indent="-36037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233" indent="-3553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607" indent="-357868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93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9307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2002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6pPr>
      <a:lvl7pPr marL="324075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7pPr>
      <a:lvl8pPr marL="3961466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8pPr>
      <a:lvl9pPr marL="468219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45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427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2156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87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360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4328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5052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5764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8726" y="1647074"/>
            <a:ext cx="737381" cy="342884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44" rIns="0" bIns="40244">
            <a:spAutoFit/>
          </a:bodyPr>
          <a:lstStyle/>
          <a:p>
            <a:pPr algn="r" defTabSz="144864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8726" y="1647074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8726" y="1989958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608" indent="-852608" defTabSz="144864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52608" indent="-852608" defTabSz="144864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863" tIns="72424" rIns="144863" bIns="724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64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864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29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64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863" tIns="72424" rIns="144863" bIns="72424" rtlCol="0">
            <a:normAutofit/>
          </a:bodyPr>
          <a:lstStyle/>
          <a:p>
            <a:pPr marL="543259" lvl="0" indent="-543259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7048" lvl="1" indent="-452717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812" lvl="2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5125" lvl="3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9459" lvl="4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512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35" r:id="rId1"/>
    <p:sldLayoutId id="2147485936" r:id="rId2"/>
    <p:sldLayoutId id="2147485937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34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6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97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72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172" indent="-3621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827" indent="-35713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997" indent="-35965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6129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8304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2613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6pPr>
      <a:lvl7pPr marL="3256945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7pPr>
      <a:lvl8pPr marL="3981272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8pPr>
      <a:lvl9pPr marL="4705598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34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642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97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728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1623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5947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7027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4591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19503" y="1647082"/>
            <a:ext cx="737381" cy="34105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339" rIns="0" bIns="39339">
            <a:spAutoFit/>
          </a:bodyPr>
          <a:lstStyle/>
          <a:p>
            <a:pPr algn="r" defTabSz="14173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19503" y="1647077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19503" y="1988133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4177" indent="-834177" defTabSz="1417329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4177" indent="-834177" defTabSz="141732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22"/>
            <a:ext cx="3501292" cy="486918"/>
          </a:xfrm>
          <a:prstGeom prst="rect">
            <a:avLst/>
          </a:prstGeom>
        </p:spPr>
        <p:txBody>
          <a:bodyPr vert="horz" lIns="141717" tIns="70839" rIns="141717" bIns="70839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7329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7329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602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7329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1717" tIns="70839" rIns="141717" bIns="70839" rtlCol="0">
            <a:normAutofit/>
          </a:bodyPr>
          <a:lstStyle/>
          <a:p>
            <a:pPr marL="531530" lvl="0" indent="-531530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51616" lvl="1" indent="-442937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71677" lvl="2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80339" lvl="3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89025" lvl="4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700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98" r:id="rId1"/>
    <p:sldLayoutId id="2147485999" r:id="rId2"/>
    <p:sldLayoutId id="2147486000" r:id="rId3"/>
    <p:sldLayoutId id="2147486001" r:id="rId4"/>
    <p:sldLayoutId id="2147486002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868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732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2601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3467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4363" indent="-3543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6217" indent="-34940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60599" indent="-35188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1487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921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77884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6pPr>
      <a:lvl7pPr marL="3186563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7pPr>
      <a:lvl8pPr marL="389523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8pPr>
      <a:lvl9pPr marL="460391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8688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2601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3467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43363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520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6070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69372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5518781" y="1647080"/>
            <a:ext cx="737381" cy="34246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37" rIns="0" bIns="40037">
            <a:spAutoFit/>
          </a:bodyPr>
          <a:lstStyle/>
          <a:p>
            <a:pPr algn="r" defTabSz="144142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5"/>
            </p:custDataLst>
          </p:nvPr>
        </p:nvCxnSpPr>
        <p:spPr bwMode="gray">
          <a:xfrm>
            <a:off x="15518781" y="1647075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6"/>
            </p:custDataLst>
          </p:nvPr>
        </p:nvCxnSpPr>
        <p:spPr bwMode="gray">
          <a:xfrm>
            <a:off x="15518781" y="198954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372" indent="-848372" defTabSz="1441427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372" indent="-848372" defTabSz="1441427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136" tIns="72063" rIns="144136" bIns="72063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1427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1427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82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427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136" tIns="72063" rIns="144136" bIns="72063" rtlCol="0">
            <a:normAutofit/>
          </a:bodyPr>
          <a:lstStyle/>
          <a:p>
            <a:pPr marL="540565" lvl="0" indent="-540565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1198" lvl="1" indent="-450463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807" lvl="2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2520" lvl="3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3246" lvl="4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558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06" r:id="rId1"/>
    <p:sldLayoutId id="2147486007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74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42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215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87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370" indent="-36037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233" indent="-3553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607" indent="-357868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93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9307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2002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6pPr>
      <a:lvl7pPr marL="324075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7pPr>
      <a:lvl8pPr marL="3961466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8pPr>
      <a:lvl9pPr marL="468219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45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427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2156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87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360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4328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5052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5764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5518781" y="1647080"/>
            <a:ext cx="737381" cy="34246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37" rIns="0" bIns="40037">
            <a:spAutoFit/>
          </a:bodyPr>
          <a:lstStyle/>
          <a:p>
            <a:pPr algn="r" defTabSz="144142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5"/>
            </p:custDataLst>
          </p:nvPr>
        </p:nvCxnSpPr>
        <p:spPr bwMode="gray">
          <a:xfrm>
            <a:off x="15518781" y="1647075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6"/>
            </p:custDataLst>
          </p:nvPr>
        </p:nvCxnSpPr>
        <p:spPr bwMode="gray">
          <a:xfrm>
            <a:off x="15518781" y="198954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372" indent="-848372" defTabSz="1441427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372" indent="-848372" defTabSz="1441427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3785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136" tIns="72063" rIns="144136" bIns="72063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1427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1427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82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427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136" tIns="72063" rIns="144136" bIns="72063" rtlCol="0">
            <a:normAutofit/>
          </a:bodyPr>
          <a:lstStyle/>
          <a:p>
            <a:pPr marL="540565" lvl="0" indent="-540565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1198" lvl="1" indent="-450463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807" lvl="2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2520" lvl="3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3246" lvl="4" indent="-360370" defTabSz="1441427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5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10" r:id="rId1"/>
    <p:sldLayoutId id="2147486011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74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42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215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87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370" indent="-360370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233" indent="-3553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607" indent="-357868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93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9307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20024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6pPr>
      <a:lvl7pPr marL="324075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7pPr>
      <a:lvl8pPr marL="3961466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8pPr>
      <a:lvl9pPr marL="4682190" indent="-35786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3785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45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427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2156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87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3609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4328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5052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5764" algn="l" defTabSz="144142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170" y="609725"/>
            <a:ext cx="14625225" cy="70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170" y="2422313"/>
            <a:ext cx="14625225" cy="6111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31" name="TextBox 230"/>
          <p:cNvSpPr txBox="1"/>
          <p:nvPr/>
        </p:nvSpPr>
        <p:spPr>
          <a:xfrm>
            <a:off x="14468568" y="8757644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1300" smtClean="0">
                <a:solidFill>
                  <a:srgbClr val="D1D1D1"/>
                </a:solidFill>
                <a:latin typeface="Arial"/>
              </a:rPr>
              <a:pPr algn="r"/>
              <a:t>‹nº›</a:t>
            </a:fld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13033" y="8757643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300" dirty="0" smtClean="0">
                <a:solidFill>
                  <a:srgbClr val="D1D1D1"/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45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13" r:id="rId1"/>
    <p:sldLayoutId id="2147486014" r:id="rId2"/>
    <p:sldLayoutId id="2147486015" r:id="rId3"/>
    <p:sldLayoutId id="2147486016" r:id="rId4"/>
    <p:sldLayoutId id="2147486017" r:id="rId5"/>
    <p:sldLayoutId id="2147486018" r:id="rId6"/>
    <p:sldLayoutId id="2147486019" r:id="rId7"/>
    <p:sldLayoutId id="2147486020" r:id="rId8"/>
    <p:sldLayoutId id="2147486021" r:id="rId9"/>
    <p:sldLayoutId id="2147486022" r:id="rId10"/>
    <p:sldLayoutId id="2147486023" r:id="rId11"/>
    <p:sldLayoutId id="2147486024" r:id="rId12"/>
    <p:sldLayoutId id="2147486025" r:id="rId13"/>
    <p:sldLayoutId id="2147486026" r:id="rId14"/>
    <p:sldLayoutId id="2147486027" r:id="rId15"/>
    <p:sldLayoutId id="2147486028" r:id="rId16"/>
    <p:sldLayoutId id="2147486029" r:id="rId17"/>
    <p:sldLayoutId id="2147486030" r:id="rId18"/>
    <p:sldLayoutId id="2147486031" r:id="rId19"/>
    <p:sldLayoutId id="2147486032" r:id="rId20"/>
    <p:sldLayoutId id="2147486033" r:id="rId2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389378" rtl="0" eaLnBrk="1" latinLnBrk="0" hangingPunct="1">
        <a:lnSpc>
          <a:spcPct val="90000"/>
        </a:lnSpc>
        <a:spcBef>
          <a:spcPct val="0"/>
        </a:spcBef>
        <a:buNone/>
        <a:defRPr sz="3700" kern="1200" cap="all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0" indent="0" algn="l" defTabSz="1389378" rtl="0" eaLnBrk="1" latinLnBrk="0" hangingPunct="1">
        <a:lnSpc>
          <a:spcPct val="120000"/>
        </a:lnSpc>
        <a:spcBef>
          <a:spcPts val="951"/>
        </a:spcBef>
        <a:spcAft>
          <a:spcPts val="1902"/>
        </a:spcAft>
        <a:buFont typeface="Calibri" panose="020F0502020204030204" pitchFamily="34" charset="0"/>
        <a:buChar char="​"/>
        <a:defRPr sz="2100" i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1389378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Calibri" panose="020F0502020204030204" pitchFamily="34" charset="0"/>
        <a:buChar char="​"/>
        <a:defRPr sz="21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1389378" rtl="0" eaLnBrk="1" latinLnBrk="0" hangingPunct="1">
        <a:lnSpc>
          <a:spcPct val="120000"/>
        </a:lnSpc>
        <a:spcBef>
          <a:spcPts val="951"/>
        </a:spcBef>
        <a:spcAft>
          <a:spcPts val="951"/>
        </a:spcAft>
        <a:buFont typeface="Calibri" panose="020F0502020204030204" pitchFamily="34" charset="0"/>
        <a:buChar char="​"/>
        <a:defRPr sz="1700" kern="1200">
          <a:solidFill>
            <a:schemeClr val="tx2"/>
          </a:solidFill>
          <a:latin typeface="+mj-lt"/>
          <a:ea typeface="+mn-ea"/>
          <a:cs typeface="+mn-cs"/>
        </a:defRPr>
      </a:lvl3pPr>
      <a:lvl4pPr marL="0" indent="0" algn="l" defTabSz="1389378" rtl="0" eaLnBrk="1" latinLnBrk="0" hangingPunct="1">
        <a:lnSpc>
          <a:spcPct val="110000"/>
        </a:lnSpc>
        <a:spcBef>
          <a:spcPts val="0"/>
        </a:spcBef>
        <a:buFont typeface="Calibri" panose="020F0502020204030204" pitchFamily="34" charset="0"/>
        <a:buChar char="​"/>
        <a:defRPr sz="1700" i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1389378" rtl="0" eaLnBrk="1" latinLnBrk="0" hangingPunct="1">
        <a:lnSpc>
          <a:spcPct val="150000"/>
        </a:lnSpc>
        <a:spcBef>
          <a:spcPts val="0"/>
        </a:spcBef>
        <a:buFont typeface="Calibri" panose="020F0502020204030204" pitchFamily="34" charset="0"/>
        <a:buChar char="​"/>
        <a:defRPr sz="1100" kern="1200">
          <a:solidFill>
            <a:schemeClr val="tx2"/>
          </a:solidFill>
          <a:latin typeface="+mj-lt"/>
          <a:ea typeface="+mn-ea"/>
          <a:cs typeface="+mn-cs"/>
        </a:defRPr>
      </a:lvl5pPr>
      <a:lvl6pPr marL="3820805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515493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210187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5904885" indent="-347363" algn="l" defTabSz="1389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468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8937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4070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78748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73457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68155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62849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7529" algn="l" defTabSz="138937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99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35" r:id="rId1"/>
    <p:sldLayoutId id="2147486036" r:id="rId2"/>
    <p:sldLayoutId id="2147486037" r:id="rId3"/>
    <p:sldLayoutId id="2147486038" r:id="rId4"/>
    <p:sldLayoutId id="2147486039" r:id="rId5"/>
    <p:sldLayoutId id="2147486040" r:id="rId6"/>
    <p:sldLayoutId id="2147486041" r:id="rId7"/>
    <p:sldLayoutId id="2147486042" r:id="rId8"/>
    <p:sldLayoutId id="2147486043" r:id="rId9"/>
    <p:sldLayoutId id="2147486044" r:id="rId10"/>
    <p:sldLayoutId id="2147486045" r:id="rId11"/>
    <p:sldLayoutId id="2147486046" r:id="rId12"/>
    <p:sldLayoutId id="2147486047" r:id="rId13"/>
    <p:sldLayoutId id="2147486048" r:id="rId14"/>
    <p:sldLayoutId id="2147486049" r:id="rId15"/>
    <p:sldLayoutId id="2147486050" r:id="rId16"/>
    <p:sldLayoutId id="2147486051" r:id="rId17"/>
  </p:sldLayoutIdLst>
  <p:hf sldNum="0" hdr="0" ftr="0" dt="0"/>
  <p:txStyles>
    <p:titleStyle>
      <a:lvl1pPr algn="ctr" defTabSz="1400847" rtl="0" eaLnBrk="1" latinLnBrk="0" hangingPunct="1">
        <a:spcBef>
          <a:spcPct val="0"/>
        </a:spcBef>
        <a:buNone/>
        <a:defRPr sz="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5345" indent="-525345" algn="l" defTabSz="1400847" rtl="0" eaLnBrk="1" latinLnBrk="0" hangingPunct="1">
        <a:spcBef>
          <a:spcPct val="20000"/>
        </a:spcBef>
        <a:buFont typeface="Arial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138205" indent="-437768" algn="l" defTabSz="1400847" rtl="0" eaLnBrk="1" latinLnBrk="0" hangingPunct="1">
        <a:spcBef>
          <a:spcPct val="20000"/>
        </a:spcBef>
        <a:buFont typeface="Arial" pitchFamily="34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751067" indent="-350212" algn="l" defTabSz="1400847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3pPr>
      <a:lvl4pPr marL="2451493" indent="-350212" algn="l" defTabSz="140084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151937" indent="-350212" algn="l" defTabSz="1400847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852363" indent="-350212" algn="l" defTabSz="14008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552784" indent="-350212" algn="l" defTabSz="14008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253221" indent="-350212" algn="l" defTabSz="14008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5953650" indent="-350212" algn="l" defTabSz="14008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0418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00847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01284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01713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02154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02572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03006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03439" algn="l" defTabSz="14008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090" y="609718"/>
            <a:ext cx="14625225" cy="70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090" y="2422273"/>
            <a:ext cx="14625225" cy="6111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31" name="TextBox 230"/>
          <p:cNvSpPr txBox="1"/>
          <p:nvPr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fld id="{567A4CEE-210B-4A43-8E57-98E37E0AC15F}" type="slidenum">
              <a:rPr lang="en-US" sz="1300" smtClean="0">
                <a:solidFill>
                  <a:srgbClr val="D1D1D1"/>
                </a:solidFill>
                <a:latin typeface="Arial"/>
              </a:rPr>
              <a:pPr algn="r" defTabSz="1399293"/>
              <a:t>‹nº›</a:t>
            </a:fld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13038" y="8757611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399293"/>
            <a:r>
              <a:rPr lang="en-US" sz="1300" dirty="0" smtClean="0">
                <a:solidFill>
                  <a:srgbClr val="D1D1D1"/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35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69" r:id="rId1"/>
    <p:sldLayoutId id="2147486070" r:id="rId2"/>
    <p:sldLayoutId id="2147486071" r:id="rId3"/>
    <p:sldLayoutId id="2147486072" r:id="rId4"/>
    <p:sldLayoutId id="2147486073" r:id="rId5"/>
    <p:sldLayoutId id="2147486074" r:id="rId6"/>
    <p:sldLayoutId id="2147486075" r:id="rId7"/>
    <p:sldLayoutId id="2147486076" r:id="rId8"/>
    <p:sldLayoutId id="2147486077" r:id="rId9"/>
    <p:sldLayoutId id="2147486078" r:id="rId10"/>
    <p:sldLayoutId id="2147486079" r:id="rId11"/>
    <p:sldLayoutId id="2147486080" r:id="rId12"/>
    <p:sldLayoutId id="2147486081" r:id="rId13"/>
    <p:sldLayoutId id="2147486082" r:id="rId14"/>
    <p:sldLayoutId id="2147486083" r:id="rId15"/>
    <p:sldLayoutId id="2147486084" r:id="rId16"/>
    <p:sldLayoutId id="2147486085" r:id="rId17"/>
    <p:sldLayoutId id="2147486086" r:id="rId18"/>
    <p:sldLayoutId id="2147486087" r:id="rId19"/>
    <p:sldLayoutId id="2147486088" r:id="rId20"/>
    <p:sldLayoutId id="2147486089" r:id="rId2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399293" rtl="0" eaLnBrk="1" latinLnBrk="0" hangingPunct="1">
        <a:lnSpc>
          <a:spcPct val="90000"/>
        </a:lnSpc>
        <a:spcBef>
          <a:spcPct val="0"/>
        </a:spcBef>
        <a:buNone/>
        <a:defRPr sz="3700" kern="1200" cap="all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0" indent="0" algn="l" defTabSz="1399293" rtl="0" eaLnBrk="1" latinLnBrk="0" hangingPunct="1">
        <a:lnSpc>
          <a:spcPct val="120000"/>
        </a:lnSpc>
        <a:spcBef>
          <a:spcPts val="951"/>
        </a:spcBef>
        <a:spcAft>
          <a:spcPts val="1902"/>
        </a:spcAft>
        <a:buFont typeface="Calibri" panose="020F0502020204030204" pitchFamily="34" charset="0"/>
        <a:buChar char="​"/>
        <a:defRPr sz="2100" i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1399293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Calibri" panose="020F0502020204030204" pitchFamily="34" charset="0"/>
        <a:buChar char="​"/>
        <a:defRPr sz="21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1399293" rtl="0" eaLnBrk="1" latinLnBrk="0" hangingPunct="1">
        <a:lnSpc>
          <a:spcPct val="120000"/>
        </a:lnSpc>
        <a:spcBef>
          <a:spcPts val="951"/>
        </a:spcBef>
        <a:spcAft>
          <a:spcPts val="951"/>
        </a:spcAft>
        <a:buFont typeface="Calibri" panose="020F0502020204030204" pitchFamily="34" charset="0"/>
        <a:buChar char="​"/>
        <a:defRPr sz="1700" kern="1200">
          <a:solidFill>
            <a:schemeClr val="tx2"/>
          </a:solidFill>
          <a:latin typeface="+mj-lt"/>
          <a:ea typeface="+mn-ea"/>
          <a:cs typeface="+mn-cs"/>
        </a:defRPr>
      </a:lvl3pPr>
      <a:lvl4pPr marL="0" indent="0" algn="l" defTabSz="1399293" rtl="0" eaLnBrk="1" latinLnBrk="0" hangingPunct="1">
        <a:lnSpc>
          <a:spcPct val="110000"/>
        </a:lnSpc>
        <a:spcBef>
          <a:spcPts val="0"/>
        </a:spcBef>
        <a:buFont typeface="Calibri" panose="020F0502020204030204" pitchFamily="34" charset="0"/>
        <a:buChar char="​"/>
        <a:defRPr sz="1700" i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1399293" rtl="0" eaLnBrk="1" latinLnBrk="0" hangingPunct="1">
        <a:lnSpc>
          <a:spcPct val="150000"/>
        </a:lnSpc>
        <a:spcBef>
          <a:spcPts val="0"/>
        </a:spcBef>
        <a:buFont typeface="Calibri" panose="020F0502020204030204" pitchFamily="34" charset="0"/>
        <a:buChar char="​"/>
        <a:defRPr sz="1100" kern="1200">
          <a:solidFill>
            <a:schemeClr val="tx2"/>
          </a:solidFill>
          <a:latin typeface="+mj-lt"/>
          <a:ea typeface="+mn-ea"/>
          <a:cs typeface="+mn-cs"/>
        </a:defRPr>
      </a:lvl5pPr>
      <a:lvl6pPr marL="3848091" indent="-349831" algn="l" defTabSz="1399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547742" indent="-349831" algn="l" defTabSz="1399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247397" indent="-349831" algn="l" defTabSz="1399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5947054" indent="-349831" algn="l" defTabSz="1399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9642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99293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98956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98604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98264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97916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7566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97220" algn="l" defTabSz="1399293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3837" y="609709"/>
            <a:ext cx="14625225" cy="70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3837" y="2421932"/>
            <a:ext cx="14625225" cy="6111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31" name="TextBox 230"/>
          <p:cNvSpPr txBox="1"/>
          <p:nvPr/>
        </p:nvSpPr>
        <p:spPr>
          <a:xfrm>
            <a:off x="14468573" y="8757616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fld id="{567A4CEE-210B-4A43-8E57-98E37E0AC15F}" type="slidenum">
              <a:rPr lang="en-US" sz="1300" smtClean="0">
                <a:solidFill>
                  <a:srgbClr val="D1D1D1"/>
                </a:solidFill>
                <a:latin typeface="Arial"/>
              </a:rPr>
              <a:pPr algn="r" defTabSz="1442982"/>
              <a:t>‹nº›</a:t>
            </a:fld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13038" y="8757614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2982"/>
            <a:r>
              <a:rPr lang="en-US" sz="1300" dirty="0" smtClean="0">
                <a:solidFill>
                  <a:srgbClr val="D1D1D1"/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220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37" r:id="rId1"/>
    <p:sldLayoutId id="2147486138" r:id="rId2"/>
    <p:sldLayoutId id="2147486139" r:id="rId3"/>
    <p:sldLayoutId id="2147486140" r:id="rId4"/>
    <p:sldLayoutId id="2147486141" r:id="rId5"/>
    <p:sldLayoutId id="2147486142" r:id="rId6"/>
    <p:sldLayoutId id="2147486143" r:id="rId7"/>
    <p:sldLayoutId id="2147486144" r:id="rId8"/>
    <p:sldLayoutId id="2147486145" r:id="rId9"/>
    <p:sldLayoutId id="2147486146" r:id="rId10"/>
    <p:sldLayoutId id="2147486147" r:id="rId11"/>
    <p:sldLayoutId id="2147486148" r:id="rId12"/>
    <p:sldLayoutId id="2147486149" r:id="rId13"/>
    <p:sldLayoutId id="2147486150" r:id="rId14"/>
    <p:sldLayoutId id="2147486151" r:id="rId15"/>
    <p:sldLayoutId id="2147486152" r:id="rId16"/>
    <p:sldLayoutId id="2147486153" r:id="rId17"/>
    <p:sldLayoutId id="2147486154" r:id="rId18"/>
    <p:sldLayoutId id="2147486155" r:id="rId19"/>
    <p:sldLayoutId id="2147486156" r:id="rId20"/>
    <p:sldLayoutId id="2147486157" r:id="rId2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442982" rtl="0" eaLnBrk="1" latinLnBrk="0" hangingPunct="1">
        <a:lnSpc>
          <a:spcPct val="90000"/>
        </a:lnSpc>
        <a:spcBef>
          <a:spcPct val="0"/>
        </a:spcBef>
        <a:buNone/>
        <a:defRPr sz="3700" kern="1200" cap="all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0" indent="0" algn="l" defTabSz="1442982" rtl="0" eaLnBrk="1" latinLnBrk="0" hangingPunct="1">
        <a:lnSpc>
          <a:spcPct val="120000"/>
        </a:lnSpc>
        <a:spcBef>
          <a:spcPts val="951"/>
        </a:spcBef>
        <a:spcAft>
          <a:spcPts val="1903"/>
        </a:spcAft>
        <a:buFont typeface="Calibri" panose="020F0502020204030204" pitchFamily="34" charset="0"/>
        <a:buChar char="​"/>
        <a:defRPr sz="2200" i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1442982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Calibri" panose="020F0502020204030204" pitchFamily="34" charset="0"/>
        <a:buChar char="​"/>
        <a:defRPr sz="22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1442982" rtl="0" eaLnBrk="1" latinLnBrk="0" hangingPunct="1">
        <a:lnSpc>
          <a:spcPct val="120000"/>
        </a:lnSpc>
        <a:spcBef>
          <a:spcPts val="951"/>
        </a:spcBef>
        <a:spcAft>
          <a:spcPts val="951"/>
        </a:spcAft>
        <a:buFont typeface="Calibri" panose="020F0502020204030204" pitchFamily="34" charset="0"/>
        <a:buChar char="​"/>
        <a:defRPr sz="1700" kern="1200">
          <a:solidFill>
            <a:schemeClr val="tx2"/>
          </a:solidFill>
          <a:latin typeface="+mj-lt"/>
          <a:ea typeface="+mn-ea"/>
          <a:cs typeface="+mn-cs"/>
        </a:defRPr>
      </a:lvl3pPr>
      <a:lvl4pPr marL="0" indent="0" algn="l" defTabSz="1442982" rtl="0" eaLnBrk="1" latinLnBrk="0" hangingPunct="1">
        <a:lnSpc>
          <a:spcPct val="110000"/>
        </a:lnSpc>
        <a:spcBef>
          <a:spcPts val="0"/>
        </a:spcBef>
        <a:buFont typeface="Calibri" panose="020F0502020204030204" pitchFamily="34" charset="0"/>
        <a:buChar char="​"/>
        <a:defRPr sz="1700" i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1442982" rtl="0" eaLnBrk="1" latinLnBrk="0" hangingPunct="1">
        <a:lnSpc>
          <a:spcPct val="150000"/>
        </a:lnSpc>
        <a:spcBef>
          <a:spcPts val="0"/>
        </a:spcBef>
        <a:buFont typeface="Calibri" panose="020F0502020204030204" pitchFamily="34" charset="0"/>
        <a:buChar char="​"/>
        <a:defRPr sz="1100" kern="1200">
          <a:solidFill>
            <a:schemeClr val="tx2"/>
          </a:solidFill>
          <a:latin typeface="+mj-lt"/>
          <a:ea typeface="+mn-ea"/>
          <a:cs typeface="+mn-cs"/>
        </a:defRPr>
      </a:lvl5pPr>
      <a:lvl6pPr marL="3968241" indent="-360746" algn="l" defTabSz="144298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730" indent="-360746" algn="l" defTabSz="144298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11228" indent="-360746" algn="l" defTabSz="144298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132721" indent="-360746" algn="l" defTabSz="144298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1500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2982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4480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5982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7484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8986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0480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1971" algn="l" defTabSz="144298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3826" y="609709"/>
            <a:ext cx="14625225" cy="70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3826" y="2421932"/>
            <a:ext cx="14625225" cy="6111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31" name="TextBox 230"/>
          <p:cNvSpPr txBox="1"/>
          <p:nvPr/>
        </p:nvSpPr>
        <p:spPr>
          <a:xfrm>
            <a:off x="14468573" y="8757611"/>
            <a:ext cx="970421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fld id="{567A4CEE-210B-4A43-8E57-98E37E0AC15F}" type="slidenum">
              <a:rPr lang="en-US" sz="1300" smtClean="0">
                <a:solidFill>
                  <a:srgbClr val="D1D1D1"/>
                </a:solidFill>
                <a:latin typeface="Arial"/>
              </a:rPr>
              <a:pPr algn="r" defTabSz="1443680"/>
              <a:t>‹nº›</a:t>
            </a:fld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513038" y="8757610"/>
            <a:ext cx="1955520" cy="164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1443680"/>
            <a:r>
              <a:rPr lang="en-US" sz="1300" dirty="0" smtClean="0">
                <a:solidFill>
                  <a:srgbClr val="D1D1D1"/>
                </a:solidFill>
                <a:latin typeface="Arial"/>
              </a:rPr>
              <a:t>© Duarte, Inc. 2014</a:t>
            </a:r>
            <a:endParaRPr lang="en-US" sz="1300" dirty="0">
              <a:solidFill>
                <a:srgbClr val="D1D1D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683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59" r:id="rId1"/>
    <p:sldLayoutId id="2147486160" r:id="rId2"/>
    <p:sldLayoutId id="2147486161" r:id="rId3"/>
    <p:sldLayoutId id="2147486162" r:id="rId4"/>
    <p:sldLayoutId id="2147486163" r:id="rId5"/>
    <p:sldLayoutId id="2147486164" r:id="rId6"/>
    <p:sldLayoutId id="2147486165" r:id="rId7"/>
    <p:sldLayoutId id="2147486166" r:id="rId8"/>
    <p:sldLayoutId id="2147486167" r:id="rId9"/>
    <p:sldLayoutId id="2147486168" r:id="rId10"/>
    <p:sldLayoutId id="2147486169" r:id="rId11"/>
    <p:sldLayoutId id="2147486170" r:id="rId12"/>
    <p:sldLayoutId id="2147486171" r:id="rId13"/>
    <p:sldLayoutId id="2147486172" r:id="rId14"/>
    <p:sldLayoutId id="2147486173" r:id="rId15"/>
    <p:sldLayoutId id="2147486174" r:id="rId16"/>
    <p:sldLayoutId id="2147486175" r:id="rId17"/>
    <p:sldLayoutId id="2147486176" r:id="rId18"/>
    <p:sldLayoutId id="2147486177" r:id="rId19"/>
    <p:sldLayoutId id="2147486178" r:id="rId20"/>
    <p:sldLayoutId id="2147486179" r:id="rId2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443680" rtl="0" eaLnBrk="1" latinLnBrk="0" hangingPunct="1">
        <a:lnSpc>
          <a:spcPct val="90000"/>
        </a:lnSpc>
        <a:spcBef>
          <a:spcPct val="0"/>
        </a:spcBef>
        <a:buNone/>
        <a:defRPr sz="3700" kern="1200" cap="all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0" indent="0" algn="l" defTabSz="1443680" rtl="0" eaLnBrk="1" latinLnBrk="0" hangingPunct="1">
        <a:lnSpc>
          <a:spcPct val="120000"/>
        </a:lnSpc>
        <a:spcBef>
          <a:spcPts val="951"/>
        </a:spcBef>
        <a:spcAft>
          <a:spcPts val="1903"/>
        </a:spcAft>
        <a:buFont typeface="Calibri" panose="020F0502020204030204" pitchFamily="34" charset="0"/>
        <a:buChar char="​"/>
        <a:defRPr sz="2200" i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1443680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Calibri" panose="020F0502020204030204" pitchFamily="34" charset="0"/>
        <a:buChar char="​"/>
        <a:defRPr sz="22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1443680" rtl="0" eaLnBrk="1" latinLnBrk="0" hangingPunct="1">
        <a:lnSpc>
          <a:spcPct val="120000"/>
        </a:lnSpc>
        <a:spcBef>
          <a:spcPts val="951"/>
        </a:spcBef>
        <a:spcAft>
          <a:spcPts val="951"/>
        </a:spcAft>
        <a:buFont typeface="Calibri" panose="020F0502020204030204" pitchFamily="34" charset="0"/>
        <a:buChar char="​"/>
        <a:defRPr sz="1700" kern="1200">
          <a:solidFill>
            <a:schemeClr val="tx2"/>
          </a:solidFill>
          <a:latin typeface="+mj-lt"/>
          <a:ea typeface="+mn-ea"/>
          <a:cs typeface="+mn-cs"/>
        </a:defRPr>
      </a:lvl3pPr>
      <a:lvl4pPr marL="0" indent="0" algn="l" defTabSz="1443680" rtl="0" eaLnBrk="1" latinLnBrk="0" hangingPunct="1">
        <a:lnSpc>
          <a:spcPct val="110000"/>
        </a:lnSpc>
        <a:spcBef>
          <a:spcPts val="0"/>
        </a:spcBef>
        <a:buFont typeface="Calibri" panose="020F0502020204030204" pitchFamily="34" charset="0"/>
        <a:buChar char="​"/>
        <a:defRPr sz="1700" i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1443680" rtl="0" eaLnBrk="1" latinLnBrk="0" hangingPunct="1">
        <a:lnSpc>
          <a:spcPct val="150000"/>
        </a:lnSpc>
        <a:spcBef>
          <a:spcPts val="0"/>
        </a:spcBef>
        <a:buFont typeface="Calibri" panose="020F0502020204030204" pitchFamily="34" charset="0"/>
        <a:buChar char="​"/>
        <a:defRPr sz="1100" kern="1200">
          <a:solidFill>
            <a:schemeClr val="tx2"/>
          </a:solidFill>
          <a:latin typeface="+mj-lt"/>
          <a:ea typeface="+mn-ea"/>
          <a:cs typeface="+mn-cs"/>
        </a:defRPr>
      </a:lvl5pPr>
      <a:lvl6pPr marL="3970160" indent="-360922" algn="l" defTabSz="14436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692004" indent="-360922" algn="l" defTabSz="14436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13850" indent="-360922" algn="l" defTabSz="14436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135695" indent="-360922" algn="l" defTabSz="14436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1850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3680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5533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7377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9229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1080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2923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4763" algn="l" defTabSz="144368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27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81" r:id="rId1"/>
    <p:sldLayoutId id="2147486182" r:id="rId2"/>
    <p:sldLayoutId id="2147486183" r:id="rId3"/>
    <p:sldLayoutId id="2147486184" r:id="rId4"/>
    <p:sldLayoutId id="2147486185" r:id="rId5"/>
    <p:sldLayoutId id="2147486186" r:id="rId6"/>
    <p:sldLayoutId id="2147486187" r:id="rId7"/>
    <p:sldLayoutId id="2147486188" r:id="rId8"/>
    <p:sldLayoutId id="2147486189" r:id="rId9"/>
    <p:sldLayoutId id="2147486190" r:id="rId10"/>
    <p:sldLayoutId id="2147486191" r:id="rId11"/>
    <p:sldLayoutId id="2147486192" r:id="rId12"/>
    <p:sldLayoutId id="2147486193" r:id="rId13"/>
    <p:sldLayoutId id="2147486194" r:id="rId14"/>
    <p:sldLayoutId id="2147486195" r:id="rId15"/>
    <p:sldLayoutId id="2147486196" r:id="rId16"/>
    <p:sldLayoutId id="2147486197" r:id="rId17"/>
  </p:sldLayoutIdLst>
  <p:hf sldNum="0" hdr="0" ftr="0" dt="0"/>
  <p:txStyles>
    <p:titleStyle>
      <a:lvl1pPr algn="ctr" defTabSz="1452147" rtl="0" eaLnBrk="1" latinLnBrk="0" hangingPunct="1">
        <a:spcBef>
          <a:spcPct val="0"/>
        </a:spcBef>
        <a:buNone/>
        <a:defRPr sz="7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4561" indent="-544561" algn="l" defTabSz="1452147" rtl="0" eaLnBrk="1" latinLnBrk="0" hangingPunct="1">
        <a:spcBef>
          <a:spcPct val="20000"/>
        </a:spcBef>
        <a:buFont typeface="Arial" pitchFamily="34" charset="0"/>
        <a:buChar char="•"/>
        <a:defRPr sz="5100" kern="1200">
          <a:solidFill>
            <a:schemeClr val="tx1"/>
          </a:solidFill>
          <a:latin typeface="+mn-lt"/>
          <a:ea typeface="+mn-ea"/>
          <a:cs typeface="+mn-cs"/>
        </a:defRPr>
      </a:lvl1pPr>
      <a:lvl2pPr marL="1179868" indent="-453796" algn="l" defTabSz="1452147" rtl="0" eaLnBrk="1" latinLnBrk="0" hangingPunct="1">
        <a:spcBef>
          <a:spcPct val="20000"/>
        </a:spcBef>
        <a:buFont typeface="Arial" pitchFamily="34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15178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41254" indent="-363040" algn="l" defTabSz="145214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7333" indent="-363040" algn="l" defTabSz="1452147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993403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19472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45549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171625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6072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52147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8216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04294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30370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56437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82512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08589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55700" y="1536973"/>
            <a:ext cx="13931900" cy="308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50578" tIns="50578" rIns="50578" bIns="5057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55700" y="4712586"/>
            <a:ext cx="13931900" cy="105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50578" tIns="50578" rIns="50578" bIns="505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98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99" r:id="rId1"/>
    <p:sldLayoutId id="2147486200" r:id="rId2"/>
    <p:sldLayoutId id="2147486201" r:id="rId3"/>
    <p:sldLayoutId id="2147486202" r:id="rId4"/>
    <p:sldLayoutId id="2147486203" r:id="rId5"/>
    <p:sldLayoutId id="2147486204" r:id="rId6"/>
    <p:sldLayoutId id="2147486205" r:id="rId7"/>
    <p:sldLayoutId id="2147486206" r:id="rId8"/>
    <p:sldLayoutId id="2147486207" r:id="rId9"/>
    <p:sldLayoutId id="2147486208" r:id="rId10"/>
    <p:sldLayoutId id="2147486209" r:id="rId11"/>
    <p:sldLayoutId id="2147486210" r:id="rId12"/>
    <p:sldLayoutId id="2147486211" r:id="rId13"/>
    <p:sldLayoutId id="2147486212" r:id="rId14"/>
    <p:sldLayoutId id="2147486213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5140" algn="ctr" rtl="0" fontAlgn="base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0283" algn="ctr" rtl="0" fontAlgn="base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65443" algn="ctr" rtl="0" fontAlgn="base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0592" algn="ctr" rtl="0" fontAlgn="base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1350" indent="-341350" algn="ctr" rtl="0" eaLnBrk="0" fontAlgn="base" hangingPunct="0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39618" indent="-284492" algn="ctr" rtl="0" eaLnBrk="0" fontAlgn="base" hangingPunct="0">
        <a:spcBef>
          <a:spcPct val="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37852" indent="-227569" algn="ctr" rtl="0" eaLnBrk="0" fontAlgn="base" hangingPunct="0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593035" indent="-227569" algn="ctr" rtl="0" eaLnBrk="0" fontAlgn="base" hangingPunct="0">
        <a:spcBef>
          <a:spcPct val="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48157" indent="-227569" algn="ctr" rtl="0" eaLnBrk="0" fontAlgn="base" hangingPunct="0">
        <a:spcBef>
          <a:spcPct val="0"/>
        </a:spcBef>
        <a:spcAft>
          <a:spcPct val="0"/>
        </a:spcAft>
        <a:buChar char="»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514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0283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65443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0592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140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283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443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0592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5735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0877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6040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1162" algn="l" defTabSz="4551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14" y="914973"/>
            <a:ext cx="5656981" cy="163765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 smtClean="0"/>
              <a:t>All Click To Edit Master Title </a:t>
            </a:r>
            <a:br>
              <a:rPr lang="en-US" dirty="0" smtClean="0"/>
            </a:br>
            <a:r>
              <a:rPr lang="en-US" dirty="0" smtClean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7260" y="914971"/>
            <a:ext cx="8635950" cy="73249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More</a:t>
            </a:r>
          </a:p>
          <a:p>
            <a:pPr lvl="8"/>
            <a:r>
              <a:rPr lang="en-US" dirty="0" smtClean="0"/>
              <a:t>More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170989" y="8531839"/>
            <a:ext cx="272218" cy="2032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defTabSz="1392364"/>
            <a:fld id="{2385CB4A-7E96-44CA-B116-B71B544B697D}" type="slidenum">
              <a:rPr lang="en-US" sz="1300" smtClean="0">
                <a:solidFill>
                  <a:srgbClr val="999683"/>
                </a:solidFill>
              </a:rPr>
              <a:pPr algn="r" defTabSz="1392364"/>
              <a:t>‹nº›</a:t>
            </a:fld>
            <a:endParaRPr lang="en-US" sz="1300" dirty="0">
              <a:solidFill>
                <a:srgbClr val="999683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4815366" y="8531846"/>
            <a:ext cx="40032" cy="2032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defTabSz="1392364"/>
            <a:r>
              <a:rPr lang="en-US" sz="1300" dirty="0" smtClean="0">
                <a:solidFill>
                  <a:srgbClr val="999683"/>
                </a:solidFill>
              </a:rPr>
              <a:t>|</a:t>
            </a:r>
            <a:endParaRPr lang="en-US" sz="1300" dirty="0">
              <a:solidFill>
                <a:srgbClr val="9996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72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227" r:id="rId1"/>
    <p:sldLayoutId id="2147486228" r:id="rId2"/>
    <p:sldLayoutId id="2147486229" r:id="rId3"/>
    <p:sldLayoutId id="2147486230" r:id="rId4"/>
    <p:sldLayoutId id="2147486231" r:id="rId5"/>
    <p:sldLayoutId id="2147486232" r:id="rId6"/>
    <p:sldLayoutId id="2147486233" r:id="rId7"/>
    <p:sldLayoutId id="2147486234" r:id="rId8"/>
    <p:sldLayoutId id="2147486235" r:id="rId9"/>
    <p:sldLayoutId id="2147486236" r:id="rId10"/>
    <p:sldLayoutId id="2147486237" r:id="rId11"/>
    <p:sldLayoutId id="2147486238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1392364" rtl="0" eaLnBrk="1" latinLnBrk="0" hangingPunct="1">
        <a:lnSpc>
          <a:spcPct val="95000"/>
        </a:lnSpc>
        <a:spcBef>
          <a:spcPct val="0"/>
        </a:spcBef>
        <a:buNone/>
        <a:defRPr sz="4400" b="1" kern="1200" spc="-238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92364" rtl="0" eaLnBrk="1" latinLnBrk="0" hangingPunct="1">
        <a:lnSpc>
          <a:spcPct val="120000"/>
        </a:lnSpc>
        <a:spcBef>
          <a:spcPts val="951"/>
        </a:spcBef>
        <a:spcAft>
          <a:spcPts val="1902"/>
        </a:spcAft>
        <a:buFont typeface="Arial" panose="020B0604020202020204" pitchFamily="34" charset="0"/>
        <a:buChar char="​"/>
        <a:defRPr sz="21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92364" rtl="0" eaLnBrk="1" latinLnBrk="0" hangingPunct="1">
        <a:lnSpc>
          <a:spcPct val="100000"/>
        </a:lnSpc>
        <a:spcBef>
          <a:spcPts val="0"/>
        </a:spcBef>
        <a:spcAft>
          <a:spcPts val="951"/>
        </a:spcAft>
        <a:buFont typeface="Arial" panose="020B0604020202020204" pitchFamily="34" charset="0"/>
        <a:buChar char="​"/>
        <a:defRPr sz="21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92364" rtl="0" eaLnBrk="1" latinLnBrk="0" hangingPunct="1">
        <a:lnSpc>
          <a:spcPct val="110000"/>
        </a:lnSpc>
        <a:spcBef>
          <a:spcPts val="951"/>
        </a:spcBef>
        <a:spcAft>
          <a:spcPts val="0"/>
        </a:spcAft>
        <a:buFont typeface="Arial" panose="020B0604020202020204" pitchFamily="34" charset="0"/>
        <a:buChar char="​"/>
        <a:defRPr sz="17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92364" rtl="0" eaLnBrk="1" latinLnBrk="0" hangingPunct="1">
        <a:lnSpc>
          <a:spcPct val="114000"/>
        </a:lnSpc>
        <a:spcBef>
          <a:spcPts val="951"/>
        </a:spcBef>
        <a:spcAft>
          <a:spcPts val="951"/>
        </a:spcAft>
        <a:buFont typeface="Arial" panose="020B0604020202020204" pitchFamily="34" charset="0"/>
        <a:buChar char="​"/>
        <a:defRPr sz="17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61053" indent="-261053" algn="l" defTabSz="1392364" rtl="0" eaLnBrk="1" latinLnBrk="0" hangingPunct="1">
        <a:lnSpc>
          <a:spcPct val="95000"/>
        </a:lnSpc>
        <a:spcBef>
          <a:spcPts val="0"/>
        </a:spcBef>
        <a:spcAft>
          <a:spcPts val="951"/>
        </a:spcAft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24566" indent="-263486" algn="l" defTabSz="1392364" rtl="0" eaLnBrk="1" latinLnBrk="0" hangingPunct="1">
        <a:lnSpc>
          <a:spcPct val="85000"/>
        </a:lnSpc>
        <a:spcBef>
          <a:spcPct val="20000"/>
        </a:spcBef>
        <a:spcAft>
          <a:spcPts val="951"/>
        </a:spcAft>
        <a:buFont typeface="Arial" panose="020B0604020202020204" pitchFamily="34" charset="0"/>
        <a:buChar char="•"/>
        <a:defRPr sz="17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92364" rtl="0" eaLnBrk="1" latinLnBrk="0" hangingPunct="1">
        <a:spcBef>
          <a:spcPts val="951"/>
        </a:spcBef>
        <a:spcAft>
          <a:spcPts val="951"/>
        </a:spcAft>
        <a:buClr>
          <a:schemeClr val="bg2"/>
        </a:buClr>
        <a:buFont typeface="Arial" panose="020B0604020202020204" pitchFamily="34" charset="0"/>
        <a:buChar char="​"/>
        <a:defRPr sz="21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61053" indent="-261053" algn="l" defTabSz="1392364" rtl="0" eaLnBrk="1" latinLnBrk="0" hangingPunct="1">
        <a:spcBef>
          <a:spcPts val="0"/>
        </a:spcBef>
        <a:spcAft>
          <a:spcPts val="951"/>
        </a:spcAft>
        <a:buFont typeface="Arial" panose="020B0604020202020204" pitchFamily="34" charset="0"/>
        <a:buChar char="•"/>
        <a:defRPr sz="17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24566" indent="-263486" algn="l" defTabSz="1392364" rtl="0" eaLnBrk="1" latinLnBrk="0" hangingPunct="1">
        <a:spcBef>
          <a:spcPct val="20000"/>
        </a:spcBef>
        <a:spcAft>
          <a:spcPts val="951"/>
        </a:spcAft>
        <a:buFont typeface="Arial" panose="020B0604020202020204" pitchFamily="34" charset="0"/>
        <a:buChar char="•"/>
        <a:defRPr sz="17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96184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364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088541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84735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480936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177122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73299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69487" algn="l" defTabSz="1392364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5518726" y="1647074"/>
            <a:ext cx="737381" cy="342884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44" rIns="0" bIns="40244">
            <a:spAutoFit/>
          </a:bodyPr>
          <a:lstStyle/>
          <a:p>
            <a:pPr algn="r" defTabSz="144864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5"/>
            </p:custDataLst>
          </p:nvPr>
        </p:nvCxnSpPr>
        <p:spPr bwMode="gray">
          <a:xfrm>
            <a:off x="15518726" y="1647074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6"/>
            </p:custDataLst>
          </p:nvPr>
        </p:nvCxnSpPr>
        <p:spPr bwMode="gray">
          <a:xfrm>
            <a:off x="15518726" y="1989958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608" indent="-852608" defTabSz="144864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52608" indent="-852608" defTabSz="144864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863" tIns="72424" rIns="144863" bIns="724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64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864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29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64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863" tIns="72424" rIns="144863" bIns="72424" rtlCol="0">
            <a:normAutofit/>
          </a:bodyPr>
          <a:lstStyle/>
          <a:p>
            <a:pPr marL="543259" lvl="0" indent="-543259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7048" lvl="1" indent="-452717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812" lvl="2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5125" lvl="3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9459" lvl="4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541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258" r:id="rId1"/>
    <p:sldLayoutId id="2147486259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34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6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97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72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172" indent="-3621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827" indent="-35713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997" indent="-35965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6129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8304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2613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6pPr>
      <a:lvl7pPr marL="3256945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7pPr>
      <a:lvl8pPr marL="3981272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8pPr>
      <a:lvl9pPr marL="4705598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34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642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97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728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1623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5947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7027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4591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19503" y="1647082"/>
            <a:ext cx="737381" cy="34105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339" rIns="0" bIns="39339">
            <a:spAutoFit/>
          </a:bodyPr>
          <a:lstStyle/>
          <a:p>
            <a:pPr algn="r" defTabSz="14173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19503" y="1647077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19503" y="1988133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4177" indent="-834177" defTabSz="1417329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4177" indent="-834177" defTabSz="141732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22"/>
            <a:ext cx="3501292" cy="486918"/>
          </a:xfrm>
          <a:prstGeom prst="rect">
            <a:avLst/>
          </a:prstGeom>
        </p:spPr>
        <p:txBody>
          <a:bodyPr vert="horz" lIns="141717" tIns="70839" rIns="141717" bIns="70839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7329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7329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602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7329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1717" tIns="70839" rIns="141717" bIns="70839" rtlCol="0">
            <a:normAutofit/>
          </a:bodyPr>
          <a:lstStyle/>
          <a:p>
            <a:pPr marL="531530" lvl="0" indent="-531530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51616" lvl="1" indent="-442937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71677" lvl="2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80339" lvl="3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89025" lvl="4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44" r:id="rId1"/>
    <p:sldLayoutId id="2147486345" r:id="rId2"/>
    <p:sldLayoutId id="2147486346" r:id="rId3"/>
    <p:sldLayoutId id="2147486347" r:id="rId4"/>
    <p:sldLayoutId id="2147486348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868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732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2601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3467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4363" indent="-3543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6217" indent="-34940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60599" indent="-35188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1487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921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77884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6pPr>
      <a:lvl7pPr marL="3186563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7pPr>
      <a:lvl8pPr marL="389523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8pPr>
      <a:lvl9pPr marL="460391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8688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2601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3467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43363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520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6070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69372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8726" y="1647074"/>
            <a:ext cx="737381" cy="342884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44" rIns="0" bIns="40244">
            <a:spAutoFit/>
          </a:bodyPr>
          <a:lstStyle/>
          <a:p>
            <a:pPr algn="r" defTabSz="144864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8726" y="1647074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8726" y="1989958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608" indent="-852608" defTabSz="144864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52608" indent="-852608" defTabSz="144864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863" tIns="72424" rIns="144863" bIns="724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64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864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29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64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863" tIns="72424" rIns="144863" bIns="72424" rtlCol="0">
            <a:normAutofit/>
          </a:bodyPr>
          <a:lstStyle/>
          <a:p>
            <a:pPr marL="543259" lvl="0" indent="-543259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7048" lvl="1" indent="-452717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812" lvl="2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5125" lvl="3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9459" lvl="4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313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81" r:id="rId1"/>
    <p:sldLayoutId id="2147486382" r:id="rId2"/>
    <p:sldLayoutId id="2147486383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34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6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97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72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172" indent="-3621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827" indent="-35713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997" indent="-35965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6129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8304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2613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6pPr>
      <a:lvl7pPr marL="3256945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7pPr>
      <a:lvl8pPr marL="3981272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8pPr>
      <a:lvl9pPr marL="4705598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34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642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97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728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1623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5947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7027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4591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8716" y="1647074"/>
            <a:ext cx="737381" cy="342884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44" rIns="0" bIns="40244">
            <a:spAutoFit/>
          </a:bodyPr>
          <a:lstStyle/>
          <a:p>
            <a:pPr algn="r" defTabSz="144864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8716" y="1647074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8716" y="1989958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608" indent="-852608" defTabSz="144864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52608" indent="-852608" defTabSz="144864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863" tIns="72424" rIns="144863" bIns="724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64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864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24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64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863" tIns="72424" rIns="144863" bIns="72424" rtlCol="0">
            <a:normAutofit/>
          </a:bodyPr>
          <a:lstStyle/>
          <a:p>
            <a:pPr marL="543259" lvl="0" indent="-543259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7048" lvl="1" indent="-452717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812" lvl="2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5125" lvl="3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9459" lvl="4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555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439" r:id="rId1"/>
    <p:sldLayoutId id="2147486440" r:id="rId2"/>
    <p:sldLayoutId id="2147486441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34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6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97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72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172" indent="-3621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827" indent="-35713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997" indent="-35965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6129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8304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2613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6pPr>
      <a:lvl7pPr marL="3256945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7pPr>
      <a:lvl8pPr marL="3981272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8pPr>
      <a:lvl9pPr marL="4705598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34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642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97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728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1623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5947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7027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4591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19493" y="1647077"/>
            <a:ext cx="737381" cy="34105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339" rIns="0" bIns="39339">
            <a:spAutoFit/>
          </a:bodyPr>
          <a:lstStyle/>
          <a:p>
            <a:pPr algn="r" defTabSz="14173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19493" y="1647077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19493" y="1988133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4177" indent="-834177" defTabSz="1417329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4177" indent="-834177" defTabSz="141732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22"/>
            <a:ext cx="3501292" cy="486918"/>
          </a:xfrm>
          <a:prstGeom prst="rect">
            <a:avLst/>
          </a:prstGeom>
        </p:spPr>
        <p:txBody>
          <a:bodyPr vert="horz" lIns="141717" tIns="70839" rIns="141717" bIns="70839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7329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7329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597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7329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1717" tIns="70839" rIns="141717" bIns="70839" rtlCol="0">
            <a:normAutofit/>
          </a:bodyPr>
          <a:lstStyle/>
          <a:p>
            <a:pPr marL="531530" lvl="0" indent="-531530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51616" lvl="1" indent="-442937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71677" lvl="2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80339" lvl="3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89025" lvl="4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41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502" r:id="rId1"/>
    <p:sldLayoutId id="2147486503" r:id="rId2"/>
    <p:sldLayoutId id="2147486504" r:id="rId3"/>
    <p:sldLayoutId id="2147486505" r:id="rId4"/>
    <p:sldLayoutId id="2147486506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868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732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2601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3467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4363" indent="-3543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6217" indent="-34940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60599" indent="-35188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1487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921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77884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6pPr>
      <a:lvl7pPr marL="3186563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7pPr>
      <a:lvl8pPr marL="389523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8pPr>
      <a:lvl9pPr marL="460391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8688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2601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3467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43363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520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6070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69372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64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550" r:id="rId1"/>
    <p:sldLayoutId id="2147486552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5pPr>
      <a:lvl6pPr marL="496076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6pPr>
      <a:lvl7pPr marL="992124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7pPr>
      <a:lvl8pPr marL="1488177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8pPr>
      <a:lvl9pPr marL="1984227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9pPr>
    </p:titleStyle>
    <p:bodyStyle>
      <a:lvl1pPr marL="370353" indent="-37035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04401" indent="-30832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506" indent="-2463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34562" indent="-2463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30647" indent="-2463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8303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24371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20420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6470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6076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92124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88177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984227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480282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6332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72403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968450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596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8189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85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2" y="1550381"/>
            <a:ext cx="7735888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0456478"/>
      </p:ext>
    </p:extLst>
  </p:cSld>
  <p:clrMap bg1="lt1" tx1="dk1" bg2="lt2" tx2="dk2" accent1="accent1" accent2="accent2" accent3="accent3" accent4="accent4" accent5="accent5" accent6="accent6" hlink="hlink" folHlink="folHlink"/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231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6436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899610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2833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604" indent="-323604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2824" indent="-261292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7452" indent="-357021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6214" indent="-209650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8527" indent="-174697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6560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299773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2971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6188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2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6436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9961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2833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60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99239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2462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65644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19503" y="1647082"/>
            <a:ext cx="737381" cy="34105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339" rIns="0" bIns="39339">
            <a:spAutoFit/>
          </a:bodyPr>
          <a:lstStyle/>
          <a:p>
            <a:pPr algn="r" defTabSz="14173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19503" y="1647077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19503" y="1988133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4177" indent="-834177" defTabSz="1417329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4177" indent="-834177" defTabSz="141732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22"/>
            <a:ext cx="3501292" cy="486918"/>
          </a:xfrm>
          <a:prstGeom prst="rect">
            <a:avLst/>
          </a:prstGeom>
        </p:spPr>
        <p:txBody>
          <a:bodyPr vert="horz" lIns="141717" tIns="70839" rIns="141717" bIns="70839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7329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7329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602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7329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1717" tIns="70839" rIns="141717" bIns="70839" rtlCol="0">
            <a:normAutofit/>
          </a:bodyPr>
          <a:lstStyle/>
          <a:p>
            <a:pPr marL="531530" lvl="0" indent="-531530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51616" lvl="1" indent="-442937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71677" lvl="2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80339" lvl="3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89025" lvl="4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646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580" r:id="rId1"/>
    <p:sldLayoutId id="2147486581" r:id="rId2"/>
    <p:sldLayoutId id="2147486582" r:id="rId3"/>
    <p:sldLayoutId id="2147486583" r:id="rId4"/>
    <p:sldLayoutId id="2147486584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868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732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2601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3467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4363" indent="-3543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6217" indent="-34940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60599" indent="-35188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1487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921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77884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6pPr>
      <a:lvl7pPr marL="3186563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7pPr>
      <a:lvl8pPr marL="389523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8pPr>
      <a:lvl9pPr marL="460391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8688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2601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3467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43363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520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6070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69372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596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8189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85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2" y="1550381"/>
            <a:ext cx="7735888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4999184"/>
      </p:ext>
    </p:extLst>
  </p:cSld>
  <p:clrMap bg1="lt1" tx1="dk1" bg2="lt2" tx2="dk2" accent1="accent1" accent2="accent2" accent3="accent3" accent4="accent4" accent5="accent5" accent6="accent6" hlink="hlink" folHlink="folHlink"/>
  <p:transition spd="med"/>
  <p:timing>
    <p:tnLst>
      <p:par>
        <p:cTn id="1" dur="indefinite" restart="never" nodeType="tmRoot"/>
      </p:par>
    </p:tnLst>
  </p:timing>
  <p:hf hdr="0" ftr="0" dt="0"/>
  <p:txStyles>
    <p:titleStyle>
      <a:lvl1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231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6436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899610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2833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604" indent="-323604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2824" indent="-261292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7452" indent="-357021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6214" indent="-209650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8527" indent="-174697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6560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299773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2971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6188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2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6436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9961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2833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60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99239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2462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65644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518716" y="1647074"/>
            <a:ext cx="737381" cy="342884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44" rIns="0" bIns="40244">
            <a:spAutoFit/>
          </a:bodyPr>
          <a:lstStyle/>
          <a:p>
            <a:pPr algn="r" defTabSz="144864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518716" y="1647074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518716" y="1989958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608" indent="-852608" defTabSz="1448642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52608" indent="-852608" defTabSz="1448642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802702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5" y="8695218"/>
            <a:ext cx="3501292" cy="486918"/>
          </a:xfrm>
          <a:prstGeom prst="rect">
            <a:avLst/>
          </a:prstGeom>
        </p:spPr>
        <p:txBody>
          <a:bodyPr vert="horz" lIns="144863" tIns="72424" rIns="144863" bIns="72424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642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48642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24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642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863" tIns="72424" rIns="144863" bIns="72424" rtlCol="0">
            <a:normAutofit/>
          </a:bodyPr>
          <a:lstStyle/>
          <a:p>
            <a:pPr marL="543259" lvl="0" indent="-543259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7048" lvl="1" indent="-452717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812" lvl="2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5125" lvl="3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9459" lvl="4" indent="-362172" defTabSz="1448642" eaLnBrk="1" latinLnBrk="0" hangingPunct="1">
              <a:lnSpc>
                <a:spcPts val="3014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673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680" r:id="rId1"/>
    <p:sldLayoutId id="2147486681" r:id="rId2"/>
    <p:sldLayoutId id="2147486682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34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6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97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728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172" indent="-3621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827" indent="-35713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997" indent="-359654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2702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6129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8304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2613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6pPr>
      <a:lvl7pPr marL="3256945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7pPr>
      <a:lvl8pPr marL="3981272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8pPr>
      <a:lvl9pPr marL="4705598" indent="-359654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2702" algn="l"/>
        </a:tabLst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34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642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970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728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1623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5947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70276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4591" algn="l" defTabSz="1448642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596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8189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85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2" y="1550381"/>
            <a:ext cx="7735888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49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697" r:id="rId1"/>
    <p:sldLayoutId id="2147486698" r:id="rId2"/>
  </p:sldLayoutIdLst>
  <p:transition spd="med"/>
  <p:timing>
    <p:tnLst>
      <p:par>
        <p:cTn id="1" dur="indefinite" restart="never" nodeType="tmRoot"/>
      </p:par>
    </p:tnLst>
  </p:timing>
  <p:hf hdr="0" ftr="0" dt="0"/>
  <p:txStyles>
    <p:titleStyle>
      <a:lvl1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231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6436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899610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2833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604" indent="-323604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2824" indent="-261292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7452" indent="-357021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6214" indent="-209650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8527" indent="-174697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6560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299773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2971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6188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2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6436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9961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2833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60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99239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2462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65644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cK 1. On-page tracker" hidden="1"/>
          <p:cNvSpPr>
            <a:spLocks noChangeArrowheads="1"/>
          </p:cNvSpPr>
          <p:nvPr/>
        </p:nvSpPr>
        <p:spPr bwMode="auto">
          <a:xfrm>
            <a:off x="215901" y="36596"/>
            <a:ext cx="1284228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1238189" fontAlgn="base">
              <a:spcBef>
                <a:spcPct val="0"/>
              </a:spcBef>
              <a:spcAft>
                <a:spcPct val="0"/>
              </a:spcAft>
            </a:pPr>
            <a:r>
              <a:rPr lang="pt-BR" sz="210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215922" y="723985"/>
            <a:ext cx="6632574" cy="32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2100" dirty="0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Unit of </a:t>
            </a:r>
            <a:r>
              <a:rPr lang="pt-BR" sz="2100" dirty="0" err="1" smtClean="0">
                <a:solidFill>
                  <a:srgbClr val="808080"/>
                </a:solidFill>
                <a:ea typeface="ヒラギノ角ゴ ProN W3" charset="-128"/>
                <a:sym typeface="GillSans" pitchFamily="34" charset="0"/>
              </a:rPr>
              <a:t>measure</a:t>
            </a:r>
            <a:endParaRPr lang="pt-BR" sz="2100" dirty="0">
              <a:solidFill>
                <a:srgbClr val="808080"/>
              </a:solidFill>
              <a:ea typeface="ヒラギノ角ゴ ProN W3" charset="-128"/>
              <a:sym typeface="GillSans" pitchFamily="34" charset="0"/>
            </a:endParaRPr>
          </a:p>
        </p:txBody>
      </p:sp>
      <p:grpSp>
        <p:nvGrpSpPr>
          <p:cNvPr id="8196" name="ACET" hidden="1"/>
          <p:cNvGrpSpPr>
            <a:grpSpLocks/>
          </p:cNvGrpSpPr>
          <p:nvPr/>
        </p:nvGrpSpPr>
        <p:grpSpPr bwMode="auto">
          <a:xfrm>
            <a:off x="2635252" y="1550381"/>
            <a:ext cx="7735888" cy="675829"/>
            <a:chOff x="915" y="718"/>
            <a:chExt cx="2686" cy="312"/>
          </a:xfrm>
        </p:grpSpPr>
        <p:cxnSp>
          <p:nvCxnSpPr>
            <p:cNvPr id="8197" name="AutoShape 11" hidden="1"/>
            <p:cNvCxnSpPr>
              <a:cxnSpLocks noChangeShapeType="1"/>
              <a:stCxn id="8198" idx="4"/>
              <a:endCxn id="819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98" name="AutoShape 12" hidden="1"/>
            <p:cNvSpPr>
              <a:spLocks noChangeArrowheads="1"/>
            </p:cNvSpPr>
            <p:nvPr/>
          </p:nvSpPr>
          <p:spPr bwMode="auto">
            <a:xfrm>
              <a:off x="915" y="718"/>
              <a:ext cx="2686" cy="31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 b="1">
                  <a:solidFill>
                    <a:srgbClr val="000000"/>
                  </a:solidFill>
                  <a:ea typeface="ヒラギノ角ゴ ProN W3" charset="-128"/>
                  <a:sym typeface="GillSans" pitchFamily="34" charset="0"/>
                </a:rPr>
                <a:t>Title</a:t>
              </a:r>
            </a:p>
            <a:p>
              <a:pPr defTabSz="1238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100">
                  <a:solidFill>
                    <a:srgbClr val="808080"/>
                  </a:solidFill>
                  <a:ea typeface="ヒラギノ角ゴ ProN W3" charset="-128"/>
                  <a:sym typeface="GillSans" pitchFamily="34" charset="0"/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30388"/>
      </p:ext>
    </p:extLst>
  </p:cSld>
  <p:clrMap bg1="lt1" tx1="dk1" bg2="lt2" tx2="dk2" accent1="accent1" accent2="accent2" accent3="accent3" accent4="accent4" accent5="accent5" accent6="accent6" hlink="hlink" folHlink="folHlink"/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2pPr>
      <a:lvl3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3pPr>
      <a:lvl4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4pPr>
      <a:lvl5pPr algn="l" defTabSz="1235153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5pPr>
      <a:lvl6pPr marL="633231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6pPr>
      <a:lvl7pPr marL="1266436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7pPr>
      <a:lvl8pPr marL="1899610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8pPr>
      <a:lvl9pPr marL="2532833" algn="l" defTabSz="1240012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23604" indent="-323604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262824" indent="-261292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2100">
          <a:solidFill>
            <a:schemeClr val="tx1"/>
          </a:solidFill>
          <a:latin typeface="+mn-lt"/>
          <a:cs typeface="+mn-cs"/>
        </a:defRPr>
      </a:lvl2pPr>
      <a:lvl3pPr marL="627452" indent="-357021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2100">
          <a:solidFill>
            <a:schemeClr val="tx1"/>
          </a:solidFill>
          <a:latin typeface="+mn-lt"/>
          <a:cs typeface="+mn-cs"/>
        </a:defRPr>
      </a:lvl3pPr>
      <a:lvl4pPr marL="846214" indent="-209650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2100">
          <a:solidFill>
            <a:schemeClr val="tx1"/>
          </a:solidFill>
          <a:latin typeface="+mn-lt"/>
          <a:cs typeface="+mn-cs"/>
        </a:defRPr>
      </a:lvl4pPr>
      <a:lvl5pPr marL="1028527" indent="-174697" algn="l" defTabSz="123515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2100">
          <a:solidFill>
            <a:schemeClr val="tx1"/>
          </a:solidFill>
          <a:latin typeface="+mn-lt"/>
          <a:cs typeface="+mn-cs"/>
        </a:defRPr>
      </a:lvl5pPr>
      <a:lvl6pPr marL="1666560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6pPr>
      <a:lvl7pPr marL="2299773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7pPr>
      <a:lvl8pPr marL="2932971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8pPr>
      <a:lvl9pPr marL="3566188" indent="-180232" algn="l" defTabSz="1240012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32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66436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99610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32833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6031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99239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32462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065644" algn="l" defTabSz="126643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02" r:id="rId1"/>
    <p:sldLayoutId id="2147486703" r:id="rId2"/>
    <p:sldLayoutId id="2147486704" r:id="rId3"/>
    <p:sldLayoutId id="2147486705" r:id="rId4"/>
    <p:sldLayoutId id="2147486706" r:id="rId5"/>
    <p:sldLayoutId id="2147486707" r:id="rId6"/>
    <p:sldLayoutId id="2147486708" r:id="rId7"/>
    <p:sldLayoutId id="2147486709" r:id="rId8"/>
    <p:sldLayoutId id="2147486710" r:id="rId9"/>
    <p:sldLayoutId id="2147486711" r:id="rId10"/>
    <p:sldLayoutId id="2147486712" r:id="rId11"/>
    <p:sldLayoutId id="2147486713" r:id="rId12"/>
    <p:sldLayoutId id="2147486714" r:id="rId13"/>
    <p:sldLayoutId id="2147486715" r:id="rId14"/>
    <p:sldLayoutId id="2147486716" r:id="rId15"/>
    <p:sldLayoutId id="2147486717" r:id="rId16"/>
  </p:sldLayoutIdLst>
  <p:txStyles>
    <p:titleStyle>
      <a:lvl1pPr algn="ctr" defTabSz="1452147" rtl="0" eaLnBrk="1" latinLnBrk="0" hangingPunct="1">
        <a:spcBef>
          <a:spcPct val="0"/>
        </a:spcBef>
        <a:buNone/>
        <a:defRPr sz="7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4561" indent="-544561" algn="l" defTabSz="1452147" rtl="0" eaLnBrk="1" latinLnBrk="0" hangingPunct="1">
        <a:spcBef>
          <a:spcPct val="20000"/>
        </a:spcBef>
        <a:buFont typeface="Arial" pitchFamily="34" charset="0"/>
        <a:buChar char="•"/>
        <a:defRPr sz="5100" kern="1200">
          <a:solidFill>
            <a:schemeClr val="tx1"/>
          </a:solidFill>
          <a:latin typeface="+mn-lt"/>
          <a:ea typeface="+mn-ea"/>
          <a:cs typeface="+mn-cs"/>
        </a:defRPr>
      </a:lvl1pPr>
      <a:lvl2pPr marL="1179868" indent="-453796" algn="l" defTabSz="1452147" rtl="0" eaLnBrk="1" latinLnBrk="0" hangingPunct="1">
        <a:spcBef>
          <a:spcPct val="20000"/>
        </a:spcBef>
        <a:buFont typeface="Arial" pitchFamily="34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15178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41254" indent="-363040" algn="l" defTabSz="145214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7333" indent="-363040" algn="l" defTabSz="1452147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993403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19472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45549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171625" indent="-363040" algn="l" defTabSz="145214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6072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52147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8216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04294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30370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56437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82512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08589" algn="l" defTabSz="1452147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519493" y="1647077"/>
            <a:ext cx="737381" cy="341056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39339" rIns="0" bIns="39339">
            <a:spAutoFit/>
          </a:bodyPr>
          <a:lstStyle/>
          <a:p>
            <a:pPr algn="r" defTabSz="14173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15519493" y="1647077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15519493" y="1988133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34177" indent="-834177" defTabSz="1417329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34177" indent="-834177" defTabSz="141732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20523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72" y="8695222"/>
            <a:ext cx="3501292" cy="486918"/>
          </a:xfrm>
          <a:prstGeom prst="rect">
            <a:avLst/>
          </a:prstGeom>
        </p:spPr>
        <p:txBody>
          <a:bodyPr vert="horz" lIns="141717" tIns="70839" rIns="141717" bIns="70839" rtlCol="0" anchor="ctr"/>
          <a:lstStyle>
            <a:lvl1pPr algn="r"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17329"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MS PGothic" pitchFamily="34" charset="-128"/>
              </a:rPr>
              <a:pPr defTabSz="1417329"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MS PGothic" pitchFamily="34" charset="-128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597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17329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1717" tIns="70839" rIns="141717" bIns="70839" rtlCol="0">
            <a:normAutofit/>
          </a:bodyPr>
          <a:lstStyle/>
          <a:p>
            <a:pPr marL="531530" lvl="0" indent="-531530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51616" lvl="1" indent="-442937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771677" lvl="2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480339" lvl="3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189025" lvl="4" indent="-354363" defTabSz="1417329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814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24" r:id="rId1"/>
    <p:sldLayoutId id="2147486825" r:id="rId2"/>
    <p:sldLayoutId id="2147486826" r:id="rId3"/>
    <p:sldLayoutId id="2147486827" r:id="rId4"/>
    <p:sldLayoutId id="2147486828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0868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1732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2601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3467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54363" indent="-3543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06217" indent="-34940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60599" indent="-35188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1487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6921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477884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6pPr>
      <a:lvl7pPr marL="3186563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7pPr>
      <a:lvl8pPr marL="3895238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8pPr>
      <a:lvl9pPr marL="4603912" indent="-35188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20523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08688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2601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34676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43363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5202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960709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69372" algn="l" defTabSz="1417329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16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81" r:id="rId1"/>
    <p:sldLayoutId id="2147486883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5pPr>
      <a:lvl6pPr marL="495994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6pPr>
      <a:lvl7pPr marL="991961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7pPr>
      <a:lvl8pPr marL="1487931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8pPr>
      <a:lvl9pPr marL="1983899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9pPr>
    </p:titleStyle>
    <p:bodyStyle>
      <a:lvl1pPr marL="370293" indent="-37029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04268" indent="-30827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302" indent="-2463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34276" indent="-2463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30279" indent="-2463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7853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23838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9805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5774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994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91961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87931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983899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479873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5840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71828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967794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91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85" r:id="rId1"/>
    <p:sldLayoutId id="2147486887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5pPr>
      <a:lvl6pPr marL="495994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6pPr>
      <a:lvl7pPr marL="991961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7pPr>
      <a:lvl8pPr marL="1487931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8pPr>
      <a:lvl9pPr marL="1983899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9pPr>
    </p:titleStyle>
    <p:bodyStyle>
      <a:lvl1pPr marL="370293" indent="-37029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04268" indent="-30827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302" indent="-2463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34276" indent="-2463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30279" indent="-2463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7853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23838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9805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5774" indent="-248048" algn="l" defTabSz="99196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994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91961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87931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983899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479873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5840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71828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967794" algn="l" defTabSz="99196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3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89" r:id="rId1"/>
    <p:sldLayoutId id="2147486891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5pPr>
      <a:lvl6pPr marL="496076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6pPr>
      <a:lvl7pPr marL="992124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7pPr>
      <a:lvl8pPr marL="1488177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8pPr>
      <a:lvl9pPr marL="1984227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pitchFamily="34" charset="0"/>
        </a:defRPr>
      </a:lvl9pPr>
    </p:titleStyle>
    <p:bodyStyle>
      <a:lvl1pPr marL="370353" indent="-37035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04401" indent="-30832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506" indent="-2463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34562" indent="-2463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30647" indent="-2463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8303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24371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20420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6470" indent="-248088" algn="l" defTabSz="99212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6076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92124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88177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984227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480282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6332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72403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968450" algn="l" defTabSz="99212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6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4.bp.blogspot.com/-OFTxOZcxujU/T-toBmzETPI/AAAAAAAABnI/GMYClse5lUE/s1600/arrow1.png" TargetMode="External"/><Relationship Id="rId1" Type="http://schemas.openxmlformats.org/officeDocument/2006/relationships/slideLayout" Target="../slideLayouts/slideLayout24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4.bp.blogspot.com/-OFTxOZcxujU/T-toBmzETPI/AAAAAAAABnI/GMYClse5lUE/s1600/arrow1.png" TargetMode="External"/><Relationship Id="rId1" Type="http://schemas.openxmlformats.org/officeDocument/2006/relationships/slideLayout" Target="../slideLayouts/slideLayout32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G_6118 - Imgs Jose Pereir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"/>
            <a:ext cx="16256000" cy="9145588"/>
          </a:xfrm>
          <a:prstGeom prst="rect">
            <a:avLst/>
          </a:prstGeom>
        </p:spPr>
      </p:pic>
      <p:sp>
        <p:nvSpPr>
          <p:cNvPr id="11" name="Rectangle 10"/>
          <p:cNvSpPr>
            <a:spLocks noChangeAspect="1"/>
          </p:cNvSpPr>
          <p:nvPr/>
        </p:nvSpPr>
        <p:spPr>
          <a:xfrm>
            <a:off x="318922" y="330275"/>
            <a:ext cx="7797799" cy="8487895"/>
          </a:xfrm>
          <a:prstGeom prst="rect">
            <a:avLst/>
          </a:prstGeom>
          <a:solidFill>
            <a:srgbClr val="6E625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8253" tIns="69100" rIns="138253" bIns="69100" rtlCol="0" anchor="ctr"/>
          <a:lstStyle/>
          <a:p>
            <a:pPr algn="ctr" defTabSz="1389243"/>
            <a:endParaRPr lang="en-US" dirty="0">
              <a:solidFill>
                <a:srgbClr val="6E6259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476694" y="5868938"/>
            <a:ext cx="506713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1389243">
              <a:lnSpc>
                <a:spcPct val="90000"/>
              </a:lnSpc>
              <a:buClr>
                <a:srgbClr val="85B4D6"/>
              </a:buClr>
            </a:pPr>
            <a:r>
              <a:rPr lang="pt-BR" sz="2500" i="1" dirty="0" smtClean="0">
                <a:solidFill>
                  <a:srgbClr val="FFFFFF"/>
                </a:solidFill>
                <a:latin typeface="Gill Sans Std Light"/>
                <a:cs typeface="Gill Sans Std Light"/>
              </a:rPr>
              <a:t>Conselho de Administração</a:t>
            </a:r>
          </a:p>
          <a:p>
            <a:pPr algn="ctr" defTabSz="1389243">
              <a:lnSpc>
                <a:spcPct val="90000"/>
              </a:lnSpc>
              <a:buClr>
                <a:srgbClr val="85B4D6"/>
              </a:buClr>
            </a:pPr>
            <a:r>
              <a:rPr lang="pt-BR" sz="2500" i="1" dirty="0" smtClean="0">
                <a:solidFill>
                  <a:srgbClr val="FFFFFF"/>
                </a:solidFill>
                <a:latin typeface="Gill Sans Std Light"/>
                <a:cs typeface="Gill Sans Std Light"/>
              </a:rPr>
              <a:t>18 de agosto de 2014</a:t>
            </a:r>
            <a:endParaRPr lang="pt-BR" sz="2500" i="1" dirty="0">
              <a:solidFill>
                <a:srgbClr val="FFFFFF"/>
              </a:solidFill>
              <a:latin typeface="Gill Sans Std Light"/>
              <a:cs typeface="Gill Sans Std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161" y="468353"/>
            <a:ext cx="10798770" cy="275190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defTabSz="1257345">
              <a:lnSpc>
                <a:spcPct val="80000"/>
              </a:lnSpc>
              <a:defRPr/>
            </a:pPr>
            <a:r>
              <a:rPr lang="pt-BR" sz="6800" b="1" i="1" dirty="0">
                <a:solidFill>
                  <a:srgbClr val="FFFFFF"/>
                </a:solidFill>
                <a:latin typeface="Gill Sans Std"/>
                <a:cs typeface="Gill Sans Std"/>
              </a:rPr>
              <a:t>planejamento </a:t>
            </a:r>
          </a:p>
          <a:p>
            <a:pPr defTabSz="1257345">
              <a:lnSpc>
                <a:spcPct val="80000"/>
              </a:lnSpc>
              <a:defRPr/>
            </a:pPr>
            <a:r>
              <a:rPr lang="pt-BR" sz="7600" dirty="0">
                <a:solidFill>
                  <a:srgbClr val="FFFFFF"/>
                </a:solidFill>
                <a:latin typeface="Gill Sans Std ExtraBold"/>
                <a:cs typeface="Gill Sans Std ExtraBold"/>
              </a:rPr>
              <a:t>   estratégico </a:t>
            </a:r>
          </a:p>
          <a:p>
            <a:pPr defTabSz="1257345">
              <a:lnSpc>
                <a:spcPct val="80000"/>
              </a:lnSpc>
              <a:defRPr/>
            </a:pPr>
            <a:r>
              <a:rPr lang="pt-BR" sz="7600" dirty="0">
                <a:solidFill>
                  <a:srgbClr val="FFFFFF"/>
                </a:solidFill>
                <a:latin typeface="Gill Sans Std ExtraBold"/>
                <a:cs typeface="Gill Sans Std ExtraBold"/>
              </a:rPr>
              <a:t>              2015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076713" y="4421360"/>
            <a:ext cx="6169486" cy="21216"/>
          </a:xfrm>
          <a:prstGeom prst="line">
            <a:avLst/>
          </a:prstGeom>
          <a:ln w="38100" cmpd="sng">
            <a:solidFill>
              <a:srgbClr val="FBD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76713" y="5724922"/>
            <a:ext cx="6169486" cy="0"/>
          </a:xfrm>
          <a:prstGeom prst="line">
            <a:avLst/>
          </a:prstGeom>
          <a:ln w="38100" cmpd="sng">
            <a:solidFill>
              <a:srgbClr val="FBD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927202" y="4500786"/>
            <a:ext cx="6318998" cy="143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100" tIns="72010" rIns="144100" bIns="720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defTabSz="1430105" eaLnBrk="1" hangingPunct="1"/>
            <a:r>
              <a:rPr lang="pt-BR" sz="2800" dirty="0">
                <a:solidFill>
                  <a:srgbClr val="FFFFFF"/>
                </a:solidFill>
                <a:latin typeface="Gill Sans Std" pitchFamily="34" charset="0"/>
              </a:rPr>
              <a:t>A</a:t>
            </a:r>
            <a:r>
              <a:rPr lang="pt-BR" sz="2800" dirty="0" smtClean="0">
                <a:solidFill>
                  <a:srgbClr val="FFFFFF"/>
                </a:solidFill>
                <a:latin typeface="Gill Sans Std" pitchFamily="34" charset="0"/>
              </a:rPr>
              <a:t>provação PEN 2015-2019</a:t>
            </a:r>
          </a:p>
          <a:p>
            <a:pPr defTabSz="1430105" eaLnBrk="1" hangingPunct="1"/>
            <a:r>
              <a:rPr lang="pt-BR" sz="2800" dirty="0" smtClean="0">
                <a:solidFill>
                  <a:srgbClr val="FFFFFF"/>
                </a:solidFill>
                <a:latin typeface="Gill Sans Std" pitchFamily="34" charset="0"/>
              </a:rPr>
              <a:t>Material de pré-leitura </a:t>
            </a:r>
          </a:p>
          <a:p>
            <a:pPr defTabSz="1430105" eaLnBrk="1" hangingPunct="1"/>
            <a:endParaRPr lang="pt-BR" sz="2800" dirty="0">
              <a:solidFill>
                <a:srgbClr val="FFFFFF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7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half" idx="2"/>
          </p:nvPr>
        </p:nvSpPr>
        <p:spPr>
          <a:xfrm>
            <a:off x="3663506" y="5009568"/>
            <a:ext cx="3312366" cy="1219410"/>
          </a:xfrm>
        </p:spPr>
        <p:txBody>
          <a:bodyPr/>
          <a:lstStyle/>
          <a:p>
            <a:pPr algn="just">
              <a:lnSpc>
                <a:spcPts val="3499"/>
              </a:lnSpc>
            </a:pPr>
            <a:r>
              <a:rPr lang="pt-BR" sz="4000" b="1" smtClean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</a:rPr>
              <a:t>Objetivos      de Negócio</a:t>
            </a:r>
            <a:endParaRPr lang="pt-BR" sz="4000" b="1">
              <a:solidFill>
                <a:schemeClr val="bg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1"/>
          </p:nvPr>
        </p:nvSpPr>
        <p:spPr>
          <a:xfrm>
            <a:off x="2295358" y="2344291"/>
            <a:ext cx="1657476" cy="125066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8700" b="1" spc="-238" dirty="0">
                <a:solidFill>
                  <a:schemeClr val="tx1"/>
                </a:solidFill>
                <a:latin typeface="Gill Sans Std" pitchFamily="34" charset="0"/>
                <a:ea typeface="+mj-ea"/>
                <a:cs typeface="+mj-cs"/>
              </a:rPr>
              <a:t>01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30"/>
          </p:nvPr>
        </p:nvSpPr>
        <p:spPr>
          <a:xfrm>
            <a:off x="2295358" y="3610563"/>
            <a:ext cx="1657476" cy="125066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rtlCol="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en-US" sz="8700" b="1" spc="-238" dirty="0">
                <a:solidFill>
                  <a:schemeClr val="tx1"/>
                </a:solidFill>
                <a:latin typeface="Gill Sans Std" pitchFamily="34" charset="0"/>
                <a:ea typeface="+mj-ea"/>
                <a:cs typeface="+mj-cs"/>
              </a:rPr>
              <a:t>02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32"/>
          </p:nvPr>
        </p:nvSpPr>
        <p:spPr>
          <a:xfrm>
            <a:off x="2295356" y="4933224"/>
            <a:ext cx="1657476" cy="125066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rtlCol="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en-US" sz="8700" b="1" spc="-238" dirty="0">
                <a:solidFill>
                  <a:schemeClr val="tx1"/>
                </a:solidFill>
                <a:latin typeface="Gill Sans Std" pitchFamily="34" charset="0"/>
                <a:ea typeface="+mj-ea"/>
                <a:cs typeface="+mj-cs"/>
              </a:rPr>
              <a:t>03</a:t>
            </a:r>
          </a:p>
        </p:txBody>
      </p:sp>
      <p:sp>
        <p:nvSpPr>
          <p:cNvPr id="16" name="Title 5"/>
          <p:cNvSpPr txBox="1">
            <a:spLocks/>
          </p:cNvSpPr>
          <p:nvPr/>
        </p:nvSpPr>
        <p:spPr>
          <a:xfrm>
            <a:off x="814170" y="344299"/>
            <a:ext cx="14625225" cy="70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n-US" sz="4400" b="1" spc="-238" dirty="0">
                <a:solidFill>
                  <a:schemeClr val="tx1"/>
                </a:solidFill>
                <a:latin typeface="Gill Sans Std" pitchFamily="34" charset="0"/>
              </a:rPr>
              <a:t>// PEN 2015-2019 </a:t>
            </a:r>
          </a:p>
        </p:txBody>
      </p:sp>
      <p:sp>
        <p:nvSpPr>
          <p:cNvPr id="17" name="Text Placeholder 29"/>
          <p:cNvSpPr>
            <a:spLocks noGrp="1"/>
          </p:cNvSpPr>
          <p:nvPr>
            <p:ph type="body" sz="half" idx="2"/>
          </p:nvPr>
        </p:nvSpPr>
        <p:spPr>
          <a:xfrm>
            <a:off x="9496173" y="2561295"/>
            <a:ext cx="3528391" cy="1219410"/>
          </a:xfrm>
        </p:spPr>
        <p:txBody>
          <a:bodyPr/>
          <a:lstStyle/>
          <a:p>
            <a:pPr algn="just">
              <a:lnSpc>
                <a:spcPts val="3499"/>
              </a:lnSpc>
            </a:pPr>
            <a:r>
              <a:rPr lang="pt-BR" sz="4000" b="1" smtClean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</a:rPr>
              <a:t>Habilitadores da Estratégia</a:t>
            </a:r>
            <a:endParaRPr lang="pt-BR" sz="4000" b="1">
              <a:solidFill>
                <a:schemeClr val="bg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18" name="Text Placeholder 29"/>
          <p:cNvSpPr>
            <a:spLocks noGrp="1"/>
          </p:cNvSpPr>
          <p:nvPr>
            <p:ph type="body" sz="half" idx="2"/>
          </p:nvPr>
        </p:nvSpPr>
        <p:spPr>
          <a:xfrm>
            <a:off x="9568169" y="3785432"/>
            <a:ext cx="3672409" cy="1219410"/>
          </a:xfrm>
        </p:spPr>
        <p:txBody>
          <a:bodyPr/>
          <a:lstStyle/>
          <a:p>
            <a:pPr algn="just">
              <a:lnSpc>
                <a:spcPts val="3499"/>
              </a:lnSpc>
            </a:pPr>
            <a:r>
              <a:rPr lang="pt-BR" sz="4000" b="1" smtClean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</a:rPr>
              <a:t>Ambições Consolidadas</a:t>
            </a:r>
            <a:endParaRPr lang="pt-BR" sz="4000" b="1">
              <a:solidFill>
                <a:schemeClr val="bg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10" name="Text Placeholder 47"/>
          <p:cNvSpPr>
            <a:spLocks noGrp="1"/>
          </p:cNvSpPr>
          <p:nvPr>
            <p:ph type="body" sz="quarter" idx="32"/>
          </p:nvPr>
        </p:nvSpPr>
        <p:spPr>
          <a:xfrm>
            <a:off x="8055996" y="2416311"/>
            <a:ext cx="1657476" cy="125066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rtlCol="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en-US" sz="8700" b="1" spc="-238" dirty="0">
                <a:solidFill>
                  <a:schemeClr val="tx1"/>
                </a:solidFill>
                <a:latin typeface="Gill Sans Std" pitchFamily="34" charset="0"/>
                <a:ea typeface="+mj-ea"/>
                <a:cs typeface="+mj-cs"/>
              </a:rPr>
              <a:t>04</a:t>
            </a:r>
          </a:p>
        </p:txBody>
      </p:sp>
      <p:sp>
        <p:nvSpPr>
          <p:cNvPr id="15" name="Text Placeholder 29"/>
          <p:cNvSpPr>
            <a:spLocks noGrp="1"/>
          </p:cNvSpPr>
          <p:nvPr>
            <p:ph type="body" sz="half" idx="2"/>
          </p:nvPr>
        </p:nvSpPr>
        <p:spPr>
          <a:xfrm>
            <a:off x="3591502" y="2633302"/>
            <a:ext cx="4824537" cy="1219410"/>
          </a:xfrm>
        </p:spPr>
        <p:txBody>
          <a:bodyPr/>
          <a:lstStyle/>
          <a:p>
            <a:pPr algn="just">
              <a:lnSpc>
                <a:spcPts val="3499"/>
              </a:lnSpc>
            </a:pPr>
            <a:r>
              <a:rPr lang="pt-BR" sz="4000" b="1" dirty="0" smtClean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</a:rPr>
              <a:t>O Grupo Natura</a:t>
            </a:r>
            <a:endParaRPr lang="pt-BR" sz="4000" b="1" dirty="0">
              <a:solidFill>
                <a:schemeClr val="bg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19" name="Text Placeholder 47"/>
          <p:cNvSpPr>
            <a:spLocks noGrp="1"/>
          </p:cNvSpPr>
          <p:nvPr>
            <p:ph type="body" sz="quarter" idx="32"/>
          </p:nvPr>
        </p:nvSpPr>
        <p:spPr>
          <a:xfrm>
            <a:off x="8128001" y="3641828"/>
            <a:ext cx="1657476" cy="125066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rtlCol="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en-US" sz="8700" b="1" spc="-238" dirty="0">
                <a:solidFill>
                  <a:schemeClr val="tx1"/>
                </a:solidFill>
                <a:latin typeface="Gill Sans Std" pitchFamily="34" charset="0"/>
                <a:ea typeface="+mj-ea"/>
                <a:cs typeface="+mj-cs"/>
              </a:rPr>
              <a:t>05</a:t>
            </a:r>
          </a:p>
        </p:txBody>
      </p:sp>
      <p:sp>
        <p:nvSpPr>
          <p:cNvPr id="24" name="Text Placeholder 29"/>
          <p:cNvSpPr>
            <a:spLocks noGrp="1"/>
          </p:cNvSpPr>
          <p:nvPr>
            <p:ph type="body" sz="half" idx="2"/>
          </p:nvPr>
        </p:nvSpPr>
        <p:spPr>
          <a:xfrm>
            <a:off x="3663513" y="3708694"/>
            <a:ext cx="4248473" cy="1219410"/>
          </a:xfrm>
        </p:spPr>
        <p:txBody>
          <a:bodyPr/>
          <a:lstStyle/>
          <a:p>
            <a:pPr algn="just">
              <a:lnSpc>
                <a:spcPts val="3499"/>
              </a:lnSpc>
            </a:pPr>
            <a:r>
              <a:rPr lang="pt-BR" sz="4000" b="1" smtClean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</a:rPr>
              <a:t>Diretrizes Estratégicas</a:t>
            </a:r>
            <a:endParaRPr lang="pt-BR" sz="4000" b="1">
              <a:solidFill>
                <a:schemeClr val="bg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20" name="Espaço Reservado para Número de Slide 1"/>
          <p:cNvSpPr txBox="1">
            <a:spLocks/>
          </p:cNvSpPr>
          <p:nvPr/>
        </p:nvSpPr>
        <p:spPr>
          <a:xfrm>
            <a:off x="15439395" y="8706842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 Placeholder 29"/>
          <p:cNvSpPr>
            <a:spLocks noGrp="1"/>
          </p:cNvSpPr>
          <p:nvPr>
            <p:ph type="body" sz="half" idx="2"/>
          </p:nvPr>
        </p:nvSpPr>
        <p:spPr>
          <a:xfrm>
            <a:off x="9568168" y="5081576"/>
            <a:ext cx="3672409" cy="1219410"/>
          </a:xfrm>
        </p:spPr>
        <p:txBody>
          <a:bodyPr/>
          <a:lstStyle/>
          <a:p>
            <a:pPr algn="just">
              <a:lnSpc>
                <a:spcPts val="3499"/>
              </a:lnSpc>
            </a:pPr>
            <a:r>
              <a:rPr lang="pt-BR" sz="4000" b="1" dirty="0" smtClean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</a:rPr>
              <a:t>Riscos Estratégicos</a:t>
            </a:r>
            <a:endParaRPr lang="pt-BR" sz="4000" b="1" dirty="0">
              <a:solidFill>
                <a:schemeClr val="bg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21" name="Text Placeholder 47"/>
          <p:cNvSpPr>
            <a:spLocks noGrp="1"/>
          </p:cNvSpPr>
          <p:nvPr>
            <p:ph type="body" sz="quarter" idx="32"/>
          </p:nvPr>
        </p:nvSpPr>
        <p:spPr>
          <a:xfrm>
            <a:off x="8128000" y="4942698"/>
            <a:ext cx="1657476" cy="125066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rtlCol="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en-US" sz="8700" b="1" spc="-238" dirty="0" smtClean="0">
                <a:solidFill>
                  <a:schemeClr val="tx1"/>
                </a:solidFill>
                <a:latin typeface="Gill Sans Std" pitchFamily="34" charset="0"/>
                <a:ea typeface="+mj-ea"/>
                <a:cs typeface="+mj-cs"/>
              </a:rPr>
              <a:t>06</a:t>
            </a:r>
            <a:endParaRPr lang="en-US" sz="8700" b="1" spc="-238" dirty="0">
              <a:solidFill>
                <a:schemeClr val="tx1"/>
              </a:solidFill>
              <a:latin typeface="Gill Sans Std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279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smtClean="0">
                <a:latin typeface="Gill Sans Std ExtraBold" pitchFamily="34" charset="0"/>
              </a:rPr>
              <a:t>O Grupo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smtClean="0">
                <a:latin typeface="Gill Sans Std ExtraBold" pitchFamily="34" charset="0"/>
              </a:rPr>
              <a:t>Natura</a:t>
            </a:r>
            <a:endParaRPr lang="en-US" dirty="0">
              <a:latin typeface="Gill Sans Std ExtraBold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01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spaço Reservado para Número de Slide 1"/>
          <p:cNvSpPr txBox="1">
            <a:spLocks/>
          </p:cNvSpPr>
          <p:nvPr/>
        </p:nvSpPr>
        <p:spPr>
          <a:xfrm>
            <a:off x="15328801" y="8719278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78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" t="2130" r="3730" b="2133"/>
          <a:stretch/>
        </p:blipFill>
        <p:spPr bwMode="auto">
          <a:xfrm flipH="1">
            <a:off x="-11278" y="18"/>
            <a:ext cx="16267291" cy="914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spect="1"/>
          </p:cNvSpPr>
          <p:nvPr/>
        </p:nvSpPr>
        <p:spPr>
          <a:xfrm>
            <a:off x="318917" y="330269"/>
            <a:ext cx="7797799" cy="8487895"/>
          </a:xfrm>
          <a:prstGeom prst="rect">
            <a:avLst/>
          </a:prstGeom>
          <a:solidFill>
            <a:srgbClr val="3F1D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1864" tIns="80924" rIns="161864" bIns="80924" rtlCol="0" anchor="ctr"/>
          <a:lstStyle/>
          <a:p>
            <a:pPr algn="ctr" defTabSz="798261"/>
            <a:endParaRPr lang="en-US" sz="3200" dirty="0">
              <a:solidFill>
                <a:srgbClr val="6E6259"/>
              </a:solidFill>
            </a:endParaRPr>
          </a:p>
        </p:txBody>
      </p:sp>
      <p:sp>
        <p:nvSpPr>
          <p:cNvPr id="10" name="Rectangle 1"/>
          <p:cNvSpPr>
            <a:spLocks/>
          </p:cNvSpPr>
          <p:nvPr/>
        </p:nvSpPr>
        <p:spPr bwMode="auto">
          <a:xfrm>
            <a:off x="669416" y="1230762"/>
            <a:ext cx="4308808" cy="262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defTabSz="1044154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100" dirty="0">
                <a:solidFill>
                  <a:prstClr val="white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O GRUPO </a:t>
            </a:r>
          </a:p>
          <a:p>
            <a:pPr defTabSz="1590291">
              <a:lnSpc>
                <a:spcPct val="80000"/>
              </a:lnSpc>
            </a:pPr>
            <a:r>
              <a:rPr lang="pt-BR" sz="7100" dirty="0">
                <a:solidFill>
                  <a:prstClr val="white"/>
                </a:solidFill>
                <a:latin typeface="Gill Sans Std ExtraBold Display"/>
                <a:cs typeface="Gill Sans Std ExtraBold Display"/>
              </a:rPr>
              <a:t>NATURA</a:t>
            </a:r>
          </a:p>
          <a:p>
            <a:pPr defTabSz="1590291">
              <a:lnSpc>
                <a:spcPct val="80000"/>
              </a:lnSpc>
            </a:pPr>
            <a:r>
              <a:rPr lang="pt-BR" sz="7100" dirty="0">
                <a:solidFill>
                  <a:prstClr val="white"/>
                </a:solidFill>
                <a:latin typeface="Gill Sans Std ExtraBold Display"/>
                <a:cs typeface="Gill Sans Std ExtraBold Display"/>
              </a:rPr>
              <a:t>_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43472" y="6092932"/>
            <a:ext cx="7202311" cy="147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>
            <a:spAutoFit/>
          </a:bodyPr>
          <a:lstStyle>
            <a:defPPr>
              <a:defRPr lang="pt-BR"/>
            </a:defPPr>
            <a:lvl1pPr>
              <a:lnSpc>
                <a:spcPct val="90000"/>
              </a:lnSpc>
              <a:defRPr sz="3200" b="1">
                <a:solidFill>
                  <a:srgbClr val="3D4A22"/>
                </a:solidFill>
                <a:ea typeface="Verdana" pitchFamily="34" charset="0"/>
                <a:cs typeface="Verdana" pitchFamily="34" charset="0"/>
              </a:defRPr>
            </a:lvl1pPr>
          </a:lstStyle>
          <a:p>
            <a:pPr indent="-1410826" defTabSz="798261">
              <a:lnSpc>
                <a:spcPct val="110000"/>
              </a:lnSpc>
              <a:buClr>
                <a:srgbClr val="85B4D6"/>
              </a:buClr>
            </a:pPr>
            <a:r>
              <a:rPr lang="pt-BR" sz="2900" i="1" dirty="0" smtClean="0">
                <a:solidFill>
                  <a:prstClr val="white"/>
                </a:solidFill>
                <a:latin typeface="Gill Sans Std"/>
                <a:cs typeface="Gill Sans Std"/>
              </a:rPr>
              <a:t>// Essência do grupo</a:t>
            </a:r>
          </a:p>
          <a:p>
            <a:pPr indent="-1410826" defTabSz="798261">
              <a:lnSpc>
                <a:spcPct val="110000"/>
              </a:lnSpc>
              <a:buClr>
                <a:srgbClr val="85B4D6"/>
              </a:buClr>
            </a:pPr>
            <a:r>
              <a:rPr lang="pt-BR" sz="2900" b="0" i="1" dirty="0" smtClean="0">
                <a:solidFill>
                  <a:srgbClr val="B7A99A"/>
                </a:solidFill>
                <a:latin typeface="Gill Sans Std Light"/>
                <a:cs typeface="Gill Sans Std Light"/>
              </a:rPr>
              <a:t>// O market place </a:t>
            </a:r>
          </a:p>
          <a:p>
            <a:pPr indent="-1410826" defTabSz="798261">
              <a:lnSpc>
                <a:spcPct val="110000"/>
              </a:lnSpc>
              <a:buClr>
                <a:srgbClr val="85B4D6"/>
              </a:buClr>
            </a:pPr>
            <a:r>
              <a:rPr lang="pt-BR" sz="2900" b="0" i="1" dirty="0" smtClean="0">
                <a:solidFill>
                  <a:srgbClr val="B7A99A"/>
                </a:solidFill>
                <a:latin typeface="Gill Sans Std Light"/>
                <a:cs typeface="Gill Sans Std Light"/>
              </a:rPr>
              <a:t>// Arquitetura de marcas e negócios</a:t>
            </a:r>
            <a:endParaRPr lang="pt-BR" sz="2900" b="0" i="1" dirty="0">
              <a:solidFill>
                <a:srgbClr val="B7A99A"/>
              </a:solidFill>
              <a:latin typeface="Gill Sans Std Light"/>
              <a:cs typeface="Gill Sans Std Light"/>
            </a:endParaRPr>
          </a:p>
        </p:txBody>
      </p:sp>
      <p:pic>
        <p:nvPicPr>
          <p:cNvPr id="17" name="Picture 16" descr="cinza-pluma.png"/>
          <p:cNvPicPr>
            <a:picLocks noChangeAspect="1"/>
          </p:cNvPicPr>
          <p:nvPr/>
        </p:nvPicPr>
        <p:blipFill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78830" y="7341442"/>
            <a:ext cx="1202660" cy="1202868"/>
          </a:xfrm>
          <a:prstGeom prst="rect">
            <a:avLst/>
          </a:prstGeom>
        </p:spPr>
      </p:pic>
      <p:sp>
        <p:nvSpPr>
          <p:cNvPr id="8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42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" t="2130" r="3730" b="2133"/>
          <a:stretch/>
        </p:blipFill>
        <p:spPr bwMode="auto">
          <a:xfrm flipH="1">
            <a:off x="-11278" y="18"/>
            <a:ext cx="16267291" cy="914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7263906" y="3073837"/>
            <a:ext cx="8523955" cy="47366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589907">
              <a:lnSpc>
                <a:spcPct val="90000"/>
              </a:lnSpc>
            </a:pPr>
            <a:r>
              <a:rPr lang="pt-BR" sz="5700" cap="all" dirty="0">
                <a:solidFill>
                  <a:srgbClr val="FFFFFF"/>
                </a:solidFill>
                <a:latin typeface="Gill Sans Std Light"/>
                <a:cs typeface="Gill Sans Std Light"/>
              </a:rPr>
              <a:t>nossa razão de ser é criar e comercializar produtos e serviços que promovam o </a:t>
            </a:r>
            <a:r>
              <a:rPr lang="pt-BR" sz="5700" cap="all" dirty="0" smtClean="0">
                <a:solidFill>
                  <a:srgbClr val="FFFFFF"/>
                </a:solidFill>
                <a:latin typeface="Gill Sans Std Light"/>
                <a:cs typeface="Gill Sans Std Light"/>
              </a:rPr>
              <a:t>                      </a:t>
            </a:r>
            <a:r>
              <a:rPr lang="pt-BR" sz="5700" cap="all" dirty="0" smtClean="0">
                <a:solidFill>
                  <a:srgbClr val="FBE122"/>
                </a:solidFill>
                <a:latin typeface="Gill Sans Std ExtraBold" pitchFamily="34" charset="0"/>
              </a:rPr>
              <a:t>bem </a:t>
            </a:r>
            <a:r>
              <a:rPr lang="pt-BR" sz="5700" cap="all" dirty="0">
                <a:solidFill>
                  <a:srgbClr val="FBE122"/>
                </a:solidFill>
                <a:latin typeface="Gill Sans Std ExtraBold" pitchFamily="34" charset="0"/>
              </a:rPr>
              <a:t>estar / estar bem</a:t>
            </a:r>
            <a:r>
              <a:rPr lang="pt-BR" sz="4000" i="1" cap="all" dirty="0" smtClean="0">
                <a:solidFill>
                  <a:srgbClr val="FFFFFF"/>
                </a:solidFill>
                <a:latin typeface="Gill Sans Std"/>
                <a:cs typeface="Gill Sans Std"/>
              </a:rPr>
              <a:t>.</a:t>
            </a:r>
            <a:endParaRPr lang="pt-BR" sz="4000" i="1" cap="all" dirty="0">
              <a:solidFill>
                <a:srgbClr val="FFFFFF"/>
              </a:solidFill>
              <a:latin typeface="Gill Sans Std"/>
              <a:cs typeface="Gill Sans Std"/>
            </a:endParaRPr>
          </a:p>
        </p:txBody>
      </p:sp>
      <p:sp>
        <p:nvSpPr>
          <p:cNvPr id="13" name="Rectangle 1"/>
          <p:cNvSpPr>
            <a:spLocks/>
          </p:cNvSpPr>
          <p:nvPr/>
        </p:nvSpPr>
        <p:spPr bwMode="auto">
          <a:xfrm>
            <a:off x="669427" y="1217639"/>
            <a:ext cx="2050241" cy="238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defTabSz="10445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dirty="0">
                <a:solidFill>
                  <a:srgbClr val="FFFFFF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NOSSA </a:t>
            </a:r>
          </a:p>
          <a:p>
            <a:pPr defTabSz="10445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dirty="0">
                <a:solidFill>
                  <a:srgbClr val="FFFFFF"/>
                </a:solidFill>
                <a:latin typeface="Gill Sans Std ExtraBold Display"/>
                <a:ea typeface="T VAG Rounded Thin" charset="0"/>
                <a:cs typeface="Gill Sans Std ExtraBold Display"/>
                <a:sym typeface="T VAG Rounded Thin" charset="0"/>
              </a:rPr>
              <a:t>RAZÃO</a:t>
            </a:r>
          </a:p>
          <a:p>
            <a:pPr defTabSz="10445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dirty="0">
                <a:solidFill>
                  <a:srgbClr val="FFFFFF"/>
                </a:solidFill>
                <a:latin typeface="Gill Sans Std ExtraBold Display"/>
                <a:ea typeface="T VAG Rounded Thin" charset="0"/>
                <a:cs typeface="Gill Sans Std ExtraBold Display"/>
                <a:sym typeface="T VAG Rounded Thin" charset="0"/>
              </a:rPr>
              <a:t>DE SER</a:t>
            </a:r>
          </a:p>
          <a:p>
            <a:pPr defTabSz="10445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i="1" dirty="0">
                <a:solidFill>
                  <a:srgbClr val="FFFFFF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_</a:t>
            </a:r>
          </a:p>
        </p:txBody>
      </p:sp>
      <p:sp>
        <p:nvSpPr>
          <p:cNvPr id="5" name="Espaço Reservado para Número de Slide 1"/>
          <p:cNvSpPr txBox="1">
            <a:spLocks/>
          </p:cNvSpPr>
          <p:nvPr/>
        </p:nvSpPr>
        <p:spPr>
          <a:xfrm>
            <a:off x="15391892" y="8742560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2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" t="2130" r="3730" b="2133"/>
          <a:stretch/>
        </p:blipFill>
        <p:spPr bwMode="auto">
          <a:xfrm flipH="1">
            <a:off x="-11278" y="18"/>
            <a:ext cx="16267291" cy="914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8473270" y="5732909"/>
            <a:ext cx="6428076" cy="2008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591749">
              <a:lnSpc>
                <a:spcPct val="90000"/>
              </a:lnSpc>
            </a:pPr>
            <a:r>
              <a:rPr lang="pt-BR" dirty="0">
                <a:solidFill>
                  <a:srgbClr val="FFFFFF"/>
                </a:solidFill>
                <a:latin typeface="Gill Sans Std Light"/>
                <a:cs typeface="Gill Sans Std Light"/>
              </a:rPr>
              <a:t>identificadas com a comunidade de pessoas que se comprometem com a construção </a:t>
            </a:r>
            <a:br>
              <a:rPr lang="pt-BR" dirty="0">
                <a:solidFill>
                  <a:srgbClr val="FFFFFF"/>
                </a:solidFill>
                <a:latin typeface="Gill Sans Std Light"/>
                <a:cs typeface="Gill Sans Std Light"/>
              </a:rPr>
            </a:br>
            <a:r>
              <a:rPr lang="pt-BR" dirty="0">
                <a:solidFill>
                  <a:srgbClr val="FFFFFF"/>
                </a:solidFill>
                <a:latin typeface="Gill Sans Std Light"/>
                <a:cs typeface="Gill Sans Std Light"/>
              </a:rPr>
              <a:t>de um mundo melhor, através da melhor relação consigo mesmas, com o outro, com a natureza da qual fazem parte, com o todo.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669433" y="1217638"/>
            <a:ext cx="1912383" cy="178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defTabSz="104570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dirty="0">
                <a:solidFill>
                  <a:srgbClr val="FFFFFF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NOSSA </a:t>
            </a:r>
          </a:p>
          <a:p>
            <a:pPr defTabSz="104570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dirty="0">
                <a:solidFill>
                  <a:srgbClr val="FFFFFF"/>
                </a:solidFill>
                <a:latin typeface="Gill Sans Std ExtraBold Display"/>
                <a:ea typeface="T VAG Rounded Thin" charset="0"/>
                <a:cs typeface="Gill Sans Std ExtraBold Display"/>
                <a:sym typeface="T VAG Rounded Thin" charset="0"/>
              </a:rPr>
              <a:t>VISÃO</a:t>
            </a:r>
          </a:p>
          <a:p>
            <a:pPr defTabSz="104570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300" dirty="0">
                <a:solidFill>
                  <a:srgbClr val="FFFFFF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_</a:t>
            </a:r>
          </a:p>
        </p:txBody>
      </p:sp>
      <p:sp>
        <p:nvSpPr>
          <p:cNvPr id="9" name="CaixaDeTexto 6"/>
          <p:cNvSpPr txBox="1"/>
          <p:nvPr/>
        </p:nvSpPr>
        <p:spPr>
          <a:xfrm>
            <a:off x="8473254" y="1925094"/>
            <a:ext cx="6413026" cy="3707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591749">
              <a:lnSpc>
                <a:spcPct val="90000"/>
              </a:lnSpc>
              <a:spcAft>
                <a:spcPts val="889"/>
              </a:spcAft>
            </a:pPr>
            <a:r>
              <a:rPr lang="pt-BR" dirty="0">
                <a:solidFill>
                  <a:srgbClr val="FFFFFF"/>
                </a:solidFill>
                <a:latin typeface="Gill Sans Std Light"/>
                <a:cs typeface="Gill Sans Std Light"/>
              </a:rPr>
              <a:t>Por nosso comportamento empresarial, pela qualidade das relações que estabelecemos e por nossos produtos e serviços, seremos um</a:t>
            </a:r>
          </a:p>
          <a:p>
            <a:pPr defTabSz="1591749">
              <a:spcAft>
                <a:spcPts val="889"/>
              </a:spcAft>
            </a:pPr>
            <a:r>
              <a:rPr lang="pt-BR" sz="4300" dirty="0">
                <a:solidFill>
                  <a:srgbClr val="FFFFFF"/>
                </a:solidFill>
                <a:latin typeface="Gill Sans Std" pitchFamily="34" charset="0"/>
              </a:rPr>
              <a:t>CONJUNTO DE MARCAS </a:t>
            </a:r>
            <a:br>
              <a:rPr lang="pt-BR" sz="4300" dirty="0">
                <a:solidFill>
                  <a:srgbClr val="FFFFFF"/>
                </a:solidFill>
                <a:latin typeface="Gill Sans Std" pitchFamily="34" charset="0"/>
              </a:rPr>
            </a:br>
            <a:r>
              <a:rPr lang="pt-BR" sz="4300" dirty="0">
                <a:solidFill>
                  <a:srgbClr val="FFFFFF"/>
                </a:solidFill>
                <a:latin typeface="Gill Sans Std Light"/>
                <a:cs typeface="Gill Sans Std Light"/>
              </a:rPr>
              <a:t>COM FORTE EXPRESSÃO, </a:t>
            </a:r>
            <a:br>
              <a:rPr lang="pt-BR" sz="4300" dirty="0">
                <a:solidFill>
                  <a:srgbClr val="FFFFFF"/>
                </a:solidFill>
                <a:latin typeface="Gill Sans Std Light"/>
                <a:cs typeface="Gill Sans Std Light"/>
              </a:rPr>
            </a:br>
            <a:r>
              <a:rPr lang="pt-BR" sz="4300" dirty="0">
                <a:solidFill>
                  <a:srgbClr val="FFFFFF"/>
                </a:solidFill>
                <a:latin typeface="Gill Sans Std Light"/>
                <a:cs typeface="Gill Sans Std Light"/>
              </a:rPr>
              <a:t>LOCAL E MUNDIAL, </a:t>
            </a:r>
          </a:p>
        </p:txBody>
      </p:sp>
      <p:sp>
        <p:nvSpPr>
          <p:cNvPr id="6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3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120038" y="6084967"/>
            <a:ext cx="339934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413681">
              <a:lnSpc>
                <a:spcPct val="90000"/>
              </a:lnSpc>
              <a:defRPr/>
            </a:pPr>
            <a:r>
              <a:rPr lang="pt-BR" sz="3200" i="1" dirty="0" smtClean="0">
                <a:solidFill>
                  <a:prstClr val="white"/>
                </a:solidFill>
                <a:latin typeface="Gill Sans Std"/>
                <a:cs typeface="Gill Sans Std"/>
              </a:rPr>
              <a:t>CFT - VD</a:t>
            </a:r>
          </a:p>
          <a:p>
            <a:pPr defTabSz="1413681">
              <a:lnSpc>
                <a:spcPct val="90000"/>
              </a:lnSpc>
              <a:defRPr/>
            </a:pPr>
            <a:r>
              <a:rPr lang="pt-BR" sz="3200" i="1" dirty="0" smtClean="0">
                <a:solidFill>
                  <a:prstClr val="white"/>
                </a:solidFill>
                <a:latin typeface="Gill Sans Std"/>
                <a:cs typeface="Gill Sans Std"/>
              </a:rPr>
              <a:t>monomarca </a:t>
            </a:r>
            <a:endParaRPr lang="pt-BR" sz="3200" i="1" dirty="0">
              <a:solidFill>
                <a:prstClr val="white"/>
              </a:solidFill>
              <a:latin typeface="Gill Sans Std"/>
              <a:cs typeface="Gill Sans Std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7839968" y="6084962"/>
            <a:ext cx="438912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413681">
              <a:lnSpc>
                <a:spcPct val="90000"/>
              </a:lnSpc>
              <a:defRPr/>
            </a:pPr>
            <a:r>
              <a:rPr lang="pt-BR" sz="3200" i="1" dirty="0">
                <a:solidFill>
                  <a:prstClr val="white"/>
                </a:solidFill>
                <a:latin typeface="Gill Sans Std"/>
                <a:cs typeface="Gill Sans Std"/>
              </a:rPr>
              <a:t>multimarca</a:t>
            </a:r>
          </a:p>
          <a:p>
            <a:pPr defTabSz="1413681">
              <a:lnSpc>
                <a:spcPct val="90000"/>
              </a:lnSpc>
              <a:defRPr/>
            </a:pPr>
            <a:r>
              <a:rPr lang="pt-BR" sz="3200" i="1" dirty="0">
                <a:solidFill>
                  <a:prstClr val="white"/>
                </a:solidFill>
                <a:latin typeface="Gill Sans Std"/>
                <a:cs typeface="Gill Sans Std"/>
              </a:rPr>
              <a:t>multicanal</a:t>
            </a:r>
          </a:p>
          <a:p>
            <a:pPr defTabSz="1413681">
              <a:lnSpc>
                <a:spcPct val="90000"/>
              </a:lnSpc>
              <a:defRPr/>
            </a:pPr>
            <a:r>
              <a:rPr lang="pt-BR" sz="3200" i="1" dirty="0">
                <a:solidFill>
                  <a:prstClr val="white"/>
                </a:solidFill>
                <a:latin typeface="Gill Sans Std"/>
                <a:cs typeface="Gill Sans Std"/>
              </a:rPr>
              <a:t>multicategorias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120030" y="4788823"/>
            <a:ext cx="3072341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413681">
              <a:defRPr/>
            </a:pPr>
            <a:r>
              <a:rPr lang="pt-BR" sz="3200" dirty="0">
                <a:solidFill>
                  <a:srgbClr val="FBDF00"/>
                </a:solidFill>
                <a:latin typeface="Gill Sans Std ExtraBold" pitchFamily="34" charset="0"/>
              </a:rPr>
              <a:t>NATURA</a:t>
            </a:r>
          </a:p>
          <a:p>
            <a:pPr defTabSz="1413681">
              <a:defRPr/>
            </a:pPr>
            <a:r>
              <a:rPr lang="pt-BR" sz="3200" dirty="0">
                <a:solidFill>
                  <a:srgbClr val="FBDF00"/>
                </a:solidFill>
                <a:latin typeface="Gill Sans Std ExtraBold" pitchFamily="34" charset="0"/>
              </a:rPr>
              <a:t>_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7902237" y="4788823"/>
            <a:ext cx="713853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413681">
              <a:defRPr/>
            </a:pPr>
            <a:r>
              <a:rPr lang="pt-BR" sz="3200" b="1" dirty="0" smtClean="0">
                <a:solidFill>
                  <a:srgbClr val="FBDF00"/>
                </a:solidFill>
                <a:latin typeface="Gill Sans Std"/>
                <a:cs typeface="Gill Sans Std"/>
              </a:rPr>
              <a:t>GRUPO NATURA</a:t>
            </a:r>
            <a:endParaRPr lang="pt-BR" sz="3200" b="1" dirty="0">
              <a:solidFill>
                <a:srgbClr val="FBDF00"/>
              </a:solidFill>
              <a:latin typeface="Gill Sans Std"/>
              <a:cs typeface="Gill Sans Std"/>
            </a:endParaRPr>
          </a:p>
          <a:p>
            <a:pPr defTabSz="1413681">
              <a:defRPr/>
            </a:pPr>
            <a:r>
              <a:rPr lang="pt-BR" sz="3200" b="1" dirty="0">
                <a:solidFill>
                  <a:srgbClr val="FBDF00"/>
                </a:solidFill>
                <a:latin typeface="Gill Sans Std ExtraBold" pitchFamily="34" charset="0"/>
              </a:rPr>
              <a:t>_</a:t>
            </a:r>
          </a:p>
        </p:txBody>
      </p:sp>
      <p:sp>
        <p:nvSpPr>
          <p:cNvPr id="10" name="Rectangle 1"/>
          <p:cNvSpPr>
            <a:spLocks/>
          </p:cNvSpPr>
          <p:nvPr/>
        </p:nvSpPr>
        <p:spPr bwMode="auto">
          <a:xfrm>
            <a:off x="671518" y="2700591"/>
            <a:ext cx="2088713" cy="140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defTabSz="100278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700" i="1" dirty="0">
                <a:solidFill>
                  <a:prstClr val="white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o que</a:t>
            </a:r>
          </a:p>
          <a:p>
            <a:pPr defTabSz="100278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700" dirty="0" err="1">
                <a:solidFill>
                  <a:prstClr val="white"/>
                </a:solidFill>
                <a:latin typeface="Gill Sans Std ExtraBold Display"/>
                <a:ea typeface="T VAG Rounded Thin" charset="0"/>
                <a:cs typeface="Gill Sans Std ExtraBold Display"/>
                <a:sym typeface="T VAG Rounded Thin" charset="0"/>
              </a:rPr>
              <a:t>muda</a:t>
            </a:r>
            <a:r>
              <a:rPr lang="en-US" sz="5700" i="1" dirty="0">
                <a:solidFill>
                  <a:prstClr val="white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83758" y="4356770"/>
            <a:ext cx="810766" cy="2988807"/>
            <a:chOff x="3534614" y="2686538"/>
            <a:chExt cx="456056" cy="1680912"/>
          </a:xfrm>
        </p:grpSpPr>
        <p:cxnSp>
          <p:nvCxnSpPr>
            <p:cNvPr id="15" name="Straight Connector 14"/>
            <p:cNvCxnSpPr/>
            <p:nvPr/>
          </p:nvCxnSpPr>
          <p:spPr bwMode="auto">
            <a:xfrm>
              <a:off x="3534614" y="2686538"/>
              <a:ext cx="454962" cy="840154"/>
            </a:xfrm>
            <a:prstGeom prst="line">
              <a:avLst/>
            </a:prstGeom>
            <a:noFill/>
            <a:ln w="38100" cap="rnd" cmpd="sng" algn="ctr">
              <a:solidFill>
                <a:srgbClr val="FBDF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auto">
            <a:xfrm flipH="1">
              <a:off x="3535708" y="3527296"/>
              <a:ext cx="454962" cy="840154"/>
            </a:xfrm>
            <a:prstGeom prst="line">
              <a:avLst/>
            </a:prstGeom>
            <a:noFill/>
            <a:ln w="38100" cap="rnd" cmpd="sng" algn="ctr">
              <a:solidFill>
                <a:srgbClr val="FBDF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83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643634" y="4896602"/>
            <a:ext cx="7151515" cy="31680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578299">
              <a:lnSpc>
                <a:spcPct val="90000"/>
              </a:lnSpc>
              <a:spcAft>
                <a:spcPts val="889"/>
              </a:spcAft>
            </a:pPr>
            <a:r>
              <a:rPr lang="pt-BR" sz="2200" dirty="0">
                <a:solidFill>
                  <a:srgbClr val="6E6259"/>
                </a:solidFill>
                <a:latin typeface="Gill Sans Std"/>
                <a:cs typeface="Gill Sans Std"/>
              </a:rPr>
              <a:t>A Natura aspira esse modelo sistêmico de pensamento e gestão, para si mesma e para o mundo empresarial. Por meio de produtos, programas e iniciativas, buscamos historicamente a maior coerência possível com esse compromisso. </a:t>
            </a:r>
          </a:p>
          <a:p>
            <a:pPr defTabSz="1578299">
              <a:spcBef>
                <a:spcPts val="1067"/>
              </a:spcBef>
              <a:spcAft>
                <a:spcPts val="889"/>
              </a:spcAft>
            </a:pPr>
            <a:r>
              <a:rPr lang="pt-BR" sz="2200" b="1" dirty="0">
                <a:solidFill>
                  <a:srgbClr val="6E6259"/>
                </a:solidFill>
                <a:latin typeface="Gill Sans Std Light"/>
                <a:cs typeface="Gill Sans Std Light"/>
              </a:rPr>
              <a:t>Queremos reiterar, com todas e todos que constroem, vivem, respiram e transpiram a Natura, nossos objetivos e compromissos: criar valor, relevante e diferenciado, simultaneamente nas dimensões Econômica, Social, Ambiental e Cultural.</a:t>
            </a:r>
          </a:p>
        </p:txBody>
      </p:sp>
      <p:sp>
        <p:nvSpPr>
          <p:cNvPr id="11" name="Retângulo 12"/>
          <p:cNvSpPr/>
          <p:nvPr/>
        </p:nvSpPr>
        <p:spPr>
          <a:xfrm>
            <a:off x="8430022" y="1707703"/>
            <a:ext cx="3256844" cy="18928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578299">
              <a:spcAft>
                <a:spcPts val="889"/>
              </a:spcAft>
            </a:pPr>
            <a:r>
              <a:rPr lang="pt-BR" sz="2100" b="1" dirty="0">
                <a:solidFill>
                  <a:srgbClr val="FF8200"/>
                </a:solidFill>
                <a:latin typeface="Gill Sans Std"/>
                <a:cs typeface="Gill Sans Std"/>
              </a:rPr>
              <a:t>ECONÔMICA</a:t>
            </a:r>
          </a:p>
          <a:p>
            <a:pPr defTabSz="1578299">
              <a:lnSpc>
                <a:spcPct val="90000"/>
              </a:lnSpc>
              <a:spcAft>
                <a:spcPts val="889"/>
              </a:spcAft>
            </a:pPr>
            <a:r>
              <a:rPr lang="pt-BR" sz="2100" i="1" dirty="0">
                <a:solidFill>
                  <a:srgbClr val="6E6259"/>
                </a:solidFill>
                <a:latin typeface="Gill Sans Std"/>
                <a:cs typeface="Gill Sans Std"/>
              </a:rPr>
              <a:t>alcançar crescimento, rentabilidade e geração de caixa sustentáveis a longo prazo, gerando prosperidade compartilhada.</a:t>
            </a:r>
          </a:p>
        </p:txBody>
      </p:sp>
      <p:sp>
        <p:nvSpPr>
          <p:cNvPr id="14" name="Retângulo 12"/>
          <p:cNvSpPr/>
          <p:nvPr/>
        </p:nvSpPr>
        <p:spPr>
          <a:xfrm>
            <a:off x="12324710" y="1707704"/>
            <a:ext cx="3256844" cy="16019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578299">
              <a:spcAft>
                <a:spcPts val="889"/>
              </a:spcAft>
            </a:pPr>
            <a:r>
              <a:rPr lang="pt-BR" sz="2100" b="1" dirty="0">
                <a:solidFill>
                  <a:srgbClr val="FF8200"/>
                </a:solidFill>
                <a:latin typeface="Gill Sans Std"/>
                <a:cs typeface="Gill Sans Std"/>
              </a:rPr>
              <a:t>AMBIENTAL</a:t>
            </a:r>
          </a:p>
          <a:p>
            <a:pPr defTabSz="1578299">
              <a:lnSpc>
                <a:spcPct val="90000"/>
              </a:lnSpc>
              <a:spcAft>
                <a:spcPts val="889"/>
              </a:spcAft>
            </a:pP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gerar impacto ambiental positivo, auxiliando na conservação e regeneração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da vida no planeta. </a:t>
            </a:r>
          </a:p>
        </p:txBody>
      </p:sp>
      <p:sp>
        <p:nvSpPr>
          <p:cNvPr id="15" name="Retângulo 12"/>
          <p:cNvSpPr/>
          <p:nvPr/>
        </p:nvSpPr>
        <p:spPr>
          <a:xfrm>
            <a:off x="8429979" y="4913130"/>
            <a:ext cx="3090962" cy="16019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578299">
              <a:spcAft>
                <a:spcPts val="889"/>
              </a:spcAft>
            </a:pPr>
            <a:r>
              <a:rPr lang="pt-BR" sz="2100" b="1" dirty="0">
                <a:solidFill>
                  <a:srgbClr val="FF8200"/>
                </a:solidFill>
                <a:latin typeface="Gill Sans Std"/>
                <a:cs typeface="Gill Sans Std"/>
              </a:rPr>
              <a:t>SOCIAL </a:t>
            </a:r>
          </a:p>
          <a:p>
            <a:pPr defTabSz="1578299">
              <a:lnSpc>
                <a:spcPct val="90000"/>
              </a:lnSpc>
              <a:spcAft>
                <a:spcPts val="889"/>
              </a:spcAft>
            </a:pP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contribuir positivamente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para o desenvolvimento humano de nossa rede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de relações. </a:t>
            </a:r>
          </a:p>
        </p:txBody>
      </p:sp>
      <p:sp>
        <p:nvSpPr>
          <p:cNvPr id="16" name="Retângulo 12"/>
          <p:cNvSpPr/>
          <p:nvPr/>
        </p:nvSpPr>
        <p:spPr>
          <a:xfrm>
            <a:off x="12324710" y="4912983"/>
            <a:ext cx="3256844" cy="27653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578299">
              <a:spcAft>
                <a:spcPts val="889"/>
              </a:spcAft>
            </a:pPr>
            <a:r>
              <a:rPr lang="pt-BR" sz="2100" b="1" dirty="0">
                <a:solidFill>
                  <a:srgbClr val="FF8200"/>
                </a:solidFill>
                <a:latin typeface="Gill Sans Std"/>
                <a:cs typeface="Gill Sans Std"/>
              </a:rPr>
              <a:t>CULTURAL</a:t>
            </a:r>
          </a:p>
          <a:p>
            <a:pPr defTabSz="1578299">
              <a:lnSpc>
                <a:spcPct val="90000"/>
              </a:lnSpc>
              <a:spcAft>
                <a:spcPts val="889"/>
              </a:spcAft>
            </a:pP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através de nosso comportamento empresarial, queremos dialogar com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a sociedade e contribuir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para seu desenvolvimento, influenciando os valores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e a cultura nos contextos </a:t>
            </a:r>
            <a:b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</a:br>
            <a:r>
              <a:rPr lang="pt-BR" sz="2100" dirty="0">
                <a:solidFill>
                  <a:srgbClr val="6E6259"/>
                </a:solidFill>
                <a:latin typeface="Gill Sans Std"/>
                <a:cs typeface="Gill Sans Std"/>
              </a:rPr>
              <a:t>em que atuamos. 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430022" y="1332319"/>
            <a:ext cx="3256844" cy="0"/>
          </a:xfrm>
          <a:prstGeom prst="line">
            <a:avLst/>
          </a:prstGeom>
          <a:ln w="38100" cmpd="sng">
            <a:solidFill>
              <a:srgbClr val="FF8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430022" y="4569972"/>
            <a:ext cx="3256844" cy="0"/>
          </a:xfrm>
          <a:prstGeom prst="line">
            <a:avLst/>
          </a:prstGeom>
          <a:ln w="38100" cmpd="sng">
            <a:solidFill>
              <a:srgbClr val="FF8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430022" y="8475665"/>
            <a:ext cx="3256844" cy="0"/>
          </a:xfrm>
          <a:prstGeom prst="line">
            <a:avLst/>
          </a:prstGeom>
          <a:ln w="38100" cmpd="sng">
            <a:solidFill>
              <a:srgbClr val="FF8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2324710" y="1332319"/>
            <a:ext cx="3256844" cy="0"/>
          </a:xfrm>
          <a:prstGeom prst="line">
            <a:avLst/>
          </a:prstGeom>
          <a:ln w="38100" cmpd="sng">
            <a:solidFill>
              <a:srgbClr val="FF8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324710" y="4569972"/>
            <a:ext cx="3256844" cy="0"/>
          </a:xfrm>
          <a:prstGeom prst="line">
            <a:avLst/>
          </a:prstGeom>
          <a:ln w="38100" cmpd="sng">
            <a:solidFill>
              <a:srgbClr val="FF8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2324710" y="8475665"/>
            <a:ext cx="3256844" cy="0"/>
          </a:xfrm>
          <a:prstGeom prst="line">
            <a:avLst/>
          </a:prstGeom>
          <a:ln w="38100" cmpd="sng">
            <a:solidFill>
              <a:srgbClr val="FF82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"/>
          <p:cNvSpPr>
            <a:spLocks/>
          </p:cNvSpPr>
          <p:nvPr/>
        </p:nvSpPr>
        <p:spPr bwMode="auto">
          <a:xfrm>
            <a:off x="669415" y="1218041"/>
            <a:ext cx="4679230" cy="2049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defTabSz="102753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700" dirty="0">
                <a:solidFill>
                  <a:srgbClr val="6E6259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VALOR SUSTENTÁVEL </a:t>
            </a:r>
          </a:p>
          <a:p>
            <a:pPr defTabSz="102753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700" dirty="0">
                <a:solidFill>
                  <a:srgbClr val="6E6259"/>
                </a:solidFill>
                <a:latin typeface="Gill Sans Std ExtraBold"/>
                <a:ea typeface="T VAG Rounded Thin" charset="0"/>
                <a:cs typeface="Gill Sans Std ExtraBold"/>
                <a:sym typeface="T VAG Rounded Thin" charset="0"/>
              </a:rPr>
              <a:t>QUE QUEREMOS </a:t>
            </a:r>
          </a:p>
          <a:p>
            <a:pPr defTabSz="102753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700" dirty="0">
                <a:solidFill>
                  <a:srgbClr val="6E6259"/>
                </a:solidFill>
                <a:latin typeface="Gill Sans Std ExtraBold"/>
                <a:ea typeface="T VAG Rounded Thin" charset="0"/>
                <a:cs typeface="Gill Sans Std ExtraBold"/>
                <a:sym typeface="T VAG Rounded Thin" charset="0"/>
              </a:rPr>
              <a:t>GERAR</a:t>
            </a:r>
          </a:p>
          <a:p>
            <a:pPr defTabSz="102753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700" dirty="0">
                <a:solidFill>
                  <a:srgbClr val="6E6259"/>
                </a:solidFill>
                <a:latin typeface="Gill Sans Std"/>
                <a:ea typeface="T VAG Rounded Thin" charset="0"/>
                <a:cs typeface="Gill Sans Std"/>
                <a:sym typeface="T VAG Rounded Thin" charset="0"/>
              </a:rPr>
              <a:t>_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626556" y="3347908"/>
            <a:ext cx="7151515" cy="1200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607790">
              <a:lnSpc>
                <a:spcPct val="90000"/>
              </a:lnSpc>
              <a:spcAft>
                <a:spcPts val="889"/>
              </a:spcAft>
            </a:pPr>
            <a:r>
              <a:rPr lang="pt-BR" sz="2100" b="1" i="1" dirty="0">
                <a:solidFill>
                  <a:srgbClr val="FF8200"/>
                </a:solidFill>
                <a:latin typeface="Gill Sans Std Light" pitchFamily="34" charset="0"/>
                <a:cs typeface="Gill Sans Std"/>
                <a:sym typeface="Gill Sans" charset="0"/>
              </a:rPr>
              <a:t>“Seremos geradores de impactos social, ambiental e econômico positivos,  entregando valor para toda a nossa rede de relações, em todos os negócios, marcas e geografias em que atuarmos, por meio de nossos produtos, serviços e canais de comercialização”</a:t>
            </a:r>
          </a:p>
        </p:txBody>
      </p:sp>
      <p:sp>
        <p:nvSpPr>
          <p:cNvPr id="26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08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2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Diretrizes</a:t>
            </a:r>
            <a:r>
              <a:rPr lang="en-US" dirty="0" smtClean="0">
                <a:latin typeface="Gill Sans Std ExtraBold" pitchFamily="34" charset="0"/>
              </a:rPr>
              <a:t> 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Estratégicas</a:t>
            </a:r>
            <a:endParaRPr lang="en-US" dirty="0">
              <a:latin typeface="Gill Sans Std ExtraBold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02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587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5"/>
          <p:cNvSpPr txBox="1">
            <a:spLocks/>
          </p:cNvSpPr>
          <p:nvPr/>
        </p:nvSpPr>
        <p:spPr>
          <a:xfrm>
            <a:off x="814170" y="30728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prstClr val="black"/>
                </a:solidFill>
                <a:latin typeface="Gill Sans Std" pitchFamily="34" charset="0"/>
              </a:rPr>
              <a:t>// MARCA</a:t>
            </a:r>
          </a:p>
          <a:p>
            <a:r>
              <a:rPr lang="en-US" sz="3200" b="0" dirty="0">
                <a:solidFill>
                  <a:prstClr val="black"/>
                </a:solidFill>
                <a:latin typeface="Gill Sans Std" pitchFamily="34" charset="0"/>
              </a:rPr>
              <a:t>DIRETRIZES ESTRATÉGICAS</a:t>
            </a:r>
          </a:p>
        </p:txBody>
      </p:sp>
      <p:sp>
        <p:nvSpPr>
          <p:cNvPr id="9" name="Espaço Reservado para Número de Slide 1"/>
          <p:cNvSpPr txBox="1">
            <a:spLocks/>
          </p:cNvSpPr>
          <p:nvPr/>
        </p:nvSpPr>
        <p:spPr>
          <a:xfrm>
            <a:off x="15328801" y="8719278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51136" y="2402681"/>
            <a:ext cx="7416824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1. Ter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uma arquitetura de marcas para o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grupo. </a:t>
            </a:r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  <a:p>
            <a:pPr algn="just"/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 </a:t>
            </a:r>
          </a:p>
          <a:p>
            <a:pPr algn="just"/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2. Todos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as marcas do grupo devem construir uma nova cultura que reflita nossa época e forma um novo estilo de vida contemporâneo que apresenta a beleza de ser, de ter e agir em um movimento autêntico que une ética e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estética. </a:t>
            </a:r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  <a:p>
            <a:pPr algn="just"/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 </a:t>
            </a:r>
          </a:p>
          <a:p>
            <a:pPr algn="just"/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3. Fortalecer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a construção de </a:t>
            </a:r>
            <a:r>
              <a:rPr lang="pt-BR" sz="2100" b="1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equity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/ negócio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da marca Natura, por meio da coerência do sistema de gestão das submarcas, garantindo lógica, diferenciação e contínua promoção do Bem Estar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Bem.</a:t>
            </a:r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  <a:p>
            <a:pPr algn="just"/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8200007" y="2364066"/>
            <a:ext cx="756084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 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4. O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grupo passa a atuar num modelo omnichannel e deve construir o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market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place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considerando os três territórios: negócio, economia criativa e conteúdo, a fim de garantir experiências de marcas diferenciadas para nossa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rede.</a:t>
            </a:r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  <a:p>
            <a:pPr algn="just"/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 </a:t>
            </a:r>
          </a:p>
          <a:p>
            <a:pPr algn="just"/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5. As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diretrizes éticas de comunicação e transparência radical e as diretrizes de linguagem das marcas do grupo devem orientar toda a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comunicação.</a:t>
            </a:r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69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7"/>
          <p:cNvSpPr/>
          <p:nvPr/>
        </p:nvSpPr>
        <p:spPr>
          <a:xfrm>
            <a:off x="283466" y="2484578"/>
            <a:ext cx="7412503" cy="50899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30941" lvl="3" indent="-330941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/>
            </a:pP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Gerar impacto socioambiental positivo.</a:t>
            </a:r>
          </a:p>
          <a:p>
            <a:pPr marL="330941" lvl="3" indent="-330941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/>
            </a:pP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Nossos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produtos serão desenvolvidos baseados nos princípios da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ecoefetitivdade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e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ecodesign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em toda cadeia de valor. Eles também devem atuar como veículos de educação e comunicação com transparência no fornecimento de informações que estimulem o consumidor a fazer escolhas mais sustentáveis.</a:t>
            </a:r>
          </a:p>
          <a:p>
            <a:pPr marL="330941" lvl="3" indent="-330941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/>
            </a:pP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Atuar por meio de um modelo de produção e distribuição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ecoefetivos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com foco no desenvolvimento local e na geração de impacto socioambiental positivo em nossa cadeia de valor.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344043" y="2484580"/>
            <a:ext cx="7488830" cy="3924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57200" lvl="3" indent="-457200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 startAt="4"/>
            </a:pP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Contribuir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positivamente para o desenvolvimento humano e social de nossa rede de relações (foco em consultores, consumidor, colaboradores, comunidades e fornecedores) e fomentar educação e ações de empreendedorismo.</a:t>
            </a:r>
          </a:p>
          <a:p>
            <a:pPr marL="457200" lvl="3" indent="-457200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 startAt="4"/>
            </a:pP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Promover a gestão integrada dos aspectos financeiros, social e ambiental na cultura organizacional e em todos os processos, garantindo vanguarda, fonte de inspiração e referência de comportamento empresarial.</a:t>
            </a:r>
          </a:p>
        </p:txBody>
      </p:sp>
      <p:sp>
        <p:nvSpPr>
          <p:cNvPr id="7" name="Title 5"/>
          <p:cNvSpPr txBox="1">
            <a:spLocks/>
          </p:cNvSpPr>
          <p:nvPr/>
        </p:nvSpPr>
        <p:spPr>
          <a:xfrm>
            <a:off x="814170" y="30728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prstClr val="black"/>
                </a:solidFill>
                <a:latin typeface="Gill Sans Std" pitchFamily="34" charset="0"/>
              </a:rPr>
              <a:t>// SUSTENTABILIDADE</a:t>
            </a:r>
          </a:p>
          <a:p>
            <a:r>
              <a:rPr lang="en-US" sz="3200" b="0" dirty="0">
                <a:solidFill>
                  <a:prstClr val="black"/>
                </a:solidFill>
                <a:latin typeface="Gill Sans Std" pitchFamily="34" charset="0"/>
              </a:rPr>
              <a:t>DIRETRIZES ESTRATÉGICAS</a:t>
            </a:r>
          </a:p>
        </p:txBody>
      </p:sp>
      <p:sp>
        <p:nvSpPr>
          <p:cNvPr id="9" name="Espaço Reservado para Número de Slide 1"/>
          <p:cNvSpPr txBox="1">
            <a:spLocks/>
          </p:cNvSpPr>
          <p:nvPr/>
        </p:nvSpPr>
        <p:spPr>
          <a:xfrm>
            <a:off x="15328801" y="8719278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67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5"/>
          <p:cNvSpPr txBox="1">
            <a:spLocks/>
          </p:cNvSpPr>
          <p:nvPr/>
        </p:nvSpPr>
        <p:spPr>
          <a:xfrm>
            <a:off x="814170" y="30728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prstClr val="black"/>
                </a:solidFill>
                <a:latin typeface="Gill Sans Std" pitchFamily="34" charset="0"/>
              </a:rPr>
              <a:t>// RELAÇÕES</a:t>
            </a:r>
          </a:p>
          <a:p>
            <a:r>
              <a:rPr lang="en-US" sz="3200" b="0" dirty="0">
                <a:solidFill>
                  <a:prstClr val="black"/>
                </a:solidFill>
                <a:latin typeface="Gill Sans Std" pitchFamily="34" charset="0"/>
              </a:rPr>
              <a:t>DIRETRIZES ESTRATÉGICAS</a:t>
            </a:r>
          </a:p>
        </p:txBody>
      </p:sp>
      <p:sp>
        <p:nvSpPr>
          <p:cNvPr id="20" name="Rectangle 17"/>
          <p:cNvSpPr/>
          <p:nvPr/>
        </p:nvSpPr>
        <p:spPr>
          <a:xfrm>
            <a:off x="814171" y="2001636"/>
            <a:ext cx="14514631" cy="19539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30941" lvl="3" indent="-330941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/>
            </a:pP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Ter a relação como fator de diferenciação gerando engajamento com todos os públicos de relacionamento com ênfase em colaboradores,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CNs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,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CNOs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,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CFs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e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fornecedores.</a:t>
            </a:r>
            <a:endParaRPr lang="pt-BR" sz="2100" b="1" dirty="0">
              <a:solidFill>
                <a:prstClr val="black">
                  <a:lumMod val="95000"/>
                  <a:lumOff val="5000"/>
                </a:prstClr>
              </a:solidFill>
              <a:latin typeface="Gill Sans Std" pitchFamily="34" charset="0"/>
            </a:endParaRPr>
          </a:p>
          <a:p>
            <a:pPr marL="330941" lvl="3" indent="-330941" algn="just" defTabSz="1399155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+mj-lt"/>
              <a:buAutoNum type="arabicPeriod"/>
            </a:pP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Promover a cultura de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transparência, escuta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, diálogo, colaboração e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cocriação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na rede em que a Natura </a:t>
            </a:r>
            <a:r>
              <a:rPr lang="pt-BR" sz="2100" b="1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atua, 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afim de garantir a inclusão da voz dos </a:t>
            </a:r>
            <a:r>
              <a:rPr lang="pt-BR" sz="2100" b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stakeholders</a:t>
            </a:r>
            <a:r>
              <a:rPr lang="pt-BR" sz="2100" b="1" dirty="0">
                <a:solidFill>
                  <a:prstClr val="black">
                    <a:lumMod val="95000"/>
                    <a:lumOff val="5000"/>
                  </a:prstClr>
                </a:solidFill>
                <a:latin typeface="Gill Sans Std" pitchFamily="34" charset="0"/>
              </a:rPr>
              <a:t> na tomada de decisões. </a:t>
            </a:r>
          </a:p>
        </p:txBody>
      </p:sp>
      <p:sp>
        <p:nvSpPr>
          <p:cNvPr id="7" name="Espaço Reservado para Número de Slide 1"/>
          <p:cNvSpPr txBox="1">
            <a:spLocks/>
          </p:cNvSpPr>
          <p:nvPr/>
        </p:nvSpPr>
        <p:spPr>
          <a:xfrm>
            <a:off x="15328801" y="8719278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25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Objetivos</a:t>
            </a:r>
            <a:r>
              <a:rPr lang="en-US" dirty="0" smtClean="0">
                <a:latin typeface="Gill Sans Std ExtraBold" pitchFamily="34" charset="0"/>
              </a:rPr>
              <a:t> 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smtClean="0">
                <a:latin typeface="Gill Sans Std ExtraBold" pitchFamily="34" charset="0"/>
              </a:rPr>
              <a:t>de </a:t>
            </a:r>
            <a:r>
              <a:rPr lang="en-US" dirty="0" err="1" smtClean="0">
                <a:latin typeface="Gill Sans Std ExtraBold" pitchFamily="34" charset="0"/>
              </a:rPr>
              <a:t>Negócio</a:t>
            </a:r>
            <a:endParaRPr lang="en-US" dirty="0">
              <a:latin typeface="Gill Sans Std ExtraBold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0893810" y="5485535"/>
            <a:ext cx="4694460" cy="2954926"/>
          </a:xfrm>
        </p:spPr>
        <p:txBody>
          <a:bodyPr/>
          <a:lstStyle/>
          <a:p>
            <a:r>
              <a:rPr lang="en-US" dirty="0" smtClean="0"/>
              <a:t>03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364884"/>
            <a:ext cx="12208921" cy="278347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latin typeface="Gill Sans Std Light" pitchFamily="34" charset="0"/>
              </a:rPr>
              <a:t>// </a:t>
            </a:r>
            <a:r>
              <a:rPr lang="en-US" sz="2900" b="1" dirty="0" err="1">
                <a:latin typeface="Gill Sans Std Light" pitchFamily="34" charset="0"/>
              </a:rPr>
              <a:t>Grupo</a:t>
            </a:r>
            <a:r>
              <a:rPr lang="en-US" sz="2900" b="1" dirty="0">
                <a:latin typeface="Gill Sans Std Light" pitchFamily="34" charset="0"/>
              </a:rPr>
              <a:t> Natura Brasil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900" dirty="0" smtClean="0">
                <a:latin typeface="Gill Sans Std Light" pitchFamily="34" charset="0"/>
              </a:rPr>
              <a:t>/ </a:t>
            </a:r>
            <a:r>
              <a:rPr lang="en-US" sz="2900" dirty="0" err="1">
                <a:latin typeface="Gill Sans Std Light" pitchFamily="34" charset="0"/>
              </a:rPr>
              <a:t>Fortalecer</a:t>
            </a:r>
            <a:r>
              <a:rPr lang="en-US" sz="2900" dirty="0">
                <a:latin typeface="Gill Sans Std Light" pitchFamily="34" charset="0"/>
              </a:rPr>
              <a:t> o </a:t>
            </a:r>
            <a:r>
              <a:rPr lang="en-US" sz="2900" dirty="0" err="1">
                <a:latin typeface="Gill Sans Std Light" pitchFamily="34" charset="0"/>
              </a:rPr>
              <a:t>negócio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err="1">
                <a:latin typeface="Gill Sans Std Light" pitchFamily="34" charset="0"/>
              </a:rPr>
              <a:t>atual</a:t>
            </a:r>
            <a:r>
              <a:rPr lang="en-US" sz="2900" dirty="0">
                <a:latin typeface="Gill Sans Std Light" pitchFamily="34" charset="0"/>
              </a:rPr>
              <a:t> no Brasil (CFT-VD</a:t>
            </a:r>
            <a:r>
              <a:rPr lang="en-US" sz="2900" dirty="0" smtClean="0">
                <a:latin typeface="Gill Sans Std Light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900" dirty="0" smtClean="0">
                <a:latin typeface="Gill Sans Std Light" pitchFamily="34" charset="0"/>
              </a:rPr>
              <a:t>/ </a:t>
            </a:r>
            <a:r>
              <a:rPr lang="en-US" sz="2900" dirty="0" err="1">
                <a:latin typeface="Gill Sans Std Light" pitchFamily="34" charset="0"/>
              </a:rPr>
              <a:t>Ampliação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smtClean="0">
                <a:latin typeface="Gill Sans Std Light" pitchFamily="34" charset="0"/>
              </a:rPr>
              <a:t>de </a:t>
            </a:r>
            <a:r>
              <a:rPr lang="en-US" sz="2900" dirty="0" err="1" smtClean="0">
                <a:latin typeface="Gill Sans Std Light" pitchFamily="34" charset="0"/>
              </a:rPr>
              <a:t>canais</a:t>
            </a:r>
            <a:r>
              <a:rPr lang="en-US" sz="2900" dirty="0" smtClean="0">
                <a:latin typeface="Gill Sans Std Light" pitchFamily="34" charset="0"/>
              </a:rPr>
              <a:t> e </a:t>
            </a:r>
            <a:r>
              <a:rPr lang="en-US" sz="2900" dirty="0" err="1">
                <a:latin typeface="Gill Sans Std Light" pitchFamily="34" charset="0"/>
              </a:rPr>
              <a:t>melhoria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err="1">
                <a:latin typeface="Gill Sans Std Light" pitchFamily="34" charset="0"/>
              </a:rPr>
              <a:t>na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err="1">
                <a:latin typeface="Gill Sans Std Light" pitchFamily="34" charset="0"/>
              </a:rPr>
              <a:t>experiência</a:t>
            </a:r>
            <a:r>
              <a:rPr lang="en-US" sz="2900" dirty="0">
                <a:latin typeface="Gill Sans Std Light" pitchFamily="34" charset="0"/>
              </a:rPr>
              <a:t> de </a:t>
            </a:r>
            <a:r>
              <a:rPr lang="en-US" sz="2900" dirty="0" err="1">
                <a:latin typeface="Gill Sans Std Light" pitchFamily="34" charset="0"/>
              </a:rPr>
              <a:t>compra</a:t>
            </a:r>
            <a:endParaRPr lang="en-US" sz="2900" dirty="0">
              <a:latin typeface="Gill Sans Std Light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900" dirty="0" smtClean="0">
                <a:latin typeface="Gill Sans Std Light" pitchFamily="34" charset="0"/>
              </a:rPr>
              <a:t>/ </a:t>
            </a:r>
            <a:r>
              <a:rPr lang="en-US" sz="2900" dirty="0" err="1">
                <a:latin typeface="Gill Sans Std Light" pitchFamily="34" charset="0"/>
              </a:rPr>
              <a:t>Novos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err="1">
                <a:latin typeface="Gill Sans Std Light" pitchFamily="34" charset="0"/>
              </a:rPr>
              <a:t>Negócios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smtClean="0">
                <a:latin typeface="Gill Sans Std Light" pitchFamily="34" charset="0"/>
              </a:rPr>
              <a:t>(</a:t>
            </a:r>
            <a:r>
              <a:rPr lang="en-US" sz="2900" dirty="0" err="1" smtClean="0">
                <a:latin typeface="Gill Sans Std Light" pitchFamily="34" charset="0"/>
              </a:rPr>
              <a:t>Novas</a:t>
            </a:r>
            <a:r>
              <a:rPr lang="en-US" sz="2900" dirty="0" smtClean="0">
                <a:latin typeface="Gill Sans Std Light" pitchFamily="34" charset="0"/>
              </a:rPr>
              <a:t> </a:t>
            </a:r>
            <a:r>
              <a:rPr lang="en-US" sz="2900" dirty="0" err="1" smtClean="0">
                <a:latin typeface="Gill Sans Std Light" pitchFamily="34" charset="0"/>
              </a:rPr>
              <a:t>Marcas</a:t>
            </a:r>
            <a:r>
              <a:rPr lang="en-US" sz="2900" dirty="0" smtClean="0">
                <a:latin typeface="Gill Sans Std Light" pitchFamily="34" charset="0"/>
              </a:rPr>
              <a:t> </a:t>
            </a:r>
            <a:r>
              <a:rPr lang="en-US" sz="2900" dirty="0">
                <a:latin typeface="Gill Sans Std Light" pitchFamily="34" charset="0"/>
              </a:rPr>
              <a:t>e </a:t>
            </a:r>
            <a:r>
              <a:rPr lang="en-US" sz="2900" dirty="0" err="1">
                <a:latin typeface="Gill Sans Std Light" pitchFamily="34" charset="0"/>
              </a:rPr>
              <a:t>Categorias</a:t>
            </a:r>
            <a:r>
              <a:rPr lang="en-US" sz="2900" dirty="0">
                <a:latin typeface="Gill Sans Std Light" pitchFamily="34" charset="0"/>
              </a:rPr>
              <a:t> </a:t>
            </a:r>
            <a:r>
              <a:rPr lang="en-US" sz="2900" dirty="0" err="1">
                <a:latin typeface="Gill Sans Std Light" pitchFamily="34" charset="0"/>
              </a:rPr>
              <a:t>não</a:t>
            </a:r>
            <a:r>
              <a:rPr lang="en-US" sz="2900" dirty="0">
                <a:latin typeface="Gill Sans Std Light" pitchFamily="34" charset="0"/>
              </a:rPr>
              <a:t> CFT)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latin typeface="Gill Sans Std Light" pitchFamily="34" charset="0"/>
              </a:rPr>
              <a:t>// </a:t>
            </a:r>
            <a:r>
              <a:rPr lang="en-US" sz="2900" b="1" dirty="0" err="1">
                <a:latin typeface="Gill Sans Std Light" pitchFamily="34" charset="0"/>
              </a:rPr>
              <a:t>Alcançar</a:t>
            </a:r>
            <a:r>
              <a:rPr lang="en-US" sz="2900" b="1" dirty="0">
                <a:latin typeface="Gill Sans Std Light" pitchFamily="34" charset="0"/>
              </a:rPr>
              <a:t> a </a:t>
            </a:r>
            <a:r>
              <a:rPr lang="en-US" sz="2900" b="1" dirty="0" err="1">
                <a:latin typeface="Gill Sans Std Light" pitchFamily="34" charset="0"/>
              </a:rPr>
              <a:t>liderança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na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 smtClean="0">
                <a:latin typeface="Gill Sans Std Light" pitchFamily="34" charset="0"/>
              </a:rPr>
              <a:t>venda</a:t>
            </a:r>
            <a:r>
              <a:rPr lang="en-US" sz="2900" b="1" dirty="0" smtClean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direta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na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Latam</a:t>
            </a:r>
            <a:endParaRPr lang="en-US" sz="2900" b="1" dirty="0">
              <a:latin typeface="Gill Sans Std Light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latin typeface="Gill Sans Std Light" pitchFamily="34" charset="0"/>
              </a:rPr>
              <a:t>// </a:t>
            </a:r>
            <a:r>
              <a:rPr lang="en-US" sz="2900" b="1" dirty="0" err="1">
                <a:latin typeface="Gill Sans Std Light" pitchFamily="34" charset="0"/>
              </a:rPr>
              <a:t>Expandir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em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outras</a:t>
            </a:r>
            <a:r>
              <a:rPr lang="en-US" sz="2900" b="1" dirty="0">
                <a:latin typeface="Gill Sans Std Light" pitchFamily="34" charset="0"/>
              </a:rPr>
              <a:t> </a:t>
            </a:r>
            <a:r>
              <a:rPr lang="en-US" sz="2900" b="1" dirty="0" err="1">
                <a:latin typeface="Gill Sans Std Light" pitchFamily="34" charset="0"/>
              </a:rPr>
              <a:t>geografias</a:t>
            </a:r>
            <a:endParaRPr lang="en-US" sz="2900" b="1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32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32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32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3200" dirty="0"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00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351136" y="180311"/>
            <a:ext cx="15697744" cy="8784976"/>
            <a:chOff x="351136" y="180306"/>
            <a:chExt cx="15697744" cy="8784976"/>
          </a:xfrm>
        </p:grpSpPr>
        <p:sp>
          <p:nvSpPr>
            <p:cNvPr id="18" name="Seta para a direita 17"/>
            <p:cNvSpPr/>
            <p:nvPr/>
          </p:nvSpPr>
          <p:spPr>
            <a:xfrm>
              <a:off x="1300301" y="1656468"/>
              <a:ext cx="14529540" cy="2164074"/>
            </a:xfrm>
            <a:prstGeom prst="rightArrow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42" name="Folded Corner 51"/>
            <p:cNvSpPr/>
            <p:nvPr/>
          </p:nvSpPr>
          <p:spPr bwMode="auto">
            <a:xfrm>
              <a:off x="2079329" y="2124516"/>
              <a:ext cx="13033448" cy="1251569"/>
            </a:xfrm>
            <a:prstGeom prst="foldedCorner">
              <a:avLst/>
            </a:prstGeom>
            <a:solidFill>
              <a:srgbClr val="FFC000">
                <a:alpha val="51000"/>
              </a:srgbClr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defTabSz="895350" fontAlgn="base">
                <a:spcBef>
                  <a:spcPct val="50000"/>
                </a:spcBef>
                <a:spcAft>
                  <a:spcPct val="0"/>
                </a:spcAft>
                <a:buClr>
                  <a:srgbClr val="1F497D"/>
                </a:buClr>
                <a:buSzPct val="100000"/>
                <a:buFont typeface="Arial" charset="0"/>
                <a:buChar char="•"/>
              </a:pPr>
              <a:endParaRPr lang="en-US" sz="1000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6" name="Seta para a direita 35"/>
            <p:cNvSpPr/>
            <p:nvPr/>
          </p:nvSpPr>
          <p:spPr>
            <a:xfrm>
              <a:off x="1300301" y="4356765"/>
              <a:ext cx="14529540" cy="1926184"/>
            </a:xfrm>
            <a:prstGeom prst="rightArrow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141684" y="252316"/>
              <a:ext cx="13177067" cy="13751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7" name="Retângulo 6"/>
            <p:cNvSpPr/>
            <p:nvPr/>
          </p:nvSpPr>
          <p:spPr>
            <a:xfrm>
              <a:off x="789213" y="180306"/>
              <a:ext cx="14894603" cy="8784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20" name="Triângulo isósceles 19"/>
            <p:cNvSpPr/>
            <p:nvPr/>
          </p:nvSpPr>
          <p:spPr>
            <a:xfrm rot="10800000">
              <a:off x="6138265" y="1332432"/>
              <a:ext cx="5183907" cy="64807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351136" y="180306"/>
              <a:ext cx="15697744" cy="878497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497162" y="2052514"/>
              <a:ext cx="1168204" cy="5832647"/>
            </a:xfrm>
            <a:prstGeom prst="rect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pic>
          <p:nvPicPr>
            <p:cNvPr id="37" name="Picture 4" descr="http://4.bp.blogspot.com/-OFTxOZcxujU/T-toBmzETPI/AAAAAAAABnI/GMYClse5lUE/s1600/arrow1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900883">
              <a:off x="4368464" y="3554877"/>
              <a:ext cx="584011" cy="1099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http://4.bp.blogspot.com/-OFTxOZcxujU/T-toBmzETPI/AAAAAAAABnI/GMYClse5lUE/s1600/arrow1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718626">
              <a:off x="12314194" y="3627921"/>
              <a:ext cx="581043" cy="1085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riângulo isósceles 31"/>
            <p:cNvSpPr/>
            <p:nvPr/>
          </p:nvSpPr>
          <p:spPr>
            <a:xfrm>
              <a:off x="6174770" y="7805308"/>
              <a:ext cx="5183907" cy="648073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2" tIns="45689" rIns="91382" bIns="45689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780" fontAlgn="base">
                <a:spcBef>
                  <a:spcPct val="0"/>
                </a:spcBef>
                <a:spcAft>
                  <a:spcPct val="0"/>
                </a:spcAft>
              </a:pPr>
              <a:endParaRPr lang="pt-BR" sz="240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33" name="Retângulo de cantos arredondados 32"/>
            <p:cNvSpPr/>
            <p:nvPr/>
          </p:nvSpPr>
          <p:spPr bwMode="auto">
            <a:xfrm>
              <a:off x="2141684" y="8013490"/>
              <a:ext cx="13250080" cy="87978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382" tIns="45689" rIns="91382" bIns="45689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780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400" dirty="0" smtClean="0">
                  <a:solidFill>
                    <a:prstClr val="black"/>
                  </a:solidFill>
                  <a:latin typeface="Gill Sans Std ExtraBold" pitchFamily="34" charset="0"/>
                  <a:sym typeface="GillSans" charset="0"/>
                </a:rPr>
                <a:t>PRIORIDADES ESTRATÉGICAS</a:t>
              </a:r>
              <a:endParaRPr lang="pt-BR" sz="2400" dirty="0">
                <a:solidFill>
                  <a:prstClr val="black"/>
                </a:solidFill>
                <a:latin typeface="Gill Sans Std ExtraBold" pitchFamily="34" charset="0"/>
                <a:sym typeface="GillSans" charset="0"/>
              </a:endParaRP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2103444" y="396330"/>
              <a:ext cx="13177067" cy="422104"/>
            </a:xfrm>
            <a:prstGeom prst="rect">
              <a:avLst/>
            </a:prstGeom>
            <a:noFill/>
          </p:spPr>
          <p:txBody>
            <a:bodyPr wrap="square" lIns="91382" tIns="45689" rIns="91382" bIns="45689" rtlCol="0">
              <a:spAutoFit/>
            </a:bodyPr>
            <a:lstStyle/>
            <a:p>
              <a:pPr algn="just" defTabSz="1447307"/>
              <a:r>
                <a:rPr lang="pt-BR" sz="2100" dirty="0" smtClean="0">
                  <a:solidFill>
                    <a:srgbClr val="000000"/>
                  </a:solidFill>
                  <a:latin typeface="Gill Sans Std ExtraBold" pitchFamily="34" charset="0"/>
                </a:rPr>
                <a:t>VISÃO</a:t>
              </a:r>
              <a:r>
                <a:rPr lang="pt-BR" sz="1700" dirty="0" smtClean="0">
                  <a:solidFill>
                    <a:srgbClr val="000000"/>
                  </a:solidFill>
                  <a:latin typeface="Gill Sans Std Light" pitchFamily="34" charset="0"/>
                </a:rPr>
                <a:t>:</a:t>
              </a:r>
              <a:endParaRPr lang="pt-BR" sz="1700" dirty="0">
                <a:solidFill>
                  <a:srgbClr val="000000"/>
                </a:solidFill>
                <a:latin typeface="Gill Sans Std Light" pitchFamily="34" charset="0"/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 rot="16200000">
              <a:off x="-1342476" y="4469556"/>
              <a:ext cx="4847481" cy="998564"/>
            </a:xfrm>
            <a:prstGeom prst="rect">
              <a:avLst/>
            </a:prstGeom>
            <a:noFill/>
          </p:spPr>
          <p:txBody>
            <a:bodyPr wrap="square" lIns="91382" tIns="45689" rIns="91382" bIns="45689" rtlCol="0">
              <a:spAutoFit/>
            </a:bodyPr>
            <a:lstStyle/>
            <a:p>
              <a:pPr algn="ctr" defTabSz="1447307"/>
              <a:r>
                <a:rPr lang="pt-BR" sz="2100" dirty="0">
                  <a:solidFill>
                    <a:prstClr val="black"/>
                  </a:solidFill>
                  <a:latin typeface="Gill Sans Std ExtraBold" pitchFamily="34" charset="0"/>
                </a:rPr>
                <a:t>DIRETRIZES </a:t>
              </a:r>
              <a:r>
                <a:rPr lang="pt-BR" sz="2100" dirty="0" smtClean="0">
                  <a:solidFill>
                    <a:prstClr val="black"/>
                  </a:solidFill>
                  <a:latin typeface="Gill Sans Std ExtraBold" pitchFamily="34" charset="0"/>
                </a:rPr>
                <a:t>ESTRATÉGICAS</a:t>
              </a:r>
            </a:p>
            <a:p>
              <a:pPr algn="ctr" defTabSz="1447307"/>
              <a:endParaRPr lang="pt-BR" sz="2100" dirty="0" smtClean="0">
                <a:solidFill>
                  <a:prstClr val="black"/>
                </a:solidFill>
                <a:latin typeface="Gill Sans Std ExtraBold" pitchFamily="34" charset="0"/>
              </a:endParaRPr>
            </a:p>
            <a:p>
              <a:pPr algn="ctr" defTabSz="1447307"/>
              <a:r>
                <a:rPr lang="pt-BR" sz="1600" dirty="0" smtClean="0">
                  <a:solidFill>
                    <a:prstClr val="black"/>
                  </a:solidFill>
                  <a:latin typeface="Gill Sans MT" pitchFamily="34" charset="0"/>
                </a:rPr>
                <a:t>MARCA, SUSTENTABILIDADE E RELAÇÕES</a:t>
              </a:r>
              <a:endParaRPr lang="pt-BR" sz="1600" dirty="0">
                <a:solidFill>
                  <a:prstClr val="black"/>
                </a:solidFill>
                <a:latin typeface="Gill Sans MT" pitchFamily="34" charset="0"/>
              </a:endParaRPr>
            </a:p>
          </p:txBody>
        </p:sp>
        <p:sp>
          <p:nvSpPr>
            <p:cNvPr id="43" name="Retângulo 42"/>
            <p:cNvSpPr/>
            <p:nvPr/>
          </p:nvSpPr>
          <p:spPr>
            <a:xfrm>
              <a:off x="3398691" y="337677"/>
              <a:ext cx="11498061" cy="1157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1446607"/>
              <a:r>
                <a:rPr lang="pt-BR" sz="1700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Gill Sans Std Light" pitchFamily="34" charset="0"/>
                </a:rPr>
                <a:t>POR NOSSO COMPORTAMENTO EMPRESARIAL PELA QUALIDADE DAS RELAÇÕES QUE ESTABLECEMOS E POR NOSSOS PRODUTOS E SERVIÇOS, SEREMOS UM CONJUNTO DE MARCAS COM FORTE EXPRESSÃO, LOCAL E MUNDIAL, IDENTIFICADAS COM A COMUNIDADE DE PESSOAS QUE SE COMPROMETEM COM A CONSTRUÇÃO DE UM MUNDO MELHOR, ATRAVÉS DA MELHOR RELAÇÃO CONSIGO MESMAS, COM O OUTRO, COM A NATUREZA DA QUAL FAZEM PARTE, COM O TODO.</a:t>
              </a: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2367360" y="2141071"/>
              <a:ext cx="24713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448288"/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FORTALECER O NEGÓCIO  BRASIL – BAU E NOVOS NEGÓCIOS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11512377" y="2414290"/>
              <a:ext cx="36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448288"/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INTERNACIONALIZAÇÃO </a:t>
              </a:r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DA MARCA E DO NEGÓCIO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7119888" y="2167762"/>
              <a:ext cx="30963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8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MANTER </a:t>
              </a:r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VIGOR DE CRESCIMENTO NA LATAM, ALCANÇANDO LIDERANÇA NA VD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grpSp>
          <p:nvGrpSpPr>
            <p:cNvPr id="51" name="Grupo 50"/>
            <p:cNvGrpSpPr/>
            <p:nvPr/>
          </p:nvGrpSpPr>
          <p:grpSpPr>
            <a:xfrm>
              <a:off x="5319688" y="3888778"/>
              <a:ext cx="6812810" cy="3276304"/>
              <a:chOff x="5131614" y="3816770"/>
              <a:chExt cx="6812810" cy="3276304"/>
            </a:xfrm>
          </p:grpSpPr>
          <p:sp>
            <p:nvSpPr>
              <p:cNvPr id="52" name="Retângulo de cantos arredondados 51"/>
              <p:cNvSpPr/>
              <p:nvPr/>
            </p:nvSpPr>
            <p:spPr>
              <a:xfrm>
                <a:off x="5131614" y="3996730"/>
                <a:ext cx="2105565" cy="140409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Retângulo de cantos arredondados 53"/>
              <p:cNvSpPr/>
              <p:nvPr/>
            </p:nvSpPr>
            <p:spPr>
              <a:xfrm>
                <a:off x="6687840" y="4320769"/>
                <a:ext cx="2105565" cy="1404096"/>
              </a:xfrm>
              <a:prstGeom prst="roundRect">
                <a:avLst/>
              </a:prstGeom>
              <a:solidFill>
                <a:schemeClr val="accent6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Retângulo de cantos arredondados 54"/>
              <p:cNvSpPr/>
              <p:nvPr/>
            </p:nvSpPr>
            <p:spPr>
              <a:xfrm>
                <a:off x="5535712" y="5220866"/>
                <a:ext cx="2105565" cy="1404096"/>
              </a:xfrm>
              <a:prstGeom prst="roundRect">
                <a:avLst/>
              </a:prstGeom>
              <a:solidFill>
                <a:schemeClr val="bg2">
                  <a:lumMod val="75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Retângulo de cantos arredondados 55"/>
              <p:cNvSpPr/>
              <p:nvPr/>
            </p:nvSpPr>
            <p:spPr>
              <a:xfrm>
                <a:off x="8299966" y="5220866"/>
                <a:ext cx="2105565" cy="1404096"/>
              </a:xfrm>
              <a:prstGeom prst="roundRect">
                <a:avLst/>
              </a:prstGeom>
              <a:solidFill>
                <a:schemeClr val="accent3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Retângulo de cantos arredondados 56"/>
              <p:cNvSpPr/>
              <p:nvPr/>
            </p:nvSpPr>
            <p:spPr>
              <a:xfrm>
                <a:off x="8416032" y="3816770"/>
                <a:ext cx="2105565" cy="1404096"/>
              </a:xfrm>
              <a:prstGeom prst="roundRect">
                <a:avLst/>
              </a:prstGeom>
              <a:solidFill>
                <a:schemeClr val="accent2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Retângulo de cantos arredondados 57"/>
              <p:cNvSpPr/>
              <p:nvPr/>
            </p:nvSpPr>
            <p:spPr>
              <a:xfrm>
                <a:off x="9496152" y="4788818"/>
                <a:ext cx="2105565" cy="1404096"/>
              </a:xfrm>
              <a:prstGeom prst="roundRect">
                <a:avLst/>
              </a:prstGeom>
              <a:solidFill>
                <a:schemeClr val="bg2">
                  <a:lumMod val="2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CaixaDeTexto 58"/>
              <p:cNvSpPr txBox="1"/>
              <p:nvPr/>
            </p:nvSpPr>
            <p:spPr>
              <a:xfrm>
                <a:off x="5247691" y="4140746"/>
                <a:ext cx="1635185" cy="1094443"/>
              </a:xfrm>
              <a:prstGeom prst="rect">
                <a:avLst/>
              </a:prstGeom>
              <a:noFill/>
            </p:spPr>
            <p:txBody>
              <a:bodyPr wrap="square" lIns="91382" tIns="45689" rIns="91382" bIns="45689" rtlCol="0">
                <a:spAutoFit/>
              </a:bodyPr>
              <a:lstStyle/>
              <a:p>
                <a:pPr defTabSz="1447307"/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M</a:t>
                </a: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odelos comerciais e relacionamento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  <a:p>
                <a:pPr defTabSz="1447307"/>
                <a:endParaRPr lang="pt-BR" sz="16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tângulo 59"/>
              <p:cNvSpPr/>
              <p:nvPr/>
            </p:nvSpPr>
            <p:spPr>
              <a:xfrm>
                <a:off x="7140876" y="4605956"/>
                <a:ext cx="1512168" cy="844270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defTabSz="1580123">
                  <a:spcAft>
                    <a:spcPts val="889"/>
                  </a:spcAft>
                </a:pP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Submarcas, Produtos e Serviços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  <p:sp>
            <p:nvSpPr>
              <p:cNvPr id="61" name="Retângulo 60"/>
              <p:cNvSpPr/>
              <p:nvPr/>
            </p:nvSpPr>
            <p:spPr>
              <a:xfrm>
                <a:off x="8886858" y="4140746"/>
                <a:ext cx="1329374" cy="59409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Eficiência e Produtividade</a:t>
                </a:r>
              </a:p>
            </p:txBody>
          </p:sp>
          <p:sp>
            <p:nvSpPr>
              <p:cNvPr id="62" name="Retângulo 61"/>
              <p:cNvSpPr/>
              <p:nvPr/>
            </p:nvSpPr>
            <p:spPr>
              <a:xfrm>
                <a:off x="10054829" y="5220866"/>
                <a:ext cx="1889595" cy="343925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Inovação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  <p:sp>
            <p:nvSpPr>
              <p:cNvPr id="63" name="Retângulo 62"/>
              <p:cNvSpPr/>
              <p:nvPr/>
            </p:nvSpPr>
            <p:spPr>
              <a:xfrm>
                <a:off x="5733078" y="5400885"/>
                <a:ext cx="1578537" cy="844270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Pessoas e Cultura Organizacional</a:t>
                </a:r>
              </a:p>
            </p:txBody>
          </p:sp>
          <p:sp>
            <p:nvSpPr>
              <p:cNvPr id="64" name="Retângulo 63"/>
              <p:cNvSpPr/>
              <p:nvPr/>
            </p:nvSpPr>
            <p:spPr>
              <a:xfrm>
                <a:off x="8776072" y="5580906"/>
                <a:ext cx="1332580" cy="59409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Infraestrutura </a:t>
                </a: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Física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  <p:sp>
            <p:nvSpPr>
              <p:cNvPr id="65" name="Retângulo de cantos arredondados 64"/>
              <p:cNvSpPr/>
              <p:nvPr/>
            </p:nvSpPr>
            <p:spPr>
              <a:xfrm>
                <a:off x="7030547" y="5688978"/>
                <a:ext cx="2105565" cy="1404096"/>
              </a:xfrm>
              <a:prstGeom prst="roundRect">
                <a:avLst/>
              </a:prstGeom>
              <a:solidFill>
                <a:srgbClr val="FFC00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66" name="Retângulo 65"/>
              <p:cNvSpPr/>
              <p:nvPr/>
            </p:nvSpPr>
            <p:spPr>
              <a:xfrm>
                <a:off x="7534603" y="6076313"/>
                <a:ext cx="1332580" cy="59409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Infraestrutura </a:t>
                </a: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 Digital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</p:grpSp>
      </p:grpSp>
      <p:sp>
        <p:nvSpPr>
          <p:cNvPr id="40" name="Espaço Reservado para Número de Slide 1"/>
          <p:cNvSpPr txBox="1">
            <a:spLocks/>
          </p:cNvSpPr>
          <p:nvPr/>
        </p:nvSpPr>
        <p:spPr>
          <a:xfrm>
            <a:off x="15328801" y="8719278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66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Grupo</a:t>
            </a:r>
            <a:r>
              <a:rPr lang="en-US" dirty="0" smtClean="0">
                <a:latin typeface="Gill Sans Std ExtraBold" pitchFamily="34" charset="0"/>
              </a:rPr>
              <a:t> Natura Brasil</a:t>
            </a:r>
            <a:endParaRPr lang="en-US" i="1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15634" y="5868942"/>
            <a:ext cx="12208921" cy="278347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3700" dirty="0">
                <a:latin typeface="Gill Sans Std Light" pitchFamily="34" charset="0"/>
              </a:rPr>
              <a:t>/ </a:t>
            </a:r>
            <a:r>
              <a:rPr lang="en-US" sz="3700" dirty="0" err="1">
                <a:latin typeface="Gill Sans Std Light" pitchFamily="34" charset="0"/>
              </a:rPr>
              <a:t>Fortalecer</a:t>
            </a:r>
            <a:r>
              <a:rPr lang="en-US" sz="3700" dirty="0">
                <a:latin typeface="Gill Sans Std Light" pitchFamily="34" charset="0"/>
              </a:rPr>
              <a:t> o </a:t>
            </a:r>
            <a:r>
              <a:rPr lang="en-US" sz="3700" dirty="0" err="1">
                <a:latin typeface="Gill Sans Std Light" pitchFamily="34" charset="0"/>
              </a:rPr>
              <a:t>negócio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err="1">
                <a:latin typeface="Gill Sans Std Light" pitchFamily="34" charset="0"/>
              </a:rPr>
              <a:t>atual</a:t>
            </a:r>
            <a:r>
              <a:rPr lang="en-US" sz="3700" dirty="0">
                <a:latin typeface="Gill Sans Std Light" pitchFamily="34" charset="0"/>
              </a:rPr>
              <a:t> no Brasil (CFT-VD)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700" dirty="0">
                <a:latin typeface="Gill Sans Std Light" pitchFamily="34" charset="0"/>
              </a:rPr>
              <a:t>/ </a:t>
            </a:r>
            <a:r>
              <a:rPr lang="en-US" sz="3700" dirty="0" err="1">
                <a:latin typeface="Gill Sans Std Light" pitchFamily="34" charset="0"/>
              </a:rPr>
              <a:t>Ampliação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4000" dirty="0">
                <a:latin typeface="Gill Sans Std Light" pitchFamily="34" charset="0"/>
              </a:rPr>
              <a:t>de </a:t>
            </a:r>
            <a:r>
              <a:rPr lang="en-US" sz="4000" dirty="0" err="1">
                <a:latin typeface="Gill Sans Std Light" pitchFamily="34" charset="0"/>
              </a:rPr>
              <a:t>canais</a:t>
            </a:r>
            <a:r>
              <a:rPr lang="en-US" sz="4000" dirty="0">
                <a:latin typeface="Gill Sans Std Light" pitchFamily="34" charset="0"/>
              </a:rPr>
              <a:t> </a:t>
            </a:r>
            <a:r>
              <a:rPr lang="en-US" sz="3700" dirty="0" smtClean="0">
                <a:latin typeface="Gill Sans Std Light" pitchFamily="34" charset="0"/>
              </a:rPr>
              <a:t>e </a:t>
            </a:r>
            <a:r>
              <a:rPr lang="en-US" sz="3700" dirty="0" err="1">
                <a:latin typeface="Gill Sans Std Light" pitchFamily="34" charset="0"/>
              </a:rPr>
              <a:t>melhoria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err="1">
                <a:latin typeface="Gill Sans Std Light" pitchFamily="34" charset="0"/>
              </a:rPr>
              <a:t>na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err="1">
                <a:latin typeface="Gill Sans Std Light" pitchFamily="34" charset="0"/>
              </a:rPr>
              <a:t>experiência</a:t>
            </a:r>
            <a:r>
              <a:rPr lang="en-US" sz="3700" dirty="0">
                <a:latin typeface="Gill Sans Std Light" pitchFamily="34" charset="0"/>
              </a:rPr>
              <a:t> de </a:t>
            </a:r>
            <a:r>
              <a:rPr lang="en-US" sz="3700" dirty="0" err="1">
                <a:latin typeface="Gill Sans Std Light" pitchFamily="34" charset="0"/>
              </a:rPr>
              <a:t>compra</a:t>
            </a:r>
            <a:endParaRPr lang="en-US" sz="3700" dirty="0">
              <a:latin typeface="Gill Sans Std Light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700" dirty="0">
                <a:latin typeface="Gill Sans Std Light" pitchFamily="34" charset="0"/>
              </a:rPr>
              <a:t>/ </a:t>
            </a:r>
            <a:r>
              <a:rPr lang="en-US" sz="3700" dirty="0" err="1">
                <a:latin typeface="Gill Sans Std Light" pitchFamily="34" charset="0"/>
              </a:rPr>
              <a:t>Novos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err="1">
                <a:latin typeface="Gill Sans Std Light" pitchFamily="34" charset="0"/>
              </a:rPr>
              <a:t>Negócios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smtClean="0">
                <a:latin typeface="Gill Sans Std Light" pitchFamily="34" charset="0"/>
              </a:rPr>
              <a:t>(</a:t>
            </a:r>
            <a:r>
              <a:rPr lang="en-US" sz="3700" dirty="0" err="1" smtClean="0">
                <a:latin typeface="Gill Sans Std Light" pitchFamily="34" charset="0"/>
              </a:rPr>
              <a:t>Novas</a:t>
            </a:r>
            <a:r>
              <a:rPr lang="en-US" sz="3700" dirty="0" smtClean="0">
                <a:latin typeface="Gill Sans Std Light" pitchFamily="34" charset="0"/>
              </a:rPr>
              <a:t> </a:t>
            </a:r>
            <a:r>
              <a:rPr lang="en-US" sz="3700" dirty="0" err="1" smtClean="0">
                <a:latin typeface="Gill Sans Std Light" pitchFamily="34" charset="0"/>
              </a:rPr>
              <a:t>Marcas</a:t>
            </a:r>
            <a:r>
              <a:rPr lang="en-US" sz="3700" dirty="0" smtClean="0">
                <a:latin typeface="Gill Sans Std Light" pitchFamily="34" charset="0"/>
              </a:rPr>
              <a:t> </a:t>
            </a:r>
            <a:r>
              <a:rPr lang="en-US" sz="3700" dirty="0">
                <a:latin typeface="Gill Sans Std Light" pitchFamily="34" charset="0"/>
              </a:rPr>
              <a:t>e </a:t>
            </a:r>
            <a:r>
              <a:rPr lang="en-US" sz="3700" dirty="0" err="1">
                <a:latin typeface="Gill Sans Std Light" pitchFamily="34" charset="0"/>
              </a:rPr>
              <a:t>Categorias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err="1">
                <a:latin typeface="Gill Sans Std Light" pitchFamily="34" charset="0"/>
              </a:rPr>
              <a:t>não</a:t>
            </a:r>
            <a:r>
              <a:rPr lang="en-US" sz="3700" dirty="0">
                <a:latin typeface="Gill Sans Std Light" pitchFamily="34" charset="0"/>
              </a:rPr>
              <a:t> CFT)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700" dirty="0">
                <a:latin typeface="Gill Sans Std Light" pitchFamily="34" charset="0"/>
              </a:rPr>
              <a:t>/ </a:t>
            </a:r>
            <a:r>
              <a:rPr lang="en-US" sz="3700" dirty="0" err="1">
                <a:latin typeface="Gill Sans Std Light" pitchFamily="34" charset="0"/>
              </a:rPr>
              <a:t>Ambições</a:t>
            </a:r>
            <a:r>
              <a:rPr lang="en-US" sz="3700" dirty="0">
                <a:latin typeface="Gill Sans Std Light" pitchFamily="34" charset="0"/>
              </a:rPr>
              <a:t> </a:t>
            </a:r>
            <a:r>
              <a:rPr lang="en-US" sz="3700" dirty="0" err="1">
                <a:latin typeface="Gill Sans Std Light" pitchFamily="34" charset="0"/>
              </a:rPr>
              <a:t>consolidadas</a:t>
            </a:r>
            <a:endParaRPr lang="en-US" sz="37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40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40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4000" dirty="0">
              <a:latin typeface="Gill Sans Std Light" pitchFamily="34" charset="0"/>
            </a:endParaRPr>
          </a:p>
          <a:p>
            <a:pPr marL="0" indent="0">
              <a:buNone/>
            </a:pPr>
            <a:endParaRPr lang="en-US" sz="4000" dirty="0"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0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1146" y="1620479"/>
            <a:ext cx="15481721" cy="727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988" tIns="44125" rIns="87988" bIns="44125" rtlCol="0" anchor="ctr"/>
          <a:lstStyle/>
          <a:p>
            <a:pPr algn="ctr" defTabSz="1395648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>
          <a:xfrm>
            <a:off x="813833" y="756370"/>
            <a:ext cx="14876699" cy="715482"/>
          </a:xfrm>
        </p:spPr>
        <p:txBody>
          <a:bodyPr/>
          <a:lstStyle/>
          <a:p>
            <a:pPr algn="just" defTabSz="879412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DEFENDER A LIDERANÇA NO MERCADO BRASILEIRO DE CFT, RECUPERANDO O PRESTÍGIO DA MARCA NATURA E REFORÇANDO OS SEUS </a:t>
            </a:r>
            <a:r>
              <a:rPr lang="en-US" sz="2900" dirty="0" smtClean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DIFERENCIAIS.</a:t>
            </a:r>
            <a:endParaRPr lang="en-US" sz="2900" dirty="0">
              <a:solidFill>
                <a:schemeClr val="tx1"/>
              </a:solidFill>
              <a:latin typeface="Gill Sans Std" pitchFamily="34" charset="0"/>
              <a:sym typeface="Gill Sans" charset="0"/>
            </a:endParaRPr>
          </a:p>
          <a:p>
            <a:pPr algn="just" defTabSz="879412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729" y="1808733"/>
            <a:ext cx="6522169" cy="3940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9889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CENÁRIOS INTERNO E EXTERNO</a:t>
            </a:r>
            <a:endParaRPr lang="en-US" sz="1700" i="1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</p:txBody>
      </p:sp>
      <p:sp>
        <p:nvSpPr>
          <p:cNvPr id="20" name="Title 5"/>
          <p:cNvSpPr txBox="1">
            <a:spLocks/>
          </p:cNvSpPr>
          <p:nvPr/>
        </p:nvSpPr>
        <p:spPr>
          <a:xfrm>
            <a:off x="806130" y="108302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2D2D2A"/>
                </a:solidFill>
                <a:latin typeface="Gill Sans Std" pitchFamily="34" charset="0"/>
              </a:rPr>
              <a:t>// </a:t>
            </a:r>
            <a:r>
              <a:rPr lang="en-US" sz="3700" dirty="0" smtClean="0">
                <a:solidFill>
                  <a:srgbClr val="2D2D2A"/>
                </a:solidFill>
                <a:latin typeface="Gill Sans Std" pitchFamily="34" charset="0"/>
              </a:rPr>
              <a:t>GRUPO NATURA BRASIL</a:t>
            </a:r>
            <a:endParaRPr lang="en-US" sz="3700" dirty="0">
              <a:solidFill>
                <a:srgbClr val="2D2D2A"/>
              </a:solidFill>
              <a:latin typeface="Gill Sans Std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83289" y="2199711"/>
            <a:ext cx="15105570" cy="7120241"/>
          </a:xfrm>
          <a:prstGeom prst="rect">
            <a:avLst/>
          </a:prstGeom>
          <a:noFill/>
        </p:spPr>
        <p:txBody>
          <a:bodyPr wrap="square" lIns="48463" tIns="24300" rIns="48463" bIns="24300" rtlCol="0">
            <a:spAutoFit/>
          </a:bodyPr>
          <a:lstStyle/>
          <a:p>
            <a:pPr algn="just" defTabSz="769881">
              <a:lnSpc>
                <a:spcPct val="150000"/>
              </a:lnSpc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// A instabilidade do cenário econômico brasileiro, associada ao endividamento e à baixa confiança do consumidor, influencia a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retração da cesta e da frequência de compra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s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. </a:t>
            </a:r>
            <a:r>
              <a:rPr lang="pt-BR" sz="210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O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mercado CFT no Brasil apresenta um CAGR projetado de 10,4% para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2019.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 Std Bold" charset="0"/>
            </a:endParaRPr>
          </a:p>
          <a:p>
            <a:pPr algn="just" defTabSz="769881">
              <a:lnSpc>
                <a:spcPct val="150000"/>
              </a:lnSpc>
            </a:pPr>
            <a:endParaRPr lang="pt-BR" sz="2100" dirty="0" smtClean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 Std Bold" charset="0"/>
            </a:endParaRPr>
          </a:p>
          <a:p>
            <a:pPr algn="just" defTabSz="769881">
              <a:lnSpc>
                <a:spcPct val="150000"/>
              </a:lnSpc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// O</a:t>
            </a:r>
            <a:r>
              <a:rPr lang="pt-BR" sz="2100" kern="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pt-BR" sz="2100" b="1" kern="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crescimento da Classe AB e a racionalização do consumo pela classe C exigem novos posicionamentos de marca(s), </a:t>
            </a:r>
            <a:r>
              <a:rPr lang="pt-BR" sz="2100" kern="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particularmente no que concerne a equação de valor. O mercado busca a sofisticação de ofertas que transcendam as características do produto, valorizando aspectos como  a experiência e a customização.</a:t>
            </a:r>
          </a:p>
          <a:p>
            <a:pPr marL="0" lvl="1" defTabSz="1444382">
              <a:spcBef>
                <a:spcPts val="598"/>
              </a:spcBef>
              <a:spcAft>
                <a:spcPts val="598"/>
              </a:spcAft>
            </a:pPr>
            <a:endParaRPr lang="pt-BR" sz="2100" dirty="0" smtClean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 Std Bold" charset="0"/>
            </a:endParaRPr>
          </a:p>
          <a:p>
            <a:pPr marL="0" lvl="1" defTabSz="1444382">
              <a:spcBef>
                <a:spcPts val="598"/>
              </a:spcBef>
              <a:spcAft>
                <a:spcPts val="598"/>
              </a:spcAft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//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O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desenvolvimento socioeconômico impacta a Venda Direta </a:t>
            </a:r>
            <a:r>
              <a:rPr lang="pt-BR" sz="2100" b="1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Tradicional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,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pois:</a:t>
            </a:r>
          </a:p>
          <a:p>
            <a:pPr marL="718086" lvl="2" defTabSz="1444382">
              <a:spcBef>
                <a:spcPts val="598"/>
              </a:spcBef>
              <a:spcAft>
                <a:spcPts val="598"/>
              </a:spcAft>
              <a:buSzPct val="100000"/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- O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Cliente (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shopper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) de classes mais altas apresentam maiores exigências, como necessidade experimentação, prazer em comprar e diferentes formas de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pagamento.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718086" lvl="2" defTabSz="1444382">
              <a:spcBef>
                <a:spcPts val="598"/>
              </a:spcBef>
              <a:spcAft>
                <a:spcPts val="598"/>
              </a:spcAft>
              <a:buSzPct val="100000"/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- Aumenta a concorrência. Novas lojas e marcas especializadas trazem proposta mais sofisticada; farmácias aumentam espaço destinado a cosméticos e as franquias crescem sua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capilaridade.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718086" lvl="2" defTabSz="1444382">
              <a:spcBef>
                <a:spcPts val="598"/>
              </a:spcBef>
              <a:spcAft>
                <a:spcPts val="598"/>
              </a:spcAft>
              <a:buSzPct val="100000"/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- Reduz a atratividade financeira da atividade de consultoria, pois: o desemprego diminui;  há mais mulheres inseridas no mercado de trabalho; e a remuneração média de outras profissões aumenta enquanto o ganho da CN revendendo Natura diminui. Com isso, piora o perfil de entrada de nossas Consultoras, aumentando o </a:t>
            </a:r>
            <a:r>
              <a:rPr lang="pt-BR" sz="2100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gap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com o Cliente, principalmente com as classes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AB.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769881">
              <a:lnSpc>
                <a:spcPct val="150000"/>
              </a:lnSpc>
            </a:pPr>
            <a:endParaRPr lang="pt-BR" sz="2100" dirty="0" smtClean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 Std Bold" charset="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marL="0" indent="0" algn="l" defTabSz="1399293" rtl="0" eaLnBrk="0" latinLnBrk="0" hangingPunct="0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Calibri" panose="020F0502020204030204" pitchFamily="34" charset="0"/>
              <a:buNone/>
              <a:defRPr sz="4300" b="0" i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99293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ts val="951"/>
              </a:spcAft>
              <a:buFont typeface="Calibri" panose="020F0502020204030204" pitchFamily="34" charset="0"/>
              <a:buNone/>
              <a:defRPr sz="4300" b="1" i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99293" rtl="0" eaLnBrk="0" latinLnBrk="0" hangingPunct="0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99293" rtl="0" eaLnBrk="0" latinLnBrk="0" hangingPunct="0">
              <a:lnSpc>
                <a:spcPct val="110000"/>
              </a:lnSpc>
              <a:spcBef>
                <a:spcPts val="0"/>
              </a:spcBef>
              <a:buFont typeface="Calibri" panose="020F0502020204030204" pitchFamily="34" charset="0"/>
              <a:buNone/>
              <a:defRPr sz="4300" b="1" i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99293" rtl="0" eaLnBrk="0" latinLnBrk="0" hangingPunct="0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16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05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351146" y="7332867"/>
            <a:ext cx="15481721" cy="1344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988" tIns="44125" rIns="87988" bIns="44125" rtlCol="0" anchor="ctr"/>
          <a:lstStyle/>
          <a:p>
            <a:pPr algn="ctr" defTabSz="1395648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21" name="Rectangle 17"/>
          <p:cNvSpPr/>
          <p:nvPr/>
        </p:nvSpPr>
        <p:spPr>
          <a:xfrm>
            <a:off x="740132" y="7356343"/>
            <a:ext cx="7315860" cy="712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9889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INDICADORES</a:t>
            </a:r>
            <a:r>
              <a:rPr lang="en-US" sz="1700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 :</a:t>
            </a:r>
          </a:p>
          <a:p>
            <a:pPr marL="2521" lvl="3" indent="-2521" defTabSz="1398893">
              <a:lnSpc>
                <a:spcPct val="120000"/>
              </a:lnSpc>
              <a:buFont typeface="Calibri" panose="020F0502020204030204" pitchFamily="34" charset="0"/>
              <a:buChar char="​"/>
            </a:pPr>
            <a:endParaRPr lang="en-US" sz="1700" i="1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351146" y="1588626"/>
            <a:ext cx="15481721" cy="55764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988" tIns="44125" rIns="87988" bIns="44125" rtlCol="0" anchor="ctr"/>
          <a:lstStyle/>
          <a:p>
            <a:pPr algn="ctr" defTabSz="1395648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12" name="Rectangle 17"/>
          <p:cNvSpPr/>
          <p:nvPr/>
        </p:nvSpPr>
        <p:spPr>
          <a:xfrm>
            <a:off x="495157" y="1764487"/>
            <a:ext cx="15193689" cy="5360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DIRECIONADORES</a:t>
            </a:r>
            <a:r>
              <a:rPr lang="en-US" sz="1700" i="1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:</a:t>
            </a: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endParaRPr lang="en-US" sz="1600" i="1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1.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Recuperar o prestigio 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 reposicionar a marca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Natura reforçando os nossos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diferenciais.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2.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Evoluir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a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experiência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da VD 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ajustar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o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modelo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comercial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para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oferecer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experiências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compras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sedutoras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para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o shopper 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mais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atrativas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para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a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consultora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</a:t>
            </a: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3.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Investir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em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segmentação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,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individualização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digitalização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das </a:t>
            </a:r>
            <a:r>
              <a:rPr lang="en-US" sz="2100" dirty="0" err="1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ofertas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evoluções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dos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componentes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do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modelo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comercial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</a:t>
            </a:r>
          </a:p>
          <a:p>
            <a:pPr marL="0" lvl="3" algn="just" defTabSz="1398893">
              <a:lnSpc>
                <a:spcPts val="2200"/>
              </a:lnSpc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algn="just" defTabSz="1398893">
              <a:lnSpc>
                <a:spcPts val="22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4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Garantir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a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efetividade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comunicação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com o 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CF.</a:t>
            </a: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0" lvl="3" algn="just" defTabSz="1398893">
              <a:lnSpc>
                <a:spcPts val="2200"/>
              </a:lnSpc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0" lvl="3" algn="just" defTabSz="1398893">
              <a:lnSpc>
                <a:spcPts val="2200"/>
              </a:lnSpc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5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Elevar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o valor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relacionamento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em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nossa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forma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fazer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negócio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,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fortalecendo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a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lealdade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com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todos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públicos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,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em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particular com as CNs, CNOs e CNDs. </a:t>
            </a:r>
          </a:p>
          <a:p>
            <a:pPr marL="0" lvl="3" algn="just" defTabSz="1398893">
              <a:lnSpc>
                <a:spcPts val="2200"/>
              </a:lnSpc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0" lvl="3" algn="just" defTabSz="1398893">
              <a:lnSpc>
                <a:spcPts val="2200"/>
              </a:lnSpc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6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Garantir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patamares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diferenciados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nível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serviços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ganhos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contínuos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de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produtividade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em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toda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a </a:t>
            </a:r>
            <a:r>
              <a:rPr lang="en-US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operação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do </a:t>
            </a:r>
            <a:r>
              <a:rPr lang="en-US" sz="2100" dirty="0" err="1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negócio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</a:t>
            </a: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0" lvl="3" algn="just" defTabSz="1398893">
              <a:lnSpc>
                <a:spcPts val="2200"/>
              </a:lnSpc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0" lvl="3" algn="just" defTabSz="1398893">
              <a:lnSpc>
                <a:spcPts val="2200"/>
              </a:lnSpc>
            </a:pP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7</a:t>
            </a:r>
            <a:r>
              <a:rPr lang="en-US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Ter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um </a:t>
            </a:r>
            <a:r>
              <a:rPr lang="pt-BR" sz="2100" dirty="0" err="1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mix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de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portfólio com inovações mais relevantes, refletidos por produtos de qualidade diferenciada que assegurem suficiência para nossas ambições de negócio TBL e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equity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em todas as categorias e marcas, customizado pela necessidade de diferentes públicos e canais (e seus segmentos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).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</p:txBody>
      </p:sp>
      <p:sp>
        <p:nvSpPr>
          <p:cNvPr id="14" name="CaixaDeTexto 1"/>
          <p:cNvSpPr txBox="1">
            <a:spLocks noChangeArrowheads="1"/>
          </p:cNvSpPr>
          <p:nvPr/>
        </p:nvSpPr>
        <p:spPr bwMode="auto">
          <a:xfrm>
            <a:off x="567174" y="7732824"/>
            <a:ext cx="6552714" cy="88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7071" tIns="97071" rIns="97071" bIns="97071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just" defTabSz="1400647" eaLnBrk="1" hangingPunct="1"/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1. </a:t>
            </a:r>
            <a:r>
              <a:rPr lang="pt-BR" sz="2100" dirty="0" err="1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Ebtida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Societário – Brasil (CFT-VD)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00647" eaLnBrk="1" hangingPunct="1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2. Market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Share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CFT alvo – Grupo Natura Brasil (CFT)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</p:txBody>
      </p:sp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7735564" y="7486362"/>
            <a:ext cx="5865044" cy="104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7071" tIns="97071" rIns="97071" bIns="97071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just" defTabSz="1400647" eaLnBrk="1" hangingPunct="1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3. Receita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Bruta Marca Natura - Brasil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CFT VD</a:t>
            </a:r>
          </a:p>
          <a:p>
            <a:pPr algn="just" defTabSz="1400647" eaLnBrk="1" hangingPunct="1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4. Preferência de Marca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– Marca Natura Brasil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00647" eaLnBrk="1" hangingPunct="1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5. Emissão de Carbono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– Marca Natura Brasil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</p:txBody>
      </p:sp>
      <p:sp>
        <p:nvSpPr>
          <p:cNvPr id="13" name="Title 5"/>
          <p:cNvSpPr txBox="1">
            <a:spLocks/>
          </p:cNvSpPr>
          <p:nvPr/>
        </p:nvSpPr>
        <p:spPr>
          <a:xfrm>
            <a:off x="806130" y="108302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2D2D2A"/>
                </a:solidFill>
                <a:latin typeface="Gill Sans Std" pitchFamily="34" charset="0"/>
              </a:rPr>
              <a:t>// FORTALECER NEGÓCIO ATUAL BRASIL (CFT – VD)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idx="10"/>
          </p:nvPr>
        </p:nvSpPr>
        <p:spPr>
          <a:xfrm>
            <a:off x="813833" y="756370"/>
            <a:ext cx="14876699" cy="715482"/>
          </a:xfrm>
        </p:spPr>
        <p:txBody>
          <a:bodyPr/>
          <a:lstStyle/>
          <a:p>
            <a:pPr algn="just" defTabSz="879412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DEFENDER A LIDERANÇA NO MERCADO BRASILEIRO DE CFT, RECUPERANDO O PRESTÍGIO DA MARCA NATURA E REFORÇANDO OS SEUS </a:t>
            </a:r>
            <a:r>
              <a:rPr lang="en-US" sz="2900" dirty="0" smtClean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DIFERENCIAIS.</a:t>
            </a:r>
            <a:endParaRPr lang="en-US" sz="2900" dirty="0">
              <a:solidFill>
                <a:schemeClr val="tx1"/>
              </a:solidFill>
              <a:latin typeface="Gill Sans Std" pitchFamily="34" charset="0"/>
              <a:sym typeface="Gill Sans" charset="0"/>
            </a:endParaRPr>
          </a:p>
          <a:p>
            <a:pPr algn="just" defTabSz="879412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 </a:t>
            </a: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marL="0" indent="0" algn="l" defTabSz="1399293" rtl="0" eaLnBrk="0" latinLnBrk="0" hangingPunct="0">
              <a:lnSpc>
                <a:spcPct val="120000"/>
              </a:lnSpc>
              <a:spcBef>
                <a:spcPts val="951"/>
              </a:spcBef>
              <a:spcAft>
                <a:spcPts val="1902"/>
              </a:spcAft>
              <a:buFont typeface="Calibri" panose="020F0502020204030204" pitchFamily="34" charset="0"/>
              <a:buNone/>
              <a:defRPr sz="4300" b="0" i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99293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ts val="951"/>
              </a:spcAft>
              <a:buFont typeface="Calibri" panose="020F0502020204030204" pitchFamily="34" charset="0"/>
              <a:buNone/>
              <a:defRPr sz="4300" b="1" i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99293" rtl="0" eaLnBrk="0" latinLnBrk="0" hangingPunct="0">
              <a:lnSpc>
                <a:spcPct val="120000"/>
              </a:lnSpc>
              <a:spcBef>
                <a:spcPts val="951"/>
              </a:spcBef>
              <a:spcAft>
                <a:spcPts val="951"/>
              </a:spcAft>
              <a:buFont typeface="Calibri" panose="020F050202020403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99293" rtl="0" eaLnBrk="0" latinLnBrk="0" hangingPunct="0">
              <a:lnSpc>
                <a:spcPct val="110000"/>
              </a:lnSpc>
              <a:spcBef>
                <a:spcPts val="0"/>
              </a:spcBef>
              <a:buFont typeface="Calibri" panose="020F0502020204030204" pitchFamily="34" charset="0"/>
              <a:buNone/>
              <a:defRPr sz="4300" b="1" i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99293" rtl="0" eaLnBrk="0" latinLnBrk="0" hangingPunct="0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99293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17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1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Alcançar</a:t>
            </a:r>
            <a:r>
              <a:rPr lang="en-US" dirty="0" smtClean="0">
                <a:latin typeface="Gill Sans Std ExtraBold" pitchFamily="34" charset="0"/>
              </a:rPr>
              <a:t> a </a:t>
            </a:r>
            <a:r>
              <a:rPr lang="en-US" dirty="0" err="1">
                <a:latin typeface="Gill Sans Std ExtraBold" pitchFamily="34" charset="0"/>
              </a:rPr>
              <a:t>L</a:t>
            </a:r>
            <a:r>
              <a:rPr lang="en-US" dirty="0" err="1" smtClean="0">
                <a:latin typeface="Gill Sans Std ExtraBold" pitchFamily="34" charset="0"/>
              </a:rPr>
              <a:t>iderança</a:t>
            </a:r>
            <a:r>
              <a:rPr lang="en-US" dirty="0" smtClean="0">
                <a:latin typeface="Gill Sans Std ExtraBold" pitchFamily="34" charset="0"/>
              </a:rPr>
              <a:t> </a:t>
            </a:r>
            <a:r>
              <a:rPr lang="en-US" dirty="0" err="1" smtClean="0">
                <a:latin typeface="Gill Sans Std ExtraBold" pitchFamily="34" charset="0"/>
              </a:rPr>
              <a:t>na</a:t>
            </a:r>
            <a:r>
              <a:rPr lang="en-US" dirty="0" smtClean="0">
                <a:latin typeface="Gill Sans Std ExtraBold" pitchFamily="34" charset="0"/>
              </a:rPr>
              <a:t/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smtClean="0">
                <a:latin typeface="Gill Sans Std ExtraBold" pitchFamily="34" charset="0"/>
              </a:rPr>
              <a:t>LATAM</a:t>
            </a:r>
            <a:endParaRPr lang="en-US" i="1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81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23159" y="2123373"/>
            <a:ext cx="15481716" cy="6625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866" tIns="45449" rIns="90866" bIns="45449" rtlCol="0" anchor="ctr"/>
          <a:lstStyle/>
          <a:p>
            <a:pPr algn="ctr" defTabSz="1439230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>
          <a:xfrm>
            <a:off x="676188" y="959106"/>
            <a:ext cx="14876699" cy="1237439"/>
          </a:xfrm>
        </p:spPr>
        <p:txBody>
          <a:bodyPr/>
          <a:lstStyle/>
          <a:p>
            <a:pPr algn="just" defTabSz="906867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</a:rPr>
              <a:t>ALCANÇAR A LIDERANÇA NA VENDA DIRETA LATAM POR MEIO DA CONSTRUÇÃO DE MARCA, CRESCIMENTO ACELERADO DO CANAL E GESTÃO DE NEGÓCIOS E PORTFÓLIOS ADEQUADOS À REGIÃO.</a:t>
            </a:r>
            <a:endParaRPr lang="en-US" sz="2900" dirty="0">
              <a:solidFill>
                <a:schemeClr val="tx1"/>
              </a:solidFill>
              <a:latin typeface="Gill Sans Std" pitchFamily="34" charset="0"/>
              <a:sym typeface="Gill Sans" charset="0"/>
            </a:endParaRPr>
          </a:p>
        </p:txBody>
      </p:sp>
      <p:sp>
        <p:nvSpPr>
          <p:cNvPr id="20" name="Title 5"/>
          <p:cNvSpPr txBox="1">
            <a:spLocks/>
          </p:cNvSpPr>
          <p:nvPr/>
        </p:nvSpPr>
        <p:spPr>
          <a:xfrm>
            <a:off x="813882" y="34429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2D2D2A"/>
                </a:solidFill>
                <a:latin typeface="Gill Sans Std" pitchFamily="34" charset="0"/>
              </a:rPr>
              <a:t>// ALCANÇAR A LIDERANÇA NA VD NA LATAM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83281" y="2891599"/>
            <a:ext cx="15033561" cy="5469179"/>
          </a:xfrm>
          <a:prstGeom prst="rect">
            <a:avLst/>
          </a:prstGeom>
          <a:noFill/>
        </p:spPr>
        <p:txBody>
          <a:bodyPr wrap="square" lIns="49952" tIns="25035" rIns="49952" bIns="25035" rtlCol="0">
            <a:spAutoFit/>
          </a:bodyPr>
          <a:lstStyle/>
          <a:p>
            <a:pPr algn="just" defTabSz="793902">
              <a:lnSpc>
                <a:spcPct val="150000"/>
              </a:lnSpc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// Excetuando-se a Argentina, a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América Latina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apresenta um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cenário econômico favorável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, com diminuição da taxa de desemprego e aumento da renda média. Nesse contexto, o</a:t>
            </a:r>
            <a:r>
              <a:rPr lang="pt-PT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México vem se destacando pela representividade do mercado CFT  (USD10,8 Bi 42% da região), seguido por Argentina (USD 5,7 Bi) e Colômbia (USD 4,1Bi). </a:t>
            </a:r>
          </a:p>
          <a:p>
            <a:pPr algn="just" defTabSz="793902">
              <a:lnSpc>
                <a:spcPct val="150000"/>
              </a:lnSpc>
            </a:pPr>
            <a:r>
              <a:rPr lang="pt-PT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</a:p>
          <a:p>
            <a:pPr algn="just" defTabSz="793902">
              <a:lnSpc>
                <a:spcPct val="150000"/>
              </a:lnSpc>
            </a:pPr>
            <a:r>
              <a:rPr lang="pt-PT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// 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A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venda direta apresenta um maior crescimento em relação ao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retail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 no Chile, Colômbia e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Peru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enquanto 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 Std Bold" charset="0"/>
              </a:rPr>
              <a:t>Argentina e México é menor. </a:t>
            </a:r>
            <a:r>
              <a:rPr lang="pt-PT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 participação da Venda Direta segue mais forte no Peru (36%) e Colômbia (32%), seguido pelo México (24%), Argentina (21%) e Chile (17%),  este último crescendo de maneira relevante nos últimos 5 anos </a:t>
            </a:r>
            <a:r>
              <a:rPr lang="en-US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(CAGR 14,5% VD vs12,5% Retail). </a:t>
            </a:r>
            <a:endParaRPr lang="pt-PT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793902">
              <a:lnSpc>
                <a:spcPct val="150000"/>
              </a:lnSpc>
            </a:pPr>
            <a:endParaRPr lang="pt-PT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793902">
              <a:lnSpc>
                <a:spcPct val="150000"/>
              </a:lnSpc>
            </a:pPr>
            <a:r>
              <a:rPr lang="pt-PT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//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Natura é líder no ranking de venda direta no Chile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 ocupa a 2 ª posição na Argentina, reduzindo a diferença com a líder Avon; no Peru ocupa a 4ª posição, classificação explicada pela alta competitividade do canal. No México e na Colômbia o crescimento Natura é forte, mas ainda com baixa participação.</a:t>
            </a:r>
          </a:p>
        </p:txBody>
      </p:sp>
      <p:sp>
        <p:nvSpPr>
          <p:cNvPr id="14" name="Rectangle 17"/>
          <p:cNvSpPr/>
          <p:nvPr/>
        </p:nvSpPr>
        <p:spPr>
          <a:xfrm>
            <a:off x="581729" y="2315436"/>
            <a:ext cx="6522169" cy="412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2566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200" b="1" i="1" dirty="0">
                <a:solidFill>
                  <a:srgbClr val="696969">
                    <a:lumMod val="50000"/>
                  </a:srgbClr>
                </a:solidFill>
                <a:latin typeface="Gill Sans Std" pitchFamily="34" charset="0"/>
              </a:rPr>
              <a:t>CENÁRIOS INTERNO E EXTERNO</a:t>
            </a:r>
            <a:endParaRPr lang="en-US" sz="1700" dirty="0">
              <a:solidFill>
                <a:srgbClr val="696969"/>
              </a:solidFill>
              <a:latin typeface="Gill Sans Std" pitchFamily="34" charset="0"/>
            </a:endParaRPr>
          </a:p>
        </p:txBody>
      </p:sp>
      <p:sp>
        <p:nvSpPr>
          <p:cNvPr id="9" name="Espaço Reservado para Número de Slide 3"/>
          <p:cNvSpPr txBox="1">
            <a:spLocks/>
          </p:cNvSpPr>
          <p:nvPr/>
        </p:nvSpPr>
        <p:spPr bwMode="auto">
          <a:xfrm>
            <a:off x="12465513" y="8713766"/>
            <a:ext cx="3792539" cy="48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07" tIns="43773" rIns="87307" bIns="43773"/>
          <a:lstStyle>
            <a:lvl1pPr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317160D7-1AE8-4AB6-8B8A-E2C555A0D007}" type="slidenum">
              <a:rPr lang="pt-BR" sz="1600">
                <a:solidFill>
                  <a:srgbClr val="7F7F7F"/>
                </a:solidFill>
                <a:latin typeface="Gill Sans Std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pt-BR" sz="1600" dirty="0">
              <a:solidFill>
                <a:srgbClr val="7F7F7F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41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/>
        </p:nvSpPr>
        <p:spPr>
          <a:xfrm>
            <a:off x="423159" y="1639917"/>
            <a:ext cx="15481716" cy="5623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866" tIns="45449" rIns="90866" bIns="45449" rtlCol="0" anchor="ctr"/>
          <a:lstStyle/>
          <a:p>
            <a:pPr algn="ctr" defTabSz="1439230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423159" y="7453118"/>
            <a:ext cx="15481716" cy="1403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866" tIns="45449" rIns="90866" bIns="45449" rtlCol="0" anchor="ctr"/>
          <a:lstStyle/>
          <a:p>
            <a:pPr algn="ctr" defTabSz="1439230"/>
            <a:endParaRPr lang="pt-BR" dirty="0" err="1">
              <a:solidFill>
                <a:srgbClr val="D1D1D1">
                  <a:lumMod val="25000"/>
                </a:srgbClr>
              </a:solidFill>
              <a:latin typeface="Arial"/>
            </a:endParaRPr>
          </a:p>
        </p:txBody>
      </p:sp>
      <p:sp>
        <p:nvSpPr>
          <p:cNvPr id="21" name="Rectangle 17"/>
          <p:cNvSpPr/>
          <p:nvPr/>
        </p:nvSpPr>
        <p:spPr>
          <a:xfrm>
            <a:off x="711170" y="7468941"/>
            <a:ext cx="5760646" cy="1357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2566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INDICADORES</a:t>
            </a:r>
            <a:r>
              <a:rPr lang="en-US" sz="2100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 :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44382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1. Receita Bruta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– Marca Natura Latam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44382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2.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Ebtida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Pro-forma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– Marca Natura Latam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44382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3. Market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Share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CFT – Marca Natura Latam</a:t>
            </a:r>
            <a:endParaRPr lang="en-US" sz="2100" i="1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</p:txBody>
      </p:sp>
      <p:sp>
        <p:nvSpPr>
          <p:cNvPr id="12" name="Rectangle 17"/>
          <p:cNvSpPr/>
          <p:nvPr/>
        </p:nvSpPr>
        <p:spPr>
          <a:xfrm>
            <a:off x="600941" y="1764482"/>
            <a:ext cx="15015892" cy="4385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en-US" sz="22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DIRECIONADORES</a:t>
            </a:r>
            <a:r>
              <a:rPr lang="en-US" sz="22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:</a:t>
            </a: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1. Fortalecer o posicionamento da Marca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Natura.</a:t>
            </a: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2. Garantir uma rápida expansão do canal para aumentar a quantidade de disponíveis em 2019.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3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 Ampliar a competitividade do negócio por meio de investimentos concentrados em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PCNs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prioritários e foco na comunicação dos diferenciais de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valor.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4.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Ajustar e maximizar modelos comerciais (RRS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 CNO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) investindo em plataformas digitais, serviços diferenciados e aproximação com CF, evoluindo para modelo de VD Digital.</a:t>
            </a:r>
          </a:p>
          <a:p>
            <a:pPr marL="2521" lvl="3" indent="-2521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2521" lvl="3" indent="-2521" algn="just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5.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Gestão de categorias foco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(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perfumaria, maquiagem, rosto e corpo), garantindo um portfólio relevante e adequado às necessidades regionais.</a:t>
            </a:r>
          </a:p>
          <a:p>
            <a:pPr marL="2521" lvl="3" indent="-2521" algn="just" defTabSz="1442566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en-US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  <a:p>
            <a:pPr marL="0" lvl="3" defTabSz="1442566">
              <a:lnSpc>
                <a:spcPts val="1799"/>
              </a:lnSpc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6. Flexibilizar a cadeia produtiva, com ganhos de eficiência, produtividade e melhoria dos níveis de serviço através evolução da infraestrutura física e digital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</a:t>
            </a:r>
          </a:p>
          <a:p>
            <a:pPr marL="0" lvl="3" defTabSz="1442566">
              <a:lnSpc>
                <a:spcPts val="1799"/>
              </a:lnSpc>
            </a:pP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marL="0" lvl="3" defTabSz="1442566">
              <a:lnSpc>
                <a:spcPts val="1799"/>
              </a:lnSpc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7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Ocupar novos segmentos de mercado CFT e não CFT com nova arquitetura de marcas (Ginga, Lá em Casa, etc.).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</p:txBody>
      </p:sp>
      <p:sp>
        <p:nvSpPr>
          <p:cNvPr id="13" name="Title 5"/>
          <p:cNvSpPr txBox="1">
            <a:spLocks/>
          </p:cNvSpPr>
          <p:nvPr/>
        </p:nvSpPr>
        <p:spPr>
          <a:xfrm>
            <a:off x="813882" y="34429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2D2D2A"/>
                </a:solidFill>
                <a:latin typeface="Gill Sans Std" pitchFamily="34" charset="0"/>
              </a:rPr>
              <a:t>// ALCANÇAR A LIDERANÇA NA VD NA LATAM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idx="10"/>
          </p:nvPr>
        </p:nvSpPr>
        <p:spPr>
          <a:xfrm>
            <a:off x="415087" y="900396"/>
            <a:ext cx="15417774" cy="1093075"/>
          </a:xfrm>
        </p:spPr>
        <p:txBody>
          <a:bodyPr/>
          <a:lstStyle/>
          <a:p>
            <a:pPr algn="just" defTabSz="906867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</a:rPr>
              <a:t>ALCANÇAR A LIDERANÇA NA VENDA DIRETA LATAM POR MEIO DA CONSTRUÇÃO DE MARCA, CRESCIMENTO ACELERADO DO CANAL E GESTÃO DE NEGÓCIOS E PORTFÓLIOS ADEQUADOS À REGIÃO.</a:t>
            </a:r>
            <a:endParaRPr lang="en-US" sz="2900" dirty="0">
              <a:solidFill>
                <a:schemeClr val="tx1"/>
              </a:solidFill>
              <a:latin typeface="Gill Sans Std" pitchFamily="34" charset="0"/>
              <a:sym typeface="Gill Sans" charset="0"/>
            </a:endParaRPr>
          </a:p>
        </p:txBody>
      </p:sp>
      <p:sp>
        <p:nvSpPr>
          <p:cNvPr id="9" name="Rectangle 17"/>
          <p:cNvSpPr/>
          <p:nvPr/>
        </p:nvSpPr>
        <p:spPr>
          <a:xfrm>
            <a:off x="7422397" y="7522290"/>
            <a:ext cx="6939385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 defTabSz="1444382"/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44382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4.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Disponíveis – Marca Natura Latam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1444382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5. Preferência de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Marca – Marca Natura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Latam</a:t>
            </a:r>
          </a:p>
          <a:p>
            <a:pPr algn="just" defTabSz="1444382"/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6. Emissão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relativa de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Carbono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– Marca Natura Latam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</p:txBody>
      </p:sp>
      <p:sp>
        <p:nvSpPr>
          <p:cNvPr id="14" name="Espaço Reservado para Número de Slide 3"/>
          <p:cNvSpPr txBox="1">
            <a:spLocks/>
          </p:cNvSpPr>
          <p:nvPr/>
        </p:nvSpPr>
        <p:spPr bwMode="auto">
          <a:xfrm>
            <a:off x="12465513" y="8713766"/>
            <a:ext cx="3792539" cy="48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07" tIns="43773" rIns="87307" bIns="43773"/>
          <a:lstStyle>
            <a:lvl1pPr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317160D7-1AE8-4AB6-8B8A-E2C555A0D007}" type="slidenum">
              <a:rPr lang="pt-BR" sz="1600">
                <a:solidFill>
                  <a:srgbClr val="7F7F7F"/>
                </a:solidFill>
                <a:latin typeface="Gill Sans Std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pt-BR" sz="1600" dirty="0">
              <a:solidFill>
                <a:srgbClr val="7F7F7F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0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Expandir</a:t>
            </a:r>
            <a:r>
              <a:rPr lang="en-US" dirty="0" smtClean="0">
                <a:latin typeface="Gill Sans Std ExtraBold" pitchFamily="34" charset="0"/>
              </a:rPr>
              <a:t> </a:t>
            </a:r>
            <a:r>
              <a:rPr lang="en-US" dirty="0" err="1" smtClean="0">
                <a:latin typeface="Gill Sans Std ExtraBold" pitchFamily="34" charset="0"/>
              </a:rPr>
              <a:t>em</a:t>
            </a:r>
            <a:r>
              <a:rPr lang="en-US" dirty="0" smtClean="0">
                <a:latin typeface="Gill Sans Std ExtraBold" pitchFamily="34" charset="0"/>
              </a:rPr>
              <a:t> 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outras</a:t>
            </a:r>
            <a:r>
              <a:rPr lang="en-US" dirty="0" smtClean="0">
                <a:latin typeface="Gill Sans Std ExtraBold" pitchFamily="34" charset="0"/>
              </a:rPr>
              <a:t> </a:t>
            </a:r>
            <a:r>
              <a:rPr lang="en-US" dirty="0" err="1" smtClean="0">
                <a:latin typeface="Gill Sans Std ExtraBold" pitchFamily="34" charset="0"/>
              </a:rPr>
              <a:t>geografias</a:t>
            </a:r>
            <a:endParaRPr lang="en-US" i="1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541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00946" y="1710468"/>
            <a:ext cx="15015886" cy="6433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2" tIns="45471" rIns="90912" bIns="45471" rtlCol="0" anchor="ctr"/>
          <a:lstStyle/>
          <a:p>
            <a:pPr algn="ctr" defTabSz="1439919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>
          <a:xfrm>
            <a:off x="813833" y="904984"/>
            <a:ext cx="14876699" cy="715482"/>
          </a:xfrm>
        </p:spPr>
        <p:txBody>
          <a:bodyPr/>
          <a:lstStyle/>
          <a:p>
            <a:pPr algn="just" defTabSz="909364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900" dirty="0">
                <a:solidFill>
                  <a:schemeClr val="tx1"/>
                </a:solidFill>
                <a:latin typeface="Gill Sans Std" pitchFamily="34" charset="0"/>
              </a:rPr>
              <a:t>AMPLIAR A OFERTA DE PRODUTOS E SERVIÇOS NO BEM ESTAR BEM, POR MEIO DE PARCERIAS DE NEGÓCIO ALINHADAS À NOSSA ESSÊNCIA,  AMPLIANDO AS FRONTEIRAS </a:t>
            </a:r>
            <a:r>
              <a:rPr lang="pt-BR" sz="2900" dirty="0" smtClean="0">
                <a:solidFill>
                  <a:schemeClr val="tx1"/>
                </a:solidFill>
                <a:latin typeface="Gill Sans Std" pitchFamily="34" charset="0"/>
              </a:rPr>
              <a:t>GEOGRÁFICAS.</a:t>
            </a:r>
            <a:endParaRPr lang="en-US" sz="2900" dirty="0">
              <a:solidFill>
                <a:schemeClr val="tx1"/>
              </a:solidFill>
              <a:latin typeface="Gill Sans Std" pitchFamily="34" charset="0"/>
            </a:endParaRPr>
          </a:p>
          <a:p>
            <a:pPr algn="just" defTabSz="907302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 </a:t>
            </a:r>
          </a:p>
        </p:txBody>
      </p:sp>
      <p:sp>
        <p:nvSpPr>
          <p:cNvPr id="20" name="Title 5"/>
          <p:cNvSpPr txBox="1">
            <a:spLocks/>
          </p:cNvSpPr>
          <p:nvPr/>
        </p:nvSpPr>
        <p:spPr>
          <a:xfrm>
            <a:off x="813874" y="34429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2D2D2A"/>
                </a:solidFill>
                <a:latin typeface="Gill Sans Std" pitchFamily="34" charset="0"/>
              </a:rPr>
              <a:t>// OBJETIVO: EXPANDIR EM OUTRAS GEOGRAFIAS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61070" y="2644318"/>
            <a:ext cx="14423715" cy="4898068"/>
          </a:xfrm>
          <a:prstGeom prst="rect">
            <a:avLst/>
          </a:prstGeom>
          <a:noFill/>
        </p:spPr>
        <p:txBody>
          <a:bodyPr wrap="square" lIns="49976" tIns="25049" rIns="49976" bIns="25049" rtlCol="0">
            <a:spAutoFit/>
          </a:bodyPr>
          <a:lstStyle/>
          <a:p>
            <a:pPr algn="just" defTabSz="1142442">
              <a:lnSpc>
                <a:spcPct val="150000"/>
              </a:lnSpc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// Emergência/ fortalecimento de competidores locais e atratividade dos novos mercados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 </a:t>
            </a:r>
            <a:r>
              <a:rPr lang="pt-BR" sz="2100" b="1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MINTs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(México, Indonésia, Nigéria e Turquia),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ASEAN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Five (Malásia, Indonésia,  Filipinas, Tailândia, Vietnã) e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África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, aquecem as movimentações em M&amp;A:  buscas por parecerias estratégicas nessas geografias como origem de crescimento. </a:t>
            </a:r>
          </a:p>
          <a:p>
            <a:pPr algn="just" defTabSz="1142442">
              <a:lnSpc>
                <a:spcPct val="150000"/>
              </a:lnSpc>
            </a:pP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</a:endParaRPr>
          </a:p>
          <a:p>
            <a:pPr algn="just" defTabSz="2294157">
              <a:lnSpc>
                <a:spcPct val="150000"/>
              </a:lnSpc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//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Volatilidade nos preços de commodities, novos hábitos em canais de consumo, consumidores emponderados, pulverização de crescimento global geram mudanças de contexto e exigem </a:t>
            </a: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revisão de rotas </a:t>
            </a:r>
            <a:r>
              <a:rPr lang="pt-BR" sz="2100" b="1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estratégicas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2294157">
              <a:lnSpc>
                <a:spcPct val="150000"/>
              </a:lnSpc>
            </a:pPr>
            <a:endParaRPr lang="pt-BR" sz="2100" b="1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</a:endParaRPr>
          </a:p>
          <a:p>
            <a:pPr algn="just" defTabSz="2294157">
              <a:lnSpc>
                <a:spcPct val="150000"/>
              </a:lnSpc>
            </a:pPr>
            <a:r>
              <a:rPr lang="pt-BR" sz="2100" b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// Plataformas digitais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mudam progressivamente os modelos de negócios, acirrando a competitividade. A barreira entre o online e o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offline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 perde contornos. Organizações digitalmente maduras aumentam a capilaridade e a penetração de seus produtos e serviços em nível regional e global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 Std Bold" charset="0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759527" y="1742375"/>
            <a:ext cx="6522169" cy="412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3264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200" b="1" i="1" dirty="0">
                <a:solidFill>
                  <a:srgbClr val="696969">
                    <a:lumMod val="50000"/>
                  </a:srgbClr>
                </a:solidFill>
                <a:latin typeface="Gill Sans Std" pitchFamily="34" charset="0"/>
              </a:rPr>
              <a:t>CENÁRIOS INTERNO E EXTERNO</a:t>
            </a:r>
            <a:endParaRPr lang="en-US" sz="1700" dirty="0">
              <a:solidFill>
                <a:srgbClr val="696969"/>
              </a:solidFill>
              <a:latin typeface="Gill Sans Std" pitchFamily="34" charset="0"/>
            </a:endParaRPr>
          </a:p>
        </p:txBody>
      </p:sp>
      <p:sp>
        <p:nvSpPr>
          <p:cNvPr id="7" name="Espaço Reservado para Número de Slide 3"/>
          <p:cNvSpPr txBox="1">
            <a:spLocks/>
          </p:cNvSpPr>
          <p:nvPr/>
        </p:nvSpPr>
        <p:spPr bwMode="auto">
          <a:xfrm>
            <a:off x="12465513" y="8713766"/>
            <a:ext cx="3792539" cy="48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07" tIns="43773" rIns="87307" bIns="43773"/>
          <a:lstStyle>
            <a:lvl1pPr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317160D7-1AE8-4AB6-8B8A-E2C555A0D007}" type="slidenum">
              <a:rPr lang="pt-BR" sz="1600">
                <a:solidFill>
                  <a:srgbClr val="7F7F7F"/>
                </a:solidFill>
                <a:latin typeface="Gill Sans Std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pt-BR" sz="1600" dirty="0">
              <a:solidFill>
                <a:srgbClr val="7F7F7F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3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/>
        </p:nvSpPr>
        <p:spPr>
          <a:xfrm>
            <a:off x="600946" y="7525138"/>
            <a:ext cx="15015886" cy="1413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2" tIns="45471" rIns="90912" bIns="45471" rtlCol="0" anchor="ctr"/>
          <a:lstStyle/>
          <a:p>
            <a:pPr algn="ctr" defTabSz="1439919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600946" y="1710462"/>
            <a:ext cx="15015886" cy="5598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2" tIns="45471" rIns="90912" bIns="45471" rtlCol="0" anchor="ctr"/>
          <a:lstStyle/>
          <a:p>
            <a:pPr algn="ctr" defTabSz="1439919"/>
            <a:endParaRPr lang="pt-BR" dirty="0" err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7" name="Rectangle 17"/>
          <p:cNvSpPr/>
          <p:nvPr/>
        </p:nvSpPr>
        <p:spPr>
          <a:xfrm>
            <a:off x="673007" y="1764492"/>
            <a:ext cx="14871877" cy="54699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2982">
              <a:lnSpc>
                <a:spcPct val="150000"/>
              </a:lnSpc>
              <a:buFont typeface="Calibri" panose="020F0502020204030204" pitchFamily="34" charset="0"/>
              <a:buChar char="​"/>
            </a:pPr>
            <a:r>
              <a:rPr lang="en-US" sz="2200" b="1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DIRECIONADORES</a:t>
            </a:r>
            <a:r>
              <a:rPr lang="en-US" sz="1700" i="1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</a:rPr>
              <a:t>:</a:t>
            </a:r>
          </a:p>
          <a:p>
            <a:pPr marL="2521" lvl="3" indent="-2521" defTabSz="1442982">
              <a:lnSpc>
                <a:spcPct val="150000"/>
              </a:lnSpc>
              <a:buFont typeface="Calibri" panose="020F0502020204030204" pitchFamily="34" charset="0"/>
              <a:buChar char="​"/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1.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Preparação de um portfólio da Marca Natura para mercados maduros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 no posicionamentos “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prestige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”,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alavancando o HUB de NY.</a:t>
            </a:r>
          </a:p>
          <a:p>
            <a:pPr algn="just" defTabSz="1418580">
              <a:lnSpc>
                <a:spcPct val="150000"/>
              </a:lnSpc>
              <a:spcAft>
                <a:spcPts val="795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/>
                <a:cs typeface="Times New Roman"/>
              </a:rPr>
              <a:t>2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/>
                <a:cs typeface="Times New Roman"/>
              </a:rPr>
              <a:t>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Entrada em mercados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maduros,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construindo expertise em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varejo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físico e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virtual e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alavancando a plataforma França.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" charset="0"/>
            </a:endParaRPr>
          </a:p>
          <a:p>
            <a:pPr algn="just" defTabSz="1418580">
              <a:lnSpc>
                <a:spcPct val="150000"/>
              </a:lnSpc>
              <a:spcAft>
                <a:spcPts val="795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3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Evoluir infraestrutura digital a fim de ampliar as fronteiras do </a:t>
            </a:r>
            <a:r>
              <a:rPr lang="pt-BR" sz="2100" dirty="0" err="1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market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 </a:t>
            </a:r>
            <a:r>
              <a:rPr lang="pt-BR" sz="2100" dirty="0" err="1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place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.</a:t>
            </a:r>
          </a:p>
          <a:p>
            <a:pPr algn="just" defTabSz="1418580">
              <a:lnSpc>
                <a:spcPct val="150000"/>
              </a:lnSpc>
              <a:spcAft>
                <a:spcPts val="795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4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Atuar em P&amp;A a fim de expandir a rede do bem estar bem e aprofundar o nosso conhecimento em novos canais, gerando negócios que sustentem a estratégia.</a:t>
            </a:r>
          </a:p>
          <a:p>
            <a:pPr algn="just" defTabSz="1418580">
              <a:lnSpc>
                <a:spcPct val="150000"/>
              </a:lnSpc>
              <a:spcAft>
                <a:spcPts val="795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5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Crescer de forma sustentável na venda direta em países que apresentam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condições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</a:rPr>
              <a:t>favoráveis.</a:t>
            </a:r>
          </a:p>
          <a:p>
            <a:pPr algn="just" defTabSz="1418580">
              <a:lnSpc>
                <a:spcPct val="150000"/>
              </a:lnSpc>
              <a:spcAft>
                <a:spcPts val="795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6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. 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Garantir a entrega do plano de crescimento da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Aesop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, mantendo o relacionamento com empresas parceiras para a estratégia futura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.</a:t>
            </a:r>
          </a:p>
          <a:p>
            <a:pPr algn="just" defTabSz="1418580">
              <a:lnSpc>
                <a:spcPct val="150000"/>
              </a:lnSpc>
              <a:spcAft>
                <a:spcPts val="795"/>
              </a:spcAft>
            </a:pP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7. Ter um portfólio robusto e com qualidade que atenda as necessidades das diferentes geografias e modelos de negócios, com gestão global e integrada.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" charset="0"/>
            </a:endParaRPr>
          </a:p>
        </p:txBody>
      </p:sp>
      <p:sp>
        <p:nvSpPr>
          <p:cNvPr id="9" name="Rectangle 17"/>
          <p:cNvSpPr/>
          <p:nvPr/>
        </p:nvSpPr>
        <p:spPr>
          <a:xfrm>
            <a:off x="711179" y="7639346"/>
            <a:ext cx="7315860" cy="412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298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200" b="1" i="1" dirty="0">
                <a:solidFill>
                  <a:srgbClr val="696969">
                    <a:lumMod val="50000"/>
                  </a:srgbClr>
                </a:solidFill>
                <a:latin typeface="Gill Sans Std" pitchFamily="34" charset="0"/>
              </a:rPr>
              <a:t>INDICADORES</a:t>
            </a:r>
            <a:r>
              <a:rPr lang="en-US" sz="1700" i="1" dirty="0">
                <a:solidFill>
                  <a:srgbClr val="86AA00"/>
                </a:solidFill>
                <a:latin typeface="Gill Sans Std" pitchFamily="34" charset="0"/>
              </a:rPr>
              <a:t> :</a:t>
            </a:r>
            <a:endParaRPr lang="en-US" sz="1700" i="1" dirty="0">
              <a:solidFill>
                <a:srgbClr val="2D2D2A"/>
              </a:solidFill>
              <a:latin typeface="Gill Sans Std" pitchFamily="34" charset="0"/>
            </a:endParaRPr>
          </a:p>
        </p:txBody>
      </p:sp>
      <p:sp>
        <p:nvSpPr>
          <p:cNvPr id="10" name="Rectangle 19"/>
          <p:cNvSpPr>
            <a:spLocks/>
          </p:cNvSpPr>
          <p:nvPr/>
        </p:nvSpPr>
        <p:spPr bwMode="auto">
          <a:xfrm>
            <a:off x="724006" y="8045367"/>
            <a:ext cx="8772146" cy="91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074" tIns="100074" rIns="100074" bIns="100074"/>
          <a:lstStyle/>
          <a:p>
            <a:pPr defTabSz="1440983" fontAlgn="base">
              <a:spcBef>
                <a:spcPct val="0"/>
              </a:spcBef>
              <a:spcAft>
                <a:spcPct val="0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1.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Ebitda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 fora da Latam Natura 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– indicador a ser implementado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" charset="0"/>
            </a:endParaRPr>
          </a:p>
          <a:p>
            <a:pPr defTabSz="1440983" fontAlgn="base">
              <a:spcBef>
                <a:spcPct val="0"/>
              </a:spcBef>
              <a:spcAft>
                <a:spcPct val="0"/>
              </a:spcAft>
            </a:pP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2. 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Ebitda</a:t>
            </a:r>
            <a:r>
              <a:rPr lang="pt-BR" sz="2100" dirty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 fora da Latam outras Marcas (</a:t>
            </a:r>
            <a:r>
              <a:rPr lang="pt-BR" sz="2100" dirty="0" err="1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Aesop</a:t>
            </a:r>
            <a:r>
              <a:rPr lang="pt-BR" sz="2100" dirty="0" smtClean="0">
                <a:solidFill>
                  <a:srgbClr val="D1D1D1">
                    <a:lumMod val="25000"/>
                  </a:srgbClr>
                </a:solidFill>
                <a:latin typeface="Gill Sans Std" pitchFamily="34" charset="0"/>
                <a:ea typeface="Calibri"/>
                <a:cs typeface="Times New Roman"/>
                <a:sym typeface="Gill Sans" charset="0"/>
              </a:rPr>
              <a:t>) – indicador a ser implementado</a:t>
            </a:r>
            <a:endParaRPr lang="pt-BR" sz="2100" dirty="0">
              <a:solidFill>
                <a:srgbClr val="D1D1D1">
                  <a:lumMod val="25000"/>
                </a:srgbClr>
              </a:solidFill>
              <a:latin typeface="Gill Sans Std" pitchFamily="34" charset="0"/>
              <a:ea typeface="Calibri"/>
              <a:cs typeface="Times New Roman"/>
              <a:sym typeface="Gill Sans" charset="0"/>
            </a:endParaRPr>
          </a:p>
        </p:txBody>
      </p:sp>
      <p:sp>
        <p:nvSpPr>
          <p:cNvPr id="11" name="Espaço Reservado para Número de Slide 3"/>
          <p:cNvSpPr txBox="1">
            <a:spLocks/>
          </p:cNvSpPr>
          <p:nvPr/>
        </p:nvSpPr>
        <p:spPr bwMode="auto">
          <a:xfrm>
            <a:off x="12465513" y="8713766"/>
            <a:ext cx="3792539" cy="48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07" tIns="43773" rIns="87307" bIns="43773"/>
          <a:lstStyle>
            <a:lvl1pPr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439863" eaLnBrk="0" hangingPunct="0"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439863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317160D7-1AE8-4AB6-8B8A-E2C555A0D007}" type="slidenum">
              <a:rPr lang="pt-BR" sz="1600">
                <a:solidFill>
                  <a:srgbClr val="7F7F7F"/>
                </a:solidFill>
                <a:latin typeface="Gill Sans Std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pt-BR" sz="1600" dirty="0">
              <a:solidFill>
                <a:srgbClr val="7F7F7F"/>
              </a:solidFill>
              <a:latin typeface="Gill Sans Std" pitchFamily="34" charset="0"/>
            </a:endParaRPr>
          </a:p>
        </p:txBody>
      </p:sp>
      <p:sp>
        <p:nvSpPr>
          <p:cNvPr id="12" name="Text Placeholder 7"/>
          <p:cNvSpPr>
            <a:spLocks noGrp="1"/>
          </p:cNvSpPr>
          <p:nvPr>
            <p:ph type="body" idx="10"/>
          </p:nvPr>
        </p:nvSpPr>
        <p:spPr>
          <a:xfrm>
            <a:off x="813833" y="828381"/>
            <a:ext cx="14876699" cy="715482"/>
          </a:xfrm>
        </p:spPr>
        <p:txBody>
          <a:bodyPr/>
          <a:lstStyle/>
          <a:p>
            <a:pPr algn="just" defTabSz="909364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900" dirty="0">
                <a:solidFill>
                  <a:schemeClr val="tx1"/>
                </a:solidFill>
                <a:latin typeface="Gill Sans Std" pitchFamily="34" charset="0"/>
              </a:rPr>
              <a:t>AMPLIAR A OFERTA DE PRODUTOS E SERVIÇOS NO BEM ESTAR BEM, POR MEIO DE PARCERIAS DE NEGÓCIO ALINHADAS À NOSSA ESSÊNCIA,  AMPLIANDO AS FRONTEIRAS </a:t>
            </a:r>
            <a:r>
              <a:rPr lang="pt-BR" sz="2900" dirty="0" smtClean="0">
                <a:solidFill>
                  <a:schemeClr val="tx1"/>
                </a:solidFill>
                <a:latin typeface="Gill Sans Std" pitchFamily="34" charset="0"/>
              </a:rPr>
              <a:t>GEOGRÁFICAS.</a:t>
            </a:r>
            <a:endParaRPr lang="en-US" sz="2900" dirty="0">
              <a:solidFill>
                <a:schemeClr val="tx1"/>
              </a:solidFill>
              <a:latin typeface="Gill Sans Std" pitchFamily="34" charset="0"/>
            </a:endParaRPr>
          </a:p>
          <a:p>
            <a:pPr algn="just" defTabSz="907302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chemeClr val="tx1"/>
                </a:solidFill>
                <a:latin typeface="Gill Sans Std" pitchFamily="34" charset="0"/>
                <a:sym typeface="Gill Sans" charset="0"/>
              </a:rPr>
              <a:t> </a:t>
            </a:r>
          </a:p>
        </p:txBody>
      </p:sp>
      <p:sp>
        <p:nvSpPr>
          <p:cNvPr id="14" name="Title 5"/>
          <p:cNvSpPr txBox="1">
            <a:spLocks/>
          </p:cNvSpPr>
          <p:nvPr/>
        </p:nvSpPr>
        <p:spPr>
          <a:xfrm>
            <a:off x="813874" y="344296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2D2D2A"/>
                </a:solidFill>
                <a:latin typeface="Gill Sans Std" pitchFamily="34" charset="0"/>
              </a:rPr>
              <a:t>// OBJETIVO: EXPANDIR EM OUTRAS GEOGRAFIAS</a:t>
            </a:r>
          </a:p>
        </p:txBody>
      </p:sp>
    </p:spTree>
    <p:extLst>
      <p:ext uri="{BB962C8B-B14F-4D97-AF65-F5344CB8AC3E}">
        <p14:creationId xmlns:p14="http://schemas.microsoft.com/office/powerpoint/2010/main" val="222761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Habilitadores</a:t>
            </a:r>
            <a:r>
              <a:rPr lang="en-US" dirty="0" smtClean="0">
                <a:latin typeface="Gill Sans Std ExtraBold" pitchFamily="34" charset="0"/>
              </a:rPr>
              <a:t/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estratégicos</a:t>
            </a:r>
            <a:endParaRPr lang="en-US" dirty="0">
              <a:latin typeface="Gill Sans Std ExtraBold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04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pt-BR"/>
            </a:defPPr>
            <a:lvl1pPr marL="0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24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63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351136" y="180311"/>
            <a:ext cx="15697744" cy="8784976"/>
            <a:chOff x="351136" y="180306"/>
            <a:chExt cx="15697744" cy="8784976"/>
          </a:xfrm>
        </p:grpSpPr>
        <p:sp>
          <p:nvSpPr>
            <p:cNvPr id="18" name="Seta para a direita 17"/>
            <p:cNvSpPr/>
            <p:nvPr/>
          </p:nvSpPr>
          <p:spPr>
            <a:xfrm>
              <a:off x="1300301" y="2412564"/>
              <a:ext cx="14529540" cy="672171"/>
            </a:xfrm>
            <a:prstGeom prst="rightArrow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42" name="Folded Corner 51"/>
            <p:cNvSpPr/>
            <p:nvPr/>
          </p:nvSpPr>
          <p:spPr bwMode="auto">
            <a:xfrm>
              <a:off x="2141685" y="2124516"/>
              <a:ext cx="13177066" cy="1251569"/>
            </a:xfrm>
            <a:prstGeom prst="foldedCorner">
              <a:avLst/>
            </a:prstGeom>
            <a:solidFill>
              <a:srgbClr val="FFC000">
                <a:alpha val="51000"/>
              </a:srgbClr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defTabSz="895350" fontAlgn="base">
                <a:spcBef>
                  <a:spcPct val="50000"/>
                </a:spcBef>
                <a:spcAft>
                  <a:spcPct val="0"/>
                </a:spcAft>
                <a:buClr>
                  <a:srgbClr val="1F497D"/>
                </a:buClr>
                <a:buSzPct val="100000"/>
                <a:buFont typeface="Arial" charset="0"/>
                <a:buChar char="•"/>
              </a:pPr>
              <a:endParaRPr lang="en-US" sz="1000" smtClean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6" name="Seta para a direita 35"/>
            <p:cNvSpPr/>
            <p:nvPr/>
          </p:nvSpPr>
          <p:spPr>
            <a:xfrm>
              <a:off x="1300301" y="5268784"/>
              <a:ext cx="14529540" cy="672171"/>
            </a:xfrm>
            <a:prstGeom prst="rightArrow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141684" y="252316"/>
              <a:ext cx="13177067" cy="13751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7" name="Retângulo 6"/>
            <p:cNvSpPr/>
            <p:nvPr/>
          </p:nvSpPr>
          <p:spPr>
            <a:xfrm>
              <a:off x="789213" y="180306"/>
              <a:ext cx="14894603" cy="8784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20" name="Triângulo isósceles 19"/>
            <p:cNvSpPr/>
            <p:nvPr/>
          </p:nvSpPr>
          <p:spPr>
            <a:xfrm rot="10800000">
              <a:off x="6138265" y="1332432"/>
              <a:ext cx="5183907" cy="64807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351136" y="180306"/>
              <a:ext cx="15697744" cy="878497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497162" y="2052514"/>
              <a:ext cx="1168204" cy="5832647"/>
            </a:xfrm>
            <a:prstGeom prst="rect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1447307"/>
              <a:endParaRPr lang="pt-BR">
                <a:solidFill>
                  <a:prstClr val="white"/>
                </a:solidFill>
              </a:endParaRPr>
            </a:p>
          </p:txBody>
        </p:sp>
        <p:pic>
          <p:nvPicPr>
            <p:cNvPr id="37" name="Picture 4" descr="http://4.bp.blogspot.com/-OFTxOZcxujU/T-toBmzETPI/AAAAAAAABnI/GMYClse5lUE/s1600/arrow1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426443">
              <a:off x="4305487" y="3926355"/>
              <a:ext cx="503834" cy="948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http://4.bp.blogspot.com/-OFTxOZcxujU/T-toBmzETPI/AAAAAAAABnI/GMYClse5lUE/s1600/arrow1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166292">
              <a:off x="12580040" y="3883630"/>
              <a:ext cx="503834" cy="941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riângulo isósceles 31"/>
            <p:cNvSpPr/>
            <p:nvPr/>
          </p:nvSpPr>
          <p:spPr>
            <a:xfrm>
              <a:off x="6174770" y="7805308"/>
              <a:ext cx="5183907" cy="648073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2" tIns="45689" rIns="91382" bIns="45689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780" fontAlgn="base">
                <a:spcBef>
                  <a:spcPct val="0"/>
                </a:spcBef>
                <a:spcAft>
                  <a:spcPct val="0"/>
                </a:spcAft>
              </a:pPr>
              <a:endParaRPr lang="pt-BR" sz="240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33" name="Retângulo de cantos arredondados 32"/>
            <p:cNvSpPr/>
            <p:nvPr/>
          </p:nvSpPr>
          <p:spPr bwMode="auto">
            <a:xfrm>
              <a:off x="2141684" y="8013490"/>
              <a:ext cx="13250080" cy="87978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382" tIns="45689" rIns="91382" bIns="45689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780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2400" dirty="0" smtClean="0">
                  <a:solidFill>
                    <a:prstClr val="black"/>
                  </a:solidFill>
                  <a:latin typeface="Gill Sans Std ExtraBold" pitchFamily="34" charset="0"/>
                  <a:sym typeface="GillSans" charset="0"/>
                </a:rPr>
                <a:t>PRIORIDADES ESTRATÉGICAS</a:t>
              </a:r>
              <a:endParaRPr lang="pt-BR" sz="2400" dirty="0">
                <a:solidFill>
                  <a:prstClr val="black"/>
                </a:solidFill>
                <a:latin typeface="Gill Sans Std ExtraBold" pitchFamily="34" charset="0"/>
                <a:sym typeface="GillSans" charset="0"/>
              </a:endParaRP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2103444" y="396330"/>
              <a:ext cx="13177067" cy="422104"/>
            </a:xfrm>
            <a:prstGeom prst="rect">
              <a:avLst/>
            </a:prstGeom>
            <a:noFill/>
          </p:spPr>
          <p:txBody>
            <a:bodyPr wrap="square" lIns="91382" tIns="45689" rIns="91382" bIns="45689" rtlCol="0">
              <a:spAutoFit/>
            </a:bodyPr>
            <a:lstStyle/>
            <a:p>
              <a:pPr algn="just" defTabSz="1447307"/>
              <a:r>
                <a:rPr lang="pt-BR" sz="2100" dirty="0">
                  <a:solidFill>
                    <a:srgbClr val="000000"/>
                  </a:solidFill>
                  <a:latin typeface="Gill Sans Std ExtraBold" pitchFamily="34" charset="0"/>
                </a:rPr>
                <a:t>//VISÃO</a:t>
              </a:r>
              <a:r>
                <a:rPr lang="pt-BR" sz="1700" dirty="0" smtClean="0">
                  <a:solidFill>
                    <a:srgbClr val="000000"/>
                  </a:solidFill>
                  <a:latin typeface="Gill Sans Std Light" pitchFamily="34" charset="0"/>
                </a:rPr>
                <a:t>:</a:t>
              </a:r>
              <a:endParaRPr lang="pt-BR" sz="1700" dirty="0">
                <a:solidFill>
                  <a:srgbClr val="000000"/>
                </a:solidFill>
                <a:latin typeface="Gill Sans Std Light" pitchFamily="34" charset="0"/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 rot="16200000">
              <a:off x="-1342476" y="4469556"/>
              <a:ext cx="4847481" cy="998564"/>
            </a:xfrm>
            <a:prstGeom prst="rect">
              <a:avLst/>
            </a:prstGeom>
            <a:noFill/>
          </p:spPr>
          <p:txBody>
            <a:bodyPr wrap="square" lIns="91382" tIns="45689" rIns="91382" bIns="45689" rtlCol="0">
              <a:spAutoFit/>
            </a:bodyPr>
            <a:lstStyle/>
            <a:p>
              <a:pPr algn="ctr" defTabSz="1447307"/>
              <a:r>
                <a:rPr lang="pt-BR" sz="2100" dirty="0">
                  <a:solidFill>
                    <a:prstClr val="black"/>
                  </a:solidFill>
                  <a:latin typeface="Gill Sans Std ExtraBold" pitchFamily="34" charset="0"/>
                </a:rPr>
                <a:t>DIRETRIZES </a:t>
              </a:r>
              <a:r>
                <a:rPr lang="pt-BR" sz="2100" dirty="0" smtClean="0">
                  <a:solidFill>
                    <a:prstClr val="black"/>
                  </a:solidFill>
                  <a:latin typeface="Gill Sans Std ExtraBold" pitchFamily="34" charset="0"/>
                </a:rPr>
                <a:t>ESTRATÉGICAS</a:t>
              </a:r>
            </a:p>
            <a:p>
              <a:pPr algn="ctr" defTabSz="1447307"/>
              <a:endParaRPr lang="pt-BR" sz="2100" dirty="0" smtClean="0">
                <a:solidFill>
                  <a:prstClr val="black"/>
                </a:solidFill>
                <a:latin typeface="Gill Sans Std ExtraBold" pitchFamily="34" charset="0"/>
              </a:endParaRPr>
            </a:p>
            <a:p>
              <a:pPr algn="ctr" defTabSz="1447307"/>
              <a:r>
                <a:rPr lang="pt-BR" sz="1600" dirty="0" smtClean="0">
                  <a:solidFill>
                    <a:prstClr val="black"/>
                  </a:solidFill>
                  <a:latin typeface="Gill Sans MT" pitchFamily="34" charset="0"/>
                </a:rPr>
                <a:t>MARCA, SUSTENTABILIDADE E RELAÇÕES</a:t>
              </a:r>
              <a:endParaRPr lang="pt-BR" sz="1600" dirty="0">
                <a:solidFill>
                  <a:prstClr val="black"/>
                </a:solidFill>
                <a:latin typeface="Gill Sans MT" pitchFamily="34" charset="0"/>
              </a:endParaRPr>
            </a:p>
          </p:txBody>
        </p:sp>
        <p:sp>
          <p:nvSpPr>
            <p:cNvPr id="43" name="Retângulo 42"/>
            <p:cNvSpPr/>
            <p:nvPr/>
          </p:nvSpPr>
          <p:spPr>
            <a:xfrm>
              <a:off x="3398691" y="337677"/>
              <a:ext cx="11498061" cy="1157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1446607"/>
              <a:r>
                <a:rPr lang="pt-BR" sz="1700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Gill Sans Std Light" pitchFamily="34" charset="0"/>
                </a:rPr>
                <a:t>POR NOSSO COMPORTAMENTO EMPRESARIAL PELA QUALIDADE DAS RELAÇÕES QUE ESTABLECEMOS E POR NOSSOS PRODUTOS E SERVIÇOS, SEREMOS UM CONJUNTO DE MARCAS COM FORTE EXPRESSÃO, LOCAL E MUNDIAL, IDENTIFICADAS COM A COMUNIDADE DE PESSOAS QUE SE COMPROMETEM COM A CONSTRUÇÃO DE UM MUNDO MELHOR, ATRAVÉS DA MELHOR RELAÇÃO CONSIGO MESMAS, COM O OUTRO, COM A NATUREZA DA QUAL FAZEM PARTE, COM O TODO.</a:t>
              </a: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2367360" y="2141071"/>
              <a:ext cx="2471340" cy="93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448288"/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FORTALECER O NEGÓCIO ATUAL BRASIL (CFT-VD)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4771575" y="2205104"/>
              <a:ext cx="2471340" cy="93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448288"/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ALCANÇAR LIDERANÇA NA VD LATAM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12329028" y="2124522"/>
              <a:ext cx="2783748" cy="93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448288"/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EXPANDIR EM OUTRAS GEOGRAFIAS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7119888" y="2122070"/>
              <a:ext cx="3096344" cy="1219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8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AMPLIAÇÃO DE CANAIS E MELHORIA NA EXPERIÊNCIA DE COMPRAS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10193164" y="2156492"/>
              <a:ext cx="2471340" cy="1219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8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800" dirty="0" smtClean="0">
                  <a:solidFill>
                    <a:prstClr val="black"/>
                  </a:solidFill>
                  <a:latin typeface="Gill Sans Std ExtraBold" pitchFamily="34" charset="0"/>
                </a:rPr>
                <a:t>NOVOS NEGÓCIOS (NOVAS MARCAS E CATEGORIAS ÑCFT)</a:t>
              </a:r>
              <a:endParaRPr lang="pt-BR" sz="1800" dirty="0">
                <a:solidFill>
                  <a:prstClr val="black"/>
                </a:solidFill>
                <a:latin typeface="Gill Sans Std ExtraBold" pitchFamily="34" charset="0"/>
              </a:endParaRPr>
            </a:p>
          </p:txBody>
        </p:sp>
        <p:grpSp>
          <p:nvGrpSpPr>
            <p:cNvPr id="51" name="Grupo 50"/>
            <p:cNvGrpSpPr/>
            <p:nvPr/>
          </p:nvGrpSpPr>
          <p:grpSpPr>
            <a:xfrm>
              <a:off x="5319688" y="3888778"/>
              <a:ext cx="6812810" cy="3276304"/>
              <a:chOff x="5131614" y="3816770"/>
              <a:chExt cx="6812810" cy="3276304"/>
            </a:xfrm>
          </p:grpSpPr>
          <p:sp>
            <p:nvSpPr>
              <p:cNvPr id="52" name="Retângulo de cantos arredondados 51"/>
              <p:cNvSpPr/>
              <p:nvPr/>
            </p:nvSpPr>
            <p:spPr>
              <a:xfrm>
                <a:off x="5131614" y="3996730"/>
                <a:ext cx="2105565" cy="140409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Retângulo de cantos arredondados 53"/>
              <p:cNvSpPr/>
              <p:nvPr/>
            </p:nvSpPr>
            <p:spPr>
              <a:xfrm>
                <a:off x="6687840" y="4320769"/>
                <a:ext cx="2105565" cy="1404096"/>
              </a:xfrm>
              <a:prstGeom prst="roundRect">
                <a:avLst/>
              </a:prstGeom>
              <a:solidFill>
                <a:schemeClr val="accent6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Retângulo de cantos arredondados 54"/>
              <p:cNvSpPr/>
              <p:nvPr/>
            </p:nvSpPr>
            <p:spPr>
              <a:xfrm>
                <a:off x="5535712" y="5220866"/>
                <a:ext cx="2105565" cy="1404096"/>
              </a:xfrm>
              <a:prstGeom prst="roundRect">
                <a:avLst/>
              </a:prstGeom>
              <a:solidFill>
                <a:schemeClr val="bg2">
                  <a:lumMod val="75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Retângulo de cantos arredondados 55"/>
              <p:cNvSpPr/>
              <p:nvPr/>
            </p:nvSpPr>
            <p:spPr>
              <a:xfrm>
                <a:off x="8299966" y="5220866"/>
                <a:ext cx="2105565" cy="1404096"/>
              </a:xfrm>
              <a:prstGeom prst="roundRect">
                <a:avLst/>
              </a:prstGeom>
              <a:solidFill>
                <a:schemeClr val="accent3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Retângulo de cantos arredondados 56"/>
              <p:cNvSpPr/>
              <p:nvPr/>
            </p:nvSpPr>
            <p:spPr>
              <a:xfrm>
                <a:off x="8416032" y="3816770"/>
                <a:ext cx="2105565" cy="1404096"/>
              </a:xfrm>
              <a:prstGeom prst="roundRect">
                <a:avLst/>
              </a:prstGeom>
              <a:solidFill>
                <a:schemeClr val="accent2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Retângulo de cantos arredondados 57"/>
              <p:cNvSpPr/>
              <p:nvPr/>
            </p:nvSpPr>
            <p:spPr>
              <a:xfrm>
                <a:off x="9496152" y="4788818"/>
                <a:ext cx="2105565" cy="1404096"/>
              </a:xfrm>
              <a:prstGeom prst="roundRect">
                <a:avLst/>
              </a:prstGeom>
              <a:solidFill>
                <a:schemeClr val="bg2">
                  <a:lumMod val="2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CaixaDeTexto 58"/>
              <p:cNvSpPr txBox="1"/>
              <p:nvPr/>
            </p:nvSpPr>
            <p:spPr>
              <a:xfrm>
                <a:off x="5247691" y="4140746"/>
                <a:ext cx="1635185" cy="1094443"/>
              </a:xfrm>
              <a:prstGeom prst="rect">
                <a:avLst/>
              </a:prstGeom>
              <a:noFill/>
            </p:spPr>
            <p:txBody>
              <a:bodyPr wrap="square" lIns="91382" tIns="45689" rIns="91382" bIns="45689" rtlCol="0">
                <a:spAutoFit/>
              </a:bodyPr>
              <a:lstStyle/>
              <a:p>
                <a:pPr defTabSz="1447307"/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Modelos comerciais e relacionamento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  <a:p>
                <a:pPr defTabSz="1447307"/>
                <a:endParaRPr lang="pt-BR" sz="16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tângulo 59"/>
              <p:cNvSpPr/>
              <p:nvPr/>
            </p:nvSpPr>
            <p:spPr>
              <a:xfrm>
                <a:off x="7140876" y="4605956"/>
                <a:ext cx="1512168" cy="844270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defTabSz="1580123">
                  <a:spcAft>
                    <a:spcPts val="889"/>
                  </a:spcAft>
                </a:pP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Submarcas, Produtos e Serviços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  <p:sp>
            <p:nvSpPr>
              <p:cNvPr id="61" name="Retângulo 60"/>
              <p:cNvSpPr/>
              <p:nvPr/>
            </p:nvSpPr>
            <p:spPr>
              <a:xfrm>
                <a:off x="8886858" y="4140746"/>
                <a:ext cx="1329374" cy="59409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Eficiência e Produtividade</a:t>
                </a:r>
              </a:p>
            </p:txBody>
          </p:sp>
          <p:sp>
            <p:nvSpPr>
              <p:cNvPr id="62" name="Retângulo 61"/>
              <p:cNvSpPr/>
              <p:nvPr/>
            </p:nvSpPr>
            <p:spPr>
              <a:xfrm>
                <a:off x="10054829" y="5220866"/>
                <a:ext cx="1889595" cy="343925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Inovação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  <p:sp>
            <p:nvSpPr>
              <p:cNvPr id="63" name="Retângulo 62"/>
              <p:cNvSpPr/>
              <p:nvPr/>
            </p:nvSpPr>
            <p:spPr>
              <a:xfrm>
                <a:off x="5733078" y="5400885"/>
                <a:ext cx="1578537" cy="844270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Pessoas e Cultura Organizacional</a:t>
                </a:r>
              </a:p>
            </p:txBody>
          </p:sp>
          <p:sp>
            <p:nvSpPr>
              <p:cNvPr id="64" name="Retângulo 63"/>
              <p:cNvSpPr/>
              <p:nvPr/>
            </p:nvSpPr>
            <p:spPr>
              <a:xfrm>
                <a:off x="8776072" y="5580906"/>
                <a:ext cx="1332580" cy="59409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Infraestrutura </a:t>
                </a: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Física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  <p:sp>
            <p:nvSpPr>
              <p:cNvPr id="65" name="Retângulo de cantos arredondados 64"/>
              <p:cNvSpPr/>
              <p:nvPr/>
            </p:nvSpPr>
            <p:spPr>
              <a:xfrm>
                <a:off x="7030547" y="5688978"/>
                <a:ext cx="2105565" cy="1404096"/>
              </a:xfrm>
              <a:prstGeom prst="roundRect">
                <a:avLst/>
              </a:prstGeom>
              <a:solidFill>
                <a:srgbClr val="FFC00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1447307"/>
                <a:endParaRPr lang="pt-BR">
                  <a:solidFill>
                    <a:prstClr val="white"/>
                  </a:solidFill>
                </a:endParaRPr>
              </a:p>
            </p:txBody>
          </p:sp>
          <p:sp>
            <p:nvSpPr>
              <p:cNvPr id="66" name="Retângulo 65"/>
              <p:cNvSpPr/>
              <p:nvPr/>
            </p:nvSpPr>
            <p:spPr>
              <a:xfrm>
                <a:off x="7534603" y="6076313"/>
                <a:ext cx="1332580" cy="59409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1580123">
                  <a:spcAft>
                    <a:spcPts val="889"/>
                  </a:spcAft>
                </a:pPr>
                <a:r>
                  <a:rPr lang="pt-BR" sz="1600" dirty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Infraestrutura </a:t>
                </a:r>
                <a:r>
                  <a:rPr lang="pt-BR" sz="1600" dirty="0" smtClean="0">
                    <a:solidFill>
                      <a:prstClr val="black"/>
                    </a:solidFill>
                    <a:latin typeface="Gill Sans Std"/>
                    <a:cs typeface="Gill Sans Std"/>
                  </a:rPr>
                  <a:t> Digital</a:t>
                </a:r>
                <a:endParaRPr lang="pt-BR" sz="1600" dirty="0">
                  <a:solidFill>
                    <a:prstClr val="black"/>
                  </a:solidFill>
                  <a:latin typeface="Gill Sans Std"/>
                  <a:cs typeface="Gill Sans Std"/>
                </a:endParaRPr>
              </a:p>
            </p:txBody>
          </p:sp>
        </p:grpSp>
      </p:grpSp>
      <p:sp>
        <p:nvSpPr>
          <p:cNvPr id="40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25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72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de cantos arredondados 27"/>
          <p:cNvSpPr/>
          <p:nvPr/>
        </p:nvSpPr>
        <p:spPr>
          <a:xfrm>
            <a:off x="783185" y="5141203"/>
            <a:ext cx="7369612" cy="169663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061" tIns="44169" rIns="88061" bIns="44169" rtlCol="0" anchor="ctr"/>
          <a:lstStyle/>
          <a:p>
            <a:pPr algn="ctr" defTabSz="1397006"/>
            <a:endParaRPr lang="pt-BR">
              <a:solidFill>
                <a:prstClr val="white"/>
              </a:solidFill>
            </a:endParaRPr>
          </a:p>
        </p:txBody>
      </p:sp>
      <p:sp>
        <p:nvSpPr>
          <p:cNvPr id="29" name="Retângulo de cantos arredondados 28"/>
          <p:cNvSpPr/>
          <p:nvPr/>
        </p:nvSpPr>
        <p:spPr>
          <a:xfrm>
            <a:off x="8488040" y="3268995"/>
            <a:ext cx="7369612" cy="1813965"/>
          </a:xfrm>
          <a:prstGeom prst="roundRect">
            <a:avLst/>
          </a:prstGeom>
          <a:solidFill>
            <a:schemeClr val="accent2">
              <a:lumMod val="7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061" tIns="44169" rIns="88061" bIns="44169" rtlCol="0" anchor="ctr"/>
          <a:lstStyle/>
          <a:p>
            <a:pPr algn="ctr" defTabSz="1397006"/>
            <a:endParaRPr lang="pt-BR">
              <a:solidFill>
                <a:prstClr val="white"/>
              </a:solidFill>
            </a:endParaRPr>
          </a:p>
        </p:txBody>
      </p:sp>
      <p:sp>
        <p:nvSpPr>
          <p:cNvPr id="24" name="Retângulo de cantos arredondados 23"/>
          <p:cNvSpPr/>
          <p:nvPr/>
        </p:nvSpPr>
        <p:spPr>
          <a:xfrm>
            <a:off x="8488040" y="5141203"/>
            <a:ext cx="7369612" cy="1696638"/>
          </a:xfrm>
          <a:prstGeom prst="roundRect">
            <a:avLst/>
          </a:prstGeom>
          <a:solidFill>
            <a:schemeClr val="bg2">
              <a:lumMod val="7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061" tIns="44169" rIns="88061" bIns="44169" rtlCol="0" anchor="ctr"/>
          <a:lstStyle/>
          <a:p>
            <a:pPr algn="ctr" defTabSz="1397006"/>
            <a:endParaRPr lang="pt-BR">
              <a:solidFill>
                <a:prstClr val="white"/>
              </a:solidFill>
            </a:endParaRPr>
          </a:p>
        </p:txBody>
      </p:sp>
      <p:sp>
        <p:nvSpPr>
          <p:cNvPr id="25" name="Retângulo de cantos arredondados 24"/>
          <p:cNvSpPr/>
          <p:nvPr/>
        </p:nvSpPr>
        <p:spPr>
          <a:xfrm>
            <a:off x="783185" y="3268995"/>
            <a:ext cx="7369612" cy="1800200"/>
          </a:xfrm>
          <a:prstGeom prst="roundRect">
            <a:avLst/>
          </a:prstGeom>
          <a:solidFill>
            <a:schemeClr val="bg2">
              <a:lumMod val="2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061" tIns="44169" rIns="88061" bIns="44169" rtlCol="0" anchor="ctr"/>
          <a:lstStyle/>
          <a:p>
            <a:pPr algn="ctr" defTabSz="1397006"/>
            <a:endParaRPr lang="pt-BR">
              <a:solidFill>
                <a:prstClr val="white"/>
              </a:solidFill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758038" y="1440166"/>
            <a:ext cx="7379788" cy="1792453"/>
          </a:xfrm>
          <a:prstGeom prst="roundRect">
            <a:avLst/>
          </a:prstGeom>
          <a:solidFill>
            <a:schemeClr val="accent6">
              <a:lumMod val="7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83" tIns="45500" rIns="90983" bIns="45500" rtlCol="0" anchor="ctr"/>
          <a:lstStyle/>
          <a:p>
            <a:pPr algn="ctr" defTabSz="1397006"/>
            <a:endParaRPr lang="pt-BR">
              <a:solidFill>
                <a:prstClr val="white"/>
              </a:solidFill>
            </a:endParaRPr>
          </a:p>
        </p:txBody>
      </p:sp>
      <p:sp>
        <p:nvSpPr>
          <p:cNvPr id="51" name="Retângulo de cantos arredondados 50"/>
          <p:cNvSpPr/>
          <p:nvPr/>
        </p:nvSpPr>
        <p:spPr>
          <a:xfrm>
            <a:off x="763135" y="6941398"/>
            <a:ext cx="7369612" cy="1807860"/>
          </a:xfrm>
          <a:prstGeom prst="roundRect">
            <a:avLst/>
          </a:prstGeom>
          <a:solidFill>
            <a:schemeClr val="accent3">
              <a:lumMod val="7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061" tIns="44169" rIns="88061" bIns="44169" rtlCol="0" anchor="ctr"/>
          <a:lstStyle/>
          <a:p>
            <a:pPr algn="ctr" defTabSz="1397006"/>
            <a:endParaRPr lang="pt-BR">
              <a:solidFill>
                <a:prstClr val="white"/>
              </a:solidFill>
            </a:endParaRPr>
          </a:p>
        </p:txBody>
      </p:sp>
      <p:sp>
        <p:nvSpPr>
          <p:cNvPr id="42" name="Title 5"/>
          <p:cNvSpPr txBox="1">
            <a:spLocks/>
          </p:cNvSpPr>
          <p:nvPr/>
        </p:nvSpPr>
        <p:spPr>
          <a:xfrm>
            <a:off x="351149" y="180321"/>
            <a:ext cx="10441159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2D2D2A"/>
                </a:solidFill>
                <a:latin typeface="Gill Sans Std" pitchFamily="34" charset="0"/>
              </a:rPr>
              <a:t>// HABILITADORES ESTRATÉGICOS</a:t>
            </a:r>
          </a:p>
          <a:p>
            <a:r>
              <a:rPr lang="en-US" sz="3200" b="0" dirty="0">
                <a:solidFill>
                  <a:srgbClr val="2D2D2A"/>
                </a:solidFill>
                <a:latin typeface="Gill Sans Std" pitchFamily="34" charset="0"/>
              </a:rPr>
              <a:t>PEN 2015-2019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927715" y="3340998"/>
            <a:ext cx="4906215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Inovação</a:t>
            </a:r>
          </a:p>
        </p:txBody>
      </p:sp>
      <p:sp>
        <p:nvSpPr>
          <p:cNvPr id="50" name="Retângulo 49"/>
          <p:cNvSpPr/>
          <p:nvPr/>
        </p:nvSpPr>
        <p:spPr>
          <a:xfrm>
            <a:off x="855203" y="5333207"/>
            <a:ext cx="7030628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Modelos Comerciais e Relacionamento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958966" y="7013406"/>
            <a:ext cx="4906215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Infraestrutura </a:t>
            </a:r>
            <a:r>
              <a:rPr lang="pt-BR" sz="2100" b="1" dirty="0" smtClean="0">
                <a:solidFill>
                  <a:prstClr val="black"/>
                </a:solidFill>
                <a:latin typeface="Gill Sans Std"/>
                <a:cs typeface="Gill Sans Std"/>
              </a:rPr>
              <a:t>física</a:t>
            </a:r>
            <a:endParaRPr lang="pt-BR" sz="2100" b="1" dirty="0">
              <a:solidFill>
                <a:prstClr val="black"/>
              </a:solidFill>
              <a:latin typeface="Gill Sans Std"/>
              <a:cs typeface="Gill Sans Std"/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8632077" y="5148858"/>
            <a:ext cx="4906215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Pessoas e Cultura organizacional</a:t>
            </a:r>
          </a:p>
        </p:txBody>
      </p:sp>
      <p:sp>
        <p:nvSpPr>
          <p:cNvPr id="57" name="Retângulo 56"/>
          <p:cNvSpPr/>
          <p:nvPr/>
        </p:nvSpPr>
        <p:spPr>
          <a:xfrm>
            <a:off x="8667551" y="3348658"/>
            <a:ext cx="4906215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Eficiência e Produtividade</a:t>
            </a:r>
          </a:p>
        </p:txBody>
      </p:sp>
      <p:sp>
        <p:nvSpPr>
          <p:cNvPr id="58" name="Retângulo 57"/>
          <p:cNvSpPr/>
          <p:nvPr/>
        </p:nvSpPr>
        <p:spPr>
          <a:xfrm>
            <a:off x="958110" y="7414974"/>
            <a:ext cx="6979753" cy="1075743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/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Implementar infraestrutura </a:t>
            </a:r>
            <a:r>
              <a:rPr lang="pt-BR" sz="2100" i="1" dirty="0" smtClean="0">
                <a:solidFill>
                  <a:prstClr val="black"/>
                </a:solidFill>
                <a:latin typeface="Gill Sans Std" pitchFamily="34" charset="0"/>
              </a:rPr>
              <a:t>física e operações que possibilitem </a:t>
            </a:r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alavancar os negócios Brasil e </a:t>
            </a:r>
            <a:r>
              <a:rPr lang="pt-BR" sz="2100" i="1" dirty="0" err="1">
                <a:solidFill>
                  <a:prstClr val="black"/>
                </a:solidFill>
                <a:latin typeface="Gill Sans Std" pitchFamily="34" charset="0"/>
              </a:rPr>
              <a:t>Ois</a:t>
            </a:r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, ampliar geografias, canais e gerar novas oportunidades de negócios para Natura.</a:t>
            </a:r>
            <a:endParaRPr lang="pt-BR" sz="2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917539" y="1468790"/>
            <a:ext cx="7060804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Submarcas, Produtos e Serviços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637148" y="5577213"/>
            <a:ext cx="6979753" cy="1146105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 defTabSz="883066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Evoluir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a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cultura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atual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em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direção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à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visão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de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futuro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e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ter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colaboradores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altamente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engajados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e com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proficiência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para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executar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a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estratégia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de </a:t>
            </a:r>
            <a:r>
              <a:rPr lang="en-US" sz="2100" i="1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negócio</a:t>
            </a:r>
            <a:r>
              <a:rPr lang="en-US" sz="2100" i="1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.</a:t>
            </a:r>
            <a:endParaRPr lang="en-US" sz="2100" i="1" dirty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918155" y="3769344"/>
            <a:ext cx="7020802" cy="1075743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/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Inovação em diferentes dimensões, manifestadas em produtos ampliados (além do produto físico) com diversas intensidades (melhoria, mudança e transformação).</a:t>
            </a:r>
            <a:endParaRPr lang="pt-BR" sz="2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8709102" y="3708708"/>
            <a:ext cx="6979753" cy="1381917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/>
            <a:r>
              <a:rPr lang="pt-BR" sz="2100" i="1" dirty="0" smtClean="0">
                <a:solidFill>
                  <a:prstClr val="black"/>
                </a:solidFill>
                <a:latin typeface="Gill Sans Std" pitchFamily="34" charset="0"/>
              </a:rPr>
              <a:t>Evoluir na cultura de eficiência e produtividade TBL, incorporando boas práticas e melhoria contínua, para financiar as prioridades estratégicas e um período de transição de modelo de negócio da Natura.</a:t>
            </a:r>
            <a:endParaRPr lang="pt-BR" sz="2100" i="1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927204" y="5717267"/>
            <a:ext cx="7020802" cy="1404096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/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Gerar experiências de compra encantadoras que promovam a fidelização de nossos clientes, potencializando o valor das relações como fator de diferenciação.</a:t>
            </a:r>
            <a:endParaRPr lang="pt-BR" sz="2100" dirty="0">
              <a:solidFill>
                <a:prstClr val="black"/>
              </a:solidFill>
              <a:latin typeface="Gill Sans Std" pitchFamily="34" charset="0"/>
            </a:endParaRPr>
          </a:p>
          <a:p>
            <a:pPr algn="just"/>
            <a:endParaRPr lang="pt-BR" sz="2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8463249" y="1440165"/>
            <a:ext cx="7369612" cy="1792453"/>
          </a:xfrm>
          <a:prstGeom prst="roundRect">
            <a:avLst/>
          </a:prstGeom>
          <a:solidFill>
            <a:srgbClr val="FFC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2" tIns="45689" rIns="91382" bIns="45689" rtlCol="0" anchor="ctr"/>
          <a:lstStyle/>
          <a:p>
            <a:pPr algn="ctr" defTabSz="1447307"/>
            <a:endParaRPr lang="pt-BR">
              <a:solidFill>
                <a:prstClr val="white"/>
              </a:solidFill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8659089" y="1497819"/>
            <a:ext cx="4906215" cy="418984"/>
          </a:xfrm>
          <a:prstGeom prst="rect">
            <a:avLst/>
          </a:prstGeom>
        </p:spPr>
        <p:txBody>
          <a:bodyPr wrap="square" lIns="88061" tIns="44169" rIns="88061" bIns="44169">
            <a:spAutoFit/>
          </a:bodyPr>
          <a:lstStyle/>
          <a:p>
            <a:pPr algn="just" defTabSz="1525202">
              <a:spcAft>
                <a:spcPts val="889"/>
              </a:spcAft>
            </a:pPr>
            <a:r>
              <a:rPr lang="pt-BR" sz="2100" b="1" dirty="0">
                <a:solidFill>
                  <a:prstClr val="black"/>
                </a:solidFill>
                <a:latin typeface="Gill Sans Std"/>
                <a:cs typeface="Gill Sans Std"/>
              </a:rPr>
              <a:t>Infraestrutura </a:t>
            </a:r>
            <a:r>
              <a:rPr lang="pt-BR" sz="2100" b="1" dirty="0" smtClean="0">
                <a:solidFill>
                  <a:prstClr val="black"/>
                </a:solidFill>
                <a:latin typeface="Gill Sans Std"/>
                <a:cs typeface="Gill Sans Std"/>
              </a:rPr>
              <a:t>digital</a:t>
            </a:r>
            <a:endParaRPr lang="pt-BR" sz="2100" b="1" dirty="0">
              <a:solidFill>
                <a:prstClr val="black"/>
              </a:solidFill>
              <a:latin typeface="Gill Sans Std"/>
              <a:cs typeface="Gill Sans Std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8658233" y="1785851"/>
            <a:ext cx="6979753" cy="1058751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/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Evoluir a </a:t>
            </a:r>
            <a:r>
              <a:rPr lang="pt-BR" sz="2100" i="1" dirty="0" smtClean="0">
                <a:solidFill>
                  <a:prstClr val="black"/>
                </a:solidFill>
                <a:latin typeface="Gill Sans Std" pitchFamily="34" charset="0"/>
              </a:rPr>
              <a:t>infraestrutura visando alavancar a inovação digital atendendo o modelo </a:t>
            </a:r>
            <a:r>
              <a:rPr lang="pt-BR" sz="2100" i="1" dirty="0">
                <a:solidFill>
                  <a:prstClr val="black"/>
                </a:solidFill>
                <a:latin typeface="Gill Sans Std" pitchFamily="34" charset="0"/>
              </a:rPr>
              <a:t>atual e </a:t>
            </a:r>
            <a:r>
              <a:rPr lang="pt-BR" sz="2100" i="1" dirty="0" smtClean="0">
                <a:solidFill>
                  <a:prstClr val="black"/>
                </a:solidFill>
                <a:latin typeface="Gill Sans Std" pitchFamily="34" charset="0"/>
              </a:rPr>
              <a:t>a transformação para o ambiente omnichannel, atendendo às evoluções do negócio.</a:t>
            </a:r>
            <a:endParaRPr lang="pt-BR" sz="2100" i="1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927200" y="1764487"/>
            <a:ext cx="7020802" cy="1381917"/>
          </a:xfrm>
          <a:prstGeom prst="rect">
            <a:avLst/>
          </a:prstGeom>
        </p:spPr>
        <p:txBody>
          <a:bodyPr wrap="square" lIns="88118" tIns="44196" rIns="88118" bIns="44196">
            <a:spAutoFit/>
          </a:bodyPr>
          <a:lstStyle/>
          <a:p>
            <a:pPr algn="just"/>
            <a:r>
              <a:rPr lang="pt-BR" sz="2100" i="1" dirty="0" smtClean="0">
                <a:solidFill>
                  <a:prstClr val="black"/>
                </a:solidFill>
                <a:latin typeface="Gill Sans Std" pitchFamily="34" charset="0"/>
              </a:rPr>
              <a:t>Arquitetura e gestão de portfolio de ofertas eficaz e bem concebida, direcionando o desenvolvimento de produtos e serviços adequados a venda direta/omnichannel para gerar demanda e alavancar o </a:t>
            </a:r>
            <a:r>
              <a:rPr lang="pt-BR" sz="2100" i="1" dirty="0" err="1" smtClean="0">
                <a:solidFill>
                  <a:prstClr val="black"/>
                </a:solidFill>
                <a:latin typeface="Gill Sans Std" pitchFamily="34" charset="0"/>
              </a:rPr>
              <a:t>brand</a:t>
            </a:r>
            <a:r>
              <a:rPr lang="pt-BR" sz="2100" i="1" dirty="0" smtClean="0">
                <a:solidFill>
                  <a:prstClr val="black"/>
                </a:solidFill>
                <a:latin typeface="Gill Sans Std" pitchFamily="34" charset="0"/>
              </a:rPr>
              <a:t> equity nos âmbitos regional e global.</a:t>
            </a:r>
            <a:endParaRPr lang="pt-BR" sz="2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787731"/>
            <a:ext cx="223138" cy="203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899829" rIns="91440" bIns="89982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itchFamily="34" charset="0"/>
                <a:cs typeface="Segoe UI" pitchFamily="34" charset="0"/>
              </a:rPr>
              <a:t>.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23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Submarcas</a:t>
            </a:r>
            <a:r>
              <a:rPr lang="en-US" dirty="0" smtClean="0">
                <a:latin typeface="Gill Sans Std ExtraBold" pitchFamily="34" charset="0"/>
              </a:rPr>
              <a:t>,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Produtos</a:t>
            </a:r>
            <a:r>
              <a:rPr lang="en-US" dirty="0" smtClean="0">
                <a:latin typeface="Gill Sans Std ExtraBold" pitchFamily="34" charset="0"/>
              </a:rPr>
              <a:t> &amp; </a:t>
            </a:r>
            <a:r>
              <a:rPr lang="en-US" dirty="0" err="1" smtClean="0">
                <a:latin typeface="Gill Sans Std ExtraBold" pitchFamily="34" charset="0"/>
              </a:rPr>
              <a:t>Serviços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pt-BR"/>
            </a:defPPr>
            <a:lvl1pPr marL="0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27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1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90462" y="3364883"/>
            <a:ext cx="6882208" cy="1688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-2036721" defTabSz="1360949">
              <a:lnSpc>
                <a:spcPct val="120000"/>
              </a:lnSpc>
            </a:pPr>
            <a:r>
              <a:rPr lang="en-US" sz="1800" b="1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CONTEXTO</a:t>
            </a:r>
            <a: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  <a:t>:</a:t>
            </a:r>
            <a:b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</a:br>
            <a:r>
              <a:rPr lang="en-US" sz="1800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ELABORAR UMA ANÁLISE DE CONTEXTO INTERNO E EXTERNO QUE JUSTIFIQUE A RELEVÂNCIA DO HABILITADOR PARA O ÊXITO DOS OBJETIVOS DE NEGÓCIO.</a:t>
            </a: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endParaRPr lang="en-US" sz="1800" i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11" name="Title 5"/>
          <p:cNvSpPr txBox="1">
            <a:spLocks/>
          </p:cNvSpPr>
          <p:nvPr/>
        </p:nvSpPr>
        <p:spPr>
          <a:xfrm>
            <a:off x="423717" y="344297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SUBMARCAS, PRODUTOS E SERVIÇOS (1/2)</a:t>
            </a:r>
          </a:p>
        </p:txBody>
      </p:sp>
      <p:sp>
        <p:nvSpPr>
          <p:cNvPr id="20" name="Rectangle 17"/>
          <p:cNvSpPr/>
          <p:nvPr/>
        </p:nvSpPr>
        <p:spPr>
          <a:xfrm>
            <a:off x="451555" y="2196530"/>
            <a:ext cx="15237294" cy="6412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ts val="2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latin typeface="Gill Sans Std" pitchFamily="34" charset="0"/>
                <a:ea typeface="MS PGothic" pitchFamily="34" charset="-128"/>
              </a:rPr>
              <a:t>PRIORIDADES </a:t>
            </a:r>
            <a:r>
              <a:rPr lang="en-US" sz="2100" b="1" i="1" dirty="0" smtClean="0">
                <a:latin typeface="Gill Sans Std" pitchFamily="34" charset="0"/>
                <a:ea typeface="MS PGothic" pitchFamily="34" charset="-128"/>
              </a:rPr>
              <a:t>ESTRATÉGICAS</a:t>
            </a:r>
            <a:endParaRPr lang="en-US" sz="2100" b="1" i="1" dirty="0"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1. Implementar Sistema de 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Gestão 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para o portfólio de Marcas do grupo Natura preparando-as para o ambiente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omnichannel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.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 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2. Reposicionar a Marca Natura para o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uppermastige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 / prestige e  fortalecer a sua preferência, aplicando sistema de gestão 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que gere demanda e  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construa equity nos quatro atributos da marca através das submarcas.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 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3. Ter um portfólio robusto (suficiência) e de qualidade (RB, CB e NA no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mix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 adequado), que atenda às necessidades e ambições TBL das diferentes geografias e modelos de negócio, com gestão global integrada.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endParaRPr lang="pt-BR" sz="2000" dirty="0">
              <a:latin typeface="Gill Sans Std" pitchFamily="34" charset="0"/>
              <a:ea typeface="MS PGothic" pitchFamily="34" charset="-128"/>
            </a:endParaRPr>
          </a:p>
          <a:p>
            <a:pPr marL="0" lvl="3" algn="just" defTabSz="1366622"/>
            <a:r>
              <a:rPr lang="pt-BR" sz="2000" dirty="0">
                <a:latin typeface="Gill Sans Std" pitchFamily="34" charset="0"/>
                <a:ea typeface="MS PGothic" pitchFamily="34" charset="-128"/>
              </a:rPr>
              <a:t>4. Concretizar em todas as submarcas,  produtos e serviços, os temas prioritários da visão de sustentabilidade como vantagem competitiva e fator de diferenciação.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endParaRPr lang="pt-BR" sz="2000" dirty="0"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5. 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Construir submarcas impulsionadas 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por ideias e conceitos que nasçam da interseção entre: a) causas que a Natura propõe ao mundo; b)  necessidades de grupos de clientes (relevância);  c) nosso jeito de fazer. 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endParaRPr lang="pt-BR" sz="2000" dirty="0"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6. Ter obsessão por desenvolver produtos de qualidade percebida superior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.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endParaRPr lang="pt-BR" sz="2000" dirty="0" smtClean="0"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7. Criar experiências de marca/submarcas encantadoras e customizadas a jornada de cada público e ao ambiente omnichannel. </a:t>
            </a: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endParaRPr lang="pt-BR" sz="2000" dirty="0"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6622"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8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. Desenvolver serviços adjacentes a venda direta modernizada – Soluções de Pagamento,  Programa de Fidelidade CN, MVNO,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C</a:t>
            </a:r>
            <a:r>
              <a:rPr lang="pt-BR" sz="2000" dirty="0" err="1" smtClean="0">
                <a:latin typeface="Gill Sans Std" pitchFamily="34" charset="0"/>
                <a:ea typeface="MS PGothic" pitchFamily="34" charset="-128"/>
              </a:rPr>
              <a:t>heck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 Out, Telefonia e Educação.</a:t>
            </a:r>
            <a:endParaRPr lang="en-US" sz="2000" dirty="0"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51136" y="2160569"/>
            <a:ext cx="15553728" cy="644467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715" tIns="42994" rIns="85715" bIns="42994" rtlCol="0" anchor="ctr"/>
          <a:lstStyle/>
          <a:p>
            <a:pPr algn="ctr" defTabSz="135807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>
          <a:xfrm>
            <a:off x="456553" y="900391"/>
            <a:ext cx="15448322" cy="1584174"/>
          </a:xfrm>
          <a:noFill/>
        </p:spPr>
        <p:txBody>
          <a:bodyPr/>
          <a:lstStyle/>
          <a:p>
            <a:pPr algn="just" defTabSz="858731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800" i="1" dirty="0">
                <a:latin typeface="Gill Sans Std" pitchFamily="34" charset="0"/>
              </a:rPr>
              <a:t>ARQUITETURA E GESTÃO DE PORTFOLIO DE </a:t>
            </a:r>
            <a:r>
              <a:rPr lang="pt-BR" sz="2800" i="1" dirty="0" smtClean="0">
                <a:latin typeface="Gill Sans Std" pitchFamily="34" charset="0"/>
              </a:rPr>
              <a:t>OFERTAS EFICAZ </a:t>
            </a:r>
            <a:r>
              <a:rPr lang="pt-BR" sz="2800" i="1" dirty="0">
                <a:latin typeface="Gill Sans Std" pitchFamily="34" charset="0"/>
              </a:rPr>
              <a:t>E BEM CONCEBIDA, DIRECIONANDO O DESENVOLVIMENTO DE PRODUTOS E SERVIÇOS ADEQUADOS À VENDA </a:t>
            </a:r>
            <a:r>
              <a:rPr lang="pt-BR" sz="2800" i="1" dirty="0" smtClean="0">
                <a:latin typeface="Gill Sans Std" pitchFamily="34" charset="0"/>
              </a:rPr>
              <a:t>DIRETA/OMNICHANNEL </a:t>
            </a:r>
            <a:r>
              <a:rPr lang="pt-BR" sz="2800" i="1" dirty="0">
                <a:latin typeface="Gill Sans Std" pitchFamily="34" charset="0"/>
              </a:rPr>
              <a:t>PARA GERAR DEMANDA E </a:t>
            </a:r>
            <a:r>
              <a:rPr lang="pt-BR" sz="2800" i="1" dirty="0" smtClean="0">
                <a:latin typeface="Gill Sans Std" pitchFamily="34" charset="0"/>
              </a:rPr>
              <a:t>ALAVANCAR O BRAND </a:t>
            </a:r>
            <a:r>
              <a:rPr lang="pt-BR" sz="2800" i="1" dirty="0">
                <a:latin typeface="Gill Sans Std" pitchFamily="34" charset="0"/>
              </a:rPr>
              <a:t>EQUITY NOS ÂMBITOS REGIONAL E GLOBAL.</a:t>
            </a:r>
            <a:endParaRPr lang="en-US" sz="2800" i="1" dirty="0">
              <a:latin typeface="Gill Sans Std" pitchFamily="34" charset="0"/>
              <a:sym typeface="Gill Sans" charset="0"/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89" rIns="91382" bIns="45689" anchor="t">
            <a:noAutofit/>
          </a:bodyPr>
          <a:lstStyle>
            <a:lvl1pPr marL="0" indent="0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28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7"/>
          <p:cNvSpPr/>
          <p:nvPr/>
        </p:nvSpPr>
        <p:spPr>
          <a:xfrm>
            <a:off x="423732" y="2628585"/>
            <a:ext cx="6984777" cy="3940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INDICADORES ESTRATÉGICOS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351136" y="2629229"/>
            <a:ext cx="8496944" cy="37560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070" tIns="43170" rIns="86070" bIns="43170" rtlCol="0" anchor="ctr"/>
          <a:lstStyle/>
          <a:p>
            <a:pPr algn="ctr" defTabSz="1363724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5" name="Rectangle 17"/>
          <p:cNvSpPr/>
          <p:nvPr/>
        </p:nvSpPr>
        <p:spPr>
          <a:xfrm>
            <a:off x="9164514" y="2628585"/>
            <a:ext cx="15237294" cy="3940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PROJETOS PEN 2015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9064103" y="2629229"/>
            <a:ext cx="6840775" cy="37560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070" tIns="43170" rIns="86070" bIns="43170" rtlCol="0" anchor="ctr"/>
          <a:lstStyle/>
          <a:p>
            <a:pPr algn="ctr" defTabSz="1363724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7" name="Rectangle 17"/>
          <p:cNvSpPr/>
          <p:nvPr/>
        </p:nvSpPr>
        <p:spPr>
          <a:xfrm>
            <a:off x="495167" y="3130307"/>
            <a:ext cx="7992873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3" algn="just" defTabSz="1366622">
              <a:lnSpc>
                <a:spcPct val="120000"/>
              </a:lnSpc>
            </a:pP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 Mix de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Receita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do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Sistema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de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Submarcas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–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Brasil</a:t>
            </a:r>
          </a:p>
          <a:p>
            <a:pPr marL="0" lvl="3" algn="just" defTabSz="1366622">
              <a:lnSpc>
                <a:spcPct val="120000"/>
              </a:lnSpc>
            </a:pP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Scorecard de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Portfólio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– Valor de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Portfólio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Brasil</a:t>
            </a:r>
          </a:p>
          <a:p>
            <a:pPr marL="0" lvl="3" algn="just" defTabSz="1366622">
              <a:lnSpc>
                <a:spcPct val="120000"/>
              </a:lnSpc>
            </a:pP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Scorecard de </a:t>
            </a:r>
            <a:r>
              <a:rPr lang="en-US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Portfólio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–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Distribuição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por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arquétipos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Brasil</a:t>
            </a:r>
            <a:endParaRPr lang="en-US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algn="just" defTabSz="1366622">
              <a:lnSpc>
                <a:spcPct val="120000"/>
              </a:lnSpc>
            </a:pP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</a:t>
            </a:r>
            <a:r>
              <a:rPr lang="en-US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Atributos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da </a:t>
            </a:r>
            <a:r>
              <a:rPr lang="en-US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rasil</a:t>
            </a:r>
            <a:endParaRPr lang="en-US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algn="just" defTabSz="1366622">
              <a:lnSpc>
                <a:spcPct val="120000"/>
              </a:lnSpc>
            </a:pP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</a:t>
            </a:r>
            <a:r>
              <a:rPr lang="en-US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Margem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Bruta</a:t>
            </a: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Brasil e </a:t>
            </a:r>
            <a:r>
              <a:rPr lang="en-US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Latam</a:t>
            </a:r>
            <a:endParaRPr lang="en-US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indent="-222291" algn="just" defTabSz="1366622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6. 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% Material reciclado pós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consumo – Marca Natura Brasil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  <a:sym typeface="Gill Sans" charset="0"/>
            </a:endParaRPr>
          </a:p>
          <a:p>
            <a:pPr marL="0" lvl="3" indent="-222291" algn="just" defTabSz="1366622">
              <a:lnSpc>
                <a:spcPct val="120000"/>
              </a:lnSpc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7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.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Consumo de insumos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Amazônicos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em relação  ao consumo total Natura(R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  <a:sym typeface="Gill Sans" charset="0"/>
              </a:rPr>
              <a:t>$) – Marca Natura Brasil </a:t>
            </a:r>
            <a:endParaRPr lang="en-US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31" name="Rectangle 17"/>
          <p:cNvSpPr/>
          <p:nvPr/>
        </p:nvSpPr>
        <p:spPr>
          <a:xfrm>
            <a:off x="9064103" y="3042042"/>
            <a:ext cx="6624749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66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Plano de Revitalização da Marca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Natura 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66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Projeto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GPS</a:t>
            </a:r>
          </a:p>
          <a:p>
            <a:pPr marL="2521" lvl="3" indent="-2521" algn="just" defTabSz="13666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 Serviços para Venda Direta Modernizada</a:t>
            </a:r>
          </a:p>
        </p:txBody>
      </p:sp>
      <p:sp>
        <p:nvSpPr>
          <p:cNvPr id="11" name="Title 5"/>
          <p:cNvSpPr txBox="1">
            <a:spLocks/>
          </p:cNvSpPr>
          <p:nvPr/>
        </p:nvSpPr>
        <p:spPr>
          <a:xfrm>
            <a:off x="423717" y="344297"/>
            <a:ext cx="14625225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SUBMARCAS, PRODUTOS E SERVIÇOS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(2/2</a:t>
            </a:r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)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idx="10"/>
          </p:nvPr>
        </p:nvSpPr>
        <p:spPr>
          <a:xfrm>
            <a:off x="456553" y="900391"/>
            <a:ext cx="15448322" cy="1584174"/>
          </a:xfrm>
          <a:noFill/>
        </p:spPr>
        <p:txBody>
          <a:bodyPr/>
          <a:lstStyle/>
          <a:p>
            <a:pPr algn="just" defTabSz="858731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800" i="1" dirty="0">
                <a:latin typeface="Gill Sans Std" pitchFamily="34" charset="0"/>
              </a:rPr>
              <a:t>ARQUITETURA E GESTÃO DE PORTFOLIO DE </a:t>
            </a:r>
            <a:r>
              <a:rPr lang="pt-BR" sz="2800" i="1" dirty="0" smtClean="0">
                <a:latin typeface="Gill Sans Std" pitchFamily="34" charset="0"/>
              </a:rPr>
              <a:t>OFERTAS EFICAZ </a:t>
            </a:r>
            <a:r>
              <a:rPr lang="pt-BR" sz="2800" i="1" dirty="0">
                <a:latin typeface="Gill Sans Std" pitchFamily="34" charset="0"/>
              </a:rPr>
              <a:t>E BEM CONCEBIDA, DIRECIONANDO O DESENVOLVIMENTO DE PRODUTOS E SERVIÇOS ADEQUADOS À VENDA </a:t>
            </a:r>
            <a:r>
              <a:rPr lang="pt-BR" sz="2800" i="1" dirty="0" smtClean="0">
                <a:latin typeface="Gill Sans Std" pitchFamily="34" charset="0"/>
              </a:rPr>
              <a:t>DIRETA/OMNICHANNEL </a:t>
            </a:r>
            <a:r>
              <a:rPr lang="pt-BR" sz="2800" i="1" dirty="0">
                <a:latin typeface="Gill Sans Std" pitchFamily="34" charset="0"/>
              </a:rPr>
              <a:t>PARA GERAR DEMANDA E </a:t>
            </a:r>
            <a:r>
              <a:rPr lang="pt-BR" sz="2800" i="1" dirty="0" smtClean="0">
                <a:latin typeface="Gill Sans Std" pitchFamily="34" charset="0"/>
              </a:rPr>
              <a:t>ALAVANCAR O BRAND </a:t>
            </a:r>
            <a:r>
              <a:rPr lang="pt-BR" sz="2800" i="1" dirty="0">
                <a:latin typeface="Gill Sans Std" pitchFamily="34" charset="0"/>
              </a:rPr>
              <a:t>EQUITY NOS ÂMBITOS REGIONAL E GLOBAL.</a:t>
            </a:r>
            <a:endParaRPr lang="en-US" sz="2800" i="1" dirty="0">
              <a:latin typeface="Gill Sans Std" pitchFamily="34" charset="0"/>
              <a:sym typeface="Gill Sans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89" rIns="91382" bIns="45689" anchor="t">
            <a:noAutofit/>
          </a:bodyPr>
          <a:lstStyle>
            <a:lvl1pPr marL="0" indent="0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29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3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Inovação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pt-BR"/>
            </a:defPPr>
            <a:lvl1pPr marL="0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30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15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>
          <a:xfrm>
            <a:off x="206898" y="794274"/>
            <a:ext cx="15795200" cy="778813"/>
          </a:xfrm>
        </p:spPr>
        <p:txBody>
          <a:bodyPr lIns="88316" tIns="44290" rIns="88316" bIns="44290" anchor="t">
            <a:noAutofit/>
          </a:bodyPr>
          <a:lstStyle/>
          <a:p>
            <a:pPr algn="just" defTabSz="885974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500" i="1" dirty="0">
                <a:latin typeface="Gill Sans Std" pitchFamily="34" charset="0"/>
              </a:rPr>
              <a:t>INOVAÇÃO EM DIFERENTES DIMENSÕES, </a:t>
            </a:r>
            <a:r>
              <a:rPr lang="pt-BR" sz="2500" i="1" dirty="0" smtClean="0">
                <a:latin typeface="Gill Sans Std" pitchFamily="34" charset="0"/>
              </a:rPr>
              <a:t>MANIFESTADA </a:t>
            </a:r>
            <a:r>
              <a:rPr lang="pt-BR" sz="2500" i="1" dirty="0">
                <a:latin typeface="Gill Sans Std" pitchFamily="34" charset="0"/>
              </a:rPr>
              <a:t>EM PRODUTOS AMPLIADOS (ALÉM DO PRODUTO FÍSICO) COM DIVERSAS INTENSIDADES (MELHORIA, </a:t>
            </a:r>
            <a:r>
              <a:rPr lang="pt-BR" sz="2500" i="1" dirty="0" smtClean="0">
                <a:latin typeface="Gill Sans Std" pitchFamily="34" charset="0"/>
              </a:rPr>
              <a:t> MUDANÇA </a:t>
            </a:r>
            <a:r>
              <a:rPr lang="pt-BR" sz="2500" i="1" dirty="0">
                <a:latin typeface="Gill Sans Std" pitchFamily="34" charset="0"/>
              </a:rPr>
              <a:t>E TRANSFORMAÇÃO</a:t>
            </a:r>
            <a:r>
              <a:rPr lang="pt-BR" sz="2500" i="1" dirty="0" smtClean="0">
                <a:latin typeface="Gill Sans Std" pitchFamily="34" charset="0"/>
              </a:rPr>
              <a:t>).</a:t>
            </a:r>
            <a:endParaRPr lang="pt-BR" sz="2500" i="1" dirty="0">
              <a:latin typeface="Gill Sans Std" pitchFamily="34" charset="0"/>
            </a:endParaRPr>
          </a:p>
        </p:txBody>
      </p:sp>
      <p:sp>
        <p:nvSpPr>
          <p:cNvPr id="10" name="Rectangle 17"/>
          <p:cNvSpPr/>
          <p:nvPr/>
        </p:nvSpPr>
        <p:spPr>
          <a:xfrm>
            <a:off x="287558" y="7259183"/>
            <a:ext cx="6984777" cy="337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4969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1800" b="1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 Std" pitchFamily="34" charset="0"/>
              </a:rPr>
              <a:t>INDICADORES ESTRATÉGICOS</a:t>
            </a:r>
            <a:endParaRPr lang="en-US" sz="1800" b="1" i="1" dirty="0">
              <a:solidFill>
                <a:prstClr val="black">
                  <a:lumMod val="75000"/>
                  <a:lumOff val="25000"/>
                </a:prstClr>
              </a:solidFill>
              <a:latin typeface="Gill Sans Std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15625" y="7259172"/>
            <a:ext cx="7910855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46607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343800" y="7237100"/>
            <a:ext cx="7687865" cy="175027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46607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8422999" y="7585868"/>
            <a:ext cx="3352185" cy="11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Projetos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Conexão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e 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LIMS</a:t>
            </a:r>
            <a:endParaRPr lang="en-US" sz="21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Centro de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Bem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Estar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(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parceria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com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Fapesp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)</a:t>
            </a:r>
          </a:p>
        </p:txBody>
      </p:sp>
      <p:sp>
        <p:nvSpPr>
          <p:cNvPr id="2" name="Retângulo 1"/>
          <p:cNvSpPr/>
          <p:nvPr/>
        </p:nvSpPr>
        <p:spPr>
          <a:xfrm>
            <a:off x="215626" y="1983408"/>
            <a:ext cx="1578647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Viabilizar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 protagonizar novas oportunidades de negócio (conceitos, serviços e produtos ampliados), a partir do pioneirismo em Bem-Estar e Ciência das Relações.</a:t>
            </a:r>
          </a:p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Recuperar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o protagonismo da Natura em sustentabilidade,  tendo a radicalização na aplicação de seus princípios, tecnologias verdes e a transparência corporativa como premissas de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inovação.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 Protagonizar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 acelerar a elaboração de oportunidades e conceitos (tecnológicos e mercadológicos) viabilizando também  a expansão internacional e a entrada em novas categorias CFT e não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CFT.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4. Elevar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o diferencial dos nossos produtos e serviços por meio do desenvolvimento e fortalecimento de competências em design (funcionalidade, estética,  design for </a:t>
            </a:r>
            <a:r>
              <a:rPr lang="pt-BR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quality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,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pt-BR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ecodesign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)  e sensorial de produtos com foco no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consumidor.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5. Inovar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com agilidade, produtividade e efetividade em nossos processos, com sistemas integrados que aumentem a nossa competitividade, com a garantia de alocação adequada de recursos para execução das escolhas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estratégicas.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6. Estar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na vanguarda da Inovação aberta e colaborativa, com ênfase ao empreendedorismo inovador de base tecnológica e social, visando a captação de fomento e de oportunidades para a evolução do negócio atual e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futuro.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49693">
              <a:lnSpc>
                <a:spcPct val="120000"/>
              </a:lnSpc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7. Atuar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de forma proativa no Ecossistema de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Inovação,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influenciando políticas públicas e regulamentações em áreas estratégicas.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215626" y="1583445"/>
            <a:ext cx="3719140" cy="469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21" lvl="3" indent="-2521" defTabSz="144969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Gill Sans Std" pitchFamily="34" charset="0"/>
                <a:ea typeface="MS PGothic" pitchFamily="34" charset="-128"/>
              </a:rPr>
              <a:t>PRIORIDADES ESTRATÉGICAS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206898" y="1573092"/>
            <a:ext cx="15824760" cy="55003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401" tIns="44337" rIns="88401" bIns="44337" rtlCol="0" anchor="ctr"/>
          <a:lstStyle/>
          <a:p>
            <a:pPr algn="ctr" defTabSz="140114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0" name="Rectangle 17"/>
          <p:cNvSpPr/>
          <p:nvPr/>
        </p:nvSpPr>
        <p:spPr>
          <a:xfrm>
            <a:off x="287559" y="7525122"/>
            <a:ext cx="3883495" cy="1920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Índice de </a:t>
            </a:r>
            <a:r>
              <a:rPr lang="en-US" sz="21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Inovação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– </a:t>
            </a:r>
            <a:r>
              <a:rPr lang="en-US" sz="21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Brasil</a:t>
            </a: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</a:t>
            </a:r>
            <a:r>
              <a:rPr lang="pt-BR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Volume de Negócios da </a:t>
            </a:r>
            <a:r>
              <a:rPr lang="pt-BR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Amazônia – Marca Natura Brasil</a:t>
            </a: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</a:rPr>
              <a:t>              </a:t>
            </a:r>
          </a:p>
        </p:txBody>
      </p:sp>
      <p:sp>
        <p:nvSpPr>
          <p:cNvPr id="21" name="Rectangle 17"/>
          <p:cNvSpPr/>
          <p:nvPr/>
        </p:nvSpPr>
        <p:spPr>
          <a:xfrm>
            <a:off x="8344025" y="7237095"/>
            <a:ext cx="6984777" cy="337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4969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1800" b="1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 Std" pitchFamily="34" charset="0"/>
              </a:rPr>
              <a:t>PROJETOS PEN 2015</a:t>
            </a:r>
            <a:endParaRPr lang="en-US" sz="1800" b="1" i="1" dirty="0">
              <a:solidFill>
                <a:prstClr val="black">
                  <a:lumMod val="75000"/>
                  <a:lumOff val="25000"/>
                </a:prstClr>
              </a:solidFill>
              <a:latin typeface="Gill Sans Std" pitchFamily="34" charset="0"/>
            </a:endParaRPr>
          </a:p>
        </p:txBody>
      </p:sp>
      <p:sp>
        <p:nvSpPr>
          <p:cNvPr id="14" name="Title 5"/>
          <p:cNvSpPr txBox="1">
            <a:spLocks/>
          </p:cNvSpPr>
          <p:nvPr/>
        </p:nvSpPr>
        <p:spPr>
          <a:xfrm>
            <a:off x="351136" y="272274"/>
            <a:ext cx="15553166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 INOVAÇÃO</a:t>
            </a:r>
            <a:endParaRPr lang="en-US" sz="39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4455592" y="7453114"/>
            <a:ext cx="3672408" cy="1551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Time to Delivery 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1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Natura Brasil</a:t>
            </a:r>
            <a:endParaRPr lang="en-US" sz="21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Time to Market – </a:t>
            </a:r>
            <a:r>
              <a:rPr lang="en-US" sz="21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indicador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a </a:t>
            </a:r>
            <a:r>
              <a:rPr lang="en-US" sz="21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ser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1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implementado</a:t>
            </a:r>
            <a:r>
              <a:rPr lang="en-US" sz="2000" dirty="0" smtClean="0">
                <a:solidFill>
                  <a:prstClr val="black"/>
                </a:solidFill>
                <a:latin typeface="Gill Sans Std" pitchFamily="34" charset="0"/>
              </a:rPr>
              <a:t>	              </a:t>
            </a:r>
          </a:p>
        </p:txBody>
      </p:sp>
      <p:sp>
        <p:nvSpPr>
          <p:cNvPr id="16" name="Rectangle 17"/>
          <p:cNvSpPr/>
          <p:nvPr/>
        </p:nvSpPr>
        <p:spPr>
          <a:xfrm>
            <a:off x="11775185" y="7552886"/>
            <a:ext cx="4777761" cy="11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3.Programa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Transparência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Radical</a:t>
            </a: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4.Aceleração 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Empreendedorismo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inovador</a:t>
            </a:r>
            <a:r>
              <a:rPr lang="en-US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(Corporate Venture</a:t>
            </a: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)</a:t>
            </a:r>
            <a:endParaRPr lang="en-US" sz="21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89" rIns="91382" bIns="45689" anchor="t">
            <a:noAutofit/>
          </a:bodyPr>
          <a:lstStyle>
            <a:lvl1pPr marL="0" indent="0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31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3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Modelos</a:t>
            </a:r>
            <a:r>
              <a:rPr lang="en-US" dirty="0" smtClean="0">
                <a:latin typeface="Gill Sans Std ExtraBold" pitchFamily="34" charset="0"/>
              </a:rPr>
              <a:t> </a:t>
            </a:r>
            <a:r>
              <a:rPr lang="en-US" dirty="0" err="1" smtClean="0">
                <a:latin typeface="Gill Sans Std ExtraBold" pitchFamily="34" charset="0"/>
              </a:rPr>
              <a:t>Comerciais</a:t>
            </a:r>
            <a:r>
              <a:rPr lang="en-US" dirty="0" smtClean="0">
                <a:latin typeface="Gill Sans Std ExtraBold" pitchFamily="34" charset="0"/>
              </a:rPr>
              <a:t> &amp; </a:t>
            </a:r>
            <a:r>
              <a:rPr lang="en-US" dirty="0" err="1" smtClean="0">
                <a:latin typeface="Gill Sans Std ExtraBold" pitchFamily="34" charset="0"/>
              </a:rPr>
              <a:t>Relacionamento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pt-BR"/>
            </a:defPPr>
            <a:lvl1pPr marL="0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32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45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90462" y="3544505"/>
            <a:ext cx="6882208" cy="1688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-2108716" defTabSz="1409067">
              <a:lnSpc>
                <a:spcPct val="120000"/>
              </a:lnSpc>
            </a:pPr>
            <a:r>
              <a:rPr lang="en-US" sz="1800" b="1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CONTEXTO</a:t>
            </a:r>
            <a: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  <a:t>:</a:t>
            </a:r>
            <a:b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</a:br>
            <a:r>
              <a:rPr lang="en-US" sz="1800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ELABORAR UMA ANÁLISE DE CONTEXTO INTERNO E EXTERNO QUE JUSTIFIQUE A RELEVÂNCIA DO HABILITADOR PARA O ÊXITO DOS OBJETIVOS DE NEGÓCIO.</a:t>
            </a:r>
          </a:p>
          <a:p>
            <a:pPr marL="2521" lvl="3" indent="-2521" algn="just" defTabSz="1409067">
              <a:lnSpc>
                <a:spcPct val="120000"/>
              </a:lnSpc>
              <a:buFont typeface="Calibri" panose="020F0502020204030204" pitchFamily="34" charset="0"/>
              <a:buChar char="​"/>
            </a:pPr>
            <a:endParaRPr lang="en-US" sz="1800" i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0" name="Rectangle 17"/>
          <p:cNvSpPr/>
          <p:nvPr/>
        </p:nvSpPr>
        <p:spPr>
          <a:xfrm>
            <a:off x="495153" y="2042828"/>
            <a:ext cx="15235437" cy="3898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latin typeface="Gill Sans Std" pitchFamily="34" charset="0"/>
                <a:ea typeface="MS PGothic" pitchFamily="34" charset="-128"/>
              </a:rPr>
              <a:t>PRIORIDADES ESTRATÉGICAS</a:t>
            </a:r>
          </a:p>
          <a:p>
            <a:pPr marL="457200" lvl="3" indent="-457200" algn="just" defTabSz="1409067">
              <a:lnSpc>
                <a:spcPct val="120000"/>
              </a:lnSpc>
              <a:buFontTx/>
              <a:buAutoNum type="arabicPeriod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Inovação e melhoria contínua no Modelo e na Operação Comercial da VD visando: Excelência na Execução; Ofertas Segmentadas para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CNs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; Individualização da relação com </a:t>
            </a:r>
            <a:r>
              <a:rPr lang="pt-BR" sz="2000" dirty="0" err="1" smtClean="0">
                <a:latin typeface="Gill Sans Std" pitchFamily="34" charset="0"/>
                <a:ea typeface="MS PGothic" pitchFamily="34" charset="-128"/>
              </a:rPr>
              <a:t>CFs</a:t>
            </a:r>
            <a:r>
              <a:rPr lang="pt-BR" sz="2000" dirty="0" smtClean="0">
                <a:latin typeface="Gill Sans Std" pitchFamily="34" charset="0"/>
                <a:ea typeface="MS PGothic" pitchFamily="34" charset="-128"/>
              </a:rPr>
              <a:t> e Melhoria 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da Experiência de Compra.</a:t>
            </a:r>
          </a:p>
          <a:p>
            <a:pPr marL="457200" lvl="3" indent="-457200" algn="just" defTabSz="1409067">
              <a:lnSpc>
                <a:spcPct val="120000"/>
              </a:lnSpc>
              <a:buFontTx/>
              <a:buAutoNum type="arabicPeriod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Aumentar a Abrangência e a Relevância do Modelo de Relacionamento para resgatar o valor da atividade de Consultoria e Fidelizar as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CNs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.</a:t>
            </a:r>
          </a:p>
          <a:p>
            <a:pPr marL="457200" lvl="3" indent="-457200" algn="just" defTabSz="1409067">
              <a:lnSpc>
                <a:spcPct val="120000"/>
              </a:lnSpc>
              <a:buFontTx/>
              <a:buAutoNum type="arabicPeriod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Redesenhar a estrutura Comercial, com foco nas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CNOs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, para viabilizar novas demandas da estratégia de negócio.</a:t>
            </a:r>
          </a:p>
          <a:p>
            <a:pPr marL="457200" lvl="3" indent="-457200" algn="just" defTabSz="1409067">
              <a:lnSpc>
                <a:spcPct val="120000"/>
              </a:lnSpc>
              <a:buFontTx/>
              <a:buAutoNum type="arabicPeriod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Gerar diferenciação através de Ativação de Marketing, potencializando a segmentação de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CNs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 e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CFs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, a variedade de canais e formatos de vendas, a diversificação de meios de comunicação e os papéis estratégicos de marcas e </a:t>
            </a:r>
            <a:r>
              <a:rPr lang="pt-BR" sz="2000" dirty="0" err="1">
                <a:latin typeface="Gill Sans Std" pitchFamily="34" charset="0"/>
                <a:ea typeface="MS PGothic" pitchFamily="34" charset="-128"/>
              </a:rPr>
              <a:t>sub-marcas</a:t>
            </a:r>
            <a:r>
              <a:rPr lang="pt-BR" sz="2000" dirty="0">
                <a:latin typeface="Gill Sans Std" pitchFamily="34" charset="0"/>
                <a:ea typeface="MS PGothic" pitchFamily="34" charset="-128"/>
              </a:rPr>
              <a:t>. </a:t>
            </a:r>
          </a:p>
          <a:p>
            <a:pPr marL="457200" lvl="3" indent="-457200" algn="just" defTabSz="1409067">
              <a:lnSpc>
                <a:spcPct val="120000"/>
              </a:lnSpc>
              <a:buFontTx/>
              <a:buAutoNum type="arabicPeriod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Estimular o empreendedorismo da rede por meio da implementação de plataformas físicas e digitais que permitam conectar todos os atores da rede em um Ecossistema do Bem Estar Bem.</a:t>
            </a:r>
          </a:p>
          <a:p>
            <a:pPr marL="457200" lvl="3" indent="-457200" algn="just" defTabSz="1409067">
              <a:lnSpc>
                <a:spcPct val="120000"/>
              </a:lnSpc>
              <a:buFontTx/>
              <a:buAutoNum type="arabicPeriod"/>
            </a:pPr>
            <a:r>
              <a:rPr lang="pt-BR" sz="2000" dirty="0">
                <a:latin typeface="Gill Sans Std" pitchFamily="34" charset="0"/>
                <a:ea typeface="MS PGothic" pitchFamily="34" charset="-128"/>
              </a:rPr>
              <a:t>Diversificar nossos modelos comerciais, com ênfase na aceleração da digitalização do canal VD e na criação de um modelo de varejo complementar a VD.</a:t>
            </a:r>
          </a:p>
        </p:txBody>
      </p:sp>
      <p:sp>
        <p:nvSpPr>
          <p:cNvPr id="2" name="Retângulo 1"/>
          <p:cNvSpPr/>
          <p:nvPr/>
        </p:nvSpPr>
        <p:spPr>
          <a:xfrm>
            <a:off x="351136" y="1966747"/>
            <a:ext cx="15553728" cy="40462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495" rIns="88700" bIns="44495" rtlCol="0" anchor="ctr"/>
          <a:lstStyle/>
          <a:p>
            <a:pPr algn="ctr" defTabSz="1406073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3" name="Rectangle 17"/>
          <p:cNvSpPr/>
          <p:nvPr/>
        </p:nvSpPr>
        <p:spPr>
          <a:xfrm>
            <a:off x="495164" y="6445002"/>
            <a:ext cx="6984777" cy="2391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INDICADORES ESTRATÉGICOS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351136" y="6350279"/>
            <a:ext cx="7776864" cy="19442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495" rIns="88700" bIns="44495" rtlCol="0" anchor="ctr"/>
          <a:lstStyle/>
          <a:p>
            <a:pPr algn="ctr" defTabSz="1406073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5" name="Rectangle 17"/>
          <p:cNvSpPr/>
          <p:nvPr/>
        </p:nvSpPr>
        <p:spPr>
          <a:xfrm>
            <a:off x="8632056" y="6421858"/>
            <a:ext cx="7632848" cy="2391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PROJETOS PEN 2015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488040" y="6350279"/>
            <a:ext cx="7416838" cy="19442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495" rIns="88700" bIns="44495" rtlCol="0" anchor="ctr"/>
          <a:lstStyle/>
          <a:p>
            <a:pPr algn="ctr" defTabSz="1406073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31" name="Rectangle 17"/>
          <p:cNvSpPr/>
          <p:nvPr/>
        </p:nvSpPr>
        <p:spPr>
          <a:xfrm>
            <a:off x="8848080" y="6703428"/>
            <a:ext cx="3684283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1.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Estrutural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Modelo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CNO                </a:t>
            </a:r>
          </a:p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2.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Biosphera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Brasil</a:t>
            </a:r>
            <a:endParaRPr lang="en-US" sz="2000" dirty="0">
              <a:latin typeface="Gill Sans Std" pitchFamily="34" charset="0"/>
              <a:ea typeface="MS PGothic" pitchFamily="34" charset="-128"/>
            </a:endParaRPr>
          </a:p>
          <a:p>
            <a:pPr marL="0" lvl="3" algn="just" defTabSz="1409067">
              <a:lnSpc>
                <a:spcPct val="120000"/>
              </a:lnSpc>
            </a:pPr>
            <a:r>
              <a:rPr lang="en-US" sz="2000" dirty="0">
                <a:latin typeface="Gill Sans Std" pitchFamily="34" charset="0"/>
                <a:ea typeface="MS PGothic" pitchFamily="34" charset="-128"/>
              </a:rPr>
              <a:t>3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.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Biosphera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Ois</a:t>
            </a:r>
            <a:endParaRPr lang="en-US" sz="2000" dirty="0" smtClean="0">
              <a:latin typeface="Gill Sans Std" pitchFamily="34" charset="0"/>
              <a:ea typeface="MS PGothic" pitchFamily="34" charset="-128"/>
            </a:endParaRPr>
          </a:p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4.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Varejo</a:t>
            </a:r>
            <a:endParaRPr lang="en-US" sz="2000" dirty="0"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639175" y="6805042"/>
            <a:ext cx="4176457" cy="1567187"/>
          </a:xfrm>
          <a:prstGeom prst="rect">
            <a:avLst/>
          </a:prstGeom>
        </p:spPr>
        <p:txBody>
          <a:bodyPr wrap="square" lIns="88700" tIns="44495" rIns="88700" bIns="44495">
            <a:spAutoFit/>
          </a:bodyPr>
          <a:lstStyle/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1.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Ganho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CN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– Natura</a:t>
            </a:r>
          </a:p>
          <a:p>
            <a:pPr marL="0" lvl="3" algn="just" defTabSz="1409067">
              <a:lnSpc>
                <a:spcPct val="120000"/>
              </a:lnSpc>
            </a:pPr>
            <a:r>
              <a:rPr lang="en-US" sz="2000" i="1" dirty="0" smtClean="0">
                <a:latin typeface="Gill Sans Std" pitchFamily="34" charset="0"/>
                <a:ea typeface="MS PGothic" pitchFamily="34" charset="-128"/>
              </a:rPr>
              <a:t>(</a:t>
            </a:r>
            <a:r>
              <a:rPr lang="en-US" sz="2000" i="1" dirty="0" err="1">
                <a:latin typeface="Gill Sans Std" pitchFamily="34" charset="0"/>
                <a:ea typeface="MS PGothic" pitchFamily="34" charset="-128"/>
              </a:rPr>
              <a:t>evoluir</a:t>
            </a:r>
            <a:r>
              <a:rPr lang="en-US" sz="2000" i="1" dirty="0"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i="1" dirty="0" err="1" smtClean="0">
                <a:latin typeface="Gill Sans Std" pitchFamily="34" charset="0"/>
                <a:ea typeface="MS PGothic" pitchFamily="34" charset="-128"/>
              </a:rPr>
              <a:t>para</a:t>
            </a:r>
            <a:r>
              <a:rPr lang="en-US" sz="2000" i="1" dirty="0" smtClean="0">
                <a:latin typeface="Gill Sans Std" pitchFamily="34" charset="0"/>
                <a:ea typeface="MS PGothic" pitchFamily="34" charset="-128"/>
              </a:rPr>
              <a:t> IDH) – </a:t>
            </a:r>
            <a:r>
              <a:rPr lang="en-US" sz="2000" i="1" dirty="0" err="1" smtClean="0"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i="1" dirty="0" smtClean="0">
                <a:latin typeface="Gill Sans Std" pitchFamily="34" charset="0"/>
                <a:ea typeface="MS PGothic" pitchFamily="34" charset="-128"/>
              </a:rPr>
              <a:t> Natura Brasil</a:t>
            </a:r>
          </a:p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2.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Lealdade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CF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 Natura Brasil </a:t>
            </a:r>
            <a:endParaRPr lang="en-US" sz="2000" dirty="0">
              <a:latin typeface="Gill Sans Std" pitchFamily="34" charset="0"/>
              <a:ea typeface="MS PGothic" pitchFamily="34" charset="-128"/>
            </a:endParaRPr>
          </a:p>
          <a:p>
            <a:pPr marL="0" lvl="3" algn="just" defTabSz="1409067">
              <a:lnSpc>
                <a:spcPct val="120000"/>
              </a:lnSpc>
            </a:pPr>
            <a:endParaRPr lang="en-US" sz="2000" i="1" dirty="0"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031655" y="6719607"/>
            <a:ext cx="2952329" cy="1567187"/>
          </a:xfrm>
          <a:prstGeom prst="rect">
            <a:avLst/>
          </a:prstGeom>
        </p:spPr>
        <p:txBody>
          <a:bodyPr wrap="square" lIns="88700" tIns="44495" rIns="88700" bIns="44495">
            <a:spAutoFit/>
          </a:bodyPr>
          <a:lstStyle/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3.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Lealdade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CN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 Natura Brasil/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Latam</a:t>
            </a:r>
            <a:endParaRPr lang="en-US" sz="2000" dirty="0">
              <a:latin typeface="Gill Sans Std" pitchFamily="34" charset="0"/>
              <a:ea typeface="MS PGothic" pitchFamily="34" charset="-128"/>
            </a:endParaRPr>
          </a:p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4. </a:t>
            </a:r>
            <a:r>
              <a:rPr lang="en-US" sz="2000" dirty="0" err="1">
                <a:latin typeface="Gill Sans Std" pitchFamily="34" charset="0"/>
                <a:ea typeface="MS PGothic" pitchFamily="34" charset="-128"/>
              </a:rPr>
              <a:t>Lealdade</a:t>
            </a:r>
            <a:r>
              <a:rPr lang="en-US" sz="2000" dirty="0">
                <a:latin typeface="Gill Sans Std" pitchFamily="34" charset="0"/>
                <a:ea typeface="MS PGothic" pitchFamily="34" charset="-128"/>
              </a:rPr>
              <a:t> CNO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–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Marca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 Natura Brasil/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Latam</a:t>
            </a:r>
            <a:endParaRPr lang="en-US" sz="2000" dirty="0" smtClean="0"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15" name="Text Placeholder 7"/>
          <p:cNvSpPr>
            <a:spLocks noGrp="1"/>
          </p:cNvSpPr>
          <p:nvPr>
            <p:ph type="body" idx="10"/>
          </p:nvPr>
        </p:nvSpPr>
        <p:spPr>
          <a:xfrm>
            <a:off x="351136" y="1044410"/>
            <a:ext cx="15553166" cy="715482"/>
          </a:xfrm>
        </p:spPr>
        <p:txBody>
          <a:bodyPr/>
          <a:lstStyle/>
          <a:p>
            <a:pPr algn="just" defTabSz="858731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800" i="1" dirty="0">
                <a:latin typeface="Gill Sans Std" pitchFamily="34" charset="0"/>
              </a:rPr>
              <a:t>GERAR EXPERIÊNCIAS DE COMPRA ENCANTADORAS QUE PROMOVAM A FIDELIZAÇÃO DE NOSSOS CLIENTES, POTENCIALIZANDO O VALOR DAS RELAÇÕES COMO FATOR DE </a:t>
            </a:r>
            <a:r>
              <a:rPr lang="pt-BR" sz="2800" i="1" dirty="0" smtClean="0">
                <a:latin typeface="Gill Sans Std" pitchFamily="34" charset="0"/>
              </a:rPr>
              <a:t>DIFERENCIAÇÃO.</a:t>
            </a:r>
            <a:endParaRPr lang="pt-BR" sz="2800" i="1" dirty="0">
              <a:latin typeface="Gill Sans Std" pitchFamily="34" charset="0"/>
            </a:endParaRPr>
          </a:p>
        </p:txBody>
      </p:sp>
      <p:cxnSp>
        <p:nvCxnSpPr>
          <p:cNvPr id="6" name="Conector de seta reta 5"/>
          <p:cNvCxnSpPr/>
          <p:nvPr/>
        </p:nvCxnSpPr>
        <p:spPr>
          <a:xfrm>
            <a:off x="15256811" y="7957170"/>
            <a:ext cx="504057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5"/>
          <p:cNvSpPr txBox="1">
            <a:spLocks/>
          </p:cNvSpPr>
          <p:nvPr/>
        </p:nvSpPr>
        <p:spPr>
          <a:xfrm>
            <a:off x="351136" y="344297"/>
            <a:ext cx="15553166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 MODELOS COMERCIAIS E RELACIONAMENTO (1/2</a:t>
            </a:r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2088450" y="6661031"/>
            <a:ext cx="3684283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3" algn="just" defTabSz="1409067">
              <a:lnSpc>
                <a:spcPct val="120000"/>
              </a:lnSpc>
            </a:pP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5. Check-out CN (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meios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pgt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, chip, </a:t>
            </a:r>
            <a:r>
              <a:rPr lang="en-US" sz="2000" dirty="0" err="1" smtClean="0">
                <a:latin typeface="Gill Sans Std" pitchFamily="34" charset="0"/>
                <a:ea typeface="MS PGothic" pitchFamily="34" charset="-128"/>
              </a:rPr>
              <a:t>fidelidade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, app)			</a:t>
            </a:r>
          </a:p>
          <a:p>
            <a:pPr marL="0" lvl="3" algn="just" defTabSz="1409067">
              <a:lnSpc>
                <a:spcPct val="120000"/>
              </a:lnSpc>
            </a:pPr>
            <a:r>
              <a:rPr lang="en-US" sz="2000" dirty="0">
                <a:latin typeface="Gill Sans Std" pitchFamily="34" charset="0"/>
                <a:ea typeface="MS PGothic" pitchFamily="34" charset="-128"/>
              </a:rPr>
              <a:t>	 </a:t>
            </a:r>
            <a:r>
              <a:rPr lang="en-US" sz="2000" dirty="0" smtClean="0">
                <a:latin typeface="Gill Sans Std" pitchFamily="34" charset="0"/>
                <a:ea typeface="MS PGothic" pitchFamily="34" charset="-128"/>
              </a:rPr>
              <a:t>       + Outros</a:t>
            </a:r>
            <a:endParaRPr lang="en-US" sz="2000" dirty="0"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1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33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70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Infraestrutura</a:t>
            </a:r>
            <a:r>
              <a:rPr lang="en-US" dirty="0" smtClean="0">
                <a:latin typeface="Gill Sans Std ExtraBold" pitchFamily="34" charset="0"/>
              </a:rPr>
              <a:t/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física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15040768" y="8821301"/>
            <a:ext cx="1219318" cy="137344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pt-BR"/>
            </a:defPPr>
            <a:lvl1pPr marL="0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34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2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90462" y="2951223"/>
            <a:ext cx="6882208" cy="1688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-2101313" defTabSz="1404122">
              <a:lnSpc>
                <a:spcPct val="120000"/>
              </a:lnSpc>
            </a:pPr>
            <a:r>
              <a:rPr lang="en-US" sz="1800" b="1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CONTEXTO</a:t>
            </a:r>
            <a: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  <a:t>:</a:t>
            </a:r>
            <a:b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</a:br>
            <a:r>
              <a:rPr lang="en-US" sz="1800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ELABORAR UMA ANÁLISE DE CONTEXTO INTERNO E EXTERNO QUE JUSTIFIQUE A RELEVÂNCIA DO HABILITADOR PARA O ÊXITO DOS OBJETIVOS DE NEGÓCIO.</a:t>
            </a:r>
          </a:p>
          <a:p>
            <a:pPr marL="2521" lvl="3" indent="-2521" algn="just" defTabSz="1404122">
              <a:lnSpc>
                <a:spcPct val="120000"/>
              </a:lnSpc>
              <a:buFont typeface="Calibri" panose="020F0502020204030204" pitchFamily="34" charset="0"/>
              <a:buChar char="​"/>
            </a:pPr>
            <a:endParaRPr lang="en-US" sz="1800" i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0" name="Rectangle 17"/>
          <p:cNvSpPr/>
          <p:nvPr/>
        </p:nvSpPr>
        <p:spPr>
          <a:xfrm>
            <a:off x="279133" y="1931427"/>
            <a:ext cx="15697744" cy="6601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ts val="1799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PRIORIDADES ESTRATÉGICAS – INFRA FÍSICA</a:t>
            </a:r>
          </a:p>
          <a:p>
            <a:pPr marL="2521" lvl="3" indent="-2521" algn="just" defTabSz="1404122">
              <a:lnSpc>
                <a:spcPts val="1799"/>
              </a:lnSpc>
              <a:buFont typeface="Calibri" panose="020F0502020204030204" pitchFamily="34" charset="0"/>
              <a:buChar char="​"/>
            </a:pPr>
            <a:endParaRPr lang="en-US" sz="1600" b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168183" lvl="1" indent="-168183" algn="just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Habilitar a Rede Logística (própria e terceirizada) para atender o aumento de volume de pedidos e diversidade de portfólio, através de soluções especialistas e multi propósito, para operar na realidade de novos negócios, novos canais, novas categorias e novas geografias.</a:t>
            </a:r>
          </a:p>
          <a:p>
            <a:pPr marL="168183" lvl="1" indent="-168183" algn="just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Evoluir na construção de Cadeias Globais integradas e flexíveis para responder às necessidades e dinâmicas do modelo de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negócio – atuais e futuros, atendendo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as demandas de serviço, ganhos de produtividade com infraestrutura e redução do time </a:t>
            </a:r>
            <a:r>
              <a:rPr lang="pt-BR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to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pt-BR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market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</a:t>
            </a:r>
          </a:p>
          <a:p>
            <a:pPr marL="168183" lvl="1" indent="-168183" algn="just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 Alavancar ganhos de produtividade na Rede Logística Global através da otimização da gestão de recursos (ativos, pessoas e energia), evolução do </a:t>
            </a:r>
            <a:r>
              <a:rPr lang="pt-BR" sz="2000" i="1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Strategic</a:t>
            </a:r>
            <a:r>
              <a:rPr lang="pt-BR" sz="2000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pt-BR" sz="2000" i="1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Sourcing</a:t>
            </a:r>
            <a:r>
              <a:rPr lang="pt-BR" sz="2000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 eficiência na Gestão de Estoques. </a:t>
            </a:r>
          </a:p>
          <a:p>
            <a:pPr marL="168183" lvl="1" indent="-168183" algn="just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4. Consolidar o Sistema Integrado de Qualidade Natura garantindo sua abrangência desde a concepção do produto até o pós venda.</a:t>
            </a:r>
          </a:p>
          <a:p>
            <a:pPr marL="168183" lvl="1" indent="-168183" algn="just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5.Avançar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com o Sistema de Gestão de Segurança de forma transversal, promovendo uma transformação cultural para toda a nossa rede (Colaboradores, Fornecedores, Força de Venda e Comunidades do Entorno).</a:t>
            </a:r>
          </a:p>
          <a:p>
            <a:pPr marL="168183" lvl="1" indent="-168183" algn="just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6. Gerar impacto social e ambiental positivo em nossa rede de relações, através de cadeias produtivas e transportes </a:t>
            </a:r>
            <a:r>
              <a:rPr lang="pt-BR" sz="20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ecoeficientes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, implementação do modelo de simbiose e ecologia Industrial, expansão da estratégia de Suprimentos sustentável e inovação em soluções de logística reversa.</a:t>
            </a:r>
          </a:p>
          <a:p>
            <a:pPr algn="just" defTabSz="1360949">
              <a:lnSpc>
                <a:spcPct val="120000"/>
              </a:lnSpc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7. Avançar no modelo de entrega de forma segmentada com alto nível de serviço, visando atender os necessidades dos diferentes públicos (Força de Vendas, Consultora Natura,  Consumidor Final, entre outros).</a:t>
            </a:r>
          </a:p>
          <a:p>
            <a:pPr algn="just" defTabSz="1360949">
              <a:lnSpc>
                <a:spcPct val="120000"/>
              </a:lnSpc>
            </a:pP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algn="just" defTabSz="1360949">
              <a:lnSpc>
                <a:spcPct val="120000"/>
              </a:lnSpc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8. Disponibilizar um modelo de atendimento multicanal integrado as necessidades e dinâmicas do modelo de negócio.</a:t>
            </a:r>
          </a:p>
          <a:p>
            <a:pPr algn="just" defTabSz="1360949">
              <a:lnSpc>
                <a:spcPct val="120000"/>
              </a:lnSpc>
            </a:pP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algn="just" defTabSz="1360949">
              <a:lnSpc>
                <a:spcPct val="120000"/>
              </a:lnSpc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9.Garantir a evolução das cadeias Amazônicas para suportar a expansão internacional.</a:t>
            </a:r>
          </a:p>
        </p:txBody>
      </p:sp>
      <p:sp>
        <p:nvSpPr>
          <p:cNvPr id="2" name="Retângulo 1"/>
          <p:cNvSpPr/>
          <p:nvPr/>
        </p:nvSpPr>
        <p:spPr>
          <a:xfrm>
            <a:off x="207120" y="1810817"/>
            <a:ext cx="15841760" cy="71544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401" tIns="44337" rIns="88401" bIns="44337" rtlCol="0" anchor="ctr"/>
          <a:lstStyle/>
          <a:p>
            <a:pPr algn="ctr" defTabSz="140114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15" name="Text Placeholder 7"/>
          <p:cNvSpPr>
            <a:spLocks noGrp="1"/>
          </p:cNvSpPr>
          <p:nvPr>
            <p:ph type="body" idx="10"/>
          </p:nvPr>
        </p:nvSpPr>
        <p:spPr>
          <a:xfrm>
            <a:off x="175599" y="880432"/>
            <a:ext cx="15864615" cy="812052"/>
          </a:xfrm>
        </p:spPr>
        <p:txBody>
          <a:bodyPr lIns="88316" tIns="44290" rIns="88316" bIns="44290" anchor="t">
            <a:noAutofit/>
          </a:bodyPr>
          <a:lstStyle/>
          <a:p>
            <a:pPr algn="just" defTabSz="885974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500" i="1" dirty="0">
                <a:latin typeface="Gill Sans Std" pitchFamily="34" charset="0"/>
              </a:rPr>
              <a:t>IMPLEMENTAR INFRAESTRUTURA </a:t>
            </a:r>
            <a:r>
              <a:rPr lang="pt-BR" sz="2500" i="1" dirty="0" smtClean="0">
                <a:latin typeface="Gill Sans Std" pitchFamily="34" charset="0"/>
              </a:rPr>
              <a:t>FÍSICA E OPERAÇÕES QUE POSSIBILITEM </a:t>
            </a:r>
            <a:r>
              <a:rPr lang="pt-BR" sz="2500" i="1" dirty="0">
                <a:latin typeface="Gill Sans Std" pitchFamily="34" charset="0"/>
              </a:rPr>
              <a:t>ALAVANCAR OS NEGÓCIOS BRASIL E OIs, AMPLIAR GEOGRAFIAS, CANAIS E GERAR NOVAS OPORTUNIDADES DE NEGÓCIOS PARA A NATURA.</a:t>
            </a:r>
          </a:p>
        </p:txBody>
      </p:sp>
      <p:sp>
        <p:nvSpPr>
          <p:cNvPr id="22" name="Title 5"/>
          <p:cNvSpPr txBox="1">
            <a:spLocks/>
          </p:cNvSpPr>
          <p:nvPr/>
        </p:nvSpPr>
        <p:spPr>
          <a:xfrm>
            <a:off x="351136" y="272274"/>
            <a:ext cx="15553166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 INFRAESTRUTURA FÍSICA (1/2</a:t>
            </a:r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)</a:t>
            </a: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15328800" y="8821301"/>
            <a:ext cx="931286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89" rIns="91382" bIns="45689" anchor="t">
            <a:noAutofit/>
          </a:bodyPr>
          <a:lstStyle>
            <a:lvl1pPr marL="0" indent="0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algn="r"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algn="r" eaLnBrk="1" hangingPunct="1"/>
              <a:t>35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87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7"/>
          <p:cNvSpPr/>
          <p:nvPr/>
        </p:nvSpPr>
        <p:spPr>
          <a:xfrm>
            <a:off x="279396" y="1980506"/>
            <a:ext cx="6984777" cy="3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INDICADORES ESTRATÉGICOS – </a:t>
            </a:r>
            <a:r>
              <a:rPr lang="en-US" sz="2000" b="1" i="1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INFRAESTRUTURA </a:t>
            </a: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FÍSICA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07134" y="1980806"/>
            <a:ext cx="7920880" cy="289329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401" tIns="44337" rIns="88401" bIns="44337" rtlCol="0" anchor="ctr"/>
          <a:lstStyle/>
          <a:p>
            <a:pPr algn="ctr" defTabSz="140114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5" name="Rectangle 17"/>
          <p:cNvSpPr/>
          <p:nvPr/>
        </p:nvSpPr>
        <p:spPr>
          <a:xfrm>
            <a:off x="8480813" y="1980506"/>
            <a:ext cx="7559390" cy="3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PROJETOS PEN </a:t>
            </a:r>
            <a:r>
              <a:rPr lang="en-US" sz="2000" b="1" i="1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2015 – INFRAESTRUTURA FÍSICA</a:t>
            </a:r>
            <a:endParaRPr lang="en-US" sz="2000" b="1" i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8416032" y="1980809"/>
            <a:ext cx="7624171" cy="17813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401" tIns="44337" rIns="88401" bIns="44337" rtlCol="0" anchor="ctr"/>
          <a:lstStyle/>
          <a:p>
            <a:pPr algn="ctr" defTabSz="140114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75587" y="2322025"/>
            <a:ext cx="7592373" cy="2552072"/>
          </a:xfrm>
          <a:prstGeom prst="rect">
            <a:avLst/>
          </a:prstGeom>
          <a:noFill/>
        </p:spPr>
        <p:txBody>
          <a:bodyPr wrap="square" lIns="88714" tIns="44495" rIns="88714" bIns="44495">
            <a:spAutoFit/>
          </a:bodyPr>
          <a:lstStyle/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Entrega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até 2 Dias –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Brasil / Latam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Tempo de Ciclo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CN- Brasil / Latam</a:t>
            </a:r>
          </a:p>
          <a:p>
            <a:pPr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Tempo de Ciclo CF-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Brasil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Índice </a:t>
            </a:r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de </a:t>
            </a:r>
            <a:r>
              <a:rPr lang="en-US" sz="16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Serviço</a:t>
            </a:r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ao</a:t>
            </a:r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Cliente</a:t>
            </a:r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 - 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Brasil</a:t>
            </a:r>
            <a:endParaRPr lang="pt-BR" sz="1600" dirty="0" smtClean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Pedido Perfeito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Latam </a:t>
            </a:r>
            <a:r>
              <a:rPr lang="pt-BR" sz="1600" i="1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(a ser evoluído para Índice de Serviço ao Cliente)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6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INA – Marca Natura (Brasil e Latam)</a:t>
            </a: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7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%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de Produção Local na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Latam</a:t>
            </a:r>
            <a:endParaRPr lang="en-US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8.Notificação </a:t>
            </a:r>
            <a:r>
              <a:rPr lang="en-US" sz="16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consumidor</a:t>
            </a:r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final – PPM 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– Natura (Brasil e </a:t>
            </a:r>
            <a:r>
              <a:rPr lang="en-US" sz="16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Latam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)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9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. Índice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Geral Projetos de Infraestrutura –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Natura</a:t>
            </a:r>
          </a:p>
          <a:p>
            <a:pPr marL="0" lvl="3" defTabSz="1403130"/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10. </a:t>
            </a:r>
            <a:r>
              <a:rPr lang="en-US" sz="16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Lealdade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Fornecedor</a:t>
            </a:r>
            <a:r>
              <a:rPr lang="en-US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– 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Natura(Brasil e </a:t>
            </a:r>
            <a:r>
              <a:rPr lang="en-US" sz="16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Latam</a:t>
            </a:r>
            <a:r>
              <a:rPr lang="en-US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)</a:t>
            </a:r>
            <a:endParaRPr lang="en-US" sz="14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19" name="Rectangle 17"/>
          <p:cNvSpPr/>
          <p:nvPr/>
        </p:nvSpPr>
        <p:spPr>
          <a:xfrm>
            <a:off x="8541265" y="2394033"/>
            <a:ext cx="5635407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1.Programa </a:t>
            </a:r>
            <a:r>
              <a:rPr lang="pt-BR" sz="16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Multi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 Serviço</a:t>
            </a:r>
          </a:p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Sistema Integrado da Qualidade</a:t>
            </a:r>
          </a:p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3.Plano </a:t>
            </a:r>
            <a:r>
              <a:rPr lang="pt-BR" sz="16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Dir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, Expansão </a:t>
            </a:r>
            <a:r>
              <a:rPr lang="pt-BR" sz="16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Ecoparque</a:t>
            </a:r>
            <a:endParaRPr lang="pt-BR" sz="1600" dirty="0" smtClean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4.Projeto 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NASP</a:t>
            </a:r>
          </a:p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5.Expansão Rede Logística </a:t>
            </a:r>
            <a:r>
              <a:rPr lang="pt-BR" sz="1600" dirty="0" err="1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OIs</a:t>
            </a:r>
            <a:endParaRPr lang="pt-BR" sz="1600" dirty="0" smtClean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2" name="Title 5"/>
          <p:cNvSpPr txBox="1">
            <a:spLocks/>
          </p:cNvSpPr>
          <p:nvPr/>
        </p:nvSpPr>
        <p:spPr>
          <a:xfrm>
            <a:off x="351136" y="272274"/>
            <a:ext cx="15553166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 INFRAESTRUTURA FÍSICA (2/2</a:t>
            </a:r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)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idx="10"/>
          </p:nvPr>
        </p:nvSpPr>
        <p:spPr>
          <a:xfrm>
            <a:off x="175599" y="880432"/>
            <a:ext cx="15864615" cy="812052"/>
          </a:xfrm>
        </p:spPr>
        <p:txBody>
          <a:bodyPr lIns="88316" tIns="44290" rIns="88316" bIns="44290" anchor="t">
            <a:noAutofit/>
          </a:bodyPr>
          <a:lstStyle/>
          <a:p>
            <a:pPr algn="just" defTabSz="885974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500" i="1" dirty="0">
                <a:latin typeface="Gill Sans Std" pitchFamily="34" charset="0"/>
              </a:rPr>
              <a:t>IMPLEMENTAR INFRAESTRUTURA </a:t>
            </a:r>
            <a:r>
              <a:rPr lang="pt-BR" sz="2500" i="1" dirty="0" smtClean="0">
                <a:latin typeface="Gill Sans Std" pitchFamily="34" charset="0"/>
              </a:rPr>
              <a:t>FÍSICA E OPERAÇÕES QUE POSSIBILITEM </a:t>
            </a:r>
            <a:r>
              <a:rPr lang="pt-BR" sz="2500" i="1" dirty="0">
                <a:latin typeface="Gill Sans Std" pitchFamily="34" charset="0"/>
              </a:rPr>
              <a:t>ALAVANCAR OS NEGÓCIOS BRASIL E OIs, AMPLIAR GEOGRAFIAS, CANAIS E GERAR NOVAS OPORTUNIDADES DE NEGÓCIOS PARA A NATURA.</a:t>
            </a:r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15328800" y="8821301"/>
            <a:ext cx="931286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89" rIns="91382" bIns="45689" anchor="t">
            <a:noAutofit/>
          </a:bodyPr>
          <a:lstStyle>
            <a:lvl1pPr marL="0" indent="0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algn="r"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algn="r" eaLnBrk="1" hangingPunct="1"/>
              <a:t>36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80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Infraestrutura</a:t>
            </a:r>
            <a:r>
              <a:rPr lang="en-US" dirty="0" smtClean="0">
                <a:latin typeface="Gill Sans Std ExtraBold" pitchFamily="34" charset="0"/>
              </a:rPr>
              <a:t/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smtClean="0">
                <a:latin typeface="Gill Sans Std ExtraBold" pitchFamily="34" charset="0"/>
              </a:rPr>
              <a:t>digital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08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90462" y="3184825"/>
            <a:ext cx="6882208" cy="1688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-2036721" defTabSz="1360949">
              <a:lnSpc>
                <a:spcPct val="120000"/>
              </a:lnSpc>
            </a:pPr>
            <a:r>
              <a:rPr lang="en-US" sz="1800" b="1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CONTEXTO</a:t>
            </a:r>
            <a: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  <a:t>:</a:t>
            </a:r>
            <a:br>
              <a:rPr lang="en-US" sz="1800" i="1" dirty="0">
                <a:solidFill>
                  <a:srgbClr val="86AA00"/>
                </a:solidFill>
                <a:latin typeface="Gill Sans Std" pitchFamily="34" charset="0"/>
                <a:ea typeface="MS PGothic" pitchFamily="34" charset="-128"/>
              </a:rPr>
            </a:br>
            <a:r>
              <a:rPr lang="en-US" sz="1800" i="1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</a:rPr>
              <a:t>ELABORAR UMA ANÁLISE DE CONTEXTO INTERNO E EXTERNO QUE JUSTIFIQUE A RELEVÂNCIA DO HABILITADOR PARA O ÊXITO DOS OBJETIVOS DE NEGÓCIO.</a:t>
            </a: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endParaRPr lang="en-US" sz="1800" i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0" name="Rectangle 17"/>
          <p:cNvSpPr/>
          <p:nvPr/>
        </p:nvSpPr>
        <p:spPr>
          <a:xfrm>
            <a:off x="451557" y="1980519"/>
            <a:ext cx="15237283" cy="39703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PRIORIDADES ESTRATÉGICAS – INFRA </a:t>
            </a:r>
            <a:r>
              <a:rPr lang="en-US" sz="2000" b="1" i="1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DIGITAL</a:t>
            </a:r>
          </a:p>
          <a:p>
            <a:pPr marL="0" lvl="3" defTabSz="1360949">
              <a:lnSpc>
                <a:spcPct val="120000"/>
              </a:lnSpc>
            </a:pPr>
            <a:endParaRPr lang="en-US" sz="2000" b="1" i="1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168183" lvl="1" indent="-168183" defTabSz="1409203">
              <a:lnSpc>
                <a:spcPts val="1799"/>
              </a:lnSpc>
              <a:spcAft>
                <a:spcPts val="1799"/>
              </a:spcAft>
            </a:pPr>
            <a:r>
              <a:rPr lang="en-US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Viabilizar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novas formas de relacionamento no omnichannel, permitindo mobilidade e integração </a:t>
            </a:r>
            <a:r>
              <a:rPr lang="pt-BR" sz="2000" dirty="0" err="1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multi-plataforma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, personalização da interação e segmentação, gerando uma experiência relevante para o consumidor e força de vendas.</a:t>
            </a:r>
          </a:p>
          <a:p>
            <a:pPr marL="168183" lvl="1" indent="-168183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Alavancar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inovação digital Natura de forma contínua, trazendo agilidade e maior capacidade de resposta às demandas do negócio, mudanças do cenário externo e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concorrência.</a:t>
            </a:r>
          </a:p>
          <a:p>
            <a:pPr marL="168183" lvl="1" indent="-168183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3.Construir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 infraestrutura e arquitetura de tecnologia digital robusta e flexível, que possibilite escalabilidade, integração e agilidade no atendimento das necessidades de negócio, eliminando a obsolescência dos sistemas e incorporando ferramentas para simplificar novos desenvolvimentos e inovação.</a:t>
            </a:r>
          </a:p>
          <a:p>
            <a:pPr marL="168183" lvl="1" indent="-168183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4. Gerar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ganhos de eficiência e produtividade nos processos de negócios por meio da evolução contínua das soluções tecnológicas que suportam a operação Natura.</a:t>
            </a:r>
          </a:p>
          <a:p>
            <a:pPr marL="168183" lvl="1" indent="-168183" defTabSz="1409203">
              <a:lnSpc>
                <a:spcPts val="1799"/>
              </a:lnSpc>
              <a:spcAft>
                <a:spcPts val="1799"/>
              </a:spcAft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5. Expandir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arquitetura de tecnologia para Latam, inserindo as operações internacionais em modelo integrado de operações de tecnologia.</a:t>
            </a:r>
            <a:endParaRPr lang="en-US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51136" y="1908502"/>
            <a:ext cx="15553728" cy="4550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715" tIns="42994" rIns="85715" bIns="42994" rtlCol="0" anchor="ctr"/>
          <a:lstStyle/>
          <a:p>
            <a:pPr algn="ctr" defTabSz="135807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3" name="Rectangle 17"/>
          <p:cNvSpPr/>
          <p:nvPr/>
        </p:nvSpPr>
        <p:spPr>
          <a:xfrm>
            <a:off x="567403" y="6733053"/>
            <a:ext cx="6984777" cy="3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INDICADORES ESTRATÉGICOS – INFRA DIGITAL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351136" y="6661028"/>
            <a:ext cx="7200800" cy="23137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715" tIns="42994" rIns="85715" bIns="42994" rtlCol="0" anchor="ctr"/>
          <a:lstStyle/>
          <a:p>
            <a:pPr algn="ctr" defTabSz="135807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5" name="Rectangle 17"/>
          <p:cNvSpPr/>
          <p:nvPr/>
        </p:nvSpPr>
        <p:spPr>
          <a:xfrm>
            <a:off x="7969784" y="6670571"/>
            <a:ext cx="7559390" cy="3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PROJETOS PEN 2015 – INFRA DIGITAL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7911986" y="6661026"/>
            <a:ext cx="7992889" cy="23137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715" tIns="42994" rIns="85715" bIns="42994" rtlCol="0" anchor="ctr"/>
          <a:lstStyle/>
          <a:p>
            <a:pPr algn="ctr" defTabSz="135807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27" name="Rectangle 17"/>
          <p:cNvSpPr/>
          <p:nvPr/>
        </p:nvSpPr>
        <p:spPr>
          <a:xfrm>
            <a:off x="638844" y="7320973"/>
            <a:ext cx="6913092" cy="788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Disponibilidade de Serviços Críticos – </a:t>
            </a:r>
            <a:r>
              <a:rPr lang="pt-BR" sz="21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Natura</a:t>
            </a:r>
            <a:endParaRPr lang="pt-BR" sz="21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1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Índice geral dos projetos de Tecnologia Digital - Natura</a:t>
            </a:r>
          </a:p>
        </p:txBody>
      </p:sp>
      <p:sp>
        <p:nvSpPr>
          <p:cNvPr id="31" name="Rectangle 17"/>
          <p:cNvSpPr/>
          <p:nvPr/>
        </p:nvSpPr>
        <p:spPr>
          <a:xfrm>
            <a:off x="7969795" y="7284100"/>
            <a:ext cx="432048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1.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Busca de Excelência em Serviços (BES)</a:t>
            </a: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2.Evolução Infraestrutura/Arquitetura </a:t>
            </a: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Sistemas - Mapa de Sistemas TO </a:t>
            </a: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BE</a:t>
            </a: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3. SAP Global</a:t>
            </a:r>
            <a:endParaRPr lang="pt-BR" sz="20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14" name="Rectangle 17"/>
          <p:cNvSpPr/>
          <p:nvPr/>
        </p:nvSpPr>
        <p:spPr>
          <a:xfrm>
            <a:off x="12434601" y="7246931"/>
            <a:ext cx="3470583" cy="1501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4. Natura Ventures</a:t>
            </a: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5. UX Digital Natura</a:t>
            </a:r>
          </a:p>
          <a:p>
            <a:pPr marL="2521" lvl="3" indent="-2521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6. Mobilidade da Consultora Natura</a:t>
            </a:r>
          </a:p>
        </p:txBody>
      </p:sp>
      <p:sp>
        <p:nvSpPr>
          <p:cNvPr id="16" name="Title 5"/>
          <p:cNvSpPr txBox="1">
            <a:spLocks/>
          </p:cNvSpPr>
          <p:nvPr/>
        </p:nvSpPr>
        <p:spPr>
          <a:xfrm>
            <a:off x="351136" y="272274"/>
            <a:ext cx="15553166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 INFRAESTRUTURA DIGITAL</a:t>
            </a:r>
            <a:endParaRPr lang="en-US" sz="39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7" name="Text Placeholder 7"/>
          <p:cNvSpPr>
            <a:spLocks noGrp="1"/>
          </p:cNvSpPr>
          <p:nvPr>
            <p:ph type="body" idx="10"/>
          </p:nvPr>
        </p:nvSpPr>
        <p:spPr>
          <a:xfrm>
            <a:off x="175600" y="880432"/>
            <a:ext cx="15864615" cy="812052"/>
          </a:xfrm>
        </p:spPr>
        <p:txBody>
          <a:bodyPr lIns="88316" tIns="44290" rIns="88316" bIns="44290" anchor="t">
            <a:noAutofit/>
          </a:bodyPr>
          <a:lstStyle/>
          <a:p>
            <a:pPr algn="just" defTabSz="885974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500" i="1" dirty="0" smtClean="0">
                <a:latin typeface="Gill Sans Std" pitchFamily="34" charset="0"/>
              </a:rPr>
              <a:t>EVOLUIR A INFRAESTRUTURA VISANDO ALAVANCAR A INOVAÇÃO DIGITAL ATENDENDO O MODELO ATUAL E A TRANSFORMAÇÃO PARA O AMBIENTE OMNICHANNEL, ATENDENDO ÀS EVOLUÇÕES DO NEGÓCIO.</a:t>
            </a:r>
            <a:endParaRPr lang="pt-BR" sz="2500" i="1" dirty="0">
              <a:latin typeface="Gill Sans Std" pitchFamily="34" charset="0"/>
            </a:endParaRPr>
          </a:p>
        </p:txBody>
      </p:sp>
      <p:sp>
        <p:nvSpPr>
          <p:cNvPr id="19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38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65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Eficiência</a:t>
            </a:r>
            <a:r>
              <a:rPr lang="en-US" dirty="0" smtClean="0">
                <a:latin typeface="Gill Sans Std ExtraBold" pitchFamily="34" charset="0"/>
              </a:rPr>
              <a:t> &amp;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Produtividade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515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>
          <a:xfrm>
            <a:off x="384515" y="900386"/>
            <a:ext cx="15520351" cy="715482"/>
          </a:xfrm>
        </p:spPr>
        <p:txBody>
          <a:bodyPr lIns="88034" tIns="44147" rIns="88034" bIns="44147" anchor="t">
            <a:noAutofit/>
          </a:bodyPr>
          <a:lstStyle/>
          <a:p>
            <a:pPr algn="just" defTabSz="883066" eaLnBrk="1" hangingPunct="1">
              <a:lnSpc>
                <a:spcPts val="2699"/>
              </a:lnSpc>
              <a:buFont typeface="Arial" pitchFamily="34" charset="0"/>
            </a:pPr>
            <a:r>
              <a:rPr lang="pt-BR" sz="2800" i="1" kern="1200" dirty="0">
                <a:latin typeface="Gill Sans Std" pitchFamily="34" charset="0"/>
              </a:rPr>
              <a:t>EVOLUIR NA CULTURA DE EFICIÊNCIA E PRODUTIVIDADE TBL, INCORPORANDO BOAS PRÁTICAS E MELHORIA CONTÍNUA, PARA FINANCIAR AS </a:t>
            </a:r>
            <a:r>
              <a:rPr lang="pt-BR" sz="2800" i="1" kern="1200" dirty="0" smtClean="0">
                <a:latin typeface="Gill Sans Std" pitchFamily="34" charset="0"/>
              </a:rPr>
              <a:t>PRIORIDADES ESTRATÉGICAS </a:t>
            </a:r>
            <a:r>
              <a:rPr lang="pt-BR" sz="2800" i="1" kern="1200" dirty="0">
                <a:latin typeface="Gill Sans Std" pitchFamily="34" charset="0"/>
              </a:rPr>
              <a:t>E UM PERÍODO DE TRANSIÇÃO DE MODELO DE NEGÓCIO DA NATURA.</a:t>
            </a:r>
          </a:p>
        </p:txBody>
      </p:sp>
      <p:sp>
        <p:nvSpPr>
          <p:cNvPr id="20" name="Rectangle 17"/>
          <p:cNvSpPr/>
          <p:nvPr/>
        </p:nvSpPr>
        <p:spPr>
          <a:xfrm>
            <a:off x="495157" y="2363768"/>
            <a:ext cx="15409144" cy="480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1. Avançar </a:t>
            </a:r>
            <a:r>
              <a:rPr lang="pt-BR" sz="2000" dirty="0">
                <a:latin typeface="Gill Sans Std" pitchFamily="34" charset="0"/>
              </a:rPr>
              <a:t>e capturar ganhos de eficiência na margem bruta através </a:t>
            </a:r>
            <a:r>
              <a:rPr lang="pt-BR" sz="2000" dirty="0" smtClean="0">
                <a:latin typeface="Gill Sans Std" pitchFamily="34" charset="0"/>
              </a:rPr>
              <a:t>de: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    _ enriquecimento </a:t>
            </a:r>
            <a:r>
              <a:rPr lang="pt-BR" sz="2000" dirty="0">
                <a:latin typeface="Gill Sans Std" pitchFamily="34" charset="0"/>
              </a:rPr>
              <a:t>do portfolio de inovação e ganhos de eficiência promocional através da </a:t>
            </a:r>
            <a:r>
              <a:rPr lang="pt-BR" sz="2000" dirty="0" smtClean="0">
                <a:latin typeface="Gill Sans Std" pitchFamily="34" charset="0"/>
              </a:rPr>
              <a:t>segmentação.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</a:rPr>
              <a:t> </a:t>
            </a:r>
            <a:r>
              <a:rPr lang="pt-BR" sz="2000" dirty="0" smtClean="0">
                <a:latin typeface="Gill Sans Std" pitchFamily="34" charset="0"/>
              </a:rPr>
              <a:t>   _ </a:t>
            </a:r>
            <a:r>
              <a:rPr lang="pt-BR" sz="2000" dirty="0" err="1" smtClean="0">
                <a:latin typeface="Gill Sans Std" pitchFamily="34" charset="0"/>
              </a:rPr>
              <a:t>strategic</a:t>
            </a:r>
            <a:r>
              <a:rPr lang="pt-BR" sz="2000" dirty="0" smtClean="0">
                <a:latin typeface="Gill Sans Std" pitchFamily="34" charset="0"/>
              </a:rPr>
              <a:t> </a:t>
            </a:r>
            <a:r>
              <a:rPr lang="pt-BR" sz="2000" dirty="0" err="1">
                <a:latin typeface="Gill Sans Std" pitchFamily="34" charset="0"/>
              </a:rPr>
              <a:t>sourcing</a:t>
            </a:r>
            <a:r>
              <a:rPr lang="pt-BR" sz="2000" dirty="0">
                <a:latin typeface="Gill Sans Std" pitchFamily="34" charset="0"/>
              </a:rPr>
              <a:t> , </a:t>
            </a:r>
            <a:r>
              <a:rPr lang="pt-BR" sz="2000" dirty="0" err="1">
                <a:latin typeface="Gill Sans Std" pitchFamily="34" charset="0"/>
              </a:rPr>
              <a:t>desgin</a:t>
            </a:r>
            <a:r>
              <a:rPr lang="pt-BR" sz="2000" dirty="0">
                <a:latin typeface="Gill Sans Std" pitchFamily="34" charset="0"/>
              </a:rPr>
              <a:t> </a:t>
            </a:r>
            <a:r>
              <a:rPr lang="pt-BR" sz="2000" dirty="0" err="1">
                <a:latin typeface="Gill Sans Std" pitchFamily="34" charset="0"/>
              </a:rPr>
              <a:t>to</a:t>
            </a:r>
            <a:r>
              <a:rPr lang="pt-BR" sz="2000" dirty="0">
                <a:latin typeface="Gill Sans Std" pitchFamily="34" charset="0"/>
              </a:rPr>
              <a:t> </a:t>
            </a:r>
            <a:r>
              <a:rPr lang="pt-BR" sz="2000" dirty="0" err="1">
                <a:latin typeface="Gill Sans Std" pitchFamily="34" charset="0"/>
              </a:rPr>
              <a:t>value</a:t>
            </a:r>
            <a:r>
              <a:rPr lang="pt-BR" sz="2000" dirty="0">
                <a:latin typeface="Gill Sans Std" pitchFamily="34" charset="0"/>
              </a:rPr>
              <a:t> e eficiência </a:t>
            </a:r>
            <a:r>
              <a:rPr lang="pt-BR" sz="2000" dirty="0" smtClean="0">
                <a:latin typeface="Gill Sans Std" pitchFamily="34" charset="0"/>
              </a:rPr>
              <a:t>tributária.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    _ </a:t>
            </a:r>
            <a:r>
              <a:rPr lang="pt-BR" sz="2000" dirty="0">
                <a:latin typeface="Gill Sans Std" pitchFamily="34" charset="0"/>
              </a:rPr>
              <a:t>g</a:t>
            </a:r>
            <a:r>
              <a:rPr lang="pt-BR" sz="2000" dirty="0" smtClean="0">
                <a:latin typeface="Gill Sans Std" pitchFamily="34" charset="0"/>
              </a:rPr>
              <a:t>arantir </a:t>
            </a:r>
            <a:r>
              <a:rPr lang="pt-BR" sz="2000" dirty="0">
                <a:latin typeface="Gill Sans Std" pitchFamily="34" charset="0"/>
              </a:rPr>
              <a:t>que as novas propostas de canal, marcas e categorias tenham uma boa relação de lucratividade, maximizando as competências e ativos </a:t>
            </a:r>
            <a:r>
              <a:rPr lang="pt-BR" sz="2000" dirty="0" smtClean="0">
                <a:latin typeface="Gill Sans Std" pitchFamily="34" charset="0"/>
              </a:rPr>
              <a:t>    </a:t>
            </a:r>
          </a:p>
          <a:p>
            <a:pPr marL="0" lvl="3" algn="just" defTabSz="1360949">
              <a:lnSpc>
                <a:spcPct val="120000"/>
              </a:lnSpc>
            </a:pPr>
            <a:r>
              <a:rPr lang="pt-BR" sz="2000" dirty="0" smtClean="0">
                <a:latin typeface="Gill Sans Std" pitchFamily="34" charset="0"/>
              </a:rPr>
              <a:t>    instalados, </a:t>
            </a:r>
            <a:r>
              <a:rPr lang="pt-BR" sz="2000" dirty="0">
                <a:latin typeface="Gill Sans Std" pitchFamily="34" charset="0"/>
              </a:rPr>
              <a:t>quando </a:t>
            </a:r>
            <a:r>
              <a:rPr lang="pt-BR" sz="2000" dirty="0" smtClean="0">
                <a:latin typeface="Gill Sans Std" pitchFamily="34" charset="0"/>
              </a:rPr>
              <a:t>apropriado, </a:t>
            </a:r>
            <a:r>
              <a:rPr lang="pt-BR" sz="2000" dirty="0">
                <a:latin typeface="Gill Sans Std" pitchFamily="34" charset="0"/>
              </a:rPr>
              <a:t>e minimizando os </a:t>
            </a:r>
            <a:r>
              <a:rPr lang="pt-BR" sz="2000" dirty="0" smtClean="0">
                <a:latin typeface="Gill Sans Std" pitchFamily="34" charset="0"/>
              </a:rPr>
              <a:t>riscos.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2. Capturar </a:t>
            </a:r>
            <a:r>
              <a:rPr lang="pt-BR" sz="2000" dirty="0">
                <a:latin typeface="Gill Sans Std" pitchFamily="34" charset="0"/>
              </a:rPr>
              <a:t>ganhos de produtividade em todos os processos, reduzindo em 3pp os custos de logística, administrativos, TD, vendas e </a:t>
            </a:r>
            <a:r>
              <a:rPr lang="pt-BR" sz="2000" dirty="0" smtClean="0">
                <a:latin typeface="Gill Sans Std" pitchFamily="34" charset="0"/>
              </a:rPr>
              <a:t>perdas.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3. Focar </a:t>
            </a:r>
            <a:r>
              <a:rPr lang="pt-BR" sz="2000" dirty="0">
                <a:latin typeface="Gill Sans Std" pitchFamily="34" charset="0"/>
              </a:rPr>
              <a:t>no ROIC, com otimizações no capital de giro (estoques , fornecedores e impostos) e aproveitar os investimentos feitos no último ciclo (</a:t>
            </a:r>
            <a:r>
              <a:rPr lang="pt-BR" sz="2000" dirty="0" err="1">
                <a:latin typeface="Gill Sans Std" pitchFamily="34" charset="0"/>
              </a:rPr>
              <a:t>capex</a:t>
            </a:r>
            <a:r>
              <a:rPr lang="pt-BR" sz="2000" dirty="0" smtClean="0">
                <a:latin typeface="Gill Sans Std" pitchFamily="34" charset="0"/>
              </a:rPr>
              <a:t>).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4. Alavancar </a:t>
            </a:r>
            <a:r>
              <a:rPr lang="pt-BR" sz="2000" dirty="0">
                <a:latin typeface="Gill Sans Std" pitchFamily="34" charset="0"/>
              </a:rPr>
              <a:t>as competências de pessoas necessárias para a expansão do Grupo, com a máxima eficiência do uso de recursos, simplificando rituais, simplificando controles e</a:t>
            </a:r>
            <a:r>
              <a:rPr lang="pt-BR" sz="2000" dirty="0" smtClean="0">
                <a:latin typeface="Gill Sans Std" pitchFamily="34" charset="0"/>
              </a:rPr>
              <a:t> processo decisório.</a:t>
            </a:r>
            <a:endParaRPr lang="pt-BR" sz="2000" dirty="0">
              <a:latin typeface="Gill Sans Std" pitchFamily="34" charset="0"/>
            </a:endParaRP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5. Garantir </a:t>
            </a:r>
            <a:r>
              <a:rPr lang="pt-BR" sz="2000" dirty="0">
                <a:latin typeface="Gill Sans Std" pitchFamily="34" charset="0"/>
              </a:rPr>
              <a:t>uma medição TBL incorporada nos processos. Implementar a valoração de externalidades socioambientais considerando os impactos positivos/negativos de nossa cadeia de valor </a:t>
            </a:r>
            <a:r>
              <a:rPr lang="pt-BR" sz="2000" dirty="0" smtClean="0">
                <a:latin typeface="Gill Sans Std" pitchFamily="34" charset="0"/>
              </a:rPr>
              <a:t>estendida.</a:t>
            </a:r>
          </a:p>
          <a:p>
            <a:pPr marL="2521" lvl="3" indent="-2521" algn="just" defTabSz="1360949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6. Evoluir </a:t>
            </a:r>
            <a:r>
              <a:rPr lang="pt-BR" sz="2000" dirty="0">
                <a:latin typeface="Gill Sans Std" pitchFamily="34" charset="0"/>
              </a:rPr>
              <a:t>a gestão de riscos,  integrado aos processos,  de forma a minimizar retrocessos e desvios de </a:t>
            </a:r>
            <a:r>
              <a:rPr lang="pt-BR" sz="2000" dirty="0" smtClean="0">
                <a:latin typeface="Gill Sans Std" pitchFamily="34" charset="0"/>
              </a:rPr>
              <a:t>prioridades.</a:t>
            </a:r>
            <a:endParaRPr lang="pt-BR" sz="2000" dirty="0"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51136" y="2098042"/>
            <a:ext cx="15697744" cy="506704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29" tIns="45665" rIns="91329" bIns="45665" rtlCol="0" anchor="ctr"/>
          <a:lstStyle/>
          <a:p>
            <a:pPr algn="ctr" defTabSz="1444928"/>
            <a:endParaRPr lang="pt-BR">
              <a:solidFill>
                <a:prstClr val="white"/>
              </a:solidFill>
            </a:endParaRPr>
          </a:p>
        </p:txBody>
      </p:sp>
      <p:sp>
        <p:nvSpPr>
          <p:cNvPr id="23" name="Rectangle 17"/>
          <p:cNvSpPr/>
          <p:nvPr/>
        </p:nvSpPr>
        <p:spPr>
          <a:xfrm>
            <a:off x="423145" y="7237095"/>
            <a:ext cx="6984777" cy="38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99506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prstClr val="black"/>
                </a:solidFill>
                <a:latin typeface="Gill Sans Std" pitchFamily="34" charset="0"/>
              </a:rPr>
              <a:t>INDICADORES ESTRATÉGICOS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351137" y="7281453"/>
            <a:ext cx="7344820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29" tIns="45665" rIns="91329" bIns="45665" rtlCol="0" anchor="ctr"/>
          <a:lstStyle/>
          <a:p>
            <a:pPr algn="ctr" defTabSz="1444928"/>
            <a:endParaRPr lang="pt-BR">
              <a:solidFill>
                <a:prstClr val="white"/>
              </a:solidFill>
            </a:endParaRPr>
          </a:p>
        </p:txBody>
      </p:sp>
      <p:sp>
        <p:nvSpPr>
          <p:cNvPr id="25" name="Rectangle 17"/>
          <p:cNvSpPr/>
          <p:nvPr/>
        </p:nvSpPr>
        <p:spPr>
          <a:xfrm>
            <a:off x="8084402" y="7281458"/>
            <a:ext cx="7819907" cy="38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99506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prstClr val="black"/>
                </a:solidFill>
                <a:latin typeface="Gill Sans Std" pitchFamily="34" charset="0"/>
              </a:rPr>
              <a:t>PROJETOS PEN 2015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056004" y="7281452"/>
            <a:ext cx="7992876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29" tIns="45665" rIns="91329" bIns="45665" rtlCol="0" anchor="ctr"/>
          <a:lstStyle/>
          <a:p>
            <a:pPr algn="ctr" defTabSz="1444928"/>
            <a:endParaRPr lang="pt-BR">
              <a:solidFill>
                <a:prstClr val="white"/>
              </a:solidFill>
            </a:endParaRPr>
          </a:p>
        </p:txBody>
      </p:sp>
      <p:sp>
        <p:nvSpPr>
          <p:cNvPr id="27" name="Rectangle 17"/>
          <p:cNvSpPr/>
          <p:nvPr/>
        </p:nvSpPr>
        <p:spPr>
          <a:xfrm>
            <a:off x="495157" y="7559967"/>
            <a:ext cx="6984772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defTabSz="144801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 smtClean="0">
                <a:latin typeface="Gill Sans Std" pitchFamily="34" charset="0"/>
              </a:rPr>
              <a:t>1. </a:t>
            </a:r>
            <a:r>
              <a:rPr lang="pt-BR" sz="2000" dirty="0" err="1" smtClean="0">
                <a:latin typeface="Gill Sans Std" pitchFamily="34" charset="0"/>
              </a:rPr>
              <a:t>Cockpit</a:t>
            </a:r>
            <a:r>
              <a:rPr lang="pt-BR" sz="2000" dirty="0" smtClean="0">
                <a:latin typeface="Gill Sans Std" pitchFamily="34" charset="0"/>
              </a:rPr>
              <a:t> de produtividade                                                         (Mapa de Perdas, Margem Bruta, avanço das iniciativas)</a:t>
            </a:r>
          </a:p>
          <a:p>
            <a:pPr marL="2521" lvl="3" indent="-2521" algn="just" defTabSz="144801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</a:rPr>
              <a:t>2</a:t>
            </a:r>
            <a:r>
              <a:rPr lang="pt-BR" sz="2000" dirty="0" smtClean="0">
                <a:latin typeface="Gill Sans Std" pitchFamily="34" charset="0"/>
              </a:rPr>
              <a:t>. Capital de Giro (% receita)</a:t>
            </a:r>
          </a:p>
          <a:p>
            <a:pPr marL="0" lvl="3" algn="just" defTabSz="1448013">
              <a:lnSpc>
                <a:spcPct val="120000"/>
              </a:lnSpc>
            </a:pPr>
            <a:endParaRPr lang="pt-BR" sz="2000" dirty="0" smtClean="0">
              <a:latin typeface="Gill Sans Std" pitchFamily="34" charset="0"/>
            </a:endParaRPr>
          </a:p>
        </p:txBody>
      </p:sp>
      <p:sp>
        <p:nvSpPr>
          <p:cNvPr id="31" name="Rectangle 17"/>
          <p:cNvSpPr/>
          <p:nvPr/>
        </p:nvSpPr>
        <p:spPr>
          <a:xfrm>
            <a:off x="8200018" y="7597135"/>
            <a:ext cx="6727134" cy="750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4801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</a:rPr>
              <a:t>1. Programa Produtividade</a:t>
            </a:r>
          </a:p>
          <a:p>
            <a:pPr marL="2521" lvl="3" indent="-2521" algn="just" defTabSz="1448013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pt-BR" sz="2000" dirty="0">
                <a:latin typeface="Gill Sans Std" pitchFamily="34" charset="0"/>
              </a:rPr>
              <a:t>2. EP&amp;L</a:t>
            </a:r>
          </a:p>
        </p:txBody>
      </p:sp>
      <p:sp>
        <p:nvSpPr>
          <p:cNvPr id="16" name="Rectangle 17"/>
          <p:cNvSpPr/>
          <p:nvPr/>
        </p:nvSpPr>
        <p:spPr>
          <a:xfrm>
            <a:off x="495154" y="2098042"/>
            <a:ext cx="6984777" cy="38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99506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prstClr val="black"/>
                </a:solidFill>
                <a:latin typeface="Gill Sans Std" pitchFamily="34" charset="0"/>
              </a:rPr>
              <a:t>PRIORIDADES ESTRATÉGICAS</a:t>
            </a:r>
          </a:p>
        </p:txBody>
      </p:sp>
      <p:sp>
        <p:nvSpPr>
          <p:cNvPr id="13" name="Title 5"/>
          <p:cNvSpPr txBox="1">
            <a:spLocks/>
          </p:cNvSpPr>
          <p:nvPr/>
        </p:nvSpPr>
        <p:spPr>
          <a:xfrm>
            <a:off x="351136" y="272274"/>
            <a:ext cx="15553166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dirty="0">
                <a:solidFill>
                  <a:prstClr val="black"/>
                </a:solidFill>
                <a:latin typeface="Gill Sans Std" pitchFamily="34" charset="0"/>
              </a:rPr>
              <a:t>// HABILITADOR: </a:t>
            </a:r>
            <a:r>
              <a:rPr lang="en-US" sz="3900" dirty="0" smtClean="0">
                <a:solidFill>
                  <a:prstClr val="black"/>
                </a:solidFill>
                <a:latin typeface="Gill Sans Std" pitchFamily="34" charset="0"/>
              </a:rPr>
              <a:t> EFICIÊNCIA E PRODUTIVIDADE</a:t>
            </a:r>
            <a:endParaRPr lang="en-US" sz="39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5" name="Espaço Reservado para Número de Slide 1"/>
          <p:cNvSpPr txBox="1">
            <a:spLocks/>
          </p:cNvSpPr>
          <p:nvPr/>
        </p:nvSpPr>
        <p:spPr>
          <a:xfrm>
            <a:off x="15391892" y="8673857"/>
            <a:ext cx="864108" cy="438746"/>
          </a:xfrm>
          <a:prstGeom prst="rect">
            <a:avLst/>
          </a:prstGeom>
        </p:spPr>
        <p:txBody>
          <a:bodyPr lIns="90912" tIns="45471" rIns="90912" bIns="454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909283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700" kern="0">
                <a:solidFill>
                  <a:prstClr val="black">
                    <a:tint val="75000"/>
                  </a:prstClr>
                </a:solidFill>
              </a:rPr>
              <a:pPr algn="r" defTabSz="909283" fontAlgn="auto">
                <a:spcBef>
                  <a:spcPts val="0"/>
                </a:spcBef>
                <a:spcAft>
                  <a:spcPts val="0"/>
                </a:spcAft>
                <a:defRPr/>
              </a:pPr>
              <a:t>40</a:t>
            </a:fld>
            <a:endParaRPr lang="en-US" sz="17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20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328" y="605947"/>
            <a:ext cx="13359684" cy="4341755"/>
          </a:xfrm>
        </p:spPr>
        <p:txBody>
          <a:bodyPr/>
          <a:lstStyle/>
          <a:p>
            <a:pPr algn="r"/>
            <a:r>
              <a:rPr lang="en-US" dirty="0" err="1" smtClean="0">
                <a:latin typeface="Gill Sans Std ExtraBold" pitchFamily="34" charset="0"/>
              </a:rPr>
              <a:t>Pessoas</a:t>
            </a:r>
            <a:r>
              <a:rPr lang="en-US" dirty="0" smtClean="0">
                <a:latin typeface="Gill Sans Std ExtraBold" pitchFamily="34" charset="0"/>
              </a:rPr>
              <a:t> &amp;</a:t>
            </a:r>
            <a:br>
              <a:rPr lang="en-US" dirty="0" smtClean="0">
                <a:latin typeface="Gill Sans Std ExtraBold" pitchFamily="34" charset="0"/>
              </a:rPr>
            </a:br>
            <a:r>
              <a:rPr lang="en-US" dirty="0" err="1" smtClean="0">
                <a:latin typeface="Gill Sans Std ExtraBold" pitchFamily="34" charset="0"/>
              </a:rPr>
              <a:t>Cultura</a:t>
            </a:r>
            <a:r>
              <a:rPr lang="en-US" dirty="0" smtClean="0">
                <a:latin typeface="Gill Sans Std ExtraBold" pitchFamily="34" charset="0"/>
              </a:rPr>
              <a:t> </a:t>
            </a:r>
            <a:r>
              <a:rPr lang="en-US" dirty="0" err="1" smtClean="0">
                <a:latin typeface="Gill Sans Std ExtraBold" pitchFamily="34" charset="0"/>
              </a:rPr>
              <a:t>organizacional</a:t>
            </a:r>
            <a:endParaRPr lang="en-US" dirty="0">
              <a:latin typeface="Gill Sans Std ExtraBold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4505" y="8605246"/>
            <a:ext cx="2016224" cy="33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803" y="8693314"/>
            <a:ext cx="28574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pt-BR"/>
            </a:defPPr>
            <a:lvl1pPr marL="0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389378" rtl="0" eaLnBrk="0" latinLnBrk="0" hangingPunct="0"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389378" rtl="0" eaLnBrk="0" fontAlgn="base" latinLnBrk="0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41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24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90457" y="5354206"/>
            <a:ext cx="6882208" cy="15948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-2094406" defTabSz="1399506">
              <a:lnSpc>
                <a:spcPct val="120000"/>
              </a:lnSpc>
            </a:pPr>
            <a:r>
              <a:rPr lang="en-US" sz="1700" b="1" i="1" dirty="0">
                <a:solidFill>
                  <a:prstClr val="white"/>
                </a:solidFill>
                <a:latin typeface="Gill Sans Std" pitchFamily="34" charset="0"/>
              </a:rPr>
              <a:t>CONTEXTO</a:t>
            </a:r>
            <a:r>
              <a:rPr lang="en-US" sz="1700" i="1" dirty="0">
                <a:solidFill>
                  <a:srgbClr val="86AA00"/>
                </a:solidFill>
                <a:latin typeface="Gill Sans Std" pitchFamily="34" charset="0"/>
              </a:rPr>
              <a:t>:</a:t>
            </a:r>
            <a:br>
              <a:rPr lang="en-US" sz="1700" i="1" dirty="0">
                <a:solidFill>
                  <a:srgbClr val="86AA00"/>
                </a:solidFill>
                <a:latin typeface="Gill Sans Std" pitchFamily="34" charset="0"/>
              </a:rPr>
            </a:br>
            <a:r>
              <a:rPr lang="en-US" sz="1700" i="1" dirty="0">
                <a:solidFill>
                  <a:prstClr val="white"/>
                </a:solidFill>
                <a:latin typeface="Gill Sans Std" pitchFamily="34" charset="0"/>
              </a:rPr>
              <a:t>ELABORAR UMA ANÁLISE DE CONTEXTO INTERNO E EXTERNO QUE JUSTIFIQUE A RELEVÂNCIA DO HABILITADOR PARA O ÊXITO DOS OBJETIVOS DE NEGÓCIO.</a:t>
            </a:r>
          </a:p>
          <a:p>
            <a:pPr marL="2521" lvl="3" indent="-2521" algn="just" defTabSz="1399506">
              <a:lnSpc>
                <a:spcPct val="120000"/>
              </a:lnSpc>
              <a:buFont typeface="Calibri" panose="020F0502020204030204" pitchFamily="34" charset="0"/>
              <a:buChar char="​"/>
            </a:pPr>
            <a:endParaRPr lang="en-US" sz="1700" i="1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1" name="Title 5"/>
          <p:cNvSpPr txBox="1">
            <a:spLocks/>
          </p:cNvSpPr>
          <p:nvPr/>
        </p:nvSpPr>
        <p:spPr>
          <a:xfrm>
            <a:off x="855202" y="200272"/>
            <a:ext cx="16849872" cy="7001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1448569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400" b="1" kern="1200" spc="-238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prstClr val="black"/>
                </a:solidFill>
                <a:latin typeface="Gill Sans Std" pitchFamily="34" charset="0"/>
              </a:rPr>
              <a:t>// HABILITADOR: PESSOAS &amp; CULTURA ORGANIZACIONAL</a:t>
            </a:r>
          </a:p>
        </p:txBody>
      </p:sp>
      <p:sp>
        <p:nvSpPr>
          <p:cNvPr id="20" name="Rectangle 17"/>
          <p:cNvSpPr/>
          <p:nvPr/>
        </p:nvSpPr>
        <p:spPr>
          <a:xfrm>
            <a:off x="423144" y="1523927"/>
            <a:ext cx="15237294" cy="3940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399506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100" b="1" i="1" dirty="0">
                <a:solidFill>
                  <a:prstClr val="black"/>
                </a:solidFill>
                <a:latin typeface="Gill Sans Std" pitchFamily="34" charset="0"/>
              </a:rPr>
              <a:t>PRIORIDADES </a:t>
            </a:r>
            <a:r>
              <a:rPr lang="en-US" sz="2100" b="1" i="1" dirty="0" smtClean="0">
                <a:solidFill>
                  <a:prstClr val="black"/>
                </a:solidFill>
                <a:latin typeface="Gill Sans Std" pitchFamily="34" charset="0"/>
              </a:rPr>
              <a:t>ESTRATÉGICAS</a:t>
            </a:r>
          </a:p>
        </p:txBody>
      </p:sp>
      <p:sp>
        <p:nvSpPr>
          <p:cNvPr id="2" name="Retângulo 1"/>
          <p:cNvSpPr/>
          <p:nvPr/>
        </p:nvSpPr>
        <p:spPr>
          <a:xfrm>
            <a:off x="351136" y="1557909"/>
            <a:ext cx="15553728" cy="53285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18" tIns="44196" rIns="88118" bIns="44196" rtlCol="0" anchor="ctr"/>
          <a:lstStyle/>
          <a:p>
            <a:pPr algn="ctr" defTabSz="1396542"/>
            <a:endParaRPr lang="pt-BR">
              <a:solidFill>
                <a:prstClr val="black"/>
              </a:solidFill>
            </a:endParaRPr>
          </a:p>
        </p:txBody>
      </p:sp>
      <p:sp>
        <p:nvSpPr>
          <p:cNvPr id="15" name="Text Placeholder 7"/>
          <p:cNvSpPr>
            <a:spLocks noGrp="1"/>
          </p:cNvSpPr>
          <p:nvPr>
            <p:ph type="body" idx="10"/>
          </p:nvPr>
        </p:nvSpPr>
        <p:spPr>
          <a:xfrm>
            <a:off x="347756" y="756370"/>
            <a:ext cx="15620444" cy="720076"/>
          </a:xfrm>
        </p:spPr>
        <p:txBody>
          <a:bodyPr/>
          <a:lstStyle/>
          <a:p>
            <a:pPr algn="just" defTabSz="883066" fontAlgn="base">
              <a:lnSpc>
                <a:spcPts val="26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latin typeface="Gill Sans Std" pitchFamily="34" charset="0"/>
                <a:sym typeface="Gill Sans" charset="0"/>
              </a:rPr>
              <a:t>EVOLUIR A CULTURA </a:t>
            </a:r>
            <a:r>
              <a:rPr lang="en-US" sz="2800" i="1" dirty="0" smtClean="0">
                <a:latin typeface="Gill Sans Std" pitchFamily="34" charset="0"/>
                <a:sym typeface="Gill Sans" charset="0"/>
              </a:rPr>
              <a:t>ATUAL EM DIREÇÃO A VISÃO DE FUTURO E TER COLABORADORES ALTAMENTE ENGAJADOS E COM PROFICIÊNCIA PARA EXECUTAR A ESTRATÉGIA DO NEGÓCIO.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423144" y="1815828"/>
            <a:ext cx="15409712" cy="413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7971" tIns="37971" rIns="37971" bIns="37971"/>
          <a:lstStyle/>
          <a:p>
            <a:pPr algn="just" defTabSz="911349" fontAlgn="base">
              <a:lnSpc>
                <a:spcPts val="1900"/>
              </a:lnSpc>
            </a:pP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1.Garantir a disseminação e incorporação dos princípios de cultura nos sistemas de gestão, rituais e símbolos da organização.</a:t>
            </a:r>
          </a:p>
          <a:p>
            <a:pPr marL="342900" indent="-342900" algn="just" defTabSz="911349" fontAlgn="base">
              <a:lnSpc>
                <a:spcPts val="1900"/>
              </a:lnSpc>
              <a:buFontTx/>
              <a:buAutoNum type="arabicPeriod"/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2. Ter colaboradores que conectam o seu propósito com o da Natura, atuando com dedicação diferenciada e atingindo altos níveis de felicidade e engajamento.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3. Ter colaboradores em quantidade e qualidade, isto é, preparados nas competências funcionais e comportamentais definidas para construção da estratégia de médio/longo prazo e que respeitem e acolham a diversidade.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r>
              <a:rPr lang="pt-BR" sz="1700" dirty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4</a:t>
            </a: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. Estabelecer políticas e práticas de gestão de pessoas que valorizem as fortalezas e competências (e não os gaps), sejam simples e ao mesmo tempo tragam elementos inovadores alinhados aos princípios da nossa cultura.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r>
              <a:rPr lang="pt-BR" sz="1700" dirty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5</a:t>
            </a: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. Evoluir nosso modelo organizacional de maneira a reconhecer diversos arranjos hierárquicos e garantir uma maior eficiência e produtividade.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6. Consolidar um modelo de reconhecimento amplo onde remuneração, ofertas de benefícios, facilidades e a relação diária de trabalho se complementem e se baseiem em um modelo de desempenho justo e de qualidade, que reforce os princípios de cultura e valorize o desenvolvimento profissional através de experiências e aprendizado.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r>
              <a:rPr lang="pt-BR" sz="1700" dirty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7</a:t>
            </a: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. Ter uma liderança pautada na valorização da autonomia, confiança, </a:t>
            </a:r>
            <a:r>
              <a:rPr lang="pt-BR" sz="1700" dirty="0" err="1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empowerment</a:t>
            </a: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  <a:sym typeface="Gill Sans" charset="0"/>
              </a:rPr>
              <a:t> e protagonismo dos nossos colaboradores exercida independente do cargo, que entregue resultados QBL com planejamento e governança de excelência, garantindo clareza de papeis e reponsabilidades em toda a organização.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marL="0" lvl="1" algn="just" defTabSz="911349" fontAlgn="base">
              <a:lnSpc>
                <a:spcPts val="1900"/>
              </a:lnSpc>
            </a:pPr>
            <a:r>
              <a:rPr lang="pt-BR" sz="1700" dirty="0">
                <a:solidFill>
                  <a:prstClr val="black"/>
                </a:solidFill>
                <a:latin typeface="Gill Sans Std" pitchFamily="34" charset="0"/>
              </a:rPr>
              <a:t>8</a:t>
            </a:r>
            <a:r>
              <a:rPr lang="pt-BR" sz="1700" dirty="0" smtClean="0">
                <a:solidFill>
                  <a:prstClr val="black"/>
                </a:solidFill>
                <a:latin typeface="Gill Sans Std" pitchFamily="34" charset="0"/>
              </a:rPr>
              <a:t>.Avançar no </a:t>
            </a:r>
            <a:r>
              <a:rPr lang="pt-BR" sz="1700" dirty="0">
                <a:solidFill>
                  <a:prstClr val="black"/>
                </a:solidFill>
                <a:latin typeface="Gill Sans Std" pitchFamily="34" charset="0"/>
              </a:rPr>
              <a:t>Sistema de Gestão de Segurança de forma transversal, promovendo uma transformação cultural para toda a nossa rede (Colaboradores, Fornecedores, Força de Venda e Comunidades do Entorno).</a:t>
            </a:r>
          </a:p>
          <a:p>
            <a:pPr algn="just" defTabSz="911349" fontAlgn="base">
              <a:lnSpc>
                <a:spcPts val="1900"/>
              </a:lnSpc>
            </a:pPr>
            <a:endParaRPr lang="pt-BR" sz="1700" dirty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endParaRPr lang="pt-BR" sz="1700" dirty="0" smtClean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  <a:p>
            <a:pPr algn="just" defTabSz="911349" fontAlgn="base">
              <a:lnSpc>
                <a:spcPts val="1900"/>
              </a:lnSpc>
            </a:pPr>
            <a:endParaRPr lang="pt-BR" sz="1700" dirty="0">
              <a:solidFill>
                <a:prstClr val="black"/>
              </a:solidFill>
              <a:latin typeface="Gill Sans Std" pitchFamily="34" charset="0"/>
              <a:sym typeface="Gill Sans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51136" y="7021071"/>
            <a:ext cx="8929002" cy="205251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401" tIns="44337" rIns="88401" bIns="44337" rtlCol="0" anchor="ctr"/>
          <a:lstStyle/>
          <a:p>
            <a:pPr algn="ctr" defTabSz="140114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10" name="Rectangle 17"/>
          <p:cNvSpPr/>
          <p:nvPr/>
        </p:nvSpPr>
        <p:spPr>
          <a:xfrm>
            <a:off x="9857642" y="7021066"/>
            <a:ext cx="7559390" cy="3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PROJETOS PEN 2015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9640167" y="7021067"/>
            <a:ext cx="6224217" cy="206477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401" tIns="44337" rIns="88401" bIns="44337" rtlCol="0" anchor="ctr"/>
          <a:lstStyle/>
          <a:p>
            <a:pPr algn="ctr" defTabSz="1401146"/>
            <a:endParaRPr lang="pt-BR" sz="2800">
              <a:solidFill>
                <a:prstClr val="white"/>
              </a:solidFill>
            </a:endParaRPr>
          </a:p>
        </p:txBody>
      </p:sp>
      <p:sp>
        <p:nvSpPr>
          <p:cNvPr id="13" name="Rectangle 17"/>
          <p:cNvSpPr/>
          <p:nvPr/>
        </p:nvSpPr>
        <p:spPr>
          <a:xfrm>
            <a:off x="10008885" y="7346957"/>
            <a:ext cx="4360955" cy="2001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lvl="3" indent="-342900" defTabSz="1403130">
              <a:buFontTx/>
              <a:buAutoNum type="arabicPeriod"/>
            </a:pP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Programa Transformação RH  </a:t>
            </a:r>
          </a:p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_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Mapeamento das Competências</a:t>
            </a: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_ Novo Modelos de Avaliação Desempenho </a:t>
            </a:r>
          </a:p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_ Fórum de Pessoas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_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Política </a:t>
            </a:r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de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Reconhecimento e Recompensa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_ Metodologia 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DO</a:t>
            </a:r>
          </a:p>
          <a:p>
            <a:pPr marL="0" lvl="3" defTabSz="1403130"/>
            <a:r>
              <a:rPr lang="pt-BR" sz="1600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_ Clima e Engajamento</a:t>
            </a:r>
          </a:p>
          <a:p>
            <a:pPr marL="0" lvl="3" defTabSz="1403130"/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14" name="Rectangle 19"/>
          <p:cNvSpPr>
            <a:spLocks/>
          </p:cNvSpPr>
          <p:nvPr/>
        </p:nvSpPr>
        <p:spPr bwMode="auto">
          <a:xfrm>
            <a:off x="5679728" y="7309719"/>
            <a:ext cx="3456384" cy="1079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3315" tIns="63315" rIns="63315" bIns="63315"/>
          <a:lstStyle/>
          <a:p>
            <a:pPr marL="0" lvl="1" algn="just" defTabSz="911349" fontAlgn="base">
              <a:spcBef>
                <a:spcPct val="0"/>
              </a:spcBef>
              <a:spcAft>
                <a:spcPct val="0"/>
              </a:spcAft>
            </a:pP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6. % de  cargos de liderança com sucessores para curto, médio e longo prazos e com plano de desenvolvimento e educação elaborados/validados </a:t>
            </a:r>
          </a:p>
          <a:p>
            <a:pPr marL="0" lvl="1" algn="just" defTabSz="911349" fontAlgn="base">
              <a:spcBef>
                <a:spcPct val="0"/>
              </a:spcBef>
              <a:spcAft>
                <a:spcPct val="0"/>
              </a:spcAft>
            </a:pP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7. </a:t>
            </a:r>
            <a:r>
              <a:rPr lang="pt-BR" sz="1600" dirty="0" err="1" smtClean="0">
                <a:solidFill>
                  <a:prstClr val="black"/>
                </a:solidFill>
                <a:latin typeface="Gill Sans Std" pitchFamily="34" charset="0"/>
              </a:rPr>
              <a:t>Turnover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</a:rPr>
              <a:t> voluntário de ocupantes de Cargos  de Liderança – Natura</a:t>
            </a:r>
            <a:endParaRPr lang="pt-BR" sz="1600" dirty="0" smtClean="0">
              <a:solidFill>
                <a:prstClr val="black"/>
              </a:solidFill>
              <a:latin typeface="Gill Sans Std" pitchFamily="34" charset="0"/>
              <a:sym typeface="Gill Sans Std" charset="0"/>
            </a:endParaRPr>
          </a:p>
          <a:p>
            <a:pPr marL="0" lvl="1" algn="just" defTabSz="911349" fontAlgn="base">
              <a:spcBef>
                <a:spcPct val="0"/>
              </a:spcBef>
              <a:spcAft>
                <a:spcPct val="0"/>
              </a:spcAft>
            </a:pPr>
            <a:endParaRPr lang="pt-BR" sz="1600" dirty="0" smtClean="0">
              <a:solidFill>
                <a:prstClr val="black"/>
              </a:solidFill>
              <a:latin typeface="Gill Sans Std" pitchFamily="34" charset="0"/>
            </a:endParaRPr>
          </a:p>
          <a:p>
            <a:pPr marL="0" lvl="1" algn="just" defTabSz="911349" fontAlgn="base">
              <a:spcBef>
                <a:spcPct val="0"/>
              </a:spcBef>
              <a:spcAft>
                <a:spcPct val="0"/>
              </a:spcAft>
            </a:pPr>
            <a:endParaRPr lang="pt-BR" sz="1600" dirty="0" smtClean="0">
              <a:solidFill>
                <a:prstClr val="black"/>
              </a:solidFill>
              <a:latin typeface="Gill Sans Std" pitchFamily="34" charset="0"/>
              <a:sym typeface="Gill Sans Std" charset="0"/>
            </a:endParaRPr>
          </a:p>
        </p:txBody>
      </p:sp>
      <p:sp>
        <p:nvSpPr>
          <p:cNvPr id="16" name="Rectangle 17"/>
          <p:cNvSpPr/>
          <p:nvPr/>
        </p:nvSpPr>
        <p:spPr>
          <a:xfrm>
            <a:off x="423143" y="7021066"/>
            <a:ext cx="6984777" cy="3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521" lvl="3" indent="-2521" algn="just" defTabSz="1404122">
              <a:lnSpc>
                <a:spcPct val="120000"/>
              </a:lnSpc>
              <a:buFont typeface="Calibri" panose="020F0502020204030204" pitchFamily="34" charset="0"/>
              <a:buChar char="​"/>
            </a:pPr>
            <a:r>
              <a:rPr lang="en-US" sz="2000" b="1" i="1" dirty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INDICADORES ESTRATÉGICOS </a:t>
            </a:r>
          </a:p>
        </p:txBody>
      </p:sp>
      <p:sp>
        <p:nvSpPr>
          <p:cNvPr id="19" name="Rectangle 19"/>
          <p:cNvSpPr>
            <a:spLocks/>
          </p:cNvSpPr>
          <p:nvPr/>
        </p:nvSpPr>
        <p:spPr bwMode="auto">
          <a:xfrm>
            <a:off x="347756" y="7381732"/>
            <a:ext cx="5331972" cy="1079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3315" tIns="63315" rIns="63315" bIns="63315"/>
          <a:lstStyle/>
          <a:p>
            <a:pPr marL="0" lvl="1" defTabSz="1426044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1. Evolução Cultural (</a:t>
            </a:r>
            <a:r>
              <a:rPr lang="pt-BR" sz="1600" dirty="0" err="1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Hofsted</a:t>
            </a: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) – indicador a ser implementado</a:t>
            </a:r>
          </a:p>
          <a:p>
            <a:pPr marL="0" lvl="1" algn="just" defTabSz="911349" fontAlgn="base">
              <a:spcBef>
                <a:spcPct val="0"/>
              </a:spcBef>
              <a:spcAft>
                <a:spcPct val="0"/>
              </a:spcAft>
            </a:pP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</a:rPr>
              <a:t>2. Clima organizacional</a:t>
            </a:r>
            <a:endParaRPr lang="pt-BR" sz="1200" b="1" dirty="0" smtClean="0">
              <a:solidFill>
                <a:prstClr val="black"/>
              </a:solidFill>
              <a:latin typeface="Gill Sans Std" pitchFamily="34" charset="0"/>
              <a:sym typeface="Gill Sans Std" charset="0"/>
            </a:endParaRPr>
          </a:p>
          <a:p>
            <a:pPr marL="0" lvl="1" defTabSz="1426044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3. Engajamento dos colaboradores – indicador a ser implementado</a:t>
            </a:r>
          </a:p>
          <a:p>
            <a:pPr marL="0" lvl="1" defTabSz="1426044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Std" charset="0"/>
              </a:rPr>
              <a:t>4. Numero de colaboradores com ações da empresa</a:t>
            </a:r>
            <a:endParaRPr lang="pt-BR" sz="1600" dirty="0" smtClean="0">
              <a:solidFill>
                <a:prstClr val="black"/>
              </a:solidFill>
              <a:latin typeface="Gill Sans Std" pitchFamily="34" charset="0"/>
              <a:sym typeface="Gill Sans Light" charset="0"/>
            </a:endParaRPr>
          </a:p>
          <a:p>
            <a:pPr marL="0" lvl="1" algn="just" defTabSz="911349" fontAlgn="base">
              <a:spcBef>
                <a:spcPct val="0"/>
              </a:spcBef>
              <a:spcAft>
                <a:spcPct val="0"/>
              </a:spcAft>
            </a:pPr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sym typeface="Gill Sans Light" charset="0"/>
              </a:rPr>
              <a:t>5. Lealdade Colaborador</a:t>
            </a:r>
            <a:endParaRPr lang="pt-BR" sz="1200" b="1" dirty="0">
              <a:solidFill>
                <a:prstClr val="black"/>
              </a:solidFill>
              <a:latin typeface="Gill Sans Std" pitchFamily="34" charset="0"/>
              <a:sym typeface="Gill Sans Light" charset="0"/>
            </a:endParaRPr>
          </a:p>
        </p:txBody>
      </p:sp>
      <p:sp>
        <p:nvSpPr>
          <p:cNvPr id="21" name="Rectangle 17"/>
          <p:cNvSpPr/>
          <p:nvPr/>
        </p:nvSpPr>
        <p:spPr>
          <a:xfrm>
            <a:off x="14257355" y="7346957"/>
            <a:ext cx="3064813" cy="2501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3" defTabSz="1403130"/>
            <a:r>
              <a:rPr lang="pt-BR" sz="1600" dirty="0" smtClean="0">
                <a:solidFill>
                  <a:prstClr val="black"/>
                </a:solidFill>
                <a:latin typeface="Gill Sans Std" pitchFamily="34" charset="0"/>
                <a:ea typeface="MS PGothic" pitchFamily="34" charset="-128"/>
              </a:rPr>
              <a:t>2. SAP FUN</a:t>
            </a:r>
            <a:endParaRPr lang="pt-BR" sz="1600" dirty="0">
              <a:solidFill>
                <a:prstClr val="black"/>
              </a:solidFill>
              <a:latin typeface="Gill Sans Std" pitchFamily="34" charset="0"/>
              <a:ea typeface="MS PGothic" pitchFamily="34" charset="-128"/>
            </a:endParaRPr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15708162" y="8821301"/>
            <a:ext cx="551924" cy="27468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89" rIns="91382" bIns="45689" anchor="t">
            <a:noAutofit/>
          </a:bodyPr>
          <a:lstStyle>
            <a:lvl1pPr marL="0" indent="0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  <a:lvl2pPr marL="719721" indent="-27675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2pPr>
            <a:lvl3pPr marL="1107273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3pPr>
            <a:lvl4pPr marL="1550175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4pPr>
            <a:lvl5pPr marL="1993078" indent="-221434" algn="l" defTabSz="1452147" rtl="0" eaLnBrk="0" latinLnBrk="0" hangingPunct="0">
              <a:spcBef>
                <a:spcPct val="20000"/>
              </a:spcBef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5pPr>
            <a:lvl6pPr marL="2435972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6pPr>
            <a:lvl7pPr marL="287888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7pPr>
            <a:lvl8pPr marL="3321790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8pPr>
            <a:lvl9pPr marL="3764691" indent="-221434" algn="ctr" defTabSz="1452147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 sz="4300" b="1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pPr eaLnBrk="1" hangingPunct="1"/>
            <a:fld id="{FF0F8280-3CF6-4319-9EAE-E48CD0811747}" type="slidenum">
              <a:rPr lang="en-US" sz="2100" smtClean="0">
                <a:solidFill>
                  <a:srgbClr val="898989"/>
                </a:solidFill>
                <a:latin typeface="Calibri" pitchFamily="34" charset="0"/>
                <a:sym typeface="Calibri" pitchFamily="34" charset="0"/>
              </a:rPr>
              <a:pPr eaLnBrk="1" hangingPunct="1"/>
              <a:t>42</a:t>
            </a:fld>
            <a:endParaRPr lang="en-US" sz="2100" dirty="0">
              <a:solidFill>
                <a:srgbClr val="898989"/>
              </a:solidFill>
              <a:latin typeface="Calibri" pitchFamily="34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66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G_6118 - Imgs Jose Pereir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"/>
            <a:ext cx="16256000" cy="9145588"/>
          </a:xfrm>
          <a:prstGeom prst="rect">
            <a:avLst/>
          </a:prstGeom>
        </p:spPr>
      </p:pic>
      <p:sp>
        <p:nvSpPr>
          <p:cNvPr id="11" name="Rectangle 10"/>
          <p:cNvSpPr>
            <a:spLocks noChangeAspect="1"/>
          </p:cNvSpPr>
          <p:nvPr/>
        </p:nvSpPr>
        <p:spPr>
          <a:xfrm>
            <a:off x="318922" y="330275"/>
            <a:ext cx="7797799" cy="8487895"/>
          </a:xfrm>
          <a:prstGeom prst="rect">
            <a:avLst/>
          </a:prstGeom>
          <a:solidFill>
            <a:srgbClr val="6E625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8556" tIns="69252" rIns="138556" bIns="69252" rtlCol="0" anchor="ctr"/>
          <a:lstStyle/>
          <a:p>
            <a:pPr algn="ctr" defTabSz="1392229"/>
            <a:endParaRPr lang="en-US" dirty="0">
              <a:solidFill>
                <a:srgbClr val="6E6259"/>
              </a:solidFill>
            </a:endParaRPr>
          </a:p>
        </p:txBody>
      </p:sp>
      <p:sp>
        <p:nvSpPr>
          <p:cNvPr id="9" name="CaixaDeTexto 2"/>
          <p:cNvSpPr txBox="1"/>
          <p:nvPr/>
        </p:nvSpPr>
        <p:spPr>
          <a:xfrm>
            <a:off x="1118942" y="4644819"/>
            <a:ext cx="5820302" cy="8443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392229">
              <a:lnSpc>
                <a:spcPct val="90000"/>
              </a:lnSpc>
              <a:buClr>
                <a:srgbClr val="85B4D6"/>
              </a:buClr>
            </a:pPr>
            <a:r>
              <a:rPr lang="pt-BR" sz="6000" b="1" dirty="0">
                <a:solidFill>
                  <a:srgbClr val="FFFFFF"/>
                </a:solidFill>
                <a:latin typeface="Gill Sans Std"/>
                <a:cs typeface="Gill Sans Std"/>
              </a:rPr>
              <a:t>OBRIGADO.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076713" y="3708707"/>
            <a:ext cx="6169486" cy="21216"/>
          </a:xfrm>
          <a:prstGeom prst="line">
            <a:avLst/>
          </a:prstGeom>
          <a:ln w="38100" cmpd="sng">
            <a:solidFill>
              <a:srgbClr val="FBD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76713" y="6205732"/>
            <a:ext cx="6169486" cy="0"/>
          </a:xfrm>
          <a:prstGeom prst="line">
            <a:avLst/>
          </a:prstGeom>
          <a:ln w="38100" cmpd="sng">
            <a:solidFill>
              <a:srgbClr val="FBD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19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heme/_rels/them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18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9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Sophisticated Business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E2BA41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dkUpDiag">
          <a:fgClr>
            <a:schemeClr val="bg2">
              <a:lumMod val="50000"/>
            </a:schemeClr>
          </a:fgClr>
          <a:bgClr>
            <a:schemeClr val="bg2">
              <a:lumMod val="65000"/>
            </a:schemeClr>
          </a:bgClr>
        </a:patt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dirty="0">
            <a:solidFill>
              <a:schemeClr val="tx2"/>
            </a:solidFill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Duarte_Slidedocs">
  <a:themeElements>
    <a:clrScheme name="Custom 4">
      <a:dk1>
        <a:srgbClr val="2D2D2A"/>
      </a:dk1>
      <a:lt1>
        <a:sysClr val="window" lastClr="FFFFFF"/>
      </a:lt1>
      <a:dk2>
        <a:srgbClr val="696969"/>
      </a:dk2>
      <a:lt2>
        <a:srgbClr val="D1D1D1"/>
      </a:lt2>
      <a:accent1>
        <a:srgbClr val="E7B800"/>
      </a:accent1>
      <a:accent2>
        <a:srgbClr val="86AA00"/>
      </a:accent2>
      <a:accent3>
        <a:srgbClr val="00AFBB"/>
      </a:accent3>
      <a:accent4>
        <a:srgbClr val="2E9FDF"/>
      </a:accent4>
      <a:accent5>
        <a:srgbClr val="FF9E29"/>
      </a:accent5>
      <a:accent6>
        <a:srgbClr val="0F2855"/>
      </a:accent6>
      <a:hlink>
        <a:srgbClr val="64645D"/>
      </a:hlink>
      <a:folHlink>
        <a:srgbClr val="64645D"/>
      </a:folHlink>
    </a:clrScheme>
    <a:fontScheme name="Duarte_SlideDoc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  <a:latin typeface="+mj-l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20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8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1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9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9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6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7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62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3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64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71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8.xml><?xml version="1.0" encoding="utf-8"?>
<a:theme xmlns:a="http://schemas.openxmlformats.org/drawingml/2006/main" name="9_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Sans"/>
        <a:ea typeface="ヒラギノ角ゴ ProN W3"/>
        <a:cs typeface="ヒラギノ角ゴ ProN W3"/>
      </a:majorFont>
      <a:minorFont>
        <a:latin typeface="GillSans"/>
        <a:ea typeface="ヒラギノ角ゴ ProN W3"/>
        <a:cs typeface="ヒラギノ角ゴ ProN W3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Sans" charset="0"/>
            <a:ea typeface="ヒラギノ角ゴ ProN W3" charset="0"/>
            <a:cs typeface="ヒラギノ角ゴ ProN W3" charset="0"/>
            <a:sym typeface="Gill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Sans" charset="0"/>
            <a:ea typeface="ヒラギノ角ゴ ProN W3" charset="0"/>
            <a:cs typeface="ヒラギノ角ゴ ProN W3" charset="0"/>
            <a:sym typeface="Gill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1_Title &amp; Subtitl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0_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7_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65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66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72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67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68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2_Duarte_Slidedocs">
  <a:themeElements>
    <a:clrScheme name="Custom 4">
      <a:dk1>
        <a:srgbClr val="2D2D2A"/>
      </a:dk1>
      <a:lt1>
        <a:sysClr val="window" lastClr="FFFFFF"/>
      </a:lt1>
      <a:dk2>
        <a:srgbClr val="696969"/>
      </a:dk2>
      <a:lt2>
        <a:srgbClr val="D1D1D1"/>
      </a:lt2>
      <a:accent1>
        <a:srgbClr val="E7B800"/>
      </a:accent1>
      <a:accent2>
        <a:srgbClr val="86AA00"/>
      </a:accent2>
      <a:accent3>
        <a:srgbClr val="00AFBB"/>
      </a:accent3>
      <a:accent4>
        <a:srgbClr val="2E9FDF"/>
      </a:accent4>
      <a:accent5>
        <a:srgbClr val="FF9E29"/>
      </a:accent5>
      <a:accent6>
        <a:srgbClr val="0F2855"/>
      </a:accent6>
      <a:hlink>
        <a:srgbClr val="64645D"/>
      </a:hlink>
      <a:folHlink>
        <a:srgbClr val="64645D"/>
      </a:folHlink>
    </a:clrScheme>
    <a:fontScheme name="Duarte_SlideDoc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  <a:latin typeface="+mj-lt"/>
          </a:defRPr>
        </a:defPPr>
      </a:lstStyle>
    </a:txDef>
  </a:objectDefaults>
  <a:extraClrSchemeLst/>
</a:theme>
</file>

<file path=ppt/theme/theme28.xml><?xml version="1.0" encoding="utf-8"?>
<a:theme xmlns:a="http://schemas.openxmlformats.org/drawingml/2006/main" name="12_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3_Duarte_Slidedocs">
  <a:themeElements>
    <a:clrScheme name="Custom 4">
      <a:dk1>
        <a:srgbClr val="2D2D2A"/>
      </a:dk1>
      <a:lt1>
        <a:sysClr val="window" lastClr="FFFFFF"/>
      </a:lt1>
      <a:dk2>
        <a:srgbClr val="696969"/>
      </a:dk2>
      <a:lt2>
        <a:srgbClr val="D1D1D1"/>
      </a:lt2>
      <a:accent1>
        <a:srgbClr val="E7B800"/>
      </a:accent1>
      <a:accent2>
        <a:srgbClr val="86AA00"/>
      </a:accent2>
      <a:accent3>
        <a:srgbClr val="00AFBB"/>
      </a:accent3>
      <a:accent4>
        <a:srgbClr val="2E9FDF"/>
      </a:accent4>
      <a:accent5>
        <a:srgbClr val="FF9E29"/>
      </a:accent5>
      <a:accent6>
        <a:srgbClr val="0F2855"/>
      </a:accent6>
      <a:hlink>
        <a:srgbClr val="64645D"/>
      </a:hlink>
      <a:folHlink>
        <a:srgbClr val="64645D"/>
      </a:folHlink>
    </a:clrScheme>
    <a:fontScheme name="Duarte_SlideDoc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  <a:latin typeface="+mj-lt"/>
          </a:defRPr>
        </a:defPPr>
      </a:lstStyle>
    </a:txDef>
  </a:objectDefaults>
  <a:extraClrSchemeLst/>
</a:theme>
</file>

<file path=ppt/theme/theme30.xml><?xml version="1.0" encoding="utf-8"?>
<a:theme xmlns:a="http://schemas.openxmlformats.org/drawingml/2006/main" name="5_Duarte_Slidedocs">
  <a:themeElements>
    <a:clrScheme name="Custom 4">
      <a:dk1>
        <a:srgbClr val="2D2D2A"/>
      </a:dk1>
      <a:lt1>
        <a:sysClr val="window" lastClr="FFFFFF"/>
      </a:lt1>
      <a:dk2>
        <a:srgbClr val="696969"/>
      </a:dk2>
      <a:lt2>
        <a:srgbClr val="D1D1D1"/>
      </a:lt2>
      <a:accent1>
        <a:srgbClr val="E7B800"/>
      </a:accent1>
      <a:accent2>
        <a:srgbClr val="86AA00"/>
      </a:accent2>
      <a:accent3>
        <a:srgbClr val="00AFBB"/>
      </a:accent3>
      <a:accent4>
        <a:srgbClr val="2E9FDF"/>
      </a:accent4>
      <a:accent5>
        <a:srgbClr val="FF9E29"/>
      </a:accent5>
      <a:accent6>
        <a:srgbClr val="0F2855"/>
      </a:accent6>
      <a:hlink>
        <a:srgbClr val="64645D"/>
      </a:hlink>
      <a:folHlink>
        <a:srgbClr val="64645D"/>
      </a:folHlink>
    </a:clrScheme>
    <a:fontScheme name="Duarte_SlideDoc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  <a:latin typeface="+mj-lt"/>
          </a:defRPr>
        </a:defPPr>
      </a:lstStyle>
    </a:txDef>
  </a:objectDefaults>
  <a:extraClrSchemeLst/>
</a:theme>
</file>

<file path=ppt/theme/theme31.xml><?xml version="1.0" encoding="utf-8"?>
<a:theme xmlns:a="http://schemas.openxmlformats.org/drawingml/2006/main" name="6_Duarte_Slidedocs">
  <a:themeElements>
    <a:clrScheme name="Custom 4">
      <a:dk1>
        <a:srgbClr val="2D2D2A"/>
      </a:dk1>
      <a:lt1>
        <a:sysClr val="window" lastClr="FFFFFF"/>
      </a:lt1>
      <a:dk2>
        <a:srgbClr val="696969"/>
      </a:dk2>
      <a:lt2>
        <a:srgbClr val="D1D1D1"/>
      </a:lt2>
      <a:accent1>
        <a:srgbClr val="E7B800"/>
      </a:accent1>
      <a:accent2>
        <a:srgbClr val="86AA00"/>
      </a:accent2>
      <a:accent3>
        <a:srgbClr val="00AFBB"/>
      </a:accent3>
      <a:accent4>
        <a:srgbClr val="2E9FDF"/>
      </a:accent4>
      <a:accent5>
        <a:srgbClr val="FF9E29"/>
      </a:accent5>
      <a:accent6>
        <a:srgbClr val="0F2855"/>
      </a:accent6>
      <a:hlink>
        <a:srgbClr val="64645D"/>
      </a:hlink>
      <a:folHlink>
        <a:srgbClr val="64645D"/>
      </a:folHlink>
    </a:clrScheme>
    <a:fontScheme name="Duarte_SlideDoc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  <a:latin typeface="+mj-lt"/>
          </a:defRPr>
        </a:defPPr>
      </a:lstStyle>
    </a:txDef>
  </a:objectDefaults>
  <a:extraClrSchemeLst/>
</a:theme>
</file>

<file path=ppt/theme/theme32.xml><?xml version="1.0" encoding="utf-8"?>
<a:theme xmlns:a="http://schemas.openxmlformats.org/drawingml/2006/main" name="9_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13_Title &amp; Subtitle">
  <a:themeElements>
    <a:clrScheme name="Adjacência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1_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5.xml><?xml version="1.0" encoding="utf-8"?>
<a:theme xmlns:a="http://schemas.openxmlformats.org/drawingml/2006/main" name="73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74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75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76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77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21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78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3.xml><?xml version="1.0" encoding="utf-8"?>
<a:theme xmlns:a="http://schemas.openxmlformats.org/drawingml/2006/main" name="22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4.xml><?xml version="1.0" encoding="utf-8"?>
<a:theme xmlns:a="http://schemas.openxmlformats.org/drawingml/2006/main" name="79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5.xml><?xml version="1.0" encoding="utf-8"?>
<a:theme xmlns:a="http://schemas.openxmlformats.org/drawingml/2006/main" name="23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6.xml><?xml version="1.0" encoding="utf-8"?>
<a:theme xmlns:a="http://schemas.openxmlformats.org/drawingml/2006/main" name="24_Template-Afrodite_FFC_NJ1781">
  <a:themeElements>
    <a:clrScheme name="Template-Afrodite_FFC_NJ1781 1">
      <a:dk1>
        <a:srgbClr val="000000"/>
      </a:dk1>
      <a:lt1>
        <a:srgbClr val="FFFFFF"/>
      </a:lt1>
      <a:dk2>
        <a:srgbClr val="443C28"/>
      </a:dk2>
      <a:lt2>
        <a:srgbClr val="FFFFFF"/>
      </a:lt2>
      <a:accent1>
        <a:srgbClr val="E0E5CF"/>
      </a:accent1>
      <a:accent2>
        <a:srgbClr val="FBB74C"/>
      </a:accent2>
      <a:accent3>
        <a:srgbClr val="FFFFFF"/>
      </a:accent3>
      <a:accent4>
        <a:srgbClr val="000000"/>
      </a:accent4>
      <a:accent5>
        <a:srgbClr val="EDF0E4"/>
      </a:accent5>
      <a:accent6>
        <a:srgbClr val="E3A644"/>
      </a:accent6>
      <a:hlink>
        <a:srgbClr val="9CB25D"/>
      </a:hlink>
      <a:folHlink>
        <a:srgbClr val="71742D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7.xml><?xml version="1.0" encoding="utf-8"?>
<a:theme xmlns:a="http://schemas.openxmlformats.org/drawingml/2006/main" name="11_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8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rtlCol="0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9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BC2D4869957F24D9155658CCBC70D15" ma:contentTypeVersion="0" ma:contentTypeDescription="Crie um novo documento." ma:contentTypeScope="" ma:versionID="2f9c774a10c5d3d8e764d609c76c4ff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4B15A7-FEDE-4E35-B026-07906EACAFDB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CE7AAD7-5D7A-4F56-AF96-A05A27C5E8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11C37D-21DD-44B9-BA41-71F3DC6DBF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63954</TotalTime>
  <Words>5049</Words>
  <Application>Microsoft Office PowerPoint</Application>
  <PresentationFormat>Personalizar</PresentationFormat>
  <Paragraphs>488</Paragraphs>
  <Slides>43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51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95" baseType="lpstr">
      <vt:lpstr>18_Template-Afrodite_FFC_NJ1781</vt:lpstr>
      <vt:lpstr>19_Template-Afrodite_FFC_NJ1781</vt:lpstr>
      <vt:lpstr>Modern Swiss</vt:lpstr>
      <vt:lpstr>Sophisticated Business</vt:lpstr>
      <vt:lpstr>Duarte_Slidedocs</vt:lpstr>
      <vt:lpstr>20_Template-Afrodite_FFC_NJ1781</vt:lpstr>
      <vt:lpstr>58_6096</vt:lpstr>
      <vt:lpstr>61_6096</vt:lpstr>
      <vt:lpstr>69_6096</vt:lpstr>
      <vt:lpstr>59_6096</vt:lpstr>
      <vt:lpstr>60_6096</vt:lpstr>
      <vt:lpstr>70_6096</vt:lpstr>
      <vt:lpstr>62_6096</vt:lpstr>
      <vt:lpstr>63_6096</vt:lpstr>
      <vt:lpstr>64_6096</vt:lpstr>
      <vt:lpstr>71_6096</vt:lpstr>
      <vt:lpstr>2_Office Theme</vt:lpstr>
      <vt:lpstr>9_Title &amp; Subtitle</vt:lpstr>
      <vt:lpstr>11_Title &amp; Subtitle</vt:lpstr>
      <vt:lpstr>10_Blank</vt:lpstr>
      <vt:lpstr>7_Blank</vt:lpstr>
      <vt:lpstr>65_6096</vt:lpstr>
      <vt:lpstr>66_6096</vt:lpstr>
      <vt:lpstr>72_6096</vt:lpstr>
      <vt:lpstr>67_6096</vt:lpstr>
      <vt:lpstr>68_6096</vt:lpstr>
      <vt:lpstr>2_Duarte_Slidedocs</vt:lpstr>
      <vt:lpstr>12_Blank</vt:lpstr>
      <vt:lpstr>3_Duarte_Slidedocs</vt:lpstr>
      <vt:lpstr>5_Duarte_Slidedocs</vt:lpstr>
      <vt:lpstr>6_Duarte_Slidedocs</vt:lpstr>
      <vt:lpstr>9_Blank</vt:lpstr>
      <vt:lpstr>13_Title &amp; Subtitle</vt:lpstr>
      <vt:lpstr>1_Modern Swiss</vt:lpstr>
      <vt:lpstr>73_6096</vt:lpstr>
      <vt:lpstr>74_6096</vt:lpstr>
      <vt:lpstr>75_6096</vt:lpstr>
      <vt:lpstr>76_6096</vt:lpstr>
      <vt:lpstr>77_6096</vt:lpstr>
      <vt:lpstr>Custom Design</vt:lpstr>
      <vt:lpstr>21_Template-Afrodite_FFC_NJ1781</vt:lpstr>
      <vt:lpstr>78_6096</vt:lpstr>
      <vt:lpstr>22_Template-Afrodite_FFC_NJ1781</vt:lpstr>
      <vt:lpstr>79_6096</vt:lpstr>
      <vt:lpstr>23_Template-Afrodite_FFC_NJ1781</vt:lpstr>
      <vt:lpstr>24_Template-Afrodite_FFC_NJ1781</vt:lpstr>
      <vt:lpstr>11_Blank</vt:lpstr>
      <vt:lpstr>80_6096</vt:lpstr>
      <vt:lpstr>1_Custom Design</vt:lpstr>
      <vt:lpstr>2_Custom Design</vt:lpstr>
      <vt:lpstr>3_Custom Design</vt:lpstr>
      <vt:lpstr>think-cell Slide</vt:lpstr>
      <vt:lpstr>Apresentação do PowerPoint</vt:lpstr>
      <vt:lpstr>Apresentação do PowerPoint</vt:lpstr>
      <vt:lpstr>O Grupo Natura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Diretrizes  Estratégicas</vt:lpstr>
      <vt:lpstr>Apresentação do PowerPoint</vt:lpstr>
      <vt:lpstr>Apresentação do PowerPoint</vt:lpstr>
      <vt:lpstr>Apresentação do PowerPoint</vt:lpstr>
      <vt:lpstr>Objetivos  de Negócio</vt:lpstr>
      <vt:lpstr>Apresentação do PowerPoint</vt:lpstr>
      <vt:lpstr>Grupo Natura Brasil</vt:lpstr>
      <vt:lpstr>Apresentação do PowerPoint</vt:lpstr>
      <vt:lpstr>Apresentação do PowerPoint</vt:lpstr>
      <vt:lpstr>Alcançar a Liderança na LATAM</vt:lpstr>
      <vt:lpstr>Apresentação do PowerPoint</vt:lpstr>
      <vt:lpstr>Apresentação do PowerPoint</vt:lpstr>
      <vt:lpstr>Expandir em  outras geografias</vt:lpstr>
      <vt:lpstr>Apresentação do PowerPoint</vt:lpstr>
      <vt:lpstr>Apresentação do PowerPoint</vt:lpstr>
      <vt:lpstr>Habilitadores estratégicos</vt:lpstr>
      <vt:lpstr>Apresentação do PowerPoint</vt:lpstr>
      <vt:lpstr>Apresentação do PowerPoint</vt:lpstr>
      <vt:lpstr>Submarcas, Produtos &amp; Serviços</vt:lpstr>
      <vt:lpstr>Apresentação do PowerPoint</vt:lpstr>
      <vt:lpstr>Apresentação do PowerPoint</vt:lpstr>
      <vt:lpstr>Inovação</vt:lpstr>
      <vt:lpstr>Apresentação do PowerPoint</vt:lpstr>
      <vt:lpstr>Modelos Comerciais &amp; Relacionamento</vt:lpstr>
      <vt:lpstr>Apresentação do PowerPoint</vt:lpstr>
      <vt:lpstr>Infraestrutura física</vt:lpstr>
      <vt:lpstr>Apresentação do PowerPoint</vt:lpstr>
      <vt:lpstr>Apresentação do PowerPoint</vt:lpstr>
      <vt:lpstr>Infraestrutura digital</vt:lpstr>
      <vt:lpstr>Apresentação do PowerPoint</vt:lpstr>
      <vt:lpstr>Eficiência &amp; Produtividade</vt:lpstr>
      <vt:lpstr>Apresentação do PowerPoint</vt:lpstr>
      <vt:lpstr>Pessoas &amp; Cultura organizacional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GLEYCIA LEITE</dc:creator>
  <cp:lastModifiedBy>br91038</cp:lastModifiedBy>
  <cp:revision>1489</cp:revision>
  <cp:lastPrinted>2014-07-31T10:57:10Z</cp:lastPrinted>
  <dcterms:created xsi:type="dcterms:W3CDTF">2013-07-02T19:41:53Z</dcterms:created>
  <dcterms:modified xsi:type="dcterms:W3CDTF">2015-06-24T12:42:25Z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0x010100CBC2D4869957F24D9155658CCBC70D15</vt:lpwstr>
  </property>
</Properties>
</file>