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tiff" ContentType="image/tif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6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theme/themeOverride12.xml" ContentType="application/vnd.openxmlformats-officedocument.themeOverride+xml"/>
  <Override PartName="/ppt/charts/chart13.xml" ContentType="application/vnd.openxmlformats-officedocument.drawingml.chart+xml"/>
  <Override PartName="/ppt/theme/themeOverride13.xml" ContentType="application/vnd.openxmlformats-officedocument.themeOverride+xml"/>
  <Override PartName="/ppt/charts/chart14.xml" ContentType="application/vnd.openxmlformats-officedocument.drawingml.chart+xml"/>
  <Override PartName="/ppt/theme/themeOverride14.xml" ContentType="application/vnd.openxmlformats-officedocument.themeOverride+xml"/>
  <Override PartName="/ppt/charts/chart15.xml" ContentType="application/vnd.openxmlformats-officedocument.drawingml.chart+xml"/>
  <Override PartName="/ppt/theme/themeOverride15.xml" ContentType="application/vnd.openxmlformats-officedocument.themeOverride+xml"/>
  <Override PartName="/ppt/charts/chart16.xml" ContentType="application/vnd.openxmlformats-officedocument.drawingml.chart+xml"/>
  <Override PartName="/ppt/theme/themeOverride16.xml" ContentType="application/vnd.openxmlformats-officedocument.themeOverride+xml"/>
  <Override PartName="/ppt/charts/chart17.xml" ContentType="application/vnd.openxmlformats-officedocument.drawingml.chart+xml"/>
  <Override PartName="/ppt/theme/themeOverride17.xml" ContentType="application/vnd.openxmlformats-officedocument.themeOverride+xml"/>
  <Override PartName="/ppt/charts/chart18.xml" ContentType="application/vnd.openxmlformats-officedocument.drawingml.chart+xml"/>
  <Override PartName="/ppt/theme/themeOverride1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  <p:sldMasterId id="2147483705" r:id="rId3"/>
    <p:sldMasterId id="2147483722" r:id="rId4"/>
    <p:sldMasterId id="2147483725" r:id="rId5"/>
    <p:sldMasterId id="2147483745" r:id="rId6"/>
  </p:sldMasterIdLst>
  <p:notesMasterIdLst>
    <p:notesMasterId r:id="rId71"/>
  </p:notesMasterIdLst>
  <p:sldIdLst>
    <p:sldId id="256" r:id="rId7"/>
    <p:sldId id="424" r:id="rId8"/>
    <p:sldId id="257" r:id="rId9"/>
    <p:sldId id="433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5" r:id="rId24"/>
    <p:sldId id="476" r:id="rId25"/>
    <p:sldId id="477" r:id="rId26"/>
    <p:sldId id="461" r:id="rId27"/>
    <p:sldId id="448" r:id="rId28"/>
    <p:sldId id="436" r:id="rId29"/>
    <p:sldId id="478" r:id="rId30"/>
    <p:sldId id="455" r:id="rId31"/>
    <p:sldId id="492" r:id="rId32"/>
    <p:sldId id="434" r:id="rId33"/>
    <p:sldId id="490" r:id="rId34"/>
    <p:sldId id="430" r:id="rId35"/>
    <p:sldId id="418" r:id="rId36"/>
    <p:sldId id="411" r:id="rId37"/>
    <p:sldId id="417" r:id="rId38"/>
    <p:sldId id="438" r:id="rId39"/>
    <p:sldId id="439" r:id="rId40"/>
    <p:sldId id="412" r:id="rId41"/>
    <p:sldId id="483" r:id="rId42"/>
    <p:sldId id="484" r:id="rId43"/>
    <p:sldId id="480" r:id="rId44"/>
    <p:sldId id="486" r:id="rId45"/>
    <p:sldId id="487" r:id="rId46"/>
    <p:sldId id="488" r:id="rId47"/>
    <p:sldId id="440" r:id="rId48"/>
    <p:sldId id="441" r:id="rId49"/>
    <p:sldId id="489" r:id="rId50"/>
    <p:sldId id="442" r:id="rId51"/>
    <p:sldId id="443" r:id="rId52"/>
    <p:sldId id="414" r:id="rId53"/>
    <p:sldId id="459" r:id="rId54"/>
    <p:sldId id="460" r:id="rId55"/>
    <p:sldId id="444" r:id="rId56"/>
    <p:sldId id="445" r:id="rId57"/>
    <p:sldId id="493" r:id="rId58"/>
    <p:sldId id="495" r:id="rId59"/>
    <p:sldId id="496" r:id="rId60"/>
    <p:sldId id="446" r:id="rId61"/>
    <p:sldId id="447" r:id="rId62"/>
    <p:sldId id="416" r:id="rId63"/>
    <p:sldId id="453" r:id="rId64"/>
    <p:sldId id="479" r:id="rId65"/>
    <p:sldId id="435" r:id="rId66"/>
    <p:sldId id="410" r:id="rId67"/>
    <p:sldId id="386" r:id="rId68"/>
    <p:sldId id="485" r:id="rId69"/>
    <p:sldId id="381" r:id="rId70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53">
          <p15:clr>
            <a:srgbClr val="A4A3A4"/>
          </p15:clr>
        </p15:guide>
        <p15:guide id="3" orient="horz" pos="834">
          <p15:clr>
            <a:srgbClr val="A4A3A4"/>
          </p15:clr>
        </p15:guide>
        <p15:guide id="4" pos="18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D9AF"/>
    <a:srgbClr val="61BFFF"/>
    <a:srgbClr val="EC9EC5"/>
    <a:srgbClr val="FDE3A1"/>
    <a:srgbClr val="FAC6B4"/>
    <a:srgbClr val="FCDB88"/>
    <a:srgbClr val="A0D5EA"/>
    <a:srgbClr val="FFFFFF"/>
    <a:srgbClr val="D60093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0" autoAdjust="0"/>
    <p:restoredTop sz="94630" autoAdjust="0"/>
  </p:normalViewPr>
  <p:slideViewPr>
    <p:cSldViewPr snapToGrid="0">
      <p:cViewPr varScale="1">
        <p:scale>
          <a:sx n="85" d="100"/>
          <a:sy n="85" d="100"/>
        </p:scale>
        <p:origin x="420" y="72"/>
      </p:cViewPr>
      <p:guideLst>
        <p:guide orient="horz" pos="2160"/>
        <p:guide orient="horz" pos="553"/>
        <p:guide orient="horz" pos="834"/>
        <p:guide pos="183"/>
      </p:guideLst>
    </p:cSldViewPr>
  </p:slideViewPr>
  <p:outlineViewPr>
    <p:cViewPr>
      <p:scale>
        <a:sx n="33" d="100"/>
        <a:sy n="33" d="100"/>
      </p:scale>
      <p:origin x="0" y="-2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" Type="http://schemas.openxmlformats.org/officeDocument/2006/relationships/slide" Target="slides/slide1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61" Type="http://schemas.openxmlformats.org/officeDocument/2006/relationships/slide" Target="slides/slide5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8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9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0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11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2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13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5.xlsx"/><Relationship Id="rId1" Type="http://schemas.openxmlformats.org/officeDocument/2006/relationships/themeOverride" Target="../theme/themeOverride14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6.xlsx"/><Relationship Id="rId1" Type="http://schemas.openxmlformats.org/officeDocument/2006/relationships/themeOverride" Target="../theme/themeOverride15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7.xlsx"/><Relationship Id="rId1" Type="http://schemas.openxmlformats.org/officeDocument/2006/relationships/themeOverride" Target="../theme/themeOverride16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8.xlsx"/><Relationship Id="rId1" Type="http://schemas.openxmlformats.org/officeDocument/2006/relationships/themeOverride" Target="../theme/themeOverride17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9.xlsx"/><Relationship Id="rId1" Type="http://schemas.openxmlformats.org/officeDocument/2006/relationships/themeOverride" Target="../theme/themeOverrid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FFC00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291699776"/>
        <c:axId val="190107120"/>
        <c:axId val="0"/>
      </c:bar3DChart>
      <c:catAx>
        <c:axId val="29169977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90107120"/>
        <c:crosses val="autoZero"/>
        <c:auto val="1"/>
        <c:lblAlgn val="ctr"/>
        <c:lblOffset val="100"/>
        <c:noMultiLvlLbl val="0"/>
      </c:catAx>
      <c:valAx>
        <c:axId val="190107120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699776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190105552"/>
        <c:axId val="172243224"/>
        <c:axId val="0"/>
      </c:bar3DChart>
      <c:catAx>
        <c:axId val="190105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72243224"/>
        <c:crosses val="autoZero"/>
        <c:auto val="1"/>
        <c:lblAlgn val="ctr"/>
        <c:lblOffset val="100"/>
        <c:noMultiLvlLbl val="0"/>
      </c:catAx>
      <c:valAx>
        <c:axId val="172243224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0105552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293052472"/>
        <c:axId val="293052864"/>
        <c:axId val="0"/>
      </c:bar3DChart>
      <c:catAx>
        <c:axId val="29305247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93052864"/>
        <c:crosses val="autoZero"/>
        <c:auto val="1"/>
        <c:lblAlgn val="ctr"/>
        <c:lblOffset val="100"/>
        <c:noMultiLvlLbl val="0"/>
      </c:catAx>
      <c:valAx>
        <c:axId val="293052864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3052472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293053648"/>
        <c:axId val="293054040"/>
        <c:axId val="0"/>
      </c:bar3DChart>
      <c:catAx>
        <c:axId val="29305364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93054040"/>
        <c:crosses val="autoZero"/>
        <c:auto val="1"/>
        <c:lblAlgn val="ctr"/>
        <c:lblOffset val="100"/>
        <c:noMultiLvlLbl val="0"/>
      </c:catAx>
      <c:valAx>
        <c:axId val="293054040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3053648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FFC00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296903976"/>
        <c:axId val="296904368"/>
        <c:axId val="0"/>
      </c:bar3DChart>
      <c:catAx>
        <c:axId val="29690397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96904368"/>
        <c:crosses val="autoZero"/>
        <c:auto val="1"/>
        <c:lblAlgn val="ctr"/>
        <c:lblOffset val="100"/>
        <c:noMultiLvlLbl val="0"/>
      </c:catAx>
      <c:valAx>
        <c:axId val="296904368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6903976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296905152"/>
        <c:axId val="299392528"/>
        <c:axId val="0"/>
      </c:bar3DChart>
      <c:catAx>
        <c:axId val="2969051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99392528"/>
        <c:crosses val="autoZero"/>
        <c:auto val="1"/>
        <c:lblAlgn val="ctr"/>
        <c:lblOffset val="100"/>
        <c:noMultiLvlLbl val="0"/>
      </c:catAx>
      <c:valAx>
        <c:axId val="299392528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6905152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 w="12700">
                <a:noFill/>
              </a:ln>
            </c:spPr>
          </c:dPt>
          <c:dLbls>
            <c:dLbl>
              <c:idx val="0"/>
              <c:layout>
                <c:manualLayout>
                  <c:x val="2.9613866006837391E-2"/>
                  <c:y val="-3.3203586614823756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8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85250911978689"/>
                      <c:h val="0.27041000939112469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291696640"/>
        <c:axId val="291697424"/>
        <c:axId val="0"/>
      </c:bar3DChart>
      <c:catAx>
        <c:axId val="29169664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91697424"/>
        <c:crosses val="autoZero"/>
        <c:auto val="1"/>
        <c:lblAlgn val="ctr"/>
        <c:lblOffset val="100"/>
        <c:noMultiLvlLbl val="0"/>
      </c:catAx>
      <c:valAx>
        <c:axId val="291697424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696640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gradFill>
              <a:gsLst>
                <a:gs pos="5000">
                  <a:srgbClr val="FFCC00">
                    <a:lumMod val="75000"/>
                  </a:srgbClr>
                </a:gs>
                <a:gs pos="50000">
                  <a:srgbClr val="FFCC00"/>
                </a:gs>
                <a:gs pos="97000">
                  <a:srgbClr val="FFCC00">
                    <a:lumMod val="75000"/>
                  </a:srgbClr>
                </a:gs>
              </a:gsLst>
              <a:lin ang="0" scaled="1"/>
            </a:gradFill>
            <a:ln w="127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5000">
                    <a:srgbClr val="FFCC00">
                      <a:lumMod val="75000"/>
                    </a:srgbClr>
                  </a:gs>
                  <a:gs pos="50000">
                    <a:srgbClr val="FFCC00"/>
                  </a:gs>
                  <a:gs pos="97000">
                    <a:srgbClr val="FFCC00">
                      <a:lumMod val="75000"/>
                    </a:srgbClr>
                  </a:gs>
                </a:gsLst>
                <a:lin ang="0" scaled="1"/>
              </a:gradFill>
              <a:ln w="12700">
                <a:noFill/>
              </a:ln>
            </c:spPr>
          </c:dPt>
          <c:dLbls>
            <c:dLbl>
              <c:idx val="0"/>
              <c:layout>
                <c:manualLayout>
                  <c:x val="2.9613866006837391E-2"/>
                  <c:y val="-3.3203586614823756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8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85250911978689"/>
                      <c:h val="0.27041000939112469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00213304"/>
        <c:axId val="300213696"/>
        <c:axId val="0"/>
      </c:bar3DChart>
      <c:catAx>
        <c:axId val="30021330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00213696"/>
        <c:crosses val="autoZero"/>
        <c:auto val="1"/>
        <c:lblAlgn val="ctr"/>
        <c:lblOffset val="100"/>
        <c:noMultiLvlLbl val="0"/>
      </c:catAx>
      <c:valAx>
        <c:axId val="300213696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213304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FFC000"/>
            </a:solidFill>
            <a:ln w="127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 w="12700">
                <a:noFill/>
              </a:ln>
            </c:spPr>
          </c:dPt>
          <c:dLbls>
            <c:dLbl>
              <c:idx val="0"/>
              <c:layout>
                <c:manualLayout>
                  <c:x val="2.9613866006837391E-2"/>
                  <c:y val="-3.3203586614823756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8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85250911978689"/>
                      <c:h val="0.27041000939112469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00212912"/>
        <c:axId val="299394880"/>
        <c:axId val="0"/>
      </c:bar3DChart>
      <c:catAx>
        <c:axId val="30021291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99394880"/>
        <c:crosses val="autoZero"/>
        <c:auto val="1"/>
        <c:lblAlgn val="ctr"/>
        <c:lblOffset val="100"/>
        <c:noMultiLvlLbl val="0"/>
      </c:catAx>
      <c:valAx>
        <c:axId val="299394880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212912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 w="12700">
                <a:noFill/>
              </a:ln>
            </c:spPr>
          </c:dPt>
          <c:dLbls>
            <c:dLbl>
              <c:idx val="0"/>
              <c:layout>
                <c:manualLayout>
                  <c:x val="2.9613866006837391E-2"/>
                  <c:y val="-3.3203586614823756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8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85250911978689"/>
                      <c:h val="0.27041000939112469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299393704"/>
        <c:axId val="299393312"/>
        <c:axId val="0"/>
      </c:bar3DChart>
      <c:catAx>
        <c:axId val="29939370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99393312"/>
        <c:crosses val="autoZero"/>
        <c:auto val="1"/>
        <c:lblAlgn val="ctr"/>
        <c:lblOffset val="100"/>
        <c:noMultiLvlLbl val="0"/>
      </c:catAx>
      <c:valAx>
        <c:axId val="299393312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9393704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 w="12700">
                <a:noFill/>
              </a:ln>
            </c:spPr>
          </c:dPt>
          <c:dLbls>
            <c:dLbl>
              <c:idx val="0"/>
              <c:layout>
                <c:manualLayout>
                  <c:x val="2.9613866006837391E-2"/>
                  <c:y val="-3.3203586614823756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8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85250911978689"/>
                      <c:h val="0.27041000939112469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00214480"/>
        <c:axId val="300214088"/>
        <c:axId val="0"/>
      </c:bar3DChart>
      <c:catAx>
        <c:axId val="30021448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00214088"/>
        <c:crosses val="autoZero"/>
        <c:auto val="1"/>
        <c:lblAlgn val="ctr"/>
        <c:lblOffset val="100"/>
        <c:noMultiLvlLbl val="0"/>
      </c:catAx>
      <c:valAx>
        <c:axId val="300214088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214480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20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190107904"/>
        <c:axId val="300214872"/>
        <c:axId val="0"/>
      </c:bar3DChart>
      <c:catAx>
        <c:axId val="19010790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00214872"/>
        <c:crosses val="autoZero"/>
        <c:auto val="1"/>
        <c:lblAlgn val="ctr"/>
        <c:lblOffset val="100"/>
        <c:noMultiLvlLbl val="0"/>
      </c:catAx>
      <c:valAx>
        <c:axId val="300214872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0107904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FFC00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192987272"/>
        <c:axId val="192986880"/>
        <c:axId val="0"/>
      </c:bar3DChart>
      <c:catAx>
        <c:axId val="19298727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92986880"/>
        <c:crosses val="autoZero"/>
        <c:auto val="1"/>
        <c:lblAlgn val="ctr"/>
        <c:lblOffset val="100"/>
        <c:noMultiLvlLbl val="0"/>
      </c:catAx>
      <c:valAx>
        <c:axId val="192986880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2987272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17867608"/>
        <c:axId val="317868000"/>
        <c:axId val="0"/>
      </c:bar3DChart>
      <c:catAx>
        <c:axId val="31786760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17868000"/>
        <c:crosses val="autoZero"/>
        <c:auto val="1"/>
        <c:lblAlgn val="ctr"/>
        <c:lblOffset val="100"/>
        <c:noMultiLvlLbl val="0"/>
      </c:catAx>
      <c:valAx>
        <c:axId val="317868000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17867608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17868784"/>
        <c:axId val="317869176"/>
        <c:axId val="0"/>
      </c:bar3DChart>
      <c:catAx>
        <c:axId val="31786878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17869176"/>
        <c:crosses val="autoZero"/>
        <c:auto val="1"/>
        <c:lblAlgn val="ctr"/>
        <c:lblOffset val="100"/>
        <c:noMultiLvlLbl val="0"/>
      </c:catAx>
      <c:valAx>
        <c:axId val="317869176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17868784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17865952"/>
        <c:axId val="317866344"/>
        <c:axId val="0"/>
      </c:bar3DChart>
      <c:catAx>
        <c:axId val="3178659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17866344"/>
        <c:crosses val="autoZero"/>
        <c:auto val="1"/>
        <c:lblAlgn val="ctr"/>
        <c:lblOffset val="100"/>
        <c:noMultiLvlLbl val="0"/>
      </c:catAx>
      <c:valAx>
        <c:axId val="317866344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17865952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FFC00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17867128"/>
        <c:axId val="320397792"/>
        <c:axId val="0"/>
      </c:bar3DChart>
      <c:catAx>
        <c:axId val="31786712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20397792"/>
        <c:crosses val="autoZero"/>
        <c:auto val="1"/>
        <c:lblAlgn val="ctr"/>
        <c:lblOffset val="100"/>
        <c:noMultiLvlLbl val="0"/>
      </c:catAx>
      <c:valAx>
        <c:axId val="320397792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17867128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20"/>
      <c:rotY val="0"/>
      <c:rAngAx val="1"/>
    </c:view3D>
    <c:floor>
      <c:thickness val="0"/>
      <c:spPr>
        <a:noFill/>
        <a:ln w="9525">
          <a:noFill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4.5396360111391774E-2"/>
          <c:y val="3.9732742156958614E-2"/>
          <c:w val="0.93100522408377095"/>
          <c:h val="0.946459389139386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insert data</c:v>
                </c:pt>
              </c:strCache>
            </c:strRef>
          </c:tx>
          <c:spPr>
            <a:solidFill>
              <a:srgbClr val="00B050"/>
            </a:solidFill>
            <a:ln w="127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973494493059011E-2"/>
                  <c:y val="-5.5832765480403578E-3"/>
                </c:manualLayout>
              </c:layout>
              <c:numFmt formatCode="General\ \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400">
                      <a:latin typeface="Adobe Gothic Std B" panose="020B0800000000000000" pitchFamily="34" charset="-128"/>
                      <a:ea typeface="Adobe Gothic Std B" panose="020B0800000000000000" pitchFamily="34" charset="-128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92079565297981"/>
                      <c:h val="0.29513199832941334"/>
                    </c:manualLayout>
                  </c15:layout>
                </c:ext>
              </c:extLst>
            </c:dLbl>
            <c:numFmt formatCode="General\ \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latin typeface="Adobe Gothic Std B" panose="020B0800000000000000" pitchFamily="34" charset="-128"/>
                    <a:ea typeface="Adobe Gothic Std B" panose="020B0800000000000000" pitchFamily="34" charset="-128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gapDepth val="77"/>
        <c:shape val="cylinder"/>
        <c:axId val="320398576"/>
        <c:axId val="320398968"/>
        <c:axId val="0"/>
      </c:bar3DChart>
      <c:catAx>
        <c:axId val="32039857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20398968"/>
        <c:crosses val="autoZero"/>
        <c:auto val="1"/>
        <c:lblAlgn val="ctr"/>
        <c:lblOffset val="100"/>
        <c:noMultiLvlLbl val="0"/>
      </c:catAx>
      <c:valAx>
        <c:axId val="320398968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20398576"/>
        <c:crosses val="autoZero"/>
        <c:crossBetween val="between"/>
        <c:majorUnit val="20"/>
        <c:min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7B348-04CC-40AB-9F6A-6CD0E6CEFF9E}" type="doc">
      <dgm:prSet loTypeId="urn:microsoft.com/office/officeart/2011/layout/InterconnectedBlockProcess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9D50339-F7E5-4F7C-B34B-A3F0238AACA7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pt-BR" dirty="0" smtClean="0"/>
            <a:t>AS-IS</a:t>
          </a:r>
          <a:endParaRPr lang="pt-BR" dirty="0"/>
        </a:p>
      </dgm:t>
    </dgm:pt>
    <dgm:pt modelId="{7941A55E-0479-4325-921D-19FF5C515776}" type="parTrans" cxnId="{ABE03CDF-2335-4C51-A962-5E484F13EE6C}">
      <dgm:prSet/>
      <dgm:spPr/>
      <dgm:t>
        <a:bodyPr/>
        <a:lstStyle/>
        <a:p>
          <a:endParaRPr lang="pt-BR"/>
        </a:p>
      </dgm:t>
    </dgm:pt>
    <dgm:pt modelId="{7456E801-E6F9-433E-B64A-3AA458F83442}" type="sibTrans" cxnId="{ABE03CDF-2335-4C51-A962-5E484F13EE6C}">
      <dgm:prSet/>
      <dgm:spPr/>
      <dgm:t>
        <a:bodyPr/>
        <a:lstStyle/>
        <a:p>
          <a:endParaRPr lang="pt-BR"/>
        </a:p>
      </dgm:t>
    </dgm:pt>
    <dgm:pt modelId="{BCD0712D-7D69-43D7-906B-AEC4D8C12246}">
      <dgm:prSet phldrT="[Text]"/>
      <dgm:spPr>
        <a:solidFill>
          <a:srgbClr val="FFCC66"/>
        </a:solidFill>
      </dgm:spPr>
      <dgm:t>
        <a:bodyPr/>
        <a:lstStyle/>
        <a:p>
          <a:pPr algn="l"/>
          <a:endParaRPr lang="pt-BR" dirty="0"/>
        </a:p>
      </dgm:t>
    </dgm:pt>
    <dgm:pt modelId="{0B289510-8182-45E4-8BF7-F962F15267F0}" type="parTrans" cxnId="{8F5B51D2-6F9F-4DF6-9B46-1DCE0DB38478}">
      <dgm:prSet/>
      <dgm:spPr/>
      <dgm:t>
        <a:bodyPr/>
        <a:lstStyle/>
        <a:p>
          <a:endParaRPr lang="pt-BR"/>
        </a:p>
      </dgm:t>
    </dgm:pt>
    <dgm:pt modelId="{96E4DBF9-B331-40A1-8049-865ACACBE388}" type="sibTrans" cxnId="{8F5B51D2-6F9F-4DF6-9B46-1DCE0DB38478}">
      <dgm:prSet/>
      <dgm:spPr/>
      <dgm:t>
        <a:bodyPr/>
        <a:lstStyle/>
        <a:p>
          <a:endParaRPr lang="pt-BR"/>
        </a:p>
      </dgm:t>
    </dgm:pt>
    <dgm:pt modelId="{E193C948-E1F4-4748-B7EF-9481DCF3F575}">
      <dgm:prSet phldrT="[Text]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pt-BR" dirty="0" smtClean="0"/>
            <a:t>TO-BE</a:t>
          </a:r>
          <a:endParaRPr lang="pt-BR" dirty="0"/>
        </a:p>
      </dgm:t>
    </dgm:pt>
    <dgm:pt modelId="{C250AB5D-C3C1-4950-8D41-344DCF00D71F}" type="parTrans" cxnId="{FFC4F5E3-015C-443F-9425-C48366FF0351}">
      <dgm:prSet/>
      <dgm:spPr/>
      <dgm:t>
        <a:bodyPr/>
        <a:lstStyle/>
        <a:p>
          <a:endParaRPr lang="pt-BR"/>
        </a:p>
      </dgm:t>
    </dgm:pt>
    <dgm:pt modelId="{391A6A7F-BFF4-4067-B87E-19204DC52B75}" type="sibTrans" cxnId="{FFC4F5E3-015C-443F-9425-C48366FF0351}">
      <dgm:prSet/>
      <dgm:spPr/>
      <dgm:t>
        <a:bodyPr/>
        <a:lstStyle/>
        <a:p>
          <a:endParaRPr lang="pt-BR"/>
        </a:p>
      </dgm:t>
    </dgm:pt>
    <dgm:pt modelId="{04EDA94F-B9A4-4678-BCB7-59A041D697E2}">
      <dgm:prSet phldrT="[Text]"/>
      <dgm:spPr>
        <a:solidFill>
          <a:srgbClr val="FF9933"/>
        </a:solidFill>
      </dgm:spPr>
      <dgm:t>
        <a:bodyPr/>
        <a:lstStyle/>
        <a:p>
          <a:pPr algn="l"/>
          <a:endParaRPr lang="pt-BR" dirty="0" smtClean="0"/>
        </a:p>
        <a:p>
          <a:pPr algn="l"/>
          <a:endParaRPr lang="pt-BR" dirty="0"/>
        </a:p>
      </dgm:t>
    </dgm:pt>
    <dgm:pt modelId="{E32FD60D-B63A-4212-BF57-52E8E7298324}" type="parTrans" cxnId="{8DAEEB14-F4C8-44FC-B690-05F2153777BB}">
      <dgm:prSet/>
      <dgm:spPr/>
      <dgm:t>
        <a:bodyPr/>
        <a:lstStyle/>
        <a:p>
          <a:endParaRPr lang="pt-BR"/>
        </a:p>
      </dgm:t>
    </dgm:pt>
    <dgm:pt modelId="{E0999B10-9046-4601-80F3-E0A687F035E8}" type="sibTrans" cxnId="{8DAEEB14-F4C8-44FC-B690-05F2153777BB}">
      <dgm:prSet/>
      <dgm:spPr/>
      <dgm:t>
        <a:bodyPr/>
        <a:lstStyle/>
        <a:p>
          <a:endParaRPr lang="pt-BR"/>
        </a:p>
      </dgm:t>
    </dgm:pt>
    <dgm:pt modelId="{C4F693CE-1E31-46DD-B5F3-2CB664D28289}" type="pres">
      <dgm:prSet presAssocID="{4987B348-04CC-40AB-9F6A-6CD0E6CEFF9E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2687933B-3195-45C6-A040-2E619379CA48}" type="pres">
      <dgm:prSet presAssocID="{E193C948-E1F4-4748-B7EF-9481DCF3F575}" presName="ChildAccent2" presStyleCnt="0"/>
      <dgm:spPr/>
    </dgm:pt>
    <dgm:pt modelId="{0C70B222-F10C-4235-9451-93AECC80037F}" type="pres">
      <dgm:prSet presAssocID="{E193C948-E1F4-4748-B7EF-9481DCF3F575}" presName="ChildAccent" presStyleLbl="alignImgPlace1" presStyleIdx="0" presStyleCnt="2" custScaleX="246561" custLinFactNeighborX="57857"/>
      <dgm:spPr/>
      <dgm:t>
        <a:bodyPr/>
        <a:lstStyle/>
        <a:p>
          <a:endParaRPr lang="pt-BR"/>
        </a:p>
      </dgm:t>
    </dgm:pt>
    <dgm:pt modelId="{1C614B21-A0E7-4682-91CA-607192132978}" type="pres">
      <dgm:prSet presAssocID="{E193C948-E1F4-4748-B7EF-9481DCF3F575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ECF090E-B072-4DDF-890F-16E9610C56BA}" type="pres">
      <dgm:prSet presAssocID="{E193C948-E1F4-4748-B7EF-9481DCF3F575}" presName="Parent2" presStyleLbl="node1" presStyleIdx="0" presStyleCnt="2" custScaleX="246561" custLinFactNeighborX="58386" custLinFactNeighborY="5961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2492F9F-1958-4AEE-BFCC-C6C0906935AC}" type="pres">
      <dgm:prSet presAssocID="{89D50339-F7E5-4F7C-B34B-A3F0238AACA7}" presName="ChildAccent1" presStyleCnt="0"/>
      <dgm:spPr/>
    </dgm:pt>
    <dgm:pt modelId="{3273976F-D915-420F-8319-9EBFC3557F7F}" type="pres">
      <dgm:prSet presAssocID="{89D50339-F7E5-4F7C-B34B-A3F0238AACA7}" presName="ChildAccent" presStyleLbl="alignImgPlace1" presStyleIdx="1" presStyleCnt="2" custScaleX="187856" custLinFactNeighborX="-72598"/>
      <dgm:spPr/>
      <dgm:t>
        <a:bodyPr/>
        <a:lstStyle/>
        <a:p>
          <a:endParaRPr lang="pt-BR"/>
        </a:p>
      </dgm:t>
    </dgm:pt>
    <dgm:pt modelId="{16B883CB-AC6F-40A2-82D7-38FD506341F1}" type="pres">
      <dgm:prSet presAssocID="{89D50339-F7E5-4F7C-B34B-A3F0238AACA7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6F35504-8C7E-46BC-9D73-624178BF1586}" type="pres">
      <dgm:prSet presAssocID="{89D50339-F7E5-4F7C-B34B-A3F0238AACA7}" presName="Parent1" presStyleLbl="node1" presStyleIdx="1" presStyleCnt="2" custScaleX="187856" custLinFactNeighborX="-72598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71F9B823-4CFD-4868-A17B-E83E2DBB4F34}" type="presOf" srcId="{89D50339-F7E5-4F7C-B34B-A3F0238AACA7}" destId="{46F35504-8C7E-46BC-9D73-624178BF1586}" srcOrd="0" destOrd="0" presId="urn:microsoft.com/office/officeart/2011/layout/InterconnectedBlockProcess#1"/>
    <dgm:cxn modelId="{6C4E96D6-A68D-4A6C-B33C-4E28430992F1}" type="presOf" srcId="{E193C948-E1F4-4748-B7EF-9481DCF3F575}" destId="{7ECF090E-B072-4DDF-890F-16E9610C56BA}" srcOrd="0" destOrd="0" presId="urn:microsoft.com/office/officeart/2011/layout/InterconnectedBlockProcess#1"/>
    <dgm:cxn modelId="{5FAB2361-9B48-46BE-9A6F-088718AEBD2D}" type="presOf" srcId="{04EDA94F-B9A4-4678-BCB7-59A041D697E2}" destId="{1C614B21-A0E7-4682-91CA-607192132978}" srcOrd="1" destOrd="0" presId="urn:microsoft.com/office/officeart/2011/layout/InterconnectedBlockProcess#1"/>
    <dgm:cxn modelId="{8F5B51D2-6F9F-4DF6-9B46-1DCE0DB38478}" srcId="{89D50339-F7E5-4F7C-B34B-A3F0238AACA7}" destId="{BCD0712D-7D69-43D7-906B-AEC4D8C12246}" srcOrd="0" destOrd="0" parTransId="{0B289510-8182-45E4-8BF7-F962F15267F0}" sibTransId="{96E4DBF9-B331-40A1-8049-865ACACBE388}"/>
    <dgm:cxn modelId="{ABE03CDF-2335-4C51-A962-5E484F13EE6C}" srcId="{4987B348-04CC-40AB-9F6A-6CD0E6CEFF9E}" destId="{89D50339-F7E5-4F7C-B34B-A3F0238AACA7}" srcOrd="0" destOrd="0" parTransId="{7941A55E-0479-4325-921D-19FF5C515776}" sibTransId="{7456E801-E6F9-433E-B64A-3AA458F83442}"/>
    <dgm:cxn modelId="{8DAEEB14-F4C8-44FC-B690-05F2153777BB}" srcId="{E193C948-E1F4-4748-B7EF-9481DCF3F575}" destId="{04EDA94F-B9A4-4678-BCB7-59A041D697E2}" srcOrd="0" destOrd="0" parTransId="{E32FD60D-B63A-4212-BF57-52E8E7298324}" sibTransId="{E0999B10-9046-4601-80F3-E0A687F035E8}"/>
    <dgm:cxn modelId="{FFC4F5E3-015C-443F-9425-C48366FF0351}" srcId="{4987B348-04CC-40AB-9F6A-6CD0E6CEFF9E}" destId="{E193C948-E1F4-4748-B7EF-9481DCF3F575}" srcOrd="1" destOrd="0" parTransId="{C250AB5D-C3C1-4950-8D41-344DCF00D71F}" sibTransId="{391A6A7F-BFF4-4067-B87E-19204DC52B75}"/>
    <dgm:cxn modelId="{2530F329-8FF9-4DEA-B1D6-33A837C06218}" type="presOf" srcId="{4987B348-04CC-40AB-9F6A-6CD0E6CEFF9E}" destId="{C4F693CE-1E31-46DD-B5F3-2CB664D28289}" srcOrd="0" destOrd="0" presId="urn:microsoft.com/office/officeart/2011/layout/InterconnectedBlockProcess#1"/>
    <dgm:cxn modelId="{61249540-B830-43B8-88A8-D7A09189DE09}" type="presOf" srcId="{BCD0712D-7D69-43D7-906B-AEC4D8C12246}" destId="{16B883CB-AC6F-40A2-82D7-38FD506341F1}" srcOrd="1" destOrd="0" presId="urn:microsoft.com/office/officeart/2011/layout/InterconnectedBlockProcess#1"/>
    <dgm:cxn modelId="{4451089B-F565-4238-9463-E9E4A44BA666}" type="presOf" srcId="{BCD0712D-7D69-43D7-906B-AEC4D8C12246}" destId="{3273976F-D915-420F-8319-9EBFC3557F7F}" srcOrd="0" destOrd="0" presId="urn:microsoft.com/office/officeart/2011/layout/InterconnectedBlockProcess#1"/>
    <dgm:cxn modelId="{1661A6E1-A62F-49E0-9E6F-C6F8EF8075A0}" type="presOf" srcId="{04EDA94F-B9A4-4678-BCB7-59A041D697E2}" destId="{0C70B222-F10C-4235-9451-93AECC80037F}" srcOrd="0" destOrd="0" presId="urn:microsoft.com/office/officeart/2011/layout/InterconnectedBlockProcess#1"/>
    <dgm:cxn modelId="{9042218F-5463-4F59-BCBD-BBA50763C7D0}" type="presParOf" srcId="{C4F693CE-1E31-46DD-B5F3-2CB664D28289}" destId="{2687933B-3195-45C6-A040-2E619379CA48}" srcOrd="0" destOrd="0" presId="urn:microsoft.com/office/officeart/2011/layout/InterconnectedBlockProcess#1"/>
    <dgm:cxn modelId="{A0FFF8CA-F204-4426-99A4-D6FA653CC079}" type="presParOf" srcId="{2687933B-3195-45C6-A040-2E619379CA48}" destId="{0C70B222-F10C-4235-9451-93AECC80037F}" srcOrd="0" destOrd="0" presId="urn:microsoft.com/office/officeart/2011/layout/InterconnectedBlockProcess#1"/>
    <dgm:cxn modelId="{BB168098-C6DB-44E4-AC85-EB6B58C291C5}" type="presParOf" srcId="{C4F693CE-1E31-46DD-B5F3-2CB664D28289}" destId="{1C614B21-A0E7-4682-91CA-607192132978}" srcOrd="1" destOrd="0" presId="urn:microsoft.com/office/officeart/2011/layout/InterconnectedBlockProcess#1"/>
    <dgm:cxn modelId="{9918BF57-C8F9-4178-A7A9-36C9D70A5D96}" type="presParOf" srcId="{C4F693CE-1E31-46DD-B5F3-2CB664D28289}" destId="{7ECF090E-B072-4DDF-890F-16E9610C56BA}" srcOrd="2" destOrd="0" presId="urn:microsoft.com/office/officeart/2011/layout/InterconnectedBlockProcess#1"/>
    <dgm:cxn modelId="{B53DF43F-4A3C-4684-9A1E-EC0D391F7CA0}" type="presParOf" srcId="{C4F693CE-1E31-46DD-B5F3-2CB664D28289}" destId="{22492F9F-1958-4AEE-BFCC-C6C0906935AC}" srcOrd="3" destOrd="0" presId="urn:microsoft.com/office/officeart/2011/layout/InterconnectedBlockProcess#1"/>
    <dgm:cxn modelId="{2717C066-2E51-40B4-A020-335C40DF5816}" type="presParOf" srcId="{22492F9F-1958-4AEE-BFCC-C6C0906935AC}" destId="{3273976F-D915-420F-8319-9EBFC3557F7F}" srcOrd="0" destOrd="0" presId="urn:microsoft.com/office/officeart/2011/layout/InterconnectedBlockProcess#1"/>
    <dgm:cxn modelId="{44F41AEE-607E-4E92-B943-7405A502E3FD}" type="presParOf" srcId="{C4F693CE-1E31-46DD-B5F3-2CB664D28289}" destId="{16B883CB-AC6F-40A2-82D7-38FD506341F1}" srcOrd="4" destOrd="0" presId="urn:microsoft.com/office/officeart/2011/layout/InterconnectedBlockProcess#1"/>
    <dgm:cxn modelId="{52C0A549-C210-4544-A646-41A703429E05}" type="presParOf" srcId="{C4F693CE-1E31-46DD-B5F3-2CB664D28289}" destId="{46F35504-8C7E-46BC-9D73-624178BF1586}" srcOrd="5" destOrd="0" presId="urn:microsoft.com/office/officeart/2011/layout/InterconnectedBlock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#1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A8D787D9-4956-4745-AF48-FD2DE30D74B9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829B29D-ECF8-4B2A-8004-1F3AB4CB9D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91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56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defTabSz="4556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defTabSz="4556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defTabSz="4556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defTabSz="4556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281238" indent="1588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738438" indent="1588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195638" indent="1588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652838" indent="1588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61A041B1-316C-480E-8814-072DD97D9831}" type="slidenum">
              <a:rPr lang="pt-BR" altLang="pt-BR" smtClean="0">
                <a:solidFill>
                  <a:prstClr val="black"/>
                </a:solidFill>
              </a:rPr>
              <a:pPr/>
              <a:t>24</a:t>
            </a:fld>
            <a:endParaRPr lang="pt-BR" altLang="pt-BR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01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.xml"/><Relationship Id="rId10" Type="http://schemas.openxmlformats.org/officeDocument/2006/relationships/image" Target="../media/image3.png"/><Relationship Id="rId4" Type="http://schemas.openxmlformats.org/officeDocument/2006/relationships/tags" Target="../tags/tag3.xml"/><Relationship Id="rId9" Type="http://schemas.openxmlformats.org/officeDocument/2006/relationships/image" Target="../media/image2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4.png"/><Relationship Id="rId4" Type="http://schemas.openxmlformats.org/officeDocument/2006/relationships/tags" Target="../tags/tag7.xml"/><Relationship Id="rId9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5.xml"/><Relationship Id="rId7" Type="http://schemas.openxmlformats.org/officeDocument/2006/relationships/oleObject" Target="../embeddings/oleObject5.bin"/><Relationship Id="rId2" Type="http://schemas.openxmlformats.org/officeDocument/2006/relationships/tags" Target="../tags/tag14.xml"/><Relationship Id="rId1" Type="http://schemas.openxmlformats.org/officeDocument/2006/relationships/vmlDrawing" Target="../drawings/vmlDrawing5.v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17.xml"/><Relationship Id="rId10" Type="http://schemas.openxmlformats.org/officeDocument/2006/relationships/image" Target="../media/image23.png"/><Relationship Id="rId4" Type="http://schemas.openxmlformats.org/officeDocument/2006/relationships/tags" Target="../tags/tag16.xml"/><Relationship Id="rId9" Type="http://schemas.openxmlformats.org/officeDocument/2006/relationships/image" Target="../media/image2.jpe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9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18.xml"/><Relationship Id="rId1" Type="http://schemas.openxmlformats.org/officeDocument/2006/relationships/vmlDrawing" Target="../drawings/vmlDrawing6.v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10" Type="http://schemas.openxmlformats.org/officeDocument/2006/relationships/image" Target="../media/image24.png"/><Relationship Id="rId4" Type="http://schemas.openxmlformats.org/officeDocument/2006/relationships/tags" Target="../tags/tag20.xml"/><Relationship Id="rId9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30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7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74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00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88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4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2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38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061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79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4047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48167" cy="112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8167" cy="112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FFFFFF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714380" y="846843"/>
            <a:ext cx="10971611" cy="2582163"/>
          </a:xfrm>
          <a:prstGeom prst="rect">
            <a:avLst/>
          </a:prstGeom>
        </p:spPr>
        <p:txBody>
          <a:bodyPr lIns="57287" tIns="28644" rIns="57287" bIns="28644"/>
          <a:lstStyle>
            <a:lvl1pPr algn="l">
              <a:defRPr lang="en-US" sz="80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96521" y="3799596"/>
            <a:ext cx="10985004" cy="578197"/>
          </a:xfrm>
          <a:prstGeom prst="rect">
            <a:avLst/>
          </a:prstGeom>
        </p:spPr>
        <p:txBody>
          <a:bodyPr lIns="57287" tIns="28644" rIns="57287" bIns="28644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7810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48167" cy="112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" name="think-cell Slide" r:id="rId8" imgW="360" imgH="360" progId="TCLayout.ActiveDocument.1">
                  <p:embed/>
                </p:oleObj>
              </mc:Choice>
              <mc:Fallback>
                <p:oleObj name="think-cell Slide" r:id="rId8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8167" cy="112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0" y="285751"/>
            <a:ext cx="8001000" cy="6286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000000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666751" y="563033"/>
            <a:ext cx="7203016" cy="543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2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707146" y="2250289"/>
            <a:ext cx="3347588" cy="517923"/>
          </a:xfrm>
          <a:prstGeom prst="rect">
            <a:avLst/>
          </a:prstGeom>
        </p:spPr>
        <p:txBody>
          <a:bodyPr lIns="57287" tIns="28644" rIns="57287" bIns="28644"/>
          <a:lstStyle>
            <a:lvl1pPr algn="l">
              <a:defRPr lang="en-US" sz="20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1125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383" tIns="38192" rIns="76383" bIns="38192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000000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D9D9D6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0418" y="5670551"/>
            <a:ext cx="844549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10205" y="2246620"/>
            <a:ext cx="868858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6423" bIns="0" anchor="t"/>
          <a:lstStyle>
            <a:lvl1pPr algn="l">
              <a:defRPr lang="pt-BR" sz="8266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745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48167" cy="112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8167" cy="112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22251" y="543984"/>
            <a:ext cx="11747500" cy="5467349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B7A99A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0469034" y="391584"/>
            <a:ext cx="1297517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9" bIns="0"/>
          <a:lstStyle>
            <a:lvl1pPr marL="22225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25380" y="624479"/>
            <a:ext cx="7646045" cy="6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0008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/>
          </p:cNvSpPr>
          <p:nvPr userDrawn="1"/>
        </p:nvSpPr>
        <p:spPr bwMode="auto">
          <a:xfrm>
            <a:off x="10469034" y="391584"/>
            <a:ext cx="1297517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9" bIns="0"/>
          <a:lstStyle>
            <a:lvl1pPr marL="22225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6601" y="5702300"/>
            <a:ext cx="1104900" cy="899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80" y="624479"/>
            <a:ext cx="7646045" cy="6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11252201" y="6483351"/>
            <a:ext cx="751417" cy="366183"/>
          </a:xfrm>
          <a:prstGeom prst="rect">
            <a:avLst/>
          </a:prstGeom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defTabSz="603236" fontAlgn="base">
              <a:spcBef>
                <a:spcPct val="0"/>
              </a:spcBef>
              <a:spcAft>
                <a:spcPct val="0"/>
              </a:spcAft>
              <a:defRPr/>
            </a:pPr>
            <a:fld id="{443E77A6-2F2A-4DDD-8A22-F526EB95BCCE}" type="slidenum">
              <a:rPr lang="pt-BR" altLang="pt-BR" smtClean="0">
                <a:ea typeface="MS PGothic" panose="020B0600070205080204" pitchFamily="34" charset="-128"/>
              </a:rPr>
              <a:pPr defTabSz="603236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 altLang="pt-B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5878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48167" cy="112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8167" cy="112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22251" y="543985"/>
            <a:ext cx="11747500" cy="6125633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B7A99A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0469034" y="391584"/>
            <a:ext cx="1297517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9" bIns="0"/>
          <a:lstStyle>
            <a:lvl1pPr marL="22225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25371" y="624479"/>
            <a:ext cx="11328000" cy="6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5221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/>
          </p:cNvSpPr>
          <p:nvPr userDrawn="1"/>
        </p:nvSpPr>
        <p:spPr bwMode="auto">
          <a:xfrm>
            <a:off x="10469034" y="391584"/>
            <a:ext cx="1297517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9" bIns="0"/>
          <a:lstStyle>
            <a:lvl1pPr marL="22225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6601" y="5702300"/>
            <a:ext cx="1104900" cy="899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71" y="624479"/>
            <a:ext cx="11328000" cy="6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11252201" y="6483351"/>
            <a:ext cx="751417" cy="366183"/>
          </a:xfrm>
          <a:prstGeom prst="rect">
            <a:avLst/>
          </a:prstGeom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defTabSz="603236" fontAlgn="base">
              <a:spcBef>
                <a:spcPct val="0"/>
              </a:spcBef>
              <a:spcAft>
                <a:spcPct val="0"/>
              </a:spcAft>
              <a:defRPr/>
            </a:pPr>
            <a:fld id="{9ECE85B7-9992-4AF7-99AA-9FF9D67BC4F8}" type="slidenum">
              <a:rPr lang="pt-BR" altLang="pt-BR" smtClean="0">
                <a:ea typeface="MS PGothic" panose="020B0600070205080204" pitchFamily="34" charset="-128"/>
              </a:rPr>
              <a:pPr defTabSz="603236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 altLang="pt-B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337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75787A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4394" y="562589"/>
            <a:ext cx="7203281" cy="38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14388" y="958834"/>
            <a:ext cx="7204771" cy="25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6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14389" y="2219050"/>
            <a:ext cx="9566672" cy="30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0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43211" indent="0">
              <a:buNone/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3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714379" y="1695529"/>
            <a:ext cx="3357563" cy="51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0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381888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3"/>
          </p:nvPr>
        </p:nvSpPr>
        <p:spPr>
          <a:xfrm>
            <a:off x="11252201" y="6483351"/>
            <a:ext cx="751417" cy="366183"/>
          </a:xfrm>
          <a:prstGeom prst="rect">
            <a:avLst/>
          </a:prstGeom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defTabSz="603236" fontAlgn="base">
              <a:spcBef>
                <a:spcPct val="0"/>
              </a:spcBef>
              <a:spcAft>
                <a:spcPct val="0"/>
              </a:spcAft>
              <a:defRPr/>
            </a:pPr>
            <a:fld id="{E2AC3D57-542E-48BD-ADBE-8A9A12DF49DE}" type="slidenum">
              <a:rPr lang="pt-BR" altLang="pt-BR" smtClean="0">
                <a:ea typeface="MS PGothic" panose="020B0600070205080204" pitchFamily="34" charset="-128"/>
              </a:rPr>
              <a:pPr defTabSz="603236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 altLang="pt-B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2076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63500" y="6703485"/>
            <a:ext cx="1297517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75787A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395" tIns="38197" rIns="76395" bIns="38197"/>
          <a:lstStyle>
            <a:lvl1pPr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000000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9" bIns="0"/>
          <a:lstStyle>
            <a:lvl1pPr marL="22225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FFFFFF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8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14394" y="562593"/>
            <a:ext cx="7203281" cy="544711"/>
          </a:xfrm>
          <a:prstGeom prst="rect">
            <a:avLst/>
          </a:prstGeom>
        </p:spPr>
        <p:txBody>
          <a:bodyPr lIns="57296" tIns="28648" rIns="57296" bIns="28648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2933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025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75787A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714394" y="562589"/>
            <a:ext cx="7203281" cy="38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14388" y="958834"/>
            <a:ext cx="7204771" cy="25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6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14381" y="2226866"/>
            <a:ext cx="6596761" cy="30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0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43211" indent="0">
              <a:buNone/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3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714379" y="1695529"/>
            <a:ext cx="3357563" cy="51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0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381888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7851203" y="2226866"/>
            <a:ext cx="3577829" cy="30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0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36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14"/>
          </p:nvPr>
        </p:nvSpPr>
        <p:spPr>
          <a:xfrm>
            <a:off x="11252201" y="6483351"/>
            <a:ext cx="751417" cy="366183"/>
          </a:xfrm>
          <a:prstGeom prst="rect">
            <a:avLst/>
          </a:prstGeom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defTabSz="603236" fontAlgn="base">
              <a:spcBef>
                <a:spcPct val="0"/>
              </a:spcBef>
              <a:spcAft>
                <a:spcPct val="0"/>
              </a:spcAft>
              <a:defRPr/>
            </a:pPr>
            <a:fld id="{4289DAFD-738B-4DE3-A324-8CE2DA252AA4}" type="slidenum">
              <a:rPr lang="pt-BR" altLang="pt-BR" smtClean="0">
                <a:ea typeface="MS PGothic" panose="020B0600070205080204" pitchFamily="34" charset="-128"/>
              </a:rPr>
              <a:pPr defTabSz="603236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 altLang="pt-B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55676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/>
          </p:cNvSpPr>
          <p:nvPr userDrawn="1"/>
        </p:nvSpPr>
        <p:spPr bwMode="auto">
          <a:xfrm>
            <a:off x="-46567" y="285752"/>
            <a:ext cx="7571317" cy="6303433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B7A99A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D9D9D6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712889" y="2625334"/>
            <a:ext cx="551854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6423" bIns="0"/>
          <a:lstStyle>
            <a:lvl1pPr>
              <a:defRPr lang="pt-BR" sz="8266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8096256" y="2964673"/>
            <a:ext cx="3607593" cy="473273"/>
          </a:xfrm>
          <a:prstGeom prst="rect">
            <a:avLst/>
          </a:prstGeom>
        </p:spPr>
        <p:txBody>
          <a:bodyPr lIns="57287" tIns="28644" rIns="57287" bIns="28644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97025" algn="l"/>
                <a:tab pos="594052" algn="l"/>
                <a:tab pos="891082" algn="l"/>
                <a:tab pos="1188106" algn="l"/>
                <a:tab pos="1485134" algn="l"/>
                <a:tab pos="1782162" algn="l"/>
                <a:tab pos="2079188" algn="l"/>
                <a:tab pos="2376213" algn="l"/>
                <a:tab pos="2673236" algn="l"/>
                <a:tab pos="2970263" algn="l"/>
                <a:tab pos="3267290" algn="l"/>
                <a:tab pos="3564316" algn="l"/>
                <a:tab pos="3818913" algn="l"/>
              </a:tabLst>
              <a:defRPr lang="pt-BR" sz="1733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8096256" y="3452853"/>
            <a:ext cx="3607593" cy="1468935"/>
          </a:xfrm>
          <a:prstGeom prst="rect">
            <a:avLst/>
          </a:prstGeom>
        </p:spPr>
        <p:txBody>
          <a:bodyPr lIns="57287" tIns="28644" rIns="57287" bIns="28644"/>
          <a:lstStyle>
            <a:lvl1pPr marL="0" indent="0">
              <a:buNone/>
              <a:defRPr lang="pt-BR" sz="1733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2854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/>
          </p:cNvSpPr>
          <p:nvPr userDrawn="1"/>
        </p:nvSpPr>
        <p:spPr bwMode="auto">
          <a:xfrm>
            <a:off x="-46567" y="285752"/>
            <a:ext cx="7571317" cy="6303433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B7A99A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0934" y="5670552"/>
            <a:ext cx="952500" cy="65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D9D9D6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712889" y="2625334"/>
            <a:ext cx="551854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6423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8266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8096256" y="2964673"/>
            <a:ext cx="3607593" cy="473273"/>
          </a:xfrm>
          <a:prstGeom prst="rect">
            <a:avLst/>
          </a:prstGeom>
        </p:spPr>
        <p:txBody>
          <a:bodyPr lIns="57287" tIns="28644" rIns="57287" bIns="28644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97025" algn="l"/>
                <a:tab pos="594052" algn="l"/>
                <a:tab pos="891082" algn="l"/>
                <a:tab pos="1188106" algn="l"/>
                <a:tab pos="1485134" algn="l"/>
                <a:tab pos="1782162" algn="l"/>
                <a:tab pos="2079188" algn="l"/>
                <a:tab pos="2376213" algn="l"/>
                <a:tab pos="2673236" algn="l"/>
                <a:tab pos="2970263" algn="l"/>
                <a:tab pos="3267290" algn="l"/>
                <a:tab pos="3564316" algn="l"/>
                <a:tab pos="3818913" algn="l"/>
              </a:tabLst>
              <a:defRPr lang="pt-BR" sz="1733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8096256" y="3452853"/>
            <a:ext cx="3607593" cy="1468935"/>
          </a:xfrm>
          <a:prstGeom prst="rect">
            <a:avLst/>
          </a:prstGeom>
        </p:spPr>
        <p:txBody>
          <a:bodyPr lIns="57287" tIns="28644" rIns="57287" bIns="28644"/>
          <a:lstStyle>
            <a:lvl1pPr marL="0" indent="0">
              <a:buNone/>
              <a:defRPr lang="pt-BR" sz="1733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5817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/>
          </p:cNvSpPr>
          <p:nvPr userDrawn="1"/>
        </p:nvSpPr>
        <p:spPr bwMode="auto">
          <a:xfrm>
            <a:off x="4191000" y="285751"/>
            <a:ext cx="8001000" cy="6286500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000000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D9D9D6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15" y="1366249"/>
            <a:ext cx="7429500" cy="449163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5333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0847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6383" tIns="38192" rIns="76383" bIns="38192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000000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FFFFFF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714394" y="562589"/>
            <a:ext cx="7203281" cy="38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14388" y="958834"/>
            <a:ext cx="7204771" cy="25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6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14381" y="2011360"/>
            <a:ext cx="4995001" cy="3290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0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43211" indent="0">
              <a:buNone/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3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6366592" y="2011360"/>
            <a:ext cx="4995001" cy="3290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0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43211" indent="0">
              <a:buNone/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36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3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55076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383" tIns="38192" rIns="76383" bIns="38192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000000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715434" y="2108200"/>
            <a:ext cx="10428817" cy="2652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12000" smtClean="0">
                <a:solidFill>
                  <a:srgbClr val="8F993E"/>
                </a:solidFill>
                <a:latin typeface="Gill Sans Std Light" pitchFamily="34" charset="0"/>
                <a:cs typeface="Arial" panose="020B0604020202020204" pitchFamily="34" charset="0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666751" y="6229351"/>
            <a:ext cx="1297516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4" bIns="0"/>
          <a:lstStyle>
            <a:lvl1pPr marL="22225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67" y="5670551"/>
            <a:ext cx="939800" cy="64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43057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22251" y="543984"/>
            <a:ext cx="11747500" cy="5467349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B7A99A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10469034" y="391584"/>
            <a:ext cx="1297517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9" bIns="0"/>
          <a:lstStyle>
            <a:lvl1pPr marL="22225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80" y="624479"/>
            <a:ext cx="7646045" cy="6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8225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22251" y="543985"/>
            <a:ext cx="11747500" cy="6125633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699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69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3600" smtClean="0">
              <a:solidFill>
                <a:srgbClr val="B7A99A"/>
              </a:solidFill>
              <a:latin typeface="GillSans" pitchFamily="34" charset="0"/>
              <a:cs typeface="Arial" panose="020B0604020202020204" pitchFamily="34" charset="0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10469034" y="391584"/>
            <a:ext cx="1297517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3949" bIns="0"/>
          <a:lstStyle>
            <a:lvl1pPr marL="22225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5111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5111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933" smtClean="0">
                <a:solidFill>
                  <a:srgbClr val="8F993E"/>
                </a:solidFill>
                <a:latin typeface="Gill Sans Std" pitchFamily="34" charset="0"/>
                <a:cs typeface="Arial" panose="020B0604020202020204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71" y="624479"/>
            <a:ext cx="11328000" cy="6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933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08349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lIns="81619" tIns="40809" rIns="81619" bIns="40809"/>
          <a:lstStyle>
            <a:lvl1pPr defTabSz="542752" eaLnBrk="1" hangingPunct="1">
              <a:defRPr>
                <a:solidFill>
                  <a:srgbClr val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lIns="81619" tIns="40809" rIns="81619" bIns="40809"/>
          <a:lstStyle>
            <a:lvl1pPr defTabSz="542752" eaLnBrk="1" hangingPunct="1">
              <a:defRPr>
                <a:solidFill>
                  <a:srgbClr val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252201" y="6483351"/>
            <a:ext cx="751417" cy="366183"/>
          </a:xfrm>
          <a:prstGeom prst="rect">
            <a:avLst/>
          </a:prstGeom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defTabSz="603236" fontAlgn="base">
              <a:spcBef>
                <a:spcPct val="0"/>
              </a:spcBef>
              <a:spcAft>
                <a:spcPct val="0"/>
              </a:spcAft>
              <a:defRPr/>
            </a:pPr>
            <a:fld id="{A29454F0-857B-459B-A7B5-E57AC437BA8F}" type="slidenum">
              <a:rPr lang="pt-BR" altLang="pt-BR" smtClean="0">
                <a:ea typeface="MS PGothic" panose="020B0600070205080204" pitchFamily="34" charset="-128"/>
              </a:rPr>
              <a:pPr defTabSz="603236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 altLang="pt-B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5509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0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87"/>
          <a:stretch>
            <a:fillRect/>
          </a:stretch>
        </p:blipFill>
        <p:spPr bwMode="auto">
          <a:xfrm>
            <a:off x="10847918" y="6351"/>
            <a:ext cx="1341967" cy="42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646" y="1902034"/>
            <a:ext cx="9810751" cy="4106540"/>
          </a:xfrm>
          <a:prstGeom prst="rect">
            <a:avLst/>
          </a:prstGeom>
        </p:spPr>
        <p:txBody>
          <a:bodyPr lIns="73115" tIns="36557" rIns="73115" bIns="36557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11252201" y="6483351"/>
            <a:ext cx="751417" cy="366183"/>
          </a:xfrm>
          <a:prstGeom prst="rect">
            <a:avLst/>
          </a:prstGeom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defTabSz="603236" fontAlgn="base">
              <a:spcBef>
                <a:spcPct val="0"/>
              </a:spcBef>
              <a:spcAft>
                <a:spcPct val="0"/>
              </a:spcAft>
              <a:defRPr/>
            </a:pPr>
            <a:fld id="{C2FD99B4-971D-4D0D-8067-CDF578F6C0A6}" type="slidenum">
              <a:rPr lang="pt-BR" altLang="pt-BR" smtClean="0">
                <a:ea typeface="MS PGothic" panose="020B0600070205080204" pitchFamily="34" charset="-128"/>
              </a:rPr>
              <a:pPr defTabSz="603236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 altLang="pt-B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7739297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400" y="134400"/>
            <a:ext cx="11531600" cy="88688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17500" y="6284385"/>
            <a:ext cx="2844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0323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pt-BR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86500"/>
            <a:ext cx="3860800" cy="36618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0323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pt-BR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252201" y="6483351"/>
            <a:ext cx="751417" cy="366183"/>
          </a:xfrm>
          <a:prstGeom prst="rect">
            <a:avLst/>
          </a:prstGeom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defTabSz="603236" fontAlgn="base">
              <a:spcBef>
                <a:spcPct val="0"/>
              </a:spcBef>
              <a:spcAft>
                <a:spcPct val="0"/>
              </a:spcAft>
              <a:defRPr/>
            </a:pPr>
            <a:fld id="{EC11F5F0-EA76-4714-8B41-68F168CDCCFC}" type="slidenum">
              <a:rPr lang="pt-BR" altLang="pt-BR" smtClean="0">
                <a:ea typeface="MS PGothic" panose="020B0600070205080204" pitchFamily="34" charset="-128"/>
              </a:rPr>
              <a:pPr defTabSz="603236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 altLang="pt-B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8092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title"/>
          </p:nvPr>
        </p:nvSpPr>
        <p:spPr>
          <a:xfrm>
            <a:off x="317501" y="4692651"/>
            <a:ext cx="11557000" cy="106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412640">
              <a:defRPr sz="2533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3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xfrm>
            <a:off x="317501" y="5759457"/>
            <a:ext cx="11557000" cy="10985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86184891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xfrm>
            <a:off x="825506" y="0"/>
            <a:ext cx="5111751" cy="32512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defTabSz="412640">
              <a:defRPr sz="4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67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825506" y="3346458"/>
            <a:ext cx="5111751" cy="35115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412640">
              <a:spcBef>
                <a:spcPts val="0"/>
              </a:spcBef>
              <a:buSzTx/>
              <a:buFontTx/>
              <a:buNone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969132999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844554" y="1"/>
            <a:ext cx="10502900" cy="1498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412640">
              <a:defRPr sz="2533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3">
                <a:solidFill>
                  <a:srgbClr val="352E26"/>
                </a:solidFill>
              </a:rP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32743777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xfrm>
            <a:off x="844554" y="122239"/>
            <a:ext cx="10502900" cy="1254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412640">
              <a:defRPr sz="2533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3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0" name="Shape 20"/>
          <p:cNvSpPr>
            <a:spLocks noGrp="1"/>
          </p:cNvSpPr>
          <p:nvPr>
            <p:ph type="body" idx="1"/>
          </p:nvPr>
        </p:nvSpPr>
        <p:spPr>
          <a:xfrm>
            <a:off x="844554" y="1376364"/>
            <a:ext cx="10502900" cy="504507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317416" indent="-317416" defTabSz="412640">
              <a:spcBef>
                <a:spcPts val="2951"/>
              </a:spcBef>
              <a:buSzPct val="75000"/>
              <a:buFontTx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634832" indent="-317416" defTabSz="412640">
              <a:spcBef>
                <a:spcPts val="2951"/>
              </a:spcBef>
              <a:buSzPct val="75000"/>
              <a:buFontTx/>
              <a:buChar char="•"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952246" indent="-317416" defTabSz="412640">
              <a:spcBef>
                <a:spcPts val="2951"/>
              </a:spcBef>
              <a:buSzPct val="75000"/>
              <a:buFontTx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269662" indent="-317416" defTabSz="412640">
              <a:spcBef>
                <a:spcPts val="2951"/>
              </a:spcBef>
              <a:buSzPct val="75000"/>
              <a:buFontTx/>
              <a:buChar char="•"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587079" indent="-317416" defTabSz="412640">
              <a:spcBef>
                <a:spcPts val="2951"/>
              </a:spcBef>
              <a:buSzPct val="75000"/>
              <a:buFontTx/>
              <a:buChar char="•"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53005379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844554" y="122239"/>
            <a:ext cx="10502900" cy="1254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412640">
              <a:defRPr sz="2533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3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844555" y="1376364"/>
            <a:ext cx="5111751" cy="504507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79326" indent="-279326" defTabSz="412640">
              <a:spcBef>
                <a:spcPts val="2251"/>
              </a:spcBef>
              <a:buSzPct val="75000"/>
              <a:buFontTx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558653" indent="-279326" defTabSz="412640">
              <a:spcBef>
                <a:spcPts val="2251"/>
              </a:spcBef>
              <a:buSzPct val="75000"/>
              <a:buFontTx/>
              <a:buChar char="•"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837976" indent="-279326" defTabSz="412640">
              <a:spcBef>
                <a:spcPts val="2251"/>
              </a:spcBef>
              <a:buSzPct val="75000"/>
              <a:buFontTx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117304" indent="-279326" defTabSz="412640">
              <a:spcBef>
                <a:spcPts val="2251"/>
              </a:spcBef>
              <a:buSzPct val="75000"/>
              <a:buFontTx/>
              <a:buChar char="•"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396630" indent="-279326" defTabSz="412640">
              <a:spcBef>
                <a:spcPts val="2251"/>
              </a:spcBef>
              <a:buSzPct val="75000"/>
              <a:buFontTx/>
              <a:buChar char="•"/>
              <a:defRPr sz="22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67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872934992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xfrm>
            <a:off x="844554" y="889009"/>
            <a:ext cx="10502900" cy="508635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317416" indent="-317416" defTabSz="412640">
              <a:spcBef>
                <a:spcPts val="2951"/>
              </a:spcBef>
              <a:buSzPct val="75000"/>
              <a:buFontTx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634832" indent="-317416" defTabSz="412640">
              <a:spcBef>
                <a:spcPts val="2951"/>
              </a:spcBef>
              <a:buSzPct val="75000"/>
              <a:buFontTx/>
              <a:buChar char="•"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952246" indent="-317416" defTabSz="412640">
              <a:spcBef>
                <a:spcPts val="2951"/>
              </a:spcBef>
              <a:buSzPct val="75000"/>
              <a:buFontTx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269662" indent="-317416" defTabSz="412640">
              <a:spcBef>
                <a:spcPts val="2951"/>
              </a:spcBef>
              <a:buSzPct val="75000"/>
              <a:buFontTx/>
              <a:buChar char="•"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587079" indent="-317416" defTabSz="412640">
              <a:spcBef>
                <a:spcPts val="2951"/>
              </a:spcBef>
              <a:buSzPct val="75000"/>
              <a:buFontTx/>
              <a:buChar char="•"/>
              <a:defRPr sz="2667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667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634565514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41085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46645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200"/>
              <a:t>Clique para editar o estilo do título mestre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733"/>
              <a:t>Clique para editar os estilos do texto mestre</a:t>
            </a:r>
          </a:p>
          <a:p>
            <a:pPr lvl="1">
              <a:defRPr sz="1800"/>
            </a:pPr>
            <a:r>
              <a:rPr sz="3733"/>
              <a:t>Segundo nível</a:t>
            </a:r>
          </a:p>
          <a:p>
            <a:pPr lvl="2">
              <a:defRPr sz="1800"/>
            </a:pPr>
            <a:r>
              <a:rPr sz="3733"/>
              <a:t>Terceiro nível</a:t>
            </a:r>
          </a:p>
          <a:p>
            <a:pPr lvl="3">
              <a:defRPr sz="1800"/>
            </a:pPr>
            <a:r>
              <a:rPr sz="3733"/>
              <a:t>Quarto nível</a:t>
            </a:r>
          </a:p>
          <a:p>
            <a:pPr lvl="4">
              <a:defRPr sz="1800"/>
            </a:pPr>
            <a:r>
              <a:rPr sz="3733"/>
              <a:t>Quinto nível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1206472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6"/>
          </a:xfrm>
          <a:prstGeom prst="rect">
            <a:avLst/>
          </a:prstGeom>
        </p:spPr>
        <p:txBody>
          <a:bodyPr anchor="t"/>
          <a:lstStyle>
            <a:lvl1pPr algn="l">
              <a:defRPr sz="4800" b="1" cap="all"/>
            </a:lvl1pPr>
          </a:lstStyle>
          <a:p>
            <a:pPr lvl="0">
              <a:defRPr sz="1800" b="0" cap="none"/>
            </a:pPr>
            <a:r>
              <a:rPr sz="4800" b="1" cap="all"/>
              <a:t>Clique para editar o estilo do título mestre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xfrm>
            <a:off x="963084" y="2906721"/>
            <a:ext cx="10363200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51"/>
              </a:spcBef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888888"/>
                </a:solidFill>
              </a:rPr>
              <a:t>Clique para editar os estilos do texto mestre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1702286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200"/>
              <a:t>Clique para editar o estilo do título mestre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4800" cy="5257800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defRPr sz="3333"/>
            </a:lvl1pPr>
            <a:lvl2pPr marL="943872" indent="-399743">
              <a:spcBef>
                <a:spcPts val="800"/>
              </a:spcBef>
              <a:defRPr sz="3333"/>
            </a:lvl2pPr>
            <a:lvl3pPr marL="1468017" indent="-379757">
              <a:spcBef>
                <a:spcPts val="800"/>
              </a:spcBef>
              <a:defRPr sz="3333"/>
            </a:lvl3pPr>
            <a:lvl4pPr marL="2056301" indent="-423916">
              <a:spcBef>
                <a:spcPts val="800"/>
              </a:spcBef>
              <a:defRPr sz="3333"/>
            </a:lvl4pPr>
            <a:lvl5pPr marL="2600432" indent="-423916">
              <a:spcBef>
                <a:spcPts val="800"/>
              </a:spcBef>
              <a:defRPr sz="3333"/>
            </a:lvl5pPr>
          </a:lstStyle>
          <a:p>
            <a:pPr lvl="0">
              <a:defRPr sz="1800"/>
            </a:pPr>
            <a:r>
              <a:rPr sz="3333"/>
              <a:t>Clique para editar os estilos do texto mestre</a:t>
            </a:r>
          </a:p>
          <a:p>
            <a:pPr lvl="1">
              <a:defRPr sz="1800"/>
            </a:pPr>
            <a:r>
              <a:rPr sz="3333"/>
              <a:t>Segundo nível</a:t>
            </a:r>
          </a:p>
          <a:p>
            <a:pPr lvl="2">
              <a:defRPr sz="1800"/>
            </a:pPr>
            <a:r>
              <a:rPr sz="3333"/>
              <a:t>Terceiro nível</a:t>
            </a:r>
          </a:p>
          <a:p>
            <a:pPr lvl="3">
              <a:defRPr sz="1800"/>
            </a:pPr>
            <a:r>
              <a:rPr sz="3333"/>
              <a:t>Quarto nível</a:t>
            </a:r>
          </a:p>
          <a:p>
            <a:pPr lvl="4">
              <a:defRPr sz="1800"/>
            </a:pPr>
            <a:r>
              <a:rPr sz="3333"/>
              <a:t>Quinto nível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5899094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609602" y="256819"/>
            <a:ext cx="10972801" cy="117865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200"/>
              <a:t>Clique para editar o estilo do título mestre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609600" y="1435465"/>
            <a:ext cx="5386917" cy="73941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651"/>
              </a:spcBef>
              <a:buSzTx/>
              <a:buFontTx/>
              <a:buNone/>
              <a:defRPr sz="2800" b="1"/>
            </a:lvl1pPr>
          </a:lstStyle>
          <a:p>
            <a:pPr lvl="0">
              <a:defRPr sz="1800" b="0"/>
            </a:pPr>
            <a:r>
              <a:rPr sz="2800" b="1"/>
              <a:t>Clique para editar os estilos do texto mestre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2163686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xfrm>
            <a:off x="609605" y="3"/>
            <a:ext cx="4011084" cy="1435100"/>
          </a:xfrm>
          <a:prstGeom prst="rect">
            <a:avLst/>
          </a:prstGeom>
        </p:spPr>
        <p:txBody>
          <a:bodyPr anchor="b"/>
          <a:lstStyle>
            <a:lvl1pPr algn="l">
              <a:defRPr sz="2400" b="1"/>
            </a:lvl1pPr>
          </a:lstStyle>
          <a:p>
            <a:pPr lvl="0">
              <a:defRPr sz="1800" b="0"/>
            </a:pPr>
            <a:r>
              <a:rPr sz="2400" b="1"/>
              <a:t>Clique para editar o estilo do título mestre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4766735" y="273057"/>
            <a:ext cx="6815667" cy="658495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733"/>
              <a:t>Clique para editar os estilos do texto mestre</a:t>
            </a:r>
          </a:p>
          <a:p>
            <a:pPr lvl="1">
              <a:defRPr sz="1800"/>
            </a:pPr>
            <a:r>
              <a:rPr sz="3733"/>
              <a:t>Segundo nível</a:t>
            </a:r>
          </a:p>
          <a:p>
            <a:pPr lvl="2">
              <a:defRPr sz="1800"/>
            </a:pPr>
            <a:r>
              <a:rPr sz="3733"/>
              <a:t>Terceiro nível</a:t>
            </a:r>
          </a:p>
          <a:p>
            <a:pPr lvl="3">
              <a:defRPr sz="1800"/>
            </a:pPr>
            <a:r>
              <a:rPr sz="3733"/>
              <a:t>Quarto nível</a:t>
            </a:r>
          </a:p>
          <a:p>
            <a:pPr lvl="4">
              <a:defRPr sz="1800"/>
            </a:pPr>
            <a:r>
              <a:rPr sz="3733"/>
              <a:t>Quinto nível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972807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xfrm>
            <a:off x="2389719" y="4800601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400" b="1"/>
            </a:lvl1pPr>
          </a:lstStyle>
          <a:p>
            <a:pPr lvl="0">
              <a:defRPr sz="1800" b="0"/>
            </a:pPr>
            <a:r>
              <a:rPr sz="2400" b="1"/>
              <a:t>Clique para editar o estilo do título mestre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2389719" y="5367345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51"/>
              </a:spcBef>
              <a:buSzTx/>
              <a:buFontTx/>
              <a:buNone/>
              <a:defRPr sz="1600"/>
            </a:lvl1pPr>
          </a:lstStyle>
          <a:p>
            <a:pPr lvl="0">
              <a:defRPr sz="1800"/>
            </a:pPr>
            <a:r>
              <a:rPr sz="1600"/>
              <a:t>Clique para editar os estilos do texto mestre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5718512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200"/>
              <a:t>Clique para editar o estilo do título mestre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733"/>
              <a:t>Clique para editar os estilos do texto mestre</a:t>
            </a:r>
          </a:p>
          <a:p>
            <a:pPr lvl="1">
              <a:defRPr sz="1800"/>
            </a:pPr>
            <a:r>
              <a:rPr sz="3733"/>
              <a:t>Segundo nível</a:t>
            </a:r>
          </a:p>
          <a:p>
            <a:pPr lvl="2">
              <a:defRPr sz="1800"/>
            </a:pPr>
            <a:r>
              <a:rPr sz="3733"/>
              <a:t>Terceiro nível</a:t>
            </a:r>
          </a:p>
          <a:p>
            <a:pPr lvl="3">
              <a:defRPr sz="1800"/>
            </a:pPr>
            <a:r>
              <a:rPr sz="3733"/>
              <a:t>Quarto nível</a:t>
            </a:r>
          </a:p>
          <a:p>
            <a:pPr lvl="4">
              <a:defRPr sz="1800"/>
            </a:pPr>
            <a:r>
              <a:rPr sz="3733"/>
              <a:t>Quinto nível</a:t>
            </a:r>
          </a:p>
        </p:txBody>
      </p:sp>
      <p:sp>
        <p:nvSpPr>
          <p:cNvPr id="66" name="Shape 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9570628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xfrm>
            <a:off x="8839201" y="0"/>
            <a:ext cx="2743200" cy="640080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200"/>
              <a:t>Clique para editar o estilo do título mestre</a:t>
            </a:r>
          </a:p>
        </p:txBody>
      </p:sp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6583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733"/>
              <a:t>Clique para editar os estilos do texto mestre</a:t>
            </a:r>
          </a:p>
          <a:p>
            <a:pPr lvl="1">
              <a:defRPr sz="1800"/>
            </a:pPr>
            <a:r>
              <a:rPr sz="3733"/>
              <a:t>Segundo nível</a:t>
            </a:r>
          </a:p>
          <a:p>
            <a:pPr lvl="2">
              <a:defRPr sz="1800"/>
            </a:pPr>
            <a:r>
              <a:rPr sz="3733"/>
              <a:t>Terceiro nível</a:t>
            </a:r>
          </a:p>
          <a:p>
            <a:pPr lvl="3">
              <a:defRPr sz="1800"/>
            </a:pPr>
            <a:r>
              <a:rPr sz="3733"/>
              <a:t>Quarto nível</a:t>
            </a:r>
          </a:p>
          <a:p>
            <a:pPr lvl="4">
              <a:defRPr sz="1800"/>
            </a:pPr>
            <a:r>
              <a:rPr sz="3733"/>
              <a:t>Quinto nível</a:t>
            </a:r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0791083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924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415896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349" y="0"/>
            <a:ext cx="12195349" cy="6859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NAT_marca_branca_natura-0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0309" y="5840016"/>
            <a:ext cx="939105" cy="857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248908" y="214312"/>
            <a:ext cx="11794082" cy="1071563"/>
          </a:xfrm>
          <a:prstGeom prst="rect">
            <a:avLst/>
          </a:prstGeom>
        </p:spPr>
        <p:txBody>
          <a:bodyPr/>
          <a:lstStyle>
            <a:lvl1pPr marL="202418" indent="0">
              <a:buNone/>
              <a:defRPr lang="pt-BR" sz="5062" b="1" kern="1200" dirty="0" smtClean="0">
                <a:solidFill>
                  <a:srgbClr val="FF8200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&lt;Inserir o Título da apresentação %&gt;</a:t>
            </a:r>
            <a:endParaRPr lang="pt-BR" dirty="0"/>
          </a:p>
        </p:txBody>
      </p:sp>
      <p:sp>
        <p:nvSpPr>
          <p:cNvPr id="12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248908" y="1125140"/>
            <a:ext cx="11794082" cy="1071563"/>
          </a:xfrm>
          <a:prstGeom prst="rect">
            <a:avLst/>
          </a:prstGeom>
        </p:spPr>
        <p:txBody>
          <a:bodyPr/>
          <a:lstStyle>
            <a:lvl1pPr marL="202418" indent="0">
              <a:buNone/>
              <a:defRPr lang="pt-BR" sz="3797" kern="1200" baseline="0" dirty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&lt;Inserir o Nome do Projeto%&gt;</a:t>
            </a:r>
            <a:endParaRPr lang="pt-B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09181" y="6054328"/>
            <a:ext cx="10393839" cy="589359"/>
          </a:xfrm>
          <a:prstGeom prst="rect">
            <a:avLst/>
          </a:prstGeom>
        </p:spPr>
        <p:txBody>
          <a:bodyPr/>
          <a:lstStyle>
            <a:lvl1pPr marL="202418" indent="0">
              <a:buNone/>
              <a:defRPr sz="2531" baseline="0">
                <a:solidFill>
                  <a:srgbClr val="FF9933"/>
                </a:solidFill>
              </a:defRPr>
            </a:lvl1pPr>
          </a:lstStyle>
          <a:p>
            <a:pPr lvl="0"/>
            <a:r>
              <a:rPr lang="pt-BR" dirty="0" smtClean="0"/>
              <a:t>&lt;%Data de Criação%&gt; - &lt;%Gerencia de Projetos&gt;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9312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img.submarino.com.br/produtos/01/00/item/115109/4/115109461_2GG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91329" y="1232297"/>
            <a:ext cx="3383779" cy="56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0" y="0"/>
            <a:ext cx="8000756" cy="6858000"/>
          </a:xfrm>
          <a:prstGeom prst="rect">
            <a:avLst/>
          </a:prstGeom>
          <a:solidFill>
            <a:srgbClr val="FF82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3937">
              <a:solidFill>
                <a:srgbClr val="000000"/>
              </a:solidFill>
            </a:endParaRPr>
          </a:p>
        </p:txBody>
      </p:sp>
      <p:pic>
        <p:nvPicPr>
          <p:cNvPr id="15" name="Picture 15" descr="NAT_marca_laranja_natura-0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202586" y="375047"/>
            <a:ext cx="7232826" cy="750094"/>
          </a:xfrm>
          <a:prstGeom prst="rect">
            <a:avLst/>
          </a:prstGeom>
        </p:spPr>
        <p:txBody>
          <a:bodyPr/>
          <a:lstStyle>
            <a:lvl1pPr marL="202418" indent="0" algn="l">
              <a:buNone/>
              <a:defRPr lang="pt-BR" sz="3375" kern="120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Sumário - Agenda</a:t>
            </a:r>
            <a:endParaRPr lang="pt-BR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256163" y="1660922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1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6163" y="2732485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2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256163" y="3804047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3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256163" y="4875610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4</a:t>
            </a:r>
          </a:p>
        </p:txBody>
      </p:sp>
      <p:sp>
        <p:nvSpPr>
          <p:cNvPr id="23" name="Text Placehold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060093" y="1660922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5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4060093" y="2732485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6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4060093" y="3804047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7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4060093" y="4875610"/>
            <a:ext cx="3750354" cy="10179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pt-BR" sz="2250" b="0" kern="1200" baseline="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pt-BR" dirty="0" smtClean="0"/>
              <a:t>TÍTULO</a:t>
            </a:r>
            <a:br>
              <a:rPr lang="pt-BR" dirty="0" smtClean="0"/>
            </a:br>
            <a:r>
              <a:rPr lang="pt-BR" dirty="0" smtClean="0"/>
              <a:t>SIMULAÇÃO 8</a:t>
            </a:r>
          </a:p>
        </p:txBody>
      </p:sp>
    </p:spTree>
    <p:extLst>
      <p:ext uri="{BB962C8B-B14F-4D97-AF65-F5344CB8AC3E}">
        <p14:creationId xmlns:p14="http://schemas.microsoft.com/office/powerpoint/2010/main" val="6271711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82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3937">
              <a:solidFill>
                <a:srgbClr val="000000"/>
              </a:solidFill>
            </a:endParaRPr>
          </a:p>
        </p:txBody>
      </p:sp>
      <p:pic>
        <p:nvPicPr>
          <p:cNvPr id="7" name="Picture 2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1268" y="5840016"/>
            <a:ext cx="938704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1198" y="2495848"/>
            <a:ext cx="10431947" cy="1361777"/>
          </a:xfrm>
          <a:prstGeom prst="rect">
            <a:avLst/>
          </a:prstGeom>
        </p:spPr>
        <p:txBody>
          <a:bodyPr anchor="t"/>
          <a:lstStyle>
            <a:lvl1pPr algn="l">
              <a:defRPr lang="pt-BR" sz="5625" kern="1200" dirty="0">
                <a:solidFill>
                  <a:srgbClr val="D9D9D6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err="1" smtClean="0"/>
              <a:t>Capítulo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&lt;%SIMULAÇÃO%&gt;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78352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AO">
    <p:bg>
      <p:bgPr>
        <a:gradFill>
          <a:gsLst>
            <a:gs pos="0">
              <a:srgbClr val="FDFDF5"/>
            </a:gs>
            <a:gs pos="100000">
              <a:schemeClr val="bg1">
                <a:lumMod val="65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1268" y="5840016"/>
            <a:ext cx="938704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1232297"/>
            <a:ext cx="5732684" cy="3867671"/>
          </a:xfrm>
          <a:prstGeom prst="rect">
            <a:avLst/>
          </a:prstGeom>
        </p:spPr>
        <p:txBody>
          <a:bodyPr/>
          <a:lstStyle>
            <a:lvl1pPr marL="202418" indent="0" algn="l">
              <a:buNone/>
              <a:defRPr lang="pt-BR" sz="1687" kern="1200" dirty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No non on </a:t>
            </a:r>
            <a:r>
              <a:rPr lang="en-US" dirty="0" err="1" smtClean="0"/>
              <a:t>ononono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 </a:t>
            </a:r>
            <a:r>
              <a:rPr lang="en-US" dirty="0" err="1" smtClean="0"/>
              <a:t>nono</a:t>
            </a:r>
            <a:r>
              <a:rPr lang="en-US" dirty="0" smtClean="0"/>
              <a:t> non ono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nn</a:t>
            </a:r>
            <a:r>
              <a:rPr lang="en-US" dirty="0" smtClean="0"/>
              <a:t>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no </a:t>
            </a:r>
            <a:r>
              <a:rPr lang="en-US" dirty="0" err="1" smtClean="0"/>
              <a:t>nno</a:t>
            </a:r>
            <a:r>
              <a:rPr lang="en-US" dirty="0" smtClean="0"/>
              <a:t> non on non ono n.  </a:t>
            </a:r>
          </a:p>
          <a:p>
            <a:pPr lvl="0"/>
            <a:r>
              <a:rPr lang="en-US" dirty="0" smtClean="0"/>
              <a:t>Non on ono non </a:t>
            </a:r>
            <a:r>
              <a:rPr lang="en-US" dirty="0" err="1" smtClean="0"/>
              <a:t>oono</a:t>
            </a:r>
            <a:r>
              <a:rPr lang="en-US" dirty="0" smtClean="0"/>
              <a:t>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non n on </a:t>
            </a:r>
            <a:r>
              <a:rPr lang="en-US" dirty="0" err="1" smtClean="0"/>
              <a:t>on</a:t>
            </a:r>
            <a:r>
              <a:rPr lang="en-US" dirty="0" smtClean="0"/>
              <a:t> ono no </a:t>
            </a:r>
            <a:r>
              <a:rPr lang="en-US" dirty="0" err="1" smtClean="0"/>
              <a:t>ononononno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non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ono non 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</a:t>
            </a:r>
            <a:r>
              <a:rPr lang="en-US" dirty="0" err="1" smtClean="0"/>
              <a:t>nononon</a:t>
            </a:r>
            <a:r>
              <a:rPr lang="en-US" dirty="0" smtClean="0"/>
              <a:t> </a:t>
            </a:r>
            <a:r>
              <a:rPr lang="en-US" dirty="0" err="1" smtClean="0"/>
              <a:t>oono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ono non ono </a:t>
            </a:r>
            <a:r>
              <a:rPr lang="en-US" dirty="0" err="1" smtClean="0"/>
              <a:t>nn</a:t>
            </a:r>
            <a:r>
              <a:rPr lang="en-US" dirty="0" smtClean="0"/>
              <a:t> on ono </a:t>
            </a:r>
            <a:r>
              <a:rPr lang="en-US" dirty="0" err="1" smtClean="0"/>
              <a:t>nonono</a:t>
            </a:r>
            <a:r>
              <a:rPr lang="en-US" dirty="0" smtClean="0"/>
              <a:t> non ono non ono no non </a:t>
            </a:r>
            <a:r>
              <a:rPr lang="en-US" dirty="0" err="1" smtClean="0"/>
              <a:t>ononnon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non ono </a:t>
            </a:r>
            <a:r>
              <a:rPr lang="en-US" dirty="0" err="1" smtClean="0"/>
              <a:t>nonnon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 </a:t>
            </a:r>
            <a:r>
              <a:rPr lang="en-US" dirty="0" err="1" smtClean="0"/>
              <a:t>no</a:t>
            </a:r>
            <a:r>
              <a:rPr lang="en-US" dirty="0" smtClean="0"/>
              <a:t> </a:t>
            </a:r>
            <a:r>
              <a:rPr lang="en-US" dirty="0" err="1" smtClean="0"/>
              <a:t>nonoononono</a:t>
            </a:r>
            <a:r>
              <a:rPr lang="en-US" dirty="0" smtClean="0"/>
              <a:t> </a:t>
            </a:r>
            <a:r>
              <a:rPr lang="en-US" dirty="0" err="1" smtClean="0"/>
              <a:t>nonono</a:t>
            </a:r>
            <a:r>
              <a:rPr lang="en-US" dirty="0" smtClean="0"/>
              <a:t> </a:t>
            </a:r>
            <a:r>
              <a:rPr lang="en-US" dirty="0" err="1" smtClean="0"/>
              <a:t>nononono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onnonono</a:t>
            </a:r>
            <a:r>
              <a:rPr lang="en-US" dirty="0" smtClean="0"/>
              <a:t> </a:t>
            </a:r>
            <a:r>
              <a:rPr lang="en-US" dirty="0" err="1" smtClean="0"/>
              <a:t>onononono</a:t>
            </a:r>
            <a:r>
              <a:rPr lang="en-US" dirty="0" smtClean="0"/>
              <a:t> non on </a:t>
            </a:r>
            <a:r>
              <a:rPr lang="en-US" dirty="0" err="1" smtClean="0"/>
              <a:t>nononn</a:t>
            </a:r>
            <a:r>
              <a:rPr lang="en-US" dirty="0" smtClean="0"/>
              <a:t> </a:t>
            </a:r>
            <a:r>
              <a:rPr lang="en-US" dirty="0" err="1" smtClean="0"/>
              <a:t>ononnon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noon on o n on o non on</a:t>
            </a:r>
            <a:endParaRPr lang="pt-BR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256163" y="1275830"/>
            <a:ext cx="5732684" cy="3867671"/>
          </a:xfrm>
          <a:prstGeom prst="rect">
            <a:avLst/>
          </a:prstGeom>
        </p:spPr>
        <p:txBody>
          <a:bodyPr/>
          <a:lstStyle>
            <a:lvl1pPr marL="202418" indent="0" algn="l">
              <a:buNone/>
              <a:defRPr lang="pt-BR" sz="1125" kern="1200" dirty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algn="l"/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Texto de introdução</a:t>
            </a:r>
            <a:r>
              <a:rPr lang="pt-BR" sz="2626" kern="1200" baseline="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nonooo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non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oono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nono non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pt-BR" sz="2626" kern="1200" dirty="0" err="1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</a:t>
            </a:r>
            <a:r>
              <a:rPr lang="pt-BR" sz="2626" kern="1200" dirty="0" smtClean="0">
                <a:solidFill>
                  <a:srgbClr val="FF8200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</a:p>
          <a:p>
            <a:pPr algn="l"/>
            <a:endParaRPr lang="pt-BR" baseline="0" dirty="0" smtClean="0"/>
          </a:p>
          <a:p>
            <a:pPr algn="l"/>
            <a:r>
              <a:rPr lang="en-US" sz="1875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ono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non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no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on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non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on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</a:t>
            </a:r>
            <a:r>
              <a:rPr lang="en-US" sz="1875" kern="1200" baseline="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ono on </a:t>
            </a:r>
            <a:r>
              <a:rPr lang="en-US" sz="1875" kern="1200" baseline="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</a:t>
            </a:r>
            <a:endParaRPr lang="pt-BR" sz="1875" kern="1200" dirty="0">
              <a:solidFill>
                <a:srgbClr val="666666"/>
              </a:solidFill>
              <a:latin typeface="Gill Sans Std" pitchFamily="34" charset="0"/>
              <a:ea typeface="ヒラギノ角ゴ ProN W3" charset="-128"/>
              <a:cs typeface="+mn-cs"/>
              <a:sym typeface="GillSans" pitchFamily="34" charset="0"/>
            </a:endParaRP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84626" y="160734"/>
            <a:ext cx="11597077" cy="482203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3094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SUBTÍTULO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85184" y="589360"/>
            <a:ext cx="11597077" cy="589359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1969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&gt; SUBDIVISÃO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4799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L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5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84626" y="160734"/>
            <a:ext cx="11597077" cy="482203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3094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SUBTÍTULO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85184" y="589360"/>
            <a:ext cx="11597077" cy="589359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1969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&gt; SUBDIVISÃO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309181" y="1285875"/>
            <a:ext cx="11691952" cy="5304234"/>
          </a:xfrm>
          <a:prstGeom prst="rect">
            <a:avLst/>
          </a:prstGeom>
        </p:spPr>
        <p:txBody>
          <a:bodyPr/>
          <a:lstStyle>
            <a:lvl1pPr marL="202418" indent="0">
              <a:buNone/>
              <a:defRPr sz="1406" baseline="0">
                <a:latin typeface="Gill Sans Std"/>
              </a:defRPr>
            </a:lvl1pPr>
            <a:lvl2pPr>
              <a:defRPr sz="1406">
                <a:latin typeface="Gill Sans Std"/>
              </a:defRPr>
            </a:lvl2pPr>
            <a:lvl3pPr>
              <a:defRPr sz="1406">
                <a:latin typeface="Gill Sans Std"/>
              </a:defRPr>
            </a:lvl3pPr>
            <a:lvl4pPr>
              <a:defRPr sz="1406">
                <a:latin typeface="Gill Sans Std"/>
              </a:defRPr>
            </a:lvl4pPr>
            <a:lvl5pPr>
              <a:defRPr sz="1406">
                <a:latin typeface="Gill Sans Std"/>
              </a:defRPr>
            </a:lvl5pPr>
          </a:lstStyle>
          <a:p>
            <a:pPr lvl="0"/>
            <a:r>
              <a:rPr lang="pt-BR" dirty="0" smtClean="0"/>
              <a:t>Adicione seu conteúdo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15449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UDO_L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5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84626" y="160734"/>
            <a:ext cx="11597077" cy="482203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3094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SUBTÍTULO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85184" y="589360"/>
            <a:ext cx="11597077" cy="589359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1969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&gt; SUBDIVISÃO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graphicFrame>
        <p:nvGraphicFramePr>
          <p:cNvPr id="6" name="Content Placeholder 4"/>
          <p:cNvGraphicFramePr>
            <a:graphicFrameLocks/>
          </p:cNvGraphicFramePr>
          <p:nvPr userDrawn="1">
            <p:extLst/>
          </p:nvPr>
        </p:nvGraphicFramePr>
        <p:xfrm>
          <a:off x="1220540" y="1017984"/>
          <a:ext cx="9911651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74956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MAR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5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84626" y="160734"/>
            <a:ext cx="11597077" cy="482203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3094" kern="1200" baseline="0" dirty="0">
                <a:solidFill>
                  <a:srgbClr val="AA80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SUBTÍTULO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85184" y="589360"/>
            <a:ext cx="11597077" cy="589359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1969" kern="1200" baseline="0" dirty="0">
                <a:solidFill>
                  <a:srgbClr val="AA80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&gt; SUBDIVISÃO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309181" y="1285875"/>
            <a:ext cx="11691952" cy="5304234"/>
          </a:xfrm>
          <a:prstGeom prst="rect">
            <a:avLst/>
          </a:prstGeom>
        </p:spPr>
        <p:txBody>
          <a:bodyPr/>
          <a:lstStyle>
            <a:lvl1pPr marL="202418" indent="0">
              <a:buNone/>
              <a:defRPr sz="1406" baseline="0">
                <a:latin typeface="Gill Sans Std"/>
              </a:defRPr>
            </a:lvl1pPr>
            <a:lvl2pPr>
              <a:defRPr sz="1406">
                <a:latin typeface="Gill Sans Std"/>
              </a:defRPr>
            </a:lvl2pPr>
            <a:lvl3pPr>
              <a:defRPr sz="1406">
                <a:latin typeface="Gill Sans Std"/>
              </a:defRPr>
            </a:lvl3pPr>
            <a:lvl4pPr>
              <a:defRPr sz="1406">
                <a:latin typeface="Gill Sans Std"/>
              </a:defRPr>
            </a:lvl4pPr>
            <a:lvl5pPr>
              <a:defRPr sz="1406">
                <a:latin typeface="Gill Sans Std"/>
              </a:defRPr>
            </a:lvl5pPr>
          </a:lstStyle>
          <a:p>
            <a:pPr lvl="0"/>
            <a:r>
              <a:rPr lang="pt-BR" dirty="0" smtClean="0"/>
              <a:t>Adicione seu conteúdo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7892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CINZA">
    <p:bg>
      <p:bgPr>
        <a:gradFill>
          <a:gsLst>
            <a:gs pos="0">
              <a:srgbClr val="FDFDF5"/>
            </a:gs>
            <a:gs pos="100000">
              <a:schemeClr val="bg1">
                <a:lumMod val="65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84626" y="160734"/>
            <a:ext cx="11597077" cy="482203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3094" kern="1200" baseline="0" dirty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SUBTÍTULO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pic>
        <p:nvPicPr>
          <p:cNvPr id="9" name="Picture 15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85184" y="589360"/>
            <a:ext cx="11597077" cy="589359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1969" kern="1200" baseline="0" dirty="0">
                <a:solidFill>
                  <a:schemeClr val="bg1">
                    <a:lumMod val="50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&gt; SUBDIVISÃO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309181" y="1285875"/>
            <a:ext cx="11691952" cy="5304234"/>
          </a:xfrm>
          <a:prstGeom prst="rect">
            <a:avLst/>
          </a:prstGeom>
        </p:spPr>
        <p:txBody>
          <a:bodyPr/>
          <a:lstStyle>
            <a:lvl1pPr marL="202418" indent="0">
              <a:buNone/>
              <a:defRPr sz="1406" baseline="0">
                <a:latin typeface="Gill Sans Std"/>
              </a:defRPr>
            </a:lvl1pPr>
            <a:lvl2pPr>
              <a:defRPr sz="1406">
                <a:latin typeface="Gill Sans Std"/>
              </a:defRPr>
            </a:lvl2pPr>
            <a:lvl3pPr>
              <a:defRPr sz="1406">
                <a:latin typeface="Gill Sans Std"/>
              </a:defRPr>
            </a:lvl3pPr>
            <a:lvl4pPr>
              <a:defRPr sz="1406">
                <a:latin typeface="Gill Sans Std"/>
              </a:defRPr>
            </a:lvl4pPr>
            <a:lvl5pPr>
              <a:defRPr sz="1406">
                <a:latin typeface="Gill Sans Std"/>
              </a:defRPr>
            </a:lvl5pPr>
          </a:lstStyle>
          <a:p>
            <a:pPr lvl="0"/>
            <a:r>
              <a:rPr lang="pt-BR" dirty="0" smtClean="0"/>
              <a:t>Adicione seu conteúdo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8445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 3 COL MARROM">
    <p:bg>
      <p:bgPr>
        <a:gradFill>
          <a:gsLst>
            <a:gs pos="0">
              <a:srgbClr val="AA8066"/>
            </a:gs>
            <a:gs pos="100000">
              <a:srgbClr val="94795D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84626" y="160734"/>
            <a:ext cx="11597077" cy="482203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3094" kern="1200" baseline="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SUBTÍTULO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pic>
        <p:nvPicPr>
          <p:cNvPr id="9" name="Picture 15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85184" y="482203"/>
            <a:ext cx="11597077" cy="589359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1969" kern="1200" baseline="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&gt; SUBDIVISÃO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416892" y="1285875"/>
            <a:ext cx="3536048" cy="5089922"/>
          </a:xfrm>
          <a:prstGeom prst="rect">
            <a:avLst/>
          </a:prstGeom>
        </p:spPr>
        <p:txBody>
          <a:bodyPr anchor="t"/>
          <a:lstStyle>
            <a:lvl1pPr marL="202418" indent="0" algn="l">
              <a:buNone/>
              <a:defRPr lang="pt-BR" sz="1687" kern="12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No non on </a:t>
            </a:r>
            <a:r>
              <a:rPr lang="en-US" dirty="0" err="1" smtClean="0"/>
              <a:t>ononono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 </a:t>
            </a:r>
            <a:r>
              <a:rPr lang="en-US" dirty="0" err="1" smtClean="0"/>
              <a:t>nono</a:t>
            </a:r>
            <a:r>
              <a:rPr lang="en-US" dirty="0" smtClean="0"/>
              <a:t> non ono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nn</a:t>
            </a:r>
            <a:r>
              <a:rPr lang="en-US" dirty="0" smtClean="0"/>
              <a:t>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no </a:t>
            </a:r>
            <a:r>
              <a:rPr lang="en-US" dirty="0" err="1" smtClean="0"/>
              <a:t>nno</a:t>
            </a:r>
            <a:r>
              <a:rPr lang="en-US" dirty="0" smtClean="0"/>
              <a:t> non on non ono n.  </a:t>
            </a:r>
          </a:p>
          <a:p>
            <a:pPr lvl="0"/>
            <a:r>
              <a:rPr lang="en-US" dirty="0" smtClean="0"/>
              <a:t>Non on ono non </a:t>
            </a:r>
            <a:r>
              <a:rPr lang="en-US" dirty="0" err="1" smtClean="0"/>
              <a:t>oono</a:t>
            </a:r>
            <a:r>
              <a:rPr lang="en-US" dirty="0" smtClean="0"/>
              <a:t>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non n on </a:t>
            </a:r>
            <a:r>
              <a:rPr lang="en-US" dirty="0" err="1" smtClean="0"/>
              <a:t>on</a:t>
            </a:r>
            <a:r>
              <a:rPr lang="en-US" dirty="0" smtClean="0"/>
              <a:t> ono no </a:t>
            </a:r>
            <a:r>
              <a:rPr lang="en-US" dirty="0" err="1" smtClean="0"/>
              <a:t>ononononno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non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ono non 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</a:t>
            </a:r>
            <a:r>
              <a:rPr lang="en-US" dirty="0" err="1" smtClean="0"/>
              <a:t>nononon</a:t>
            </a:r>
            <a:r>
              <a:rPr lang="en-US" dirty="0" smtClean="0"/>
              <a:t> </a:t>
            </a:r>
            <a:r>
              <a:rPr lang="en-US" dirty="0" err="1" smtClean="0"/>
              <a:t>oono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ono non ono </a:t>
            </a:r>
            <a:r>
              <a:rPr lang="en-US" dirty="0" err="1" smtClean="0"/>
              <a:t>nn</a:t>
            </a:r>
            <a:r>
              <a:rPr lang="en-US" dirty="0" smtClean="0"/>
              <a:t> on ono </a:t>
            </a:r>
            <a:r>
              <a:rPr lang="en-US" dirty="0" err="1" smtClean="0"/>
              <a:t>nonono</a:t>
            </a:r>
            <a:r>
              <a:rPr lang="en-US" dirty="0" smtClean="0"/>
              <a:t> non ono non ono no non </a:t>
            </a:r>
            <a:r>
              <a:rPr lang="en-US" dirty="0" err="1" smtClean="0"/>
              <a:t>ononnon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non ono </a:t>
            </a:r>
            <a:r>
              <a:rPr lang="en-US" dirty="0" err="1" smtClean="0"/>
              <a:t>nonnon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 </a:t>
            </a:r>
            <a:r>
              <a:rPr lang="en-US" dirty="0" err="1" smtClean="0"/>
              <a:t>no</a:t>
            </a:r>
            <a:r>
              <a:rPr lang="en-US" dirty="0" smtClean="0"/>
              <a:t> </a:t>
            </a:r>
            <a:r>
              <a:rPr lang="en-US" dirty="0" err="1" smtClean="0"/>
              <a:t>nonoononono</a:t>
            </a:r>
            <a:r>
              <a:rPr lang="en-US" dirty="0" smtClean="0"/>
              <a:t> </a:t>
            </a:r>
            <a:r>
              <a:rPr lang="en-US" dirty="0" err="1" smtClean="0"/>
              <a:t>nonono</a:t>
            </a:r>
            <a:endParaRPr lang="pt-BR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301187" y="1285875"/>
            <a:ext cx="3536048" cy="5089922"/>
          </a:xfrm>
          <a:prstGeom prst="rect">
            <a:avLst/>
          </a:prstGeom>
        </p:spPr>
        <p:txBody>
          <a:bodyPr anchor="t"/>
          <a:lstStyle>
            <a:lvl1pPr marL="202418" indent="0" algn="l">
              <a:buNone/>
              <a:defRPr lang="pt-BR" sz="1687" kern="12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No non on </a:t>
            </a:r>
            <a:r>
              <a:rPr lang="en-US" dirty="0" err="1" smtClean="0"/>
              <a:t>ononono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 </a:t>
            </a:r>
            <a:r>
              <a:rPr lang="en-US" dirty="0" err="1" smtClean="0"/>
              <a:t>nono</a:t>
            </a:r>
            <a:r>
              <a:rPr lang="en-US" dirty="0" smtClean="0"/>
              <a:t> non ono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nn</a:t>
            </a:r>
            <a:r>
              <a:rPr lang="en-US" dirty="0" smtClean="0"/>
              <a:t>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no </a:t>
            </a:r>
            <a:r>
              <a:rPr lang="en-US" dirty="0" err="1" smtClean="0"/>
              <a:t>nno</a:t>
            </a:r>
            <a:r>
              <a:rPr lang="en-US" dirty="0" smtClean="0"/>
              <a:t> non on non ono n.  </a:t>
            </a:r>
          </a:p>
          <a:p>
            <a:pPr lvl="0"/>
            <a:r>
              <a:rPr lang="en-US" dirty="0" smtClean="0"/>
              <a:t>Non on ono non </a:t>
            </a:r>
            <a:r>
              <a:rPr lang="en-US" dirty="0" err="1" smtClean="0"/>
              <a:t>oono</a:t>
            </a:r>
            <a:r>
              <a:rPr lang="en-US" dirty="0" smtClean="0"/>
              <a:t>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non n on </a:t>
            </a:r>
            <a:r>
              <a:rPr lang="en-US" dirty="0" err="1" smtClean="0"/>
              <a:t>on</a:t>
            </a:r>
            <a:r>
              <a:rPr lang="en-US" dirty="0" smtClean="0"/>
              <a:t> ono no </a:t>
            </a:r>
            <a:r>
              <a:rPr lang="en-US" dirty="0" err="1" smtClean="0"/>
              <a:t>ononononno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non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ono non 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</a:t>
            </a:r>
            <a:r>
              <a:rPr lang="en-US" dirty="0" err="1" smtClean="0"/>
              <a:t>nononon</a:t>
            </a:r>
            <a:r>
              <a:rPr lang="en-US" dirty="0" smtClean="0"/>
              <a:t> </a:t>
            </a:r>
            <a:r>
              <a:rPr lang="en-US" dirty="0" err="1" smtClean="0"/>
              <a:t>oono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ono non ono </a:t>
            </a:r>
            <a:r>
              <a:rPr lang="en-US" dirty="0" err="1" smtClean="0"/>
              <a:t>nn</a:t>
            </a:r>
            <a:r>
              <a:rPr lang="en-US" dirty="0" smtClean="0"/>
              <a:t> on ono </a:t>
            </a:r>
            <a:r>
              <a:rPr lang="en-US" dirty="0" err="1" smtClean="0"/>
              <a:t>nonono</a:t>
            </a:r>
            <a:r>
              <a:rPr lang="en-US" dirty="0" smtClean="0"/>
              <a:t> non ono non ono no non </a:t>
            </a:r>
            <a:r>
              <a:rPr lang="en-US" dirty="0" err="1" smtClean="0"/>
              <a:t>ononnon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non ono </a:t>
            </a:r>
            <a:r>
              <a:rPr lang="en-US" dirty="0" err="1" smtClean="0"/>
              <a:t>nonnon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 </a:t>
            </a:r>
            <a:r>
              <a:rPr lang="en-US" dirty="0" err="1" smtClean="0"/>
              <a:t>no</a:t>
            </a:r>
            <a:r>
              <a:rPr lang="en-US" dirty="0" smtClean="0"/>
              <a:t> </a:t>
            </a:r>
            <a:r>
              <a:rPr lang="en-US" dirty="0" err="1" smtClean="0"/>
              <a:t>nonoononono</a:t>
            </a:r>
            <a:r>
              <a:rPr lang="en-US" dirty="0" smtClean="0"/>
              <a:t> </a:t>
            </a:r>
            <a:r>
              <a:rPr lang="en-US" dirty="0" err="1" smtClean="0"/>
              <a:t>nonono</a:t>
            </a:r>
            <a:endParaRPr lang="pt-BR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8185483" y="1285875"/>
            <a:ext cx="3536048" cy="5089922"/>
          </a:xfrm>
          <a:prstGeom prst="rect">
            <a:avLst/>
          </a:prstGeom>
        </p:spPr>
        <p:txBody>
          <a:bodyPr anchor="t"/>
          <a:lstStyle>
            <a:lvl1pPr marL="202418" indent="0" algn="l">
              <a:buNone/>
              <a:defRPr lang="pt-BR" sz="1687" kern="12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No non on </a:t>
            </a:r>
            <a:r>
              <a:rPr lang="en-US" dirty="0" err="1" smtClean="0"/>
              <a:t>ononono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 </a:t>
            </a:r>
            <a:r>
              <a:rPr lang="en-US" dirty="0" err="1" smtClean="0"/>
              <a:t>nono</a:t>
            </a:r>
            <a:r>
              <a:rPr lang="en-US" dirty="0" smtClean="0"/>
              <a:t> non ono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nn</a:t>
            </a:r>
            <a:r>
              <a:rPr lang="en-US" dirty="0" smtClean="0"/>
              <a:t>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no </a:t>
            </a:r>
            <a:r>
              <a:rPr lang="en-US" dirty="0" err="1" smtClean="0"/>
              <a:t>nno</a:t>
            </a:r>
            <a:r>
              <a:rPr lang="en-US" dirty="0" smtClean="0"/>
              <a:t> non on non ono n.  </a:t>
            </a:r>
          </a:p>
          <a:p>
            <a:pPr lvl="0"/>
            <a:r>
              <a:rPr lang="en-US" dirty="0" smtClean="0"/>
              <a:t>Non on ono non </a:t>
            </a:r>
            <a:r>
              <a:rPr lang="en-US" dirty="0" err="1" smtClean="0"/>
              <a:t>oono</a:t>
            </a:r>
            <a:r>
              <a:rPr lang="en-US" dirty="0" smtClean="0"/>
              <a:t>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non n on </a:t>
            </a:r>
            <a:r>
              <a:rPr lang="en-US" dirty="0" err="1" smtClean="0"/>
              <a:t>on</a:t>
            </a:r>
            <a:r>
              <a:rPr lang="en-US" dirty="0" smtClean="0"/>
              <a:t> ono no </a:t>
            </a:r>
            <a:r>
              <a:rPr lang="en-US" dirty="0" err="1" smtClean="0"/>
              <a:t>ononononno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non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ono non 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</a:t>
            </a:r>
            <a:r>
              <a:rPr lang="en-US" dirty="0" err="1" smtClean="0"/>
              <a:t>nononon</a:t>
            </a:r>
            <a:r>
              <a:rPr lang="en-US" dirty="0" smtClean="0"/>
              <a:t> </a:t>
            </a:r>
            <a:r>
              <a:rPr lang="en-US" dirty="0" err="1" smtClean="0"/>
              <a:t>oono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ono non ono </a:t>
            </a:r>
            <a:r>
              <a:rPr lang="en-US" dirty="0" err="1" smtClean="0"/>
              <a:t>nn</a:t>
            </a:r>
            <a:r>
              <a:rPr lang="en-US" dirty="0" smtClean="0"/>
              <a:t> on ono </a:t>
            </a:r>
            <a:r>
              <a:rPr lang="en-US" dirty="0" err="1" smtClean="0"/>
              <a:t>nonono</a:t>
            </a:r>
            <a:r>
              <a:rPr lang="en-US" dirty="0" smtClean="0"/>
              <a:t> non ono non ono no non </a:t>
            </a:r>
            <a:r>
              <a:rPr lang="en-US" dirty="0" err="1" smtClean="0"/>
              <a:t>ononnon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non ono </a:t>
            </a:r>
            <a:r>
              <a:rPr lang="en-US" dirty="0" err="1" smtClean="0"/>
              <a:t>nonnon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 </a:t>
            </a:r>
            <a:r>
              <a:rPr lang="en-US" dirty="0" err="1" smtClean="0"/>
              <a:t>no</a:t>
            </a:r>
            <a:r>
              <a:rPr lang="en-US" dirty="0" smtClean="0"/>
              <a:t> </a:t>
            </a:r>
            <a:r>
              <a:rPr lang="en-US" dirty="0" err="1" smtClean="0"/>
              <a:t>nonoononono</a:t>
            </a:r>
            <a:r>
              <a:rPr lang="en-US" dirty="0" smtClean="0"/>
              <a:t> </a:t>
            </a:r>
            <a:r>
              <a:rPr lang="en-US" dirty="0" err="1" smtClean="0"/>
              <a:t>nonono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41656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 3 COL L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84626" y="160734"/>
            <a:ext cx="11597077" cy="482203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3094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SUBTÍTULO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pic>
        <p:nvPicPr>
          <p:cNvPr id="9" name="Picture 15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285184" y="482203"/>
            <a:ext cx="11597077" cy="589359"/>
          </a:xfrm>
          <a:prstGeom prst="rect">
            <a:avLst/>
          </a:prstGeom>
        </p:spPr>
        <p:txBody>
          <a:bodyPr/>
          <a:lstStyle>
            <a:lvl1pPr marL="202418" marR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 lang="pt-BR" sz="1969" kern="1200" baseline="0" dirty="0">
                <a:solidFill>
                  <a:srgbClr val="FF9933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marL="202418" marR="0" lvl="0" indent="0" algn="l" defTabSz="642915" rtl="0" eaLnBrk="0" fontAlgn="base" latinLnBrk="0" hangingPunct="0">
              <a:lnSpc>
                <a:spcPct val="100000"/>
              </a:lnSpc>
              <a:spcBef>
                <a:spcPts val="225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None/>
              <a:tabLst/>
              <a:defRPr/>
            </a:pPr>
            <a:r>
              <a:rPr lang="pt-BR" dirty="0" smtClean="0"/>
              <a:t>&gt; SUBDIVISÃO</a:t>
            </a:r>
            <a:endParaRPr lang="en-US" altLang="pt-BR" sz="1687" dirty="0" smtClean="0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416892" y="1285875"/>
            <a:ext cx="3536048" cy="5089922"/>
          </a:xfrm>
          <a:prstGeom prst="rect">
            <a:avLst/>
          </a:prstGeom>
        </p:spPr>
        <p:txBody>
          <a:bodyPr anchor="t"/>
          <a:lstStyle>
            <a:lvl1pPr marL="202418" indent="0" algn="l">
              <a:buNone/>
              <a:defRPr lang="pt-BR" sz="1687" kern="1200" dirty="0">
                <a:solidFill>
                  <a:schemeClr val="bg2">
                    <a:lumMod val="50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No non on </a:t>
            </a:r>
            <a:r>
              <a:rPr lang="en-US" dirty="0" err="1" smtClean="0"/>
              <a:t>ononono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 </a:t>
            </a:r>
            <a:r>
              <a:rPr lang="en-US" dirty="0" err="1" smtClean="0"/>
              <a:t>nono</a:t>
            </a:r>
            <a:r>
              <a:rPr lang="en-US" dirty="0" smtClean="0"/>
              <a:t> non ono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nn</a:t>
            </a:r>
            <a:r>
              <a:rPr lang="en-US" dirty="0" smtClean="0"/>
              <a:t>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no </a:t>
            </a:r>
            <a:r>
              <a:rPr lang="en-US" dirty="0" err="1" smtClean="0"/>
              <a:t>nno</a:t>
            </a:r>
            <a:r>
              <a:rPr lang="en-US" dirty="0" smtClean="0"/>
              <a:t> non on non ono n.  </a:t>
            </a:r>
          </a:p>
          <a:p>
            <a:pPr lvl="0"/>
            <a:r>
              <a:rPr lang="en-US" dirty="0" smtClean="0"/>
              <a:t>Non on ono non </a:t>
            </a:r>
            <a:r>
              <a:rPr lang="en-US" dirty="0" err="1" smtClean="0"/>
              <a:t>oono</a:t>
            </a:r>
            <a:r>
              <a:rPr lang="en-US" dirty="0" smtClean="0"/>
              <a:t>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non n on </a:t>
            </a:r>
            <a:r>
              <a:rPr lang="en-US" dirty="0" err="1" smtClean="0"/>
              <a:t>on</a:t>
            </a:r>
            <a:r>
              <a:rPr lang="en-US" dirty="0" smtClean="0"/>
              <a:t> ono no </a:t>
            </a:r>
            <a:r>
              <a:rPr lang="en-US" dirty="0" err="1" smtClean="0"/>
              <a:t>ononononno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non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ono non 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</a:t>
            </a:r>
            <a:r>
              <a:rPr lang="en-US" dirty="0" err="1" smtClean="0"/>
              <a:t>nononon</a:t>
            </a:r>
            <a:r>
              <a:rPr lang="en-US" dirty="0" smtClean="0"/>
              <a:t> </a:t>
            </a:r>
            <a:r>
              <a:rPr lang="en-US" dirty="0" err="1" smtClean="0"/>
              <a:t>oono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ono non ono </a:t>
            </a:r>
            <a:r>
              <a:rPr lang="en-US" dirty="0" err="1" smtClean="0"/>
              <a:t>nn</a:t>
            </a:r>
            <a:r>
              <a:rPr lang="en-US" dirty="0" smtClean="0"/>
              <a:t> on ono </a:t>
            </a:r>
            <a:r>
              <a:rPr lang="en-US" dirty="0" err="1" smtClean="0"/>
              <a:t>nonono</a:t>
            </a:r>
            <a:r>
              <a:rPr lang="en-US" dirty="0" smtClean="0"/>
              <a:t> non ono non ono no non </a:t>
            </a:r>
            <a:r>
              <a:rPr lang="en-US" dirty="0" err="1" smtClean="0"/>
              <a:t>ononnon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non ono </a:t>
            </a:r>
            <a:r>
              <a:rPr lang="en-US" dirty="0" err="1" smtClean="0"/>
              <a:t>nonnon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 </a:t>
            </a:r>
            <a:r>
              <a:rPr lang="en-US" dirty="0" err="1" smtClean="0"/>
              <a:t>no</a:t>
            </a:r>
            <a:r>
              <a:rPr lang="en-US" dirty="0" smtClean="0"/>
              <a:t> </a:t>
            </a:r>
            <a:r>
              <a:rPr lang="en-US" dirty="0" err="1" smtClean="0"/>
              <a:t>nonoononono</a:t>
            </a:r>
            <a:r>
              <a:rPr lang="en-US" dirty="0" smtClean="0"/>
              <a:t> </a:t>
            </a:r>
            <a:r>
              <a:rPr lang="en-US" dirty="0" err="1" smtClean="0"/>
              <a:t>nonono</a:t>
            </a:r>
            <a:endParaRPr lang="pt-BR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301187" y="1285875"/>
            <a:ext cx="3536048" cy="5089922"/>
          </a:xfrm>
          <a:prstGeom prst="rect">
            <a:avLst/>
          </a:prstGeom>
        </p:spPr>
        <p:txBody>
          <a:bodyPr anchor="t"/>
          <a:lstStyle>
            <a:lvl1pPr marL="202418" indent="0" algn="l">
              <a:buNone/>
              <a:defRPr lang="pt-BR" sz="1687" kern="1200" dirty="0">
                <a:solidFill>
                  <a:schemeClr val="bg2">
                    <a:lumMod val="50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No non on </a:t>
            </a:r>
            <a:r>
              <a:rPr lang="en-US" dirty="0" err="1" smtClean="0"/>
              <a:t>ononono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 </a:t>
            </a:r>
            <a:r>
              <a:rPr lang="en-US" dirty="0" err="1" smtClean="0"/>
              <a:t>nono</a:t>
            </a:r>
            <a:r>
              <a:rPr lang="en-US" dirty="0" smtClean="0"/>
              <a:t> non ono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nn</a:t>
            </a:r>
            <a:r>
              <a:rPr lang="en-US" dirty="0" smtClean="0"/>
              <a:t>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no </a:t>
            </a:r>
            <a:r>
              <a:rPr lang="en-US" dirty="0" err="1" smtClean="0"/>
              <a:t>nno</a:t>
            </a:r>
            <a:r>
              <a:rPr lang="en-US" dirty="0" smtClean="0"/>
              <a:t> non on non ono n.  </a:t>
            </a:r>
          </a:p>
          <a:p>
            <a:pPr lvl="0"/>
            <a:r>
              <a:rPr lang="en-US" dirty="0" smtClean="0"/>
              <a:t>Non on ono non </a:t>
            </a:r>
            <a:r>
              <a:rPr lang="en-US" dirty="0" err="1" smtClean="0"/>
              <a:t>oono</a:t>
            </a:r>
            <a:r>
              <a:rPr lang="en-US" dirty="0" smtClean="0"/>
              <a:t>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non n on </a:t>
            </a:r>
            <a:r>
              <a:rPr lang="en-US" dirty="0" err="1" smtClean="0"/>
              <a:t>on</a:t>
            </a:r>
            <a:r>
              <a:rPr lang="en-US" dirty="0" smtClean="0"/>
              <a:t> ono no </a:t>
            </a:r>
            <a:r>
              <a:rPr lang="en-US" dirty="0" err="1" smtClean="0"/>
              <a:t>ononononno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non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ono non 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</a:t>
            </a:r>
            <a:r>
              <a:rPr lang="en-US" dirty="0" err="1" smtClean="0"/>
              <a:t>nononon</a:t>
            </a:r>
            <a:r>
              <a:rPr lang="en-US" dirty="0" smtClean="0"/>
              <a:t> </a:t>
            </a:r>
            <a:r>
              <a:rPr lang="en-US" dirty="0" err="1" smtClean="0"/>
              <a:t>oono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ono non ono </a:t>
            </a:r>
            <a:r>
              <a:rPr lang="en-US" dirty="0" err="1" smtClean="0"/>
              <a:t>nn</a:t>
            </a:r>
            <a:r>
              <a:rPr lang="en-US" dirty="0" smtClean="0"/>
              <a:t> on ono </a:t>
            </a:r>
            <a:r>
              <a:rPr lang="en-US" dirty="0" err="1" smtClean="0"/>
              <a:t>nonono</a:t>
            </a:r>
            <a:r>
              <a:rPr lang="en-US" dirty="0" smtClean="0"/>
              <a:t> non ono non ono no non </a:t>
            </a:r>
            <a:r>
              <a:rPr lang="en-US" dirty="0" err="1" smtClean="0"/>
              <a:t>ononnon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non ono </a:t>
            </a:r>
            <a:r>
              <a:rPr lang="en-US" dirty="0" err="1" smtClean="0"/>
              <a:t>nonnon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 </a:t>
            </a:r>
            <a:r>
              <a:rPr lang="en-US" dirty="0" err="1" smtClean="0"/>
              <a:t>no</a:t>
            </a:r>
            <a:r>
              <a:rPr lang="en-US" dirty="0" smtClean="0"/>
              <a:t> </a:t>
            </a:r>
            <a:r>
              <a:rPr lang="en-US" dirty="0" err="1" smtClean="0"/>
              <a:t>nonoononono</a:t>
            </a:r>
            <a:r>
              <a:rPr lang="en-US" dirty="0" smtClean="0"/>
              <a:t> </a:t>
            </a:r>
            <a:r>
              <a:rPr lang="en-US" dirty="0" err="1" smtClean="0"/>
              <a:t>nonono</a:t>
            </a:r>
            <a:endParaRPr lang="pt-BR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8185483" y="1285875"/>
            <a:ext cx="3536048" cy="5089922"/>
          </a:xfrm>
          <a:prstGeom prst="rect">
            <a:avLst/>
          </a:prstGeom>
        </p:spPr>
        <p:txBody>
          <a:bodyPr anchor="t"/>
          <a:lstStyle>
            <a:lvl1pPr marL="202418" indent="0" algn="l">
              <a:buNone/>
              <a:defRPr lang="pt-BR" sz="1687" kern="1200" dirty="0">
                <a:solidFill>
                  <a:schemeClr val="bg2">
                    <a:lumMod val="50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No non on </a:t>
            </a:r>
            <a:r>
              <a:rPr lang="en-US" dirty="0" err="1" smtClean="0"/>
              <a:t>ononono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 </a:t>
            </a:r>
            <a:r>
              <a:rPr lang="en-US" dirty="0" err="1" smtClean="0"/>
              <a:t>nono</a:t>
            </a:r>
            <a:r>
              <a:rPr lang="en-US" dirty="0" smtClean="0"/>
              <a:t> non ono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nn</a:t>
            </a:r>
            <a:r>
              <a:rPr lang="en-US" dirty="0" smtClean="0"/>
              <a:t>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ono no </a:t>
            </a:r>
            <a:r>
              <a:rPr lang="en-US" dirty="0" err="1" smtClean="0"/>
              <a:t>nno</a:t>
            </a:r>
            <a:r>
              <a:rPr lang="en-US" dirty="0" smtClean="0"/>
              <a:t> non on non ono n.  </a:t>
            </a:r>
          </a:p>
          <a:p>
            <a:pPr lvl="0"/>
            <a:r>
              <a:rPr lang="en-US" dirty="0" smtClean="0"/>
              <a:t>Non on ono non </a:t>
            </a:r>
            <a:r>
              <a:rPr lang="en-US" dirty="0" err="1" smtClean="0"/>
              <a:t>oono</a:t>
            </a:r>
            <a:r>
              <a:rPr lang="en-US" dirty="0" smtClean="0"/>
              <a:t> non ono </a:t>
            </a:r>
            <a:r>
              <a:rPr lang="en-US" dirty="0" err="1" smtClean="0"/>
              <a:t>nono</a:t>
            </a:r>
            <a:r>
              <a:rPr lang="en-US" dirty="0" smtClean="0"/>
              <a:t> </a:t>
            </a:r>
            <a:r>
              <a:rPr lang="en-US" dirty="0" err="1" smtClean="0"/>
              <a:t>nono</a:t>
            </a:r>
            <a:r>
              <a:rPr lang="en-US" dirty="0" smtClean="0"/>
              <a:t> non n on </a:t>
            </a:r>
            <a:r>
              <a:rPr lang="en-US" dirty="0" err="1" smtClean="0"/>
              <a:t>on</a:t>
            </a:r>
            <a:r>
              <a:rPr lang="en-US" dirty="0" smtClean="0"/>
              <a:t> ono no </a:t>
            </a:r>
            <a:r>
              <a:rPr lang="en-US" dirty="0" err="1" smtClean="0"/>
              <a:t>ononononno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non on </a:t>
            </a:r>
            <a:r>
              <a:rPr lang="en-US" dirty="0" err="1" smtClean="0"/>
              <a:t>on</a:t>
            </a:r>
            <a:r>
              <a:rPr lang="en-US" dirty="0" smtClean="0"/>
              <a:t> </a:t>
            </a:r>
            <a:r>
              <a:rPr lang="en-US" dirty="0" err="1" smtClean="0"/>
              <a:t>onnono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ono non on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</a:t>
            </a:r>
            <a:r>
              <a:rPr lang="en-US" dirty="0" err="1" smtClean="0"/>
              <a:t>nonon</a:t>
            </a:r>
            <a:r>
              <a:rPr lang="en-US" dirty="0" smtClean="0"/>
              <a:t> </a:t>
            </a:r>
            <a:r>
              <a:rPr lang="en-US" dirty="0" err="1" smtClean="0"/>
              <a:t>onno</a:t>
            </a:r>
            <a:r>
              <a:rPr lang="en-US" dirty="0" smtClean="0"/>
              <a:t> </a:t>
            </a:r>
            <a:r>
              <a:rPr lang="en-US" dirty="0" err="1" smtClean="0"/>
              <a:t>nononon</a:t>
            </a:r>
            <a:r>
              <a:rPr lang="en-US" dirty="0" smtClean="0"/>
              <a:t> </a:t>
            </a:r>
            <a:r>
              <a:rPr lang="en-US" dirty="0" err="1" smtClean="0"/>
              <a:t>oono</a:t>
            </a:r>
            <a:r>
              <a:rPr lang="en-US" dirty="0" smtClean="0"/>
              <a:t> non </a:t>
            </a:r>
            <a:r>
              <a:rPr lang="en-US" dirty="0" err="1" smtClean="0"/>
              <a:t>onon</a:t>
            </a:r>
            <a:r>
              <a:rPr lang="en-US" dirty="0" smtClean="0"/>
              <a:t> ono non ono </a:t>
            </a:r>
            <a:r>
              <a:rPr lang="en-US" dirty="0" err="1" smtClean="0"/>
              <a:t>nn</a:t>
            </a:r>
            <a:r>
              <a:rPr lang="en-US" dirty="0" smtClean="0"/>
              <a:t> on ono </a:t>
            </a:r>
            <a:r>
              <a:rPr lang="en-US" dirty="0" err="1" smtClean="0"/>
              <a:t>nonono</a:t>
            </a:r>
            <a:r>
              <a:rPr lang="en-US" dirty="0" smtClean="0"/>
              <a:t> non ono non ono no non </a:t>
            </a:r>
            <a:r>
              <a:rPr lang="en-US" dirty="0" err="1" smtClean="0"/>
              <a:t>ononnon</a:t>
            </a:r>
            <a:r>
              <a:rPr lang="en-US" dirty="0" smtClean="0"/>
              <a:t> ono </a:t>
            </a:r>
            <a:r>
              <a:rPr lang="en-US" dirty="0" err="1" smtClean="0"/>
              <a:t>nono</a:t>
            </a:r>
            <a:r>
              <a:rPr lang="en-US" dirty="0" smtClean="0"/>
              <a:t> non ono </a:t>
            </a:r>
            <a:r>
              <a:rPr lang="en-US" dirty="0" err="1" smtClean="0"/>
              <a:t>nonnon</a:t>
            </a:r>
            <a:r>
              <a:rPr lang="en-US" dirty="0" smtClean="0"/>
              <a:t> </a:t>
            </a:r>
            <a:r>
              <a:rPr lang="en-US" dirty="0" err="1" smtClean="0"/>
              <a:t>onon</a:t>
            </a:r>
            <a:r>
              <a:rPr lang="en-US" dirty="0" smtClean="0"/>
              <a:t> on ono no </a:t>
            </a:r>
            <a:r>
              <a:rPr lang="en-US" dirty="0" err="1" smtClean="0"/>
              <a:t>no</a:t>
            </a:r>
            <a:r>
              <a:rPr lang="en-US" dirty="0" smtClean="0"/>
              <a:t> </a:t>
            </a:r>
            <a:r>
              <a:rPr lang="en-US" dirty="0" err="1" smtClean="0"/>
              <a:t>nonoononono</a:t>
            </a:r>
            <a:r>
              <a:rPr lang="en-US" dirty="0" smtClean="0"/>
              <a:t> </a:t>
            </a:r>
            <a:r>
              <a:rPr lang="en-US" dirty="0" err="1" smtClean="0"/>
              <a:t>nonono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03944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_CAP_L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0" y="0"/>
            <a:ext cx="7525264" cy="6858000"/>
          </a:xfrm>
          <a:prstGeom prst="rect">
            <a:avLst/>
          </a:prstGeom>
          <a:solidFill>
            <a:srgbClr val="FF82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3937">
              <a:solidFill>
                <a:srgbClr val="B7A99A"/>
              </a:solidFill>
            </a:endParaRPr>
          </a:p>
        </p:txBody>
      </p:sp>
      <p:sp>
        <p:nvSpPr>
          <p:cNvPr id="6" name="Rectangle 8"/>
          <p:cNvSpPr>
            <a:spLocks/>
          </p:cNvSpPr>
          <p:nvPr userDrawn="1"/>
        </p:nvSpPr>
        <p:spPr bwMode="auto">
          <a:xfrm>
            <a:off x="8489641" y="3738191"/>
            <a:ext cx="3964660" cy="12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87">
              <a:solidFill>
                <a:srgbClr val="FFFFFF"/>
              </a:solidFill>
              <a:latin typeface="Gill Sans Std" pitchFamily="34" charset="0"/>
              <a:sym typeface="Gill Sans Std" pitchFamily="34" charset="0"/>
            </a:endParaRPr>
          </a:p>
        </p:txBody>
      </p:sp>
      <p:pic>
        <p:nvPicPr>
          <p:cNvPr id="8" name="Picture 15" descr="NAT_marca_laranj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798625" y="2335113"/>
            <a:ext cx="5458105" cy="1361777"/>
          </a:xfrm>
          <a:prstGeom prst="rect">
            <a:avLst/>
          </a:prstGeom>
        </p:spPr>
        <p:txBody>
          <a:bodyPr anchor="t"/>
          <a:lstStyle>
            <a:lvl1pPr algn="l">
              <a:defRPr lang="pt-BR" sz="5625" kern="1200" dirty="0">
                <a:solidFill>
                  <a:schemeClr val="bg1">
                    <a:lumMod val="85000"/>
                  </a:schemeClr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Sub</a:t>
            </a:r>
            <a:br>
              <a:rPr lang="en-US" dirty="0" smtClean="0"/>
            </a:br>
            <a:r>
              <a:rPr lang="en-US" dirty="0" smtClean="0"/>
              <a:t>CAP</a:t>
            </a:r>
            <a:r>
              <a:rPr lang="pt-BR" noProof="0" dirty="0" smtClean="0"/>
              <a:t>ÍTULO</a:t>
            </a:r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525264" y="147340"/>
            <a:ext cx="4356439" cy="6536531"/>
          </a:xfrm>
          <a:prstGeom prst="rect">
            <a:avLst/>
          </a:prstGeom>
        </p:spPr>
        <p:txBody>
          <a:bodyPr/>
          <a:lstStyle>
            <a:lvl1pPr marL="202418" indent="0" algn="l">
              <a:buNone/>
              <a:defRPr sz="4219"/>
            </a:lvl1pPr>
          </a:lstStyle>
          <a:p>
            <a:pPr algn="ctr"/>
            <a:r>
              <a:rPr lang="pt-BR" sz="2062" kern="1200" dirty="0" smtClean="0">
                <a:solidFill>
                  <a:srgbClr val="FF8200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TEXTO DE SIMULAÇÃO</a:t>
            </a:r>
          </a:p>
          <a:p>
            <a:pPr algn="l"/>
            <a:endParaRPr lang="pt-BR" sz="2250" baseline="0" dirty="0" smtClean="0"/>
          </a:p>
          <a:p>
            <a:pPr algn="ctr"/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“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ono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non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”</a:t>
            </a:r>
            <a:endParaRPr lang="pt-BR" sz="2062" kern="1200" dirty="0" smtClean="0">
              <a:solidFill>
                <a:srgbClr val="666666"/>
              </a:solidFill>
              <a:latin typeface="Gill Sans Std" pitchFamily="34" charset="0"/>
              <a:ea typeface="ヒラギノ角ゴ ProN W3" charset="-128"/>
              <a:cs typeface="+mn-cs"/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868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_CAPITULO_MAR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4.bp.blogspot.com/-VTtoR3Gqth0/UfUtMGXtCBI/AAAAAAAAEuY/CZUbvdh8vUM/s1600/ESSENCIAL+EDP+INTENS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3882" y="970391"/>
            <a:ext cx="3911084" cy="588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/>
          <p:cNvSpPr>
            <a:spLocks/>
          </p:cNvSpPr>
          <p:nvPr userDrawn="1"/>
        </p:nvSpPr>
        <p:spPr bwMode="auto">
          <a:xfrm>
            <a:off x="-47996" y="0"/>
            <a:ext cx="7573260" cy="6858000"/>
          </a:xfrm>
          <a:prstGeom prst="rect">
            <a:avLst/>
          </a:prstGeom>
          <a:solidFill>
            <a:srgbClr val="9479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3937">
              <a:solidFill>
                <a:srgbClr val="FFFFFF">
                  <a:lumMod val="85000"/>
                </a:srgbClr>
              </a:solidFill>
            </a:endParaRPr>
          </a:p>
        </p:txBody>
      </p:sp>
      <p:sp>
        <p:nvSpPr>
          <p:cNvPr id="6" name="Rectangle 8"/>
          <p:cNvSpPr>
            <a:spLocks/>
          </p:cNvSpPr>
          <p:nvPr userDrawn="1"/>
        </p:nvSpPr>
        <p:spPr bwMode="auto">
          <a:xfrm>
            <a:off x="8489641" y="3738191"/>
            <a:ext cx="3964660" cy="12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87">
              <a:solidFill>
                <a:srgbClr val="FFFFFF"/>
              </a:solidFill>
              <a:latin typeface="Gill Sans Std" pitchFamily="34" charset="0"/>
              <a:sym typeface="Gill Sans Std" pitchFamily="34" charset="0"/>
            </a:endParaRPr>
          </a:p>
        </p:txBody>
      </p:sp>
      <p:pic>
        <p:nvPicPr>
          <p:cNvPr id="8" name="Picture 15" descr="NAT_marca_laranja_natura-0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798625" y="2335113"/>
            <a:ext cx="5458105" cy="1361777"/>
          </a:xfrm>
          <a:prstGeom prst="rect">
            <a:avLst/>
          </a:prstGeom>
        </p:spPr>
        <p:txBody>
          <a:bodyPr anchor="t"/>
          <a:lstStyle>
            <a:lvl1pPr algn="l">
              <a:defRPr lang="pt-BR" sz="5625" kern="1200" dirty="0">
                <a:solidFill>
                  <a:schemeClr val="bg1">
                    <a:lumMod val="85000"/>
                  </a:schemeClr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Sub</a:t>
            </a:r>
            <a:br>
              <a:rPr lang="en-US" dirty="0" smtClean="0"/>
            </a:br>
            <a:r>
              <a:rPr lang="en-US" dirty="0" smtClean="0"/>
              <a:t>CAP</a:t>
            </a:r>
            <a:r>
              <a:rPr lang="pt-BR" noProof="0" dirty="0" smtClean="0"/>
              <a:t>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77100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_CAPITULO_CI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madmag.com.br/wp-content/uploads/2014/08/Natura-lan%C3%A7a-desodorante-aerossol-eco-friendly-2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88846" y="1"/>
            <a:ext cx="66661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4"/>
          <p:cNvSpPr>
            <a:spLocks/>
          </p:cNvSpPr>
          <p:nvPr userDrawn="1"/>
        </p:nvSpPr>
        <p:spPr bwMode="auto">
          <a:xfrm>
            <a:off x="-10045" y="0"/>
            <a:ext cx="7572144" cy="6858000"/>
          </a:xfrm>
          <a:prstGeom prst="rect">
            <a:avLst/>
          </a:prstGeom>
          <a:solidFill>
            <a:srgbClr val="D9D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3937">
              <a:solidFill>
                <a:srgbClr val="94795D"/>
              </a:solidFill>
            </a:endParaRPr>
          </a:p>
        </p:txBody>
      </p:sp>
      <p:sp>
        <p:nvSpPr>
          <p:cNvPr id="6" name="Rectangle 8"/>
          <p:cNvSpPr>
            <a:spLocks/>
          </p:cNvSpPr>
          <p:nvPr userDrawn="1"/>
        </p:nvSpPr>
        <p:spPr bwMode="auto">
          <a:xfrm>
            <a:off x="8489641" y="3738191"/>
            <a:ext cx="3964660" cy="12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572000" algn="l"/>
              </a:tabLst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87">
              <a:solidFill>
                <a:srgbClr val="FFFFFF"/>
              </a:solidFill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149568" y="6566670"/>
            <a:ext cx="1298114" cy="13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8099" bIns="0"/>
          <a:lstStyle>
            <a:lvl1pPr marL="39688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pt-BR" sz="1031" dirty="0" smtClean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5" descr="NAT_marca_laranja_natura-0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61313" y="5840016"/>
            <a:ext cx="939821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98625" y="2335113"/>
            <a:ext cx="5458105" cy="1361777"/>
          </a:xfrm>
          <a:prstGeom prst="rect">
            <a:avLst/>
          </a:prstGeom>
        </p:spPr>
        <p:txBody>
          <a:bodyPr anchor="t"/>
          <a:lstStyle>
            <a:lvl1pPr algn="l">
              <a:defRPr lang="pt-BR" sz="5625" kern="1200" dirty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Sub</a:t>
            </a:r>
            <a:br>
              <a:rPr lang="en-US" dirty="0" smtClean="0"/>
            </a:br>
            <a:r>
              <a:rPr lang="en-US" dirty="0" smtClean="0"/>
              <a:t>CAP</a:t>
            </a:r>
            <a:r>
              <a:rPr lang="pt-BR" noProof="0" dirty="0" smtClean="0"/>
              <a:t>ÍTULO</a:t>
            </a:r>
            <a:endParaRPr lang="pt-BR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525264" y="147340"/>
            <a:ext cx="4356439" cy="6536531"/>
          </a:xfrm>
          <a:prstGeom prst="rect">
            <a:avLst/>
          </a:prstGeom>
        </p:spPr>
        <p:txBody>
          <a:bodyPr/>
          <a:lstStyle>
            <a:lvl1pPr marL="202418" indent="0" algn="l">
              <a:buNone/>
              <a:defRPr sz="4219">
                <a:solidFill>
                  <a:srgbClr val="AA8066"/>
                </a:solidFill>
              </a:defRPr>
            </a:lvl1pPr>
          </a:lstStyle>
          <a:p>
            <a:pPr algn="ctr"/>
            <a:r>
              <a:rPr lang="pt-BR" sz="2062" kern="1200" dirty="0" smtClean="0">
                <a:solidFill>
                  <a:srgbClr val="AA8066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TEXTO DE SIMULAÇÃO</a:t>
            </a:r>
          </a:p>
          <a:p>
            <a:pPr algn="l"/>
            <a:endParaRPr lang="pt-BR" sz="2250" baseline="0" dirty="0" smtClean="0"/>
          </a:p>
          <a:p>
            <a:pPr algn="ctr"/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“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ononononon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ono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non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2062" kern="1200" dirty="0" err="1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nononnon</a:t>
            </a:r>
            <a:r>
              <a:rPr lang="en-US" sz="2062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”</a:t>
            </a:r>
            <a:endParaRPr lang="pt-BR" sz="2062" kern="1200" dirty="0" smtClean="0">
              <a:solidFill>
                <a:srgbClr val="666666"/>
              </a:solidFill>
              <a:latin typeface="Gill Sans Std" pitchFamily="34" charset="0"/>
              <a:ea typeface="ヒラギノ角ゴ ProN W3" charset="-128"/>
              <a:cs typeface="+mn-cs"/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53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DSCN0500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/>
          </p:cNvSpPr>
          <p:nvPr userDrawn="1"/>
        </p:nvSpPr>
        <p:spPr bwMode="auto">
          <a:xfrm>
            <a:off x="4619856" y="0"/>
            <a:ext cx="7572144" cy="6858000"/>
          </a:xfrm>
          <a:prstGeom prst="rect">
            <a:avLst/>
          </a:prstGeom>
          <a:solidFill>
            <a:srgbClr val="D9D9D6">
              <a:alpha val="9215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32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32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56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3937">
              <a:solidFill>
                <a:srgbClr val="B7A99A"/>
              </a:solidFill>
            </a:endParaRPr>
          </a:p>
        </p:txBody>
      </p:sp>
      <p:pic>
        <p:nvPicPr>
          <p:cNvPr id="9" name="Picture 1" descr="NAT_marca_marrom_madeira-0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1268" y="5840016"/>
            <a:ext cx="938704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649434" y="133945"/>
            <a:ext cx="7232268" cy="6536531"/>
          </a:xfrm>
          <a:prstGeom prst="rect">
            <a:avLst/>
          </a:prstGeom>
        </p:spPr>
        <p:txBody>
          <a:bodyPr/>
          <a:lstStyle>
            <a:lvl1pPr marL="202418" indent="0" algn="l">
              <a:buNone/>
              <a:defRPr sz="2812"/>
            </a:lvl1pPr>
          </a:lstStyle>
          <a:p>
            <a:pPr algn="l"/>
            <a:r>
              <a:rPr lang="pt-BR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FRASE DESTAQUE</a:t>
            </a:r>
          </a:p>
          <a:p>
            <a:pPr algn="l"/>
            <a:endParaRPr lang="pt-BR" sz="3094" kern="1200" dirty="0" smtClean="0">
              <a:solidFill>
                <a:srgbClr val="94795D"/>
              </a:solidFill>
              <a:latin typeface="Gill Sans Std Light" pitchFamily="34" charset="0"/>
              <a:ea typeface="ヒラギノ角ゴ ProN W3" charset="-128"/>
              <a:cs typeface="+mn-cs"/>
              <a:sym typeface="GillSans" pitchFamily="34" charset="0"/>
            </a:endParaRPr>
          </a:p>
          <a:p>
            <a:pPr algn="l"/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“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onononono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ononononon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nononononoo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nononononon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ono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non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nonononon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nonononono</a:t>
            </a:r>
            <a:r>
              <a:rPr lang="en-US" sz="3094" kern="1200" dirty="0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 </a:t>
            </a:r>
            <a:r>
              <a:rPr lang="en-US" sz="3094" kern="1200" dirty="0" err="1" smtClean="0">
                <a:solidFill>
                  <a:srgbClr val="94795D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rPr>
              <a:t>nononnon</a:t>
            </a:r>
            <a:r>
              <a:rPr lang="en-US" sz="1969" kern="1200" dirty="0" smtClean="0">
                <a:solidFill>
                  <a:srgbClr val="666666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rPr>
              <a:t>”</a:t>
            </a:r>
            <a:endParaRPr lang="pt-BR" sz="1969" kern="1200" dirty="0" smtClean="0">
              <a:solidFill>
                <a:srgbClr val="666666"/>
              </a:solidFill>
              <a:latin typeface="Gill Sans Std" pitchFamily="34" charset="0"/>
              <a:ea typeface="ヒラギノ角ゴ ProN W3" charset="-128"/>
              <a:cs typeface="+mn-cs"/>
              <a:sym typeface="GillSans" pitchFamily="34" charset="0"/>
            </a:endParaRPr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82325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8158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 userDrawn="1"/>
        </p:nvSpPr>
        <p:spPr>
          <a:xfrm>
            <a:off x="0" y="1"/>
            <a:ext cx="12193195" cy="939275"/>
          </a:xfrm>
          <a:prstGeom prst="rect">
            <a:avLst/>
          </a:prstGeom>
          <a:solidFill>
            <a:srgbClr val="FFCCCC">
              <a:alpha val="58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930" tIns="60465" rIns="120930" bIns="60465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953">
              <a:solidFill>
                <a:srgbClr val="FFFFFF"/>
              </a:solidFill>
              <a:sym typeface="GillSans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87396" y="1"/>
            <a:ext cx="2804606" cy="939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ítulo 5"/>
          <p:cNvSpPr>
            <a:spLocks noGrp="1"/>
          </p:cNvSpPr>
          <p:nvPr>
            <p:ph type="title"/>
          </p:nvPr>
        </p:nvSpPr>
        <p:spPr>
          <a:xfrm>
            <a:off x="163876" y="195352"/>
            <a:ext cx="8939683" cy="548571"/>
          </a:xfrm>
          <a:prstGeom prst="rect">
            <a:avLst/>
          </a:prstGeom>
          <a:noFill/>
          <a:ln>
            <a:noFill/>
          </a:ln>
        </p:spPr>
        <p:txBody>
          <a:bodyPr wrap="square" lIns="77400" tIns="77399" rIns="77400" bIns="77399" anchor="ctr">
            <a:noAutofit/>
          </a:bodyPr>
          <a:lstStyle>
            <a:lvl1pPr algn="l">
              <a:defRPr lang="pt-BR" sz="2883">
                <a:solidFill>
                  <a:schemeClr val="accent2">
                    <a:lumMod val="50000"/>
                  </a:schemeClr>
                </a:solidFill>
                <a:latin typeface="Gill Sans Std ExtraBold" pitchFamily="34" charset="0"/>
                <a:ea typeface="+mn-ea"/>
                <a:cs typeface="+mn-cs"/>
              </a:defRPr>
            </a:lvl1pPr>
          </a:lstStyle>
          <a:p>
            <a:pPr marL="0" lvl="0" algn="l"/>
            <a:r>
              <a:rPr lang="pt-BR" dirty="0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96774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>
            <a:spLocks noChangeArrowheads="1"/>
          </p:cNvSpPr>
          <p:nvPr userDrawn="1"/>
        </p:nvSpPr>
        <p:spPr bwMode="auto">
          <a:xfrm>
            <a:off x="1" y="1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76536" tIns="38269" rIns="76536" bIns="38269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2953">
              <a:solidFill>
                <a:srgbClr val="000000"/>
              </a:solidFill>
              <a:sym typeface="GillSans" pitchFamily="34" charset="0"/>
            </a:endParaRPr>
          </a:p>
        </p:txBody>
      </p:sp>
      <p:pic>
        <p:nvPicPr>
          <p:cNvPr id="9" name="Picture 5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82485" y="5763732"/>
            <a:ext cx="799782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ço Reservado para Texto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2642" y="2331735"/>
            <a:ext cx="11866715" cy="2249393"/>
          </a:xfrm>
          <a:prstGeom prst="rect">
            <a:avLst/>
          </a:prstGeom>
        </p:spPr>
        <p:txBody>
          <a:bodyPr lIns="98298" tIns="49149" rIns="98298" bIns="49149"/>
          <a:lstStyle>
            <a:lvl1pPr marL="0" indent="0">
              <a:buNone/>
              <a:defRPr lang="pt-BR" sz="6679" b="1" kern="1200" dirty="0">
                <a:solidFill>
                  <a:srgbClr val="FFFFFF"/>
                </a:solidFill>
                <a:latin typeface="Gill Sans Std Ligh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 smtClean="0"/>
              <a:t>&lt;Título da transição&gt;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0063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0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87"/>
          <a:stretch>
            <a:fillRect/>
          </a:stretch>
        </p:blipFill>
        <p:spPr bwMode="auto">
          <a:xfrm>
            <a:off x="10847918" y="6351"/>
            <a:ext cx="1341967" cy="42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646" y="1902034"/>
            <a:ext cx="9810751" cy="4106540"/>
          </a:xfrm>
          <a:prstGeom prst="rect">
            <a:avLst/>
          </a:prstGeom>
        </p:spPr>
        <p:txBody>
          <a:bodyPr lIns="138648" tIns="69323" rIns="138648" bIns="69323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11252201" y="6483352"/>
            <a:ext cx="751417" cy="358958"/>
          </a:xfrm>
          <a:prstGeom prst="rect">
            <a:avLst/>
          </a:prstGeom>
        </p:spPr>
        <p:txBody>
          <a:bodyPr vert="horz" wrap="square" lIns="173367" tIns="86684" rIns="173367" bIns="8668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95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2FD99B4-971D-4D0D-8067-CDF578F6C0A6}" type="slidenum">
              <a:rPr altLang="pt-BR"/>
              <a:pPr>
                <a:defRPr/>
              </a:pPr>
              <a:t>‹nº›</a:t>
            </a:fld>
            <a:endParaRPr altLang="pt-BR" dirty="0"/>
          </a:p>
        </p:txBody>
      </p:sp>
    </p:spTree>
    <p:extLst>
      <p:ext uri="{BB962C8B-B14F-4D97-AF65-F5344CB8AC3E}">
        <p14:creationId xmlns:p14="http://schemas.microsoft.com/office/powerpoint/2010/main" val="3458383289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0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87"/>
          <a:stretch>
            <a:fillRect/>
          </a:stretch>
        </p:blipFill>
        <p:spPr bwMode="auto">
          <a:xfrm>
            <a:off x="10847919" y="6351"/>
            <a:ext cx="1341967" cy="42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4425" y="562622"/>
            <a:ext cx="7203282" cy="38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094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14397" y="958848"/>
            <a:ext cx="7204771" cy="25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617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14401" y="2219082"/>
            <a:ext cx="9566672" cy="30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969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43182" indent="0">
              <a:buNone/>
              <a:defRPr lang="en-US" sz="3586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3586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3586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3586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714381" y="1695542"/>
            <a:ext cx="3357563" cy="51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969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381813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3"/>
          </p:nvPr>
        </p:nvSpPr>
        <p:spPr>
          <a:xfrm>
            <a:off x="11252201" y="6483352"/>
            <a:ext cx="751417" cy="358988"/>
          </a:xfrm>
          <a:prstGeom prst="rect">
            <a:avLst/>
          </a:prstGeom>
        </p:spPr>
        <p:txBody>
          <a:bodyPr lIns="173398" tIns="86699" rIns="173398" bIns="86699"/>
          <a:lstStyle>
            <a:lvl1pPr eaLnBrk="1" hangingPunct="1">
              <a:defRPr sz="1195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1938B5F-EBD8-4EFA-B84A-E7ACF47EA2E6}" type="slidenum">
              <a:rPr altLang="pt-BR"/>
              <a:pPr>
                <a:defRPr/>
              </a:pPr>
              <a:t>‹nº›</a:t>
            </a:fld>
            <a:endParaRPr altLang="pt-BR" dirty="0"/>
          </a:p>
        </p:txBody>
      </p:sp>
    </p:spTree>
    <p:extLst>
      <p:ext uri="{BB962C8B-B14F-4D97-AF65-F5344CB8AC3E}">
        <p14:creationId xmlns:p14="http://schemas.microsoft.com/office/powerpoint/2010/main" val="31424331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3" y="6"/>
          <a:ext cx="148829" cy="11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" y="6"/>
                        <a:ext cx="148829" cy="1116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714383" y="846844"/>
            <a:ext cx="10971610" cy="2582163"/>
          </a:xfrm>
          <a:prstGeom prst="rect">
            <a:avLst/>
          </a:prstGeom>
        </p:spPr>
        <p:txBody>
          <a:bodyPr lIns="101844" tIns="50924" rIns="101844" bIns="50924"/>
          <a:lstStyle>
            <a:lvl1pPr algn="l">
              <a:defRPr lang="en-US" sz="5416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96522" y="3799598"/>
            <a:ext cx="10985004" cy="578198"/>
          </a:xfrm>
          <a:prstGeom prst="rect">
            <a:avLst/>
          </a:prstGeom>
        </p:spPr>
        <p:txBody>
          <a:bodyPr lIns="101844" tIns="50924" rIns="101844" bIns="50924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367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28404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3" y="6"/>
          <a:ext cx="148829" cy="11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" y="6"/>
                        <a:ext cx="148829" cy="1116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" y="285754"/>
            <a:ext cx="8001002" cy="6286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666777" y="562601"/>
            <a:ext cx="7203281" cy="54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2076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707153" y="2250291"/>
            <a:ext cx="3347588" cy="517923"/>
          </a:xfrm>
          <a:prstGeom prst="rect">
            <a:avLst/>
          </a:prstGeom>
        </p:spPr>
        <p:txBody>
          <a:bodyPr lIns="101844" tIns="50924" rIns="101844" bIns="50924"/>
          <a:lstStyle>
            <a:lvl1pPr algn="l">
              <a:defRPr lang="en-US" sz="1367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66404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1" y="0"/>
            <a:ext cx="12192000" cy="68580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551" tIns="25776" rIns="51551" bIns="25776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10204" y="2246620"/>
            <a:ext cx="868858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197" bIns="0" anchor="t"/>
          <a:lstStyle>
            <a:lvl1pPr algn="l">
              <a:defRPr lang="pt-BR" sz="5568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1318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3" y="6"/>
          <a:ext cx="148829" cy="11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" y="6"/>
                        <a:ext cx="148829" cy="1116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23255" y="543615"/>
            <a:ext cx="11745515" cy="5467202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25384" y="624480"/>
            <a:ext cx="7646045" cy="615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0468874" y="391168"/>
            <a:ext cx="1297783" cy="98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2913" bIns="0"/>
          <a:lstStyle/>
          <a:p>
            <a:pPr marL="22378" defTabSz="462624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2871938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84" y="624480"/>
            <a:ext cx="7646045" cy="615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0468874" y="391168"/>
            <a:ext cx="1297783" cy="98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2913" bIns="0"/>
          <a:lstStyle/>
          <a:p>
            <a:pPr marL="22378" defTabSz="462624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33883970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3" y="6"/>
          <a:ext cx="148829" cy="11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" y="6"/>
                        <a:ext cx="148829" cy="1116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23255" y="543608"/>
            <a:ext cx="11745515" cy="6125767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25371" y="624480"/>
            <a:ext cx="11328000" cy="615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0468874" y="391168"/>
            <a:ext cx="1297783" cy="98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2913" bIns="0"/>
          <a:lstStyle/>
          <a:p>
            <a:pPr marL="22378" defTabSz="462624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81849961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71" y="624480"/>
            <a:ext cx="11328000" cy="615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0468874" y="391168"/>
            <a:ext cx="1297783" cy="98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2913" bIns="0"/>
          <a:lstStyle/>
          <a:p>
            <a:pPr marL="22378" defTabSz="462624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51209389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4401" y="562594"/>
            <a:ext cx="7203281" cy="38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14393" y="958834"/>
            <a:ext cx="7204771" cy="25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063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14392" y="2219055"/>
            <a:ext cx="9566672" cy="30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367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96662" indent="0">
              <a:buNone/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43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714381" y="1695530"/>
            <a:ext cx="3357563" cy="51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367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5775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66508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62531" y="6702854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1" y="0"/>
            <a:ext cx="12192000" cy="6858000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559" tIns="25781" rIns="51559" bIns="25781"/>
          <a:lstStyle/>
          <a:p>
            <a:pPr algn="ctr" defTabSz="462624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666778" y="6228461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13" bIns="0"/>
          <a:lstStyle/>
          <a:p>
            <a:pPr marL="22378" defTabSz="462624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14401" y="562601"/>
            <a:ext cx="7203281" cy="544710"/>
          </a:xfrm>
          <a:prstGeom prst="rect">
            <a:avLst/>
          </a:prstGeom>
        </p:spPr>
        <p:txBody>
          <a:bodyPr lIns="101860" tIns="50931" rIns="101860" bIns="5093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2076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656390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714401" y="562594"/>
            <a:ext cx="7203281" cy="38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14393" y="958834"/>
            <a:ext cx="7204771" cy="25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063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14381" y="2226873"/>
            <a:ext cx="6596762" cy="30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367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96662" indent="0">
              <a:buNone/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43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714381" y="1695530"/>
            <a:ext cx="3357563" cy="51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367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5775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7851204" y="2226873"/>
            <a:ext cx="3577829" cy="30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367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243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093083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47619" y="285758"/>
            <a:ext cx="7572376" cy="6304359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712889" y="2625333"/>
            <a:ext cx="5518548" cy="171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197" bIns="0"/>
          <a:lstStyle>
            <a:lvl1pPr>
              <a:defRPr lang="pt-BR" sz="5568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8096255" y="2964669"/>
            <a:ext cx="3607593" cy="473272"/>
          </a:xfrm>
          <a:prstGeom prst="rect">
            <a:avLst/>
          </a:prstGeom>
        </p:spPr>
        <p:txBody>
          <a:bodyPr lIns="101844" tIns="50924" rIns="101844" bIns="50924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00487" algn="l"/>
                <a:tab pos="400963" algn="l"/>
                <a:tab pos="601448" algn="l"/>
                <a:tab pos="801928" algn="l"/>
                <a:tab pos="1002409" algn="l"/>
                <a:tab pos="1202894" algn="l"/>
                <a:tab pos="1403375" algn="l"/>
                <a:tab pos="1603856" algn="l"/>
                <a:tab pos="1804335" algn="l"/>
                <a:tab pos="2004817" algn="l"/>
                <a:tab pos="2205301" algn="l"/>
                <a:tab pos="2405781" algn="l"/>
                <a:tab pos="2577619" algn="l"/>
              </a:tabLst>
              <a:defRPr lang="pt-BR" sz="1266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8096255" y="3452853"/>
            <a:ext cx="3607593" cy="1468935"/>
          </a:xfrm>
          <a:prstGeom prst="rect">
            <a:avLst/>
          </a:prstGeom>
        </p:spPr>
        <p:txBody>
          <a:bodyPr lIns="101844" tIns="50924" rIns="101844" bIns="50924"/>
          <a:lstStyle>
            <a:lvl1pPr marL="0" indent="0">
              <a:buNone/>
              <a:defRPr lang="pt-BR" sz="1266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801336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47619" y="285758"/>
            <a:ext cx="7572376" cy="6304359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29884" y="5670367"/>
            <a:ext cx="952500" cy="6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712889" y="2625333"/>
            <a:ext cx="5518548" cy="171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197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5568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8096255" y="2964669"/>
            <a:ext cx="3607593" cy="473272"/>
          </a:xfrm>
          <a:prstGeom prst="rect">
            <a:avLst/>
          </a:prstGeom>
        </p:spPr>
        <p:txBody>
          <a:bodyPr lIns="101844" tIns="50924" rIns="101844" bIns="50924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00487" algn="l"/>
                <a:tab pos="400963" algn="l"/>
                <a:tab pos="601448" algn="l"/>
                <a:tab pos="801928" algn="l"/>
                <a:tab pos="1002409" algn="l"/>
                <a:tab pos="1202894" algn="l"/>
                <a:tab pos="1403375" algn="l"/>
                <a:tab pos="1603856" algn="l"/>
                <a:tab pos="1804335" algn="l"/>
                <a:tab pos="2004817" algn="l"/>
                <a:tab pos="2205301" algn="l"/>
                <a:tab pos="2405781" algn="l"/>
                <a:tab pos="2577619" algn="l"/>
              </a:tabLst>
              <a:defRPr lang="pt-BR" sz="1266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8096255" y="3452853"/>
            <a:ext cx="3607593" cy="1468935"/>
          </a:xfrm>
          <a:prstGeom prst="rect">
            <a:avLst/>
          </a:prstGeom>
        </p:spPr>
        <p:txBody>
          <a:bodyPr lIns="101844" tIns="50924" rIns="101844" bIns="50924"/>
          <a:lstStyle>
            <a:lvl1pPr marL="0" indent="0">
              <a:buNone/>
              <a:defRPr lang="pt-BR" sz="1266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915438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4191016" y="285754"/>
            <a:ext cx="8001002" cy="6286500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16" y="1366249"/>
            <a:ext cx="7429500" cy="449163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3594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22836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1" y="0"/>
            <a:ext cx="12192000" cy="68580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51551" tIns="25776" rIns="51551" bIns="25776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714401" y="562594"/>
            <a:ext cx="7203281" cy="38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14393" y="958834"/>
            <a:ext cx="7204771" cy="25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063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14380" y="2011362"/>
            <a:ext cx="4995002" cy="3290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367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96662" indent="0">
              <a:buNone/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43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6366591" y="2011362"/>
            <a:ext cx="4995002" cy="3290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367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96662" indent="0">
              <a:buNone/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43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43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30566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1" y="0"/>
            <a:ext cx="12192000" cy="68580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551" tIns="25776" rIns="51551" bIns="25776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714401" y="2107410"/>
            <a:ext cx="10429876" cy="2652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514683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100" dirty="0">
                <a:solidFill>
                  <a:srgbClr val="8F993E"/>
                </a:solidFill>
                <a:latin typeface="Gill Sans Std Light" pitchFamily="34" charset="0"/>
                <a:ea typeface="MS PGothic" pitchFamily="34" charset="-128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666778" y="6228468"/>
            <a:ext cx="1297783" cy="9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909" bIns="0"/>
          <a:lstStyle/>
          <a:p>
            <a:pPr marL="21483" defTabSz="514683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835" y="5671476"/>
            <a:ext cx="939105" cy="64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57098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23255" y="543615"/>
            <a:ext cx="11745515" cy="5467202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84" y="624480"/>
            <a:ext cx="7646045" cy="615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0468874" y="391168"/>
            <a:ext cx="1297783" cy="98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2913" bIns="0"/>
          <a:lstStyle/>
          <a:p>
            <a:pPr marL="22378" defTabSz="462624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98059395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23255" y="543611"/>
            <a:ext cx="11745515" cy="6126880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14683" fontAlgn="base">
              <a:spcBef>
                <a:spcPct val="0"/>
              </a:spcBef>
              <a:spcAft>
                <a:spcPct val="0"/>
              </a:spcAft>
            </a:pPr>
            <a:endParaRPr lang="pt-BR" sz="243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25371" y="624480"/>
            <a:ext cx="11328000" cy="615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076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10468874" y="391168"/>
            <a:ext cx="1297783" cy="98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2913" bIns="0"/>
          <a:lstStyle/>
          <a:p>
            <a:pPr marL="22378" defTabSz="462624" fontAlgn="base">
              <a:spcBef>
                <a:spcPct val="0"/>
              </a:spcBef>
              <a:spcAft>
                <a:spcPct val="0"/>
              </a:spcAft>
            </a:pPr>
            <a:r>
              <a:rPr lang="en-US" sz="608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65187931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54737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328" y="287478"/>
            <a:ext cx="11729892" cy="808464"/>
          </a:xfrm>
          <a:prstGeom prst="rect">
            <a:avLst/>
          </a:prstGeom>
        </p:spPr>
        <p:txBody>
          <a:bodyPr/>
          <a:lstStyle>
            <a:lvl1pPr algn="l">
              <a:defRPr sz="2082"/>
            </a:lvl1pPr>
          </a:lstStyle>
          <a:p>
            <a:r>
              <a:rPr lang="pt-BR" dirty="0" smtClean="0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332" y="1937412"/>
            <a:ext cx="11713301" cy="4515924"/>
          </a:xfrm>
          <a:prstGeom prst="rect">
            <a:avLst/>
          </a:prstGeom>
        </p:spPr>
        <p:txBody>
          <a:bodyPr/>
          <a:lstStyle>
            <a:lvl1pPr>
              <a:defRPr sz="1575"/>
            </a:lvl1pPr>
          </a:lstStyle>
          <a:p>
            <a:pPr lvl="0"/>
            <a:r>
              <a:rPr lang="pt-BR" dirty="0" smtClean="0"/>
              <a:t>Clique para editar os estilos do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9" name="Rectangle 2"/>
          <p:cNvSpPr>
            <a:spLocks/>
          </p:cNvSpPr>
          <p:nvPr userDrawn="1"/>
        </p:nvSpPr>
        <p:spPr bwMode="auto">
          <a:xfrm>
            <a:off x="47331" y="-113794"/>
            <a:ext cx="20590933" cy="48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fontAlgn="base">
              <a:lnSpc>
                <a:spcPts val="1033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62" b="1" dirty="0">
                <a:solidFill>
                  <a:srgbClr val="000000">
                    <a:lumMod val="50000"/>
                    <a:lumOff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Gill Sans Std Bold" charset="0"/>
              </a:rPr>
              <a:t>PROGRAMA </a:t>
            </a:r>
            <a:r>
              <a:rPr lang="en-US" sz="762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Gill Sans Std Bold" charset="0"/>
              </a:rPr>
              <a:t>BIOSPHERA&gt; </a:t>
            </a:r>
            <a:r>
              <a:rPr lang="pt-BR" sz="762" b="1" dirty="0">
                <a:solidFill>
                  <a:srgbClr val="000000">
                    <a:lumMod val="50000"/>
                    <a:lumOff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Gill Sans Std Bold" charset="0"/>
              </a:rPr>
              <a:t>KickOff Fase </a:t>
            </a:r>
            <a:r>
              <a:rPr lang="pt-BR" sz="762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Gill Sans Std Bold" charset="0"/>
              </a:rPr>
              <a:t>Biosphera Global </a:t>
            </a:r>
            <a:r>
              <a:rPr lang="en-US" sz="762" b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Gill Sans Std Bold" charset="0"/>
              </a:rPr>
              <a:t>[CONFIDENCIAL</a:t>
            </a:r>
            <a:r>
              <a:rPr lang="en-US" sz="762" b="1" dirty="0">
                <a:solidFill>
                  <a:srgbClr val="000000">
                    <a:lumMod val="50000"/>
                    <a:lumOff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Gill Sans Std Bold" charset="0"/>
              </a:rPr>
              <a:t>]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299875" y="6539750"/>
            <a:ext cx="2844800" cy="270541"/>
          </a:xfrm>
          <a:prstGeom prst="rect">
            <a:avLst/>
          </a:prstGeom>
        </p:spPr>
        <p:txBody>
          <a:bodyPr/>
          <a:lstStyle>
            <a:lvl1pPr>
              <a:defRPr sz="71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2119D8CF-8DEC-4D9F-84EE-ADF04DFF3391}" type="slidenum">
              <a:rPr lang="pt-BR" smtClean="0">
                <a:solidFill>
                  <a:srgbClr val="000000"/>
                </a:solidFill>
                <a:sym typeface="Gill Sans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>
              <a:solidFill>
                <a:srgbClr val="000000"/>
              </a:solidFill>
              <a:sym typeface="Gill Sans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47332" y="1133297"/>
            <a:ext cx="11713301" cy="7516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727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sz="1727" dirty="0" smtClean="0"/>
              <a:t>Click to add sub-title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7805709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theme" Target="../theme/theme6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bg1"/>
            </a:gs>
            <a:gs pos="100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B4B09-E74C-4133-BA3A-2381BC38D922}" type="datetimeFigureOut">
              <a:rPr lang="pt-BR" smtClean="0"/>
              <a:t>04/08/2015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E1BD-9C36-4272-8CA1-36E323680D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57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089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381912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763818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145735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527644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281510" indent="-28151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5935" indent="-23494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50360" indent="-18626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67" indent="-18626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18626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00511" indent="-190957" algn="l" defTabSz="76381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2421" indent="-190957" algn="l" defTabSz="76381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64331" indent="-190957" algn="l" defTabSz="76381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46244" indent="-190957" algn="l" defTabSz="76381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1912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3818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45735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27644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09555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91465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73372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55290" algn="l" defTabSz="76381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09602" y="92076"/>
            <a:ext cx="10972801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0811" tIns="40811" rIns="40811" bIns="40811" anchor="ctr"/>
          <a:lstStyle/>
          <a:p>
            <a:pPr lvl="0">
              <a:defRPr sz="1800"/>
            </a:pPr>
            <a:r>
              <a:rPr sz="5200"/>
              <a:t>Clique para editar o estilo do título mestre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972801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0811" tIns="40811" rIns="40811" bIns="40811"/>
          <a:lstStyle/>
          <a:p>
            <a:pPr lvl="0">
              <a:defRPr sz="1800"/>
            </a:pPr>
            <a:r>
              <a:rPr sz="3733"/>
              <a:t>Clique para editar os estilos do texto mestre</a:t>
            </a:r>
          </a:p>
          <a:p>
            <a:pPr lvl="1">
              <a:defRPr sz="1800"/>
            </a:pPr>
            <a:r>
              <a:rPr sz="3733"/>
              <a:t>Segundo nível</a:t>
            </a:r>
          </a:p>
          <a:p>
            <a:pPr lvl="2">
              <a:defRPr sz="1800"/>
            </a:pPr>
            <a:r>
              <a:rPr sz="3733"/>
              <a:t>Terceiro nível</a:t>
            </a:r>
          </a:p>
          <a:p>
            <a:pPr lvl="3">
              <a:defRPr sz="1800"/>
            </a:pPr>
            <a:r>
              <a:rPr sz="3733"/>
              <a:t>Quarto nível</a:t>
            </a:r>
          </a:p>
          <a:p>
            <a:pPr lvl="4">
              <a:defRPr sz="1800"/>
            </a:pPr>
            <a:r>
              <a:rPr sz="3733"/>
              <a:t>Quinto nível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737602" y="6384822"/>
            <a:ext cx="2844801" cy="308187"/>
          </a:xfrm>
          <a:prstGeom prst="rect">
            <a:avLst/>
          </a:prstGeom>
          <a:ln w="12700">
            <a:miter lim="400000"/>
          </a:ln>
        </p:spPr>
        <p:txBody>
          <a:bodyPr lIns="40811" tIns="40811" rIns="40811" bIns="40811" anchor="ctr">
            <a:spAutoFit/>
          </a:bodyPr>
          <a:lstStyle>
            <a:lvl1pPr algn="r">
              <a:defRPr sz="1467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defTabSz="412640"/>
            <a:fld id="{86CB4B4D-7CA3-9044-876B-883B54F8677D}" type="slidenum">
              <a:rPr lang="pt-BR" kern="0" smtClean="0"/>
              <a:pPr defTabSz="412640"/>
              <a:t>‹nº›</a:t>
            </a:fld>
            <a:endParaRPr lang="pt-BR" kern="0"/>
          </a:p>
        </p:txBody>
      </p:sp>
    </p:spTree>
    <p:extLst>
      <p:ext uri="{BB962C8B-B14F-4D97-AF65-F5344CB8AC3E}">
        <p14:creationId xmlns:p14="http://schemas.microsoft.com/office/powerpoint/2010/main" val="3249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</p:sldLayoutIdLst>
  <p:transition spd="med"/>
  <p:txStyles>
    <p:titleStyle>
      <a:lvl1pPr algn="ctr">
        <a:defRPr sz="5200">
          <a:latin typeface="Calibri"/>
          <a:ea typeface="Calibri"/>
          <a:cs typeface="Calibri"/>
          <a:sym typeface="Calibri"/>
        </a:defRPr>
      </a:lvl1pPr>
      <a:lvl2pPr algn="ctr">
        <a:defRPr sz="5200">
          <a:latin typeface="Calibri"/>
          <a:ea typeface="Calibri"/>
          <a:cs typeface="Calibri"/>
          <a:sym typeface="Calibri"/>
        </a:defRPr>
      </a:lvl2pPr>
      <a:lvl3pPr algn="ctr">
        <a:defRPr sz="5200">
          <a:latin typeface="Calibri"/>
          <a:ea typeface="Calibri"/>
          <a:cs typeface="Calibri"/>
          <a:sym typeface="Calibri"/>
        </a:defRPr>
      </a:lvl3pPr>
      <a:lvl4pPr algn="ctr">
        <a:defRPr sz="5200">
          <a:latin typeface="Calibri"/>
          <a:ea typeface="Calibri"/>
          <a:cs typeface="Calibri"/>
          <a:sym typeface="Calibri"/>
        </a:defRPr>
      </a:lvl4pPr>
      <a:lvl5pPr algn="ctr">
        <a:defRPr sz="5200">
          <a:latin typeface="Calibri"/>
          <a:ea typeface="Calibri"/>
          <a:cs typeface="Calibri"/>
          <a:sym typeface="Calibri"/>
        </a:defRPr>
      </a:lvl5pPr>
      <a:lvl6pPr indent="544130" algn="ctr">
        <a:defRPr sz="5200">
          <a:latin typeface="Calibri"/>
          <a:ea typeface="Calibri"/>
          <a:cs typeface="Calibri"/>
          <a:sym typeface="Calibri"/>
        </a:defRPr>
      </a:lvl6pPr>
      <a:lvl7pPr indent="1088261" algn="ctr">
        <a:defRPr sz="5200">
          <a:latin typeface="Calibri"/>
          <a:ea typeface="Calibri"/>
          <a:cs typeface="Calibri"/>
          <a:sym typeface="Calibri"/>
        </a:defRPr>
      </a:lvl7pPr>
      <a:lvl8pPr indent="1632387" algn="ctr">
        <a:defRPr sz="5200">
          <a:latin typeface="Calibri"/>
          <a:ea typeface="Calibri"/>
          <a:cs typeface="Calibri"/>
          <a:sym typeface="Calibri"/>
        </a:defRPr>
      </a:lvl8pPr>
      <a:lvl9pPr indent="2176516" algn="ctr">
        <a:defRPr sz="5200">
          <a:latin typeface="Calibri"/>
          <a:ea typeface="Calibri"/>
          <a:cs typeface="Calibri"/>
          <a:sym typeface="Calibri"/>
        </a:defRPr>
      </a:lvl9pPr>
    </p:titleStyle>
    <p:bodyStyle>
      <a:lvl1pPr marL="408098" indent="-408098">
        <a:spcBef>
          <a:spcPts val="900"/>
        </a:spcBef>
        <a:buSzPct val="100000"/>
        <a:buFont typeface="Arial"/>
        <a:buChar char="•"/>
        <a:defRPr sz="3733">
          <a:latin typeface="Calibri"/>
          <a:ea typeface="Calibri"/>
          <a:cs typeface="Calibri"/>
          <a:sym typeface="Calibri"/>
        </a:defRPr>
      </a:lvl1pPr>
      <a:lvl2pPr marL="929890" indent="-385765">
        <a:spcBef>
          <a:spcPts val="900"/>
        </a:spcBef>
        <a:buSzPct val="100000"/>
        <a:buFont typeface="Arial"/>
        <a:buChar char="–"/>
        <a:defRPr sz="3733">
          <a:latin typeface="Calibri"/>
          <a:ea typeface="Calibri"/>
          <a:cs typeface="Calibri"/>
          <a:sym typeface="Calibri"/>
        </a:defRPr>
      </a:lvl2pPr>
      <a:lvl3pPr marL="1451013" indent="-362752">
        <a:spcBef>
          <a:spcPts val="900"/>
        </a:spcBef>
        <a:buSzPct val="100000"/>
        <a:buFont typeface="Arial"/>
        <a:buChar char="•"/>
        <a:defRPr sz="3733">
          <a:latin typeface="Calibri"/>
          <a:ea typeface="Calibri"/>
          <a:cs typeface="Calibri"/>
          <a:sym typeface="Calibri"/>
        </a:defRPr>
      </a:lvl3pPr>
      <a:lvl4pPr marL="2063155" indent="-430771">
        <a:spcBef>
          <a:spcPts val="900"/>
        </a:spcBef>
        <a:buSzPct val="100000"/>
        <a:buFont typeface="Arial"/>
        <a:buChar char="–"/>
        <a:defRPr sz="3733">
          <a:latin typeface="Calibri"/>
          <a:ea typeface="Calibri"/>
          <a:cs typeface="Calibri"/>
          <a:sym typeface="Calibri"/>
        </a:defRPr>
      </a:lvl4pPr>
      <a:lvl5pPr marL="2607287" indent="-430771">
        <a:spcBef>
          <a:spcPts val="900"/>
        </a:spcBef>
        <a:buSzPct val="100000"/>
        <a:buFont typeface="Arial"/>
        <a:buChar char="»"/>
        <a:defRPr sz="3733">
          <a:latin typeface="Calibri"/>
          <a:ea typeface="Calibri"/>
          <a:cs typeface="Calibri"/>
          <a:sym typeface="Calibri"/>
        </a:defRPr>
      </a:lvl5pPr>
      <a:lvl6pPr marL="3151419" indent="-430771">
        <a:spcBef>
          <a:spcPts val="900"/>
        </a:spcBef>
        <a:buSzPct val="100000"/>
        <a:buFont typeface="Arial"/>
        <a:buChar char="•"/>
        <a:defRPr sz="3733">
          <a:latin typeface="Calibri"/>
          <a:ea typeface="Calibri"/>
          <a:cs typeface="Calibri"/>
          <a:sym typeface="Calibri"/>
        </a:defRPr>
      </a:lvl6pPr>
      <a:lvl7pPr marL="3695546" indent="-430769">
        <a:spcBef>
          <a:spcPts val="900"/>
        </a:spcBef>
        <a:buSzPct val="100000"/>
        <a:buFont typeface="Arial"/>
        <a:buChar char="•"/>
        <a:defRPr sz="3733">
          <a:latin typeface="Calibri"/>
          <a:ea typeface="Calibri"/>
          <a:cs typeface="Calibri"/>
          <a:sym typeface="Calibri"/>
        </a:defRPr>
      </a:lvl7pPr>
      <a:lvl8pPr marL="4239675" indent="-430769">
        <a:spcBef>
          <a:spcPts val="900"/>
        </a:spcBef>
        <a:buSzPct val="100000"/>
        <a:buFont typeface="Arial"/>
        <a:buChar char="•"/>
        <a:defRPr sz="3733">
          <a:latin typeface="Calibri"/>
          <a:ea typeface="Calibri"/>
          <a:cs typeface="Calibri"/>
          <a:sym typeface="Calibri"/>
        </a:defRPr>
      </a:lvl8pPr>
      <a:lvl9pPr marL="4783803" indent="-430769">
        <a:spcBef>
          <a:spcPts val="900"/>
        </a:spcBef>
        <a:buSzPct val="100000"/>
        <a:buFont typeface="Arial"/>
        <a:buChar char="•"/>
        <a:defRPr sz="3733">
          <a:latin typeface="Calibri"/>
          <a:ea typeface="Calibri"/>
          <a:cs typeface="Calibri"/>
          <a:sym typeface="Calibri"/>
        </a:defRPr>
      </a:lvl9pPr>
    </p:bodyStyle>
    <p:otherStyle>
      <a:lvl1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1pPr>
      <a:lvl2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2pPr>
      <a:lvl3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3pPr>
      <a:lvl4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4pPr>
      <a:lvl5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5pPr>
      <a:lvl6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6pPr>
      <a:lvl7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7pPr>
      <a:lvl8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8pPr>
      <a:lvl9pPr algn="r" defTabSz="412640">
        <a:defRPr sz="1467">
          <a:solidFill>
            <a:schemeClr val="tx1"/>
          </a:solidFill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41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</p:sldLayoutIdLst>
  <p:txStyles>
    <p:titleStyle>
      <a:lvl1pPr algn="ctr" defTabSz="544022" rtl="0" eaLnBrk="1" latinLnBrk="0" hangingPunct="1">
        <a:spcBef>
          <a:spcPct val="0"/>
        </a:spcBef>
        <a:buNone/>
        <a:defRPr sz="5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018" indent="-408018" algn="l" defTabSz="544022" rtl="0" eaLnBrk="1" latinLnBrk="0" hangingPunct="1">
        <a:spcBef>
          <a:spcPct val="20000"/>
        </a:spcBef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884035" indent="-340013" algn="l" defTabSz="544022" rtl="0" eaLnBrk="1" latinLnBrk="0" hangingPunct="1">
        <a:spcBef>
          <a:spcPct val="20000"/>
        </a:spcBef>
        <a:buFont typeface="Arial"/>
        <a:buChar char="–"/>
        <a:defRPr sz="3333" kern="1200">
          <a:solidFill>
            <a:schemeClr val="tx1"/>
          </a:solidFill>
          <a:latin typeface="+mn-lt"/>
          <a:ea typeface="+mn-ea"/>
          <a:cs typeface="+mn-cs"/>
        </a:defRPr>
      </a:lvl2pPr>
      <a:lvl3pPr marL="1360057" indent="-272011" algn="l" defTabSz="54402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904076" indent="-272011" algn="l" defTabSz="54402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8097" indent="-272011" algn="l" defTabSz="544022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2124" indent="-272011" algn="l" defTabSz="54402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6146" indent="-272011" algn="l" defTabSz="54402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0167" indent="-272011" algn="l" defTabSz="54402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4188" indent="-272011" algn="l" defTabSz="54402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022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043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066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6090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0113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4134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8157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2178" algn="l" defTabSz="544022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2506375" y="6697265"/>
            <a:ext cx="7179249" cy="22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sz="844" dirty="0" smtClean="0">
                <a:solidFill>
                  <a:srgbClr val="FFFFFF">
                    <a:lumMod val="50000"/>
                  </a:srgbClr>
                </a:solidFill>
                <a:sym typeface="GillSans" pitchFamily="34" charset="0"/>
              </a:rPr>
              <a:t>Projeto CRM para Consumidora Final &amp; Workflow</a:t>
            </a:r>
            <a:endParaRPr lang="pt-BR" sz="844" dirty="0">
              <a:solidFill>
                <a:srgbClr val="FFFFFF">
                  <a:lumMod val="50000"/>
                </a:srgbClr>
              </a:solidFill>
              <a:sym typeface="GillSans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0" y="6663235"/>
            <a:ext cx="2845135" cy="22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pt-BR" sz="844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F8671D5-F472-4173-A642-481B88FF3E52}" type="slidenum">
              <a:rPr>
                <a:solidFill>
                  <a:srgbClr val="FFFFFF">
                    <a:lumMod val="50000"/>
                  </a:srgbClr>
                </a:solidFill>
                <a:sym typeface="GillSans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>
              <a:solidFill>
                <a:srgbClr val="FFFFFF">
                  <a:lumMod val="50000"/>
                </a:srgbClr>
              </a:solidFill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72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+mj-lt"/>
          <a:ea typeface="+mj-ea"/>
          <a:cs typeface="+mj-cs"/>
          <a:sym typeface="GillSans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pitchFamily="34" charset="0"/>
        </a:defRPr>
      </a:lvl5pPr>
      <a:lvl6pPr marL="428653" algn="ctr" rtl="0" fontAlgn="base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charset="0"/>
        </a:defRPr>
      </a:lvl6pPr>
      <a:lvl7pPr marL="857305" algn="ctr" rtl="0" fontAlgn="base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charset="0"/>
        </a:defRPr>
      </a:lvl7pPr>
      <a:lvl8pPr marL="1285957" algn="ctr" rtl="0" fontAlgn="base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charset="0"/>
        </a:defRPr>
      </a:lvl8pPr>
      <a:lvl9pPr marL="1714611" algn="ctr" rtl="0" fontAlgn="base">
        <a:spcBef>
          <a:spcPct val="0"/>
        </a:spcBef>
        <a:spcAft>
          <a:spcPct val="0"/>
        </a:spcAft>
        <a:defRPr sz="7876">
          <a:solidFill>
            <a:schemeClr val="tx1"/>
          </a:solidFill>
          <a:latin typeface="GillSans" charset="0"/>
          <a:ea typeface="ヒラギノ角ゴ ProN W3" charset="-128"/>
          <a:cs typeface="ヒラギノ角ゴ ProN W3" charset="-128"/>
          <a:sym typeface="GillSans" charset="0"/>
        </a:defRPr>
      </a:lvl9pPr>
    </p:titleStyle>
    <p:bodyStyle>
      <a:lvl1pPr marL="738235" indent="-535816" algn="l" rtl="0" eaLnBrk="0" fontAlgn="base" hangingPunct="0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pitchFamily="34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pitchFamily="34" charset="0"/>
        </a:defRPr>
      </a:lvl1pPr>
      <a:lvl2pPr marL="1154980" indent="-535816" algn="l" rtl="0" eaLnBrk="0" fontAlgn="base" hangingPunct="0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pitchFamily="34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pitchFamily="34" charset="0"/>
        </a:defRPr>
      </a:lvl2pPr>
      <a:lvl3pPr marL="1571727" indent="-535816" algn="l" rtl="0" eaLnBrk="0" fontAlgn="base" hangingPunct="0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pitchFamily="34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pitchFamily="34" charset="0"/>
        </a:defRPr>
      </a:lvl3pPr>
      <a:lvl4pPr marL="1988472" indent="-535816" algn="l" rtl="0" eaLnBrk="0" fontAlgn="base" hangingPunct="0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pitchFamily="34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pitchFamily="34" charset="0"/>
        </a:defRPr>
      </a:lvl4pPr>
      <a:lvl5pPr marL="2405217" indent="-535816" algn="l" rtl="0" eaLnBrk="0" fontAlgn="base" hangingPunct="0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pitchFamily="34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pitchFamily="34" charset="0"/>
        </a:defRPr>
      </a:lvl5pPr>
      <a:lvl6pPr marL="2833870" indent="-535816" algn="l" rtl="0" fontAlgn="base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6pPr>
      <a:lvl7pPr marL="3262523" indent="-535816" algn="l" rtl="0" fontAlgn="base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7pPr>
      <a:lvl8pPr marL="3691175" indent="-535816" algn="l" rtl="0" fontAlgn="base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8pPr>
      <a:lvl9pPr marL="4119829" indent="-535816" algn="l" rtl="0" fontAlgn="base">
        <a:spcBef>
          <a:spcPts val="2250"/>
        </a:spcBef>
        <a:spcAft>
          <a:spcPct val="0"/>
        </a:spcAft>
        <a:buClr>
          <a:srgbClr val="000000"/>
        </a:buClr>
        <a:buSzPct val="171000"/>
        <a:buFont typeface="GillSans" charset="0"/>
        <a:buChar char="•"/>
        <a:defRPr sz="3937">
          <a:solidFill>
            <a:schemeClr val="tx1"/>
          </a:solidFill>
          <a:latin typeface="+mn-lt"/>
          <a:ea typeface="+mn-ea"/>
          <a:cs typeface="+mn-cs"/>
          <a:sym typeface="GillSans" charset="0"/>
        </a:defRPr>
      </a:lvl9pPr>
    </p:bodyStyle>
    <p:otherStyle>
      <a:defPPr>
        <a:defRPr lang="en-US"/>
      </a:defPPr>
      <a:lvl1pPr marL="0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1pPr>
      <a:lvl2pPr marL="428653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2pPr>
      <a:lvl3pPr marL="857305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3pPr>
      <a:lvl4pPr marL="1285957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4pPr>
      <a:lvl5pPr marL="1714611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5pPr>
      <a:lvl6pPr marL="2143263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6pPr>
      <a:lvl7pPr marL="2571916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7pPr>
      <a:lvl8pPr marL="3000569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8pPr>
      <a:lvl9pPr marL="3429221" algn="l" defTabSz="428653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5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5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3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5pPr>
      <a:lvl6pPr marL="257776" algn="ctr" rtl="0" fontAlgn="base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6pPr>
      <a:lvl7pPr marL="515549" algn="ctr" rtl="0" fontAlgn="base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7pPr>
      <a:lvl8pPr marL="773327" algn="ctr" rtl="0" fontAlgn="base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8pPr>
      <a:lvl9pPr marL="1031104" algn="ctr" rtl="0" fontAlgn="base">
        <a:spcBef>
          <a:spcPct val="0"/>
        </a:spcBef>
        <a:spcAft>
          <a:spcPct val="0"/>
        </a:spcAft>
        <a:defRPr sz="2430">
          <a:solidFill>
            <a:schemeClr val="tx1"/>
          </a:solidFill>
          <a:latin typeface="Calibri" pitchFamily="34" charset="0"/>
        </a:defRPr>
      </a:lvl9pPr>
    </p:titleStyle>
    <p:bodyStyle>
      <a:lvl1pPr marL="192450" indent="-192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23" kern="1200">
          <a:solidFill>
            <a:schemeClr val="tx1"/>
          </a:solidFill>
          <a:latin typeface="+mn-lt"/>
          <a:ea typeface="+mn-ea"/>
          <a:cs typeface="+mn-cs"/>
        </a:defRPr>
      </a:lvl1pPr>
      <a:lvl2pPr marL="418014" indent="-16022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643576" indent="-12800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367" kern="1200">
          <a:solidFill>
            <a:schemeClr val="tx1"/>
          </a:solidFill>
          <a:latin typeface="+mn-lt"/>
          <a:ea typeface="+mn-ea"/>
          <a:cs typeface="+mn-cs"/>
        </a:defRPr>
      </a:lvl3pPr>
      <a:lvl4pPr marL="901363" indent="-12800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159154" indent="-12800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17767" indent="-128888" algn="l" defTabSz="515549" rtl="0" eaLnBrk="1" latinLnBrk="0" hangingPunct="1">
        <a:spcBef>
          <a:spcPct val="20000"/>
        </a:spcBef>
        <a:buFont typeface="Arial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75542" indent="-128888" algn="l" defTabSz="515549" rtl="0" eaLnBrk="1" latinLnBrk="0" hangingPunct="1">
        <a:spcBef>
          <a:spcPct val="20000"/>
        </a:spcBef>
        <a:buFont typeface="Arial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933317" indent="-128888" algn="l" defTabSz="515549" rtl="0" eaLnBrk="1" latinLnBrk="0" hangingPunct="1">
        <a:spcBef>
          <a:spcPct val="20000"/>
        </a:spcBef>
        <a:buFont typeface="Arial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91094" indent="-128888" algn="l" defTabSz="515549" rtl="0" eaLnBrk="1" latinLnBrk="0" hangingPunct="1">
        <a:spcBef>
          <a:spcPct val="20000"/>
        </a:spcBef>
        <a:buFont typeface="Arial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57776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15549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773327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31104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288877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546655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04427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062207" algn="l" defTabSz="515549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11" Type="http://schemas.openxmlformats.org/officeDocument/2006/relationships/image" Target="../media/image37.jpeg"/><Relationship Id="rId5" Type="http://schemas.openxmlformats.org/officeDocument/2006/relationships/image" Target="../media/image31.jpeg"/><Relationship Id="rId10" Type="http://schemas.openxmlformats.org/officeDocument/2006/relationships/image" Target="../media/image36.jpeg"/><Relationship Id="rId4" Type="http://schemas.openxmlformats.org/officeDocument/2006/relationships/image" Target="../media/image30.jpeg"/><Relationship Id="rId9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5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59.png"/><Relationship Id="rId7" Type="http://schemas.openxmlformats.org/officeDocument/2006/relationships/image" Target="../media/image2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png"/><Relationship Id="rId9" Type="http://schemas.openxmlformats.org/officeDocument/2006/relationships/image" Target="../media/image6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65.emf"/><Relationship Id="rId4" Type="http://schemas.openxmlformats.org/officeDocument/2006/relationships/package" Target="../embeddings/Microsoft_Excel_Worksheet1.xls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66.png"/><Relationship Id="rId5" Type="http://schemas.openxmlformats.org/officeDocument/2006/relationships/slide" Target="slide16.xml"/><Relationship Id="rId4" Type="http://schemas.openxmlformats.org/officeDocument/2006/relationships/slide" Target="slide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s://www.google.com.br/url?sa=i&amp;rct=j&amp;q=&amp;esrc=s&amp;frm=1&amp;source=images&amp;cd=&amp;cad=rja&amp;uact=8&amp;ved=0CAcQjRxqFQoTCM_Z2OHgjccCFUOkHgod_eYGOQ&amp;url=https://twitter.com/globalok&amp;ei=hM-_Vc-HGcPIev3Nm8gD&amp;bvm=bv.99261572,d.dmo&amp;psig=AFQjCNHbYEfD-_Vf5jTeYW_9bug2rS1Lgg&amp;ust=1438720256377079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chart" Target="../charts/chart6.xml"/><Relationship Id="rId3" Type="http://schemas.openxmlformats.org/officeDocument/2006/relationships/image" Target="../media/image71.jpeg"/><Relationship Id="rId7" Type="http://schemas.openxmlformats.org/officeDocument/2006/relationships/image" Target="../media/image75.jpeg"/><Relationship Id="rId12" Type="http://schemas.openxmlformats.org/officeDocument/2006/relationships/chart" Target="../charts/chart5.xml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jpeg"/><Relationship Id="rId11" Type="http://schemas.openxmlformats.org/officeDocument/2006/relationships/chart" Target="../charts/chart4.xml"/><Relationship Id="rId5" Type="http://schemas.openxmlformats.org/officeDocument/2006/relationships/image" Target="../media/image73.jpeg"/><Relationship Id="rId10" Type="http://schemas.openxmlformats.org/officeDocument/2006/relationships/chart" Target="../charts/chart3.xml"/><Relationship Id="rId4" Type="http://schemas.openxmlformats.org/officeDocument/2006/relationships/image" Target="../media/image72.png"/><Relationship Id="rId9" Type="http://schemas.openxmlformats.org/officeDocument/2006/relationships/chart" Target="../charts/char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0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0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tiff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0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0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26" Type="http://schemas.openxmlformats.org/officeDocument/2006/relationships/image" Target="../media/image119.png"/><Relationship Id="rId3" Type="http://schemas.openxmlformats.org/officeDocument/2006/relationships/image" Target="../media/image99.png"/><Relationship Id="rId21" Type="http://schemas.openxmlformats.org/officeDocument/2006/relationships/image" Target="../media/image117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5" Type="http://schemas.openxmlformats.org/officeDocument/2006/relationships/image" Target="../media/image98.png"/><Relationship Id="rId2" Type="http://schemas.openxmlformats.org/officeDocument/2006/relationships/image" Target="../media/image94.png"/><Relationship Id="rId16" Type="http://schemas.openxmlformats.org/officeDocument/2006/relationships/image" Target="../media/image112.png"/><Relationship Id="rId20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24" Type="http://schemas.openxmlformats.org/officeDocument/2006/relationships/image" Target="../media/image8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23" Type="http://schemas.openxmlformats.org/officeDocument/2006/relationships/image" Target="../media/image97.png"/><Relationship Id="rId28" Type="http://schemas.openxmlformats.org/officeDocument/2006/relationships/image" Target="../media/image121.png"/><Relationship Id="rId10" Type="http://schemas.openxmlformats.org/officeDocument/2006/relationships/image" Target="../media/image106.png"/><Relationship Id="rId19" Type="http://schemas.openxmlformats.org/officeDocument/2006/relationships/image" Target="../media/image115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Relationship Id="rId22" Type="http://schemas.openxmlformats.org/officeDocument/2006/relationships/image" Target="../media/image118.png"/><Relationship Id="rId27" Type="http://schemas.openxmlformats.org/officeDocument/2006/relationships/image" Target="../media/image1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0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0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13" Type="http://schemas.openxmlformats.org/officeDocument/2006/relationships/chart" Target="../charts/chart18.xml"/><Relationship Id="rId3" Type="http://schemas.openxmlformats.org/officeDocument/2006/relationships/image" Target="../media/image71.jpeg"/><Relationship Id="rId7" Type="http://schemas.openxmlformats.org/officeDocument/2006/relationships/image" Target="../media/image75.jpeg"/><Relationship Id="rId12" Type="http://schemas.openxmlformats.org/officeDocument/2006/relationships/chart" Target="../charts/chart17.xml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jpeg"/><Relationship Id="rId11" Type="http://schemas.openxmlformats.org/officeDocument/2006/relationships/chart" Target="../charts/chart16.xml"/><Relationship Id="rId5" Type="http://schemas.openxmlformats.org/officeDocument/2006/relationships/image" Target="../media/image73.jpeg"/><Relationship Id="rId10" Type="http://schemas.openxmlformats.org/officeDocument/2006/relationships/chart" Target="../charts/chart15.xml"/><Relationship Id="rId4" Type="http://schemas.openxmlformats.org/officeDocument/2006/relationships/image" Target="../media/image72.png"/><Relationship Id="rId9" Type="http://schemas.openxmlformats.org/officeDocument/2006/relationships/chart" Target="../charts/char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6.jpeg"/><Relationship Id="rId4" Type="http://schemas.openxmlformats.org/officeDocument/2006/relationships/image" Target="../media/image125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Natura-9298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71" t="479" r="6071" b="479"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>
            <a:spLocks/>
          </p:cNvSpPr>
          <p:nvPr/>
        </p:nvSpPr>
        <p:spPr bwMode="auto">
          <a:xfrm>
            <a:off x="233218" y="2423955"/>
            <a:ext cx="6385791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7200" bIns="0"/>
          <a:lstStyle>
            <a:lvl1pPr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6000" b="1" dirty="0" smtClean="0">
                <a:latin typeface="Gill Sans Std Light" pitchFamily="34" charset="0"/>
                <a:sym typeface="Gill Sans Std Bold" charset="0"/>
              </a:rPr>
              <a:t>2°Encontro DAA</a:t>
            </a:r>
            <a:endParaRPr lang="en-US" altLang="pt-BR" sz="6000" b="1" dirty="0">
              <a:latin typeface="Gill Sans Std Light" pitchFamily="34" charset="0"/>
              <a:sym typeface="Gill Sans Std Bold" charset="0"/>
            </a:endParaRP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60482" y="6077501"/>
            <a:ext cx="8610600" cy="548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7200" bIns="0"/>
          <a:lstStyle>
            <a:lvl1pPr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spcBef>
                <a:spcPts val="2400"/>
              </a:spcBef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71000"/>
              <a:buFont typeface="GillSans" pitchFamily="34" charset="0"/>
              <a:buChar char="•"/>
              <a:defRPr sz="4200">
                <a:solidFill>
                  <a:schemeClr val="tx1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600" dirty="0" smtClean="0">
                <a:solidFill>
                  <a:schemeClr val="bg1"/>
                </a:solidFill>
                <a:latin typeface="Gill Sans MT" panose="020B0502020104020203" pitchFamily="34" charset="0"/>
                <a:sym typeface="Gill Sans Std" panose="020B0502020104020203" pitchFamily="34" charset="0"/>
              </a:rPr>
              <a:t>04 / Agosto / 2015</a:t>
            </a:r>
            <a:endParaRPr lang="en-US" altLang="pt-BR" sz="1600" dirty="0">
              <a:solidFill>
                <a:schemeClr val="bg1"/>
              </a:solidFill>
              <a:latin typeface="Gill Sans MT" panose="020B0502020104020203" pitchFamily="34" charset="0"/>
              <a:sym typeface="Gill Sans Std" panose="020B0502020104020203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600" dirty="0" err="1" smtClean="0">
                <a:solidFill>
                  <a:schemeClr val="bg1"/>
                </a:solidFill>
                <a:latin typeface="Gill Sans MT" panose="020B0502020104020203" pitchFamily="34" charset="0"/>
                <a:sym typeface="Gill Sans Std Light" panose="020B0302020104020203" pitchFamily="34" charset="0"/>
              </a:rPr>
              <a:t>Diretoria</a:t>
            </a:r>
            <a:r>
              <a:rPr lang="en-US" altLang="pt-BR" sz="1600" dirty="0" smtClean="0">
                <a:solidFill>
                  <a:schemeClr val="bg1"/>
                </a:solidFill>
                <a:latin typeface="Gill Sans MT" panose="020B0502020104020203" pitchFamily="34" charset="0"/>
                <a:sym typeface="Gill Sans Std Light" panose="020B0302020104020203" pitchFamily="34" charset="0"/>
              </a:rPr>
              <a:t> de </a:t>
            </a:r>
            <a:r>
              <a:rPr lang="en-US" altLang="pt-BR" sz="1600" dirty="0" err="1" smtClean="0">
                <a:solidFill>
                  <a:schemeClr val="bg1"/>
                </a:solidFill>
                <a:latin typeface="Gill Sans MT" panose="020B0502020104020203" pitchFamily="34" charset="0"/>
                <a:sym typeface="Gill Sans Std Light" panose="020B0302020104020203" pitchFamily="34" charset="0"/>
              </a:rPr>
              <a:t>Aplicações</a:t>
            </a:r>
            <a:r>
              <a:rPr lang="en-US" altLang="pt-BR" sz="1600" dirty="0" smtClean="0">
                <a:solidFill>
                  <a:schemeClr val="bg1"/>
                </a:solidFill>
                <a:latin typeface="Gill Sans MT" panose="020B0502020104020203" pitchFamily="34" charset="0"/>
                <a:sym typeface="Gill Sans Std Light" panose="020B0302020104020203" pitchFamily="34" charset="0"/>
              </a:rPr>
              <a:t> de </a:t>
            </a:r>
            <a:r>
              <a:rPr lang="en-US" altLang="pt-BR" sz="1600" dirty="0" err="1" smtClean="0">
                <a:solidFill>
                  <a:schemeClr val="bg1"/>
                </a:solidFill>
                <a:latin typeface="Gill Sans MT" panose="020B0502020104020203" pitchFamily="34" charset="0"/>
                <a:sym typeface="Gill Sans Std Light" panose="020B0302020104020203" pitchFamily="34" charset="0"/>
              </a:rPr>
              <a:t>Arquitetura</a:t>
            </a:r>
            <a:endParaRPr lang="en-US" altLang="pt-BR" sz="1600" dirty="0">
              <a:solidFill>
                <a:schemeClr val="bg1"/>
              </a:solidFill>
              <a:latin typeface="Gill Sans MT" panose="020B0502020104020203" pitchFamily="34" charset="0"/>
              <a:sym typeface="Gill Sans Std Light" panose="020B0302020104020203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5089" y="5917045"/>
            <a:ext cx="775990" cy="70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7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15452" y="856897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" name="Imagem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6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Boas Vindas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7" name="Rounded Rectangle 1"/>
          <p:cNvSpPr/>
          <p:nvPr/>
        </p:nvSpPr>
        <p:spPr>
          <a:xfrm rot="16200000">
            <a:off x="2120748" y="-15715"/>
            <a:ext cx="2608123" cy="5091802"/>
          </a:xfrm>
          <a:prstGeom prst="roundRect">
            <a:avLst>
              <a:gd name="adj" fmla="val 10545"/>
            </a:avLst>
          </a:prstGeom>
          <a:gradFill flip="none" rotWithShape="1">
            <a:gsLst>
              <a:gs pos="0">
                <a:srgbClr val="FFFFFF">
                  <a:lumMod val="95000"/>
                </a:srgbClr>
              </a:gs>
              <a:gs pos="100000">
                <a:srgbClr val="FFFFFF">
                  <a:lumMod val="85000"/>
                </a:srgbClr>
              </a:gs>
            </a:gsLst>
            <a:lin ang="16200000" scaled="1"/>
            <a:tileRect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1043232" y="1443600"/>
            <a:ext cx="1467842" cy="2390648"/>
            <a:chOff x="2910289" y="1381485"/>
            <a:chExt cx="2258442" cy="3001796"/>
          </a:xfrm>
        </p:grpSpPr>
        <p:sp>
          <p:nvSpPr>
            <p:cNvPr id="9" name="Moon 21"/>
            <p:cNvSpPr/>
            <p:nvPr/>
          </p:nvSpPr>
          <p:spPr>
            <a:xfrm rot="5400000">
              <a:off x="3345913" y="2560464"/>
              <a:ext cx="1387193" cy="2258442"/>
            </a:xfrm>
            <a:prstGeom prst="moon">
              <a:avLst>
                <a:gd name="adj" fmla="val 38298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1"/>
            <p:cNvGrpSpPr/>
            <p:nvPr/>
          </p:nvGrpSpPr>
          <p:grpSpPr>
            <a:xfrm>
              <a:off x="3132539" y="1381485"/>
              <a:ext cx="1769551" cy="1954686"/>
              <a:chOff x="1155700" y="1130300"/>
              <a:chExt cx="1769552" cy="1954686"/>
            </a:xfrm>
          </p:grpSpPr>
          <p:sp>
            <p:nvSpPr>
              <p:cNvPr id="11" name="Rectangle 2"/>
              <p:cNvSpPr/>
              <p:nvPr/>
            </p:nvSpPr>
            <p:spPr>
              <a:xfrm>
                <a:off x="1155700" y="1130300"/>
                <a:ext cx="1769552" cy="1954686"/>
              </a:xfrm>
              <a:prstGeom prst="rect">
                <a:avLst/>
              </a:prstGeom>
              <a:gradFill flip="none" rotWithShape="1">
                <a:gsLst>
                  <a:gs pos="59000">
                    <a:schemeClr val="bg2"/>
                  </a:gs>
                  <a:gs pos="47000">
                    <a:schemeClr val="bg2"/>
                  </a:gs>
                </a:gsLst>
                <a:lin ang="18900000" scaled="1"/>
                <a:tileRect/>
              </a:gra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3175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3"/>
              <p:cNvSpPr/>
              <p:nvPr/>
            </p:nvSpPr>
            <p:spPr>
              <a:xfrm>
                <a:off x="1184561" y="1172832"/>
                <a:ext cx="1738748" cy="1893825"/>
              </a:xfrm>
              <a:prstGeom prst="rect">
                <a:avLst/>
              </a:prstGeom>
              <a:blipFill dpi="0" rotWithShape="1"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48"/>
          <p:cNvGrpSpPr/>
          <p:nvPr/>
        </p:nvGrpSpPr>
        <p:grpSpPr>
          <a:xfrm>
            <a:off x="1087653" y="3011274"/>
            <a:ext cx="1323395" cy="510682"/>
            <a:chOff x="210915" y="2865486"/>
            <a:chExt cx="1927575" cy="510682"/>
          </a:xfrm>
        </p:grpSpPr>
        <p:sp>
          <p:nvSpPr>
            <p:cNvPr id="14" name="TextBox 150"/>
            <p:cNvSpPr txBox="1"/>
            <p:nvPr/>
          </p:nvSpPr>
          <p:spPr>
            <a:xfrm>
              <a:off x="218250" y="3099169"/>
              <a:ext cx="19202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Líder</a:t>
              </a:r>
              <a:r>
                <a:rPr lang="en-US" sz="12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de </a:t>
              </a:r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Aplicações</a:t>
              </a:r>
              <a:r>
                <a:rPr lang="en-US" sz="12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de </a:t>
              </a:r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Gestão</a:t>
              </a:r>
              <a:r>
                <a:rPr lang="en-US" sz="12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Empresarial</a:t>
              </a:r>
              <a:endParaRPr lang="en-US" sz="1200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51"/>
            <p:cNvSpPr txBox="1"/>
            <p:nvPr/>
          </p:nvSpPr>
          <p:spPr>
            <a:xfrm>
              <a:off x="210915" y="2865486"/>
              <a:ext cx="19202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Raquel Fares</a:t>
              </a:r>
              <a:endParaRPr lang="en-US" sz="1400" b="1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Rounded Rectangle 1"/>
          <p:cNvSpPr/>
          <p:nvPr/>
        </p:nvSpPr>
        <p:spPr>
          <a:xfrm rot="16200000">
            <a:off x="2120748" y="2710599"/>
            <a:ext cx="2608123" cy="5091804"/>
          </a:xfrm>
          <a:prstGeom prst="roundRect">
            <a:avLst>
              <a:gd name="adj" fmla="val 10545"/>
            </a:avLst>
          </a:prstGeom>
          <a:gradFill flip="none" rotWithShape="1">
            <a:gsLst>
              <a:gs pos="0">
                <a:srgbClr val="FFFFFF">
                  <a:lumMod val="95000"/>
                </a:srgbClr>
              </a:gs>
              <a:gs pos="100000">
                <a:srgbClr val="FFFFFF">
                  <a:lumMod val="85000"/>
                </a:srgbClr>
              </a:gs>
            </a:gsLst>
            <a:lin ang="16200000" scaled="1"/>
            <a:tileRect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 148"/>
          <p:cNvGrpSpPr/>
          <p:nvPr/>
        </p:nvGrpSpPr>
        <p:grpSpPr>
          <a:xfrm>
            <a:off x="1018191" y="5591234"/>
            <a:ext cx="1462257" cy="731349"/>
            <a:chOff x="218251" y="2760118"/>
            <a:chExt cx="1920239" cy="1191399"/>
          </a:xfrm>
        </p:grpSpPr>
        <p:sp>
          <p:nvSpPr>
            <p:cNvPr id="18" name="TextBox 150"/>
            <p:cNvSpPr txBox="1"/>
            <p:nvPr/>
          </p:nvSpPr>
          <p:spPr>
            <a:xfrm>
              <a:off x="218251" y="3099169"/>
              <a:ext cx="1920239" cy="8523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Líder</a:t>
              </a:r>
              <a:r>
                <a:rPr lang="en-US" sz="14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de </a:t>
              </a:r>
              <a:r>
                <a:rPr lang="en-US" sz="14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Aplicações</a:t>
              </a:r>
              <a:r>
                <a:rPr lang="en-US" sz="14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SAP</a:t>
              </a:r>
              <a:endParaRPr lang="en-US" sz="1400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51"/>
            <p:cNvSpPr txBox="1"/>
            <p:nvPr/>
          </p:nvSpPr>
          <p:spPr>
            <a:xfrm>
              <a:off x="218251" y="2760118"/>
              <a:ext cx="1920239" cy="501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James Camargo</a:t>
              </a:r>
              <a:endParaRPr lang="en-US" sz="1400" b="1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1045470" y="4144614"/>
            <a:ext cx="1537618" cy="2214283"/>
            <a:chOff x="2910289" y="1381485"/>
            <a:chExt cx="2258442" cy="3005263"/>
          </a:xfrm>
        </p:grpSpPr>
        <p:sp>
          <p:nvSpPr>
            <p:cNvPr id="21" name="Moon 21"/>
            <p:cNvSpPr/>
            <p:nvPr/>
          </p:nvSpPr>
          <p:spPr>
            <a:xfrm rot="5400000">
              <a:off x="3370171" y="2588188"/>
              <a:ext cx="1338678" cy="2258442"/>
            </a:xfrm>
            <a:prstGeom prst="moon">
              <a:avLst>
                <a:gd name="adj" fmla="val 38298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1"/>
            <p:cNvGrpSpPr/>
            <p:nvPr/>
          </p:nvGrpSpPr>
          <p:grpSpPr>
            <a:xfrm>
              <a:off x="3132539" y="1381485"/>
              <a:ext cx="1769551" cy="1954686"/>
              <a:chOff x="1155700" y="1130300"/>
              <a:chExt cx="1769552" cy="1954686"/>
            </a:xfrm>
          </p:grpSpPr>
          <p:sp>
            <p:nvSpPr>
              <p:cNvPr id="23" name="Rectangle 2"/>
              <p:cNvSpPr/>
              <p:nvPr/>
            </p:nvSpPr>
            <p:spPr>
              <a:xfrm>
                <a:off x="1155700" y="1130300"/>
                <a:ext cx="1769552" cy="1954686"/>
              </a:xfrm>
              <a:prstGeom prst="rect">
                <a:avLst/>
              </a:prstGeom>
              <a:gradFill flip="none" rotWithShape="1">
                <a:gsLst>
                  <a:gs pos="59000">
                    <a:schemeClr val="bg2"/>
                  </a:gs>
                  <a:gs pos="47000">
                    <a:schemeClr val="bg2"/>
                  </a:gs>
                </a:gsLst>
                <a:lin ang="18900000" scaled="1"/>
                <a:tileRect/>
              </a:gra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3175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3"/>
              <p:cNvSpPr/>
              <p:nvPr/>
            </p:nvSpPr>
            <p:spPr>
              <a:xfrm>
                <a:off x="1184561" y="1172832"/>
                <a:ext cx="1738748" cy="1893825"/>
              </a:xfrm>
              <a:prstGeom prst="rect">
                <a:avLst/>
              </a:prstGeom>
              <a:blipFill dpi="0" rotWithShape="1"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" name="Imagem 2"/>
          <p:cNvPicPr>
            <a:picLocks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9124" y="1660582"/>
            <a:ext cx="1255695" cy="1593989"/>
          </a:xfrm>
          <a:prstGeom prst="rect">
            <a:avLst/>
          </a:prstGeom>
        </p:spPr>
      </p:pic>
      <p:sp>
        <p:nvSpPr>
          <p:cNvPr id="25" name="TextBox 151"/>
          <p:cNvSpPr txBox="1"/>
          <p:nvPr/>
        </p:nvSpPr>
        <p:spPr>
          <a:xfrm>
            <a:off x="2775425" y="3263299"/>
            <a:ext cx="131835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Renato Farkas Lima</a:t>
            </a:r>
            <a:endParaRPr lang="en-US" sz="12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51"/>
          <p:cNvSpPr txBox="1"/>
          <p:nvPr/>
        </p:nvSpPr>
        <p:spPr>
          <a:xfrm>
            <a:off x="4203471" y="3341023"/>
            <a:ext cx="152356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Marisa Santos da Silva</a:t>
            </a:r>
            <a:endParaRPr lang="en-US" sz="12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51"/>
          <p:cNvSpPr txBox="1"/>
          <p:nvPr/>
        </p:nvSpPr>
        <p:spPr>
          <a:xfrm>
            <a:off x="3348314" y="5965592"/>
            <a:ext cx="131835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Danilo Tadashi </a:t>
            </a:r>
            <a:r>
              <a:rPr lang="en-US" sz="12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Doi</a:t>
            </a:r>
            <a:endParaRPr lang="en-US" sz="12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1"/>
          <p:cNvSpPr/>
          <p:nvPr/>
        </p:nvSpPr>
        <p:spPr>
          <a:xfrm rot="16200000">
            <a:off x="7355226" y="-12075"/>
            <a:ext cx="2608123" cy="5091802"/>
          </a:xfrm>
          <a:prstGeom prst="roundRect">
            <a:avLst>
              <a:gd name="adj" fmla="val 10545"/>
            </a:avLst>
          </a:prstGeom>
          <a:gradFill flip="none" rotWithShape="1">
            <a:gsLst>
              <a:gs pos="0">
                <a:srgbClr val="FFFFFF">
                  <a:lumMod val="95000"/>
                </a:srgbClr>
              </a:gs>
              <a:gs pos="100000">
                <a:srgbClr val="FFFFFF">
                  <a:lumMod val="85000"/>
                </a:srgbClr>
              </a:gs>
            </a:gsLst>
            <a:lin ang="16200000" scaled="1"/>
            <a:tileRect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1" name="Grupo 30"/>
          <p:cNvGrpSpPr/>
          <p:nvPr/>
        </p:nvGrpSpPr>
        <p:grpSpPr>
          <a:xfrm>
            <a:off x="6277710" y="1447240"/>
            <a:ext cx="1467842" cy="2390648"/>
            <a:chOff x="2910289" y="1381485"/>
            <a:chExt cx="2258442" cy="3001796"/>
          </a:xfrm>
        </p:grpSpPr>
        <p:sp>
          <p:nvSpPr>
            <p:cNvPr id="32" name="Moon 21"/>
            <p:cNvSpPr/>
            <p:nvPr/>
          </p:nvSpPr>
          <p:spPr>
            <a:xfrm rot="5400000">
              <a:off x="3345913" y="2560464"/>
              <a:ext cx="1387193" cy="2258442"/>
            </a:xfrm>
            <a:prstGeom prst="moon">
              <a:avLst>
                <a:gd name="adj" fmla="val 38298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1"/>
            <p:cNvGrpSpPr/>
            <p:nvPr/>
          </p:nvGrpSpPr>
          <p:grpSpPr>
            <a:xfrm>
              <a:off x="3132539" y="1381485"/>
              <a:ext cx="1769551" cy="1954686"/>
              <a:chOff x="1155700" y="1130300"/>
              <a:chExt cx="1769552" cy="1954686"/>
            </a:xfrm>
          </p:grpSpPr>
          <p:sp>
            <p:nvSpPr>
              <p:cNvPr id="34" name="Rectangle 2"/>
              <p:cNvSpPr/>
              <p:nvPr/>
            </p:nvSpPr>
            <p:spPr>
              <a:xfrm>
                <a:off x="1155700" y="1130300"/>
                <a:ext cx="1769552" cy="1954686"/>
              </a:xfrm>
              <a:prstGeom prst="rect">
                <a:avLst/>
              </a:prstGeom>
              <a:gradFill flip="none" rotWithShape="1">
                <a:gsLst>
                  <a:gs pos="59000">
                    <a:schemeClr val="bg2"/>
                  </a:gs>
                  <a:gs pos="47000">
                    <a:schemeClr val="bg2"/>
                  </a:gs>
                </a:gsLst>
                <a:lin ang="18900000" scaled="1"/>
                <a:tileRect/>
              </a:gra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3175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"/>
              <p:cNvSpPr/>
              <p:nvPr/>
            </p:nvSpPr>
            <p:spPr>
              <a:xfrm>
                <a:off x="1184561" y="1172832"/>
                <a:ext cx="1738748" cy="1893825"/>
              </a:xfrm>
              <a:prstGeom prst="rect">
                <a:avLst/>
              </a:prstGeom>
              <a:blipFill dpi="0" rotWithShape="1"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Rounded Rectangle 1"/>
          <p:cNvSpPr/>
          <p:nvPr/>
        </p:nvSpPr>
        <p:spPr>
          <a:xfrm rot="16200000">
            <a:off x="7355225" y="2710601"/>
            <a:ext cx="2608123" cy="5091802"/>
          </a:xfrm>
          <a:prstGeom prst="roundRect">
            <a:avLst>
              <a:gd name="adj" fmla="val 10545"/>
            </a:avLst>
          </a:prstGeom>
          <a:gradFill flip="none" rotWithShape="1">
            <a:gsLst>
              <a:gs pos="0">
                <a:srgbClr val="FFFFFF">
                  <a:lumMod val="95000"/>
                </a:srgbClr>
              </a:gs>
              <a:gs pos="100000">
                <a:srgbClr val="FFFFFF">
                  <a:lumMod val="85000"/>
                </a:srgbClr>
              </a:gs>
            </a:gsLst>
            <a:lin ang="16200000" scaled="1"/>
            <a:tileRect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7" name="Grupo 36"/>
          <p:cNvGrpSpPr/>
          <p:nvPr/>
        </p:nvGrpSpPr>
        <p:grpSpPr>
          <a:xfrm>
            <a:off x="6277709" y="4169916"/>
            <a:ext cx="1467842" cy="2390648"/>
            <a:chOff x="2910289" y="1381485"/>
            <a:chExt cx="2258442" cy="3001796"/>
          </a:xfrm>
        </p:grpSpPr>
        <p:sp>
          <p:nvSpPr>
            <p:cNvPr id="38" name="Moon 21"/>
            <p:cNvSpPr/>
            <p:nvPr/>
          </p:nvSpPr>
          <p:spPr>
            <a:xfrm rot="5400000">
              <a:off x="3345913" y="2560464"/>
              <a:ext cx="1387193" cy="2258442"/>
            </a:xfrm>
            <a:prstGeom prst="moon">
              <a:avLst>
                <a:gd name="adj" fmla="val 38298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1"/>
            <p:cNvGrpSpPr/>
            <p:nvPr/>
          </p:nvGrpSpPr>
          <p:grpSpPr>
            <a:xfrm>
              <a:off x="3132539" y="1381485"/>
              <a:ext cx="1769551" cy="1954686"/>
              <a:chOff x="1155700" y="1130300"/>
              <a:chExt cx="1769552" cy="1954686"/>
            </a:xfrm>
          </p:grpSpPr>
          <p:sp>
            <p:nvSpPr>
              <p:cNvPr id="40" name="Rectangle 2"/>
              <p:cNvSpPr/>
              <p:nvPr/>
            </p:nvSpPr>
            <p:spPr>
              <a:xfrm>
                <a:off x="1155700" y="1130300"/>
                <a:ext cx="1769552" cy="1954686"/>
              </a:xfrm>
              <a:prstGeom prst="rect">
                <a:avLst/>
              </a:prstGeom>
              <a:gradFill flip="none" rotWithShape="1">
                <a:gsLst>
                  <a:gs pos="59000">
                    <a:schemeClr val="bg2"/>
                  </a:gs>
                  <a:gs pos="47000">
                    <a:schemeClr val="bg2"/>
                  </a:gs>
                </a:gsLst>
                <a:lin ang="18900000" scaled="1"/>
                <a:tileRect/>
              </a:gra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3175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3"/>
              <p:cNvSpPr/>
              <p:nvPr/>
            </p:nvSpPr>
            <p:spPr>
              <a:xfrm>
                <a:off x="1184561" y="1172832"/>
                <a:ext cx="1738748" cy="1893825"/>
              </a:xfrm>
              <a:prstGeom prst="rect">
                <a:avLst/>
              </a:prstGeom>
              <a:blipFill dpi="0" rotWithShape="1">
                <a:blip r:embed="rId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2" name="Group 148"/>
          <p:cNvGrpSpPr/>
          <p:nvPr/>
        </p:nvGrpSpPr>
        <p:grpSpPr>
          <a:xfrm>
            <a:off x="6344253" y="3037836"/>
            <a:ext cx="1326555" cy="678400"/>
            <a:chOff x="210915" y="2865486"/>
            <a:chExt cx="1932178" cy="678400"/>
          </a:xfrm>
        </p:grpSpPr>
        <p:sp>
          <p:nvSpPr>
            <p:cNvPr id="43" name="TextBox 150"/>
            <p:cNvSpPr txBox="1"/>
            <p:nvPr/>
          </p:nvSpPr>
          <p:spPr>
            <a:xfrm>
              <a:off x="222853" y="3082221"/>
              <a:ext cx="192024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Líder</a:t>
              </a:r>
              <a:r>
                <a:rPr lang="en-US" sz="12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de </a:t>
              </a:r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Aplicações</a:t>
              </a:r>
              <a:r>
                <a:rPr lang="en-US" sz="12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Comerciais</a:t>
              </a:r>
              <a:endParaRPr lang="en-US" sz="1200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151"/>
            <p:cNvSpPr txBox="1"/>
            <p:nvPr/>
          </p:nvSpPr>
          <p:spPr>
            <a:xfrm>
              <a:off x="210915" y="2865486"/>
              <a:ext cx="19202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Lilian Elias</a:t>
              </a:r>
              <a:endParaRPr lang="en-US" sz="1200" b="1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5" name="Group 148"/>
          <p:cNvGrpSpPr/>
          <p:nvPr/>
        </p:nvGrpSpPr>
        <p:grpSpPr>
          <a:xfrm>
            <a:off x="6340727" y="5760512"/>
            <a:ext cx="1323395" cy="695348"/>
            <a:chOff x="210915" y="2865486"/>
            <a:chExt cx="1927575" cy="695348"/>
          </a:xfrm>
        </p:grpSpPr>
        <p:sp>
          <p:nvSpPr>
            <p:cNvPr id="46" name="TextBox 150"/>
            <p:cNvSpPr txBox="1"/>
            <p:nvPr/>
          </p:nvSpPr>
          <p:spPr>
            <a:xfrm>
              <a:off x="218250" y="3099169"/>
              <a:ext cx="192024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Líder</a:t>
              </a:r>
              <a:r>
                <a:rPr lang="en-US" sz="12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de </a:t>
              </a:r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Aplicações</a:t>
              </a:r>
              <a:r>
                <a:rPr lang="en-US" sz="1200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 de </a:t>
              </a:r>
              <a:r>
                <a:rPr lang="en-US" sz="1200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Negócio</a:t>
              </a:r>
              <a:endParaRPr lang="en-US" sz="1200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151"/>
            <p:cNvSpPr txBox="1"/>
            <p:nvPr/>
          </p:nvSpPr>
          <p:spPr>
            <a:xfrm>
              <a:off x="210915" y="2865486"/>
              <a:ext cx="19202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kern="0" dirty="0" smtClean="0">
                  <a:latin typeface="Agency FB" panose="020B0503020202020204" pitchFamily="34" charset="0"/>
                  <a:cs typeface="Arial" panose="020B0604020202020204" pitchFamily="34" charset="0"/>
                </a:rPr>
                <a:t>Luciano </a:t>
              </a:r>
              <a:r>
                <a:rPr lang="en-US" sz="1200" b="1" kern="0" dirty="0" err="1" smtClean="0">
                  <a:latin typeface="Agency FB" panose="020B0503020202020204" pitchFamily="34" charset="0"/>
                  <a:cs typeface="Arial" panose="020B0604020202020204" pitchFamily="34" charset="0"/>
                </a:rPr>
                <a:t>Abrantes</a:t>
              </a:r>
              <a:endParaRPr lang="en-US" sz="1200" b="1" dirty="0">
                <a:latin typeface="Agency FB" panose="020B05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9" name="TextBox 151"/>
          <p:cNvSpPr txBox="1"/>
          <p:nvPr/>
        </p:nvSpPr>
        <p:spPr>
          <a:xfrm>
            <a:off x="7860419" y="3132228"/>
            <a:ext cx="131835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Evaldo</a:t>
            </a:r>
            <a:r>
              <a:rPr lang="en-US" sz="12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Lisboa</a:t>
            </a:r>
            <a:r>
              <a:rPr lang="en-US" sz="12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Queiroz</a:t>
            </a:r>
            <a:endParaRPr lang="en-US" sz="12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151"/>
          <p:cNvSpPr txBox="1"/>
          <p:nvPr/>
        </p:nvSpPr>
        <p:spPr>
          <a:xfrm>
            <a:off x="9450212" y="3116071"/>
            <a:ext cx="131835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Odair Junior</a:t>
            </a:r>
            <a:endParaRPr lang="en-US" sz="12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151"/>
          <p:cNvSpPr txBox="1"/>
          <p:nvPr/>
        </p:nvSpPr>
        <p:spPr>
          <a:xfrm>
            <a:off x="8540639" y="5946784"/>
            <a:ext cx="131835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Eliseu</a:t>
            </a:r>
            <a:r>
              <a:rPr lang="en-US" sz="12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 Oliveira</a:t>
            </a:r>
            <a:endParaRPr lang="en-US" sz="12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Imagem 54"/>
          <p:cNvPicPr>
            <a:picLocks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138" y="4383567"/>
            <a:ext cx="1420941" cy="1582025"/>
          </a:xfrm>
          <a:prstGeom prst="rect">
            <a:avLst/>
          </a:prstGeom>
        </p:spPr>
      </p:pic>
      <p:pic>
        <p:nvPicPr>
          <p:cNvPr id="57" name="Imagem 56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2405" y="1697459"/>
            <a:ext cx="1194264" cy="1584405"/>
          </a:xfrm>
          <a:prstGeom prst="rect">
            <a:avLst/>
          </a:prstGeom>
        </p:spPr>
      </p:pic>
      <p:pic>
        <p:nvPicPr>
          <p:cNvPr id="58" name="Imagem 57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8751" y="1705122"/>
            <a:ext cx="1444962" cy="1444962"/>
          </a:xfrm>
          <a:prstGeom prst="rect">
            <a:avLst/>
          </a:prstGeom>
        </p:spPr>
      </p:pic>
      <p:pic>
        <p:nvPicPr>
          <p:cNvPr id="59" name="Imagem 58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7089" y="1705122"/>
            <a:ext cx="1225424" cy="1462485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4914" y="4548963"/>
            <a:ext cx="1049811" cy="139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6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Agenda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" name="Retângulo 5"/>
          <p:cNvSpPr>
            <a:spLocks noChangeArrowheads="1"/>
          </p:cNvSpPr>
          <p:nvPr/>
        </p:nvSpPr>
        <p:spPr bwMode="auto">
          <a:xfrm>
            <a:off x="177923" y="1051198"/>
            <a:ext cx="888795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742950" indent="-7429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Projeto Melhoria Contínua dos Serviços de TD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Status dos Projetos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Plano </a:t>
            </a:r>
            <a:r>
              <a:rPr lang="pt-BR" sz="2800" dirty="0">
                <a:solidFill>
                  <a:schemeClr val="tx1"/>
                </a:solidFill>
                <a:latin typeface="Gill Sans Std Light" panose="020B0302020104020203" pitchFamily="34" charset="0"/>
              </a:rPr>
              <a:t>T</a:t>
            </a: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ático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Reconhecimento</a:t>
            </a:r>
          </a:p>
          <a:p>
            <a:pPr marL="0" indent="0"/>
            <a:endParaRPr lang="pt-BR" sz="1200" dirty="0">
              <a:solidFill>
                <a:schemeClr val="tx1"/>
              </a:solidFill>
              <a:latin typeface="Gill Sans Std Light" panose="020B0302020104020203" pitchFamily="34" charset="0"/>
            </a:endParaRPr>
          </a:p>
        </p:txBody>
      </p:sp>
      <p:grpSp>
        <p:nvGrpSpPr>
          <p:cNvPr id="7" name="Group 2"/>
          <p:cNvGrpSpPr/>
          <p:nvPr/>
        </p:nvGrpSpPr>
        <p:grpSpPr>
          <a:xfrm>
            <a:off x="6464977" y="2137516"/>
            <a:ext cx="6256204" cy="4406282"/>
            <a:chOff x="3641289" y="1740269"/>
            <a:chExt cx="6256204" cy="4406282"/>
          </a:xfrm>
        </p:grpSpPr>
        <p:pic>
          <p:nvPicPr>
            <p:cNvPr id="9" name="Picture 8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260000">
              <a:off x="3641289" y="4652805"/>
              <a:ext cx="6256204" cy="1493746"/>
            </a:xfrm>
            <a:prstGeom prst="rect">
              <a:avLst/>
            </a:prstGeom>
          </p:spPr>
        </p:pic>
        <p:grpSp>
          <p:nvGrpSpPr>
            <p:cNvPr id="10" name="Group 6"/>
            <p:cNvGrpSpPr/>
            <p:nvPr/>
          </p:nvGrpSpPr>
          <p:grpSpPr>
            <a:xfrm>
              <a:off x="4490541" y="1740269"/>
              <a:ext cx="4041172" cy="3714022"/>
              <a:chOff x="4670328" y="2315695"/>
              <a:chExt cx="4041172" cy="3714022"/>
            </a:xfrm>
            <a:scene3d>
              <a:camera prst="perspectiveContrastingLeftFacing" fov="4200000"/>
              <a:lightRig rig="threePt" dir="t"/>
            </a:scene3d>
          </p:grpSpPr>
          <p:sp>
            <p:nvSpPr>
              <p:cNvPr id="11" name="Rounded Rectangle 1"/>
              <p:cNvSpPr/>
              <p:nvPr/>
            </p:nvSpPr>
            <p:spPr>
              <a:xfrm>
                <a:off x="4670328" y="2443163"/>
                <a:ext cx="4041172" cy="3586554"/>
              </a:xfrm>
              <a:prstGeom prst="roundRect">
                <a:avLst>
                  <a:gd name="adj" fmla="val 6573"/>
                </a:avLst>
              </a:prstGeom>
              <a:gradFill flip="none" rotWithShape="1">
                <a:gsLst>
                  <a:gs pos="99000">
                    <a:sysClr val="window" lastClr="FFFFFF">
                      <a:lumMod val="65000"/>
                    </a:sysClr>
                  </a:gs>
                  <a:gs pos="0">
                    <a:sysClr val="windowText" lastClr="000000">
                      <a:lumMod val="50000"/>
                      <a:lumOff val="50000"/>
                    </a:sysClr>
                  </a:gs>
                </a:gsLst>
                <a:lin ang="16200000" scaled="1"/>
                <a:tileRect/>
              </a:gradFill>
              <a:ln w="25400" cap="flat" cmpd="sng" algn="ctr">
                <a:noFill/>
                <a:prstDash val="solid"/>
              </a:ln>
              <a:effectLst/>
              <a:sp3d prstMaterial="matte">
                <a:bevelT w="127000" h="38100"/>
              </a:sp3d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ounded Rectangle 142"/>
              <p:cNvSpPr/>
              <p:nvPr/>
            </p:nvSpPr>
            <p:spPr>
              <a:xfrm>
                <a:off x="4901545" y="2744459"/>
                <a:ext cx="3630168" cy="3120666"/>
              </a:xfrm>
              <a:prstGeom prst="roundRect">
                <a:avLst>
                  <a:gd name="adj" fmla="val 8072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Rounded Rectangle 141"/>
              <p:cNvSpPr/>
              <p:nvPr/>
            </p:nvSpPr>
            <p:spPr>
              <a:xfrm>
                <a:off x="4899417" y="2673023"/>
                <a:ext cx="3630168" cy="3120666"/>
              </a:xfrm>
              <a:prstGeom prst="roundRect">
                <a:avLst>
                  <a:gd name="adj" fmla="val 6043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189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Rounded Rectangle 5"/>
              <p:cNvSpPr/>
              <p:nvPr/>
            </p:nvSpPr>
            <p:spPr>
              <a:xfrm>
                <a:off x="4900101" y="2630201"/>
                <a:ext cx="3630168" cy="3120666"/>
              </a:xfrm>
              <a:prstGeom prst="roundRect">
                <a:avLst>
                  <a:gd name="adj" fmla="val 6119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6" name="Group 36"/>
              <p:cNvGrpSpPr/>
              <p:nvPr/>
            </p:nvGrpSpPr>
            <p:grpSpPr>
              <a:xfrm>
                <a:off x="4900305" y="2943648"/>
                <a:ext cx="3624798" cy="2542711"/>
                <a:chOff x="5113055" y="2897735"/>
                <a:chExt cx="2900482" cy="2034623"/>
              </a:xfrm>
            </p:grpSpPr>
            <p:grpSp>
              <p:nvGrpSpPr>
                <p:cNvPr id="61" name="Group 61"/>
                <p:cNvGrpSpPr/>
                <p:nvPr/>
              </p:nvGrpSpPr>
              <p:grpSpPr>
                <a:xfrm>
                  <a:off x="5113055" y="2897735"/>
                  <a:ext cx="2896899" cy="606092"/>
                  <a:chOff x="5113055" y="2897735"/>
                  <a:chExt cx="2896899" cy="606092"/>
                </a:xfrm>
              </p:grpSpPr>
              <p:cxnSp>
                <p:nvCxnSpPr>
                  <p:cNvPr id="71" name="Straight Connector 7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2" name="Straight Connector 7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3" name="Straight Connector 73"/>
                  <p:cNvCxnSpPr/>
                  <p:nvPr/>
                </p:nvCxnSpPr>
                <p:spPr>
                  <a:xfrm>
                    <a:off x="5113055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4" name="Straight Connector 74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2" name="Group 62"/>
                <p:cNvGrpSpPr/>
                <p:nvPr/>
              </p:nvGrpSpPr>
              <p:grpSpPr>
                <a:xfrm>
                  <a:off x="5114099" y="3715035"/>
                  <a:ext cx="2898781" cy="606092"/>
                  <a:chOff x="5108453" y="2897735"/>
                  <a:chExt cx="2898781" cy="606092"/>
                </a:xfrm>
              </p:grpSpPr>
              <p:cxnSp>
                <p:nvCxnSpPr>
                  <p:cNvPr id="67" name="Straight Connector 67"/>
                  <p:cNvCxnSpPr/>
                  <p:nvPr/>
                </p:nvCxnSpPr>
                <p:spPr>
                  <a:xfrm>
                    <a:off x="511137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8" name="Straight Connector 68"/>
                  <p:cNvCxnSpPr/>
                  <p:nvPr/>
                </p:nvCxnSpPr>
                <p:spPr>
                  <a:xfrm>
                    <a:off x="511137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9" name="Straight Connector 6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0" name="Straight Connector 70"/>
                  <p:cNvCxnSpPr/>
                  <p:nvPr/>
                </p:nvCxnSpPr>
                <p:spPr>
                  <a:xfrm>
                    <a:off x="5109494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3" name="Group 63"/>
                <p:cNvGrpSpPr/>
                <p:nvPr/>
              </p:nvGrpSpPr>
              <p:grpSpPr>
                <a:xfrm>
                  <a:off x="5116006" y="4523822"/>
                  <a:ext cx="2897531" cy="408536"/>
                  <a:chOff x="5106777" y="2897735"/>
                  <a:chExt cx="2897531" cy="408536"/>
                </a:xfrm>
              </p:grpSpPr>
              <p:cxnSp>
                <p:nvCxnSpPr>
                  <p:cNvPr id="64" name="Straight Connector 64"/>
                  <p:cNvCxnSpPr/>
                  <p:nvPr/>
                </p:nvCxnSpPr>
                <p:spPr>
                  <a:xfrm>
                    <a:off x="5106777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5" name="Straight Connector 65"/>
                  <p:cNvCxnSpPr/>
                  <p:nvPr/>
                </p:nvCxnSpPr>
                <p:spPr>
                  <a:xfrm>
                    <a:off x="5106777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6" name="Straight Connector 66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7" name="Group 37"/>
              <p:cNvGrpSpPr/>
              <p:nvPr/>
            </p:nvGrpSpPr>
            <p:grpSpPr>
              <a:xfrm rot="16200000">
                <a:off x="4845414" y="2963238"/>
                <a:ext cx="3011045" cy="2542714"/>
                <a:chOff x="5108454" y="2897732"/>
                <a:chExt cx="2910729" cy="2034626"/>
              </a:xfrm>
            </p:grpSpPr>
            <p:grpSp>
              <p:nvGrpSpPr>
                <p:cNvPr id="47" name="Group 44"/>
                <p:cNvGrpSpPr/>
                <p:nvPr/>
              </p:nvGrpSpPr>
              <p:grpSpPr>
                <a:xfrm>
                  <a:off x="5108454" y="28977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7" name="Straight Connector 5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8" name="Straight Connector 5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9" name="Straight Connector 5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0" name="Straight Connector 60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8" name="Group 45"/>
                <p:cNvGrpSpPr/>
                <p:nvPr/>
              </p:nvGrpSpPr>
              <p:grpSpPr>
                <a:xfrm>
                  <a:off x="5114099" y="37150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3" name="Straight Connector 5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4" name="Straight Connector 5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5" name="Straight Connector 53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6" name="Straight Connector 56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9" name="Group 46"/>
                <p:cNvGrpSpPr/>
                <p:nvPr/>
              </p:nvGrpSpPr>
              <p:grpSpPr>
                <a:xfrm>
                  <a:off x="5117682" y="4523822"/>
                  <a:ext cx="2901501" cy="408536"/>
                  <a:chOff x="5108453" y="2897735"/>
                  <a:chExt cx="2901501" cy="408536"/>
                </a:xfrm>
              </p:grpSpPr>
              <p:cxnSp>
                <p:nvCxnSpPr>
                  <p:cNvPr id="50" name="Straight Connector 4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1" name="Straight Connector 4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2" name="Straight Connector 4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8" name="Group 38"/>
              <p:cNvGrpSpPr/>
              <p:nvPr/>
            </p:nvGrpSpPr>
            <p:grpSpPr>
              <a:xfrm rot="16200000">
                <a:off x="5853280" y="4014128"/>
                <a:ext cx="3001499" cy="408536"/>
                <a:chOff x="5108453" y="2897735"/>
                <a:chExt cx="2901501" cy="408536"/>
              </a:xfrm>
            </p:grpSpPr>
            <p:cxnSp>
              <p:nvCxnSpPr>
                <p:cNvPr id="44" name="Straight Connector 39"/>
                <p:cNvCxnSpPr/>
                <p:nvPr/>
              </p:nvCxnSpPr>
              <p:spPr>
                <a:xfrm>
                  <a:off x="5114099" y="2897735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5" name="Straight Connector 42"/>
                <p:cNvCxnSpPr/>
                <p:nvPr/>
              </p:nvCxnSpPr>
              <p:spPr>
                <a:xfrm>
                  <a:off x="5114099" y="3120004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6" name="Straight Connector 43"/>
                <p:cNvCxnSpPr/>
                <p:nvPr/>
              </p:nvCxnSpPr>
              <p:spPr>
                <a:xfrm>
                  <a:off x="5108453" y="3306271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</p:grpSp>
          <p:sp>
            <p:nvSpPr>
              <p:cNvPr id="19" name="Round Same Side Corner Rectangle 75"/>
              <p:cNvSpPr/>
              <p:nvPr/>
            </p:nvSpPr>
            <p:spPr>
              <a:xfrm>
                <a:off x="4891881" y="2631941"/>
                <a:ext cx="3639312" cy="777241"/>
              </a:xfrm>
              <a:prstGeom prst="round2SameRect">
                <a:avLst>
                  <a:gd name="adj1" fmla="val 24593"/>
                  <a:gd name="adj2" fmla="val 0"/>
                </a:avLst>
              </a:prstGeom>
              <a:gradFill>
                <a:gsLst>
                  <a:gs pos="97917">
                    <a:srgbClr val="FFFF99"/>
                  </a:gs>
                  <a:gs pos="0">
                    <a:srgbClr val="F79646">
                      <a:lumMod val="50000"/>
                    </a:srgbClr>
                  </a:gs>
                  <a:gs pos="82000">
                    <a:srgbClr val="FFC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143"/>
              <p:cNvSpPr txBox="1"/>
              <p:nvPr/>
            </p:nvSpPr>
            <p:spPr>
              <a:xfrm>
                <a:off x="5039223" y="3357983"/>
                <a:ext cx="3319084" cy="2292935"/>
              </a:xfrm>
              <a:prstGeom prst="rect">
                <a:avLst/>
              </a:prstGeom>
              <a:noFill/>
              <a:sp3d prstMaterial="matte"/>
            </p:spPr>
            <p:txBody>
              <a:bodyPr wrap="square" lIns="182880" tIns="91440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0" b="1" dirty="0" smtClean="0">
                    <a:ln w="17780" cmpd="sng">
                      <a:noFill/>
                      <a:prstDash val="solid"/>
                      <a:miter lim="800000"/>
                    </a:ln>
                    <a:gradFill rotWithShape="1">
                      <a:gsLst>
                        <a:gs pos="0">
                          <a:srgbClr val="000000">
                            <a:tint val="92000"/>
                            <a:shade val="100000"/>
                            <a:satMod val="150000"/>
                          </a:srgbClr>
                        </a:gs>
                        <a:gs pos="49000">
                          <a:srgbClr val="000000">
                            <a:tint val="89000"/>
                            <a:shade val="90000"/>
                            <a:satMod val="150000"/>
                          </a:srgbClr>
                        </a:gs>
                        <a:gs pos="50000">
                          <a:srgbClr val="000000">
                            <a:tint val="100000"/>
                            <a:shade val="75000"/>
                            <a:satMod val="150000"/>
                          </a:srgbClr>
                        </a:gs>
                        <a:gs pos="95000">
                          <a:srgbClr val="000000">
                            <a:shade val="47000"/>
                            <a:satMod val="150000"/>
                          </a:srgbClr>
                        </a:gs>
                        <a:gs pos="100000">
                          <a:srgbClr val="000000">
                            <a:shade val="39000"/>
                            <a:satMod val="150000"/>
                          </a:srgbClr>
                        </a:gs>
                      </a:gsLst>
                      <a:lin ang="5400000"/>
                    </a:gradFill>
                    <a:effectLst>
                      <a:outerShdw blurRad="50800" algn="tl" rotWithShape="0">
                        <a:srgbClr val="000000"/>
                      </a:outerShdw>
                    </a:effectLst>
                    <a:latin typeface="Arial Black" pitchFamily="34" charset="0"/>
                  </a:rPr>
                  <a:t>04</a:t>
                </a:r>
                <a:endParaRPr kumimoji="0" lang="en-US" sz="14000" b="1" i="0" u="none" strike="noStrike" kern="1200" cap="none" spc="0" normalizeH="0" baseline="0" noProof="0" dirty="0">
                  <a:ln w="17780" cmpd="sng">
                    <a:noFill/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Box 100"/>
              <p:cNvSpPr txBox="1"/>
              <p:nvPr/>
            </p:nvSpPr>
            <p:spPr>
              <a:xfrm>
                <a:off x="5459484" y="2885962"/>
                <a:ext cx="2479194" cy="523220"/>
              </a:xfrm>
              <a:prstGeom prst="rect">
                <a:avLst/>
              </a:prstGeom>
              <a:noFill/>
              <a:sp3d prstMaterial="matte"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innerShdw blurRad="63500" dist="50800" dir="16200000">
                        <a:prstClr val="black">
                          <a:alpha val="50000"/>
                        </a:prstClr>
                      </a:innerShdw>
                    </a:effectLst>
                    <a:uLnTx/>
                    <a:uFillTx/>
                    <a:latin typeface="Calibri"/>
                    <a:ea typeface="+mn-ea"/>
                    <a:cs typeface="+mn-cs"/>
                  </a:rPr>
                  <a:t>Agosto</a:t>
                </a:r>
                <a:endPara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2" name="Group 76"/>
              <p:cNvGrpSpPr/>
              <p:nvPr/>
            </p:nvGrpSpPr>
            <p:grpSpPr>
              <a:xfrm>
                <a:off x="5336253" y="2315695"/>
                <a:ext cx="2816247" cy="514574"/>
                <a:chOff x="5452365" y="1923817"/>
                <a:chExt cx="2816247" cy="514574"/>
              </a:xfrm>
            </p:grpSpPr>
            <p:sp>
              <p:nvSpPr>
                <p:cNvPr id="23" name="Rectangle 79"/>
                <p:cNvSpPr/>
                <p:nvPr/>
              </p:nvSpPr>
              <p:spPr>
                <a:xfrm>
                  <a:off x="5452365" y="2299243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 89"/>
                <p:cNvSpPr/>
                <p:nvPr/>
              </p:nvSpPr>
              <p:spPr>
                <a:xfrm>
                  <a:off x="5492160" y="1926078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 90"/>
                <p:cNvSpPr/>
                <p:nvPr/>
              </p:nvSpPr>
              <p:spPr>
                <a:xfrm>
                  <a:off x="5903977" y="2299836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93"/>
                <p:cNvSpPr/>
                <p:nvPr/>
              </p:nvSpPr>
              <p:spPr>
                <a:xfrm>
                  <a:off x="5942628" y="1927834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94"/>
                <p:cNvSpPr/>
                <p:nvPr/>
              </p:nvSpPr>
              <p:spPr>
                <a:xfrm>
                  <a:off x="6347310" y="2303906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102"/>
                <p:cNvSpPr/>
                <p:nvPr/>
              </p:nvSpPr>
              <p:spPr>
                <a:xfrm>
                  <a:off x="6384711" y="192993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103"/>
                <p:cNvSpPr/>
                <p:nvPr/>
              </p:nvSpPr>
              <p:spPr>
                <a:xfrm>
                  <a:off x="6728994" y="2302371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105"/>
                <p:cNvSpPr/>
                <p:nvPr/>
              </p:nvSpPr>
              <p:spPr>
                <a:xfrm>
                  <a:off x="6769066" y="192957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106"/>
                <p:cNvSpPr/>
                <p:nvPr/>
              </p:nvSpPr>
              <p:spPr>
                <a:xfrm>
                  <a:off x="7181511" y="229907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107"/>
                <p:cNvSpPr/>
                <p:nvPr/>
              </p:nvSpPr>
              <p:spPr>
                <a:xfrm>
                  <a:off x="7220162" y="192800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108"/>
                <p:cNvSpPr/>
                <p:nvPr/>
              </p:nvSpPr>
              <p:spPr>
                <a:xfrm>
                  <a:off x="7636699" y="230272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109"/>
                <p:cNvSpPr/>
                <p:nvPr/>
              </p:nvSpPr>
              <p:spPr>
                <a:xfrm>
                  <a:off x="7676169" y="192382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110"/>
                <p:cNvSpPr/>
                <p:nvPr/>
              </p:nvSpPr>
              <p:spPr>
                <a:xfrm>
                  <a:off x="8106702" y="2301098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 111"/>
                <p:cNvSpPr/>
                <p:nvPr/>
              </p:nvSpPr>
              <p:spPr>
                <a:xfrm>
                  <a:off x="8146811" y="193078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 112"/>
                <p:cNvSpPr/>
                <p:nvPr/>
              </p:nvSpPr>
              <p:spPr>
                <a:xfrm>
                  <a:off x="5546860" y="1926066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113"/>
                <p:cNvSpPr/>
                <p:nvPr/>
              </p:nvSpPr>
              <p:spPr>
                <a:xfrm>
                  <a:off x="5997328" y="192782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 114"/>
                <p:cNvSpPr/>
                <p:nvPr/>
              </p:nvSpPr>
              <p:spPr>
                <a:xfrm>
                  <a:off x="6439411" y="192992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 115"/>
                <p:cNvSpPr/>
                <p:nvPr/>
              </p:nvSpPr>
              <p:spPr>
                <a:xfrm>
                  <a:off x="6823766" y="1929560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 116"/>
                <p:cNvSpPr/>
                <p:nvPr/>
              </p:nvSpPr>
              <p:spPr>
                <a:xfrm>
                  <a:off x="7274862" y="192799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Rectangle 117"/>
                <p:cNvSpPr/>
                <p:nvPr/>
              </p:nvSpPr>
              <p:spPr>
                <a:xfrm>
                  <a:off x="7730869" y="192381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 118"/>
                <p:cNvSpPr/>
                <p:nvPr/>
              </p:nvSpPr>
              <p:spPr>
                <a:xfrm>
                  <a:off x="8201511" y="193077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3672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Agenda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" name="Retângulo 5"/>
          <p:cNvSpPr>
            <a:spLocks noChangeArrowheads="1"/>
          </p:cNvSpPr>
          <p:nvPr/>
        </p:nvSpPr>
        <p:spPr bwMode="auto">
          <a:xfrm>
            <a:off x="177923" y="1051198"/>
            <a:ext cx="888795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742950" indent="-7429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Projeto Melhoria Contínua dos Serviços de TD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Status dos Projetos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Plano </a:t>
            </a:r>
            <a:r>
              <a:rPr lang="pt-BR" sz="2800" dirty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T</a:t>
            </a: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ático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Reconhecimento</a:t>
            </a:r>
          </a:p>
          <a:p>
            <a:pPr marL="0" indent="0"/>
            <a:endParaRPr lang="pt-BR" sz="1200" dirty="0">
              <a:solidFill>
                <a:schemeClr val="tx1"/>
              </a:solidFill>
              <a:latin typeface="Gill Sans Std Light" panose="020B0302020104020203" pitchFamily="34" charset="0"/>
            </a:endParaRPr>
          </a:p>
        </p:txBody>
      </p:sp>
      <p:grpSp>
        <p:nvGrpSpPr>
          <p:cNvPr id="7" name="Group 2"/>
          <p:cNvGrpSpPr/>
          <p:nvPr/>
        </p:nvGrpSpPr>
        <p:grpSpPr>
          <a:xfrm>
            <a:off x="6464977" y="2137516"/>
            <a:ext cx="6256204" cy="4406282"/>
            <a:chOff x="3641289" y="1740269"/>
            <a:chExt cx="6256204" cy="4406282"/>
          </a:xfrm>
        </p:grpSpPr>
        <p:pic>
          <p:nvPicPr>
            <p:cNvPr id="9" name="Picture 8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260000">
              <a:off x="3641289" y="4652805"/>
              <a:ext cx="6256204" cy="1493746"/>
            </a:xfrm>
            <a:prstGeom prst="rect">
              <a:avLst/>
            </a:prstGeom>
          </p:spPr>
        </p:pic>
        <p:grpSp>
          <p:nvGrpSpPr>
            <p:cNvPr id="10" name="Group 6"/>
            <p:cNvGrpSpPr/>
            <p:nvPr/>
          </p:nvGrpSpPr>
          <p:grpSpPr>
            <a:xfrm>
              <a:off x="4490541" y="1740269"/>
              <a:ext cx="4041172" cy="3714022"/>
              <a:chOff x="4670328" y="2315695"/>
              <a:chExt cx="4041172" cy="3714022"/>
            </a:xfrm>
            <a:scene3d>
              <a:camera prst="perspectiveContrastingLeftFacing" fov="4200000"/>
              <a:lightRig rig="threePt" dir="t"/>
            </a:scene3d>
          </p:grpSpPr>
          <p:sp>
            <p:nvSpPr>
              <p:cNvPr id="11" name="Rounded Rectangle 1"/>
              <p:cNvSpPr/>
              <p:nvPr/>
            </p:nvSpPr>
            <p:spPr>
              <a:xfrm>
                <a:off x="4670328" y="2443163"/>
                <a:ext cx="4041172" cy="3586554"/>
              </a:xfrm>
              <a:prstGeom prst="roundRect">
                <a:avLst>
                  <a:gd name="adj" fmla="val 6573"/>
                </a:avLst>
              </a:prstGeom>
              <a:gradFill flip="none" rotWithShape="1">
                <a:gsLst>
                  <a:gs pos="99000">
                    <a:sysClr val="window" lastClr="FFFFFF">
                      <a:lumMod val="65000"/>
                    </a:sysClr>
                  </a:gs>
                  <a:gs pos="0">
                    <a:sysClr val="windowText" lastClr="000000">
                      <a:lumMod val="50000"/>
                      <a:lumOff val="50000"/>
                    </a:sysClr>
                  </a:gs>
                </a:gsLst>
                <a:lin ang="16200000" scaled="1"/>
                <a:tileRect/>
              </a:gradFill>
              <a:ln w="25400" cap="flat" cmpd="sng" algn="ctr">
                <a:noFill/>
                <a:prstDash val="solid"/>
              </a:ln>
              <a:effectLst/>
              <a:sp3d prstMaterial="matte">
                <a:bevelT w="127000" h="38100"/>
              </a:sp3d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ounded Rectangle 142"/>
              <p:cNvSpPr/>
              <p:nvPr/>
            </p:nvSpPr>
            <p:spPr>
              <a:xfrm>
                <a:off x="4901545" y="2744459"/>
                <a:ext cx="3630168" cy="3120666"/>
              </a:xfrm>
              <a:prstGeom prst="roundRect">
                <a:avLst>
                  <a:gd name="adj" fmla="val 8072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Rounded Rectangle 141"/>
              <p:cNvSpPr/>
              <p:nvPr/>
            </p:nvSpPr>
            <p:spPr>
              <a:xfrm>
                <a:off x="4899417" y="2673023"/>
                <a:ext cx="3630168" cy="3120666"/>
              </a:xfrm>
              <a:prstGeom prst="roundRect">
                <a:avLst>
                  <a:gd name="adj" fmla="val 6043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189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Rounded Rectangle 5"/>
              <p:cNvSpPr/>
              <p:nvPr/>
            </p:nvSpPr>
            <p:spPr>
              <a:xfrm>
                <a:off x="4900101" y="2630201"/>
                <a:ext cx="3630168" cy="3120666"/>
              </a:xfrm>
              <a:prstGeom prst="roundRect">
                <a:avLst>
                  <a:gd name="adj" fmla="val 6119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6" name="Group 36"/>
              <p:cNvGrpSpPr/>
              <p:nvPr/>
            </p:nvGrpSpPr>
            <p:grpSpPr>
              <a:xfrm>
                <a:off x="4900305" y="2943648"/>
                <a:ext cx="3624798" cy="2542711"/>
                <a:chOff x="5113055" y="2897735"/>
                <a:chExt cx="2900482" cy="2034623"/>
              </a:xfrm>
            </p:grpSpPr>
            <p:grpSp>
              <p:nvGrpSpPr>
                <p:cNvPr id="61" name="Group 61"/>
                <p:cNvGrpSpPr/>
                <p:nvPr/>
              </p:nvGrpSpPr>
              <p:grpSpPr>
                <a:xfrm>
                  <a:off x="5113055" y="2897735"/>
                  <a:ext cx="2896899" cy="606092"/>
                  <a:chOff x="5113055" y="2897735"/>
                  <a:chExt cx="2896899" cy="606092"/>
                </a:xfrm>
              </p:grpSpPr>
              <p:cxnSp>
                <p:nvCxnSpPr>
                  <p:cNvPr id="71" name="Straight Connector 7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2" name="Straight Connector 7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3" name="Straight Connector 73"/>
                  <p:cNvCxnSpPr/>
                  <p:nvPr/>
                </p:nvCxnSpPr>
                <p:spPr>
                  <a:xfrm>
                    <a:off x="5113055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4" name="Straight Connector 74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2" name="Group 62"/>
                <p:cNvGrpSpPr/>
                <p:nvPr/>
              </p:nvGrpSpPr>
              <p:grpSpPr>
                <a:xfrm>
                  <a:off x="5114099" y="3715035"/>
                  <a:ext cx="2898781" cy="606092"/>
                  <a:chOff x="5108453" y="2897735"/>
                  <a:chExt cx="2898781" cy="606092"/>
                </a:xfrm>
              </p:grpSpPr>
              <p:cxnSp>
                <p:nvCxnSpPr>
                  <p:cNvPr id="67" name="Straight Connector 67"/>
                  <p:cNvCxnSpPr/>
                  <p:nvPr/>
                </p:nvCxnSpPr>
                <p:spPr>
                  <a:xfrm>
                    <a:off x="511137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8" name="Straight Connector 68"/>
                  <p:cNvCxnSpPr/>
                  <p:nvPr/>
                </p:nvCxnSpPr>
                <p:spPr>
                  <a:xfrm>
                    <a:off x="511137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9" name="Straight Connector 6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0" name="Straight Connector 70"/>
                  <p:cNvCxnSpPr/>
                  <p:nvPr/>
                </p:nvCxnSpPr>
                <p:spPr>
                  <a:xfrm>
                    <a:off x="5109494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3" name="Group 63"/>
                <p:cNvGrpSpPr/>
                <p:nvPr/>
              </p:nvGrpSpPr>
              <p:grpSpPr>
                <a:xfrm>
                  <a:off x="5116006" y="4523822"/>
                  <a:ext cx="2897531" cy="408536"/>
                  <a:chOff x="5106777" y="2897735"/>
                  <a:chExt cx="2897531" cy="408536"/>
                </a:xfrm>
              </p:grpSpPr>
              <p:cxnSp>
                <p:nvCxnSpPr>
                  <p:cNvPr id="64" name="Straight Connector 64"/>
                  <p:cNvCxnSpPr/>
                  <p:nvPr/>
                </p:nvCxnSpPr>
                <p:spPr>
                  <a:xfrm>
                    <a:off x="5106777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5" name="Straight Connector 65"/>
                  <p:cNvCxnSpPr/>
                  <p:nvPr/>
                </p:nvCxnSpPr>
                <p:spPr>
                  <a:xfrm>
                    <a:off x="5106777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6" name="Straight Connector 66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7" name="Group 37"/>
              <p:cNvGrpSpPr/>
              <p:nvPr/>
            </p:nvGrpSpPr>
            <p:grpSpPr>
              <a:xfrm rot="16200000">
                <a:off x="4845414" y="2963238"/>
                <a:ext cx="3011045" cy="2542714"/>
                <a:chOff x="5108454" y="2897732"/>
                <a:chExt cx="2910729" cy="2034626"/>
              </a:xfrm>
            </p:grpSpPr>
            <p:grpSp>
              <p:nvGrpSpPr>
                <p:cNvPr id="47" name="Group 44"/>
                <p:cNvGrpSpPr/>
                <p:nvPr/>
              </p:nvGrpSpPr>
              <p:grpSpPr>
                <a:xfrm>
                  <a:off x="5108454" y="28977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7" name="Straight Connector 5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8" name="Straight Connector 5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9" name="Straight Connector 5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0" name="Straight Connector 60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8" name="Group 45"/>
                <p:cNvGrpSpPr/>
                <p:nvPr/>
              </p:nvGrpSpPr>
              <p:grpSpPr>
                <a:xfrm>
                  <a:off x="5114099" y="37150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3" name="Straight Connector 5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4" name="Straight Connector 5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5" name="Straight Connector 53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6" name="Straight Connector 56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9" name="Group 46"/>
                <p:cNvGrpSpPr/>
                <p:nvPr/>
              </p:nvGrpSpPr>
              <p:grpSpPr>
                <a:xfrm>
                  <a:off x="5117682" y="4523822"/>
                  <a:ext cx="2901501" cy="408536"/>
                  <a:chOff x="5108453" y="2897735"/>
                  <a:chExt cx="2901501" cy="408536"/>
                </a:xfrm>
              </p:grpSpPr>
              <p:cxnSp>
                <p:nvCxnSpPr>
                  <p:cNvPr id="50" name="Straight Connector 4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1" name="Straight Connector 4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2" name="Straight Connector 4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8" name="Group 38"/>
              <p:cNvGrpSpPr/>
              <p:nvPr/>
            </p:nvGrpSpPr>
            <p:grpSpPr>
              <a:xfrm rot="16200000">
                <a:off x="5853280" y="4014128"/>
                <a:ext cx="3001499" cy="408536"/>
                <a:chOff x="5108453" y="2897735"/>
                <a:chExt cx="2901501" cy="408536"/>
              </a:xfrm>
            </p:grpSpPr>
            <p:cxnSp>
              <p:nvCxnSpPr>
                <p:cNvPr id="44" name="Straight Connector 39"/>
                <p:cNvCxnSpPr/>
                <p:nvPr/>
              </p:nvCxnSpPr>
              <p:spPr>
                <a:xfrm>
                  <a:off x="5114099" y="2897735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5" name="Straight Connector 42"/>
                <p:cNvCxnSpPr/>
                <p:nvPr/>
              </p:nvCxnSpPr>
              <p:spPr>
                <a:xfrm>
                  <a:off x="5114099" y="3120004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6" name="Straight Connector 43"/>
                <p:cNvCxnSpPr/>
                <p:nvPr/>
              </p:nvCxnSpPr>
              <p:spPr>
                <a:xfrm>
                  <a:off x="5108453" y="3306271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</p:grpSp>
          <p:sp>
            <p:nvSpPr>
              <p:cNvPr id="19" name="Round Same Side Corner Rectangle 75"/>
              <p:cNvSpPr/>
              <p:nvPr/>
            </p:nvSpPr>
            <p:spPr>
              <a:xfrm>
                <a:off x="4891881" y="2631941"/>
                <a:ext cx="3639312" cy="777241"/>
              </a:xfrm>
              <a:prstGeom prst="round2SameRect">
                <a:avLst>
                  <a:gd name="adj1" fmla="val 24593"/>
                  <a:gd name="adj2" fmla="val 0"/>
                </a:avLst>
              </a:prstGeom>
              <a:gradFill>
                <a:gsLst>
                  <a:gs pos="97917">
                    <a:srgbClr val="FFFF99"/>
                  </a:gs>
                  <a:gs pos="0">
                    <a:srgbClr val="F79646">
                      <a:lumMod val="50000"/>
                    </a:srgbClr>
                  </a:gs>
                  <a:gs pos="82000">
                    <a:srgbClr val="FFC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143"/>
              <p:cNvSpPr txBox="1"/>
              <p:nvPr/>
            </p:nvSpPr>
            <p:spPr>
              <a:xfrm>
                <a:off x="5039223" y="3357983"/>
                <a:ext cx="3319084" cy="2292935"/>
              </a:xfrm>
              <a:prstGeom prst="rect">
                <a:avLst/>
              </a:prstGeom>
              <a:noFill/>
              <a:sp3d prstMaterial="matte"/>
            </p:spPr>
            <p:txBody>
              <a:bodyPr wrap="square" lIns="182880" tIns="91440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0" b="1" dirty="0" smtClean="0">
                    <a:ln w="17780" cmpd="sng">
                      <a:noFill/>
                      <a:prstDash val="solid"/>
                      <a:miter lim="800000"/>
                    </a:ln>
                    <a:gradFill rotWithShape="1">
                      <a:gsLst>
                        <a:gs pos="0">
                          <a:srgbClr val="000000">
                            <a:tint val="92000"/>
                            <a:shade val="100000"/>
                            <a:satMod val="150000"/>
                          </a:srgbClr>
                        </a:gs>
                        <a:gs pos="49000">
                          <a:srgbClr val="000000">
                            <a:tint val="89000"/>
                            <a:shade val="90000"/>
                            <a:satMod val="150000"/>
                          </a:srgbClr>
                        </a:gs>
                        <a:gs pos="50000">
                          <a:srgbClr val="000000">
                            <a:tint val="100000"/>
                            <a:shade val="75000"/>
                            <a:satMod val="150000"/>
                          </a:srgbClr>
                        </a:gs>
                        <a:gs pos="95000">
                          <a:srgbClr val="000000">
                            <a:shade val="47000"/>
                            <a:satMod val="150000"/>
                          </a:srgbClr>
                        </a:gs>
                        <a:gs pos="100000">
                          <a:srgbClr val="000000">
                            <a:shade val="39000"/>
                            <a:satMod val="150000"/>
                          </a:srgbClr>
                        </a:gs>
                      </a:gsLst>
                      <a:lin ang="5400000"/>
                    </a:gradFill>
                    <a:effectLst>
                      <a:outerShdw blurRad="50800" algn="tl" rotWithShape="0">
                        <a:srgbClr val="000000"/>
                      </a:outerShdw>
                    </a:effectLst>
                    <a:latin typeface="Arial Black" pitchFamily="34" charset="0"/>
                  </a:rPr>
                  <a:t>04</a:t>
                </a:r>
                <a:endParaRPr kumimoji="0" lang="en-US" sz="14000" b="1" i="0" u="none" strike="noStrike" kern="1200" cap="none" spc="0" normalizeH="0" baseline="0" noProof="0" dirty="0">
                  <a:ln w="17780" cmpd="sng">
                    <a:noFill/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Box 100"/>
              <p:cNvSpPr txBox="1"/>
              <p:nvPr/>
            </p:nvSpPr>
            <p:spPr>
              <a:xfrm>
                <a:off x="5459484" y="2885962"/>
                <a:ext cx="2479194" cy="523220"/>
              </a:xfrm>
              <a:prstGeom prst="rect">
                <a:avLst/>
              </a:prstGeom>
              <a:noFill/>
              <a:sp3d prstMaterial="matte"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innerShdw blurRad="63500" dist="50800" dir="16200000">
                        <a:prstClr val="black">
                          <a:alpha val="50000"/>
                        </a:prstClr>
                      </a:innerShdw>
                    </a:effectLst>
                    <a:uLnTx/>
                    <a:uFillTx/>
                    <a:latin typeface="Calibri"/>
                    <a:ea typeface="+mn-ea"/>
                    <a:cs typeface="+mn-cs"/>
                  </a:rPr>
                  <a:t>Agosto</a:t>
                </a:r>
                <a:endPara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2" name="Group 76"/>
              <p:cNvGrpSpPr/>
              <p:nvPr/>
            </p:nvGrpSpPr>
            <p:grpSpPr>
              <a:xfrm>
                <a:off x="5336253" y="2315695"/>
                <a:ext cx="2816247" cy="514574"/>
                <a:chOff x="5452365" y="1923817"/>
                <a:chExt cx="2816247" cy="514574"/>
              </a:xfrm>
            </p:grpSpPr>
            <p:sp>
              <p:nvSpPr>
                <p:cNvPr id="23" name="Rectangle 79"/>
                <p:cNvSpPr/>
                <p:nvPr/>
              </p:nvSpPr>
              <p:spPr>
                <a:xfrm>
                  <a:off x="5452365" y="2299243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 89"/>
                <p:cNvSpPr/>
                <p:nvPr/>
              </p:nvSpPr>
              <p:spPr>
                <a:xfrm>
                  <a:off x="5492160" y="1926078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 90"/>
                <p:cNvSpPr/>
                <p:nvPr/>
              </p:nvSpPr>
              <p:spPr>
                <a:xfrm>
                  <a:off x="5903977" y="2299836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93"/>
                <p:cNvSpPr/>
                <p:nvPr/>
              </p:nvSpPr>
              <p:spPr>
                <a:xfrm>
                  <a:off x="5942628" y="1927834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94"/>
                <p:cNvSpPr/>
                <p:nvPr/>
              </p:nvSpPr>
              <p:spPr>
                <a:xfrm>
                  <a:off x="6347310" y="2303906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102"/>
                <p:cNvSpPr/>
                <p:nvPr/>
              </p:nvSpPr>
              <p:spPr>
                <a:xfrm>
                  <a:off x="6384711" y="192993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103"/>
                <p:cNvSpPr/>
                <p:nvPr/>
              </p:nvSpPr>
              <p:spPr>
                <a:xfrm>
                  <a:off x="6728994" y="2302371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105"/>
                <p:cNvSpPr/>
                <p:nvPr/>
              </p:nvSpPr>
              <p:spPr>
                <a:xfrm>
                  <a:off x="6769066" y="192957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106"/>
                <p:cNvSpPr/>
                <p:nvPr/>
              </p:nvSpPr>
              <p:spPr>
                <a:xfrm>
                  <a:off x="7181511" y="229907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107"/>
                <p:cNvSpPr/>
                <p:nvPr/>
              </p:nvSpPr>
              <p:spPr>
                <a:xfrm>
                  <a:off x="7220162" y="192800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108"/>
                <p:cNvSpPr/>
                <p:nvPr/>
              </p:nvSpPr>
              <p:spPr>
                <a:xfrm>
                  <a:off x="7636699" y="230272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109"/>
                <p:cNvSpPr/>
                <p:nvPr/>
              </p:nvSpPr>
              <p:spPr>
                <a:xfrm>
                  <a:off x="7676169" y="192382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110"/>
                <p:cNvSpPr/>
                <p:nvPr/>
              </p:nvSpPr>
              <p:spPr>
                <a:xfrm>
                  <a:off x="8106702" y="2301098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 111"/>
                <p:cNvSpPr/>
                <p:nvPr/>
              </p:nvSpPr>
              <p:spPr>
                <a:xfrm>
                  <a:off x="8146811" y="193078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 112"/>
                <p:cNvSpPr/>
                <p:nvPr/>
              </p:nvSpPr>
              <p:spPr>
                <a:xfrm>
                  <a:off x="5546860" y="1926066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113"/>
                <p:cNvSpPr/>
                <p:nvPr/>
              </p:nvSpPr>
              <p:spPr>
                <a:xfrm>
                  <a:off x="5997328" y="192782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 114"/>
                <p:cNvSpPr/>
                <p:nvPr/>
              </p:nvSpPr>
              <p:spPr>
                <a:xfrm>
                  <a:off x="6439411" y="192992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 115"/>
                <p:cNvSpPr/>
                <p:nvPr/>
              </p:nvSpPr>
              <p:spPr>
                <a:xfrm>
                  <a:off x="6823766" y="1929560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 116"/>
                <p:cNvSpPr/>
                <p:nvPr/>
              </p:nvSpPr>
              <p:spPr>
                <a:xfrm>
                  <a:off x="7274862" y="192799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Rectangle 117"/>
                <p:cNvSpPr/>
                <p:nvPr/>
              </p:nvSpPr>
              <p:spPr>
                <a:xfrm>
                  <a:off x="7730869" y="192381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 118"/>
                <p:cNvSpPr/>
                <p:nvPr/>
              </p:nvSpPr>
              <p:spPr>
                <a:xfrm>
                  <a:off x="8201511" y="193077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3574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2"/>
            <a:ext cx="12191999" cy="686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-3" y="933782"/>
            <a:ext cx="6654803" cy="4922289"/>
          </a:xfrm>
          <a:prstGeom prst="rect">
            <a:avLst/>
          </a:prstGeom>
          <a:solidFill>
            <a:srgbClr val="FE5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12640"/>
            <a:endParaRPr lang="es-ES_tradnl" sz="2533" kern="0" dirty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26895" y="1318685"/>
            <a:ext cx="5769103" cy="288258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412640"/>
            <a:r>
              <a:rPr lang="pt-BR" sz="3733" kern="0" dirty="0">
                <a:solidFill>
                  <a:srgbClr val="FFFFFE"/>
                </a:solidFill>
                <a:latin typeface="Gill Sans Std" pitchFamily="34" charset="0"/>
                <a:sym typeface="Helvetica Light"/>
              </a:rPr>
              <a:t>MELHORIA CONTÍNUA DOS SERVIÇOS DE TD</a:t>
            </a:r>
          </a:p>
          <a:p>
            <a:pPr algn="ctr" defTabSz="412640"/>
            <a:endParaRPr lang="pt-BR" sz="3200" b="1" kern="0" dirty="0">
              <a:solidFill>
                <a:srgbClr val="FFFFFE"/>
              </a:solidFill>
              <a:latin typeface="Gill Sans Std" pitchFamily="34" charset="0"/>
              <a:sym typeface="Helvetica Light"/>
            </a:endParaRPr>
          </a:p>
          <a:p>
            <a:pPr algn="ctr" defTabSz="412640"/>
            <a:r>
              <a:rPr lang="pt-BR" sz="3733" kern="0" dirty="0">
                <a:solidFill>
                  <a:srgbClr val="FFFFFE"/>
                </a:solidFill>
                <a:latin typeface="Gill Sans Std Light" pitchFamily="34" charset="0"/>
                <a:sym typeface="Helvetica Light"/>
              </a:rPr>
              <a:t>LANÇAMENTO </a:t>
            </a:r>
            <a:br>
              <a:rPr lang="pt-BR" sz="3733" kern="0" dirty="0">
                <a:solidFill>
                  <a:srgbClr val="FFFFFE"/>
                </a:solidFill>
                <a:latin typeface="Gill Sans Std Light" pitchFamily="34" charset="0"/>
                <a:sym typeface="Helvetica Light"/>
              </a:rPr>
            </a:br>
            <a:r>
              <a:rPr lang="pt-BR" sz="3733" kern="0" dirty="0">
                <a:solidFill>
                  <a:srgbClr val="FFFFFE"/>
                </a:solidFill>
                <a:latin typeface="Gill Sans Std Light" pitchFamily="34" charset="0"/>
                <a:sym typeface="Helvetica Light"/>
              </a:rPr>
              <a:t>DO PROJETO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695827" y="4482383"/>
            <a:ext cx="3724047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12640"/>
            <a:r>
              <a:rPr lang="pt-BR" sz="2667" kern="0" dirty="0">
                <a:solidFill>
                  <a:srgbClr val="FFFFFE"/>
                </a:solidFill>
                <a:latin typeface="Gill Sans Std" pitchFamily="34" charset="0"/>
                <a:sym typeface="Helvetica Light"/>
              </a:rPr>
              <a:t>VP Tecnologia Digital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482039" y="5302029"/>
            <a:ext cx="1986864" cy="335668"/>
          </a:xfrm>
          <a:prstGeom prst="rect">
            <a:avLst/>
          </a:prstGeom>
          <a:noFill/>
        </p:spPr>
        <p:txBody>
          <a:bodyPr wrap="square" lIns="108837" tIns="54419" rIns="108837" bIns="54419" rtlCol="0">
            <a:spAutoFit/>
          </a:bodyPr>
          <a:lstStyle/>
          <a:p>
            <a:pPr algn="r" defTabSz="1088342"/>
            <a:r>
              <a:rPr lang="pt-BR" sz="1467" kern="0">
                <a:solidFill>
                  <a:srgbClr val="FFFFFE"/>
                </a:solidFill>
                <a:latin typeface="Gill Sans Std" pitchFamily="34" charset="0"/>
                <a:sym typeface="Helvetica Light"/>
              </a:rPr>
              <a:t>22 </a:t>
            </a:r>
            <a:r>
              <a:rPr lang="pt-BR" sz="1467" kern="0" dirty="0">
                <a:solidFill>
                  <a:srgbClr val="FFFFFE"/>
                </a:solidFill>
                <a:latin typeface="Gill Sans Std" pitchFamily="34" charset="0"/>
                <a:sym typeface="Helvetica Light"/>
              </a:rPr>
              <a:t>Junho 2015</a:t>
            </a:r>
            <a:endParaRPr lang="pt-BR" sz="1467" b="1" i="1" kern="0" dirty="0">
              <a:solidFill>
                <a:srgbClr val="FFFFFE"/>
              </a:solidFill>
              <a:latin typeface="Gill Sans Std" pitchFamily="34" charset="0"/>
              <a:sym typeface="Helvetica Light"/>
            </a:endParaRPr>
          </a:p>
        </p:txBody>
      </p:sp>
      <p:pic>
        <p:nvPicPr>
          <p:cNvPr id="20" name="image3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347" y="4670344"/>
            <a:ext cx="1070407" cy="97692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5966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RETROSPECTIVA…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-1" y="1919817"/>
            <a:ext cx="12156673" cy="812800"/>
            <a:chOff x="-1" y="2931297"/>
            <a:chExt cx="9117505" cy="609600"/>
          </a:xfrm>
        </p:grpSpPr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9609" y="2931297"/>
              <a:ext cx="1607895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76" t="27583" r="48486" b="14379"/>
            <a:stretch/>
          </p:blipFill>
          <p:spPr bwMode="auto">
            <a:xfrm>
              <a:off x="-1" y="3102518"/>
              <a:ext cx="8313557" cy="3537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3" name="Retângulo 42"/>
          <p:cNvSpPr/>
          <p:nvPr/>
        </p:nvSpPr>
        <p:spPr>
          <a:xfrm>
            <a:off x="4068796" y="3004439"/>
            <a:ext cx="40811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69716" algn="ctr" defTabSz="412640"/>
            <a: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evoluções e entregas </a:t>
            </a:r>
            <a:b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</a:br>
            <a: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de negócio relevantes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1097224" y="1545891"/>
            <a:ext cx="186070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412640"/>
            <a:r>
              <a:rPr lang="pt-BR" sz="2533" kern="0" dirty="0">
                <a:solidFill>
                  <a:prstClr val="black">
                    <a:lumMod val="65000"/>
                    <a:lumOff val="35000"/>
                  </a:prstClr>
                </a:solidFill>
                <a:sym typeface="Helvetica Light"/>
              </a:rPr>
              <a:t>2012-2013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153073" y="1545891"/>
            <a:ext cx="186070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412640"/>
            <a:r>
              <a:rPr lang="pt-BR" sz="2533" kern="0" dirty="0">
                <a:solidFill>
                  <a:prstClr val="black">
                    <a:lumMod val="65000"/>
                    <a:lumOff val="35000"/>
                  </a:prstClr>
                </a:solidFill>
                <a:sym typeface="Helvetica Light"/>
              </a:rPr>
              <a:t>2014</a:t>
            </a:r>
          </a:p>
        </p:txBody>
      </p:sp>
      <p:sp>
        <p:nvSpPr>
          <p:cNvPr id="46" name="Retângulo 45"/>
          <p:cNvSpPr/>
          <p:nvPr/>
        </p:nvSpPr>
        <p:spPr>
          <a:xfrm>
            <a:off x="402861" y="2998729"/>
            <a:ext cx="33905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69716" algn="ctr" defTabSz="412640"/>
            <a: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TD é definido como um processo de negócio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8208643" y="3007021"/>
            <a:ext cx="25940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69716" algn="ctr" defTabSz="412640"/>
            <a: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produtividade</a:t>
            </a:r>
            <a:b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</a:br>
            <a: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da operação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8487849" y="1545891"/>
            <a:ext cx="186070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412640"/>
            <a:r>
              <a:rPr lang="pt-BR" sz="2533" kern="0" dirty="0">
                <a:solidFill>
                  <a:prstClr val="black">
                    <a:lumMod val="65000"/>
                    <a:lumOff val="35000"/>
                  </a:prstClr>
                </a:solidFill>
                <a:sym typeface="Helvetica Light"/>
              </a:rPr>
              <a:t>2015</a:t>
            </a:r>
          </a:p>
        </p:txBody>
      </p:sp>
      <p:cxnSp>
        <p:nvCxnSpPr>
          <p:cNvPr id="10" name="Conector reto 9"/>
          <p:cNvCxnSpPr>
            <a:stCxn id="44" idx="2"/>
          </p:cNvCxnSpPr>
          <p:nvPr/>
        </p:nvCxnSpPr>
        <p:spPr>
          <a:xfrm>
            <a:off x="2027576" y="2028011"/>
            <a:ext cx="0" cy="2982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5" idx="2"/>
          </p:cNvCxnSpPr>
          <p:nvPr/>
        </p:nvCxnSpPr>
        <p:spPr>
          <a:xfrm>
            <a:off x="6083425" y="2028011"/>
            <a:ext cx="0" cy="24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48" idx="2"/>
          </p:cNvCxnSpPr>
          <p:nvPr/>
        </p:nvCxnSpPr>
        <p:spPr>
          <a:xfrm>
            <a:off x="9418201" y="2028011"/>
            <a:ext cx="0" cy="24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1813121" y="4096008"/>
            <a:ext cx="465476" cy="33169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2640"/>
            <a:endParaRPr lang="pt-BR" sz="2533" kern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2" name="Seta para baixo 51"/>
          <p:cNvSpPr/>
          <p:nvPr/>
        </p:nvSpPr>
        <p:spPr>
          <a:xfrm>
            <a:off x="5876630" y="4109105"/>
            <a:ext cx="465476" cy="33169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2640"/>
            <a:endParaRPr lang="pt-BR" sz="2533" kern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3" name="Seta para baixo 52"/>
          <p:cNvSpPr/>
          <p:nvPr/>
        </p:nvSpPr>
        <p:spPr>
          <a:xfrm>
            <a:off x="9363273" y="4109105"/>
            <a:ext cx="465476" cy="33169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2640"/>
            <a:endParaRPr lang="pt-BR" sz="2533" kern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446508" y="4813722"/>
            <a:ext cx="3198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12640"/>
            <a: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desenho e implementação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5049152" y="4771106"/>
            <a:ext cx="2068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12640"/>
            <a:r>
              <a:rPr lang="pt-BR" sz="24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novo modo de operar TD</a:t>
            </a:r>
          </a:p>
        </p:txBody>
      </p:sp>
      <p:sp>
        <p:nvSpPr>
          <p:cNvPr id="67" name="Retângulo 66"/>
          <p:cNvSpPr/>
          <p:nvPr/>
        </p:nvSpPr>
        <p:spPr>
          <a:xfrm>
            <a:off x="5310112" y="5737052"/>
            <a:ext cx="1598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12640"/>
            <a:r>
              <a:rPr lang="pt-BR" sz="2400" i="1" kern="0" dirty="0">
                <a:solidFill>
                  <a:srgbClr val="FE5000">
                    <a:lumMod val="50000"/>
                  </a:srgbClr>
                </a:solidFill>
                <a:latin typeface="Gill Sans Std" pitchFamily="34" charset="0"/>
                <a:sym typeface="Helvetica Light"/>
              </a:rPr>
              <a:t>nasce o BES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8363941" y="4948767"/>
            <a:ext cx="2464136" cy="9131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12640"/>
            <a:r>
              <a:rPr lang="pt-BR" sz="2667" i="1" kern="0" dirty="0">
                <a:solidFill>
                  <a:srgbClr val="FE5000"/>
                </a:solidFill>
                <a:latin typeface="Gill Sans Std" pitchFamily="34" charset="0"/>
                <a:sym typeface="Helvetica Light"/>
              </a:rPr>
              <a:t>nasce a melhoria </a:t>
            </a:r>
            <a:br>
              <a:rPr lang="pt-BR" sz="2667" i="1" kern="0" dirty="0">
                <a:solidFill>
                  <a:srgbClr val="FE5000"/>
                </a:solidFill>
                <a:latin typeface="Gill Sans Std" pitchFamily="34" charset="0"/>
                <a:sym typeface="Helvetica Light"/>
              </a:rPr>
            </a:br>
            <a:r>
              <a:rPr lang="pt-BR" sz="2667" i="1" kern="0" dirty="0">
                <a:solidFill>
                  <a:srgbClr val="FE5000"/>
                </a:solidFill>
                <a:latin typeface="Gill Sans Std" pitchFamily="34" charset="0"/>
                <a:sym typeface="Helvetica Light"/>
              </a:rPr>
              <a:t>dos serviços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1204107" y="5808728"/>
            <a:ext cx="18485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12640"/>
            <a:r>
              <a:rPr lang="pt-BR" sz="2400" i="1" kern="0" dirty="0">
                <a:solidFill>
                  <a:srgbClr val="FE5000">
                    <a:lumMod val="50000"/>
                  </a:srgbClr>
                </a:solidFill>
                <a:latin typeface="Gill Sans Std" pitchFamily="34" charset="0"/>
                <a:sym typeface="Helvetica Light"/>
              </a:rPr>
              <a:t>nasce o Metrô</a:t>
            </a:r>
          </a:p>
        </p:txBody>
      </p:sp>
    </p:spTree>
    <p:extLst>
      <p:ext uri="{BB962C8B-B14F-4D97-AF65-F5344CB8AC3E}">
        <p14:creationId xmlns:p14="http://schemas.microsoft.com/office/powerpoint/2010/main" val="350617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/>
      <p:bldP spid="51" grpId="0" animBg="1"/>
      <p:bldP spid="52" grpId="0" animBg="1"/>
      <p:bldP spid="53" grpId="0" animBg="1"/>
      <p:bldP spid="54" grpId="0"/>
      <p:bldP spid="62" grpId="0"/>
      <p:bldP spid="67" grpId="0"/>
      <p:bldP spid="68" grpId="0"/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2374898" y="1928092"/>
            <a:ext cx="8530169" cy="851285"/>
          </a:xfrm>
          <a:prstGeom prst="rect">
            <a:avLst/>
          </a:prstGeom>
        </p:spPr>
        <p:txBody>
          <a:bodyPr vert="horz" lIns="108832" tIns="54416" rIns="108832" bIns="54416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667" b="1" dirty="0">
                <a:latin typeface="Gill Sans Std" pitchFamily="34" charset="0"/>
                <a:sym typeface="Helvetica Light"/>
              </a:rPr>
              <a:t>ganhos de sinergia </a:t>
            </a:r>
            <a:r>
              <a:rPr lang="pt-BR" sz="2667" dirty="0">
                <a:sym typeface="Helvetica Light"/>
              </a:rPr>
              <a:t>entre as áreas e</a:t>
            </a:r>
          </a:p>
          <a:p>
            <a:pPr>
              <a:defRPr/>
            </a:pPr>
            <a:r>
              <a:rPr lang="pt-BR" sz="2667" b="1" dirty="0">
                <a:latin typeface="Gill Sans Std" pitchFamily="34" charset="0"/>
                <a:sym typeface="Helvetica Light"/>
              </a:rPr>
              <a:t>melhoria efetiva da qualidade</a:t>
            </a:r>
            <a:r>
              <a:rPr lang="pt-BR" sz="2667" dirty="0">
                <a:latin typeface="Gill Sans Std" pitchFamily="34" charset="0"/>
                <a:sym typeface="Helvetica Light"/>
              </a:rPr>
              <a:t> </a:t>
            </a:r>
            <a:r>
              <a:rPr lang="pt-BR" sz="2667" dirty="0">
                <a:sym typeface="Helvetica Light"/>
              </a:rPr>
              <a:t>dos nossos serviços</a:t>
            </a:r>
          </a:p>
        </p:txBody>
      </p:sp>
      <p:sp>
        <p:nvSpPr>
          <p:cNvPr id="5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O QUE QUEREMOS ALCANÇAR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pic>
        <p:nvPicPr>
          <p:cNvPr id="41" name="Picture 2" descr="http://f1banter.files.wordpress.com/2010/03/a_pit_stop_for_kimi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1867" y="3289466"/>
            <a:ext cx="3883200" cy="21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tângulo 41"/>
          <p:cNvSpPr/>
          <p:nvPr/>
        </p:nvSpPr>
        <p:spPr>
          <a:xfrm>
            <a:off x="428098" y="3420364"/>
            <a:ext cx="6213695" cy="96740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45116" tIns="72559" rIns="145116" bIns="72559">
            <a:spAutoFit/>
          </a:bodyPr>
          <a:lstStyle/>
          <a:p>
            <a:pPr algn="ctr" defTabSz="412640"/>
            <a:r>
              <a:rPr lang="pt-BR" sz="2667" b="1" kern="0" dirty="0">
                <a:solidFill>
                  <a:srgbClr val="FE5000"/>
                </a:solidFill>
                <a:latin typeface="Helvetica Light"/>
                <a:sym typeface="Helvetica Light"/>
              </a:rPr>
              <a:t>evolução – e não revolução – é a tônica desta transformação</a:t>
            </a:r>
            <a:r>
              <a:rPr lang="pt-BR" sz="2533" b="1" kern="0" dirty="0">
                <a:solidFill>
                  <a:srgbClr val="FE5000"/>
                </a:solidFill>
                <a:latin typeface="Gill Sans Std Light" pitchFamily="34" charset="0"/>
                <a:sym typeface="Helvetica Light"/>
              </a:rPr>
              <a:t>!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588875" y="4423517"/>
            <a:ext cx="5888124" cy="844098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45116" tIns="72559" rIns="145116" bIns="72559">
            <a:spAutoFit/>
          </a:bodyPr>
          <a:lstStyle/>
          <a:p>
            <a:pPr algn="just" defTabSz="412640"/>
            <a:r>
              <a:rPr lang="pt-BR" sz="2000" b="1" kern="0" dirty="0">
                <a:solidFill>
                  <a:srgbClr val="FE5000"/>
                </a:solidFill>
                <a:latin typeface="Gill Sans Std Light" pitchFamily="34" charset="0"/>
                <a:sym typeface="Helvetica Light"/>
              </a:rPr>
              <a:t>não é sobre Tecnologia...</a:t>
            </a:r>
          </a:p>
          <a:p>
            <a:pPr algn="r" defTabSz="412640"/>
            <a:r>
              <a:rPr lang="pt-BR" sz="2533" b="1" kern="0" dirty="0">
                <a:solidFill>
                  <a:srgbClr val="FE5000"/>
                </a:solidFill>
                <a:latin typeface="Gill Sans Std Light" pitchFamily="34" charset="0"/>
                <a:sym typeface="Helvetica Light"/>
              </a:rPr>
              <a:t>é sobre Negócios!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1923817"/>
            <a:ext cx="214386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1577" y="1448899"/>
            <a:ext cx="186070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412640"/>
            <a:r>
              <a:rPr lang="pt-BR" sz="2533" kern="0" dirty="0">
                <a:solidFill>
                  <a:prstClr val="black">
                    <a:lumMod val="65000"/>
                    <a:lumOff val="35000"/>
                  </a:prstClr>
                </a:solidFill>
                <a:sym typeface="Helvetica Light"/>
              </a:rPr>
              <a:t>2015-</a:t>
            </a:r>
          </a:p>
        </p:txBody>
      </p:sp>
      <p:sp>
        <p:nvSpPr>
          <p:cNvPr id="16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14068925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FOCOS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43" name="Text Placeholder 17"/>
          <p:cNvSpPr txBox="1">
            <a:spLocks/>
          </p:cNvSpPr>
          <p:nvPr/>
        </p:nvSpPr>
        <p:spPr>
          <a:xfrm>
            <a:off x="605277" y="1943723"/>
            <a:ext cx="11179792" cy="3949077"/>
          </a:xfrm>
          <a:prstGeom prst="rect">
            <a:avLst/>
          </a:prstGeom>
        </p:spPr>
        <p:txBody>
          <a:bodyPr vert="horz" lIns="108832" tIns="54416" rIns="108832" bIns="54416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  <a:defRPr/>
            </a:pPr>
            <a:r>
              <a:rPr lang="pt-BR" sz="2400" dirty="0">
                <a:sym typeface="Helvetica Light"/>
              </a:rPr>
              <a:t>_desenvolver e manter </a:t>
            </a:r>
            <a:r>
              <a:rPr lang="pt-BR" sz="3200" dirty="0">
                <a:solidFill>
                  <a:srgbClr val="C00000"/>
                </a:solidFill>
                <a:latin typeface="Gill Sans Std" pitchFamily="34" charset="0"/>
                <a:sym typeface="Helvetica Light"/>
              </a:rPr>
              <a:t>práticas baseadas em processos</a:t>
            </a:r>
            <a:endParaRPr lang="pt-BR" sz="2400" dirty="0">
              <a:solidFill>
                <a:srgbClr val="C00000"/>
              </a:solidFill>
              <a:latin typeface="Gill Sans Std" pitchFamily="34" charset="0"/>
              <a:sym typeface="Helvetica Light"/>
            </a:endParaRPr>
          </a:p>
          <a:p>
            <a:pPr>
              <a:spcBef>
                <a:spcPts val="0"/>
              </a:spcBef>
              <a:spcAft>
                <a:spcPts val="1600"/>
              </a:spcAft>
              <a:defRPr/>
            </a:pPr>
            <a:endParaRPr lang="pt-BR" sz="2400" dirty="0">
              <a:sym typeface="Helvetica Light"/>
            </a:endParaRPr>
          </a:p>
          <a:p>
            <a:pPr>
              <a:spcBef>
                <a:spcPts val="0"/>
              </a:spcBef>
              <a:spcAft>
                <a:spcPts val="1600"/>
              </a:spcAft>
              <a:defRPr/>
            </a:pPr>
            <a:r>
              <a:rPr lang="pt-BR" sz="2400" dirty="0">
                <a:sym typeface="Helvetica Light"/>
              </a:rPr>
              <a:t>_</a:t>
            </a:r>
            <a:r>
              <a:rPr lang="pt-BR" sz="3200" dirty="0">
                <a:solidFill>
                  <a:srgbClr val="C00000"/>
                </a:solidFill>
                <a:latin typeface="Gill Sans Std" pitchFamily="34" charset="0"/>
                <a:sym typeface="Helvetica Light"/>
              </a:rPr>
              <a:t>evolução permanente dos resultados </a:t>
            </a:r>
            <a:r>
              <a:rPr lang="pt-BR" sz="2400" dirty="0">
                <a:sym typeface="Helvetica Light"/>
              </a:rPr>
              <a:t>dos Serviços de TD - eficiência e eficácia de nossos profissionais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/>
            </a:pPr>
            <a:endParaRPr lang="pt-BR" sz="2400" dirty="0">
              <a:sym typeface="Helvetica Light"/>
            </a:endParaRPr>
          </a:p>
          <a:p>
            <a:pPr>
              <a:spcBef>
                <a:spcPts val="0"/>
              </a:spcBef>
              <a:spcAft>
                <a:spcPts val="1600"/>
              </a:spcAft>
              <a:defRPr/>
            </a:pPr>
            <a:r>
              <a:rPr lang="pt-BR" sz="2400" dirty="0">
                <a:sym typeface="Helvetica Light"/>
              </a:rPr>
              <a:t>_aumentar de forma gradual e sustentável a </a:t>
            </a:r>
            <a:r>
              <a:rPr lang="pt-BR" sz="3200" dirty="0">
                <a:solidFill>
                  <a:srgbClr val="C00000"/>
                </a:solidFill>
                <a:latin typeface="Gill Sans Std" pitchFamily="34" charset="0"/>
                <a:sym typeface="Helvetica Light"/>
              </a:rPr>
              <a:t>contribuição da TD para a estratégia de negócios Natura</a:t>
            </a:r>
          </a:p>
        </p:txBody>
      </p:sp>
      <p:sp>
        <p:nvSpPr>
          <p:cNvPr id="10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176261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FORÇAS CONTRÁRIAS…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5190997" y="1615843"/>
            <a:ext cx="6035292" cy="140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412640">
              <a:spcAft>
                <a:spcPts val="1600"/>
              </a:spcAft>
              <a:tabLst>
                <a:tab pos="838179" algn="l"/>
                <a:tab pos="1193770" algn="l"/>
              </a:tabLst>
            </a:pPr>
            <a:r>
              <a:rPr lang="pt-BR" sz="4267" b="1" kern="0" dirty="0">
                <a:solidFill>
                  <a:srgbClr val="FE5000">
                    <a:lumMod val="60000"/>
                    <a:lumOff val="40000"/>
                  </a:srgbClr>
                </a:solidFill>
                <a:latin typeface="Gill Sans Std" pitchFamily="34" charset="0"/>
                <a:sym typeface="Helvetica Light"/>
              </a:rPr>
              <a:t>orientação insuficiente </a:t>
            </a:r>
            <a:br>
              <a:rPr lang="pt-BR" sz="4267" b="1" kern="0" dirty="0">
                <a:solidFill>
                  <a:srgbClr val="FE5000">
                    <a:lumMod val="60000"/>
                    <a:lumOff val="40000"/>
                  </a:srgbClr>
                </a:solidFill>
                <a:latin typeface="Gill Sans Std" pitchFamily="34" charset="0"/>
                <a:sym typeface="Helvetica Light"/>
              </a:rPr>
            </a:br>
            <a:r>
              <a:rPr lang="pt-BR" sz="4267" b="1" kern="0" dirty="0">
                <a:solidFill>
                  <a:srgbClr val="FE5000">
                    <a:lumMod val="60000"/>
                    <a:lumOff val="40000"/>
                  </a:srgbClr>
                </a:solidFill>
                <a:latin typeface="Gill Sans Std" pitchFamily="34" charset="0"/>
                <a:sym typeface="Helvetica Light"/>
              </a:rPr>
              <a:t>para implantar</a:t>
            </a:r>
            <a:endParaRPr lang="pt-BR" sz="4267" kern="0" dirty="0">
              <a:solidFill>
                <a:srgbClr val="FE5000">
                  <a:lumMod val="60000"/>
                  <a:lumOff val="40000"/>
                </a:srgbClr>
              </a:solidFill>
              <a:latin typeface="Gill Sans Std" pitchFamily="34" charset="0"/>
              <a:sym typeface="Helvetica Light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728455" y="2087767"/>
            <a:ext cx="4880851" cy="1898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12640"/>
            <a:r>
              <a:rPr lang="pt-BR" sz="5867" b="1" kern="0" dirty="0">
                <a:solidFill>
                  <a:srgbClr val="FF0000"/>
                </a:solidFill>
                <a:latin typeface="Gill Sans Std" pitchFamily="34" charset="0"/>
                <a:sym typeface="Helvetica Light"/>
              </a:rPr>
              <a:t>falta de tempo</a:t>
            </a:r>
            <a:endParaRPr lang="pt-BR" sz="5333" kern="0" dirty="0">
              <a:solidFill>
                <a:srgbClr val="352E26"/>
              </a:solidFill>
              <a:latin typeface="Helvetica Light"/>
              <a:sym typeface="Helvetica Light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7122190" y="3764194"/>
            <a:ext cx="3788217" cy="1405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12640"/>
            <a:r>
              <a:rPr lang="pt-BR" sz="4267" b="1" kern="0" dirty="0">
                <a:solidFill>
                  <a:srgbClr val="FE5000">
                    <a:lumMod val="75000"/>
                  </a:srgbClr>
                </a:solidFill>
                <a:latin typeface="Gill Sans Std" pitchFamily="34" charset="0"/>
                <a:sym typeface="Helvetica Light"/>
              </a:rPr>
              <a:t>falta de apoio </a:t>
            </a:r>
            <a:br>
              <a:rPr lang="pt-BR" sz="4267" b="1" kern="0" dirty="0">
                <a:solidFill>
                  <a:srgbClr val="FE5000">
                    <a:lumMod val="75000"/>
                  </a:srgbClr>
                </a:solidFill>
                <a:latin typeface="Gill Sans Std" pitchFamily="34" charset="0"/>
                <a:sym typeface="Helvetica Light"/>
              </a:rPr>
            </a:br>
            <a:r>
              <a:rPr lang="pt-BR" sz="4267" b="1" kern="0" dirty="0">
                <a:solidFill>
                  <a:srgbClr val="FE5000">
                    <a:lumMod val="75000"/>
                  </a:srgbClr>
                </a:solidFill>
                <a:latin typeface="Gill Sans Std" pitchFamily="34" charset="0"/>
                <a:sym typeface="Helvetica Light"/>
              </a:rPr>
              <a:t>da liderança</a:t>
            </a:r>
            <a:endParaRPr lang="pt-BR" sz="4267" kern="0" dirty="0">
              <a:solidFill>
                <a:srgbClr val="FE5000">
                  <a:lumMod val="75000"/>
                </a:srgbClr>
              </a:solidFill>
              <a:latin typeface="Helvetica Light"/>
              <a:sym typeface="Helvetica Light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973355" y="4340122"/>
            <a:ext cx="3733714" cy="1405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12640"/>
            <a:r>
              <a:rPr lang="pt-BR" sz="4267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  <a:t>	</a:t>
            </a:r>
            <a:r>
              <a:rPr lang="pt-BR" sz="4267" b="1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  <a:t>maturidade </a:t>
            </a:r>
            <a:br>
              <a:rPr lang="pt-BR" sz="4267" b="1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</a:br>
            <a:r>
              <a:rPr lang="pt-BR" sz="4267" b="1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  <a:t>do time</a:t>
            </a:r>
            <a:endParaRPr lang="pt-BR" sz="3733" kern="0" dirty="0">
              <a:solidFill>
                <a:srgbClr val="F2A900"/>
              </a:solidFill>
              <a:latin typeface="Helvetica Light"/>
              <a:sym typeface="Helvetica Light"/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  <p:pic>
        <p:nvPicPr>
          <p:cNvPr id="1028" name="Picture 4" descr="http://static5.eeiplatform.com/files/gartner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91289" y="5540075"/>
            <a:ext cx="1248115" cy="93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09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E MAIS…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427304" y="2014158"/>
            <a:ext cx="11340485" cy="370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80472" algn="just" defTabSz="412640" eaLnBrk="0" hangingPunct="0">
              <a:defRPr/>
            </a:pPr>
            <a:r>
              <a:rPr lang="pt-BR" sz="2667" dirty="0">
                <a:solidFill>
                  <a:srgbClr val="473729"/>
                </a:solidFill>
                <a:latin typeface="Gill Sans Std Light"/>
                <a:cs typeface="Gill Sans Std Light"/>
                <a:sym typeface="Helvetica Light"/>
              </a:rPr>
              <a:t>_dúvidas sobre a </a:t>
            </a:r>
            <a:r>
              <a:rPr lang="pt-BR" sz="3200" dirty="0">
                <a:solidFill>
                  <a:srgbClr val="CC00FF"/>
                </a:solidFill>
                <a:latin typeface="Gill Sans Std" pitchFamily="34" charset="0"/>
                <a:cs typeface="Gill Sans Std Light"/>
                <a:sym typeface="Helvetica Light"/>
              </a:rPr>
              <a:t>propriedade e autoridade </a:t>
            </a:r>
            <a:r>
              <a:rPr lang="pt-BR" sz="2667" dirty="0">
                <a:solidFill>
                  <a:srgbClr val="473729"/>
                </a:solidFill>
                <a:latin typeface="Gill Sans Std Light"/>
                <a:cs typeface="Gill Sans Std Light"/>
                <a:sym typeface="Helvetica Light"/>
              </a:rPr>
              <a:t>dos processos</a:t>
            </a:r>
          </a:p>
          <a:p>
            <a:pPr marL="1439297" algn="just" eaLnBrk="0" hangingPunct="0">
              <a:defRPr/>
            </a:pPr>
            <a:endParaRPr lang="pt-BR" sz="2667" dirty="0">
              <a:solidFill>
                <a:srgbClr val="473729"/>
              </a:solidFill>
              <a:latin typeface="Gill Sans Std Light"/>
              <a:cs typeface="Gill Sans Std Light"/>
              <a:sym typeface="Helvetica Light"/>
            </a:endParaRPr>
          </a:p>
          <a:p>
            <a:pPr marL="1439297" algn="just" eaLnBrk="0" hangingPunct="0">
              <a:defRPr/>
            </a:pPr>
            <a:r>
              <a:rPr lang="pt-BR" sz="2667" dirty="0">
                <a:solidFill>
                  <a:srgbClr val="473729"/>
                </a:solidFill>
                <a:latin typeface="Gill Sans Std Light"/>
                <a:cs typeface="Gill Sans Std Light"/>
                <a:sym typeface="Helvetica Light"/>
              </a:rPr>
              <a:t>_falta de </a:t>
            </a:r>
            <a:r>
              <a:rPr lang="pt-BR" sz="2933" i="1" dirty="0">
                <a:solidFill>
                  <a:srgbClr val="C00000"/>
                </a:solidFill>
                <a:latin typeface="Gill Sans Std" pitchFamily="34" charset="0"/>
                <a:cs typeface="Gill Sans Std Light"/>
                <a:sym typeface="Helvetica Light"/>
              </a:rPr>
              <a:t>revisão periódica </a:t>
            </a:r>
            <a:r>
              <a:rPr lang="pt-BR" sz="2667" dirty="0">
                <a:solidFill>
                  <a:srgbClr val="473729"/>
                </a:solidFill>
                <a:latin typeface="Gill Sans Std Light"/>
                <a:cs typeface="Gill Sans Std Light"/>
                <a:sym typeface="Helvetica Light"/>
              </a:rPr>
              <a:t>dos processos</a:t>
            </a:r>
          </a:p>
          <a:p>
            <a:pPr marL="1439297" algn="just" eaLnBrk="0" hangingPunct="0">
              <a:defRPr/>
            </a:pPr>
            <a:endParaRPr lang="pt-BR" sz="2667" dirty="0">
              <a:solidFill>
                <a:srgbClr val="473729"/>
              </a:solidFill>
              <a:latin typeface="Gill Sans Std Light"/>
              <a:cs typeface="Gill Sans Std Light"/>
              <a:sym typeface="Helvetica Light"/>
            </a:endParaRPr>
          </a:p>
          <a:p>
            <a:pPr marL="122764" algn="just" eaLnBrk="0" hangingPunct="0">
              <a:defRPr/>
            </a:pPr>
            <a:r>
              <a:rPr lang="pt-BR" sz="2667" dirty="0">
                <a:solidFill>
                  <a:srgbClr val="473729"/>
                </a:solidFill>
                <a:latin typeface="Gill Sans Std Light"/>
                <a:cs typeface="Gill Sans Std Light"/>
                <a:sym typeface="Helvetica Light"/>
              </a:rPr>
              <a:t>_dificuldade para </a:t>
            </a:r>
            <a:r>
              <a:rPr lang="pt-BR" sz="2667" dirty="0">
                <a:solidFill>
                  <a:srgbClr val="473729"/>
                </a:solidFill>
                <a:latin typeface="Gill Sans Std" pitchFamily="34" charset="0"/>
                <a:cs typeface="Gill Sans Std Light"/>
                <a:sym typeface="Helvetica Light"/>
              </a:rPr>
              <a:t>manter </a:t>
            </a:r>
            <a:r>
              <a:rPr lang="pt-BR" sz="2933" b="1" dirty="0">
                <a:solidFill>
                  <a:srgbClr val="0070C0"/>
                </a:solidFill>
                <a:latin typeface="Gill Sans Std" pitchFamily="34" charset="0"/>
                <a:cs typeface="Gill Sans Std Light"/>
                <a:sym typeface="Helvetica Light"/>
              </a:rPr>
              <a:t>disciplina de execução</a:t>
            </a:r>
          </a:p>
          <a:p>
            <a:pPr marL="1439297" algn="just" defTabSz="412640" eaLnBrk="0" hangingPunct="0">
              <a:defRPr/>
            </a:pPr>
            <a:endParaRPr lang="pt-BR" sz="2667" dirty="0">
              <a:solidFill>
                <a:srgbClr val="473729"/>
              </a:solidFill>
              <a:latin typeface="Gill Sans Std Light"/>
              <a:cs typeface="Gill Sans Std Light"/>
              <a:sym typeface="Helvetica Light"/>
            </a:endParaRPr>
          </a:p>
          <a:p>
            <a:pPr algn="ctr" defTabSz="412640" eaLnBrk="0" hangingPunct="0">
              <a:defRPr/>
            </a:pPr>
            <a:r>
              <a:rPr lang="pt-BR" sz="2667" dirty="0">
                <a:solidFill>
                  <a:srgbClr val="473729"/>
                </a:solidFill>
                <a:latin typeface="Gill Sans Std Light"/>
                <a:cs typeface="Gill Sans Std Light"/>
                <a:sym typeface="Helvetica Light"/>
              </a:rPr>
              <a:t>_hábitos, usos e costumes e a</a:t>
            </a:r>
          </a:p>
          <a:p>
            <a:pPr algn="ctr" defTabSz="412640" eaLnBrk="0" hangingPunct="0">
              <a:defRPr/>
            </a:pPr>
            <a:r>
              <a:rPr lang="pt-BR" sz="3733" dirty="0">
                <a:solidFill>
                  <a:srgbClr val="FE5000"/>
                </a:solidFill>
                <a:latin typeface="Gill Sans Std" pitchFamily="34" charset="0"/>
                <a:cs typeface="Gill Sans Std Light"/>
                <a:sym typeface="Helvetica Light"/>
              </a:rPr>
              <a:t>natural resistência às mudanças</a:t>
            </a:r>
          </a:p>
        </p:txBody>
      </p:sp>
      <p:sp>
        <p:nvSpPr>
          <p:cNvPr id="10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382974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428097" y="1477048"/>
            <a:ext cx="10629016" cy="851285"/>
          </a:xfrm>
          <a:prstGeom prst="rect">
            <a:avLst/>
          </a:prstGeom>
        </p:spPr>
        <p:txBody>
          <a:bodyPr vert="horz" lIns="108832" tIns="54416" rIns="108832" bIns="54416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667" dirty="0" err="1">
                <a:sym typeface="Helvetica Light"/>
              </a:rPr>
              <a:t>Tstee</a:t>
            </a:r>
            <a:r>
              <a:rPr lang="pt-BR" sz="2667" dirty="0">
                <a:sym typeface="Helvetica Light"/>
              </a:rPr>
              <a:t> sua </a:t>
            </a:r>
            <a:r>
              <a:rPr lang="pt-BR" sz="2667" dirty="0" err="1">
                <a:sym typeface="Helvetica Light"/>
              </a:rPr>
              <a:t>rnisêtecsia</a:t>
            </a:r>
            <a:r>
              <a:rPr lang="pt-BR" sz="2667" dirty="0">
                <a:sym typeface="Helvetica Light"/>
              </a:rPr>
              <a:t> a </a:t>
            </a:r>
            <a:r>
              <a:rPr lang="pt-BR" sz="2667" dirty="0" err="1">
                <a:sym typeface="Helvetica Light"/>
              </a:rPr>
              <a:t>mdunaças</a:t>
            </a:r>
            <a:r>
              <a:rPr lang="pt-BR" sz="2667" dirty="0">
                <a:sym typeface="Helvetica Light"/>
              </a:rPr>
              <a:t>...</a:t>
            </a:r>
          </a:p>
        </p:txBody>
      </p:sp>
      <p:sp>
        <p:nvSpPr>
          <p:cNvPr id="5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67" dirty="0">
                <a:latin typeface="Gill Sans Std Light" pitchFamily="34" charset="0"/>
                <a:sym typeface="Helvetica Light"/>
              </a:rPr>
              <a:t>SOMOS TODOS APEGADOS AOS NOSSOS HÁBITOS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95467" y="2325774"/>
            <a:ext cx="9936427" cy="3827523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pt-BR" sz="2667" b="1" dirty="0">
                <a:solidFill>
                  <a:srgbClr val="473729"/>
                </a:solidFill>
                <a:latin typeface="Gill Sans Std Light"/>
                <a:cs typeface="Gill Sans Std Light"/>
                <a:sym typeface="Helvetica Light"/>
              </a:rPr>
              <a:t>Leia as cores das palavras, não as palavras!</a:t>
            </a:r>
          </a:p>
          <a:p>
            <a:pPr algn="ctr" eaLnBrk="0" hangingPunct="0">
              <a:spcBef>
                <a:spcPct val="20000"/>
              </a:spcBef>
              <a:defRPr/>
            </a:pPr>
            <a:endParaRPr lang="pt-BR" sz="3001" b="1" i="1" kern="0" dirty="0">
              <a:solidFill>
                <a:srgbClr val="0000CC"/>
              </a:solidFill>
              <a:cs typeface="Calibri" pitchFamily="34" charset="0"/>
              <a:sym typeface="Helvetica Light"/>
            </a:endParaRP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3001" b="1" i="1" kern="0" dirty="0">
                <a:solidFill>
                  <a:srgbClr val="0000CC"/>
                </a:solidFill>
                <a:cs typeface="Calibri" pitchFamily="34" charset="0"/>
                <a:sym typeface="Helvetica Light"/>
              </a:rPr>
              <a:t>vermelho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FF6600"/>
                </a:solidFill>
                <a:cs typeface="Calibri" pitchFamily="34" charset="0"/>
                <a:sym typeface="Helvetica Light"/>
              </a:rPr>
              <a:t>azul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006600"/>
                </a:solidFill>
                <a:cs typeface="Calibri" pitchFamily="34" charset="0"/>
                <a:sym typeface="Helvetica Light"/>
              </a:rPr>
              <a:t>preto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8064A2">
                    <a:lumMod val="60000"/>
                    <a:lumOff val="40000"/>
                  </a:srgbClr>
                </a:solidFill>
                <a:cs typeface="Calibri" pitchFamily="34" charset="0"/>
                <a:sym typeface="Helvetica Light"/>
              </a:rPr>
              <a:t>amarelo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 </a:t>
            </a:r>
            <a:r>
              <a:rPr lang="pt-BR" sz="3001" b="1" i="1" kern="0" dirty="0">
                <a:solidFill>
                  <a:srgbClr val="4F81BD"/>
                </a:solidFill>
                <a:cs typeface="Calibri" pitchFamily="34" charset="0"/>
                <a:sym typeface="Helvetica Light"/>
              </a:rPr>
              <a:t>preto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3001" b="1" i="1" kern="0" dirty="0">
                <a:solidFill>
                  <a:srgbClr val="4F81BD"/>
                </a:solidFill>
                <a:cs typeface="Calibri" pitchFamily="34" charset="0"/>
                <a:sym typeface="Helvetica Light"/>
              </a:rPr>
              <a:t> </a:t>
            </a:r>
            <a:r>
              <a:rPr lang="pt-BR" sz="3001" b="1" i="1" kern="0" dirty="0">
                <a:solidFill>
                  <a:srgbClr val="FFFF00"/>
                </a:solidFill>
                <a:cs typeface="Calibri" pitchFamily="34" charset="0"/>
                <a:sym typeface="Helvetica Light"/>
              </a:rPr>
              <a:t>vermelho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verde – </a:t>
            </a:r>
            <a:r>
              <a:rPr lang="pt-BR" sz="3001" b="1" i="1" kern="0" dirty="0">
                <a:solidFill>
                  <a:srgbClr val="FFFF00"/>
                </a:solidFill>
                <a:cs typeface="Calibri" pitchFamily="34" charset="0"/>
                <a:sym typeface="Helvetica Light"/>
              </a:rPr>
              <a:t>cinza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006600"/>
                </a:solidFill>
                <a:cs typeface="Calibri" pitchFamily="34" charset="0"/>
                <a:sym typeface="Helvetica Light"/>
              </a:rPr>
              <a:t>azul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660066"/>
                </a:solidFill>
                <a:cs typeface="Calibri" pitchFamily="34" charset="0"/>
                <a:sym typeface="Helvetica Light"/>
              </a:rPr>
              <a:t>amarelo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3001" b="1" i="1" kern="0" dirty="0">
                <a:solidFill>
                  <a:srgbClr val="0000CC"/>
                </a:solidFill>
                <a:cs typeface="Calibri" pitchFamily="34" charset="0"/>
                <a:sym typeface="Helvetica Light"/>
              </a:rPr>
              <a:t>laranja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00B0F0"/>
                </a:solidFill>
                <a:cs typeface="Calibri" pitchFamily="34" charset="0"/>
                <a:sym typeface="Helvetica Light"/>
              </a:rPr>
              <a:t>roxo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FF6600"/>
                </a:solidFill>
                <a:cs typeface="Calibri" pitchFamily="34" charset="0"/>
                <a:sym typeface="Helvetica Light"/>
              </a:rPr>
              <a:t>roxo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FF0000"/>
                </a:solidFill>
                <a:cs typeface="Calibri" pitchFamily="34" charset="0"/>
                <a:sym typeface="Helvetica Light"/>
              </a:rPr>
              <a:t>branco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663300"/>
                </a:solidFill>
                <a:cs typeface="Calibri" pitchFamily="34" charset="0"/>
                <a:sym typeface="Helvetica Light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3001" b="1" i="1" kern="0" dirty="0">
                <a:solidFill>
                  <a:srgbClr val="006600"/>
                </a:solidFill>
                <a:cs typeface="Calibri" pitchFamily="34" charset="0"/>
                <a:sym typeface="Helvetica Light"/>
              </a:rPr>
              <a:t>verde 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– </a:t>
            </a:r>
            <a:r>
              <a:rPr lang="pt-BR" sz="3001" b="1" i="1" kern="0" dirty="0">
                <a:solidFill>
                  <a:srgbClr val="7030A0"/>
                </a:solidFill>
                <a:cs typeface="Calibri" pitchFamily="34" charset="0"/>
                <a:sym typeface="Helvetica Light"/>
              </a:rPr>
              <a:t>preto</a:t>
            </a:r>
            <a:r>
              <a:rPr lang="pt-BR" sz="3001" b="1" i="1" kern="0" dirty="0">
                <a:solidFill>
                  <a:srgbClr val="FFFF66"/>
                </a:solidFill>
                <a:cs typeface="Calibri" pitchFamily="34" charset="0"/>
                <a:sym typeface="Helvetica Light"/>
              </a:rPr>
              <a:t> 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–</a:t>
            </a:r>
            <a:r>
              <a:rPr lang="pt-BR" sz="3001" b="1" i="1" kern="0" dirty="0">
                <a:solidFill>
                  <a:srgbClr val="FFFF66"/>
                </a:solidFill>
                <a:cs typeface="Calibri" pitchFamily="34" charset="0"/>
                <a:sym typeface="Helvetica Light"/>
              </a:rPr>
              <a:t> </a:t>
            </a:r>
            <a:r>
              <a:rPr lang="pt-BR" sz="3001" b="1" i="1" kern="0" dirty="0">
                <a:solidFill>
                  <a:srgbClr val="FF0000"/>
                </a:solidFill>
                <a:cs typeface="Calibri" pitchFamily="34" charset="0"/>
                <a:sym typeface="Helvetica Light"/>
              </a:rPr>
              <a:t>verde</a:t>
            </a:r>
            <a:r>
              <a:rPr lang="pt-BR" sz="3001" b="1" i="1" kern="0" dirty="0">
                <a:solidFill>
                  <a:srgbClr val="FFFF66"/>
                </a:solidFill>
                <a:cs typeface="Calibri" pitchFamily="34" charset="0"/>
                <a:sym typeface="Helvetica Light"/>
              </a:rPr>
              <a:t> 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– </a:t>
            </a:r>
            <a:r>
              <a:rPr lang="pt-BR" sz="3001" b="1" i="1" kern="0" dirty="0">
                <a:solidFill>
                  <a:srgbClr val="FF6600"/>
                </a:solidFill>
                <a:cs typeface="Calibri" pitchFamily="34" charset="0"/>
                <a:sym typeface="Helvetica Light"/>
              </a:rPr>
              <a:t>azul</a:t>
            </a:r>
            <a:r>
              <a:rPr lang="pt-BR" sz="3001" b="1" i="1" kern="0" dirty="0">
                <a:solidFill>
                  <a:srgbClr val="FFFF66"/>
                </a:solidFill>
                <a:cs typeface="Calibri" pitchFamily="34" charset="0"/>
                <a:sym typeface="Helvetica Light"/>
              </a:rPr>
              <a:t> 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– </a:t>
            </a:r>
            <a:r>
              <a:rPr lang="pt-BR" sz="3001" b="1" i="1" kern="0" dirty="0">
                <a:solidFill>
                  <a:srgbClr val="C0504D">
                    <a:lumMod val="40000"/>
                    <a:lumOff val="60000"/>
                  </a:srgbClr>
                </a:solidFill>
                <a:cs typeface="Calibri" pitchFamily="34" charset="0"/>
                <a:sym typeface="Helvetica Light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3001" b="1" i="1" kern="0" dirty="0">
                <a:solidFill>
                  <a:srgbClr val="FFFF00"/>
                </a:solidFill>
                <a:cs typeface="Calibri" pitchFamily="34" charset="0"/>
                <a:sym typeface="Helvetica Light"/>
              </a:rPr>
              <a:t>azul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FF0000"/>
                </a:solidFill>
                <a:cs typeface="Calibri" pitchFamily="34" charset="0"/>
                <a:sym typeface="Helvetica Light"/>
              </a:rPr>
              <a:t>amarelo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00B050"/>
                </a:solidFill>
                <a:cs typeface="Calibri" pitchFamily="34" charset="0"/>
                <a:sym typeface="Helvetica Light"/>
              </a:rPr>
              <a:t>branco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FFFF00"/>
                </a:solidFill>
                <a:cs typeface="Calibri" pitchFamily="34" charset="0"/>
                <a:sym typeface="Helvetica Light"/>
              </a:rPr>
              <a:t>vermelho</a:t>
            </a:r>
            <a:r>
              <a:rPr lang="pt-BR" sz="3001" b="1" i="1" kern="0" dirty="0">
                <a:solidFill>
                  <a:sysClr val="windowText" lastClr="000000"/>
                </a:solidFill>
                <a:cs typeface="Calibri" pitchFamily="34" charset="0"/>
                <a:sym typeface="Helvetica Light"/>
              </a:rPr>
              <a:t> – </a:t>
            </a:r>
            <a:r>
              <a:rPr lang="pt-BR" sz="3001" b="1" i="1" kern="0" dirty="0">
                <a:solidFill>
                  <a:srgbClr val="0000CC"/>
                </a:solidFill>
                <a:cs typeface="Calibri" pitchFamily="34" charset="0"/>
                <a:sym typeface="Helvetica Light"/>
              </a:rPr>
              <a:t>cinza</a:t>
            </a:r>
            <a:endParaRPr lang="pt-BR" sz="3001" b="1" i="1" kern="0" dirty="0">
              <a:solidFill>
                <a:sysClr val="windowText" lastClr="000000"/>
              </a:solidFill>
              <a:cs typeface="Calibri" pitchFamily="34" charset="0"/>
              <a:sym typeface="Helvetica Light"/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416465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428098" y="1477048"/>
            <a:ext cx="4753503" cy="851285"/>
          </a:xfrm>
          <a:prstGeom prst="rect">
            <a:avLst/>
          </a:prstGeom>
        </p:spPr>
        <p:txBody>
          <a:bodyPr vert="horz" lIns="108832" tIns="54416" rIns="108832" bIns="54416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667" dirty="0">
                <a:sym typeface="Helvetica Light"/>
              </a:rPr>
              <a:t>É difícil mudar?</a:t>
            </a:r>
          </a:p>
        </p:txBody>
      </p:sp>
      <p:sp>
        <p:nvSpPr>
          <p:cNvPr id="5" name="Shape 721"/>
          <p:cNvSpPr/>
          <p:nvPr/>
        </p:nvSpPr>
        <p:spPr>
          <a:xfrm>
            <a:off x="410818" y="1314449"/>
            <a:ext cx="3707780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5696816" y="493475"/>
            <a:ext cx="3430206" cy="2585299"/>
            <a:chOff x="3404198" y="872416"/>
            <a:chExt cx="2338777" cy="1762704"/>
          </a:xfrm>
        </p:grpSpPr>
        <p:pic>
          <p:nvPicPr>
            <p:cNvPr id="14" name="Espaço Reservado para Conteúdo 2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04198" y="872416"/>
              <a:ext cx="2148295" cy="1762704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 rot="16200000">
              <a:off x="5055051" y="1597170"/>
              <a:ext cx="1089099" cy="286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2640"/>
              <a:r>
                <a:rPr lang="pt-BR" sz="2133" b="1" kern="0" dirty="0">
                  <a:solidFill>
                    <a:srgbClr val="0070C0"/>
                  </a:solidFill>
                  <a:latin typeface="Helvetica Light"/>
                  <a:sym typeface="Helvetica Light"/>
                </a:rPr>
                <a:t>Pessoas</a:t>
              </a: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9141105" y="2860024"/>
            <a:ext cx="2567344" cy="1818865"/>
            <a:chOff x="6217359" y="3060811"/>
            <a:chExt cx="2819137" cy="19972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17359" y="3060811"/>
              <a:ext cx="2819137" cy="1997251"/>
            </a:xfrm>
            <a:prstGeom prst="rect">
              <a:avLst/>
            </a:prstGeom>
          </p:spPr>
        </p:pic>
        <p:sp>
          <p:nvSpPr>
            <p:cNvPr id="20" name="CaixaDeTexto 19"/>
            <p:cNvSpPr txBox="1"/>
            <p:nvPr/>
          </p:nvSpPr>
          <p:spPr>
            <a:xfrm rot="18175943">
              <a:off x="7347624" y="3700014"/>
              <a:ext cx="1671364" cy="46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2640"/>
              <a:r>
                <a:rPr lang="pt-BR" sz="2133" b="1" kern="0" dirty="0">
                  <a:solidFill>
                    <a:prstClr val="white"/>
                  </a:solidFill>
                  <a:latin typeface="Helvetica Light"/>
                  <a:sym typeface="Helvetica Light"/>
                </a:rPr>
                <a:t>Produtos</a:t>
              </a: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6243853" y="4643587"/>
            <a:ext cx="1899113" cy="1753029"/>
            <a:chOff x="3450735" y="4636391"/>
            <a:chExt cx="2085370" cy="1924957"/>
          </a:xfrm>
        </p:grpSpPr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0735" y="4636391"/>
              <a:ext cx="2085370" cy="1924957"/>
            </a:xfrm>
            <a:prstGeom prst="rect">
              <a:avLst/>
            </a:prstGeom>
          </p:spPr>
        </p:pic>
        <p:sp>
          <p:nvSpPr>
            <p:cNvPr id="23" name="CaixaDeTexto 22"/>
            <p:cNvSpPr txBox="1"/>
            <p:nvPr/>
          </p:nvSpPr>
          <p:spPr>
            <a:xfrm rot="17730074">
              <a:off x="3206885" y="5407327"/>
              <a:ext cx="1742854" cy="46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2640"/>
              <a:r>
                <a:rPr lang="pt-BR" sz="2133" b="1" kern="0" dirty="0">
                  <a:solidFill>
                    <a:srgbClr val="7A5724"/>
                  </a:solidFill>
                  <a:latin typeface="Helvetica Light"/>
                  <a:sym typeface="Helvetica Light"/>
                </a:rPr>
                <a:t>Parceiros</a:t>
              </a: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3166245" y="2887711"/>
            <a:ext cx="2403252" cy="1669672"/>
            <a:chOff x="262642" y="3095899"/>
            <a:chExt cx="2638952" cy="1833425"/>
          </a:xfrm>
        </p:grpSpPr>
        <p:pic>
          <p:nvPicPr>
            <p:cNvPr id="25" name="Imagem 2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2642" y="3095899"/>
              <a:ext cx="2473154" cy="1833425"/>
            </a:xfrm>
            <a:prstGeom prst="rect">
              <a:avLst/>
            </a:prstGeom>
          </p:spPr>
        </p:pic>
        <p:sp>
          <p:nvSpPr>
            <p:cNvPr id="26" name="CaixaDeTexto 25"/>
            <p:cNvSpPr txBox="1"/>
            <p:nvPr/>
          </p:nvSpPr>
          <p:spPr>
            <a:xfrm rot="19767345">
              <a:off x="884034" y="4155468"/>
              <a:ext cx="2017560" cy="46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2640"/>
              <a:r>
                <a:rPr lang="pt-BR" sz="2133" b="1" kern="0" dirty="0">
                  <a:solidFill>
                    <a:srgbClr val="C5B9AC">
                      <a:lumMod val="60000"/>
                      <a:lumOff val="40000"/>
                    </a:srgbClr>
                  </a:solidFill>
                  <a:latin typeface="Helvetica Light"/>
                  <a:sym typeface="Helvetica Light"/>
                </a:rPr>
                <a:t>Processos</a:t>
              </a:r>
            </a:p>
          </p:txBody>
        </p:sp>
      </p:grpSp>
      <p:sp>
        <p:nvSpPr>
          <p:cNvPr id="27" name="Setas cruzadas 26"/>
          <p:cNvSpPr/>
          <p:nvPr/>
        </p:nvSpPr>
        <p:spPr>
          <a:xfrm>
            <a:off x="6779085" y="3100179"/>
            <a:ext cx="1220271" cy="1230749"/>
          </a:xfrm>
          <a:prstGeom prst="quadArrow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2640"/>
            <a:endParaRPr lang="pt-BR" sz="2533" kern="0" dirty="0">
              <a:solidFill>
                <a:srgbClr val="7030A0"/>
              </a:solidFill>
              <a:sym typeface="Helvetica Light"/>
            </a:endParaRPr>
          </a:p>
        </p:txBody>
      </p:sp>
      <p:sp>
        <p:nvSpPr>
          <p:cNvPr id="28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287935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428098" y="1477048"/>
            <a:ext cx="4905903" cy="554952"/>
          </a:xfrm>
          <a:prstGeom prst="rect">
            <a:avLst/>
          </a:prstGeom>
        </p:spPr>
        <p:txBody>
          <a:bodyPr vert="horz" lIns="108832" tIns="54416" rIns="108832" bIns="54416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667" dirty="0">
                <a:sym typeface="Helvetica Light"/>
              </a:rPr>
              <a:t>É possível melhorar sem mudar?</a:t>
            </a: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5314397" y="3228038"/>
            <a:ext cx="6242603" cy="2390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412640"/>
            <a:r>
              <a:rPr lang="pt-BR" sz="3200" i="1" kern="0" dirty="0">
                <a:solidFill>
                  <a:srgbClr val="7A6856"/>
                </a:solidFill>
                <a:latin typeface="Gill Sans Std" pitchFamily="34" charset="0"/>
                <a:sym typeface="Helvetica Light"/>
              </a:rPr>
              <a:t>“Fazer sempre as mesmas coisas,</a:t>
            </a:r>
            <a:br>
              <a:rPr lang="pt-BR" sz="3200" i="1" kern="0" dirty="0">
                <a:solidFill>
                  <a:srgbClr val="7A6856"/>
                </a:solidFill>
                <a:latin typeface="Gill Sans Std" pitchFamily="34" charset="0"/>
                <a:sym typeface="Helvetica Light"/>
              </a:rPr>
            </a:br>
            <a:r>
              <a:rPr lang="pt-BR" sz="3200" i="1" kern="0" dirty="0">
                <a:solidFill>
                  <a:srgbClr val="7A6856"/>
                </a:solidFill>
                <a:latin typeface="Gill Sans Std" pitchFamily="34" charset="0"/>
                <a:sym typeface="Helvetica Light"/>
              </a:rPr>
              <a:t>esperando resultados diferentes é </a:t>
            </a:r>
            <a:r>
              <a:rPr lang="pt-BR" sz="3200" b="1" i="1" kern="0" dirty="0">
                <a:solidFill>
                  <a:srgbClr val="7A6856"/>
                </a:solidFill>
                <a:latin typeface="Gill Sans Std" pitchFamily="34" charset="0"/>
                <a:sym typeface="Helvetica Light"/>
              </a:rPr>
              <a:t>insanidade!</a:t>
            </a:r>
            <a:r>
              <a:rPr lang="pt-BR" sz="3200" i="1" kern="0" dirty="0">
                <a:solidFill>
                  <a:srgbClr val="7A6856"/>
                </a:solidFill>
                <a:latin typeface="Gill Sans Std" pitchFamily="34" charset="0"/>
                <a:sym typeface="Helvetica Light"/>
              </a:rPr>
              <a:t>”</a:t>
            </a:r>
            <a:endParaRPr lang="pt-BR" sz="3200" kern="0" dirty="0">
              <a:solidFill>
                <a:srgbClr val="7A6856"/>
              </a:solidFill>
              <a:latin typeface="Gill Sans Std" pitchFamily="34" charset="0"/>
              <a:sym typeface="Helvetica Light"/>
            </a:endParaRPr>
          </a:p>
          <a:p>
            <a:pPr algn="r" defTabSz="412640"/>
            <a:endParaRPr lang="pt-BR" sz="3201" kern="0" dirty="0">
              <a:solidFill>
                <a:srgbClr val="7A6856"/>
              </a:solidFill>
              <a:latin typeface="Gill Sans Std" pitchFamily="34" charset="0"/>
              <a:sym typeface="Helvetica Light"/>
            </a:endParaRPr>
          </a:p>
          <a:p>
            <a:pPr algn="r" defTabSz="412640"/>
            <a:r>
              <a:rPr lang="pt-BR" sz="2133" i="1" kern="0" dirty="0">
                <a:solidFill>
                  <a:srgbClr val="7A6856"/>
                </a:solidFill>
                <a:latin typeface="Gill Sans Std" pitchFamily="34" charset="0"/>
                <a:sym typeface="Helvetica Light"/>
              </a:rPr>
              <a:t>Albert Einstein</a:t>
            </a:r>
            <a:endParaRPr lang="pt-BR" sz="2133" b="1" i="1" kern="0" dirty="0">
              <a:solidFill>
                <a:srgbClr val="7A6856"/>
              </a:solidFill>
              <a:latin typeface="Gill Sans Std" pitchFamily="34" charset="0"/>
              <a:sym typeface="Helvetica Light"/>
            </a:endParaRPr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2593" y="2228785"/>
            <a:ext cx="3756591" cy="3987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" descr="http://2.bp.blogspot.com/-lBTxgsITso4/UOgbH_IFD4I/AAAAAAAABTY/XEMvo-MD-20/s1600/SejaVoceMesmo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26581" y="2228785"/>
            <a:ext cx="3987816" cy="398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375766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HIPÓTESES PARA TESTAR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31" name="Shape 721"/>
          <p:cNvSpPr/>
          <p:nvPr/>
        </p:nvSpPr>
        <p:spPr>
          <a:xfrm flipV="1">
            <a:off x="410818" y="1314449"/>
            <a:ext cx="525625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188601" y="672130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Catálogo de Ofertas e </a:t>
            </a: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Serviços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482974" y="4896670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Eficácia dos controles de </a:t>
            </a: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Mudanças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9081225" y="3614856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Gestão do </a:t>
            </a: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Conhecimento</a:t>
            </a:r>
            <a:endParaRPr lang="pt-BR" sz="2133" b="1" i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7897318" y="5226164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Demandas</a:t>
            </a: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  e Insumos para Projetos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655281" y="3254044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Prazos</a:t>
            </a: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/>
            </a:r>
            <a:b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</a:b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SLA, OLA, UC</a:t>
            </a: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4458306" y="5374131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Indicadores</a:t>
            </a: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 que suportam a Decisão</a:t>
            </a: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1129341" y="1535696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Tratamento de </a:t>
            </a: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Incidentes</a:t>
            </a: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 e Requisições</a:t>
            </a:r>
          </a:p>
        </p:txBody>
      </p:sp>
      <p:sp>
        <p:nvSpPr>
          <p:cNvPr id="22" name="Seta para a esquerda 21"/>
          <p:cNvSpPr/>
          <p:nvPr/>
        </p:nvSpPr>
        <p:spPr>
          <a:xfrm rot="1661700">
            <a:off x="4010812" y="2090267"/>
            <a:ext cx="464457" cy="398460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23" name="Seta para a esquerda 22"/>
          <p:cNvSpPr/>
          <p:nvPr/>
        </p:nvSpPr>
        <p:spPr>
          <a:xfrm rot="19181624">
            <a:off x="4059928" y="4467843"/>
            <a:ext cx="464457" cy="398460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24" name="Seta para a esquerda 23"/>
          <p:cNvSpPr/>
          <p:nvPr/>
        </p:nvSpPr>
        <p:spPr>
          <a:xfrm>
            <a:off x="3521725" y="3561555"/>
            <a:ext cx="464457" cy="398460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25" name="Seta para a direita 24"/>
          <p:cNvSpPr/>
          <p:nvPr/>
        </p:nvSpPr>
        <p:spPr>
          <a:xfrm rot="672241">
            <a:off x="8437573" y="3914317"/>
            <a:ext cx="427563" cy="398460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26" name="Seta para a direita 25"/>
          <p:cNvSpPr/>
          <p:nvPr/>
        </p:nvSpPr>
        <p:spPr>
          <a:xfrm rot="1924002">
            <a:off x="7511561" y="4762261"/>
            <a:ext cx="427563" cy="398460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27" name="Seta para a esquerda 26"/>
          <p:cNvSpPr/>
          <p:nvPr/>
        </p:nvSpPr>
        <p:spPr>
          <a:xfrm rot="16926708">
            <a:off x="5678366" y="4815705"/>
            <a:ext cx="464457" cy="398460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9390214" y="2193343"/>
            <a:ext cx="2378892" cy="1060701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r>
              <a:rPr lang="pt-BR" sz="2133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Problemas</a:t>
            </a:r>
            <a:r>
              <a:rPr lang="pt-BR" sz="213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 e </a:t>
            </a:r>
            <a:r>
              <a:rPr lang="pt-BR" sz="2133" i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Root Cause </a:t>
            </a:r>
            <a:r>
              <a:rPr lang="pt-BR" sz="2133" i="1" kern="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  <a:sym typeface="Helvetica Light"/>
              </a:rPr>
              <a:t>Analysis</a:t>
            </a:r>
            <a:endParaRPr lang="pt-BR" sz="2133" i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33" name="Seta para a direita 32"/>
          <p:cNvSpPr/>
          <p:nvPr/>
        </p:nvSpPr>
        <p:spPr>
          <a:xfrm rot="20038822">
            <a:off x="8717084" y="2655685"/>
            <a:ext cx="427563" cy="398460"/>
          </a:xfrm>
          <a:prstGeom prst="righ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24826" y="1784764"/>
            <a:ext cx="2785679" cy="2565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eta para a direita 34"/>
          <p:cNvSpPr/>
          <p:nvPr/>
        </p:nvSpPr>
        <p:spPr>
          <a:xfrm rot="19496181">
            <a:off x="7612807" y="1442569"/>
            <a:ext cx="427563" cy="398460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2640"/>
            <a:endParaRPr lang="pt-BR" sz="2133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  <a:sym typeface="Helvetica Light"/>
            </a:endParaRPr>
          </a:p>
        </p:txBody>
      </p:sp>
      <p:sp>
        <p:nvSpPr>
          <p:cNvPr id="28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413479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2" grpId="0" animBg="1"/>
      <p:bldP spid="33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DESAFIOS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16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74698" y="1810899"/>
            <a:ext cx="4417484" cy="1815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412640">
              <a:spcAft>
                <a:spcPts val="1600"/>
              </a:spcAft>
              <a:tabLst>
                <a:tab pos="838179" algn="l"/>
                <a:tab pos="1193770" algn="l"/>
              </a:tabLst>
            </a:pPr>
            <a:r>
              <a:rPr lang="pt-BR" sz="3733" b="1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  <a:t>qualidade e conformidade </a:t>
            </a:r>
            <a:br>
              <a:rPr lang="pt-BR" sz="3733" b="1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</a:br>
            <a:r>
              <a:rPr lang="pt-BR" sz="3733" b="1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  <a:t>(</a:t>
            </a:r>
            <a:r>
              <a:rPr lang="pt-BR" sz="3733" b="1" i="1" kern="0" dirty="0">
                <a:solidFill>
                  <a:srgbClr val="F2A900"/>
                </a:solidFill>
                <a:latin typeface="Gill Sans Std" pitchFamily="34" charset="0"/>
                <a:sym typeface="Helvetica Light"/>
              </a:rPr>
              <a:t>Metrô)</a:t>
            </a:r>
            <a:endParaRPr lang="pt-BR" sz="3733" kern="0" dirty="0">
              <a:solidFill>
                <a:srgbClr val="F2A900"/>
              </a:solidFill>
              <a:latin typeface="Gill Sans Std" pitchFamily="34" charset="0"/>
              <a:sym typeface="Helvetica Light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410691" y="1561693"/>
            <a:ext cx="55959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412640">
              <a:spcAft>
                <a:spcPts val="1600"/>
              </a:spcAft>
              <a:tabLst>
                <a:tab pos="838179" algn="l"/>
                <a:tab pos="1193770" algn="l"/>
              </a:tabLst>
            </a:pPr>
            <a:r>
              <a:rPr lang="pt-BR" sz="3200" b="1" kern="0" dirty="0">
                <a:solidFill>
                  <a:srgbClr val="00B0F0"/>
                </a:solidFill>
                <a:latin typeface="Gill Sans Std" pitchFamily="34" charset="0"/>
                <a:sym typeface="Helvetica Light"/>
              </a:rPr>
              <a:t>priorização das </a:t>
            </a:r>
            <a:br>
              <a:rPr lang="pt-BR" sz="3200" b="1" kern="0" dirty="0">
                <a:solidFill>
                  <a:srgbClr val="00B0F0"/>
                </a:solidFill>
                <a:latin typeface="Gill Sans Std" pitchFamily="34" charset="0"/>
                <a:sym typeface="Helvetica Light"/>
              </a:rPr>
            </a:br>
            <a:r>
              <a:rPr lang="pt-BR" sz="3200" b="1" kern="0" dirty="0">
                <a:solidFill>
                  <a:srgbClr val="00B0F0"/>
                </a:solidFill>
                <a:latin typeface="Gill Sans Std" pitchFamily="34" charset="0"/>
                <a:sym typeface="Helvetica Light"/>
              </a:rPr>
              <a:t>oportunidades de melhorias</a:t>
            </a:r>
            <a:r>
              <a:rPr lang="pt-BR" sz="3200" kern="0" dirty="0">
                <a:solidFill>
                  <a:srgbClr val="00B0F0"/>
                </a:solidFill>
                <a:latin typeface="Gill Sans Std" pitchFamily="34" charset="0"/>
                <a:sym typeface="Helvetica Light"/>
              </a:rPr>
              <a:t> </a:t>
            </a:r>
          </a:p>
        </p:txBody>
      </p:sp>
      <p:sp>
        <p:nvSpPr>
          <p:cNvPr id="5" name="Retângulo 4"/>
          <p:cNvSpPr/>
          <p:nvPr/>
        </p:nvSpPr>
        <p:spPr>
          <a:xfrm>
            <a:off x="4912479" y="3296733"/>
            <a:ext cx="203773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412640">
              <a:spcAft>
                <a:spcPts val="1600"/>
              </a:spcAft>
              <a:tabLst>
                <a:tab pos="2158946" algn="l"/>
                <a:tab pos="9931152" algn="l"/>
              </a:tabLst>
            </a:pPr>
            <a:r>
              <a:rPr lang="pt-BR" sz="4800" b="1" kern="0" dirty="0">
                <a:solidFill>
                  <a:srgbClr val="CC00FF"/>
                </a:solidFill>
                <a:latin typeface="Gill Sans Std" pitchFamily="34" charset="0"/>
                <a:sym typeface="Helvetica Light"/>
              </a:rPr>
              <a:t>PDCA</a:t>
            </a:r>
            <a:endParaRPr lang="pt-BR" sz="4800" kern="0" dirty="0">
              <a:solidFill>
                <a:srgbClr val="CC00FF"/>
              </a:solidFill>
              <a:latin typeface="Gill Sans Std" pitchFamily="34" charset="0"/>
              <a:sym typeface="Helvetica Light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28097" y="441875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412640"/>
            <a:r>
              <a:rPr lang="pt-BR" sz="4800" b="1" kern="0" dirty="0">
                <a:solidFill>
                  <a:srgbClr val="FF0000"/>
                </a:solidFill>
                <a:latin typeface="Gill Sans Std" pitchFamily="34" charset="0"/>
                <a:sym typeface="Helvetica Light"/>
              </a:rPr>
              <a:t>atitudes e comportamentos</a:t>
            </a:r>
            <a:endParaRPr lang="pt-BR" sz="4267" kern="0" dirty="0">
              <a:solidFill>
                <a:srgbClr val="352E26"/>
              </a:solidFill>
              <a:latin typeface="Helvetica Light"/>
              <a:sym typeface="Helvetica Light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7294042" y="3248633"/>
            <a:ext cx="4755361" cy="1241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12640"/>
            <a:r>
              <a:rPr lang="pt-BR" sz="3733" b="1" kern="0" dirty="0">
                <a:solidFill>
                  <a:srgbClr val="00B050"/>
                </a:solidFill>
                <a:latin typeface="Gill Sans Std" pitchFamily="34" charset="0"/>
                <a:sym typeface="Helvetica Light"/>
              </a:rPr>
              <a:t>qualidade </a:t>
            </a:r>
            <a:br>
              <a:rPr lang="pt-BR" sz="3733" b="1" kern="0" dirty="0">
                <a:solidFill>
                  <a:srgbClr val="00B050"/>
                </a:solidFill>
                <a:latin typeface="Gill Sans Std" pitchFamily="34" charset="0"/>
                <a:sym typeface="Helvetica Light"/>
              </a:rPr>
            </a:br>
            <a:r>
              <a:rPr lang="pt-BR" sz="3733" b="1" kern="0" dirty="0">
                <a:solidFill>
                  <a:srgbClr val="00B050"/>
                </a:solidFill>
                <a:latin typeface="Gill Sans Std" pitchFamily="34" charset="0"/>
                <a:sym typeface="Helvetica Light"/>
              </a:rPr>
              <a:t>inegociável </a:t>
            </a:r>
            <a:endParaRPr lang="pt-BR" sz="3200" kern="0" dirty="0">
              <a:solidFill>
                <a:srgbClr val="352E26"/>
              </a:solidFill>
              <a:latin typeface="Helvetica Light"/>
              <a:sym typeface="Helvetica Light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6554395" y="4622799"/>
            <a:ext cx="406233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12640"/>
            <a:r>
              <a:rPr lang="pt-BR" sz="4800" kern="0" dirty="0">
                <a:solidFill>
                  <a:srgbClr val="352E26"/>
                </a:solidFill>
                <a:latin typeface="Gill Sans Std" pitchFamily="34" charset="0"/>
                <a:sym typeface="Helvetica Light"/>
              </a:rPr>
              <a:t>	</a:t>
            </a:r>
            <a:r>
              <a:rPr lang="pt-BR" sz="4800" b="1" kern="0" dirty="0">
                <a:solidFill>
                  <a:srgbClr val="0070C0"/>
                </a:solidFill>
                <a:latin typeface="Gill Sans Std" pitchFamily="34" charset="0"/>
                <a:sym typeface="Helvetica Light"/>
              </a:rPr>
              <a:t>indicadores </a:t>
            </a:r>
            <a:br>
              <a:rPr lang="pt-BR" sz="4800" b="1" kern="0" dirty="0">
                <a:solidFill>
                  <a:srgbClr val="0070C0"/>
                </a:solidFill>
                <a:latin typeface="Gill Sans Std" pitchFamily="34" charset="0"/>
                <a:sym typeface="Helvetica Light"/>
              </a:rPr>
            </a:br>
            <a:r>
              <a:rPr lang="pt-BR" sz="4800" b="1" kern="0" dirty="0">
                <a:solidFill>
                  <a:srgbClr val="0070C0"/>
                </a:solidFill>
                <a:latin typeface="Gill Sans Std" pitchFamily="34" charset="0"/>
                <a:sym typeface="Helvetica Light"/>
              </a:rPr>
              <a:t>e ação</a:t>
            </a:r>
            <a:endParaRPr lang="pt-BR" sz="4267" kern="0" dirty="0">
              <a:solidFill>
                <a:srgbClr val="352E26"/>
              </a:solidFill>
              <a:latin typeface="Helvetica Light"/>
              <a:sym typeface="Helvetica Light"/>
            </a:endParaRPr>
          </a:p>
        </p:txBody>
      </p:sp>
      <p:sp>
        <p:nvSpPr>
          <p:cNvPr id="18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418969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194" b="9605"/>
          <a:stretch/>
        </p:blipFill>
        <p:spPr bwMode="auto">
          <a:xfrm>
            <a:off x="-9097" y="4790663"/>
            <a:ext cx="12196800" cy="2069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583" b="-1"/>
          <a:stretch/>
        </p:blipFill>
        <p:spPr bwMode="auto">
          <a:xfrm>
            <a:off x="-6698" y="3110582"/>
            <a:ext cx="12198699" cy="166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703"/>
          <a:stretch/>
        </p:blipFill>
        <p:spPr bwMode="auto">
          <a:xfrm>
            <a:off x="2897" y="1397148"/>
            <a:ext cx="12198699" cy="1702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TIME DE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13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304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TIME DE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sp>
        <p:nvSpPr>
          <p:cNvPr id="31" name="Shape 721"/>
          <p:cNvSpPr/>
          <p:nvPr/>
        </p:nvSpPr>
        <p:spPr>
          <a:xfrm flipV="1">
            <a:off x="410818" y="1314449"/>
            <a:ext cx="3907183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5191" y="899034"/>
            <a:ext cx="8731613" cy="5038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178645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TIMELINE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963085" y="2035783"/>
            <a:ext cx="10121900" cy="3794543"/>
            <a:chOff x="3501" y="1427"/>
            <a:chExt cx="8298" cy="6208"/>
          </a:xfrm>
        </p:grpSpPr>
        <p:sp>
          <p:nvSpPr>
            <p:cNvPr id="16" name="AutoShape 10"/>
            <p:cNvSpPr>
              <a:spLocks noChangeAspect="1" noChangeArrowheads="1"/>
            </p:cNvSpPr>
            <p:nvPr/>
          </p:nvSpPr>
          <p:spPr bwMode="auto">
            <a:xfrm>
              <a:off x="3501" y="1427"/>
              <a:ext cx="8298" cy="6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pt-BR" sz="2400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682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0160" tIns="51207" rIns="20160" bIns="51207" anchor="b" anchorCtr="1"/>
            <a:lstStyle/>
            <a:p>
              <a:pPr>
                <a:defRPr/>
              </a:pPr>
              <a:endParaRPr lang="pt-BR" sz="1333" b="1" kern="0">
                <a:solidFill>
                  <a:srgbClr val="000000"/>
                </a:solidFill>
                <a:latin typeface="Tahoma" pitchFamily="34" charset="0"/>
                <a:sym typeface="Helvetica Light"/>
              </a:endParaRPr>
            </a:p>
            <a:p>
              <a:pPr>
                <a:defRPr/>
              </a:pPr>
              <a:endParaRPr lang="pt-BR" sz="2400" i="1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19" name="Rectangle 12">
              <a:hlinkClick r:id="" action="ppaction://noaction"/>
            </p:cNvPr>
            <p:cNvSpPr>
              <a:spLocks noChangeArrowheads="1"/>
            </p:cNvSpPr>
            <p:nvPr/>
          </p:nvSpPr>
          <p:spPr bwMode="auto">
            <a:xfrm>
              <a:off x="8541" y="1427"/>
              <a:ext cx="1620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0160" tIns="51207" rIns="20160" bIns="51207" anchor="b" anchorCtr="1"/>
            <a:lstStyle/>
            <a:p>
              <a:pPr>
                <a:defRPr/>
              </a:pPr>
              <a:endParaRPr lang="pt-BR" sz="1333" b="1" kern="0">
                <a:solidFill>
                  <a:srgbClr val="000000"/>
                </a:solidFill>
                <a:latin typeface="Tahoma" pitchFamily="34" charset="0"/>
                <a:sym typeface="Helvetica Light"/>
              </a:endParaRPr>
            </a:p>
            <a:p>
              <a:pPr>
                <a:defRPr/>
              </a:pPr>
              <a:endParaRPr lang="pt-BR" sz="2400" i="1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0161" y="1427"/>
              <a:ext cx="1638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0160" tIns="51207" rIns="20160" bIns="51207" anchor="b" anchorCtr="1"/>
            <a:lstStyle/>
            <a:p>
              <a:pPr>
                <a:defRPr/>
              </a:pPr>
              <a:endParaRPr lang="pt-BR" sz="1333" b="1" kern="0">
                <a:solidFill>
                  <a:srgbClr val="000000"/>
                </a:solidFill>
                <a:latin typeface="Tahoma" pitchFamily="34" charset="0"/>
                <a:sym typeface="Helvetica Light"/>
              </a:endParaRPr>
            </a:p>
            <a:p>
              <a:pPr>
                <a:defRPr/>
              </a:pPr>
              <a:endParaRPr lang="pt-BR" sz="2400" i="1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520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0160" tIns="51207" rIns="20160" bIns="51207" anchor="b" anchorCtr="1"/>
            <a:lstStyle/>
            <a:p>
              <a:pPr>
                <a:defRPr/>
              </a:pPr>
              <a:endParaRPr lang="pt-BR" sz="1333" b="1" kern="0">
                <a:solidFill>
                  <a:srgbClr val="000000"/>
                </a:solidFill>
                <a:latin typeface="Tahoma" pitchFamily="34" charset="0"/>
                <a:sym typeface="Helvetica Light"/>
              </a:endParaRPr>
            </a:p>
            <a:p>
              <a:pPr>
                <a:defRPr/>
              </a:pPr>
              <a:endParaRPr lang="pt-BR" sz="2400" i="1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501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0160" tIns="51207" rIns="20160" bIns="51207" anchor="b" anchorCtr="1"/>
            <a:lstStyle/>
            <a:p>
              <a:pPr>
                <a:defRPr/>
              </a:pPr>
              <a:endParaRPr lang="pt-BR" sz="1333" b="1" kern="0">
                <a:solidFill>
                  <a:srgbClr val="000000"/>
                </a:solidFill>
                <a:latin typeface="Tahoma" pitchFamily="34" charset="0"/>
                <a:sym typeface="Helvetica Light"/>
              </a:endParaRPr>
            </a:p>
            <a:p>
              <a:pPr>
                <a:defRPr/>
              </a:pPr>
              <a:endParaRPr lang="pt-BR" sz="2400" i="1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-2666128" y="2035785"/>
            <a:ext cx="256" cy="3794552"/>
            <a:chOff x="1248" y="768"/>
            <a:chExt cx="192" cy="3216"/>
          </a:xfrm>
        </p:grpSpPr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pt-BR" sz="2400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25" name="AutoShape 2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pt-BR" sz="2400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</p:grp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2012949" y="2035783"/>
            <a:ext cx="0" cy="379454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pt-BR" sz="2400" kern="0">
              <a:solidFill>
                <a:sysClr val="windowText" lastClr="000000"/>
              </a:solidFill>
              <a:latin typeface="Helvetica Light"/>
              <a:sym typeface="Helvetica Light"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4086381" y="2005474"/>
            <a:ext cx="13603" cy="397619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pt-BR" sz="2400" kern="0">
              <a:solidFill>
                <a:sysClr val="windowText" lastClr="000000"/>
              </a:solidFill>
              <a:latin typeface="Helvetica Light"/>
              <a:sym typeface="Helvetica Light"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6131985" y="2035783"/>
            <a:ext cx="0" cy="379454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pt-BR" sz="2400" kern="0">
              <a:solidFill>
                <a:sysClr val="windowText" lastClr="000000"/>
              </a:solidFill>
              <a:latin typeface="Helvetica Light"/>
              <a:sym typeface="Helvetica Light"/>
            </a:endParaRPr>
          </a:p>
        </p:txBody>
      </p:sp>
      <p:sp>
        <p:nvSpPr>
          <p:cNvPr id="32" name="Line 26"/>
          <p:cNvSpPr>
            <a:spLocks noChangeShapeType="1"/>
          </p:cNvSpPr>
          <p:nvPr/>
        </p:nvSpPr>
        <p:spPr bwMode="auto">
          <a:xfrm>
            <a:off x="8098914" y="2035783"/>
            <a:ext cx="14271" cy="3945884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pt-BR" sz="2400" kern="0">
              <a:solidFill>
                <a:sysClr val="windowText" lastClr="000000"/>
              </a:solidFill>
              <a:latin typeface="Helvetica Light"/>
              <a:sym typeface="Helvetica Light"/>
            </a:endParaRPr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10133542" y="2035783"/>
            <a:ext cx="30692" cy="379454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pt-BR" sz="2400" kern="0">
              <a:solidFill>
                <a:sysClr val="windowText" lastClr="000000"/>
              </a:solidFill>
              <a:latin typeface="Helvetica Light"/>
              <a:sym typeface="Helvetica Light"/>
            </a:endParaRPr>
          </a:p>
        </p:txBody>
      </p:sp>
      <p:sp>
        <p:nvSpPr>
          <p:cNvPr id="34" name="AutoShape 29"/>
          <p:cNvSpPr>
            <a:spLocks noChangeArrowheads="1"/>
          </p:cNvSpPr>
          <p:nvPr/>
        </p:nvSpPr>
        <p:spPr bwMode="auto">
          <a:xfrm>
            <a:off x="1364010" y="2578249"/>
            <a:ext cx="1673953" cy="414867"/>
          </a:xfrm>
          <a:prstGeom prst="homePlate">
            <a:avLst>
              <a:gd name="adj" fmla="val 20998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>
              <a:lnSpc>
                <a:spcPct val="90000"/>
              </a:lnSpc>
              <a:defRPr/>
            </a:pPr>
            <a:r>
              <a:rPr lang="en-US" sz="1467" b="1" kern="0" dirty="0" err="1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Planejamento</a:t>
            </a:r>
            <a:r>
              <a:rPr lang="en-US" sz="1467" b="1" kern="0" dirty="0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 e </a:t>
            </a:r>
            <a:r>
              <a:rPr lang="en-US" sz="1467" b="1" kern="0" dirty="0" err="1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Estratégia</a:t>
            </a:r>
            <a:endParaRPr lang="en-US" sz="1467" b="1" kern="0" dirty="0">
              <a:solidFill>
                <a:sysClr val="windowText" lastClr="000000"/>
              </a:solidFill>
              <a:latin typeface="Gill Sans Std" pitchFamily="34" charset="0"/>
              <a:sym typeface="Helvetica Light"/>
            </a:endParaRPr>
          </a:p>
        </p:txBody>
      </p:sp>
      <p:sp>
        <p:nvSpPr>
          <p:cNvPr id="35" name="AutoShape 31"/>
          <p:cNvSpPr>
            <a:spLocks noChangeArrowheads="1"/>
          </p:cNvSpPr>
          <p:nvPr/>
        </p:nvSpPr>
        <p:spPr bwMode="auto">
          <a:xfrm>
            <a:off x="2011502" y="3139998"/>
            <a:ext cx="4756573" cy="290060"/>
          </a:xfrm>
          <a:prstGeom prst="homePlate">
            <a:avLst>
              <a:gd name="adj" fmla="val 37959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>
              <a:lnSpc>
                <a:spcPct val="90000"/>
              </a:lnSpc>
              <a:defRPr/>
            </a:pPr>
            <a:r>
              <a:rPr lang="en-US" sz="1467" b="1" kern="0" dirty="0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Assessment</a:t>
            </a:r>
          </a:p>
        </p:txBody>
      </p:sp>
      <p:grpSp>
        <p:nvGrpSpPr>
          <p:cNvPr id="36" name="Group 40"/>
          <p:cNvGrpSpPr>
            <a:grpSpLocks/>
          </p:cNvGrpSpPr>
          <p:nvPr/>
        </p:nvGrpSpPr>
        <p:grpSpPr bwMode="auto">
          <a:xfrm>
            <a:off x="10780185" y="2035783"/>
            <a:ext cx="256116" cy="3794543"/>
            <a:chOff x="1248" y="768"/>
            <a:chExt cx="192" cy="3216"/>
          </a:xfrm>
        </p:grpSpPr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pt-BR" sz="2400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38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pt-BR" sz="2400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</p:grp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963085" y="5830325"/>
            <a:ext cx="10130367" cy="302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0000" tIns="62400" rIns="120000" bIns="62400" anchor="ctr"/>
          <a:lstStyle/>
          <a:p>
            <a:pPr algn="ctr">
              <a:defRPr/>
            </a:pPr>
            <a:r>
              <a:rPr lang="pt-BR" sz="1600" b="1" kern="0" dirty="0">
                <a:solidFill>
                  <a:sysClr val="windowText" lastClr="000000"/>
                </a:solidFill>
                <a:latin typeface="Gill Sans Std" pitchFamily="34" charset="0"/>
                <a:cs typeface="Arial" pitchFamily="34" charset="0"/>
                <a:sym typeface="Helvetica Light"/>
              </a:rPr>
              <a:t> 10 semanas</a:t>
            </a:r>
          </a:p>
        </p:txBody>
      </p:sp>
      <p:sp>
        <p:nvSpPr>
          <p:cNvPr id="41" name="AutoShape 32"/>
          <p:cNvSpPr>
            <a:spLocks noChangeArrowheads="1"/>
          </p:cNvSpPr>
          <p:nvPr/>
        </p:nvSpPr>
        <p:spPr bwMode="auto">
          <a:xfrm>
            <a:off x="5134799" y="3735189"/>
            <a:ext cx="4609607" cy="422736"/>
          </a:xfrm>
          <a:prstGeom prst="homePlate">
            <a:avLst>
              <a:gd name="adj" fmla="val 74036"/>
            </a:avLst>
          </a:prstGeom>
          <a:gradFill rotWithShape="0">
            <a:gsLst>
              <a:gs pos="0">
                <a:srgbClr val="E4720A"/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 defTabSz="412640">
              <a:lnSpc>
                <a:spcPct val="90000"/>
              </a:lnSpc>
            </a:pPr>
            <a:r>
              <a:rPr lang="en-US" sz="1467" b="1" kern="0" dirty="0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Plano de </a:t>
            </a:r>
            <a:r>
              <a:rPr lang="en-US" sz="1467" b="1" kern="0" dirty="0" err="1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Ação</a:t>
            </a:r>
            <a:endParaRPr lang="en-US" sz="1467" b="1" kern="0" dirty="0">
              <a:solidFill>
                <a:sysClr val="windowText" lastClr="000000"/>
              </a:solidFill>
              <a:latin typeface="Gill Sans Std" pitchFamily="34" charset="0"/>
              <a:sym typeface="Helvetica Light"/>
            </a:endParaRPr>
          </a:p>
        </p:txBody>
      </p:sp>
      <p:sp>
        <p:nvSpPr>
          <p:cNvPr id="42" name="AutoShape 34"/>
          <p:cNvSpPr>
            <a:spLocks noChangeArrowheads="1"/>
          </p:cNvSpPr>
          <p:nvPr/>
        </p:nvSpPr>
        <p:spPr bwMode="auto">
          <a:xfrm>
            <a:off x="8173410" y="4966230"/>
            <a:ext cx="2051049" cy="539751"/>
          </a:xfrm>
          <a:prstGeom prst="homePlate">
            <a:avLst>
              <a:gd name="adj" fmla="val 36099"/>
            </a:avLst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defTabSz="412640">
              <a:lnSpc>
                <a:spcPct val="90000"/>
              </a:lnSpc>
            </a:pPr>
            <a:r>
              <a:rPr lang="pt-BR" sz="1467" b="1" kern="0" dirty="0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Workshop - Processo de Melhoria Contínua</a:t>
            </a:r>
            <a:endParaRPr lang="en-US" sz="1467" b="1" kern="0" dirty="0">
              <a:solidFill>
                <a:sysClr val="windowText" lastClr="000000"/>
              </a:solidFill>
              <a:latin typeface="Gill Sans Std" pitchFamily="34" charset="0"/>
              <a:sym typeface="Helvetica Light"/>
            </a:endParaRPr>
          </a:p>
        </p:txBody>
      </p:sp>
      <p:sp>
        <p:nvSpPr>
          <p:cNvPr id="43" name="TextBox 29"/>
          <p:cNvSpPr txBox="1">
            <a:spLocks noChangeArrowheads="1"/>
          </p:cNvSpPr>
          <p:nvPr/>
        </p:nvSpPr>
        <p:spPr bwMode="auto">
          <a:xfrm>
            <a:off x="500592" y="1615625"/>
            <a:ext cx="1792784" cy="35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sz="1733" kern="0" dirty="0">
                <a:solidFill>
                  <a:srgbClr val="696261"/>
                </a:solidFill>
                <a:latin typeface="Gill Sans Std" pitchFamily="34" charset="0"/>
                <a:sym typeface="Helvetica Light"/>
              </a:rPr>
              <a:t>09/</a:t>
            </a:r>
            <a:r>
              <a:rPr lang="pt-BR" sz="1733" kern="0" dirty="0" err="1">
                <a:solidFill>
                  <a:srgbClr val="696261"/>
                </a:solidFill>
                <a:latin typeface="Gill Sans Std" pitchFamily="34" charset="0"/>
                <a:sym typeface="Helvetica Light"/>
              </a:rPr>
              <a:t>Jun</a:t>
            </a:r>
            <a:r>
              <a:rPr lang="pt-BR" sz="1733" kern="0" dirty="0">
                <a:solidFill>
                  <a:srgbClr val="696261"/>
                </a:solidFill>
                <a:latin typeface="Gill Sans Std" pitchFamily="34" charset="0"/>
                <a:sym typeface="Helvetica Light"/>
              </a:rPr>
              <a:t>/2015</a:t>
            </a:r>
          </a:p>
        </p:txBody>
      </p:sp>
      <p:sp>
        <p:nvSpPr>
          <p:cNvPr id="44" name="TextBox 30"/>
          <p:cNvSpPr txBox="1">
            <a:spLocks noChangeArrowheads="1"/>
          </p:cNvSpPr>
          <p:nvPr/>
        </p:nvSpPr>
        <p:spPr bwMode="auto">
          <a:xfrm>
            <a:off x="10061575" y="1593399"/>
            <a:ext cx="1603044" cy="35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sz="1733" kern="0" dirty="0">
                <a:solidFill>
                  <a:srgbClr val="696261"/>
                </a:solidFill>
                <a:latin typeface="Gill Sans Std" pitchFamily="34" charset="0"/>
                <a:sym typeface="Helvetica Light"/>
              </a:rPr>
              <a:t>18/</a:t>
            </a:r>
            <a:r>
              <a:rPr lang="pt-BR" sz="1733" kern="0" dirty="0" err="1">
                <a:solidFill>
                  <a:srgbClr val="696261"/>
                </a:solidFill>
                <a:latin typeface="Gill Sans Std" pitchFamily="34" charset="0"/>
                <a:sym typeface="Helvetica Light"/>
              </a:rPr>
              <a:t>Ago</a:t>
            </a:r>
            <a:r>
              <a:rPr lang="pt-BR" sz="1733" kern="0" dirty="0">
                <a:solidFill>
                  <a:srgbClr val="696261"/>
                </a:solidFill>
                <a:latin typeface="Gill Sans Std" pitchFamily="34" charset="0"/>
                <a:sym typeface="Helvetica Light"/>
              </a:rPr>
              <a:t>/2015</a:t>
            </a:r>
          </a:p>
        </p:txBody>
      </p:sp>
      <p:sp>
        <p:nvSpPr>
          <p:cNvPr id="45" name="Texto explicativo retangular 44"/>
          <p:cNvSpPr/>
          <p:nvPr/>
        </p:nvSpPr>
        <p:spPr>
          <a:xfrm>
            <a:off x="5351959" y="2661974"/>
            <a:ext cx="1344149" cy="354316"/>
          </a:xfrm>
          <a:prstGeom prst="wedgeRectCallout">
            <a:avLst>
              <a:gd name="adj1" fmla="val -31226"/>
              <a:gd name="adj2" fmla="val 11268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2640"/>
            <a:r>
              <a:rPr lang="pt-BR" sz="1400" kern="0" dirty="0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Riscos e </a:t>
            </a:r>
            <a:r>
              <a:rPr lang="pt-BR" sz="1400" kern="0" dirty="0" err="1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GAPs</a:t>
            </a:r>
            <a:endParaRPr lang="pt-BR" sz="1400" kern="0" dirty="0">
              <a:solidFill>
                <a:sysClr val="windowText" lastClr="000000"/>
              </a:solidFill>
              <a:latin typeface="Gill Sans Std" pitchFamily="34" charset="0"/>
              <a:sym typeface="Helvetica Light"/>
            </a:endParaRPr>
          </a:p>
        </p:txBody>
      </p:sp>
      <p:sp>
        <p:nvSpPr>
          <p:cNvPr id="46" name="Texto explicativo retangular 45"/>
          <p:cNvSpPr/>
          <p:nvPr/>
        </p:nvSpPr>
        <p:spPr>
          <a:xfrm>
            <a:off x="6438802" y="3219490"/>
            <a:ext cx="1344149" cy="354316"/>
          </a:xfrm>
          <a:prstGeom prst="wedgeRectCallout">
            <a:avLst>
              <a:gd name="adj1" fmla="val -31226"/>
              <a:gd name="adj2" fmla="val 112681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 defTabSz="412640">
              <a:lnSpc>
                <a:spcPct val="90000"/>
              </a:lnSpc>
            </a:pPr>
            <a:r>
              <a:rPr lang="pt-BR" sz="1400" i="1" kern="0" dirty="0" err="1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Quick-Wins</a:t>
            </a:r>
            <a:r>
              <a:rPr lang="pt-BR" sz="1400" i="1" kern="0" dirty="0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!</a:t>
            </a:r>
          </a:p>
        </p:txBody>
      </p:sp>
      <p:sp>
        <p:nvSpPr>
          <p:cNvPr id="47" name="Texto explicativo retangular 46"/>
          <p:cNvSpPr/>
          <p:nvPr/>
        </p:nvSpPr>
        <p:spPr>
          <a:xfrm>
            <a:off x="7391596" y="4227871"/>
            <a:ext cx="1344149" cy="354316"/>
          </a:xfrm>
          <a:prstGeom prst="wedgeRectCallout">
            <a:avLst>
              <a:gd name="adj1" fmla="val -24612"/>
              <a:gd name="adj2" fmla="val -8804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 defTabSz="412640">
              <a:lnSpc>
                <a:spcPct val="90000"/>
              </a:lnSpc>
            </a:pPr>
            <a:r>
              <a:rPr lang="pt-BR" sz="1400" kern="0" dirty="0">
                <a:solidFill>
                  <a:sysClr val="windowText" lastClr="000000"/>
                </a:solidFill>
                <a:latin typeface="Gill Sans Std" pitchFamily="34" charset="0"/>
                <a:sym typeface="Helvetica Light"/>
              </a:rPr>
              <a:t>Indicadores</a:t>
            </a:r>
          </a:p>
        </p:txBody>
      </p:sp>
      <p:cxnSp>
        <p:nvCxnSpPr>
          <p:cNvPr id="4" name="Conector reto 3"/>
          <p:cNvCxnSpPr/>
          <p:nvPr/>
        </p:nvCxnSpPr>
        <p:spPr>
          <a:xfrm flipH="1">
            <a:off x="3059920" y="1615624"/>
            <a:ext cx="3443" cy="4517384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29"/>
          <p:cNvSpPr txBox="1">
            <a:spLocks noChangeArrowheads="1"/>
          </p:cNvSpPr>
          <p:nvPr/>
        </p:nvSpPr>
        <p:spPr bwMode="auto">
          <a:xfrm>
            <a:off x="3086965" y="1345972"/>
            <a:ext cx="1792784" cy="625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sz="1733" kern="0" dirty="0">
                <a:solidFill>
                  <a:srgbClr val="696261"/>
                </a:solidFill>
                <a:latin typeface="Gill Sans Std" pitchFamily="34" charset="0"/>
                <a:sym typeface="Helvetica Light"/>
              </a:rPr>
              <a:t>Lançamento do Projeto</a:t>
            </a:r>
          </a:p>
        </p:txBody>
      </p:sp>
      <p:sp>
        <p:nvSpPr>
          <p:cNvPr id="49" name="Shape 721"/>
          <p:cNvSpPr/>
          <p:nvPr/>
        </p:nvSpPr>
        <p:spPr>
          <a:xfrm flipV="1">
            <a:off x="410817" y="1314449"/>
            <a:ext cx="1135697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2" name="Estrela de 5 pontas 1"/>
          <p:cNvSpPr/>
          <p:nvPr/>
        </p:nvSpPr>
        <p:spPr>
          <a:xfrm>
            <a:off x="10433000" y="5001710"/>
            <a:ext cx="358675" cy="381663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2640"/>
            <a:endParaRPr lang="pt-BR" sz="2533" kern="0">
              <a:solidFill>
                <a:prstClr val="white"/>
              </a:solidFill>
              <a:sym typeface="Helvetica Light"/>
            </a:endParaRPr>
          </a:p>
        </p:txBody>
      </p:sp>
      <p:grpSp>
        <p:nvGrpSpPr>
          <p:cNvPr id="51" name="Group 40"/>
          <p:cNvGrpSpPr>
            <a:grpSpLocks/>
          </p:cNvGrpSpPr>
          <p:nvPr/>
        </p:nvGrpSpPr>
        <p:grpSpPr bwMode="auto">
          <a:xfrm>
            <a:off x="963085" y="2049286"/>
            <a:ext cx="256116" cy="3794543"/>
            <a:chOff x="1248" y="768"/>
            <a:chExt cx="192" cy="3216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pt-BR" sz="2400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53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pt-BR" sz="2400" kern="0">
                <a:solidFill>
                  <a:sysClr val="windowText" lastClr="000000"/>
                </a:solidFill>
                <a:latin typeface="Helvetica Light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68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>
            <a:off x="410818" y="1314449"/>
            <a:ext cx="3170583" cy="4235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733" dirty="0">
                <a:latin typeface="Gill Sans Std Light" pitchFamily="34" charset="0"/>
                <a:sym typeface="Helvetica Light"/>
              </a:rPr>
              <a:t>#TAMOJUNTO</a:t>
            </a:r>
            <a:endParaRPr lang="en-US" sz="3733" dirty="0">
              <a:latin typeface="Gill Sans Std Light" pitchFamily="34" charset="0"/>
              <a:sym typeface="Helvetica Light"/>
            </a:endParaRP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pic>
        <p:nvPicPr>
          <p:cNvPr id="13" name="Espaço Reservado para Conteúdo 4" descr="Barco furado 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40309" y="683685"/>
            <a:ext cx="7701795" cy="57572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4" name="Texto explicativo em elipse 13"/>
          <p:cNvSpPr/>
          <p:nvPr/>
        </p:nvSpPr>
        <p:spPr bwMode="auto">
          <a:xfrm>
            <a:off x="8420636" y="748263"/>
            <a:ext cx="3072341" cy="2196871"/>
          </a:xfrm>
          <a:prstGeom prst="wedgeEllipseCallout">
            <a:avLst>
              <a:gd name="adj1" fmla="val -51996"/>
              <a:gd name="adj2" fmla="val 5528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defTabSz="412640">
              <a:defRPr/>
            </a:pPr>
            <a: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Mas eu não tenho</a:t>
            </a:r>
          </a:p>
          <a:p>
            <a:pPr algn="ctr" defTabSz="412640">
              <a:defRPr/>
            </a:pPr>
            <a: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nada com isso.</a:t>
            </a:r>
          </a:p>
          <a:p>
            <a:pPr algn="ctr" defTabSz="412640">
              <a:defRPr/>
            </a:pPr>
            <a: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O FURO É DO SEU</a:t>
            </a:r>
          </a:p>
          <a:p>
            <a:pPr algn="ctr" defTabSz="412640">
              <a:defRPr/>
            </a:pPr>
            <a: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LADO DO BARCO!</a:t>
            </a:r>
          </a:p>
        </p:txBody>
      </p:sp>
      <p:sp>
        <p:nvSpPr>
          <p:cNvPr id="16" name="Texto explicativo em elipse 15"/>
          <p:cNvSpPr/>
          <p:nvPr/>
        </p:nvSpPr>
        <p:spPr bwMode="auto">
          <a:xfrm>
            <a:off x="4136695" y="1063149"/>
            <a:ext cx="2571749" cy="1905000"/>
          </a:xfrm>
          <a:prstGeom prst="wedgeEllipseCallout">
            <a:avLst>
              <a:gd name="adj1" fmla="val 77945"/>
              <a:gd name="adj2" fmla="val 594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defTabSz="412640">
              <a:defRPr/>
            </a:pPr>
            <a: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Me ajuda.</a:t>
            </a:r>
            <a:b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</a:br>
            <a: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Precisamos sair</a:t>
            </a:r>
            <a:b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</a:br>
            <a:r>
              <a:rPr lang="pt-BR" sz="1867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dessa</a:t>
            </a:r>
          </a:p>
          <a:p>
            <a:pPr algn="ctr" defTabSz="412640">
              <a:defRPr/>
            </a:pPr>
            <a:r>
              <a:rPr lang="pt-BR" sz="2133" b="1" kern="0" dirty="0">
                <a:solidFill>
                  <a:srgbClr val="7A6856"/>
                </a:solidFill>
                <a:latin typeface="Gill Sans Std Light" pitchFamily="34" charset="0"/>
                <a:sym typeface="Helvetica Light"/>
              </a:rPr>
              <a:t>situação!</a:t>
            </a:r>
            <a:endParaRPr lang="pt-BR" sz="1867" b="1" kern="0" dirty="0">
              <a:solidFill>
                <a:srgbClr val="7A6856"/>
              </a:solidFill>
              <a:latin typeface="Gill Sans Std Light" pitchFamily="34" charset="0"/>
              <a:sym typeface="Helvetica Light"/>
            </a:endParaRPr>
          </a:p>
        </p:txBody>
      </p:sp>
      <p:sp>
        <p:nvSpPr>
          <p:cNvPr id="18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</p:spTree>
    <p:extLst>
      <p:ext uri="{BB962C8B-B14F-4D97-AF65-F5344CB8AC3E}">
        <p14:creationId xmlns:p14="http://schemas.microsoft.com/office/powerpoint/2010/main" val="134166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410818" y="1314449"/>
            <a:ext cx="3867553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428098" y="654989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410818" y="304627"/>
            <a:ext cx="1135697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defTabSz="544152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067" dirty="0">
              <a:solidFill>
                <a:prstClr val="black"/>
              </a:solidFill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410818" y="613719"/>
            <a:ext cx="11357849" cy="621315"/>
          </a:xfrm>
          <a:prstGeom prst="rect">
            <a:avLst/>
          </a:prstGeom>
        </p:spPr>
        <p:txBody>
          <a:bodyPr vert="horz" lIns="108832" tIns="54416" rIns="108832" bIns="54416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33" dirty="0">
                <a:latin typeface="Gill Sans Std Light" pitchFamily="34" charset="0"/>
                <a:sym typeface="Helvetica Light"/>
              </a:rPr>
              <a:t>OBRIGADO!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3983358" y="-13604"/>
            <a:ext cx="4225285" cy="318231"/>
          </a:xfrm>
          <a:prstGeom prst="rect">
            <a:avLst/>
          </a:prstGeom>
        </p:spPr>
        <p:txBody>
          <a:bodyPr vert="horz" lIns="108832" tIns="54416" rIns="108832" bIns="54416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ym typeface="Helvetica Light"/>
              </a:rPr>
              <a:t>Melhoria</a:t>
            </a:r>
            <a:r>
              <a:rPr lang="en-US" sz="1600" dirty="0">
                <a:sym typeface="Helvetica Light"/>
              </a:rPr>
              <a:t> </a:t>
            </a:r>
            <a:r>
              <a:rPr lang="en-US" sz="1600" dirty="0" err="1">
                <a:sym typeface="Helvetica Light"/>
              </a:rPr>
              <a:t>Contínua</a:t>
            </a:r>
            <a:r>
              <a:rPr lang="en-US" sz="1600" dirty="0">
                <a:sym typeface="Helvetica Light"/>
              </a:rPr>
              <a:t> dos </a:t>
            </a:r>
            <a:r>
              <a:rPr lang="en-US" sz="1600" dirty="0" err="1">
                <a:sym typeface="Helvetica Light"/>
              </a:rPr>
              <a:t>Serviços</a:t>
            </a:r>
            <a:r>
              <a:rPr lang="en-US" sz="1600" dirty="0">
                <a:sym typeface="Helvetica Light"/>
              </a:rPr>
              <a:t> de TD</a:t>
            </a:r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3983358" y="6549902"/>
            <a:ext cx="4225285" cy="318231"/>
          </a:xfrm>
          <a:prstGeom prst="rect">
            <a:avLst/>
          </a:prstGeom>
          <a:noFill/>
        </p:spPr>
        <p:txBody>
          <a:bodyPr vert="horz" lIns="108832" tIns="54416" rIns="108832" bIns="54416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ym typeface="Helvetica Light"/>
              </a:rPr>
              <a:t>Lançamento do Projeto _ 22 jun 2015</a:t>
            </a: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10829145" y="5511586"/>
            <a:ext cx="2440519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067" b="1" kern="0" dirty="0">
                <a:solidFill>
                  <a:srgbClr val="4F81BD">
                    <a:lumMod val="75000"/>
                  </a:srgbClr>
                </a:solidFill>
                <a:latin typeface="Helvetica Light"/>
                <a:sym typeface="Helvetica Light"/>
              </a:rPr>
              <a:t>CHACON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85000"/>
                  </a:sysClr>
                </a:solidFill>
                <a:latin typeface="Helvetica Light"/>
                <a:sym typeface="Helvetica Light"/>
              </a:rPr>
              <a:t>|</a:t>
            </a:r>
            <a:r>
              <a:rPr lang="pt-BR" sz="1067" kern="0" dirty="0">
                <a:solidFill>
                  <a:sysClr val="windowText" lastClr="000000"/>
                </a:solidFill>
                <a:latin typeface="Helvetica Light"/>
                <a:sym typeface="Helvetica Light"/>
              </a:rPr>
              <a:t> </a:t>
            </a:r>
            <a:r>
              <a:rPr lang="pt-BR" sz="1067" b="1" kern="0" dirty="0">
                <a:solidFill>
                  <a:sysClr val="window" lastClr="FFFFFF">
                    <a:lumMod val="65000"/>
                  </a:sysClr>
                </a:solidFill>
                <a:latin typeface="Helvetica Light"/>
                <a:sym typeface="Helvetica Light"/>
              </a:rPr>
              <a:t>Consultoria Ilimitada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7989" y="1775078"/>
            <a:ext cx="4200655" cy="1830793"/>
          </a:xfrm>
          <a:prstGeom prst="rect">
            <a:avLst/>
          </a:prstGeom>
        </p:spPr>
      </p:pic>
      <p:sp>
        <p:nvSpPr>
          <p:cNvPr id="29" name="Retângulo 28"/>
          <p:cNvSpPr/>
          <p:nvPr/>
        </p:nvSpPr>
        <p:spPr>
          <a:xfrm>
            <a:off x="4278157" y="4669747"/>
            <a:ext cx="3095719" cy="779765"/>
          </a:xfrm>
          <a:prstGeom prst="rect">
            <a:avLst/>
          </a:prstGeom>
          <a:noFill/>
          <a:ln>
            <a:noFill/>
          </a:ln>
        </p:spPr>
        <p:txBody>
          <a:bodyPr wrap="none" lIns="121920" tIns="60960" rIns="121920" bIns="60960">
            <a:spAutoFit/>
          </a:bodyPr>
          <a:lstStyle/>
          <a:p>
            <a:pPr algn="ctr">
              <a:defRPr/>
            </a:pPr>
            <a:r>
              <a:rPr lang="pt-BR" sz="4267" b="1" kern="0" spc="67" dirty="0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#pegaprasi</a:t>
            </a:r>
          </a:p>
        </p:txBody>
      </p:sp>
      <p:sp>
        <p:nvSpPr>
          <p:cNvPr id="30" name="Retângulo 29"/>
          <p:cNvSpPr/>
          <p:nvPr/>
        </p:nvSpPr>
        <p:spPr>
          <a:xfrm>
            <a:off x="1054519" y="4038595"/>
            <a:ext cx="3348994" cy="779765"/>
          </a:xfrm>
          <a:prstGeom prst="rect">
            <a:avLst/>
          </a:prstGeom>
          <a:noFill/>
          <a:ln>
            <a:noFill/>
          </a:ln>
        </p:spPr>
        <p:txBody>
          <a:bodyPr wrap="none" lIns="121920" tIns="60960" rIns="121920" bIns="60960">
            <a:spAutoFit/>
          </a:bodyPr>
          <a:lstStyle/>
          <a:p>
            <a:pPr algn="ctr">
              <a:defRPr/>
            </a:pPr>
            <a:r>
              <a:rPr lang="pt-BR" sz="4267" b="1" kern="0" spc="67" dirty="0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#tamojunto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6092987" y="4029748"/>
            <a:ext cx="4843249" cy="779765"/>
          </a:xfrm>
          <a:prstGeom prst="rect">
            <a:avLst/>
          </a:prstGeom>
          <a:noFill/>
          <a:ln>
            <a:noFill/>
          </a:ln>
        </p:spPr>
        <p:txBody>
          <a:bodyPr wrap="none" lIns="121920" tIns="60960" rIns="121920" bIns="60960">
            <a:spAutoFit/>
          </a:bodyPr>
          <a:lstStyle/>
          <a:p>
            <a:pPr algn="ctr">
              <a:defRPr/>
            </a:pPr>
            <a:r>
              <a:rPr lang="pt-BR" sz="4267" b="1" kern="0" spc="67" dirty="0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#foconoresultado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2757401" y="5795593"/>
            <a:ext cx="3974678" cy="748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4267" b="1" kern="0" spc="67" dirty="0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#</a:t>
            </a:r>
            <a:r>
              <a:rPr lang="pt-BR" sz="4267" b="1" kern="0" spc="67" dirty="0" err="1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semmelindre</a:t>
            </a:r>
            <a:endParaRPr lang="pt-BR" sz="4267" b="1" kern="0" spc="67" dirty="0">
              <a:ln w="12700" cmpd="sng">
                <a:noFill/>
                <a:prstDash val="solid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latin typeface="Gill Sans Std" pitchFamily="34" charset="0"/>
              <a:sym typeface="Helvetica Light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309302" y="5059596"/>
            <a:ext cx="3800976" cy="7489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4267" b="1" kern="0" spc="67" dirty="0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#</a:t>
            </a:r>
            <a:r>
              <a:rPr lang="pt-BR" sz="4267" b="1" kern="0" spc="67" dirty="0" err="1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menosémais</a:t>
            </a:r>
            <a:endParaRPr lang="pt-BR" sz="4267" b="1" kern="0" spc="67" dirty="0">
              <a:ln w="12700" cmpd="sng">
                <a:noFill/>
                <a:prstDash val="solid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latin typeface="Gill Sans Std" pitchFamily="34" charset="0"/>
              <a:sym typeface="Helvetica Light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6732775" y="5258697"/>
            <a:ext cx="4921155" cy="748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4267" b="1" kern="0" spc="67" dirty="0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#</a:t>
            </a:r>
            <a:r>
              <a:rPr lang="pt-BR" sz="4267" b="1" kern="0" spc="67" dirty="0" err="1">
                <a:ln w="12700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latin typeface="Gill Sans Std" pitchFamily="34" charset="0"/>
                <a:sym typeface="Helvetica Light"/>
              </a:rPr>
              <a:t>promessaédívida</a:t>
            </a:r>
            <a:endParaRPr lang="pt-BR" sz="4267" b="1" kern="0" spc="67" dirty="0">
              <a:ln w="12700" cmpd="sng">
                <a:noFill/>
                <a:prstDash val="solid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latin typeface="Gill Sans Std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157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Agenda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" name="Retângulo 5"/>
          <p:cNvSpPr>
            <a:spLocks noChangeArrowheads="1"/>
          </p:cNvSpPr>
          <p:nvPr/>
        </p:nvSpPr>
        <p:spPr bwMode="auto">
          <a:xfrm>
            <a:off x="177923" y="1051198"/>
            <a:ext cx="888795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742950" indent="-7429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Projeto Melhoria Contínua dos Serviços de TD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Status dos Projetos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Plano </a:t>
            </a:r>
            <a:r>
              <a:rPr lang="pt-BR" sz="2800" dirty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T</a:t>
            </a: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ático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Reconhecimento</a:t>
            </a:r>
          </a:p>
          <a:p>
            <a:pPr marL="0" indent="0"/>
            <a:endParaRPr lang="pt-BR" sz="1200" dirty="0">
              <a:solidFill>
                <a:schemeClr val="tx1"/>
              </a:solidFill>
              <a:latin typeface="Gill Sans Std Light" panose="020B0302020104020203" pitchFamily="34" charset="0"/>
            </a:endParaRPr>
          </a:p>
        </p:txBody>
      </p:sp>
      <p:grpSp>
        <p:nvGrpSpPr>
          <p:cNvPr id="7" name="Group 2"/>
          <p:cNvGrpSpPr/>
          <p:nvPr/>
        </p:nvGrpSpPr>
        <p:grpSpPr>
          <a:xfrm>
            <a:off x="6464977" y="2137516"/>
            <a:ext cx="6256204" cy="4406282"/>
            <a:chOff x="3641289" y="1740269"/>
            <a:chExt cx="6256204" cy="4406282"/>
          </a:xfrm>
        </p:grpSpPr>
        <p:pic>
          <p:nvPicPr>
            <p:cNvPr id="9" name="Picture 8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260000">
              <a:off x="3641289" y="4652805"/>
              <a:ext cx="6256204" cy="1493746"/>
            </a:xfrm>
            <a:prstGeom prst="rect">
              <a:avLst/>
            </a:prstGeom>
          </p:spPr>
        </p:pic>
        <p:grpSp>
          <p:nvGrpSpPr>
            <p:cNvPr id="10" name="Group 6"/>
            <p:cNvGrpSpPr/>
            <p:nvPr/>
          </p:nvGrpSpPr>
          <p:grpSpPr>
            <a:xfrm>
              <a:off x="4490541" y="1740269"/>
              <a:ext cx="4041172" cy="3714022"/>
              <a:chOff x="4670328" y="2315695"/>
              <a:chExt cx="4041172" cy="3714022"/>
            </a:xfrm>
            <a:scene3d>
              <a:camera prst="perspectiveContrastingLeftFacing" fov="4200000"/>
              <a:lightRig rig="threePt" dir="t"/>
            </a:scene3d>
          </p:grpSpPr>
          <p:sp>
            <p:nvSpPr>
              <p:cNvPr id="11" name="Rounded Rectangle 1"/>
              <p:cNvSpPr/>
              <p:nvPr/>
            </p:nvSpPr>
            <p:spPr>
              <a:xfrm>
                <a:off x="4670328" y="2443163"/>
                <a:ext cx="4041172" cy="3586554"/>
              </a:xfrm>
              <a:prstGeom prst="roundRect">
                <a:avLst>
                  <a:gd name="adj" fmla="val 6573"/>
                </a:avLst>
              </a:prstGeom>
              <a:gradFill flip="none" rotWithShape="1">
                <a:gsLst>
                  <a:gs pos="99000">
                    <a:sysClr val="window" lastClr="FFFFFF">
                      <a:lumMod val="65000"/>
                    </a:sysClr>
                  </a:gs>
                  <a:gs pos="0">
                    <a:sysClr val="windowText" lastClr="000000">
                      <a:lumMod val="50000"/>
                      <a:lumOff val="50000"/>
                    </a:sysClr>
                  </a:gs>
                </a:gsLst>
                <a:lin ang="16200000" scaled="1"/>
                <a:tileRect/>
              </a:gradFill>
              <a:ln w="25400" cap="flat" cmpd="sng" algn="ctr">
                <a:noFill/>
                <a:prstDash val="solid"/>
              </a:ln>
              <a:effectLst/>
              <a:sp3d prstMaterial="matte">
                <a:bevelT w="127000" h="38100"/>
              </a:sp3d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ounded Rectangle 142"/>
              <p:cNvSpPr/>
              <p:nvPr/>
            </p:nvSpPr>
            <p:spPr>
              <a:xfrm>
                <a:off x="4901545" y="2744459"/>
                <a:ext cx="3630168" cy="3120666"/>
              </a:xfrm>
              <a:prstGeom prst="roundRect">
                <a:avLst>
                  <a:gd name="adj" fmla="val 8072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Rounded Rectangle 141"/>
              <p:cNvSpPr/>
              <p:nvPr/>
            </p:nvSpPr>
            <p:spPr>
              <a:xfrm>
                <a:off x="4899417" y="2673023"/>
                <a:ext cx="3630168" cy="3120666"/>
              </a:xfrm>
              <a:prstGeom prst="roundRect">
                <a:avLst>
                  <a:gd name="adj" fmla="val 6043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189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Rounded Rectangle 5"/>
              <p:cNvSpPr/>
              <p:nvPr/>
            </p:nvSpPr>
            <p:spPr>
              <a:xfrm>
                <a:off x="4900101" y="2630201"/>
                <a:ext cx="3630168" cy="3120666"/>
              </a:xfrm>
              <a:prstGeom prst="roundRect">
                <a:avLst>
                  <a:gd name="adj" fmla="val 6119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6" name="Group 36"/>
              <p:cNvGrpSpPr/>
              <p:nvPr/>
            </p:nvGrpSpPr>
            <p:grpSpPr>
              <a:xfrm>
                <a:off x="4900305" y="2943648"/>
                <a:ext cx="3624798" cy="2542711"/>
                <a:chOff x="5113055" y="2897735"/>
                <a:chExt cx="2900482" cy="2034623"/>
              </a:xfrm>
            </p:grpSpPr>
            <p:grpSp>
              <p:nvGrpSpPr>
                <p:cNvPr id="61" name="Group 61"/>
                <p:cNvGrpSpPr/>
                <p:nvPr/>
              </p:nvGrpSpPr>
              <p:grpSpPr>
                <a:xfrm>
                  <a:off x="5113055" y="2897735"/>
                  <a:ext cx="2896899" cy="606092"/>
                  <a:chOff x="5113055" y="2897735"/>
                  <a:chExt cx="2896899" cy="606092"/>
                </a:xfrm>
              </p:grpSpPr>
              <p:cxnSp>
                <p:nvCxnSpPr>
                  <p:cNvPr id="71" name="Straight Connector 7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2" name="Straight Connector 7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3" name="Straight Connector 73"/>
                  <p:cNvCxnSpPr/>
                  <p:nvPr/>
                </p:nvCxnSpPr>
                <p:spPr>
                  <a:xfrm>
                    <a:off x="5113055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4" name="Straight Connector 74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2" name="Group 62"/>
                <p:cNvGrpSpPr/>
                <p:nvPr/>
              </p:nvGrpSpPr>
              <p:grpSpPr>
                <a:xfrm>
                  <a:off x="5114099" y="3715035"/>
                  <a:ext cx="2898781" cy="606092"/>
                  <a:chOff x="5108453" y="2897735"/>
                  <a:chExt cx="2898781" cy="606092"/>
                </a:xfrm>
              </p:grpSpPr>
              <p:cxnSp>
                <p:nvCxnSpPr>
                  <p:cNvPr id="67" name="Straight Connector 67"/>
                  <p:cNvCxnSpPr/>
                  <p:nvPr/>
                </p:nvCxnSpPr>
                <p:spPr>
                  <a:xfrm>
                    <a:off x="511137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8" name="Straight Connector 68"/>
                  <p:cNvCxnSpPr/>
                  <p:nvPr/>
                </p:nvCxnSpPr>
                <p:spPr>
                  <a:xfrm>
                    <a:off x="511137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9" name="Straight Connector 6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0" name="Straight Connector 70"/>
                  <p:cNvCxnSpPr/>
                  <p:nvPr/>
                </p:nvCxnSpPr>
                <p:spPr>
                  <a:xfrm>
                    <a:off x="5109494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3" name="Group 63"/>
                <p:cNvGrpSpPr/>
                <p:nvPr/>
              </p:nvGrpSpPr>
              <p:grpSpPr>
                <a:xfrm>
                  <a:off x="5116006" y="4523822"/>
                  <a:ext cx="2897531" cy="408536"/>
                  <a:chOff x="5106777" y="2897735"/>
                  <a:chExt cx="2897531" cy="408536"/>
                </a:xfrm>
              </p:grpSpPr>
              <p:cxnSp>
                <p:nvCxnSpPr>
                  <p:cNvPr id="64" name="Straight Connector 64"/>
                  <p:cNvCxnSpPr/>
                  <p:nvPr/>
                </p:nvCxnSpPr>
                <p:spPr>
                  <a:xfrm>
                    <a:off x="5106777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5" name="Straight Connector 65"/>
                  <p:cNvCxnSpPr/>
                  <p:nvPr/>
                </p:nvCxnSpPr>
                <p:spPr>
                  <a:xfrm>
                    <a:off x="5106777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6" name="Straight Connector 66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7" name="Group 37"/>
              <p:cNvGrpSpPr/>
              <p:nvPr/>
            </p:nvGrpSpPr>
            <p:grpSpPr>
              <a:xfrm rot="16200000">
                <a:off x="4845414" y="2963238"/>
                <a:ext cx="3011045" cy="2542714"/>
                <a:chOff x="5108454" y="2897732"/>
                <a:chExt cx="2910729" cy="2034626"/>
              </a:xfrm>
            </p:grpSpPr>
            <p:grpSp>
              <p:nvGrpSpPr>
                <p:cNvPr id="47" name="Group 44"/>
                <p:cNvGrpSpPr/>
                <p:nvPr/>
              </p:nvGrpSpPr>
              <p:grpSpPr>
                <a:xfrm>
                  <a:off x="5108454" y="28977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7" name="Straight Connector 5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8" name="Straight Connector 5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9" name="Straight Connector 5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0" name="Straight Connector 60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8" name="Group 45"/>
                <p:cNvGrpSpPr/>
                <p:nvPr/>
              </p:nvGrpSpPr>
              <p:grpSpPr>
                <a:xfrm>
                  <a:off x="5114099" y="37150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3" name="Straight Connector 5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4" name="Straight Connector 5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5" name="Straight Connector 53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6" name="Straight Connector 56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9" name="Group 46"/>
                <p:cNvGrpSpPr/>
                <p:nvPr/>
              </p:nvGrpSpPr>
              <p:grpSpPr>
                <a:xfrm>
                  <a:off x="5117682" y="4523822"/>
                  <a:ext cx="2901501" cy="408536"/>
                  <a:chOff x="5108453" y="2897735"/>
                  <a:chExt cx="2901501" cy="408536"/>
                </a:xfrm>
              </p:grpSpPr>
              <p:cxnSp>
                <p:nvCxnSpPr>
                  <p:cNvPr id="50" name="Straight Connector 4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1" name="Straight Connector 4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2" name="Straight Connector 4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8" name="Group 38"/>
              <p:cNvGrpSpPr/>
              <p:nvPr/>
            </p:nvGrpSpPr>
            <p:grpSpPr>
              <a:xfrm rot="16200000">
                <a:off x="5853280" y="4014128"/>
                <a:ext cx="3001499" cy="408536"/>
                <a:chOff x="5108453" y="2897735"/>
                <a:chExt cx="2901501" cy="408536"/>
              </a:xfrm>
            </p:grpSpPr>
            <p:cxnSp>
              <p:nvCxnSpPr>
                <p:cNvPr id="44" name="Straight Connector 39"/>
                <p:cNvCxnSpPr/>
                <p:nvPr/>
              </p:nvCxnSpPr>
              <p:spPr>
                <a:xfrm>
                  <a:off x="5114099" y="2897735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5" name="Straight Connector 42"/>
                <p:cNvCxnSpPr/>
                <p:nvPr/>
              </p:nvCxnSpPr>
              <p:spPr>
                <a:xfrm>
                  <a:off x="5114099" y="3120004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6" name="Straight Connector 43"/>
                <p:cNvCxnSpPr/>
                <p:nvPr/>
              </p:nvCxnSpPr>
              <p:spPr>
                <a:xfrm>
                  <a:off x="5108453" y="3306271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</p:grpSp>
          <p:sp>
            <p:nvSpPr>
              <p:cNvPr id="19" name="Round Same Side Corner Rectangle 75"/>
              <p:cNvSpPr/>
              <p:nvPr/>
            </p:nvSpPr>
            <p:spPr>
              <a:xfrm>
                <a:off x="4891881" y="2631941"/>
                <a:ext cx="3639312" cy="777241"/>
              </a:xfrm>
              <a:prstGeom prst="round2SameRect">
                <a:avLst>
                  <a:gd name="adj1" fmla="val 24593"/>
                  <a:gd name="adj2" fmla="val 0"/>
                </a:avLst>
              </a:prstGeom>
              <a:gradFill>
                <a:gsLst>
                  <a:gs pos="97917">
                    <a:srgbClr val="FFFF99"/>
                  </a:gs>
                  <a:gs pos="0">
                    <a:srgbClr val="F79646">
                      <a:lumMod val="50000"/>
                    </a:srgbClr>
                  </a:gs>
                  <a:gs pos="82000">
                    <a:srgbClr val="FFC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143"/>
              <p:cNvSpPr txBox="1"/>
              <p:nvPr/>
            </p:nvSpPr>
            <p:spPr>
              <a:xfrm>
                <a:off x="5039223" y="3357983"/>
                <a:ext cx="3319084" cy="2292935"/>
              </a:xfrm>
              <a:prstGeom prst="rect">
                <a:avLst/>
              </a:prstGeom>
              <a:noFill/>
              <a:sp3d prstMaterial="matte"/>
            </p:spPr>
            <p:txBody>
              <a:bodyPr wrap="square" lIns="182880" tIns="91440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0" b="1" dirty="0" smtClean="0">
                    <a:ln w="17780" cmpd="sng">
                      <a:noFill/>
                      <a:prstDash val="solid"/>
                      <a:miter lim="800000"/>
                    </a:ln>
                    <a:gradFill rotWithShape="1">
                      <a:gsLst>
                        <a:gs pos="0">
                          <a:srgbClr val="000000">
                            <a:tint val="92000"/>
                            <a:shade val="100000"/>
                            <a:satMod val="150000"/>
                          </a:srgbClr>
                        </a:gs>
                        <a:gs pos="49000">
                          <a:srgbClr val="000000">
                            <a:tint val="89000"/>
                            <a:shade val="90000"/>
                            <a:satMod val="150000"/>
                          </a:srgbClr>
                        </a:gs>
                        <a:gs pos="50000">
                          <a:srgbClr val="000000">
                            <a:tint val="100000"/>
                            <a:shade val="75000"/>
                            <a:satMod val="150000"/>
                          </a:srgbClr>
                        </a:gs>
                        <a:gs pos="95000">
                          <a:srgbClr val="000000">
                            <a:shade val="47000"/>
                            <a:satMod val="150000"/>
                          </a:srgbClr>
                        </a:gs>
                        <a:gs pos="100000">
                          <a:srgbClr val="000000">
                            <a:shade val="39000"/>
                            <a:satMod val="150000"/>
                          </a:srgbClr>
                        </a:gs>
                      </a:gsLst>
                      <a:lin ang="5400000"/>
                    </a:gradFill>
                    <a:effectLst>
                      <a:outerShdw blurRad="50800" algn="tl" rotWithShape="0">
                        <a:srgbClr val="000000"/>
                      </a:outerShdw>
                    </a:effectLst>
                    <a:latin typeface="Arial Black" pitchFamily="34" charset="0"/>
                  </a:rPr>
                  <a:t>04</a:t>
                </a:r>
                <a:endParaRPr kumimoji="0" lang="en-US" sz="14000" b="1" i="0" u="none" strike="noStrike" kern="1200" cap="none" spc="0" normalizeH="0" baseline="0" noProof="0" dirty="0">
                  <a:ln w="17780" cmpd="sng">
                    <a:noFill/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Box 100"/>
              <p:cNvSpPr txBox="1"/>
              <p:nvPr/>
            </p:nvSpPr>
            <p:spPr>
              <a:xfrm>
                <a:off x="5459484" y="2885962"/>
                <a:ext cx="2479194" cy="523220"/>
              </a:xfrm>
              <a:prstGeom prst="rect">
                <a:avLst/>
              </a:prstGeom>
              <a:noFill/>
              <a:sp3d prstMaterial="matte"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innerShdw blurRad="63500" dist="50800" dir="16200000">
                        <a:prstClr val="black">
                          <a:alpha val="50000"/>
                        </a:prstClr>
                      </a:innerShdw>
                    </a:effectLst>
                    <a:uLnTx/>
                    <a:uFillTx/>
                    <a:latin typeface="Calibri"/>
                    <a:ea typeface="+mn-ea"/>
                    <a:cs typeface="+mn-cs"/>
                  </a:rPr>
                  <a:t>Agosto</a:t>
                </a:r>
                <a:endPara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2" name="Group 76"/>
              <p:cNvGrpSpPr/>
              <p:nvPr/>
            </p:nvGrpSpPr>
            <p:grpSpPr>
              <a:xfrm>
                <a:off x="5336253" y="2315695"/>
                <a:ext cx="2816247" cy="514574"/>
                <a:chOff x="5452365" y="1923817"/>
                <a:chExt cx="2816247" cy="514574"/>
              </a:xfrm>
            </p:grpSpPr>
            <p:sp>
              <p:nvSpPr>
                <p:cNvPr id="23" name="Rectangle 79"/>
                <p:cNvSpPr/>
                <p:nvPr/>
              </p:nvSpPr>
              <p:spPr>
                <a:xfrm>
                  <a:off x="5452365" y="2299243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 89"/>
                <p:cNvSpPr/>
                <p:nvPr/>
              </p:nvSpPr>
              <p:spPr>
                <a:xfrm>
                  <a:off x="5492160" y="1926078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 90"/>
                <p:cNvSpPr/>
                <p:nvPr/>
              </p:nvSpPr>
              <p:spPr>
                <a:xfrm>
                  <a:off x="5903977" y="2299836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93"/>
                <p:cNvSpPr/>
                <p:nvPr/>
              </p:nvSpPr>
              <p:spPr>
                <a:xfrm>
                  <a:off x="5942628" y="1927834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94"/>
                <p:cNvSpPr/>
                <p:nvPr/>
              </p:nvSpPr>
              <p:spPr>
                <a:xfrm>
                  <a:off x="6347310" y="2303906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102"/>
                <p:cNvSpPr/>
                <p:nvPr/>
              </p:nvSpPr>
              <p:spPr>
                <a:xfrm>
                  <a:off x="6384711" y="192993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103"/>
                <p:cNvSpPr/>
                <p:nvPr/>
              </p:nvSpPr>
              <p:spPr>
                <a:xfrm>
                  <a:off x="6728994" y="2302371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105"/>
                <p:cNvSpPr/>
                <p:nvPr/>
              </p:nvSpPr>
              <p:spPr>
                <a:xfrm>
                  <a:off x="6769066" y="192957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106"/>
                <p:cNvSpPr/>
                <p:nvPr/>
              </p:nvSpPr>
              <p:spPr>
                <a:xfrm>
                  <a:off x="7181511" y="229907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107"/>
                <p:cNvSpPr/>
                <p:nvPr/>
              </p:nvSpPr>
              <p:spPr>
                <a:xfrm>
                  <a:off x="7220162" y="192800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108"/>
                <p:cNvSpPr/>
                <p:nvPr/>
              </p:nvSpPr>
              <p:spPr>
                <a:xfrm>
                  <a:off x="7636699" y="230272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109"/>
                <p:cNvSpPr/>
                <p:nvPr/>
              </p:nvSpPr>
              <p:spPr>
                <a:xfrm>
                  <a:off x="7676169" y="192382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110"/>
                <p:cNvSpPr/>
                <p:nvPr/>
              </p:nvSpPr>
              <p:spPr>
                <a:xfrm>
                  <a:off x="8106702" y="2301098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 111"/>
                <p:cNvSpPr/>
                <p:nvPr/>
              </p:nvSpPr>
              <p:spPr>
                <a:xfrm>
                  <a:off x="8146811" y="193078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 112"/>
                <p:cNvSpPr/>
                <p:nvPr/>
              </p:nvSpPr>
              <p:spPr>
                <a:xfrm>
                  <a:off x="5546860" y="1926066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113"/>
                <p:cNvSpPr/>
                <p:nvPr/>
              </p:nvSpPr>
              <p:spPr>
                <a:xfrm>
                  <a:off x="5997328" y="192782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 114"/>
                <p:cNvSpPr/>
                <p:nvPr/>
              </p:nvSpPr>
              <p:spPr>
                <a:xfrm>
                  <a:off x="6439411" y="192992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 115"/>
                <p:cNvSpPr/>
                <p:nvPr/>
              </p:nvSpPr>
              <p:spPr>
                <a:xfrm>
                  <a:off x="6823766" y="1929560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 116"/>
                <p:cNvSpPr/>
                <p:nvPr/>
              </p:nvSpPr>
              <p:spPr>
                <a:xfrm>
                  <a:off x="7274862" y="192799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Rectangle 117"/>
                <p:cNvSpPr/>
                <p:nvPr/>
              </p:nvSpPr>
              <p:spPr>
                <a:xfrm>
                  <a:off x="7730869" y="192381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 118"/>
                <p:cNvSpPr/>
                <p:nvPr/>
              </p:nvSpPr>
              <p:spPr>
                <a:xfrm>
                  <a:off x="8201511" y="193077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6042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rupo 406"/>
          <p:cNvGrpSpPr/>
          <p:nvPr/>
        </p:nvGrpSpPr>
        <p:grpSpPr>
          <a:xfrm rot="10800000">
            <a:off x="10007952" y="1074579"/>
            <a:ext cx="1242923" cy="2259635"/>
            <a:chOff x="10394515" y="3381077"/>
            <a:chExt cx="1242923" cy="2259635"/>
          </a:xfrm>
        </p:grpSpPr>
        <p:grpSp>
          <p:nvGrpSpPr>
            <p:cNvPr id="408" name="Group 8"/>
            <p:cNvGrpSpPr/>
            <p:nvPr/>
          </p:nvGrpSpPr>
          <p:grpSpPr>
            <a:xfrm rot="10800000">
              <a:off x="10853909" y="3381077"/>
              <a:ext cx="416365" cy="1193391"/>
              <a:chOff x="479123" y="2327826"/>
              <a:chExt cx="416365" cy="1002505"/>
            </a:xfrm>
          </p:grpSpPr>
          <p:cxnSp>
            <p:nvCxnSpPr>
              <p:cNvPr id="420" name="Straight Connector 19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538" name="Straight Connector 19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09" name="Group 123"/>
            <p:cNvGrpSpPr>
              <a:grpSpLocks/>
            </p:cNvGrpSpPr>
            <p:nvPr/>
          </p:nvGrpSpPr>
          <p:grpSpPr>
            <a:xfrm>
              <a:off x="10697935" y="4647641"/>
              <a:ext cx="720000" cy="720000"/>
              <a:chOff x="-753686" y="5257800"/>
              <a:chExt cx="753686" cy="806293"/>
            </a:xfrm>
          </p:grpSpPr>
          <p:sp>
            <p:nvSpPr>
              <p:cNvPr id="411" name="Oval 12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12" name="Group 12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413" name="Donut 12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4" name="Donut 12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5" name="Donut 12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6" name="Oval 129"/>
                <p:cNvSpPr/>
                <p:nvPr/>
              </p:nvSpPr>
              <p:spPr>
                <a:xfrm rot="11005681"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7" name="Oval 13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8" name="Donut 13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9" name="Donut 13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410" name="Retângulo 409"/>
            <p:cNvSpPr/>
            <p:nvPr/>
          </p:nvSpPr>
          <p:spPr>
            <a:xfrm rot="10800000">
              <a:off x="10394515" y="5379102"/>
              <a:ext cx="12429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VC </a:t>
              </a:r>
              <a:r>
                <a:rPr lang="pt-BR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Conet</a:t>
              </a:r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@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61" name="Grupo 560"/>
          <p:cNvGrpSpPr/>
          <p:nvPr/>
        </p:nvGrpSpPr>
        <p:grpSpPr>
          <a:xfrm>
            <a:off x="10394515" y="3381077"/>
            <a:ext cx="1242923" cy="2259635"/>
            <a:chOff x="10394515" y="3381077"/>
            <a:chExt cx="1242923" cy="2259635"/>
          </a:xfrm>
        </p:grpSpPr>
        <p:grpSp>
          <p:nvGrpSpPr>
            <p:cNvPr id="475" name="Group 8"/>
            <p:cNvGrpSpPr/>
            <p:nvPr/>
          </p:nvGrpSpPr>
          <p:grpSpPr>
            <a:xfrm rot="10800000">
              <a:off x="10853909" y="3381077"/>
              <a:ext cx="416365" cy="1193391"/>
              <a:chOff x="479123" y="2327826"/>
              <a:chExt cx="416365" cy="1002505"/>
            </a:xfrm>
          </p:grpSpPr>
          <p:cxnSp>
            <p:nvCxnSpPr>
              <p:cNvPr id="476" name="Straight Connector 19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77" name="Straight Connector 19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78" name="Group 123"/>
            <p:cNvGrpSpPr>
              <a:grpSpLocks/>
            </p:cNvGrpSpPr>
            <p:nvPr/>
          </p:nvGrpSpPr>
          <p:grpSpPr>
            <a:xfrm>
              <a:off x="10697935" y="4647641"/>
              <a:ext cx="720000" cy="720000"/>
              <a:chOff x="-753686" y="5257800"/>
              <a:chExt cx="753686" cy="806293"/>
            </a:xfrm>
          </p:grpSpPr>
          <p:sp>
            <p:nvSpPr>
              <p:cNvPr id="479" name="Oval 12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80" name="Group 12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481" name="Donut 12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2" name="Donut 12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3" name="Donut 12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4" name="Oval 12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5" name="Oval 13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6" name="Donut 13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7" name="Donut 13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39" name="Retângulo 538"/>
            <p:cNvSpPr/>
            <p:nvPr/>
          </p:nvSpPr>
          <p:spPr>
            <a:xfrm>
              <a:off x="10394515" y="5379102"/>
              <a:ext cx="12429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Melhorias CNO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60" name="Grupo 559"/>
          <p:cNvGrpSpPr/>
          <p:nvPr/>
        </p:nvGrpSpPr>
        <p:grpSpPr>
          <a:xfrm>
            <a:off x="8971578" y="3388154"/>
            <a:ext cx="1242923" cy="3231265"/>
            <a:chOff x="9423275" y="3388154"/>
            <a:chExt cx="1242923" cy="3231265"/>
          </a:xfrm>
        </p:grpSpPr>
        <p:grpSp>
          <p:nvGrpSpPr>
            <p:cNvPr id="462" name="Group 8"/>
            <p:cNvGrpSpPr/>
            <p:nvPr/>
          </p:nvGrpSpPr>
          <p:grpSpPr>
            <a:xfrm rot="10800000">
              <a:off x="9760938" y="3388154"/>
              <a:ext cx="416365" cy="2090712"/>
              <a:chOff x="479123" y="2327826"/>
              <a:chExt cx="416365" cy="1002505"/>
            </a:xfrm>
          </p:grpSpPr>
          <p:cxnSp>
            <p:nvCxnSpPr>
              <p:cNvPr id="463" name="Straight Connector 19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64" name="Straight Connector 19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65" name="Group 123"/>
            <p:cNvGrpSpPr>
              <a:grpSpLocks/>
            </p:cNvGrpSpPr>
            <p:nvPr/>
          </p:nvGrpSpPr>
          <p:grpSpPr>
            <a:xfrm>
              <a:off x="9651550" y="5525843"/>
              <a:ext cx="720000" cy="720000"/>
              <a:chOff x="-753686" y="5257800"/>
              <a:chExt cx="753686" cy="806293"/>
            </a:xfrm>
          </p:grpSpPr>
          <p:sp>
            <p:nvSpPr>
              <p:cNvPr id="466" name="Oval 12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67" name="Group 12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468" name="Donut 12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9" name="Donut 12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0" name="Donut 12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1" name="Oval 12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2" name="Oval 13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3" name="Donut 13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4" name="Donut 13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23" name="Retângulo 522"/>
            <p:cNvSpPr/>
            <p:nvPr/>
          </p:nvSpPr>
          <p:spPr>
            <a:xfrm>
              <a:off x="9423275" y="6188532"/>
              <a:ext cx="124292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 err="1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Up</a:t>
              </a:r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G</a:t>
              </a:r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rade Comércio Exterior 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46" name="Grupo 545"/>
          <p:cNvGrpSpPr/>
          <p:nvPr/>
        </p:nvGrpSpPr>
        <p:grpSpPr>
          <a:xfrm>
            <a:off x="3024600" y="962447"/>
            <a:ext cx="988894" cy="2390827"/>
            <a:chOff x="3024600" y="962447"/>
            <a:chExt cx="988894" cy="2390827"/>
          </a:xfrm>
        </p:grpSpPr>
        <p:grpSp>
          <p:nvGrpSpPr>
            <p:cNvPr id="378" name="Group 4"/>
            <p:cNvGrpSpPr/>
            <p:nvPr/>
          </p:nvGrpSpPr>
          <p:grpSpPr>
            <a:xfrm>
              <a:off x="3215791" y="2152935"/>
              <a:ext cx="416365" cy="1200339"/>
              <a:chOff x="479123" y="2714094"/>
              <a:chExt cx="416365" cy="616237"/>
            </a:xfrm>
          </p:grpSpPr>
          <p:cxnSp>
            <p:nvCxnSpPr>
              <p:cNvPr id="379" name="Straight Connector 204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380" name="Straight Connector 205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381" name="Group 73"/>
            <p:cNvGrpSpPr>
              <a:grpSpLocks/>
            </p:cNvGrpSpPr>
            <p:nvPr/>
          </p:nvGrpSpPr>
          <p:grpSpPr>
            <a:xfrm>
              <a:off x="3070051" y="1389731"/>
              <a:ext cx="720000" cy="720000"/>
              <a:chOff x="-753686" y="5257800"/>
              <a:chExt cx="753686" cy="806293"/>
            </a:xfrm>
          </p:grpSpPr>
          <p:sp>
            <p:nvSpPr>
              <p:cNvPr id="382" name="Oval 7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83" name="Group 7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384" name="Donut 7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5" name="Donut 7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6" name="Donut 7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7" name="Oval 7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8" name="Oval 8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9" name="Donut 8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0" name="Donut 8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91" name="TextBox 154"/>
            <p:cNvSpPr txBox="1"/>
            <p:nvPr/>
          </p:nvSpPr>
          <p:spPr>
            <a:xfrm>
              <a:off x="3024600" y="962447"/>
              <a:ext cx="9888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Negociação</a:t>
              </a:r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Accenture</a:t>
              </a:r>
            </a:p>
          </p:txBody>
        </p:sp>
      </p:grpSp>
      <p:grpSp>
        <p:nvGrpSpPr>
          <p:cNvPr id="547" name="Grupo 546"/>
          <p:cNvGrpSpPr/>
          <p:nvPr/>
        </p:nvGrpSpPr>
        <p:grpSpPr>
          <a:xfrm>
            <a:off x="3888218" y="1779301"/>
            <a:ext cx="820117" cy="1600546"/>
            <a:chOff x="3888218" y="1779301"/>
            <a:chExt cx="820117" cy="1600546"/>
          </a:xfrm>
        </p:grpSpPr>
        <p:grpSp>
          <p:nvGrpSpPr>
            <p:cNvPr id="393" name="Group 6"/>
            <p:cNvGrpSpPr/>
            <p:nvPr/>
          </p:nvGrpSpPr>
          <p:grpSpPr>
            <a:xfrm>
              <a:off x="4082450" y="2942201"/>
              <a:ext cx="416365" cy="437646"/>
              <a:chOff x="479123" y="2714094"/>
              <a:chExt cx="416365" cy="616237"/>
            </a:xfrm>
          </p:grpSpPr>
          <p:cxnSp>
            <p:nvCxnSpPr>
              <p:cNvPr id="394" name="Straight Connector 200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395" name="Straight Connector 201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396" name="Group 93"/>
            <p:cNvGrpSpPr>
              <a:grpSpLocks/>
            </p:cNvGrpSpPr>
            <p:nvPr/>
          </p:nvGrpSpPr>
          <p:grpSpPr>
            <a:xfrm>
              <a:off x="3947116" y="2217486"/>
              <a:ext cx="720000" cy="720000"/>
              <a:chOff x="-753686" y="5257800"/>
              <a:chExt cx="753686" cy="806293"/>
            </a:xfrm>
          </p:grpSpPr>
          <p:sp>
            <p:nvSpPr>
              <p:cNvPr id="397" name="Oval 9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98" name="Group 9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399" name="Donut 9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0" name="Donut 9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1" name="Donut 9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2" name="Oval 9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3" name="Oval 10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4" name="Donut 10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5" name="Donut 10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406" name="TextBox 154"/>
            <p:cNvSpPr txBox="1"/>
            <p:nvPr/>
          </p:nvSpPr>
          <p:spPr>
            <a:xfrm>
              <a:off x="3888218" y="1779301"/>
              <a:ext cx="8201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Check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Logistico</a:t>
              </a:r>
              <a:endPara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49" name="Grupo 548"/>
          <p:cNvGrpSpPr/>
          <p:nvPr/>
        </p:nvGrpSpPr>
        <p:grpSpPr>
          <a:xfrm>
            <a:off x="4677751" y="1101838"/>
            <a:ext cx="820117" cy="2259238"/>
            <a:chOff x="4677751" y="1101838"/>
            <a:chExt cx="820117" cy="2259238"/>
          </a:xfrm>
        </p:grpSpPr>
        <p:grpSp>
          <p:nvGrpSpPr>
            <p:cNvPr id="421" name="Group 4"/>
            <p:cNvGrpSpPr/>
            <p:nvPr/>
          </p:nvGrpSpPr>
          <p:grpSpPr>
            <a:xfrm>
              <a:off x="4883553" y="2259767"/>
              <a:ext cx="416365" cy="1101309"/>
              <a:chOff x="479123" y="2714094"/>
              <a:chExt cx="416365" cy="616237"/>
            </a:xfrm>
          </p:grpSpPr>
          <p:cxnSp>
            <p:nvCxnSpPr>
              <p:cNvPr id="422" name="Straight Connector 204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23" name="Straight Connector 205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24" name="Group 73"/>
            <p:cNvGrpSpPr>
              <a:grpSpLocks/>
            </p:cNvGrpSpPr>
            <p:nvPr/>
          </p:nvGrpSpPr>
          <p:grpSpPr>
            <a:xfrm>
              <a:off x="4737813" y="1481757"/>
              <a:ext cx="720000" cy="720000"/>
              <a:chOff x="-753686" y="5257800"/>
              <a:chExt cx="753686" cy="806293"/>
            </a:xfrm>
          </p:grpSpPr>
          <p:sp>
            <p:nvSpPr>
              <p:cNvPr id="425" name="Oval 7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26" name="Group 7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427" name="Donut 7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8" name="Donut 7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9" name="Donut 7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0" name="Oval 7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1" name="Oval 8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2" name="Donut 8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3" name="Donut 8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434" name="TextBox 154"/>
            <p:cNvSpPr txBox="1"/>
            <p:nvPr/>
          </p:nvSpPr>
          <p:spPr>
            <a:xfrm>
              <a:off x="4677751" y="1101838"/>
              <a:ext cx="8201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GCC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Estrutural</a:t>
              </a:r>
              <a:endPara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64" name="Grupo 563"/>
          <p:cNvGrpSpPr/>
          <p:nvPr/>
        </p:nvGrpSpPr>
        <p:grpSpPr>
          <a:xfrm>
            <a:off x="5480263" y="1535554"/>
            <a:ext cx="1226115" cy="1824459"/>
            <a:chOff x="5480263" y="1535554"/>
            <a:chExt cx="1226115" cy="1824459"/>
          </a:xfrm>
        </p:grpSpPr>
        <p:pic>
          <p:nvPicPr>
            <p:cNvPr id="563" name="Imagem 56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45362" y="1762883"/>
              <a:ext cx="561016" cy="561016"/>
            </a:xfrm>
            <a:prstGeom prst="rect">
              <a:avLst/>
            </a:prstGeom>
          </p:spPr>
        </p:pic>
        <p:grpSp>
          <p:nvGrpSpPr>
            <p:cNvPr id="194" name="Group 11"/>
            <p:cNvGrpSpPr/>
            <p:nvPr/>
          </p:nvGrpSpPr>
          <p:grpSpPr>
            <a:xfrm>
              <a:off x="5759916" y="2803918"/>
              <a:ext cx="416365" cy="556095"/>
              <a:chOff x="479123" y="2714094"/>
              <a:chExt cx="416365" cy="616237"/>
            </a:xfrm>
          </p:grpSpPr>
          <p:cxnSp>
            <p:nvCxnSpPr>
              <p:cNvPr id="195" name="Straight Connector 190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96" name="Straight Connector 191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290" name="Group 133"/>
            <p:cNvGrpSpPr>
              <a:grpSpLocks/>
            </p:cNvGrpSpPr>
            <p:nvPr/>
          </p:nvGrpSpPr>
          <p:grpSpPr>
            <a:xfrm>
              <a:off x="5610912" y="2039045"/>
              <a:ext cx="720000" cy="720000"/>
              <a:chOff x="-753686" y="5257800"/>
              <a:chExt cx="753686" cy="806293"/>
            </a:xfrm>
          </p:grpSpPr>
          <p:sp>
            <p:nvSpPr>
              <p:cNvPr id="291" name="Oval 13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92" name="Group 13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293" name="Donut 13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4" name="Donut 13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5" name="Donut 13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6" name="Oval 13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5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7" name="Oval 14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8" name="Donut 14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9" name="Donut 14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435" name="TextBox 154"/>
            <p:cNvSpPr txBox="1"/>
            <p:nvPr/>
          </p:nvSpPr>
          <p:spPr>
            <a:xfrm>
              <a:off x="5480263" y="1535554"/>
              <a:ext cx="1101879" cy="436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Estabilização</a:t>
              </a:r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Preventivo</a:t>
              </a:r>
              <a:endPara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56" name="Grupo 555"/>
          <p:cNvGrpSpPr/>
          <p:nvPr/>
        </p:nvGrpSpPr>
        <p:grpSpPr>
          <a:xfrm>
            <a:off x="7197010" y="307639"/>
            <a:ext cx="1538998" cy="3034697"/>
            <a:chOff x="7068674" y="307639"/>
            <a:chExt cx="1538998" cy="3034697"/>
          </a:xfrm>
        </p:grpSpPr>
        <p:grpSp>
          <p:nvGrpSpPr>
            <p:cNvPr id="488" name="Group 9"/>
            <p:cNvGrpSpPr/>
            <p:nvPr/>
          </p:nvGrpSpPr>
          <p:grpSpPr>
            <a:xfrm>
              <a:off x="7528203" y="1503480"/>
              <a:ext cx="416365" cy="1838856"/>
              <a:chOff x="479123" y="2714094"/>
              <a:chExt cx="416365" cy="616237"/>
            </a:xfrm>
          </p:grpSpPr>
          <p:cxnSp>
            <p:nvCxnSpPr>
              <p:cNvPr id="489" name="Straight Connector 194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90" name="Straight Connector 195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91" name="Group 113"/>
            <p:cNvGrpSpPr>
              <a:grpSpLocks/>
            </p:cNvGrpSpPr>
            <p:nvPr/>
          </p:nvGrpSpPr>
          <p:grpSpPr>
            <a:xfrm>
              <a:off x="7404007" y="720591"/>
              <a:ext cx="720000" cy="720000"/>
              <a:chOff x="-753686" y="5257800"/>
              <a:chExt cx="753686" cy="806293"/>
            </a:xfrm>
          </p:grpSpPr>
          <p:sp>
            <p:nvSpPr>
              <p:cNvPr id="492" name="Oval 11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93" name="Group 11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494" name="Donut 11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5" name="Donut 11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6" name="Donut 11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7" name="Oval 11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5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8" name="Oval 12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9" name="Donut 12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00" name="Donut 12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17" name="Retângulo 516"/>
            <p:cNvSpPr/>
            <p:nvPr/>
          </p:nvSpPr>
          <p:spPr>
            <a:xfrm>
              <a:off x="7068674" y="307639"/>
              <a:ext cx="138096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Estabilização </a:t>
              </a:r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estatística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  <p:pic>
          <p:nvPicPr>
            <p:cNvPr id="518" name="Imagem 517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46656" y="469440"/>
              <a:ext cx="561016" cy="561016"/>
            </a:xfrm>
            <a:prstGeom prst="rect">
              <a:avLst/>
            </a:prstGeom>
          </p:spPr>
        </p:pic>
      </p:grpSp>
      <p:grpSp>
        <p:nvGrpSpPr>
          <p:cNvPr id="554" name="Grupo 553"/>
          <p:cNvGrpSpPr/>
          <p:nvPr/>
        </p:nvGrpSpPr>
        <p:grpSpPr>
          <a:xfrm>
            <a:off x="6308888" y="3374241"/>
            <a:ext cx="1833519" cy="3367002"/>
            <a:chOff x="6309037" y="3458124"/>
            <a:chExt cx="1833519" cy="3367002"/>
          </a:xfrm>
        </p:grpSpPr>
        <p:grpSp>
          <p:nvGrpSpPr>
            <p:cNvPr id="191" name="Group 10"/>
            <p:cNvGrpSpPr/>
            <p:nvPr/>
          </p:nvGrpSpPr>
          <p:grpSpPr>
            <a:xfrm rot="10800000">
              <a:off x="6964398" y="3458124"/>
              <a:ext cx="416365" cy="2191451"/>
              <a:chOff x="479123" y="2327826"/>
              <a:chExt cx="416365" cy="1002505"/>
            </a:xfrm>
          </p:grpSpPr>
          <p:cxnSp>
            <p:nvCxnSpPr>
              <p:cNvPr id="192" name="Straight Connector 192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93" name="Straight Connector 193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300" name="Group 143"/>
            <p:cNvGrpSpPr>
              <a:grpSpLocks/>
            </p:cNvGrpSpPr>
            <p:nvPr/>
          </p:nvGrpSpPr>
          <p:grpSpPr>
            <a:xfrm>
              <a:off x="6812588" y="5713241"/>
              <a:ext cx="720000" cy="720000"/>
              <a:chOff x="-753686" y="5257800"/>
              <a:chExt cx="753686" cy="806293"/>
            </a:xfrm>
          </p:grpSpPr>
          <p:sp>
            <p:nvSpPr>
              <p:cNvPr id="301" name="Oval 14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02" name="Group 14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303" name="Donut 14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4" name="Donut 14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5" name="Donut 14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6" name="Oval 14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5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7" name="Oval 15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8" name="Donut 15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9" name="Donut 15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15" name="Retângulo 514"/>
            <p:cNvSpPr/>
            <p:nvPr/>
          </p:nvSpPr>
          <p:spPr>
            <a:xfrm>
              <a:off x="6309037" y="6394239"/>
              <a:ext cx="18335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1° revisão do modelo operacional de teste </a:t>
              </a:r>
            </a:p>
          </p:txBody>
        </p:sp>
      </p:grpSp>
      <p:grpSp>
        <p:nvGrpSpPr>
          <p:cNvPr id="545" name="Grupo 544"/>
          <p:cNvGrpSpPr/>
          <p:nvPr/>
        </p:nvGrpSpPr>
        <p:grpSpPr>
          <a:xfrm>
            <a:off x="2790312" y="3335627"/>
            <a:ext cx="820117" cy="2011496"/>
            <a:chOff x="2790312" y="3335627"/>
            <a:chExt cx="820117" cy="2011496"/>
          </a:xfrm>
        </p:grpSpPr>
        <p:grpSp>
          <p:nvGrpSpPr>
            <p:cNvPr id="182" name="Group 7"/>
            <p:cNvGrpSpPr/>
            <p:nvPr/>
          </p:nvGrpSpPr>
          <p:grpSpPr>
            <a:xfrm rot="10800000">
              <a:off x="2992189" y="3335627"/>
              <a:ext cx="416365" cy="923852"/>
              <a:chOff x="479123" y="2327826"/>
              <a:chExt cx="416365" cy="1002505"/>
            </a:xfrm>
          </p:grpSpPr>
          <p:cxnSp>
            <p:nvCxnSpPr>
              <p:cNvPr id="183" name="Straight Connector 198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84" name="Straight Connector 199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260" name="Group 103"/>
            <p:cNvGrpSpPr>
              <a:grpSpLocks/>
            </p:cNvGrpSpPr>
            <p:nvPr/>
          </p:nvGrpSpPr>
          <p:grpSpPr>
            <a:xfrm>
              <a:off x="2848142" y="4335159"/>
              <a:ext cx="720000" cy="720000"/>
              <a:chOff x="-753686" y="5257800"/>
              <a:chExt cx="753686" cy="806293"/>
            </a:xfrm>
          </p:grpSpPr>
          <p:sp>
            <p:nvSpPr>
              <p:cNvPr id="261" name="Oval 10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62" name="Group 10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263" name="Donut 10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4" name="Donut 10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5" name="Donut 10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6" name="Oval 10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7" name="Oval 11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8" name="Donut 11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9" name="Donut 11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77" name="TextBox 154"/>
            <p:cNvSpPr txBox="1"/>
            <p:nvPr/>
          </p:nvSpPr>
          <p:spPr>
            <a:xfrm>
              <a:off x="2790312" y="5085513"/>
              <a:ext cx="8201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Novo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Plin</a:t>
              </a:r>
              <a:endPara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197" name="Group 1"/>
          <p:cNvGrpSpPr/>
          <p:nvPr/>
        </p:nvGrpSpPr>
        <p:grpSpPr>
          <a:xfrm>
            <a:off x="136281" y="3222135"/>
            <a:ext cx="11921044" cy="722597"/>
            <a:chOff x="136281" y="3222135"/>
            <a:chExt cx="8934087" cy="722597"/>
          </a:xfrm>
        </p:grpSpPr>
        <p:sp>
          <p:nvSpPr>
            <p:cNvPr id="198" name="Rectangle 218"/>
            <p:cNvSpPr/>
            <p:nvPr/>
          </p:nvSpPr>
          <p:spPr>
            <a:xfrm>
              <a:off x="152400" y="3327264"/>
              <a:ext cx="8869921" cy="98245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1"/>
              <a:tileRect/>
            </a:gradFill>
            <a:ln w="12700" cap="flat" cmpd="sng" algn="ctr">
              <a:gradFill flip="none" rotWithShape="1">
                <a:gsLst>
                  <a:gs pos="0">
                    <a:srgbClr val="FFFFFF">
                      <a:lumMod val="75000"/>
                    </a:srgbClr>
                  </a:gs>
                  <a:gs pos="5000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5400000" scaled="1"/>
                <a:tileRect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99" name="Group 225"/>
            <p:cNvGrpSpPr/>
            <p:nvPr/>
          </p:nvGrpSpPr>
          <p:grpSpPr>
            <a:xfrm>
              <a:off x="136281" y="3222135"/>
              <a:ext cx="8934087" cy="722597"/>
              <a:chOff x="136281" y="3222135"/>
              <a:chExt cx="8934087" cy="722597"/>
            </a:xfrm>
          </p:grpSpPr>
          <p:sp>
            <p:nvSpPr>
              <p:cNvPr id="200" name="TextBox 33"/>
              <p:cNvSpPr txBox="1"/>
              <p:nvPr/>
            </p:nvSpPr>
            <p:spPr>
              <a:xfrm>
                <a:off x="268808" y="3610011"/>
                <a:ext cx="6444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249FE3">
                        <a:lumMod val="75000"/>
                      </a:srgbClr>
                    </a:solidFill>
                    <a:effectLst/>
                    <a:uLnTx/>
                    <a:uFillTx/>
                    <a:latin typeface="Rockwell" pitchFamily="18" charset="0"/>
                  </a:rPr>
                  <a:t>Junho</a:t>
                </a:r>
                <a:endPara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249FE3">
                      <a:lumMod val="75000"/>
                    </a:srgbClr>
                  </a:solidFill>
                  <a:effectLst/>
                  <a:uLnTx/>
                  <a:uFillTx/>
                  <a:latin typeface="Rockwell" pitchFamily="18" charset="0"/>
                </a:endParaRPr>
              </a:p>
            </p:txBody>
          </p:sp>
          <p:sp>
            <p:nvSpPr>
              <p:cNvPr id="202" name="TextBox 35"/>
              <p:cNvSpPr txBox="1"/>
              <p:nvPr/>
            </p:nvSpPr>
            <p:spPr>
              <a:xfrm>
                <a:off x="8289269" y="3636955"/>
                <a:ext cx="591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49FE3">
                        <a:lumMod val="75000"/>
                      </a:srgbClr>
                    </a:solidFill>
                    <a:effectLst/>
                    <a:uLnTx/>
                    <a:uFillTx/>
                    <a:latin typeface="Rockwell" pitchFamily="18" charset="0"/>
                  </a:rPr>
                  <a:t>Agosto</a:t>
                </a:r>
              </a:p>
            </p:txBody>
          </p:sp>
          <p:sp>
            <p:nvSpPr>
              <p:cNvPr id="207" name="Down Arrow 211"/>
              <p:cNvSpPr/>
              <p:nvPr/>
            </p:nvSpPr>
            <p:spPr>
              <a:xfrm>
                <a:off x="504535" y="3420122"/>
                <a:ext cx="104091" cy="163140"/>
              </a:xfrm>
              <a:prstGeom prst="downArrow">
                <a:avLst/>
              </a:prstGeom>
              <a:solidFill>
                <a:srgbClr val="FFFFFF">
                  <a:lumMod val="6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1" name="Down Arrow 215"/>
              <p:cNvSpPr/>
              <p:nvPr/>
            </p:nvSpPr>
            <p:spPr>
              <a:xfrm>
                <a:off x="4448014" y="3420122"/>
                <a:ext cx="104091" cy="163140"/>
              </a:xfrm>
              <a:prstGeom prst="downArrow">
                <a:avLst/>
              </a:prstGeom>
              <a:solidFill>
                <a:srgbClr val="FFFFFF">
                  <a:lumMod val="6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4" name="Rectangle 219"/>
              <p:cNvSpPr/>
              <p:nvPr/>
            </p:nvSpPr>
            <p:spPr>
              <a:xfrm>
                <a:off x="9031424" y="3222135"/>
                <a:ext cx="38944" cy="293805"/>
              </a:xfrm>
              <a:prstGeom prst="rect">
                <a:avLst/>
              </a:prstGeom>
              <a:solidFill>
                <a:srgbClr val="FFFFFF">
                  <a:lumMod val="6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215" name="Straight Connector 220"/>
              <p:cNvCxnSpPr/>
              <p:nvPr/>
            </p:nvCxnSpPr>
            <p:spPr>
              <a:xfrm>
                <a:off x="136281" y="3272886"/>
                <a:ext cx="0" cy="213662"/>
              </a:xfrm>
              <a:prstGeom prst="line">
                <a:avLst/>
              </a:prstGeom>
              <a:noFill/>
              <a:ln w="2222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sp>
            <p:nvSpPr>
              <p:cNvPr id="219" name="Down Arrow 224"/>
              <p:cNvSpPr/>
              <p:nvPr/>
            </p:nvSpPr>
            <p:spPr>
              <a:xfrm>
                <a:off x="8526753" y="3420122"/>
                <a:ext cx="104091" cy="163140"/>
              </a:xfrm>
              <a:prstGeom prst="downArrow">
                <a:avLst/>
              </a:prstGeom>
              <a:solidFill>
                <a:srgbClr val="FFFFFF">
                  <a:lumMod val="6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1" name="TextBox 34"/>
              <p:cNvSpPr txBox="1"/>
              <p:nvPr/>
            </p:nvSpPr>
            <p:spPr>
              <a:xfrm>
                <a:off x="4200129" y="3621312"/>
                <a:ext cx="591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249FE3">
                        <a:lumMod val="75000"/>
                      </a:srgbClr>
                    </a:solidFill>
                    <a:effectLst/>
                    <a:uLnTx/>
                    <a:uFillTx/>
                    <a:latin typeface="Rockwell" pitchFamily="18" charset="0"/>
                  </a:rPr>
                  <a:t>Julho</a:t>
                </a:r>
                <a:endPara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249FE3">
                      <a:lumMod val="75000"/>
                    </a:srgbClr>
                  </a:solidFill>
                  <a:effectLst/>
                  <a:uLnTx/>
                  <a:uFillTx/>
                  <a:latin typeface="Rockwell" pitchFamily="18" charset="0"/>
                </a:endParaRPr>
              </a:p>
            </p:txBody>
          </p:sp>
        </p:grpSp>
      </p:grpSp>
      <p:grpSp>
        <p:nvGrpSpPr>
          <p:cNvPr id="544" name="Grupo 543"/>
          <p:cNvGrpSpPr/>
          <p:nvPr/>
        </p:nvGrpSpPr>
        <p:grpSpPr>
          <a:xfrm>
            <a:off x="1808809" y="3419474"/>
            <a:ext cx="860119" cy="2943290"/>
            <a:chOff x="1808809" y="3419474"/>
            <a:chExt cx="860119" cy="2943290"/>
          </a:xfrm>
        </p:grpSpPr>
        <p:grpSp>
          <p:nvGrpSpPr>
            <p:cNvPr id="176" name="Group 5"/>
            <p:cNvGrpSpPr/>
            <p:nvPr/>
          </p:nvGrpSpPr>
          <p:grpSpPr>
            <a:xfrm rot="10800000">
              <a:off x="2033325" y="3419474"/>
              <a:ext cx="416365" cy="1762126"/>
              <a:chOff x="479123" y="2327826"/>
              <a:chExt cx="416365" cy="1002505"/>
            </a:xfrm>
          </p:grpSpPr>
          <p:cxnSp>
            <p:nvCxnSpPr>
              <p:cNvPr id="177" name="Straight Connector 202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78" name="Straight Connector 203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240" name="Group 83"/>
            <p:cNvGrpSpPr>
              <a:grpSpLocks/>
            </p:cNvGrpSpPr>
            <p:nvPr/>
          </p:nvGrpSpPr>
          <p:grpSpPr>
            <a:xfrm>
              <a:off x="1878118" y="5269625"/>
              <a:ext cx="720000" cy="720000"/>
              <a:chOff x="-753686" y="5257800"/>
              <a:chExt cx="753686" cy="806293"/>
            </a:xfrm>
          </p:grpSpPr>
          <p:sp>
            <p:nvSpPr>
              <p:cNvPr id="241" name="Oval 8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42" name="Group 8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243" name="Donut 8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4" name="Donut 8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5" name="Donut 8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6" name="Oval 8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7" name="Oval 9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8" name="Donut 9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9" name="Donut 9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16" name="TextBox 160"/>
            <p:cNvSpPr txBox="1"/>
            <p:nvPr/>
          </p:nvSpPr>
          <p:spPr>
            <a:xfrm>
              <a:off x="1808809" y="5931877"/>
              <a:ext cx="8601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Contrato</a:t>
              </a:r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CI&amp;T</a:t>
              </a:r>
            </a:p>
          </p:txBody>
        </p:sp>
      </p:grpSp>
      <p:grpSp>
        <p:nvGrpSpPr>
          <p:cNvPr id="540" name="Grupo 539"/>
          <p:cNvGrpSpPr/>
          <p:nvPr/>
        </p:nvGrpSpPr>
        <p:grpSpPr>
          <a:xfrm>
            <a:off x="321433" y="1963026"/>
            <a:ext cx="1513240" cy="1367305"/>
            <a:chOff x="321433" y="1963026"/>
            <a:chExt cx="1513240" cy="1367305"/>
          </a:xfrm>
        </p:grpSpPr>
        <p:grpSp>
          <p:nvGrpSpPr>
            <p:cNvPr id="167" name="Group 2"/>
            <p:cNvGrpSpPr/>
            <p:nvPr/>
          </p:nvGrpSpPr>
          <p:grpSpPr>
            <a:xfrm>
              <a:off x="479123" y="2714094"/>
              <a:ext cx="416365" cy="616237"/>
              <a:chOff x="479123" y="2714094"/>
              <a:chExt cx="416365" cy="616237"/>
            </a:xfrm>
          </p:grpSpPr>
          <p:cxnSp>
            <p:nvCxnSpPr>
              <p:cNvPr id="168" name="Straight Connector 208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69" name="Straight Connector 209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310" name="TextBox 154"/>
            <p:cNvSpPr txBox="1"/>
            <p:nvPr/>
          </p:nvSpPr>
          <p:spPr>
            <a:xfrm>
              <a:off x="552152" y="2754143"/>
              <a:ext cx="128252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1°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Encontro</a:t>
              </a:r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DAA 2015</a:t>
              </a:r>
            </a:p>
          </p:txBody>
        </p:sp>
        <p:grpSp>
          <p:nvGrpSpPr>
            <p:cNvPr id="320" name="Group 164"/>
            <p:cNvGrpSpPr>
              <a:grpSpLocks/>
            </p:cNvGrpSpPr>
            <p:nvPr/>
          </p:nvGrpSpPr>
          <p:grpSpPr>
            <a:xfrm>
              <a:off x="321433" y="1963026"/>
              <a:ext cx="720000" cy="720000"/>
              <a:chOff x="-820201" y="5257800"/>
              <a:chExt cx="831273" cy="813843"/>
            </a:xfrm>
          </p:grpSpPr>
          <p:sp>
            <p:nvSpPr>
              <p:cNvPr id="321" name="Oval 165"/>
              <p:cNvSpPr/>
              <p:nvPr/>
            </p:nvSpPr>
            <p:spPr>
              <a:xfrm>
                <a:off x="-820201" y="5919243"/>
                <a:ext cx="831273" cy="152400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22" name="Group 166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323" name="Donut 167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4" name="Donut 168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5" name="Donut 169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6" name="Oval 170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7" name="Oval 171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8" name="Donut 172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9" name="Donut 173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grpSp>
        <p:nvGrpSpPr>
          <p:cNvPr id="330" name="Group 2"/>
          <p:cNvGrpSpPr/>
          <p:nvPr/>
        </p:nvGrpSpPr>
        <p:grpSpPr>
          <a:xfrm>
            <a:off x="11188049" y="1765644"/>
            <a:ext cx="416365" cy="1579830"/>
            <a:chOff x="479123" y="2714094"/>
            <a:chExt cx="416365" cy="616237"/>
          </a:xfrm>
        </p:grpSpPr>
        <p:cxnSp>
          <p:nvCxnSpPr>
            <p:cNvPr id="331" name="Straight Connector 208"/>
            <p:cNvCxnSpPr/>
            <p:nvPr/>
          </p:nvCxnSpPr>
          <p:spPr>
            <a:xfrm>
              <a:off x="685800" y="2720731"/>
              <a:ext cx="0" cy="609600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332" name="Straight Connector 209"/>
            <p:cNvCxnSpPr/>
            <p:nvPr/>
          </p:nvCxnSpPr>
          <p:spPr>
            <a:xfrm rot="5400000">
              <a:off x="687306" y="2505911"/>
              <a:ext cx="0" cy="416365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sp>
        <p:nvSpPr>
          <p:cNvPr id="333" name="TextBox 154"/>
          <p:cNvSpPr txBox="1"/>
          <p:nvPr/>
        </p:nvSpPr>
        <p:spPr>
          <a:xfrm>
            <a:off x="11031926" y="1824120"/>
            <a:ext cx="1282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2° </a:t>
            </a:r>
            <a:r>
              <a:rPr lang="en-US" sz="1100" dirty="0" err="1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Encontro</a:t>
            </a:r>
            <a:r>
              <a: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 DAA 2015</a:t>
            </a:r>
          </a:p>
        </p:txBody>
      </p:sp>
      <p:grpSp>
        <p:nvGrpSpPr>
          <p:cNvPr id="334" name="Group 164"/>
          <p:cNvGrpSpPr>
            <a:grpSpLocks/>
          </p:cNvGrpSpPr>
          <p:nvPr/>
        </p:nvGrpSpPr>
        <p:grpSpPr>
          <a:xfrm>
            <a:off x="10994626" y="1039077"/>
            <a:ext cx="720000" cy="720000"/>
            <a:chOff x="-820201" y="5257800"/>
            <a:chExt cx="831273" cy="813843"/>
          </a:xfrm>
        </p:grpSpPr>
        <p:sp>
          <p:nvSpPr>
            <p:cNvPr id="335" name="Oval 165"/>
            <p:cNvSpPr/>
            <p:nvPr/>
          </p:nvSpPr>
          <p:spPr>
            <a:xfrm>
              <a:off x="-820201" y="5919243"/>
              <a:ext cx="831273" cy="152400"/>
            </a:xfrm>
            <a:prstGeom prst="ellipse">
              <a:avLst/>
            </a:prstGeom>
            <a:gradFill flip="none" rotWithShape="1">
              <a:gsLst>
                <a:gs pos="0">
                  <a:sysClr val="windowText" lastClr="000000">
                    <a:lumMod val="85000"/>
                    <a:lumOff val="15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36" name="Group 166"/>
            <p:cNvGrpSpPr/>
            <p:nvPr/>
          </p:nvGrpSpPr>
          <p:grpSpPr>
            <a:xfrm>
              <a:off x="-753686" y="5257800"/>
              <a:ext cx="753686" cy="753686"/>
              <a:chOff x="-753686" y="5257800"/>
              <a:chExt cx="753686" cy="753686"/>
            </a:xfrm>
          </p:grpSpPr>
          <p:sp>
            <p:nvSpPr>
              <p:cNvPr id="337" name="Donut 167"/>
              <p:cNvSpPr/>
              <p:nvPr/>
            </p:nvSpPr>
            <p:spPr>
              <a:xfrm>
                <a:off x="-753686" y="5257800"/>
                <a:ext cx="753686" cy="753686"/>
              </a:xfrm>
              <a:prstGeom prst="donut">
                <a:avLst>
                  <a:gd name="adj" fmla="val 1635"/>
                </a:avLst>
              </a:prstGeom>
              <a:gradFill>
                <a:gsLst>
                  <a:gs pos="50002">
                    <a:srgbClr val="FFFFFF">
                      <a:lumMod val="95000"/>
                    </a:srgbClr>
                  </a:gs>
                  <a:gs pos="95000">
                    <a:srgbClr val="FFFFFF">
                      <a:lumMod val="75000"/>
                    </a:srgbClr>
                  </a:gs>
                  <a:gs pos="46000">
                    <a:srgbClr val="FFFFFF">
                      <a:lumMod val="65000"/>
                    </a:srgbClr>
                  </a:gs>
                  <a:gs pos="0">
                    <a:srgbClr val="0C0C0C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8" name="Donut 168"/>
              <p:cNvSpPr/>
              <p:nvPr/>
            </p:nvSpPr>
            <p:spPr>
              <a:xfrm>
                <a:off x="-745194" y="5261835"/>
                <a:ext cx="736702" cy="744069"/>
              </a:xfrm>
              <a:prstGeom prst="donut">
                <a:avLst>
                  <a:gd name="adj" fmla="val 6938"/>
                </a:avLst>
              </a:prstGeom>
              <a:gradFill>
                <a:gsLst>
                  <a:gs pos="91667">
                    <a:srgbClr val="FFFFFF"/>
                  </a:gs>
                  <a:gs pos="50002">
                    <a:srgbClr val="FFFFFF">
                      <a:lumMod val="95000"/>
                    </a:srgbClr>
                  </a:gs>
                  <a:gs pos="76000">
                    <a:srgbClr val="FFFFFF">
                      <a:lumMod val="75000"/>
                    </a:srgbClr>
                  </a:gs>
                  <a:gs pos="34000">
                    <a:srgbClr val="FFFFFF">
                      <a:lumMod val="65000"/>
                    </a:srgbClr>
                  </a:gs>
                  <a:gs pos="0">
                    <a:srgbClr val="0C0C0C">
                      <a:lumMod val="90000"/>
                      <a:lumOff val="10000"/>
                    </a:srgb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9" name="Donut 169"/>
              <p:cNvSpPr/>
              <p:nvPr/>
            </p:nvSpPr>
            <p:spPr>
              <a:xfrm>
                <a:off x="-699881" y="5311451"/>
                <a:ext cx="647312" cy="647313"/>
              </a:xfrm>
              <a:prstGeom prst="donut">
                <a:avLst>
                  <a:gd name="adj" fmla="val 1754"/>
                </a:avLst>
              </a:prstGeom>
              <a:gradFill>
                <a:gsLst>
                  <a:gs pos="3000">
                    <a:sysClr val="window" lastClr="FFFFFF">
                      <a:lumMod val="50000"/>
                    </a:sysClr>
                  </a:gs>
                  <a:gs pos="100000">
                    <a:sysClr val="windowText" lastClr="000000">
                      <a:lumMod val="95000"/>
                      <a:lumOff val="5000"/>
                    </a:sysClr>
                  </a:gs>
                  <a:gs pos="0">
                    <a:sysClr val="window" lastClr="FFFFFF">
                      <a:alpha val="61000"/>
                    </a:sys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0" name="Oval 170"/>
              <p:cNvSpPr/>
              <p:nvPr/>
            </p:nvSpPr>
            <p:spPr>
              <a:xfrm>
                <a:off x="-648546" y="5367484"/>
                <a:ext cx="544756" cy="544336"/>
              </a:xfrm>
              <a:prstGeom prst="ellipse">
                <a:avLst/>
              </a:prstGeom>
              <a:blipFill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25400" cap="flat" cmpd="sng" algn="ctr">
                <a:solidFill>
                  <a:srgbClr val="FFFFFF"/>
                </a:solidFill>
                <a:prstDash val="solid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1" name="Oval 171"/>
              <p:cNvSpPr/>
              <p:nvPr/>
            </p:nvSpPr>
            <p:spPr>
              <a:xfrm>
                <a:off x="-576051" y="5390529"/>
                <a:ext cx="401441" cy="249946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74000"/>
                    </a:srgbClr>
                  </a:gs>
                  <a:gs pos="58000">
                    <a:srgbClr val="FFFFFF">
                      <a:alpha val="0"/>
                    </a:srgbClr>
                  </a:gs>
                </a:gsLst>
                <a:lin ang="54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2" name="Donut 172"/>
              <p:cNvSpPr/>
              <p:nvPr/>
            </p:nvSpPr>
            <p:spPr>
              <a:xfrm>
                <a:off x="-705066" y="5306489"/>
                <a:ext cx="654867" cy="668749"/>
              </a:xfrm>
              <a:prstGeom prst="donut">
                <a:avLst>
                  <a:gd name="adj" fmla="val 9537"/>
                </a:avLst>
              </a:prstGeom>
              <a:gradFill flip="none" rotWithShape="1">
                <a:gsLst>
                  <a:gs pos="100000">
                    <a:srgbClr val="FFFFFF">
                      <a:lumMod val="95000"/>
                    </a:srgbClr>
                  </a:gs>
                  <a:gs pos="89000">
                    <a:srgbClr val="FFFFFF">
                      <a:lumMod val="75000"/>
                    </a:srgbClr>
                  </a:gs>
                  <a:gs pos="49000">
                    <a:srgbClr val="FFFFFF">
                      <a:lumMod val="65000"/>
                    </a:srgbClr>
                  </a:gs>
                  <a:gs pos="0">
                    <a:srgbClr val="0C0C0C">
                      <a:lumMod val="90000"/>
                      <a:lumOff val="10000"/>
                    </a:srgbClr>
                  </a:gs>
                </a:gsLst>
                <a:lin ang="54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3" name="Donut 173"/>
              <p:cNvSpPr/>
              <p:nvPr/>
            </p:nvSpPr>
            <p:spPr>
              <a:xfrm>
                <a:off x="-653164" y="5366143"/>
                <a:ext cx="553857" cy="548375"/>
              </a:xfrm>
              <a:prstGeom prst="donut">
                <a:avLst>
                  <a:gd name="adj" fmla="val 2061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cxnSp>
        <p:nvCxnSpPr>
          <p:cNvPr id="344" name="Conector reto 343"/>
          <p:cNvCxnSpPr/>
          <p:nvPr/>
        </p:nvCxnSpPr>
        <p:spPr>
          <a:xfrm>
            <a:off x="15452" y="856897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45" name="Imagem 34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346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err="1" smtClean="0">
                <a:solidFill>
                  <a:srgbClr val="FFC000"/>
                </a:solidFill>
                <a:latin typeface="Gill Sans Std Light" pitchFamily="34" charset="0"/>
              </a:rPr>
              <a:t>Timeline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grpSp>
        <p:nvGrpSpPr>
          <p:cNvPr id="541" name="Grupo 540"/>
          <p:cNvGrpSpPr/>
          <p:nvPr/>
        </p:nvGrpSpPr>
        <p:grpSpPr>
          <a:xfrm>
            <a:off x="797746" y="3395335"/>
            <a:ext cx="1282521" cy="2217850"/>
            <a:chOff x="797746" y="3395335"/>
            <a:chExt cx="1282521" cy="2217850"/>
          </a:xfrm>
        </p:grpSpPr>
        <p:grpSp>
          <p:nvGrpSpPr>
            <p:cNvPr id="170" name="Group 3"/>
            <p:cNvGrpSpPr/>
            <p:nvPr/>
          </p:nvGrpSpPr>
          <p:grpSpPr>
            <a:xfrm rot="10800000">
              <a:off x="1235673" y="3395335"/>
              <a:ext cx="416365" cy="1002505"/>
              <a:chOff x="479123" y="2327826"/>
              <a:chExt cx="416365" cy="1002505"/>
            </a:xfrm>
          </p:grpSpPr>
          <p:cxnSp>
            <p:nvCxnSpPr>
              <p:cNvPr id="171" name="Straight Connector 20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72" name="Straight Connector 20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220" name="Group 63"/>
            <p:cNvGrpSpPr>
              <a:grpSpLocks/>
            </p:cNvGrpSpPr>
            <p:nvPr/>
          </p:nvGrpSpPr>
          <p:grpSpPr>
            <a:xfrm>
              <a:off x="1083855" y="4457531"/>
              <a:ext cx="720000" cy="720000"/>
              <a:chOff x="-753686" y="5257800"/>
              <a:chExt cx="753686" cy="806293"/>
            </a:xfrm>
          </p:grpSpPr>
          <p:sp>
            <p:nvSpPr>
              <p:cNvPr id="221" name="Oval 6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22" name="Group 6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223" name="Donut 6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4" name="Donut 6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5" name="Donut 6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6" name="Oval 6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7" name="Oval 7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8" name="Donut 7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9" name="Donut 7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48" name="TextBox 154"/>
            <p:cNvSpPr txBox="1"/>
            <p:nvPr/>
          </p:nvSpPr>
          <p:spPr>
            <a:xfrm>
              <a:off x="797746" y="5182298"/>
              <a:ext cx="128252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Contrato</a:t>
              </a:r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Compasso</a:t>
              </a:r>
              <a:endPara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42" name="Grupo 541"/>
          <p:cNvGrpSpPr/>
          <p:nvPr/>
        </p:nvGrpSpPr>
        <p:grpSpPr>
          <a:xfrm>
            <a:off x="1466518" y="930920"/>
            <a:ext cx="820117" cy="2390827"/>
            <a:chOff x="1466518" y="930920"/>
            <a:chExt cx="820117" cy="2390827"/>
          </a:xfrm>
        </p:grpSpPr>
        <p:grpSp>
          <p:nvGrpSpPr>
            <p:cNvPr id="349" name="Group 4"/>
            <p:cNvGrpSpPr/>
            <p:nvPr/>
          </p:nvGrpSpPr>
          <p:grpSpPr>
            <a:xfrm>
              <a:off x="1657709" y="2121408"/>
              <a:ext cx="416365" cy="1200339"/>
              <a:chOff x="479123" y="2714094"/>
              <a:chExt cx="416365" cy="616237"/>
            </a:xfrm>
          </p:grpSpPr>
          <p:cxnSp>
            <p:nvCxnSpPr>
              <p:cNvPr id="350" name="Straight Connector 204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351" name="Straight Connector 205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352" name="Group 73"/>
            <p:cNvGrpSpPr>
              <a:grpSpLocks/>
            </p:cNvGrpSpPr>
            <p:nvPr/>
          </p:nvGrpSpPr>
          <p:grpSpPr>
            <a:xfrm>
              <a:off x="1511969" y="1358204"/>
              <a:ext cx="720000" cy="720000"/>
              <a:chOff x="-753686" y="5257800"/>
              <a:chExt cx="753686" cy="806293"/>
            </a:xfrm>
          </p:grpSpPr>
          <p:sp>
            <p:nvSpPr>
              <p:cNvPr id="353" name="Oval 7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54" name="Group 7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355" name="Donut 7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6" name="Donut 7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7" name="Donut 7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8" name="Oval 7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9" name="Oval 8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0" name="Donut 8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1" name="Donut 8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75" name="TextBox 154"/>
            <p:cNvSpPr txBox="1"/>
            <p:nvPr/>
          </p:nvSpPr>
          <p:spPr>
            <a:xfrm>
              <a:off x="1466518" y="930920"/>
              <a:ext cx="8201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Contrato</a:t>
              </a:r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Tecnolab</a:t>
              </a:r>
              <a:endPara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43" name="Grupo 542"/>
          <p:cNvGrpSpPr/>
          <p:nvPr/>
        </p:nvGrpSpPr>
        <p:grpSpPr>
          <a:xfrm>
            <a:off x="2219381" y="1732713"/>
            <a:ext cx="820117" cy="1600533"/>
            <a:chOff x="2219381" y="1732713"/>
            <a:chExt cx="820117" cy="1600533"/>
          </a:xfrm>
        </p:grpSpPr>
        <p:grpSp>
          <p:nvGrpSpPr>
            <p:cNvPr id="179" name="Group 6"/>
            <p:cNvGrpSpPr/>
            <p:nvPr/>
          </p:nvGrpSpPr>
          <p:grpSpPr>
            <a:xfrm>
              <a:off x="2402309" y="2895600"/>
              <a:ext cx="416365" cy="437646"/>
              <a:chOff x="479123" y="2714094"/>
              <a:chExt cx="416365" cy="616237"/>
            </a:xfrm>
          </p:grpSpPr>
          <p:cxnSp>
            <p:nvCxnSpPr>
              <p:cNvPr id="180" name="Straight Connector 200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81" name="Straight Connector 201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250" name="Group 93"/>
            <p:cNvGrpSpPr>
              <a:grpSpLocks/>
            </p:cNvGrpSpPr>
            <p:nvPr/>
          </p:nvGrpSpPr>
          <p:grpSpPr>
            <a:xfrm>
              <a:off x="2266975" y="2170885"/>
              <a:ext cx="720000" cy="720000"/>
              <a:chOff x="-753686" y="5257800"/>
              <a:chExt cx="753686" cy="806293"/>
            </a:xfrm>
          </p:grpSpPr>
          <p:sp>
            <p:nvSpPr>
              <p:cNvPr id="251" name="Oval 9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52" name="Group 9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253" name="Donut 9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4" name="Donut 9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5" name="Donut 9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6" name="Oval 9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7" name="Oval 10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8" name="Donut 10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9" name="Donut 10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76" name="TextBox 154"/>
            <p:cNvSpPr txBox="1"/>
            <p:nvPr/>
          </p:nvSpPr>
          <p:spPr>
            <a:xfrm>
              <a:off x="2219381" y="1732713"/>
              <a:ext cx="8201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CNO </a:t>
              </a:r>
              <a:r>
                <a:rPr lang="en-US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Estrutural</a:t>
              </a:r>
              <a:endParaRPr lang="en-US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48" name="Grupo 547"/>
          <p:cNvGrpSpPr/>
          <p:nvPr/>
        </p:nvGrpSpPr>
        <p:grpSpPr>
          <a:xfrm>
            <a:off x="4005805" y="3407165"/>
            <a:ext cx="1207749" cy="2033449"/>
            <a:chOff x="3477029" y="3423118"/>
            <a:chExt cx="1207749" cy="2033449"/>
          </a:xfrm>
        </p:grpSpPr>
        <p:grpSp>
          <p:nvGrpSpPr>
            <p:cNvPr id="362" name="Group 6"/>
            <p:cNvGrpSpPr/>
            <p:nvPr/>
          </p:nvGrpSpPr>
          <p:grpSpPr>
            <a:xfrm rot="10800000">
              <a:off x="3855014" y="3423118"/>
              <a:ext cx="416365" cy="437646"/>
              <a:chOff x="479123" y="2714094"/>
              <a:chExt cx="416365" cy="616237"/>
            </a:xfrm>
          </p:grpSpPr>
          <p:cxnSp>
            <p:nvCxnSpPr>
              <p:cNvPr id="363" name="Straight Connector 200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364" name="Straight Connector 201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365" name="Group 93"/>
            <p:cNvGrpSpPr>
              <a:grpSpLocks/>
            </p:cNvGrpSpPr>
            <p:nvPr/>
          </p:nvGrpSpPr>
          <p:grpSpPr>
            <a:xfrm>
              <a:off x="3720521" y="3985710"/>
              <a:ext cx="720000" cy="720000"/>
              <a:chOff x="-753686" y="5257800"/>
              <a:chExt cx="753686" cy="806293"/>
            </a:xfrm>
          </p:grpSpPr>
          <p:sp>
            <p:nvSpPr>
              <p:cNvPr id="366" name="Oval 9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67" name="Group 9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368" name="Donut 9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9" name="Donut 9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0" name="Donut 9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1" name="Oval 9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2" name="Oval 10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3" name="Donut 10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4" name="Donut 10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392" name="Retângulo 391"/>
            <p:cNvSpPr/>
            <p:nvPr/>
          </p:nvSpPr>
          <p:spPr>
            <a:xfrm>
              <a:off x="3477029" y="4687126"/>
              <a:ext cx="120774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Contratação dos motores de credito e cobrança</a:t>
              </a:r>
            </a:p>
          </p:txBody>
        </p:sp>
      </p:grpSp>
      <p:grpSp>
        <p:nvGrpSpPr>
          <p:cNvPr id="555" name="Grupo 554"/>
          <p:cNvGrpSpPr/>
          <p:nvPr/>
        </p:nvGrpSpPr>
        <p:grpSpPr>
          <a:xfrm>
            <a:off x="7328514" y="3441614"/>
            <a:ext cx="1183772" cy="2092946"/>
            <a:chOff x="7328514" y="3441614"/>
            <a:chExt cx="1183772" cy="2092946"/>
          </a:xfrm>
        </p:grpSpPr>
        <p:sp>
          <p:nvSpPr>
            <p:cNvPr id="347" name="Retângulo 346"/>
            <p:cNvSpPr/>
            <p:nvPr/>
          </p:nvSpPr>
          <p:spPr>
            <a:xfrm>
              <a:off x="7328514" y="5272950"/>
              <a:ext cx="11837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Contrato </a:t>
              </a:r>
              <a:r>
                <a:rPr lang="pt-BR" sz="1100" dirty="0" err="1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sysmap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  <p:grpSp>
          <p:nvGrpSpPr>
            <p:cNvPr id="436" name="Group 8"/>
            <p:cNvGrpSpPr/>
            <p:nvPr/>
          </p:nvGrpSpPr>
          <p:grpSpPr>
            <a:xfrm rot="10800000">
              <a:off x="7643212" y="3441614"/>
              <a:ext cx="416365" cy="1073205"/>
              <a:chOff x="479123" y="2327826"/>
              <a:chExt cx="416365" cy="1002505"/>
            </a:xfrm>
          </p:grpSpPr>
          <p:cxnSp>
            <p:nvCxnSpPr>
              <p:cNvPr id="437" name="Straight Connector 19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38" name="Straight Connector 19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39" name="Group 123"/>
            <p:cNvGrpSpPr>
              <a:grpSpLocks/>
            </p:cNvGrpSpPr>
            <p:nvPr/>
          </p:nvGrpSpPr>
          <p:grpSpPr>
            <a:xfrm>
              <a:off x="7521077" y="4580427"/>
              <a:ext cx="720000" cy="720000"/>
              <a:chOff x="-753686" y="5257800"/>
              <a:chExt cx="753686" cy="806293"/>
            </a:xfrm>
          </p:grpSpPr>
          <p:sp>
            <p:nvSpPr>
              <p:cNvPr id="440" name="Oval 12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41" name="Group 12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442" name="Donut 12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3" name="Donut 12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4" name="Donut 12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5" name="Oval 12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6" name="Oval 13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7" name="Donut 13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8" name="Donut 13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grpSp>
        <p:nvGrpSpPr>
          <p:cNvPr id="553" name="Grupo 552"/>
          <p:cNvGrpSpPr/>
          <p:nvPr/>
        </p:nvGrpSpPr>
        <p:grpSpPr>
          <a:xfrm>
            <a:off x="5999092" y="3419476"/>
            <a:ext cx="1020567" cy="1958117"/>
            <a:chOff x="5999092" y="3419476"/>
            <a:chExt cx="1020567" cy="1958117"/>
          </a:xfrm>
        </p:grpSpPr>
        <p:grpSp>
          <p:nvGrpSpPr>
            <p:cNvPr id="185" name="Group 8"/>
            <p:cNvGrpSpPr/>
            <p:nvPr/>
          </p:nvGrpSpPr>
          <p:grpSpPr>
            <a:xfrm rot="10800000">
              <a:off x="6251488" y="3419476"/>
              <a:ext cx="416365" cy="757702"/>
              <a:chOff x="479123" y="2327826"/>
              <a:chExt cx="416365" cy="1002505"/>
            </a:xfrm>
          </p:grpSpPr>
          <p:cxnSp>
            <p:nvCxnSpPr>
              <p:cNvPr id="186" name="Straight Connector 19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87" name="Straight Connector 19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280" name="Group 123"/>
            <p:cNvGrpSpPr>
              <a:grpSpLocks/>
            </p:cNvGrpSpPr>
            <p:nvPr/>
          </p:nvGrpSpPr>
          <p:grpSpPr>
            <a:xfrm>
              <a:off x="6128986" y="4266177"/>
              <a:ext cx="720000" cy="720000"/>
              <a:chOff x="-753686" y="5257800"/>
              <a:chExt cx="753686" cy="806293"/>
            </a:xfrm>
          </p:grpSpPr>
          <p:sp>
            <p:nvSpPr>
              <p:cNvPr id="281" name="Oval 12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82" name="Group 12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283" name="Donut 12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4" name="Donut 12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5" name="Donut 12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6" name="Oval 12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8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7" name="Oval 13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8" name="Donut 13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9" name="Donut 13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14" name="Retângulo 513"/>
            <p:cNvSpPr/>
            <p:nvPr/>
          </p:nvSpPr>
          <p:spPr>
            <a:xfrm>
              <a:off x="5999092" y="4946706"/>
              <a:ext cx="10205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Arquitetura </a:t>
              </a:r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Ginga 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62" name="Grupo 561"/>
          <p:cNvGrpSpPr/>
          <p:nvPr/>
        </p:nvGrpSpPr>
        <p:grpSpPr>
          <a:xfrm>
            <a:off x="6494673" y="1084978"/>
            <a:ext cx="1165673" cy="2239458"/>
            <a:chOff x="6334253" y="1084978"/>
            <a:chExt cx="1165673" cy="2239458"/>
          </a:xfrm>
        </p:grpSpPr>
        <p:grpSp>
          <p:nvGrpSpPr>
            <p:cNvPr id="188" name="Group 9"/>
            <p:cNvGrpSpPr/>
            <p:nvPr/>
          </p:nvGrpSpPr>
          <p:grpSpPr>
            <a:xfrm>
              <a:off x="6690505" y="2290476"/>
              <a:ext cx="416365" cy="1033960"/>
              <a:chOff x="479123" y="2714094"/>
              <a:chExt cx="416365" cy="616237"/>
            </a:xfrm>
          </p:grpSpPr>
          <p:cxnSp>
            <p:nvCxnSpPr>
              <p:cNvPr id="189" name="Straight Connector 194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90" name="Straight Connector 195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270" name="Group 113"/>
            <p:cNvGrpSpPr>
              <a:grpSpLocks/>
            </p:cNvGrpSpPr>
            <p:nvPr/>
          </p:nvGrpSpPr>
          <p:grpSpPr>
            <a:xfrm>
              <a:off x="6553035" y="1547305"/>
              <a:ext cx="720000" cy="720000"/>
              <a:chOff x="-753686" y="5257800"/>
              <a:chExt cx="753686" cy="806293"/>
            </a:xfrm>
          </p:grpSpPr>
          <p:sp>
            <p:nvSpPr>
              <p:cNvPr id="271" name="Oval 11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72" name="Group 11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273" name="Donut 11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4" name="Donut 11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5" name="Donut 11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6" name="Oval 11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7" name="Oval 12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8" name="Donut 12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9" name="Donut 12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16" name="Retângulo 515"/>
            <p:cNvSpPr/>
            <p:nvPr/>
          </p:nvSpPr>
          <p:spPr>
            <a:xfrm>
              <a:off x="6334253" y="1084978"/>
              <a:ext cx="1165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 err="1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UpGrade</a:t>
              </a:r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ATG &amp; </a:t>
              </a:r>
              <a:r>
                <a:rPr lang="pt-BR" sz="1100" dirty="0" err="1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Endeca</a:t>
              </a:r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</a:t>
              </a:r>
              <a:r>
                <a:rPr lang="pt-BR" sz="1100" dirty="0" err="1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Search</a:t>
              </a:r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</a:t>
              </a:r>
            </a:p>
          </p:txBody>
        </p:sp>
      </p:grpSp>
      <p:sp>
        <p:nvSpPr>
          <p:cNvPr id="519" name="Retângulo 518"/>
          <p:cNvSpPr/>
          <p:nvPr/>
        </p:nvSpPr>
        <p:spPr>
          <a:xfrm>
            <a:off x="68498" y="6942545"/>
            <a:ext cx="6096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Release </a:t>
            </a:r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SAP e Capta – 27.07 (</a:t>
            </a:r>
            <a:r>
              <a:rPr lang="pt-BR" sz="1100" dirty="0" err="1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sap</a:t>
            </a:r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 global, </a:t>
            </a:r>
            <a:r>
              <a:rPr lang="pt-BR" sz="1100" dirty="0" err="1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palletshep</a:t>
            </a:r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, diferimento do ICMS, conciliação de estoques, evoluções do capta, chip natura, </a:t>
            </a:r>
            <a:r>
              <a:rPr lang="pt-BR" sz="1100" dirty="0" err="1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mpos</a:t>
            </a:r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, pacote de evoluções)</a:t>
            </a:r>
          </a:p>
          <a:p>
            <a:pPr algn="ctr"/>
            <a:endParaRPr lang="pt-BR" sz="1100" dirty="0">
              <a:solidFill>
                <a:prstClr val="black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algn="ctr"/>
            <a:r>
              <a:rPr lang="pt-BR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Novo </a:t>
            </a:r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site Hipócrates – </a:t>
            </a:r>
            <a:r>
              <a:rPr lang="pt-BR" sz="1100" dirty="0" err="1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Cosmetovigilância</a:t>
            </a:r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 - </a:t>
            </a:r>
          </a:p>
          <a:p>
            <a:pPr algn="ctr"/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Site adoro maquiagem -</a:t>
            </a:r>
          </a:p>
        </p:txBody>
      </p:sp>
      <p:grpSp>
        <p:nvGrpSpPr>
          <p:cNvPr id="501" name="Group 9"/>
          <p:cNvGrpSpPr/>
          <p:nvPr/>
        </p:nvGrpSpPr>
        <p:grpSpPr>
          <a:xfrm>
            <a:off x="8298970" y="2630772"/>
            <a:ext cx="416365" cy="701143"/>
            <a:chOff x="479123" y="2714094"/>
            <a:chExt cx="416365" cy="616237"/>
          </a:xfrm>
        </p:grpSpPr>
        <p:cxnSp>
          <p:nvCxnSpPr>
            <p:cNvPr id="502" name="Straight Connector 194"/>
            <p:cNvCxnSpPr/>
            <p:nvPr/>
          </p:nvCxnSpPr>
          <p:spPr>
            <a:xfrm>
              <a:off x="685800" y="2720731"/>
              <a:ext cx="0" cy="609600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503" name="Straight Connector 195"/>
            <p:cNvCxnSpPr/>
            <p:nvPr/>
          </p:nvCxnSpPr>
          <p:spPr>
            <a:xfrm rot="5400000">
              <a:off x="687306" y="2505911"/>
              <a:ext cx="0" cy="416365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grpSp>
        <p:nvGrpSpPr>
          <p:cNvPr id="504" name="Group 113"/>
          <p:cNvGrpSpPr>
            <a:grpSpLocks/>
          </p:cNvGrpSpPr>
          <p:nvPr/>
        </p:nvGrpSpPr>
        <p:grpSpPr>
          <a:xfrm>
            <a:off x="4912173" y="5162149"/>
            <a:ext cx="720000" cy="720000"/>
            <a:chOff x="-753686" y="5257800"/>
            <a:chExt cx="753686" cy="806293"/>
          </a:xfrm>
        </p:grpSpPr>
        <p:sp>
          <p:nvSpPr>
            <p:cNvPr id="505" name="Oval 114"/>
            <p:cNvSpPr/>
            <p:nvPr/>
          </p:nvSpPr>
          <p:spPr>
            <a:xfrm>
              <a:off x="-694191" y="5944761"/>
              <a:ext cx="624546" cy="119332"/>
            </a:xfrm>
            <a:prstGeom prst="ellipse">
              <a:avLst/>
            </a:prstGeom>
            <a:gradFill flip="none" rotWithShape="1">
              <a:gsLst>
                <a:gs pos="0">
                  <a:sysClr val="windowText" lastClr="000000">
                    <a:lumMod val="85000"/>
                    <a:lumOff val="15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06" name="Group 115"/>
            <p:cNvGrpSpPr/>
            <p:nvPr/>
          </p:nvGrpSpPr>
          <p:grpSpPr>
            <a:xfrm>
              <a:off x="-753686" y="5257800"/>
              <a:ext cx="753686" cy="753686"/>
              <a:chOff x="-753686" y="5257800"/>
              <a:chExt cx="753686" cy="753686"/>
            </a:xfrm>
          </p:grpSpPr>
          <p:sp>
            <p:nvSpPr>
              <p:cNvPr id="507" name="Donut 116"/>
              <p:cNvSpPr/>
              <p:nvPr/>
            </p:nvSpPr>
            <p:spPr>
              <a:xfrm>
                <a:off x="-753686" y="5257800"/>
                <a:ext cx="753686" cy="753686"/>
              </a:xfrm>
              <a:prstGeom prst="donut">
                <a:avLst>
                  <a:gd name="adj" fmla="val 1635"/>
                </a:avLst>
              </a:prstGeom>
              <a:gradFill>
                <a:gsLst>
                  <a:gs pos="50002">
                    <a:srgbClr val="FFFFFF">
                      <a:lumMod val="95000"/>
                    </a:srgbClr>
                  </a:gs>
                  <a:gs pos="95000">
                    <a:srgbClr val="FFFFFF">
                      <a:lumMod val="75000"/>
                    </a:srgbClr>
                  </a:gs>
                  <a:gs pos="46000">
                    <a:srgbClr val="FFFFFF">
                      <a:lumMod val="65000"/>
                    </a:srgbClr>
                  </a:gs>
                  <a:gs pos="0">
                    <a:srgbClr val="0C0C0C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8" name="Donut 117"/>
              <p:cNvSpPr/>
              <p:nvPr/>
            </p:nvSpPr>
            <p:spPr>
              <a:xfrm>
                <a:off x="-745194" y="5261835"/>
                <a:ext cx="736702" cy="744069"/>
              </a:xfrm>
              <a:prstGeom prst="donut">
                <a:avLst>
                  <a:gd name="adj" fmla="val 6938"/>
                </a:avLst>
              </a:prstGeom>
              <a:gradFill>
                <a:gsLst>
                  <a:gs pos="91667">
                    <a:srgbClr val="FFFFFF"/>
                  </a:gs>
                  <a:gs pos="50002">
                    <a:srgbClr val="FFFFFF">
                      <a:lumMod val="95000"/>
                    </a:srgbClr>
                  </a:gs>
                  <a:gs pos="76000">
                    <a:srgbClr val="FFFFFF">
                      <a:lumMod val="75000"/>
                    </a:srgbClr>
                  </a:gs>
                  <a:gs pos="34000">
                    <a:srgbClr val="FFFFFF">
                      <a:lumMod val="65000"/>
                    </a:srgbClr>
                  </a:gs>
                  <a:gs pos="0">
                    <a:srgbClr val="0C0C0C">
                      <a:lumMod val="90000"/>
                      <a:lumOff val="10000"/>
                    </a:srgb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9" name="Donut 118"/>
              <p:cNvSpPr/>
              <p:nvPr/>
            </p:nvSpPr>
            <p:spPr>
              <a:xfrm>
                <a:off x="-699881" y="5311451"/>
                <a:ext cx="647312" cy="647313"/>
              </a:xfrm>
              <a:prstGeom prst="donut">
                <a:avLst>
                  <a:gd name="adj" fmla="val 1754"/>
                </a:avLst>
              </a:prstGeom>
              <a:gradFill>
                <a:gsLst>
                  <a:gs pos="3000">
                    <a:sysClr val="window" lastClr="FFFFFF">
                      <a:lumMod val="50000"/>
                    </a:sysClr>
                  </a:gs>
                  <a:gs pos="100000">
                    <a:sysClr val="windowText" lastClr="000000">
                      <a:lumMod val="95000"/>
                      <a:lumOff val="5000"/>
                    </a:sysClr>
                  </a:gs>
                  <a:gs pos="0">
                    <a:sysClr val="window" lastClr="FFFFFF">
                      <a:alpha val="61000"/>
                    </a:sys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0" name="Oval 119"/>
              <p:cNvSpPr/>
              <p:nvPr/>
            </p:nvSpPr>
            <p:spPr>
              <a:xfrm>
                <a:off x="-648546" y="5367484"/>
                <a:ext cx="544756" cy="544336"/>
              </a:xfrm>
              <a:prstGeom prst="ellipse">
                <a:avLst/>
              </a:prstGeom>
              <a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25400" cap="flat" cmpd="sng" algn="ctr">
                <a:solidFill>
                  <a:srgbClr val="FFFFFF"/>
                </a:solidFill>
                <a:prstDash val="solid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1" name="Oval 120"/>
              <p:cNvSpPr/>
              <p:nvPr/>
            </p:nvSpPr>
            <p:spPr>
              <a:xfrm>
                <a:off x="-576051" y="5390529"/>
                <a:ext cx="401441" cy="249946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74000"/>
                    </a:srgbClr>
                  </a:gs>
                  <a:gs pos="58000">
                    <a:srgbClr val="FFFFFF">
                      <a:alpha val="0"/>
                    </a:srgbClr>
                  </a:gs>
                </a:gsLst>
                <a:lin ang="54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2" name="Donut 121"/>
              <p:cNvSpPr/>
              <p:nvPr/>
            </p:nvSpPr>
            <p:spPr>
              <a:xfrm>
                <a:off x="-705066" y="5306489"/>
                <a:ext cx="654867" cy="668749"/>
              </a:xfrm>
              <a:prstGeom prst="donut">
                <a:avLst>
                  <a:gd name="adj" fmla="val 9537"/>
                </a:avLst>
              </a:prstGeom>
              <a:gradFill flip="none" rotWithShape="1">
                <a:gsLst>
                  <a:gs pos="100000">
                    <a:srgbClr val="FFFFFF">
                      <a:lumMod val="95000"/>
                    </a:srgbClr>
                  </a:gs>
                  <a:gs pos="89000">
                    <a:srgbClr val="FFFFFF">
                      <a:lumMod val="75000"/>
                    </a:srgbClr>
                  </a:gs>
                  <a:gs pos="49000">
                    <a:srgbClr val="FFFFFF">
                      <a:lumMod val="65000"/>
                    </a:srgbClr>
                  </a:gs>
                  <a:gs pos="0">
                    <a:srgbClr val="0C0C0C">
                      <a:lumMod val="90000"/>
                      <a:lumOff val="10000"/>
                    </a:srgbClr>
                  </a:gs>
                </a:gsLst>
                <a:lin ang="54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3" name="Donut 122"/>
              <p:cNvSpPr/>
              <p:nvPr/>
            </p:nvSpPr>
            <p:spPr>
              <a:xfrm>
                <a:off x="-653164" y="5366143"/>
                <a:ext cx="553857" cy="548375"/>
              </a:xfrm>
              <a:prstGeom prst="donut">
                <a:avLst>
                  <a:gd name="adj" fmla="val 2061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520" name="Retângulo 519"/>
          <p:cNvSpPr/>
          <p:nvPr/>
        </p:nvSpPr>
        <p:spPr>
          <a:xfrm>
            <a:off x="7821299" y="1571918"/>
            <a:ext cx="1402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Release SAP e Capta </a:t>
            </a:r>
          </a:p>
        </p:txBody>
      </p:sp>
      <p:grpSp>
        <p:nvGrpSpPr>
          <p:cNvPr id="603" name="Grupo 602"/>
          <p:cNvGrpSpPr/>
          <p:nvPr/>
        </p:nvGrpSpPr>
        <p:grpSpPr>
          <a:xfrm>
            <a:off x="8501138" y="3427006"/>
            <a:ext cx="1077728" cy="2099509"/>
            <a:chOff x="8501138" y="3427006"/>
            <a:chExt cx="1077728" cy="2099509"/>
          </a:xfrm>
        </p:grpSpPr>
        <p:grpSp>
          <p:nvGrpSpPr>
            <p:cNvPr id="449" name="Group 8"/>
            <p:cNvGrpSpPr/>
            <p:nvPr/>
          </p:nvGrpSpPr>
          <p:grpSpPr>
            <a:xfrm rot="10800000">
              <a:off x="8714562" y="3427006"/>
              <a:ext cx="416365" cy="779121"/>
              <a:chOff x="479123" y="2327826"/>
              <a:chExt cx="416365" cy="1002505"/>
            </a:xfrm>
          </p:grpSpPr>
          <p:cxnSp>
            <p:nvCxnSpPr>
              <p:cNvPr id="450" name="Straight Connector 19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51" name="Straight Connector 19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452" name="Group 123"/>
            <p:cNvGrpSpPr>
              <a:grpSpLocks/>
            </p:cNvGrpSpPr>
            <p:nvPr/>
          </p:nvGrpSpPr>
          <p:grpSpPr>
            <a:xfrm>
              <a:off x="8593078" y="4225464"/>
              <a:ext cx="720000" cy="720000"/>
              <a:chOff x="-753686" y="5257800"/>
              <a:chExt cx="753686" cy="806293"/>
            </a:xfrm>
          </p:grpSpPr>
          <p:sp>
            <p:nvSpPr>
              <p:cNvPr id="453" name="Oval 12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54" name="Group 12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455" name="Donut 12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6" name="Donut 12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7" name="Donut 12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8" name="Oval 12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8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9" name="Oval 13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0" name="Donut 13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1" name="Donut 13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21" name="Retângulo 520"/>
            <p:cNvSpPr/>
            <p:nvPr/>
          </p:nvSpPr>
          <p:spPr>
            <a:xfrm>
              <a:off x="8501138" y="4926351"/>
              <a:ext cx="107772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Arquitetura de referência CMS </a:t>
              </a:r>
            </a:p>
          </p:txBody>
        </p:sp>
      </p:grpSp>
      <p:sp>
        <p:nvSpPr>
          <p:cNvPr id="524" name="Retângulo 523"/>
          <p:cNvSpPr/>
          <p:nvPr/>
        </p:nvSpPr>
        <p:spPr>
          <a:xfrm>
            <a:off x="9964367" y="8194780"/>
            <a:ext cx="109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Melhorias CNO </a:t>
            </a:r>
          </a:p>
        </p:txBody>
      </p:sp>
      <p:grpSp>
        <p:nvGrpSpPr>
          <p:cNvPr id="559" name="Grupo 558"/>
          <p:cNvGrpSpPr/>
          <p:nvPr/>
        </p:nvGrpSpPr>
        <p:grpSpPr>
          <a:xfrm>
            <a:off x="8915087" y="382161"/>
            <a:ext cx="1258313" cy="2956431"/>
            <a:chOff x="8915087" y="382161"/>
            <a:chExt cx="1258313" cy="2956431"/>
          </a:xfrm>
        </p:grpSpPr>
        <p:sp>
          <p:nvSpPr>
            <p:cNvPr id="522" name="Retângulo 521"/>
            <p:cNvSpPr/>
            <p:nvPr/>
          </p:nvSpPr>
          <p:spPr>
            <a:xfrm>
              <a:off x="8915087" y="382161"/>
              <a:ext cx="125831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Redução do </a:t>
              </a:r>
              <a:r>
                <a:rPr lang="pt-BR" sz="1100" dirty="0" err="1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backlog</a:t>
              </a:r>
              <a:r>
                <a:rPr lang="pt-BR" sz="1100" dirty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 de chamados </a:t>
              </a:r>
            </a:p>
          </p:txBody>
        </p:sp>
        <p:grpSp>
          <p:nvGrpSpPr>
            <p:cNvPr id="525" name="Group 9"/>
            <p:cNvGrpSpPr/>
            <p:nvPr/>
          </p:nvGrpSpPr>
          <p:grpSpPr>
            <a:xfrm>
              <a:off x="9378564" y="1723673"/>
              <a:ext cx="416365" cy="1614919"/>
              <a:chOff x="479123" y="2714094"/>
              <a:chExt cx="416365" cy="616237"/>
            </a:xfrm>
          </p:grpSpPr>
          <p:cxnSp>
            <p:nvCxnSpPr>
              <p:cNvPr id="526" name="Straight Connector 194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527" name="Straight Connector 195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528" name="Group 113"/>
            <p:cNvGrpSpPr>
              <a:grpSpLocks/>
            </p:cNvGrpSpPr>
            <p:nvPr/>
          </p:nvGrpSpPr>
          <p:grpSpPr>
            <a:xfrm>
              <a:off x="9207743" y="956694"/>
              <a:ext cx="720000" cy="720000"/>
              <a:chOff x="-753686" y="5257800"/>
              <a:chExt cx="753686" cy="806293"/>
            </a:xfrm>
          </p:grpSpPr>
          <p:sp>
            <p:nvSpPr>
              <p:cNvPr id="529" name="Oval 11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30" name="Group 11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531" name="Donut 11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2" name="Donut 11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3" name="Donut 11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4" name="Oval 11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5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5" name="Oval 12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6" name="Donut 12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7" name="Donut 12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grpSp>
        <p:nvGrpSpPr>
          <p:cNvPr id="580" name="Grupo 579"/>
          <p:cNvGrpSpPr/>
          <p:nvPr/>
        </p:nvGrpSpPr>
        <p:grpSpPr>
          <a:xfrm>
            <a:off x="11357179" y="3453611"/>
            <a:ext cx="850375" cy="3381251"/>
            <a:chOff x="11357179" y="3453611"/>
            <a:chExt cx="850375" cy="3381251"/>
          </a:xfrm>
        </p:grpSpPr>
        <p:grpSp>
          <p:nvGrpSpPr>
            <p:cNvPr id="566" name="Group 8"/>
            <p:cNvGrpSpPr/>
            <p:nvPr/>
          </p:nvGrpSpPr>
          <p:grpSpPr>
            <a:xfrm rot="10800000">
              <a:off x="11567132" y="3453611"/>
              <a:ext cx="416365" cy="2157733"/>
              <a:chOff x="479123" y="2327826"/>
              <a:chExt cx="416365" cy="1002505"/>
            </a:xfrm>
          </p:grpSpPr>
          <p:cxnSp>
            <p:nvCxnSpPr>
              <p:cNvPr id="578" name="Straight Connector 196"/>
              <p:cNvCxnSpPr/>
              <p:nvPr/>
            </p:nvCxnSpPr>
            <p:spPr>
              <a:xfrm rot="10800000" flipV="1">
                <a:off x="685800" y="2330207"/>
                <a:ext cx="0" cy="1000124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579" name="Straight Connector 197"/>
              <p:cNvCxnSpPr/>
              <p:nvPr/>
            </p:nvCxnSpPr>
            <p:spPr>
              <a:xfrm rot="5400000">
                <a:off x="687306" y="2119643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grpSp>
          <p:nvGrpSpPr>
            <p:cNvPr id="567" name="Group 123"/>
            <p:cNvGrpSpPr>
              <a:grpSpLocks/>
            </p:cNvGrpSpPr>
            <p:nvPr/>
          </p:nvGrpSpPr>
          <p:grpSpPr>
            <a:xfrm>
              <a:off x="11444565" y="5659912"/>
              <a:ext cx="720000" cy="720000"/>
              <a:chOff x="-753686" y="5257800"/>
              <a:chExt cx="753686" cy="806293"/>
            </a:xfrm>
          </p:grpSpPr>
          <p:sp>
            <p:nvSpPr>
              <p:cNvPr id="569" name="Oval 12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70" name="Group 12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571" name="Donut 12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2" name="Donut 12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3" name="Donut 12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4" name="Oval 12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 dpi="0" rotWithShape="1">
                  <a:blip r:embed="rId2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5" name="Oval 13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6" name="Donut 13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7" name="Donut 13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568" name="Retângulo 567"/>
            <p:cNvSpPr/>
            <p:nvPr/>
          </p:nvSpPr>
          <p:spPr>
            <a:xfrm>
              <a:off x="11357179" y="6403975"/>
              <a:ext cx="8503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Excelência FV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  <p:grpSp>
        <p:nvGrpSpPr>
          <p:cNvPr id="551" name="Group 6"/>
          <p:cNvGrpSpPr/>
          <p:nvPr/>
        </p:nvGrpSpPr>
        <p:grpSpPr>
          <a:xfrm rot="10800000">
            <a:off x="5055565" y="3438387"/>
            <a:ext cx="416365" cy="1682769"/>
            <a:chOff x="479123" y="2714094"/>
            <a:chExt cx="416365" cy="616237"/>
          </a:xfrm>
        </p:grpSpPr>
        <p:cxnSp>
          <p:nvCxnSpPr>
            <p:cNvPr id="610" name="Straight Connector 200"/>
            <p:cNvCxnSpPr/>
            <p:nvPr/>
          </p:nvCxnSpPr>
          <p:spPr>
            <a:xfrm>
              <a:off x="685800" y="2720731"/>
              <a:ext cx="0" cy="609600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611" name="Straight Connector 201"/>
            <p:cNvCxnSpPr/>
            <p:nvPr/>
          </p:nvCxnSpPr>
          <p:spPr>
            <a:xfrm rot="5400000">
              <a:off x="687306" y="2505911"/>
              <a:ext cx="0" cy="416365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sp>
        <p:nvSpPr>
          <p:cNvPr id="558" name="Retângulo 557"/>
          <p:cNvSpPr/>
          <p:nvPr/>
        </p:nvSpPr>
        <p:spPr>
          <a:xfrm>
            <a:off x="4661598" y="5887593"/>
            <a:ext cx="1207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rPr>
              <a:t>Release Mensal</a:t>
            </a:r>
            <a:endParaRPr lang="pt-BR" sz="1100" dirty="0">
              <a:solidFill>
                <a:prstClr val="black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grpSp>
        <p:nvGrpSpPr>
          <p:cNvPr id="613" name="Group 113"/>
          <p:cNvGrpSpPr>
            <a:grpSpLocks/>
          </p:cNvGrpSpPr>
          <p:nvPr/>
        </p:nvGrpSpPr>
        <p:grpSpPr>
          <a:xfrm>
            <a:off x="8225916" y="1942845"/>
            <a:ext cx="720000" cy="720000"/>
            <a:chOff x="-753686" y="5257800"/>
            <a:chExt cx="753686" cy="806293"/>
          </a:xfrm>
        </p:grpSpPr>
        <p:sp>
          <p:nvSpPr>
            <p:cNvPr id="614" name="Oval 114"/>
            <p:cNvSpPr/>
            <p:nvPr/>
          </p:nvSpPr>
          <p:spPr>
            <a:xfrm>
              <a:off x="-694191" y="5944761"/>
              <a:ext cx="624546" cy="119332"/>
            </a:xfrm>
            <a:prstGeom prst="ellipse">
              <a:avLst/>
            </a:prstGeom>
            <a:gradFill flip="none" rotWithShape="1">
              <a:gsLst>
                <a:gs pos="0">
                  <a:sysClr val="windowText" lastClr="000000">
                    <a:lumMod val="85000"/>
                    <a:lumOff val="15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5" name="Group 115"/>
            <p:cNvGrpSpPr/>
            <p:nvPr/>
          </p:nvGrpSpPr>
          <p:grpSpPr>
            <a:xfrm>
              <a:off x="-753686" y="5257800"/>
              <a:ext cx="753686" cy="753686"/>
              <a:chOff x="-753686" y="5257800"/>
              <a:chExt cx="753686" cy="753686"/>
            </a:xfrm>
          </p:grpSpPr>
          <p:sp>
            <p:nvSpPr>
              <p:cNvPr id="616" name="Donut 116"/>
              <p:cNvSpPr/>
              <p:nvPr/>
            </p:nvSpPr>
            <p:spPr>
              <a:xfrm>
                <a:off x="-753686" y="5257800"/>
                <a:ext cx="753686" cy="753686"/>
              </a:xfrm>
              <a:prstGeom prst="donut">
                <a:avLst>
                  <a:gd name="adj" fmla="val 1635"/>
                </a:avLst>
              </a:prstGeom>
              <a:gradFill>
                <a:gsLst>
                  <a:gs pos="50002">
                    <a:srgbClr val="FFFFFF">
                      <a:lumMod val="95000"/>
                    </a:srgbClr>
                  </a:gs>
                  <a:gs pos="95000">
                    <a:srgbClr val="FFFFFF">
                      <a:lumMod val="75000"/>
                    </a:srgbClr>
                  </a:gs>
                  <a:gs pos="46000">
                    <a:srgbClr val="FFFFFF">
                      <a:lumMod val="65000"/>
                    </a:srgbClr>
                  </a:gs>
                  <a:gs pos="0">
                    <a:srgbClr val="0C0C0C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7" name="Donut 117"/>
              <p:cNvSpPr/>
              <p:nvPr/>
            </p:nvSpPr>
            <p:spPr>
              <a:xfrm>
                <a:off x="-745194" y="5261835"/>
                <a:ext cx="736702" cy="744069"/>
              </a:xfrm>
              <a:prstGeom prst="donut">
                <a:avLst>
                  <a:gd name="adj" fmla="val 6938"/>
                </a:avLst>
              </a:prstGeom>
              <a:gradFill>
                <a:gsLst>
                  <a:gs pos="91667">
                    <a:srgbClr val="FFFFFF"/>
                  </a:gs>
                  <a:gs pos="50002">
                    <a:srgbClr val="FFFFFF">
                      <a:lumMod val="95000"/>
                    </a:srgbClr>
                  </a:gs>
                  <a:gs pos="76000">
                    <a:srgbClr val="FFFFFF">
                      <a:lumMod val="75000"/>
                    </a:srgbClr>
                  </a:gs>
                  <a:gs pos="34000">
                    <a:srgbClr val="FFFFFF">
                      <a:lumMod val="65000"/>
                    </a:srgbClr>
                  </a:gs>
                  <a:gs pos="0">
                    <a:srgbClr val="0C0C0C">
                      <a:lumMod val="90000"/>
                      <a:lumOff val="10000"/>
                    </a:srgb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8" name="Donut 118"/>
              <p:cNvSpPr/>
              <p:nvPr/>
            </p:nvSpPr>
            <p:spPr>
              <a:xfrm>
                <a:off x="-699881" y="5311451"/>
                <a:ext cx="647312" cy="647313"/>
              </a:xfrm>
              <a:prstGeom prst="donut">
                <a:avLst>
                  <a:gd name="adj" fmla="val 1754"/>
                </a:avLst>
              </a:prstGeom>
              <a:gradFill>
                <a:gsLst>
                  <a:gs pos="3000">
                    <a:sysClr val="window" lastClr="FFFFFF">
                      <a:lumMod val="50000"/>
                    </a:sysClr>
                  </a:gs>
                  <a:gs pos="100000">
                    <a:sysClr val="windowText" lastClr="000000">
                      <a:lumMod val="95000"/>
                      <a:lumOff val="5000"/>
                    </a:sysClr>
                  </a:gs>
                  <a:gs pos="0">
                    <a:sysClr val="window" lastClr="FFFFFF">
                      <a:alpha val="61000"/>
                    </a:sys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9" name="Oval 119"/>
              <p:cNvSpPr/>
              <p:nvPr/>
            </p:nvSpPr>
            <p:spPr>
              <a:xfrm>
                <a:off x="-648546" y="5367484"/>
                <a:ext cx="544756" cy="544336"/>
              </a:xfrm>
              <a:prstGeom prst="ellipse">
                <a:avLst/>
              </a:prstGeom>
              <a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25400" cap="flat" cmpd="sng" algn="ctr">
                <a:solidFill>
                  <a:srgbClr val="FFFFFF"/>
                </a:solidFill>
                <a:prstDash val="solid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0" name="Oval 120"/>
              <p:cNvSpPr/>
              <p:nvPr/>
            </p:nvSpPr>
            <p:spPr>
              <a:xfrm>
                <a:off x="-576051" y="5390529"/>
                <a:ext cx="401441" cy="249946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74000"/>
                    </a:srgbClr>
                  </a:gs>
                  <a:gs pos="58000">
                    <a:srgbClr val="FFFFFF">
                      <a:alpha val="0"/>
                    </a:srgbClr>
                  </a:gs>
                </a:gsLst>
                <a:lin ang="54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1" name="Donut 121"/>
              <p:cNvSpPr/>
              <p:nvPr/>
            </p:nvSpPr>
            <p:spPr>
              <a:xfrm>
                <a:off x="-705066" y="5306489"/>
                <a:ext cx="654867" cy="668749"/>
              </a:xfrm>
              <a:prstGeom prst="donut">
                <a:avLst>
                  <a:gd name="adj" fmla="val 9537"/>
                </a:avLst>
              </a:prstGeom>
              <a:gradFill flip="none" rotWithShape="1">
                <a:gsLst>
                  <a:gs pos="100000">
                    <a:srgbClr val="FFFFFF">
                      <a:lumMod val="95000"/>
                    </a:srgbClr>
                  </a:gs>
                  <a:gs pos="89000">
                    <a:srgbClr val="FFFFFF">
                      <a:lumMod val="75000"/>
                    </a:srgbClr>
                  </a:gs>
                  <a:gs pos="49000">
                    <a:srgbClr val="FFFFFF">
                      <a:lumMod val="65000"/>
                    </a:srgbClr>
                  </a:gs>
                  <a:gs pos="0">
                    <a:srgbClr val="0C0C0C">
                      <a:lumMod val="90000"/>
                      <a:lumOff val="10000"/>
                    </a:srgbClr>
                  </a:gs>
                </a:gsLst>
                <a:lin ang="54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2" name="Donut 122"/>
              <p:cNvSpPr/>
              <p:nvPr/>
            </p:nvSpPr>
            <p:spPr>
              <a:xfrm>
                <a:off x="-653164" y="5366143"/>
                <a:ext cx="553857" cy="548375"/>
              </a:xfrm>
              <a:prstGeom prst="donut">
                <a:avLst>
                  <a:gd name="adj" fmla="val 2061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581" name="Group 2"/>
          <p:cNvGrpSpPr/>
          <p:nvPr/>
        </p:nvGrpSpPr>
        <p:grpSpPr>
          <a:xfrm rot="21143065">
            <a:off x="8054713" y="2154885"/>
            <a:ext cx="2141257" cy="1985102"/>
            <a:chOff x="567444" y="1585220"/>
            <a:chExt cx="3644985" cy="4721726"/>
          </a:xfrm>
        </p:grpSpPr>
        <p:grpSp>
          <p:nvGrpSpPr>
            <p:cNvPr id="582" name="Group 25"/>
            <p:cNvGrpSpPr/>
            <p:nvPr/>
          </p:nvGrpSpPr>
          <p:grpSpPr>
            <a:xfrm>
              <a:off x="567444" y="2186688"/>
              <a:ext cx="3644985" cy="4120258"/>
              <a:chOff x="2004570" y="1777692"/>
              <a:chExt cx="2992730" cy="3382954"/>
            </a:xfrm>
          </p:grpSpPr>
          <p:sp>
            <p:nvSpPr>
              <p:cNvPr id="601" name="Rectangle 5"/>
              <p:cNvSpPr/>
              <p:nvPr/>
            </p:nvSpPr>
            <p:spPr>
              <a:xfrm rot="21193891">
                <a:off x="2004570" y="3376320"/>
                <a:ext cx="1694305" cy="1784326"/>
              </a:xfrm>
              <a:custGeom>
                <a:avLst/>
                <a:gdLst>
                  <a:gd name="connsiteX0" fmla="*/ 0 w 1473200"/>
                  <a:gd name="connsiteY0" fmla="*/ 0 h 1276350"/>
                  <a:gd name="connsiteX1" fmla="*/ 1473200 w 1473200"/>
                  <a:gd name="connsiteY1" fmla="*/ 0 h 1276350"/>
                  <a:gd name="connsiteX2" fmla="*/ 1473200 w 1473200"/>
                  <a:gd name="connsiteY2" fmla="*/ 1276350 h 1276350"/>
                  <a:gd name="connsiteX3" fmla="*/ 0 w 1473200"/>
                  <a:gd name="connsiteY3" fmla="*/ 1276350 h 1276350"/>
                  <a:gd name="connsiteX4" fmla="*/ 0 w 1473200"/>
                  <a:gd name="connsiteY4" fmla="*/ 0 h 1276350"/>
                  <a:gd name="connsiteX0" fmla="*/ 279400 w 1752600"/>
                  <a:gd name="connsiteY0" fmla="*/ 0 h 2120900"/>
                  <a:gd name="connsiteX1" fmla="*/ 1752600 w 1752600"/>
                  <a:gd name="connsiteY1" fmla="*/ 0 h 2120900"/>
                  <a:gd name="connsiteX2" fmla="*/ 1752600 w 1752600"/>
                  <a:gd name="connsiteY2" fmla="*/ 1276350 h 2120900"/>
                  <a:gd name="connsiteX3" fmla="*/ 0 w 1752600"/>
                  <a:gd name="connsiteY3" fmla="*/ 2120900 h 2120900"/>
                  <a:gd name="connsiteX4" fmla="*/ 279400 w 1752600"/>
                  <a:gd name="connsiteY4" fmla="*/ 0 h 2120900"/>
                  <a:gd name="connsiteX0" fmla="*/ 279400 w 2051050"/>
                  <a:gd name="connsiteY0" fmla="*/ 0 h 2120900"/>
                  <a:gd name="connsiteX1" fmla="*/ 1752600 w 2051050"/>
                  <a:gd name="connsiteY1" fmla="*/ 0 h 2120900"/>
                  <a:gd name="connsiteX2" fmla="*/ 2051050 w 2051050"/>
                  <a:gd name="connsiteY2" fmla="*/ 1873250 h 2120900"/>
                  <a:gd name="connsiteX3" fmla="*/ 0 w 2051050"/>
                  <a:gd name="connsiteY3" fmla="*/ 2120900 h 2120900"/>
                  <a:gd name="connsiteX4" fmla="*/ 279400 w 2051050"/>
                  <a:gd name="connsiteY4" fmla="*/ 0 h 2120900"/>
                  <a:gd name="connsiteX0" fmla="*/ 297491 w 2069141"/>
                  <a:gd name="connsiteY0" fmla="*/ 0 h 2120900"/>
                  <a:gd name="connsiteX1" fmla="*/ 1770691 w 2069141"/>
                  <a:gd name="connsiteY1" fmla="*/ 0 h 2120900"/>
                  <a:gd name="connsiteX2" fmla="*/ 2069141 w 2069141"/>
                  <a:gd name="connsiteY2" fmla="*/ 1873250 h 2120900"/>
                  <a:gd name="connsiteX3" fmla="*/ 18091 w 2069141"/>
                  <a:gd name="connsiteY3" fmla="*/ 2120900 h 2120900"/>
                  <a:gd name="connsiteX4" fmla="*/ 297491 w 2069141"/>
                  <a:gd name="connsiteY4" fmla="*/ 0 h 2120900"/>
                  <a:gd name="connsiteX0" fmla="*/ 297491 w 2069141"/>
                  <a:gd name="connsiteY0" fmla="*/ 0 h 2137514"/>
                  <a:gd name="connsiteX1" fmla="*/ 1770691 w 2069141"/>
                  <a:gd name="connsiteY1" fmla="*/ 0 h 2137514"/>
                  <a:gd name="connsiteX2" fmla="*/ 2069141 w 2069141"/>
                  <a:gd name="connsiteY2" fmla="*/ 1873250 h 2137514"/>
                  <a:gd name="connsiteX3" fmla="*/ 18091 w 2069141"/>
                  <a:gd name="connsiteY3" fmla="*/ 2120900 h 2137514"/>
                  <a:gd name="connsiteX4" fmla="*/ 297491 w 2069141"/>
                  <a:gd name="connsiteY4" fmla="*/ 0 h 2137514"/>
                  <a:gd name="connsiteX0" fmla="*/ 297491 w 2069141"/>
                  <a:gd name="connsiteY0" fmla="*/ 0 h 2134805"/>
                  <a:gd name="connsiteX1" fmla="*/ 1770691 w 2069141"/>
                  <a:gd name="connsiteY1" fmla="*/ 0 h 2134805"/>
                  <a:gd name="connsiteX2" fmla="*/ 2069141 w 2069141"/>
                  <a:gd name="connsiteY2" fmla="*/ 1873250 h 2134805"/>
                  <a:gd name="connsiteX3" fmla="*/ 18091 w 2069141"/>
                  <a:gd name="connsiteY3" fmla="*/ 2120900 h 2134805"/>
                  <a:gd name="connsiteX4" fmla="*/ 297491 w 2069141"/>
                  <a:gd name="connsiteY4" fmla="*/ 0 h 2134805"/>
                  <a:gd name="connsiteX0" fmla="*/ 102973 w 1874623"/>
                  <a:gd name="connsiteY0" fmla="*/ 0 h 1884331"/>
                  <a:gd name="connsiteX1" fmla="*/ 1576173 w 1874623"/>
                  <a:gd name="connsiteY1" fmla="*/ 0 h 1884331"/>
                  <a:gd name="connsiteX2" fmla="*/ 1874623 w 1874623"/>
                  <a:gd name="connsiteY2" fmla="*/ 1873250 h 1884331"/>
                  <a:gd name="connsiteX3" fmla="*/ 46857 w 1874623"/>
                  <a:gd name="connsiteY3" fmla="*/ 1812556 h 1884331"/>
                  <a:gd name="connsiteX4" fmla="*/ 102973 w 1874623"/>
                  <a:gd name="connsiteY4" fmla="*/ 0 h 1884331"/>
                  <a:gd name="connsiteX0" fmla="*/ 74948 w 1846598"/>
                  <a:gd name="connsiteY0" fmla="*/ 0 h 1884331"/>
                  <a:gd name="connsiteX1" fmla="*/ 1548148 w 1846598"/>
                  <a:gd name="connsiteY1" fmla="*/ 0 h 1884331"/>
                  <a:gd name="connsiteX2" fmla="*/ 1846598 w 1846598"/>
                  <a:gd name="connsiteY2" fmla="*/ 1873250 h 1884331"/>
                  <a:gd name="connsiteX3" fmla="*/ 18832 w 1846598"/>
                  <a:gd name="connsiteY3" fmla="*/ 1812556 h 1884331"/>
                  <a:gd name="connsiteX4" fmla="*/ 74948 w 1846598"/>
                  <a:gd name="connsiteY4" fmla="*/ 0 h 1884331"/>
                  <a:gd name="connsiteX0" fmla="*/ 62713 w 1834363"/>
                  <a:gd name="connsiteY0" fmla="*/ 0 h 1884331"/>
                  <a:gd name="connsiteX1" fmla="*/ 1535913 w 1834363"/>
                  <a:gd name="connsiteY1" fmla="*/ 0 h 1884331"/>
                  <a:gd name="connsiteX2" fmla="*/ 1834363 w 1834363"/>
                  <a:gd name="connsiteY2" fmla="*/ 1873250 h 1884331"/>
                  <a:gd name="connsiteX3" fmla="*/ 6597 w 1834363"/>
                  <a:gd name="connsiteY3" fmla="*/ 1812556 h 1884331"/>
                  <a:gd name="connsiteX4" fmla="*/ 62713 w 1834363"/>
                  <a:gd name="connsiteY4" fmla="*/ 0 h 1884331"/>
                  <a:gd name="connsiteX0" fmla="*/ 9642 w 1781292"/>
                  <a:gd name="connsiteY0" fmla="*/ 0 h 1875762"/>
                  <a:gd name="connsiteX1" fmla="*/ 1482842 w 1781292"/>
                  <a:gd name="connsiteY1" fmla="*/ 0 h 1875762"/>
                  <a:gd name="connsiteX2" fmla="*/ 1781292 w 1781292"/>
                  <a:gd name="connsiteY2" fmla="*/ 1873250 h 1875762"/>
                  <a:gd name="connsiteX3" fmla="*/ 27953 w 1781292"/>
                  <a:gd name="connsiteY3" fmla="*/ 1716863 h 1875762"/>
                  <a:gd name="connsiteX4" fmla="*/ 9642 w 1781292"/>
                  <a:gd name="connsiteY4" fmla="*/ 0 h 1875762"/>
                  <a:gd name="connsiteX0" fmla="*/ 3007 w 1774657"/>
                  <a:gd name="connsiteY0" fmla="*/ 0 h 1876027"/>
                  <a:gd name="connsiteX1" fmla="*/ 1476207 w 1774657"/>
                  <a:gd name="connsiteY1" fmla="*/ 0 h 1876027"/>
                  <a:gd name="connsiteX2" fmla="*/ 1774657 w 1774657"/>
                  <a:gd name="connsiteY2" fmla="*/ 1873250 h 1876027"/>
                  <a:gd name="connsiteX3" fmla="*/ 85113 w 1774657"/>
                  <a:gd name="connsiteY3" fmla="*/ 1727496 h 1876027"/>
                  <a:gd name="connsiteX4" fmla="*/ 3007 w 1774657"/>
                  <a:gd name="connsiteY4" fmla="*/ 0 h 1876027"/>
                  <a:gd name="connsiteX0" fmla="*/ 9728 w 1781378"/>
                  <a:gd name="connsiteY0" fmla="*/ 0 h 1876027"/>
                  <a:gd name="connsiteX1" fmla="*/ 1482928 w 1781378"/>
                  <a:gd name="connsiteY1" fmla="*/ 0 h 1876027"/>
                  <a:gd name="connsiteX2" fmla="*/ 1781378 w 1781378"/>
                  <a:gd name="connsiteY2" fmla="*/ 1873250 h 1876027"/>
                  <a:gd name="connsiteX3" fmla="*/ 91834 w 1781378"/>
                  <a:gd name="connsiteY3" fmla="*/ 1727496 h 1876027"/>
                  <a:gd name="connsiteX4" fmla="*/ 9728 w 1781378"/>
                  <a:gd name="connsiteY4" fmla="*/ 0 h 1876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1378" h="1876027">
                    <a:moveTo>
                      <a:pt x="9728" y="0"/>
                    </a:moveTo>
                    <a:lnTo>
                      <a:pt x="1482928" y="0"/>
                    </a:lnTo>
                    <a:lnTo>
                      <a:pt x="1781378" y="1873250"/>
                    </a:lnTo>
                    <a:cubicBezTo>
                      <a:pt x="1008795" y="1892300"/>
                      <a:pt x="769167" y="1810046"/>
                      <a:pt x="91834" y="1727496"/>
                    </a:cubicBezTo>
                    <a:cubicBezTo>
                      <a:pt x="-9816" y="887327"/>
                      <a:pt x="-8977" y="738864"/>
                      <a:pt x="9728" y="0"/>
                    </a:cubicBezTo>
                    <a:close/>
                  </a:path>
                </a:pathLst>
              </a:custGeom>
              <a:solidFill>
                <a:schemeClr val="tx1">
                  <a:alpha val="12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8" name="Group 6"/>
              <p:cNvGrpSpPr/>
              <p:nvPr/>
            </p:nvGrpSpPr>
            <p:grpSpPr>
              <a:xfrm rot="20900922">
                <a:off x="2121526" y="1777692"/>
                <a:ext cx="2875774" cy="2868681"/>
                <a:chOff x="2248806" y="1586753"/>
                <a:chExt cx="3493086" cy="3484473"/>
              </a:xfrm>
            </p:grpSpPr>
            <p:sp>
              <p:nvSpPr>
                <p:cNvPr id="599" name="Rectangle 5"/>
                <p:cNvSpPr/>
                <p:nvPr/>
              </p:nvSpPr>
              <p:spPr>
                <a:xfrm>
                  <a:off x="2248806" y="3194049"/>
                  <a:ext cx="1781378" cy="1876027"/>
                </a:xfrm>
                <a:custGeom>
                  <a:avLst/>
                  <a:gdLst>
                    <a:gd name="connsiteX0" fmla="*/ 0 w 1473200"/>
                    <a:gd name="connsiteY0" fmla="*/ 0 h 1276350"/>
                    <a:gd name="connsiteX1" fmla="*/ 1473200 w 1473200"/>
                    <a:gd name="connsiteY1" fmla="*/ 0 h 1276350"/>
                    <a:gd name="connsiteX2" fmla="*/ 1473200 w 1473200"/>
                    <a:gd name="connsiteY2" fmla="*/ 1276350 h 1276350"/>
                    <a:gd name="connsiteX3" fmla="*/ 0 w 1473200"/>
                    <a:gd name="connsiteY3" fmla="*/ 1276350 h 1276350"/>
                    <a:gd name="connsiteX4" fmla="*/ 0 w 1473200"/>
                    <a:gd name="connsiteY4" fmla="*/ 0 h 1276350"/>
                    <a:gd name="connsiteX0" fmla="*/ 279400 w 1752600"/>
                    <a:gd name="connsiteY0" fmla="*/ 0 h 2120900"/>
                    <a:gd name="connsiteX1" fmla="*/ 1752600 w 1752600"/>
                    <a:gd name="connsiteY1" fmla="*/ 0 h 2120900"/>
                    <a:gd name="connsiteX2" fmla="*/ 1752600 w 1752600"/>
                    <a:gd name="connsiteY2" fmla="*/ 1276350 h 2120900"/>
                    <a:gd name="connsiteX3" fmla="*/ 0 w 1752600"/>
                    <a:gd name="connsiteY3" fmla="*/ 2120900 h 2120900"/>
                    <a:gd name="connsiteX4" fmla="*/ 279400 w 1752600"/>
                    <a:gd name="connsiteY4" fmla="*/ 0 h 2120900"/>
                    <a:gd name="connsiteX0" fmla="*/ 279400 w 2051050"/>
                    <a:gd name="connsiteY0" fmla="*/ 0 h 2120900"/>
                    <a:gd name="connsiteX1" fmla="*/ 1752600 w 2051050"/>
                    <a:gd name="connsiteY1" fmla="*/ 0 h 2120900"/>
                    <a:gd name="connsiteX2" fmla="*/ 2051050 w 2051050"/>
                    <a:gd name="connsiteY2" fmla="*/ 1873250 h 2120900"/>
                    <a:gd name="connsiteX3" fmla="*/ 0 w 2051050"/>
                    <a:gd name="connsiteY3" fmla="*/ 2120900 h 2120900"/>
                    <a:gd name="connsiteX4" fmla="*/ 279400 w 2051050"/>
                    <a:gd name="connsiteY4" fmla="*/ 0 h 2120900"/>
                    <a:gd name="connsiteX0" fmla="*/ 297491 w 2069141"/>
                    <a:gd name="connsiteY0" fmla="*/ 0 h 2120900"/>
                    <a:gd name="connsiteX1" fmla="*/ 1770691 w 2069141"/>
                    <a:gd name="connsiteY1" fmla="*/ 0 h 2120900"/>
                    <a:gd name="connsiteX2" fmla="*/ 2069141 w 2069141"/>
                    <a:gd name="connsiteY2" fmla="*/ 1873250 h 2120900"/>
                    <a:gd name="connsiteX3" fmla="*/ 18091 w 2069141"/>
                    <a:gd name="connsiteY3" fmla="*/ 2120900 h 2120900"/>
                    <a:gd name="connsiteX4" fmla="*/ 297491 w 2069141"/>
                    <a:gd name="connsiteY4" fmla="*/ 0 h 2120900"/>
                    <a:gd name="connsiteX0" fmla="*/ 297491 w 2069141"/>
                    <a:gd name="connsiteY0" fmla="*/ 0 h 2137514"/>
                    <a:gd name="connsiteX1" fmla="*/ 1770691 w 2069141"/>
                    <a:gd name="connsiteY1" fmla="*/ 0 h 2137514"/>
                    <a:gd name="connsiteX2" fmla="*/ 2069141 w 2069141"/>
                    <a:gd name="connsiteY2" fmla="*/ 1873250 h 2137514"/>
                    <a:gd name="connsiteX3" fmla="*/ 18091 w 2069141"/>
                    <a:gd name="connsiteY3" fmla="*/ 2120900 h 2137514"/>
                    <a:gd name="connsiteX4" fmla="*/ 297491 w 2069141"/>
                    <a:gd name="connsiteY4" fmla="*/ 0 h 2137514"/>
                    <a:gd name="connsiteX0" fmla="*/ 297491 w 2069141"/>
                    <a:gd name="connsiteY0" fmla="*/ 0 h 2134805"/>
                    <a:gd name="connsiteX1" fmla="*/ 1770691 w 2069141"/>
                    <a:gd name="connsiteY1" fmla="*/ 0 h 2134805"/>
                    <a:gd name="connsiteX2" fmla="*/ 2069141 w 2069141"/>
                    <a:gd name="connsiteY2" fmla="*/ 1873250 h 2134805"/>
                    <a:gd name="connsiteX3" fmla="*/ 18091 w 2069141"/>
                    <a:gd name="connsiteY3" fmla="*/ 2120900 h 2134805"/>
                    <a:gd name="connsiteX4" fmla="*/ 297491 w 2069141"/>
                    <a:gd name="connsiteY4" fmla="*/ 0 h 2134805"/>
                    <a:gd name="connsiteX0" fmla="*/ 102973 w 1874623"/>
                    <a:gd name="connsiteY0" fmla="*/ 0 h 1884331"/>
                    <a:gd name="connsiteX1" fmla="*/ 1576173 w 1874623"/>
                    <a:gd name="connsiteY1" fmla="*/ 0 h 1884331"/>
                    <a:gd name="connsiteX2" fmla="*/ 1874623 w 1874623"/>
                    <a:gd name="connsiteY2" fmla="*/ 1873250 h 1884331"/>
                    <a:gd name="connsiteX3" fmla="*/ 46857 w 1874623"/>
                    <a:gd name="connsiteY3" fmla="*/ 1812556 h 1884331"/>
                    <a:gd name="connsiteX4" fmla="*/ 102973 w 1874623"/>
                    <a:gd name="connsiteY4" fmla="*/ 0 h 1884331"/>
                    <a:gd name="connsiteX0" fmla="*/ 74948 w 1846598"/>
                    <a:gd name="connsiteY0" fmla="*/ 0 h 1884331"/>
                    <a:gd name="connsiteX1" fmla="*/ 1548148 w 1846598"/>
                    <a:gd name="connsiteY1" fmla="*/ 0 h 1884331"/>
                    <a:gd name="connsiteX2" fmla="*/ 1846598 w 1846598"/>
                    <a:gd name="connsiteY2" fmla="*/ 1873250 h 1884331"/>
                    <a:gd name="connsiteX3" fmla="*/ 18832 w 1846598"/>
                    <a:gd name="connsiteY3" fmla="*/ 1812556 h 1884331"/>
                    <a:gd name="connsiteX4" fmla="*/ 74948 w 1846598"/>
                    <a:gd name="connsiteY4" fmla="*/ 0 h 1884331"/>
                    <a:gd name="connsiteX0" fmla="*/ 62713 w 1834363"/>
                    <a:gd name="connsiteY0" fmla="*/ 0 h 1884331"/>
                    <a:gd name="connsiteX1" fmla="*/ 1535913 w 1834363"/>
                    <a:gd name="connsiteY1" fmla="*/ 0 h 1884331"/>
                    <a:gd name="connsiteX2" fmla="*/ 1834363 w 1834363"/>
                    <a:gd name="connsiteY2" fmla="*/ 1873250 h 1884331"/>
                    <a:gd name="connsiteX3" fmla="*/ 6597 w 1834363"/>
                    <a:gd name="connsiteY3" fmla="*/ 1812556 h 1884331"/>
                    <a:gd name="connsiteX4" fmla="*/ 62713 w 1834363"/>
                    <a:gd name="connsiteY4" fmla="*/ 0 h 1884331"/>
                    <a:gd name="connsiteX0" fmla="*/ 9642 w 1781292"/>
                    <a:gd name="connsiteY0" fmla="*/ 0 h 1875762"/>
                    <a:gd name="connsiteX1" fmla="*/ 1482842 w 1781292"/>
                    <a:gd name="connsiteY1" fmla="*/ 0 h 1875762"/>
                    <a:gd name="connsiteX2" fmla="*/ 1781292 w 1781292"/>
                    <a:gd name="connsiteY2" fmla="*/ 1873250 h 1875762"/>
                    <a:gd name="connsiteX3" fmla="*/ 27953 w 1781292"/>
                    <a:gd name="connsiteY3" fmla="*/ 1716863 h 1875762"/>
                    <a:gd name="connsiteX4" fmla="*/ 9642 w 1781292"/>
                    <a:gd name="connsiteY4" fmla="*/ 0 h 1875762"/>
                    <a:gd name="connsiteX0" fmla="*/ 3007 w 1774657"/>
                    <a:gd name="connsiteY0" fmla="*/ 0 h 1876027"/>
                    <a:gd name="connsiteX1" fmla="*/ 1476207 w 1774657"/>
                    <a:gd name="connsiteY1" fmla="*/ 0 h 1876027"/>
                    <a:gd name="connsiteX2" fmla="*/ 1774657 w 1774657"/>
                    <a:gd name="connsiteY2" fmla="*/ 1873250 h 1876027"/>
                    <a:gd name="connsiteX3" fmla="*/ 85113 w 1774657"/>
                    <a:gd name="connsiteY3" fmla="*/ 1727496 h 1876027"/>
                    <a:gd name="connsiteX4" fmla="*/ 3007 w 1774657"/>
                    <a:gd name="connsiteY4" fmla="*/ 0 h 1876027"/>
                    <a:gd name="connsiteX0" fmla="*/ 9728 w 1781378"/>
                    <a:gd name="connsiteY0" fmla="*/ 0 h 1876027"/>
                    <a:gd name="connsiteX1" fmla="*/ 1482928 w 1781378"/>
                    <a:gd name="connsiteY1" fmla="*/ 0 h 1876027"/>
                    <a:gd name="connsiteX2" fmla="*/ 1781378 w 1781378"/>
                    <a:gd name="connsiteY2" fmla="*/ 1873250 h 1876027"/>
                    <a:gd name="connsiteX3" fmla="*/ 91834 w 1781378"/>
                    <a:gd name="connsiteY3" fmla="*/ 1727496 h 1876027"/>
                    <a:gd name="connsiteX4" fmla="*/ 9728 w 1781378"/>
                    <a:gd name="connsiteY4" fmla="*/ 0 h 1876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81378" h="1876027">
                      <a:moveTo>
                        <a:pt x="9728" y="0"/>
                      </a:moveTo>
                      <a:lnTo>
                        <a:pt x="1482928" y="0"/>
                      </a:lnTo>
                      <a:lnTo>
                        <a:pt x="1781378" y="1873250"/>
                      </a:lnTo>
                      <a:cubicBezTo>
                        <a:pt x="1008795" y="1892300"/>
                        <a:pt x="769167" y="1810046"/>
                        <a:pt x="91834" y="1727496"/>
                      </a:cubicBezTo>
                      <a:cubicBezTo>
                        <a:pt x="-9816" y="887327"/>
                        <a:pt x="-8977" y="738864"/>
                        <a:pt x="9728" y="0"/>
                      </a:cubicBezTo>
                      <a:close/>
                    </a:path>
                  </a:pathLst>
                </a:custGeom>
                <a:solidFill>
                  <a:schemeClr val="tx1">
                    <a:alpha val="12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0" name="Rectangle 4"/>
                <p:cNvSpPr/>
                <p:nvPr/>
              </p:nvSpPr>
              <p:spPr>
                <a:xfrm>
                  <a:off x="2251550" y="1586753"/>
                  <a:ext cx="3490342" cy="3484473"/>
                </a:xfrm>
                <a:custGeom>
                  <a:avLst/>
                  <a:gdLst>
                    <a:gd name="connsiteX0" fmla="*/ 0 w 3482788"/>
                    <a:gd name="connsiteY0" fmla="*/ 0 h 3455894"/>
                    <a:gd name="connsiteX1" fmla="*/ 3482788 w 3482788"/>
                    <a:gd name="connsiteY1" fmla="*/ 0 h 3455894"/>
                    <a:gd name="connsiteX2" fmla="*/ 3482788 w 3482788"/>
                    <a:gd name="connsiteY2" fmla="*/ 3455894 h 3455894"/>
                    <a:gd name="connsiteX3" fmla="*/ 0 w 3482788"/>
                    <a:gd name="connsiteY3" fmla="*/ 3455894 h 3455894"/>
                    <a:gd name="connsiteX4" fmla="*/ 0 w 3482788"/>
                    <a:gd name="connsiteY4" fmla="*/ 0 h 3455894"/>
                    <a:gd name="connsiteX0" fmla="*/ 0 w 3482788"/>
                    <a:gd name="connsiteY0" fmla="*/ 0 h 3455894"/>
                    <a:gd name="connsiteX1" fmla="*/ 3482788 w 3482788"/>
                    <a:gd name="connsiteY1" fmla="*/ 0 h 3455894"/>
                    <a:gd name="connsiteX2" fmla="*/ 3482788 w 3482788"/>
                    <a:gd name="connsiteY2" fmla="*/ 3455894 h 3455894"/>
                    <a:gd name="connsiteX3" fmla="*/ 255494 w 3482788"/>
                    <a:gd name="connsiteY3" fmla="*/ 3160059 h 3455894"/>
                    <a:gd name="connsiteX4" fmla="*/ 0 w 3482788"/>
                    <a:gd name="connsiteY4" fmla="*/ 0 h 3455894"/>
                    <a:gd name="connsiteX0" fmla="*/ 3383 w 3486171"/>
                    <a:gd name="connsiteY0" fmla="*/ 0 h 3455894"/>
                    <a:gd name="connsiteX1" fmla="*/ 3486171 w 3486171"/>
                    <a:gd name="connsiteY1" fmla="*/ 0 h 3455894"/>
                    <a:gd name="connsiteX2" fmla="*/ 3486171 w 3486171"/>
                    <a:gd name="connsiteY2" fmla="*/ 3455894 h 3455894"/>
                    <a:gd name="connsiteX3" fmla="*/ 258877 w 3486171"/>
                    <a:gd name="connsiteY3" fmla="*/ 3160059 h 3455894"/>
                    <a:gd name="connsiteX4" fmla="*/ 3383 w 3486171"/>
                    <a:gd name="connsiteY4" fmla="*/ 0 h 3455894"/>
                    <a:gd name="connsiteX0" fmla="*/ 3383 w 3486171"/>
                    <a:gd name="connsiteY0" fmla="*/ 0 h 3455894"/>
                    <a:gd name="connsiteX1" fmla="*/ 3486171 w 3486171"/>
                    <a:gd name="connsiteY1" fmla="*/ 0 h 3455894"/>
                    <a:gd name="connsiteX2" fmla="*/ 3486171 w 3486171"/>
                    <a:gd name="connsiteY2" fmla="*/ 3455894 h 3455894"/>
                    <a:gd name="connsiteX3" fmla="*/ 258877 w 3486171"/>
                    <a:gd name="connsiteY3" fmla="*/ 3160059 h 3455894"/>
                    <a:gd name="connsiteX4" fmla="*/ 3383 w 3486171"/>
                    <a:gd name="connsiteY4" fmla="*/ 0 h 3455894"/>
                    <a:gd name="connsiteX0" fmla="*/ 3383 w 3486171"/>
                    <a:gd name="connsiteY0" fmla="*/ 0 h 3469610"/>
                    <a:gd name="connsiteX1" fmla="*/ 3486171 w 3486171"/>
                    <a:gd name="connsiteY1" fmla="*/ 0 h 3469610"/>
                    <a:gd name="connsiteX2" fmla="*/ 3486171 w 3486171"/>
                    <a:gd name="connsiteY2" fmla="*/ 3455894 h 3469610"/>
                    <a:gd name="connsiteX3" fmla="*/ 258877 w 3486171"/>
                    <a:gd name="connsiteY3" fmla="*/ 3160059 h 3469610"/>
                    <a:gd name="connsiteX4" fmla="*/ 3383 w 3486171"/>
                    <a:gd name="connsiteY4" fmla="*/ 0 h 3469610"/>
                    <a:gd name="connsiteX0" fmla="*/ 0 w 3482788"/>
                    <a:gd name="connsiteY0" fmla="*/ 0 h 3484384"/>
                    <a:gd name="connsiteX1" fmla="*/ 3482788 w 3482788"/>
                    <a:gd name="connsiteY1" fmla="*/ 0 h 3484384"/>
                    <a:gd name="connsiteX2" fmla="*/ 3482788 w 3482788"/>
                    <a:gd name="connsiteY2" fmla="*/ 3455894 h 3484384"/>
                    <a:gd name="connsiteX3" fmla="*/ 268941 w 3482788"/>
                    <a:gd name="connsiteY3" fmla="*/ 3186953 h 3484384"/>
                    <a:gd name="connsiteX4" fmla="*/ 0 w 3482788"/>
                    <a:gd name="connsiteY4" fmla="*/ 0 h 3484384"/>
                    <a:gd name="connsiteX0" fmla="*/ 29188 w 3511976"/>
                    <a:gd name="connsiteY0" fmla="*/ 0 h 3484384"/>
                    <a:gd name="connsiteX1" fmla="*/ 3511976 w 3511976"/>
                    <a:gd name="connsiteY1" fmla="*/ 0 h 3484384"/>
                    <a:gd name="connsiteX2" fmla="*/ 3511976 w 3511976"/>
                    <a:gd name="connsiteY2" fmla="*/ 3455894 h 3484384"/>
                    <a:gd name="connsiteX3" fmla="*/ 298129 w 3511976"/>
                    <a:gd name="connsiteY3" fmla="*/ 3186953 h 3484384"/>
                    <a:gd name="connsiteX4" fmla="*/ 29188 w 3511976"/>
                    <a:gd name="connsiteY4" fmla="*/ 0 h 3484384"/>
                    <a:gd name="connsiteX0" fmla="*/ 0 w 3482788"/>
                    <a:gd name="connsiteY0" fmla="*/ 0 h 3484384"/>
                    <a:gd name="connsiteX1" fmla="*/ 3482788 w 3482788"/>
                    <a:gd name="connsiteY1" fmla="*/ 0 h 3484384"/>
                    <a:gd name="connsiteX2" fmla="*/ 3482788 w 3482788"/>
                    <a:gd name="connsiteY2" fmla="*/ 3455894 h 3484384"/>
                    <a:gd name="connsiteX3" fmla="*/ 268941 w 3482788"/>
                    <a:gd name="connsiteY3" fmla="*/ 3186953 h 3484384"/>
                    <a:gd name="connsiteX4" fmla="*/ 0 w 3482788"/>
                    <a:gd name="connsiteY4" fmla="*/ 0 h 3484384"/>
                    <a:gd name="connsiteX0" fmla="*/ 18093 w 3500881"/>
                    <a:gd name="connsiteY0" fmla="*/ 0 h 3484384"/>
                    <a:gd name="connsiteX1" fmla="*/ 3500881 w 3500881"/>
                    <a:gd name="connsiteY1" fmla="*/ 0 h 3484384"/>
                    <a:gd name="connsiteX2" fmla="*/ 3500881 w 3500881"/>
                    <a:gd name="connsiteY2" fmla="*/ 3455894 h 3484384"/>
                    <a:gd name="connsiteX3" fmla="*/ 287034 w 3500881"/>
                    <a:gd name="connsiteY3" fmla="*/ 3186953 h 3484384"/>
                    <a:gd name="connsiteX4" fmla="*/ 18093 w 3500881"/>
                    <a:gd name="connsiteY4" fmla="*/ 0 h 3484384"/>
                    <a:gd name="connsiteX0" fmla="*/ 18093 w 3500881"/>
                    <a:gd name="connsiteY0" fmla="*/ 0 h 3469610"/>
                    <a:gd name="connsiteX1" fmla="*/ 3500881 w 3500881"/>
                    <a:gd name="connsiteY1" fmla="*/ 0 h 3469610"/>
                    <a:gd name="connsiteX2" fmla="*/ 3500881 w 3500881"/>
                    <a:gd name="connsiteY2" fmla="*/ 3455894 h 3469610"/>
                    <a:gd name="connsiteX3" fmla="*/ 287034 w 3500881"/>
                    <a:gd name="connsiteY3" fmla="*/ 3160059 h 3469610"/>
                    <a:gd name="connsiteX4" fmla="*/ 18093 w 3500881"/>
                    <a:gd name="connsiteY4" fmla="*/ 0 h 3469610"/>
                    <a:gd name="connsiteX0" fmla="*/ 18093 w 3500881"/>
                    <a:gd name="connsiteY0" fmla="*/ 0 h 3484473"/>
                    <a:gd name="connsiteX1" fmla="*/ 3500881 w 3500881"/>
                    <a:gd name="connsiteY1" fmla="*/ 0 h 3484473"/>
                    <a:gd name="connsiteX2" fmla="*/ 3500881 w 3500881"/>
                    <a:gd name="connsiteY2" fmla="*/ 3455894 h 3484473"/>
                    <a:gd name="connsiteX3" fmla="*/ 287034 w 3500881"/>
                    <a:gd name="connsiteY3" fmla="*/ 3160059 h 3484473"/>
                    <a:gd name="connsiteX4" fmla="*/ 18093 w 3500881"/>
                    <a:gd name="connsiteY4" fmla="*/ 0 h 3484473"/>
                    <a:gd name="connsiteX0" fmla="*/ 32700 w 3483738"/>
                    <a:gd name="connsiteY0" fmla="*/ 6350 h 3484473"/>
                    <a:gd name="connsiteX1" fmla="*/ 3483738 w 3483738"/>
                    <a:gd name="connsiteY1" fmla="*/ 0 h 3484473"/>
                    <a:gd name="connsiteX2" fmla="*/ 3483738 w 3483738"/>
                    <a:gd name="connsiteY2" fmla="*/ 3455894 h 3484473"/>
                    <a:gd name="connsiteX3" fmla="*/ 269891 w 3483738"/>
                    <a:gd name="connsiteY3" fmla="*/ 3160059 h 3484473"/>
                    <a:gd name="connsiteX4" fmla="*/ 32700 w 3483738"/>
                    <a:gd name="connsiteY4" fmla="*/ 6350 h 3484473"/>
                    <a:gd name="connsiteX0" fmla="*/ 26605 w 3490343"/>
                    <a:gd name="connsiteY0" fmla="*/ 0 h 3484473"/>
                    <a:gd name="connsiteX1" fmla="*/ 3490343 w 3490343"/>
                    <a:gd name="connsiteY1" fmla="*/ 0 h 3484473"/>
                    <a:gd name="connsiteX2" fmla="*/ 3490343 w 3490343"/>
                    <a:gd name="connsiteY2" fmla="*/ 3455894 h 3484473"/>
                    <a:gd name="connsiteX3" fmla="*/ 276496 w 3490343"/>
                    <a:gd name="connsiteY3" fmla="*/ 3160059 h 3484473"/>
                    <a:gd name="connsiteX4" fmla="*/ 26605 w 3490343"/>
                    <a:gd name="connsiteY4" fmla="*/ 0 h 3484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0343" h="3484473">
                      <a:moveTo>
                        <a:pt x="26605" y="0"/>
                      </a:moveTo>
                      <a:lnTo>
                        <a:pt x="3490343" y="0"/>
                      </a:lnTo>
                      <a:lnTo>
                        <a:pt x="3490343" y="3455894"/>
                      </a:lnTo>
                      <a:cubicBezTo>
                        <a:pt x="2441473" y="3397624"/>
                        <a:pt x="1244684" y="3688977"/>
                        <a:pt x="276496" y="3160059"/>
                      </a:cubicBezTo>
                      <a:cubicBezTo>
                        <a:pt x="-158293" y="2469777"/>
                        <a:pt x="57982" y="1187823"/>
                        <a:pt x="26605" y="0"/>
                      </a:cubicBezTo>
                      <a:close/>
                    </a:path>
                  </a:pathLst>
                </a:custGeom>
                <a:solidFill>
                  <a:srgbClr val="F9F594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83" name="Group 26"/>
            <p:cNvGrpSpPr/>
            <p:nvPr/>
          </p:nvGrpSpPr>
          <p:grpSpPr>
            <a:xfrm rot="21085170">
              <a:off x="1720700" y="1585220"/>
              <a:ext cx="679551" cy="830982"/>
              <a:chOff x="1686251" y="-292423"/>
              <a:chExt cx="5792359" cy="7083125"/>
            </a:xfrm>
          </p:grpSpPr>
          <p:grpSp>
            <p:nvGrpSpPr>
              <p:cNvPr id="585" name="Group 27"/>
              <p:cNvGrpSpPr/>
              <p:nvPr/>
            </p:nvGrpSpPr>
            <p:grpSpPr>
              <a:xfrm>
                <a:off x="1686251" y="-292423"/>
                <a:ext cx="5792359" cy="7083125"/>
                <a:chOff x="1686251" y="-292423"/>
                <a:chExt cx="5792359" cy="7083125"/>
              </a:xfrm>
            </p:grpSpPr>
            <p:grpSp>
              <p:nvGrpSpPr>
                <p:cNvPr id="588" name="Group 30"/>
                <p:cNvGrpSpPr/>
                <p:nvPr/>
              </p:nvGrpSpPr>
              <p:grpSpPr>
                <a:xfrm>
                  <a:off x="1686251" y="3598496"/>
                  <a:ext cx="5792359" cy="3192206"/>
                  <a:chOff x="1686251" y="3598496"/>
                  <a:chExt cx="5792359" cy="3192206"/>
                </a:xfrm>
              </p:grpSpPr>
              <p:grpSp>
                <p:nvGrpSpPr>
                  <p:cNvPr id="593" name="Group 35"/>
                  <p:cNvGrpSpPr/>
                  <p:nvPr/>
                </p:nvGrpSpPr>
                <p:grpSpPr>
                  <a:xfrm>
                    <a:off x="3463637" y="6406339"/>
                    <a:ext cx="2233352" cy="384363"/>
                    <a:chOff x="3801931" y="2835921"/>
                    <a:chExt cx="1298519" cy="200197"/>
                  </a:xfrm>
                </p:grpSpPr>
                <p:sp>
                  <p:nvSpPr>
                    <p:cNvPr id="595" name="Rectangle 2"/>
                    <p:cNvSpPr/>
                    <p:nvPr/>
                  </p:nvSpPr>
                  <p:spPr>
                    <a:xfrm>
                      <a:off x="3801931" y="2835921"/>
                      <a:ext cx="1298519" cy="192891"/>
                    </a:xfrm>
                    <a:custGeom>
                      <a:avLst/>
                      <a:gdLst>
                        <a:gd name="connsiteX0" fmla="*/ 0 w 866899"/>
                        <a:gd name="connsiteY0" fmla="*/ 0 h 397824"/>
                        <a:gd name="connsiteX1" fmla="*/ 866899 w 866899"/>
                        <a:gd name="connsiteY1" fmla="*/ 0 h 397824"/>
                        <a:gd name="connsiteX2" fmla="*/ 866899 w 866899"/>
                        <a:gd name="connsiteY2" fmla="*/ 397824 h 397824"/>
                        <a:gd name="connsiteX3" fmla="*/ 0 w 866899"/>
                        <a:gd name="connsiteY3" fmla="*/ 397824 h 397824"/>
                        <a:gd name="connsiteX4" fmla="*/ 0 w 866899"/>
                        <a:gd name="connsiteY4" fmla="*/ 0 h 397824"/>
                        <a:gd name="connsiteX0" fmla="*/ 0 w 1074717"/>
                        <a:gd name="connsiteY0" fmla="*/ 0 h 397824"/>
                        <a:gd name="connsiteX1" fmla="*/ 1074717 w 1074717"/>
                        <a:gd name="connsiteY1" fmla="*/ 207819 h 397824"/>
                        <a:gd name="connsiteX2" fmla="*/ 866899 w 1074717"/>
                        <a:gd name="connsiteY2" fmla="*/ 397824 h 397824"/>
                        <a:gd name="connsiteX3" fmla="*/ 0 w 1074717"/>
                        <a:gd name="connsiteY3" fmla="*/ 397824 h 397824"/>
                        <a:gd name="connsiteX4" fmla="*/ 0 w 1074717"/>
                        <a:gd name="connsiteY4" fmla="*/ 0 h 397824"/>
                        <a:gd name="connsiteX0" fmla="*/ 0 w 1298521"/>
                        <a:gd name="connsiteY0" fmla="*/ 12788 h 190005"/>
                        <a:gd name="connsiteX1" fmla="*/ 1298521 w 1298521"/>
                        <a:gd name="connsiteY1" fmla="*/ 0 h 190005"/>
                        <a:gd name="connsiteX2" fmla="*/ 1090703 w 1298521"/>
                        <a:gd name="connsiteY2" fmla="*/ 190005 h 190005"/>
                        <a:gd name="connsiteX3" fmla="*/ 223804 w 1298521"/>
                        <a:gd name="connsiteY3" fmla="*/ 190005 h 190005"/>
                        <a:gd name="connsiteX4" fmla="*/ 0 w 1298521"/>
                        <a:gd name="connsiteY4" fmla="*/ 12788 h 190005"/>
                        <a:gd name="connsiteX0" fmla="*/ 0 w 1298521"/>
                        <a:gd name="connsiteY0" fmla="*/ 12788 h 194072"/>
                        <a:gd name="connsiteX1" fmla="*/ 1298521 w 1298521"/>
                        <a:gd name="connsiteY1" fmla="*/ 0 h 194072"/>
                        <a:gd name="connsiteX2" fmla="*/ 1090703 w 1298521"/>
                        <a:gd name="connsiteY2" fmla="*/ 190005 h 194072"/>
                        <a:gd name="connsiteX3" fmla="*/ 223804 w 1298521"/>
                        <a:gd name="connsiteY3" fmla="*/ 190005 h 194072"/>
                        <a:gd name="connsiteX4" fmla="*/ 0 w 1298521"/>
                        <a:gd name="connsiteY4" fmla="*/ 12788 h 194072"/>
                        <a:gd name="connsiteX0" fmla="*/ 0 w 1298521"/>
                        <a:gd name="connsiteY0" fmla="*/ 12788 h 193864"/>
                        <a:gd name="connsiteX1" fmla="*/ 1298521 w 1298521"/>
                        <a:gd name="connsiteY1" fmla="*/ 0 h 193864"/>
                        <a:gd name="connsiteX2" fmla="*/ 1090703 w 1298521"/>
                        <a:gd name="connsiteY2" fmla="*/ 190005 h 193864"/>
                        <a:gd name="connsiteX3" fmla="*/ 223804 w 1298521"/>
                        <a:gd name="connsiteY3" fmla="*/ 190005 h 193864"/>
                        <a:gd name="connsiteX4" fmla="*/ 0 w 1298521"/>
                        <a:gd name="connsiteY4" fmla="*/ 12788 h 193864"/>
                        <a:gd name="connsiteX0" fmla="*/ 0 w 1298521"/>
                        <a:gd name="connsiteY0" fmla="*/ 12788 h 193676"/>
                        <a:gd name="connsiteX1" fmla="*/ 1298521 w 1298521"/>
                        <a:gd name="connsiteY1" fmla="*/ 0 h 193676"/>
                        <a:gd name="connsiteX2" fmla="*/ 1090703 w 1298521"/>
                        <a:gd name="connsiteY2" fmla="*/ 190005 h 193676"/>
                        <a:gd name="connsiteX3" fmla="*/ 223804 w 1298521"/>
                        <a:gd name="connsiteY3" fmla="*/ 190005 h 193676"/>
                        <a:gd name="connsiteX4" fmla="*/ 0 w 1298521"/>
                        <a:gd name="connsiteY4" fmla="*/ 12788 h 193676"/>
                        <a:gd name="connsiteX0" fmla="*/ 0 w 1298521"/>
                        <a:gd name="connsiteY0" fmla="*/ 12788 h 193618"/>
                        <a:gd name="connsiteX1" fmla="*/ 1298521 w 1298521"/>
                        <a:gd name="connsiteY1" fmla="*/ 0 h 193618"/>
                        <a:gd name="connsiteX2" fmla="*/ 1090703 w 1298521"/>
                        <a:gd name="connsiteY2" fmla="*/ 190005 h 193618"/>
                        <a:gd name="connsiteX3" fmla="*/ 223804 w 1298521"/>
                        <a:gd name="connsiteY3" fmla="*/ 190005 h 193618"/>
                        <a:gd name="connsiteX4" fmla="*/ 0 w 1298521"/>
                        <a:gd name="connsiteY4" fmla="*/ 12788 h 193618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298521"/>
                        <a:gd name="connsiteY0" fmla="*/ 12788 h 194295"/>
                        <a:gd name="connsiteX1" fmla="*/ 1298521 w 1298521"/>
                        <a:gd name="connsiteY1" fmla="*/ 0 h 194295"/>
                        <a:gd name="connsiteX2" fmla="*/ 1090703 w 1298521"/>
                        <a:gd name="connsiteY2" fmla="*/ 190005 h 194295"/>
                        <a:gd name="connsiteX3" fmla="*/ 223804 w 1298521"/>
                        <a:gd name="connsiteY3" fmla="*/ 190005 h 194295"/>
                        <a:gd name="connsiteX4" fmla="*/ 0 w 1298521"/>
                        <a:gd name="connsiteY4" fmla="*/ 12788 h 194295"/>
                        <a:gd name="connsiteX0" fmla="*/ 0 w 1308112"/>
                        <a:gd name="connsiteY0" fmla="*/ 3197 h 194098"/>
                        <a:gd name="connsiteX1" fmla="*/ 1308112 w 1308112"/>
                        <a:gd name="connsiteY1" fmla="*/ 0 h 194098"/>
                        <a:gd name="connsiteX2" fmla="*/ 1100294 w 1308112"/>
                        <a:gd name="connsiteY2" fmla="*/ 190005 h 194098"/>
                        <a:gd name="connsiteX3" fmla="*/ 233395 w 1308112"/>
                        <a:gd name="connsiteY3" fmla="*/ 190005 h 194098"/>
                        <a:gd name="connsiteX4" fmla="*/ 0 w 1308112"/>
                        <a:gd name="connsiteY4" fmla="*/ 3197 h 194098"/>
                        <a:gd name="connsiteX0" fmla="*/ 0 w 1308112"/>
                        <a:gd name="connsiteY0" fmla="*/ 3197 h 194098"/>
                        <a:gd name="connsiteX1" fmla="*/ 1308112 w 1308112"/>
                        <a:gd name="connsiteY1" fmla="*/ 0 h 194098"/>
                        <a:gd name="connsiteX2" fmla="*/ 1100294 w 1308112"/>
                        <a:gd name="connsiteY2" fmla="*/ 190005 h 194098"/>
                        <a:gd name="connsiteX3" fmla="*/ 233395 w 1308112"/>
                        <a:gd name="connsiteY3" fmla="*/ 190005 h 194098"/>
                        <a:gd name="connsiteX4" fmla="*/ 0 w 1308112"/>
                        <a:gd name="connsiteY4" fmla="*/ 3197 h 194098"/>
                        <a:gd name="connsiteX0" fmla="*/ 0 w 1311309"/>
                        <a:gd name="connsiteY0" fmla="*/ 3197 h 194098"/>
                        <a:gd name="connsiteX1" fmla="*/ 1311309 w 1311309"/>
                        <a:gd name="connsiteY1" fmla="*/ 0 h 194098"/>
                        <a:gd name="connsiteX2" fmla="*/ 1103491 w 1311309"/>
                        <a:gd name="connsiteY2" fmla="*/ 190005 h 194098"/>
                        <a:gd name="connsiteX3" fmla="*/ 236592 w 1311309"/>
                        <a:gd name="connsiteY3" fmla="*/ 190005 h 194098"/>
                        <a:gd name="connsiteX4" fmla="*/ 0 w 1311309"/>
                        <a:gd name="connsiteY4" fmla="*/ 3197 h 194098"/>
                        <a:gd name="connsiteX0" fmla="*/ 0 w 1311309"/>
                        <a:gd name="connsiteY0" fmla="*/ 3197 h 194098"/>
                        <a:gd name="connsiteX1" fmla="*/ 1311309 w 1311309"/>
                        <a:gd name="connsiteY1" fmla="*/ 0 h 194098"/>
                        <a:gd name="connsiteX2" fmla="*/ 1103491 w 1311309"/>
                        <a:gd name="connsiteY2" fmla="*/ 190005 h 194098"/>
                        <a:gd name="connsiteX3" fmla="*/ 236592 w 1311309"/>
                        <a:gd name="connsiteY3" fmla="*/ 190005 h 194098"/>
                        <a:gd name="connsiteX4" fmla="*/ 0 w 1311309"/>
                        <a:gd name="connsiteY4" fmla="*/ 3197 h 194098"/>
                        <a:gd name="connsiteX0" fmla="*/ 0 w 1311309"/>
                        <a:gd name="connsiteY0" fmla="*/ 3197 h 194098"/>
                        <a:gd name="connsiteX1" fmla="*/ 1311309 w 1311309"/>
                        <a:gd name="connsiteY1" fmla="*/ 0 h 194098"/>
                        <a:gd name="connsiteX2" fmla="*/ 1103491 w 1311309"/>
                        <a:gd name="connsiteY2" fmla="*/ 190005 h 194098"/>
                        <a:gd name="connsiteX3" fmla="*/ 236592 w 1311309"/>
                        <a:gd name="connsiteY3" fmla="*/ 190005 h 194098"/>
                        <a:gd name="connsiteX4" fmla="*/ 0 w 1311309"/>
                        <a:gd name="connsiteY4" fmla="*/ 3197 h 194098"/>
                        <a:gd name="connsiteX0" fmla="*/ 0 w 1311309"/>
                        <a:gd name="connsiteY0" fmla="*/ 0 h 197173"/>
                        <a:gd name="connsiteX1" fmla="*/ 1311309 w 1311309"/>
                        <a:gd name="connsiteY1" fmla="*/ 3197 h 197173"/>
                        <a:gd name="connsiteX2" fmla="*/ 1103491 w 1311309"/>
                        <a:gd name="connsiteY2" fmla="*/ 193202 h 197173"/>
                        <a:gd name="connsiteX3" fmla="*/ 236592 w 1311309"/>
                        <a:gd name="connsiteY3" fmla="*/ 193202 h 197173"/>
                        <a:gd name="connsiteX4" fmla="*/ 0 w 1311309"/>
                        <a:gd name="connsiteY4" fmla="*/ 0 h 197173"/>
                        <a:gd name="connsiteX0" fmla="*/ 0 w 1311309"/>
                        <a:gd name="connsiteY0" fmla="*/ 12789 h 194295"/>
                        <a:gd name="connsiteX1" fmla="*/ 1311309 w 1311309"/>
                        <a:gd name="connsiteY1" fmla="*/ 0 h 194295"/>
                        <a:gd name="connsiteX2" fmla="*/ 1103491 w 1311309"/>
                        <a:gd name="connsiteY2" fmla="*/ 190005 h 194295"/>
                        <a:gd name="connsiteX3" fmla="*/ 236592 w 1311309"/>
                        <a:gd name="connsiteY3" fmla="*/ 190005 h 194295"/>
                        <a:gd name="connsiteX4" fmla="*/ 0 w 1311309"/>
                        <a:gd name="connsiteY4" fmla="*/ 12789 h 194295"/>
                        <a:gd name="connsiteX0" fmla="*/ 0 w 1314506"/>
                        <a:gd name="connsiteY0" fmla="*/ 0 h 200313"/>
                        <a:gd name="connsiteX1" fmla="*/ 1314506 w 1314506"/>
                        <a:gd name="connsiteY1" fmla="*/ 6395 h 200313"/>
                        <a:gd name="connsiteX2" fmla="*/ 1106688 w 1314506"/>
                        <a:gd name="connsiteY2" fmla="*/ 196400 h 200313"/>
                        <a:gd name="connsiteX3" fmla="*/ 239789 w 1314506"/>
                        <a:gd name="connsiteY3" fmla="*/ 196400 h 200313"/>
                        <a:gd name="connsiteX4" fmla="*/ 0 w 1314506"/>
                        <a:gd name="connsiteY4" fmla="*/ 0 h 200313"/>
                        <a:gd name="connsiteX0" fmla="*/ 0 w 1317703"/>
                        <a:gd name="connsiteY0" fmla="*/ 0 h 194036"/>
                        <a:gd name="connsiteX1" fmla="*/ 1317703 w 1317703"/>
                        <a:gd name="connsiteY1" fmla="*/ 0 h 194036"/>
                        <a:gd name="connsiteX2" fmla="*/ 1109885 w 1317703"/>
                        <a:gd name="connsiteY2" fmla="*/ 190005 h 194036"/>
                        <a:gd name="connsiteX3" fmla="*/ 242986 w 1317703"/>
                        <a:gd name="connsiteY3" fmla="*/ 190005 h 194036"/>
                        <a:gd name="connsiteX4" fmla="*/ 0 w 1317703"/>
                        <a:gd name="connsiteY4" fmla="*/ 0 h 194036"/>
                        <a:gd name="connsiteX0" fmla="*/ 0 w 1298519"/>
                        <a:gd name="connsiteY0" fmla="*/ 0 h 194036"/>
                        <a:gd name="connsiteX1" fmla="*/ 1298519 w 1298519"/>
                        <a:gd name="connsiteY1" fmla="*/ 0 h 194036"/>
                        <a:gd name="connsiteX2" fmla="*/ 1090701 w 1298519"/>
                        <a:gd name="connsiteY2" fmla="*/ 190005 h 194036"/>
                        <a:gd name="connsiteX3" fmla="*/ 223802 w 1298519"/>
                        <a:gd name="connsiteY3" fmla="*/ 190005 h 194036"/>
                        <a:gd name="connsiteX4" fmla="*/ 0 w 1298519"/>
                        <a:gd name="connsiteY4" fmla="*/ 0 h 194036"/>
                        <a:gd name="connsiteX0" fmla="*/ 0 w 1298519"/>
                        <a:gd name="connsiteY0" fmla="*/ 0 h 193978"/>
                        <a:gd name="connsiteX1" fmla="*/ 1298519 w 1298519"/>
                        <a:gd name="connsiteY1" fmla="*/ 0 h 193978"/>
                        <a:gd name="connsiteX2" fmla="*/ 1090701 w 1298519"/>
                        <a:gd name="connsiteY2" fmla="*/ 190005 h 193978"/>
                        <a:gd name="connsiteX3" fmla="*/ 223802 w 1298519"/>
                        <a:gd name="connsiteY3" fmla="*/ 190005 h 193978"/>
                        <a:gd name="connsiteX4" fmla="*/ 0 w 1298519"/>
                        <a:gd name="connsiteY4" fmla="*/ 0 h 193978"/>
                        <a:gd name="connsiteX0" fmla="*/ 0 w 1298519"/>
                        <a:gd name="connsiteY0" fmla="*/ 0 h 194036"/>
                        <a:gd name="connsiteX1" fmla="*/ 1298519 w 1298519"/>
                        <a:gd name="connsiteY1" fmla="*/ 0 h 194036"/>
                        <a:gd name="connsiteX2" fmla="*/ 1090701 w 1298519"/>
                        <a:gd name="connsiteY2" fmla="*/ 190005 h 194036"/>
                        <a:gd name="connsiteX3" fmla="*/ 223802 w 1298519"/>
                        <a:gd name="connsiteY3" fmla="*/ 190005 h 194036"/>
                        <a:gd name="connsiteX4" fmla="*/ 0 w 1298519"/>
                        <a:gd name="connsiteY4" fmla="*/ 0 h 194036"/>
                        <a:gd name="connsiteX0" fmla="*/ 0 w 1298519"/>
                        <a:gd name="connsiteY0" fmla="*/ 0 h 194036"/>
                        <a:gd name="connsiteX1" fmla="*/ 1298519 w 1298519"/>
                        <a:gd name="connsiteY1" fmla="*/ 0 h 194036"/>
                        <a:gd name="connsiteX2" fmla="*/ 1090701 w 1298519"/>
                        <a:gd name="connsiteY2" fmla="*/ 190005 h 194036"/>
                        <a:gd name="connsiteX3" fmla="*/ 223802 w 1298519"/>
                        <a:gd name="connsiteY3" fmla="*/ 190005 h 194036"/>
                        <a:gd name="connsiteX4" fmla="*/ 0 w 1298519"/>
                        <a:gd name="connsiteY4" fmla="*/ 0 h 194036"/>
                        <a:gd name="connsiteX0" fmla="*/ 0 w 1298519"/>
                        <a:gd name="connsiteY0" fmla="*/ 0 h 193394"/>
                        <a:gd name="connsiteX1" fmla="*/ 1298519 w 1298519"/>
                        <a:gd name="connsiteY1" fmla="*/ 0 h 193394"/>
                        <a:gd name="connsiteX2" fmla="*/ 1090701 w 1298519"/>
                        <a:gd name="connsiteY2" fmla="*/ 190005 h 193394"/>
                        <a:gd name="connsiteX3" fmla="*/ 223802 w 1298519"/>
                        <a:gd name="connsiteY3" fmla="*/ 190005 h 193394"/>
                        <a:gd name="connsiteX4" fmla="*/ 0 w 1298519"/>
                        <a:gd name="connsiteY4" fmla="*/ 0 h 193394"/>
                        <a:gd name="connsiteX0" fmla="*/ 0 w 1298519"/>
                        <a:gd name="connsiteY0" fmla="*/ 0 h 193394"/>
                        <a:gd name="connsiteX1" fmla="*/ 1298519 w 1298519"/>
                        <a:gd name="connsiteY1" fmla="*/ 0 h 193394"/>
                        <a:gd name="connsiteX2" fmla="*/ 1090701 w 1298519"/>
                        <a:gd name="connsiteY2" fmla="*/ 190005 h 193394"/>
                        <a:gd name="connsiteX3" fmla="*/ 220580 w 1298519"/>
                        <a:gd name="connsiteY3" fmla="*/ 190005 h 193394"/>
                        <a:gd name="connsiteX4" fmla="*/ 0 w 1298519"/>
                        <a:gd name="connsiteY4" fmla="*/ 0 h 193394"/>
                        <a:gd name="connsiteX0" fmla="*/ 0 w 1298519"/>
                        <a:gd name="connsiteY0" fmla="*/ 0 h 194556"/>
                        <a:gd name="connsiteX1" fmla="*/ 1298519 w 1298519"/>
                        <a:gd name="connsiteY1" fmla="*/ 0 h 194556"/>
                        <a:gd name="connsiteX2" fmla="*/ 1090701 w 1298519"/>
                        <a:gd name="connsiteY2" fmla="*/ 192891 h 194556"/>
                        <a:gd name="connsiteX3" fmla="*/ 220580 w 1298519"/>
                        <a:gd name="connsiteY3" fmla="*/ 190005 h 194556"/>
                        <a:gd name="connsiteX4" fmla="*/ 0 w 1298519"/>
                        <a:gd name="connsiteY4" fmla="*/ 0 h 194556"/>
                        <a:gd name="connsiteX0" fmla="*/ 0 w 1298519"/>
                        <a:gd name="connsiteY0" fmla="*/ 0 h 196233"/>
                        <a:gd name="connsiteX1" fmla="*/ 1298519 w 1298519"/>
                        <a:gd name="connsiteY1" fmla="*/ 0 h 196233"/>
                        <a:gd name="connsiteX2" fmla="*/ 1090701 w 1298519"/>
                        <a:gd name="connsiteY2" fmla="*/ 192891 h 196233"/>
                        <a:gd name="connsiteX3" fmla="*/ 220580 w 1298519"/>
                        <a:gd name="connsiteY3" fmla="*/ 192891 h 196233"/>
                        <a:gd name="connsiteX4" fmla="*/ 0 w 1298519"/>
                        <a:gd name="connsiteY4" fmla="*/ 0 h 196233"/>
                        <a:gd name="connsiteX0" fmla="*/ 0 w 1298519"/>
                        <a:gd name="connsiteY0" fmla="*/ 0 h 194556"/>
                        <a:gd name="connsiteX1" fmla="*/ 1298519 w 1298519"/>
                        <a:gd name="connsiteY1" fmla="*/ 0 h 194556"/>
                        <a:gd name="connsiteX2" fmla="*/ 1090701 w 1298519"/>
                        <a:gd name="connsiteY2" fmla="*/ 192891 h 194556"/>
                        <a:gd name="connsiteX3" fmla="*/ 220580 w 1298519"/>
                        <a:gd name="connsiteY3" fmla="*/ 192891 h 194556"/>
                        <a:gd name="connsiteX4" fmla="*/ 0 w 1298519"/>
                        <a:gd name="connsiteY4" fmla="*/ 0 h 194556"/>
                        <a:gd name="connsiteX0" fmla="*/ 0 w 1298519"/>
                        <a:gd name="connsiteY0" fmla="*/ 0 h 192891"/>
                        <a:gd name="connsiteX1" fmla="*/ 1298519 w 1298519"/>
                        <a:gd name="connsiteY1" fmla="*/ 0 h 192891"/>
                        <a:gd name="connsiteX2" fmla="*/ 1090701 w 1298519"/>
                        <a:gd name="connsiteY2" fmla="*/ 192891 h 192891"/>
                        <a:gd name="connsiteX3" fmla="*/ 220580 w 1298519"/>
                        <a:gd name="connsiteY3" fmla="*/ 192891 h 192891"/>
                        <a:gd name="connsiteX4" fmla="*/ 0 w 1298519"/>
                        <a:gd name="connsiteY4" fmla="*/ 0 h 1928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98519" h="192891">
                          <a:moveTo>
                            <a:pt x="0" y="0"/>
                          </a:moveTo>
                          <a:lnTo>
                            <a:pt x="1298519" y="0"/>
                          </a:lnTo>
                          <a:cubicBezTo>
                            <a:pt x="1197273" y="50548"/>
                            <a:pt x="1191996" y="186706"/>
                            <a:pt x="1090701" y="192891"/>
                          </a:cubicBezTo>
                          <a:lnTo>
                            <a:pt x="220580" y="192891"/>
                          </a:lnTo>
                          <a:cubicBezTo>
                            <a:pt x="85058" y="171386"/>
                            <a:pt x="100178" y="36691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B2B2D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96" name="Rectangle 5"/>
                    <p:cNvSpPr/>
                    <p:nvPr/>
                  </p:nvSpPr>
                  <p:spPr>
                    <a:xfrm>
                      <a:off x="4025254" y="2897913"/>
                      <a:ext cx="853653" cy="138205"/>
                    </a:xfrm>
                    <a:custGeom>
                      <a:avLst/>
                      <a:gdLst>
                        <a:gd name="connsiteX0" fmla="*/ 0 w 853653"/>
                        <a:gd name="connsiteY0" fmla="*/ 0 h 159860"/>
                        <a:gd name="connsiteX1" fmla="*/ 853653 w 853653"/>
                        <a:gd name="connsiteY1" fmla="*/ 0 h 159860"/>
                        <a:gd name="connsiteX2" fmla="*/ 853653 w 853653"/>
                        <a:gd name="connsiteY2" fmla="*/ 159860 h 159860"/>
                        <a:gd name="connsiteX3" fmla="*/ 0 w 853653"/>
                        <a:gd name="connsiteY3" fmla="*/ 159860 h 159860"/>
                        <a:gd name="connsiteX4" fmla="*/ 0 w 853653"/>
                        <a:gd name="connsiteY4" fmla="*/ 0 h 159860"/>
                        <a:gd name="connsiteX0" fmla="*/ 89522 w 853653"/>
                        <a:gd name="connsiteY0" fmla="*/ 9592 h 159860"/>
                        <a:gd name="connsiteX1" fmla="*/ 853653 w 853653"/>
                        <a:gd name="connsiteY1" fmla="*/ 0 h 159860"/>
                        <a:gd name="connsiteX2" fmla="*/ 853653 w 853653"/>
                        <a:gd name="connsiteY2" fmla="*/ 159860 h 159860"/>
                        <a:gd name="connsiteX3" fmla="*/ 0 w 853653"/>
                        <a:gd name="connsiteY3" fmla="*/ 159860 h 159860"/>
                        <a:gd name="connsiteX4" fmla="*/ 89522 w 853653"/>
                        <a:gd name="connsiteY4" fmla="*/ 9592 h 159860"/>
                        <a:gd name="connsiteX0" fmla="*/ 89522 w 853653"/>
                        <a:gd name="connsiteY0" fmla="*/ 0 h 150268"/>
                        <a:gd name="connsiteX1" fmla="*/ 770525 w 853653"/>
                        <a:gd name="connsiteY1" fmla="*/ 6394 h 150268"/>
                        <a:gd name="connsiteX2" fmla="*/ 853653 w 853653"/>
                        <a:gd name="connsiteY2" fmla="*/ 150268 h 150268"/>
                        <a:gd name="connsiteX3" fmla="*/ 0 w 853653"/>
                        <a:gd name="connsiteY3" fmla="*/ 150268 h 150268"/>
                        <a:gd name="connsiteX4" fmla="*/ 89522 w 853653"/>
                        <a:gd name="connsiteY4" fmla="*/ 0 h 150268"/>
                        <a:gd name="connsiteX0" fmla="*/ 89522 w 853653"/>
                        <a:gd name="connsiteY0" fmla="*/ 0 h 150268"/>
                        <a:gd name="connsiteX1" fmla="*/ 760933 w 853653"/>
                        <a:gd name="connsiteY1" fmla="*/ 9591 h 150268"/>
                        <a:gd name="connsiteX2" fmla="*/ 853653 w 853653"/>
                        <a:gd name="connsiteY2" fmla="*/ 150268 h 150268"/>
                        <a:gd name="connsiteX3" fmla="*/ 0 w 853653"/>
                        <a:gd name="connsiteY3" fmla="*/ 150268 h 150268"/>
                        <a:gd name="connsiteX4" fmla="*/ 89522 w 853653"/>
                        <a:gd name="connsiteY4" fmla="*/ 0 h 150268"/>
                        <a:gd name="connsiteX0" fmla="*/ 89522 w 853653"/>
                        <a:gd name="connsiteY0" fmla="*/ 0 h 150268"/>
                        <a:gd name="connsiteX1" fmla="*/ 764130 w 853653"/>
                        <a:gd name="connsiteY1" fmla="*/ 9591 h 150268"/>
                        <a:gd name="connsiteX2" fmla="*/ 853653 w 853653"/>
                        <a:gd name="connsiteY2" fmla="*/ 150268 h 150268"/>
                        <a:gd name="connsiteX3" fmla="*/ 0 w 853653"/>
                        <a:gd name="connsiteY3" fmla="*/ 150268 h 150268"/>
                        <a:gd name="connsiteX4" fmla="*/ 89522 w 853653"/>
                        <a:gd name="connsiteY4" fmla="*/ 0 h 150268"/>
                        <a:gd name="connsiteX0" fmla="*/ 89522 w 853653"/>
                        <a:gd name="connsiteY0" fmla="*/ 0 h 150268"/>
                        <a:gd name="connsiteX1" fmla="*/ 764130 w 853653"/>
                        <a:gd name="connsiteY1" fmla="*/ 6394 h 150268"/>
                        <a:gd name="connsiteX2" fmla="*/ 853653 w 853653"/>
                        <a:gd name="connsiteY2" fmla="*/ 150268 h 150268"/>
                        <a:gd name="connsiteX3" fmla="*/ 0 w 853653"/>
                        <a:gd name="connsiteY3" fmla="*/ 150268 h 150268"/>
                        <a:gd name="connsiteX4" fmla="*/ 89522 w 853653"/>
                        <a:gd name="connsiteY4" fmla="*/ 0 h 150268"/>
                        <a:gd name="connsiteX0" fmla="*/ 86325 w 853653"/>
                        <a:gd name="connsiteY0" fmla="*/ 3197 h 143874"/>
                        <a:gd name="connsiteX1" fmla="*/ 764130 w 853653"/>
                        <a:gd name="connsiteY1" fmla="*/ 0 h 143874"/>
                        <a:gd name="connsiteX2" fmla="*/ 853653 w 853653"/>
                        <a:gd name="connsiteY2" fmla="*/ 143874 h 143874"/>
                        <a:gd name="connsiteX3" fmla="*/ 0 w 853653"/>
                        <a:gd name="connsiteY3" fmla="*/ 143874 h 143874"/>
                        <a:gd name="connsiteX4" fmla="*/ 86325 w 853653"/>
                        <a:gd name="connsiteY4" fmla="*/ 3197 h 143874"/>
                        <a:gd name="connsiteX0" fmla="*/ 95916 w 853653"/>
                        <a:gd name="connsiteY0" fmla="*/ 0 h 150269"/>
                        <a:gd name="connsiteX1" fmla="*/ 764130 w 853653"/>
                        <a:gd name="connsiteY1" fmla="*/ 6395 h 150269"/>
                        <a:gd name="connsiteX2" fmla="*/ 853653 w 853653"/>
                        <a:gd name="connsiteY2" fmla="*/ 150269 h 150269"/>
                        <a:gd name="connsiteX3" fmla="*/ 0 w 853653"/>
                        <a:gd name="connsiteY3" fmla="*/ 150269 h 150269"/>
                        <a:gd name="connsiteX4" fmla="*/ 95916 w 853653"/>
                        <a:gd name="connsiteY4" fmla="*/ 0 h 150269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  <a:gd name="connsiteX0" fmla="*/ 95916 w 853653"/>
                        <a:gd name="connsiteY0" fmla="*/ 0 h 143875"/>
                        <a:gd name="connsiteX1" fmla="*/ 764130 w 853653"/>
                        <a:gd name="connsiteY1" fmla="*/ 1 h 143875"/>
                        <a:gd name="connsiteX2" fmla="*/ 853653 w 853653"/>
                        <a:gd name="connsiteY2" fmla="*/ 143875 h 143875"/>
                        <a:gd name="connsiteX3" fmla="*/ 0 w 853653"/>
                        <a:gd name="connsiteY3" fmla="*/ 143875 h 143875"/>
                        <a:gd name="connsiteX4" fmla="*/ 95916 w 853653"/>
                        <a:gd name="connsiteY4" fmla="*/ 0 h 1438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53653" h="143875">
                          <a:moveTo>
                            <a:pt x="95916" y="0"/>
                          </a:moveTo>
                          <a:lnTo>
                            <a:pt x="764130" y="1"/>
                          </a:lnTo>
                          <a:cubicBezTo>
                            <a:pt x="774788" y="22381"/>
                            <a:pt x="769460" y="105509"/>
                            <a:pt x="853653" y="143875"/>
                          </a:cubicBezTo>
                          <a:lnTo>
                            <a:pt x="0" y="143875"/>
                          </a:lnTo>
                          <a:cubicBezTo>
                            <a:pt x="92720" y="102312"/>
                            <a:pt x="83127" y="22381"/>
                            <a:pt x="95916" y="0"/>
                          </a:cubicBezTo>
                          <a:close/>
                        </a:path>
                      </a:pathLst>
                    </a:custGeom>
                    <a:solidFill>
                      <a:srgbClr val="535353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594" name="Rectangle 1"/>
                  <p:cNvSpPr/>
                  <p:nvPr/>
                </p:nvSpPr>
                <p:spPr>
                  <a:xfrm>
                    <a:off x="1686251" y="3598496"/>
                    <a:ext cx="5792359" cy="2875318"/>
                  </a:xfrm>
                  <a:custGeom>
                    <a:avLst/>
                    <a:gdLst>
                      <a:gd name="connsiteX0" fmla="*/ 0 w 5792359"/>
                      <a:gd name="connsiteY0" fmla="*/ 0 h 2861411"/>
                      <a:gd name="connsiteX1" fmla="*/ 5792359 w 5792359"/>
                      <a:gd name="connsiteY1" fmla="*/ 0 h 2861411"/>
                      <a:gd name="connsiteX2" fmla="*/ 5792359 w 5792359"/>
                      <a:gd name="connsiteY2" fmla="*/ 2861411 h 2861411"/>
                      <a:gd name="connsiteX3" fmla="*/ 0 w 5792359"/>
                      <a:gd name="connsiteY3" fmla="*/ 2861411 h 2861411"/>
                      <a:gd name="connsiteX4" fmla="*/ 0 w 5792359"/>
                      <a:gd name="connsiteY4" fmla="*/ 0 h 2861411"/>
                      <a:gd name="connsiteX0" fmla="*/ 0 w 5792359"/>
                      <a:gd name="connsiteY0" fmla="*/ 0 h 2875318"/>
                      <a:gd name="connsiteX1" fmla="*/ 5792359 w 5792359"/>
                      <a:gd name="connsiteY1" fmla="*/ 0 h 2875318"/>
                      <a:gd name="connsiteX2" fmla="*/ 5792359 w 5792359"/>
                      <a:gd name="connsiteY2" fmla="*/ 2861411 h 2875318"/>
                      <a:gd name="connsiteX3" fmla="*/ 114735 w 5792359"/>
                      <a:gd name="connsiteY3" fmla="*/ 2875318 h 2875318"/>
                      <a:gd name="connsiteX4" fmla="*/ 0 w 5792359"/>
                      <a:gd name="connsiteY4" fmla="*/ 0 h 2875318"/>
                      <a:gd name="connsiteX0" fmla="*/ 0 w 5792359"/>
                      <a:gd name="connsiteY0" fmla="*/ 0 h 2875318"/>
                      <a:gd name="connsiteX1" fmla="*/ 5792359 w 5792359"/>
                      <a:gd name="connsiteY1" fmla="*/ 0 h 2875318"/>
                      <a:gd name="connsiteX2" fmla="*/ 5670671 w 5792359"/>
                      <a:gd name="connsiteY2" fmla="*/ 2854458 h 2875318"/>
                      <a:gd name="connsiteX3" fmla="*/ 114735 w 5792359"/>
                      <a:gd name="connsiteY3" fmla="*/ 2875318 h 2875318"/>
                      <a:gd name="connsiteX4" fmla="*/ 0 w 5792359"/>
                      <a:gd name="connsiteY4" fmla="*/ 0 h 28753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792359" h="2875318">
                        <a:moveTo>
                          <a:pt x="0" y="0"/>
                        </a:moveTo>
                        <a:lnTo>
                          <a:pt x="5792359" y="0"/>
                        </a:lnTo>
                        <a:lnTo>
                          <a:pt x="5670671" y="2854458"/>
                        </a:lnTo>
                        <a:lnTo>
                          <a:pt x="114735" y="287531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2B2B2D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89" name="Rectangle 12"/>
                <p:cNvSpPr/>
                <p:nvPr/>
              </p:nvSpPr>
              <p:spPr>
                <a:xfrm>
                  <a:off x="1709232" y="3593919"/>
                  <a:ext cx="5727241" cy="506650"/>
                </a:xfrm>
                <a:custGeom>
                  <a:avLst/>
                  <a:gdLst>
                    <a:gd name="connsiteX0" fmla="*/ 0 w 5791200"/>
                    <a:gd name="connsiteY0" fmla="*/ 0 h 499533"/>
                    <a:gd name="connsiteX1" fmla="*/ 5791200 w 5791200"/>
                    <a:gd name="connsiteY1" fmla="*/ 0 h 499533"/>
                    <a:gd name="connsiteX2" fmla="*/ 5791200 w 5791200"/>
                    <a:gd name="connsiteY2" fmla="*/ 499533 h 499533"/>
                    <a:gd name="connsiteX3" fmla="*/ 0 w 5791200"/>
                    <a:gd name="connsiteY3" fmla="*/ 499533 h 499533"/>
                    <a:gd name="connsiteX4" fmla="*/ 0 w 5791200"/>
                    <a:gd name="connsiteY4" fmla="*/ 0 h 499533"/>
                    <a:gd name="connsiteX0" fmla="*/ 0 w 5791200"/>
                    <a:gd name="connsiteY0" fmla="*/ 0 h 499533"/>
                    <a:gd name="connsiteX1" fmla="*/ 5791200 w 5791200"/>
                    <a:gd name="connsiteY1" fmla="*/ 0 h 499533"/>
                    <a:gd name="connsiteX2" fmla="*/ 5766294 w 5791200"/>
                    <a:gd name="connsiteY2" fmla="*/ 499533 h 499533"/>
                    <a:gd name="connsiteX3" fmla="*/ 0 w 5791200"/>
                    <a:gd name="connsiteY3" fmla="*/ 499533 h 499533"/>
                    <a:gd name="connsiteX4" fmla="*/ 0 w 5791200"/>
                    <a:gd name="connsiteY4" fmla="*/ 0 h 499533"/>
                    <a:gd name="connsiteX0" fmla="*/ 0 w 5791200"/>
                    <a:gd name="connsiteY0" fmla="*/ 0 h 499533"/>
                    <a:gd name="connsiteX1" fmla="*/ 5791200 w 5791200"/>
                    <a:gd name="connsiteY1" fmla="*/ 0 h 499533"/>
                    <a:gd name="connsiteX2" fmla="*/ 5769852 w 5791200"/>
                    <a:gd name="connsiteY2" fmla="*/ 499533 h 499533"/>
                    <a:gd name="connsiteX3" fmla="*/ 0 w 5791200"/>
                    <a:gd name="connsiteY3" fmla="*/ 499533 h 499533"/>
                    <a:gd name="connsiteX4" fmla="*/ 0 w 5791200"/>
                    <a:gd name="connsiteY4" fmla="*/ 0 h 499533"/>
                    <a:gd name="connsiteX0" fmla="*/ 0 w 5791200"/>
                    <a:gd name="connsiteY0" fmla="*/ 0 h 503091"/>
                    <a:gd name="connsiteX1" fmla="*/ 5791200 w 5791200"/>
                    <a:gd name="connsiteY1" fmla="*/ 0 h 503091"/>
                    <a:gd name="connsiteX2" fmla="*/ 5769852 w 5791200"/>
                    <a:gd name="connsiteY2" fmla="*/ 499533 h 503091"/>
                    <a:gd name="connsiteX3" fmla="*/ 14232 w 5791200"/>
                    <a:gd name="connsiteY3" fmla="*/ 503091 h 503091"/>
                    <a:gd name="connsiteX4" fmla="*/ 0 w 5791200"/>
                    <a:gd name="connsiteY4" fmla="*/ 0 h 503091"/>
                    <a:gd name="connsiteX0" fmla="*/ 0 w 5791200"/>
                    <a:gd name="connsiteY0" fmla="*/ 0 h 503091"/>
                    <a:gd name="connsiteX1" fmla="*/ 5791200 w 5791200"/>
                    <a:gd name="connsiteY1" fmla="*/ 0 h 503091"/>
                    <a:gd name="connsiteX2" fmla="*/ 5769852 w 5791200"/>
                    <a:gd name="connsiteY2" fmla="*/ 499533 h 503091"/>
                    <a:gd name="connsiteX3" fmla="*/ 14232 w 5791200"/>
                    <a:gd name="connsiteY3" fmla="*/ 503091 h 503091"/>
                    <a:gd name="connsiteX4" fmla="*/ 0 w 5791200"/>
                    <a:gd name="connsiteY4" fmla="*/ 0 h 503091"/>
                    <a:gd name="connsiteX0" fmla="*/ 0 w 5791200"/>
                    <a:gd name="connsiteY0" fmla="*/ 0 h 503091"/>
                    <a:gd name="connsiteX1" fmla="*/ 5791200 w 5791200"/>
                    <a:gd name="connsiteY1" fmla="*/ 0 h 503091"/>
                    <a:gd name="connsiteX2" fmla="*/ 5769852 w 5791200"/>
                    <a:gd name="connsiteY2" fmla="*/ 499533 h 503091"/>
                    <a:gd name="connsiteX3" fmla="*/ 14232 w 5791200"/>
                    <a:gd name="connsiteY3" fmla="*/ 503091 h 503091"/>
                    <a:gd name="connsiteX4" fmla="*/ 0 w 5791200"/>
                    <a:gd name="connsiteY4" fmla="*/ 0 h 503091"/>
                    <a:gd name="connsiteX0" fmla="*/ 0 w 5798316"/>
                    <a:gd name="connsiteY0" fmla="*/ 0 h 506649"/>
                    <a:gd name="connsiteX1" fmla="*/ 5798316 w 5798316"/>
                    <a:gd name="connsiteY1" fmla="*/ 3558 h 506649"/>
                    <a:gd name="connsiteX2" fmla="*/ 5776968 w 5798316"/>
                    <a:gd name="connsiteY2" fmla="*/ 503091 h 506649"/>
                    <a:gd name="connsiteX3" fmla="*/ 21348 w 5798316"/>
                    <a:gd name="connsiteY3" fmla="*/ 506649 h 506649"/>
                    <a:gd name="connsiteX4" fmla="*/ 0 w 5798316"/>
                    <a:gd name="connsiteY4" fmla="*/ 0 h 5066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98316" h="506649">
                      <a:moveTo>
                        <a:pt x="0" y="0"/>
                      </a:moveTo>
                      <a:lnTo>
                        <a:pt x="5798316" y="3558"/>
                      </a:lnTo>
                      <a:lnTo>
                        <a:pt x="5776968" y="503091"/>
                      </a:lnTo>
                      <a:lnTo>
                        <a:pt x="21348" y="5066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B2B2D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90" name="Group 32"/>
                <p:cNvGrpSpPr/>
                <p:nvPr/>
              </p:nvGrpSpPr>
              <p:grpSpPr>
                <a:xfrm>
                  <a:off x="3152390" y="-292423"/>
                  <a:ext cx="2810828" cy="6945873"/>
                  <a:chOff x="3152390" y="-292423"/>
                  <a:chExt cx="2810828" cy="6945873"/>
                </a:xfrm>
              </p:grpSpPr>
              <p:sp>
                <p:nvSpPr>
                  <p:cNvPr id="591" name="Rectangle 4"/>
                  <p:cNvSpPr/>
                  <p:nvPr/>
                </p:nvSpPr>
                <p:spPr>
                  <a:xfrm>
                    <a:off x="3161323" y="-292423"/>
                    <a:ext cx="2801895" cy="6935499"/>
                  </a:xfrm>
                  <a:custGeom>
                    <a:avLst/>
                    <a:gdLst>
                      <a:gd name="connsiteX0" fmla="*/ 0 w 2771775"/>
                      <a:gd name="connsiteY0" fmla="*/ 0 h 2181225"/>
                      <a:gd name="connsiteX1" fmla="*/ 2771775 w 2771775"/>
                      <a:gd name="connsiteY1" fmla="*/ 0 h 2181225"/>
                      <a:gd name="connsiteX2" fmla="*/ 2771775 w 2771775"/>
                      <a:gd name="connsiteY2" fmla="*/ 2181225 h 2181225"/>
                      <a:gd name="connsiteX3" fmla="*/ 0 w 2771775"/>
                      <a:gd name="connsiteY3" fmla="*/ 2181225 h 2181225"/>
                      <a:gd name="connsiteX4" fmla="*/ 0 w 2771775"/>
                      <a:gd name="connsiteY4" fmla="*/ 0 h 2181225"/>
                      <a:gd name="connsiteX0" fmla="*/ 1496646 w 2771775"/>
                      <a:gd name="connsiteY0" fmla="*/ 480646 h 2181225"/>
                      <a:gd name="connsiteX1" fmla="*/ 2771775 w 2771775"/>
                      <a:gd name="connsiteY1" fmla="*/ 0 h 2181225"/>
                      <a:gd name="connsiteX2" fmla="*/ 2771775 w 2771775"/>
                      <a:gd name="connsiteY2" fmla="*/ 2181225 h 2181225"/>
                      <a:gd name="connsiteX3" fmla="*/ 0 w 2771775"/>
                      <a:gd name="connsiteY3" fmla="*/ 2181225 h 2181225"/>
                      <a:gd name="connsiteX4" fmla="*/ 1496646 w 2771775"/>
                      <a:gd name="connsiteY4" fmla="*/ 480646 h 2181225"/>
                      <a:gd name="connsiteX0" fmla="*/ 1355969 w 2771775"/>
                      <a:gd name="connsiteY0" fmla="*/ 7815 h 2181225"/>
                      <a:gd name="connsiteX1" fmla="*/ 2771775 w 2771775"/>
                      <a:gd name="connsiteY1" fmla="*/ 0 h 2181225"/>
                      <a:gd name="connsiteX2" fmla="*/ 2771775 w 2771775"/>
                      <a:gd name="connsiteY2" fmla="*/ 2181225 h 2181225"/>
                      <a:gd name="connsiteX3" fmla="*/ 0 w 2771775"/>
                      <a:gd name="connsiteY3" fmla="*/ 2181225 h 2181225"/>
                      <a:gd name="connsiteX4" fmla="*/ 1355969 w 2771775"/>
                      <a:gd name="connsiteY4" fmla="*/ 7815 h 2181225"/>
                      <a:gd name="connsiteX0" fmla="*/ 1355969 w 2771775"/>
                      <a:gd name="connsiteY0" fmla="*/ 7815 h 2181225"/>
                      <a:gd name="connsiteX1" fmla="*/ 2771775 w 2771775"/>
                      <a:gd name="connsiteY1" fmla="*/ 0 h 2181225"/>
                      <a:gd name="connsiteX2" fmla="*/ 2771775 w 2771775"/>
                      <a:gd name="connsiteY2" fmla="*/ 2181225 h 2181225"/>
                      <a:gd name="connsiteX3" fmla="*/ 0 w 2771775"/>
                      <a:gd name="connsiteY3" fmla="*/ 2181225 h 2181225"/>
                      <a:gd name="connsiteX4" fmla="*/ 1355969 w 2771775"/>
                      <a:gd name="connsiteY4" fmla="*/ 7815 h 2181225"/>
                      <a:gd name="connsiteX0" fmla="*/ 1355969 w 2771775"/>
                      <a:gd name="connsiteY0" fmla="*/ 0 h 2173410"/>
                      <a:gd name="connsiteX1" fmla="*/ 2728791 w 2771775"/>
                      <a:gd name="connsiteY1" fmla="*/ 746369 h 2173410"/>
                      <a:gd name="connsiteX2" fmla="*/ 2771775 w 2771775"/>
                      <a:gd name="connsiteY2" fmla="*/ 2173410 h 2173410"/>
                      <a:gd name="connsiteX3" fmla="*/ 0 w 2771775"/>
                      <a:gd name="connsiteY3" fmla="*/ 2173410 h 2173410"/>
                      <a:gd name="connsiteX4" fmla="*/ 1355969 w 2771775"/>
                      <a:gd name="connsiteY4" fmla="*/ 0 h 2173410"/>
                      <a:gd name="connsiteX0" fmla="*/ 1355969 w 2771775"/>
                      <a:gd name="connsiteY0" fmla="*/ 0 h 2173410"/>
                      <a:gd name="connsiteX1" fmla="*/ 2728791 w 2771775"/>
                      <a:gd name="connsiteY1" fmla="*/ 746369 h 2173410"/>
                      <a:gd name="connsiteX2" fmla="*/ 2771775 w 2771775"/>
                      <a:gd name="connsiteY2" fmla="*/ 2173410 h 2173410"/>
                      <a:gd name="connsiteX3" fmla="*/ 0 w 2771775"/>
                      <a:gd name="connsiteY3" fmla="*/ 2173410 h 2173410"/>
                      <a:gd name="connsiteX4" fmla="*/ 1355969 w 2771775"/>
                      <a:gd name="connsiteY4" fmla="*/ 0 h 2173410"/>
                      <a:gd name="connsiteX0" fmla="*/ 1355969 w 2771775"/>
                      <a:gd name="connsiteY0" fmla="*/ 986 h 2174396"/>
                      <a:gd name="connsiteX1" fmla="*/ 2728791 w 2771775"/>
                      <a:gd name="connsiteY1" fmla="*/ 747355 h 2174396"/>
                      <a:gd name="connsiteX2" fmla="*/ 2771775 w 2771775"/>
                      <a:gd name="connsiteY2" fmla="*/ 2174396 h 2174396"/>
                      <a:gd name="connsiteX3" fmla="*/ 0 w 2771775"/>
                      <a:gd name="connsiteY3" fmla="*/ 2174396 h 2174396"/>
                      <a:gd name="connsiteX4" fmla="*/ 1355969 w 2771775"/>
                      <a:gd name="connsiteY4" fmla="*/ 986 h 2174396"/>
                      <a:gd name="connsiteX0" fmla="*/ 1355969 w 2771775"/>
                      <a:gd name="connsiteY0" fmla="*/ 1114 h 2174524"/>
                      <a:gd name="connsiteX1" fmla="*/ 2728791 w 2771775"/>
                      <a:gd name="connsiteY1" fmla="*/ 747483 h 2174524"/>
                      <a:gd name="connsiteX2" fmla="*/ 2771775 w 2771775"/>
                      <a:gd name="connsiteY2" fmla="*/ 2174524 h 2174524"/>
                      <a:gd name="connsiteX3" fmla="*/ 0 w 2771775"/>
                      <a:gd name="connsiteY3" fmla="*/ 2174524 h 2174524"/>
                      <a:gd name="connsiteX4" fmla="*/ 1355969 w 2771775"/>
                      <a:gd name="connsiteY4" fmla="*/ 1114 h 2174524"/>
                      <a:gd name="connsiteX0" fmla="*/ 1355969 w 2771775"/>
                      <a:gd name="connsiteY0" fmla="*/ 1100 h 2178418"/>
                      <a:gd name="connsiteX1" fmla="*/ 2728791 w 2771775"/>
                      <a:gd name="connsiteY1" fmla="*/ 751377 h 2178418"/>
                      <a:gd name="connsiteX2" fmla="*/ 2771775 w 2771775"/>
                      <a:gd name="connsiteY2" fmla="*/ 2178418 h 2178418"/>
                      <a:gd name="connsiteX3" fmla="*/ 0 w 2771775"/>
                      <a:gd name="connsiteY3" fmla="*/ 2178418 h 2178418"/>
                      <a:gd name="connsiteX4" fmla="*/ 1355969 w 2771775"/>
                      <a:gd name="connsiteY4" fmla="*/ 1100 h 2178418"/>
                      <a:gd name="connsiteX0" fmla="*/ 1355969 w 2771775"/>
                      <a:gd name="connsiteY0" fmla="*/ 1100 h 2178418"/>
                      <a:gd name="connsiteX1" fmla="*/ 2728791 w 2771775"/>
                      <a:gd name="connsiteY1" fmla="*/ 751377 h 2178418"/>
                      <a:gd name="connsiteX2" fmla="*/ 2771775 w 2771775"/>
                      <a:gd name="connsiteY2" fmla="*/ 2178418 h 2178418"/>
                      <a:gd name="connsiteX3" fmla="*/ 0 w 2771775"/>
                      <a:gd name="connsiteY3" fmla="*/ 2178418 h 2178418"/>
                      <a:gd name="connsiteX4" fmla="*/ 1355969 w 2771775"/>
                      <a:gd name="connsiteY4" fmla="*/ 1100 h 2178418"/>
                      <a:gd name="connsiteX0" fmla="*/ 1035387 w 2451193"/>
                      <a:gd name="connsiteY0" fmla="*/ 1100 h 2178418"/>
                      <a:gd name="connsiteX1" fmla="*/ 2408209 w 2451193"/>
                      <a:gd name="connsiteY1" fmla="*/ 751377 h 2178418"/>
                      <a:gd name="connsiteX2" fmla="*/ 2451193 w 2451193"/>
                      <a:gd name="connsiteY2" fmla="*/ 2178418 h 2178418"/>
                      <a:gd name="connsiteX3" fmla="*/ 332003 w 2451193"/>
                      <a:gd name="connsiteY3" fmla="*/ 1854079 h 2178418"/>
                      <a:gd name="connsiteX4" fmla="*/ 1035387 w 2451193"/>
                      <a:gd name="connsiteY4" fmla="*/ 1100 h 2178418"/>
                      <a:gd name="connsiteX0" fmla="*/ 1035387 w 2408209"/>
                      <a:gd name="connsiteY0" fmla="*/ 1100 h 1881434"/>
                      <a:gd name="connsiteX1" fmla="*/ 2408209 w 2408209"/>
                      <a:gd name="connsiteY1" fmla="*/ 751377 h 1881434"/>
                      <a:gd name="connsiteX2" fmla="*/ 1822055 w 2408209"/>
                      <a:gd name="connsiteY2" fmla="*/ 1881434 h 1881434"/>
                      <a:gd name="connsiteX3" fmla="*/ 332003 w 2408209"/>
                      <a:gd name="connsiteY3" fmla="*/ 1854079 h 1881434"/>
                      <a:gd name="connsiteX4" fmla="*/ 1035387 w 2408209"/>
                      <a:gd name="connsiteY4" fmla="*/ 1100 h 1881434"/>
                      <a:gd name="connsiteX0" fmla="*/ 1035387 w 2408209"/>
                      <a:gd name="connsiteY0" fmla="*/ 1100 h 1881434"/>
                      <a:gd name="connsiteX1" fmla="*/ 2408209 w 2408209"/>
                      <a:gd name="connsiteY1" fmla="*/ 751377 h 1881434"/>
                      <a:gd name="connsiteX2" fmla="*/ 1822055 w 2408209"/>
                      <a:gd name="connsiteY2" fmla="*/ 1881434 h 1881434"/>
                      <a:gd name="connsiteX3" fmla="*/ 332003 w 2408209"/>
                      <a:gd name="connsiteY3" fmla="*/ 1854079 h 1881434"/>
                      <a:gd name="connsiteX4" fmla="*/ 1035387 w 2408209"/>
                      <a:gd name="connsiteY4" fmla="*/ 1100 h 1881434"/>
                      <a:gd name="connsiteX0" fmla="*/ 972815 w 2345637"/>
                      <a:gd name="connsiteY0" fmla="*/ 1100 h 1881434"/>
                      <a:gd name="connsiteX1" fmla="*/ 2345637 w 2345637"/>
                      <a:gd name="connsiteY1" fmla="*/ 751377 h 1881434"/>
                      <a:gd name="connsiteX2" fmla="*/ 1759483 w 2345637"/>
                      <a:gd name="connsiteY2" fmla="*/ 1881434 h 1881434"/>
                      <a:gd name="connsiteX3" fmla="*/ 269431 w 2345637"/>
                      <a:gd name="connsiteY3" fmla="*/ 1854079 h 1881434"/>
                      <a:gd name="connsiteX4" fmla="*/ 60980 w 2345637"/>
                      <a:gd name="connsiteY4" fmla="*/ 812190 h 1881434"/>
                      <a:gd name="connsiteX5" fmla="*/ 972815 w 2345637"/>
                      <a:gd name="connsiteY5" fmla="*/ 1100 h 1881434"/>
                      <a:gd name="connsiteX0" fmla="*/ 1326035 w 2698857"/>
                      <a:gd name="connsiteY0" fmla="*/ 1100 h 1881434"/>
                      <a:gd name="connsiteX1" fmla="*/ 2698857 w 2698857"/>
                      <a:gd name="connsiteY1" fmla="*/ 751377 h 1881434"/>
                      <a:gd name="connsiteX2" fmla="*/ 2112703 w 2698857"/>
                      <a:gd name="connsiteY2" fmla="*/ 1881434 h 1881434"/>
                      <a:gd name="connsiteX3" fmla="*/ 622651 w 2698857"/>
                      <a:gd name="connsiteY3" fmla="*/ 1854079 h 1881434"/>
                      <a:gd name="connsiteX4" fmla="*/ 19523 w 2698857"/>
                      <a:gd name="connsiteY4" fmla="*/ 796560 h 1881434"/>
                      <a:gd name="connsiteX5" fmla="*/ 1326035 w 2698857"/>
                      <a:gd name="connsiteY5" fmla="*/ 1100 h 1881434"/>
                      <a:gd name="connsiteX0" fmla="*/ 1326035 w 2698857"/>
                      <a:gd name="connsiteY0" fmla="*/ 1100 h 1881434"/>
                      <a:gd name="connsiteX1" fmla="*/ 2698857 w 2698857"/>
                      <a:gd name="connsiteY1" fmla="*/ 751377 h 1881434"/>
                      <a:gd name="connsiteX2" fmla="*/ 2112703 w 2698857"/>
                      <a:gd name="connsiteY2" fmla="*/ 1881434 h 1881434"/>
                      <a:gd name="connsiteX3" fmla="*/ 622651 w 2698857"/>
                      <a:gd name="connsiteY3" fmla="*/ 1854079 h 1881434"/>
                      <a:gd name="connsiteX4" fmla="*/ 19523 w 2698857"/>
                      <a:gd name="connsiteY4" fmla="*/ 796560 h 1881434"/>
                      <a:gd name="connsiteX5" fmla="*/ 1326035 w 2698857"/>
                      <a:gd name="connsiteY5" fmla="*/ 1100 h 1881434"/>
                      <a:gd name="connsiteX0" fmla="*/ 1307651 w 2680473"/>
                      <a:gd name="connsiteY0" fmla="*/ 1100 h 1881434"/>
                      <a:gd name="connsiteX1" fmla="*/ 2680473 w 2680473"/>
                      <a:gd name="connsiteY1" fmla="*/ 751377 h 1881434"/>
                      <a:gd name="connsiteX2" fmla="*/ 2094319 w 2680473"/>
                      <a:gd name="connsiteY2" fmla="*/ 1881434 h 1881434"/>
                      <a:gd name="connsiteX3" fmla="*/ 604267 w 2680473"/>
                      <a:gd name="connsiteY3" fmla="*/ 1854079 h 1881434"/>
                      <a:gd name="connsiteX4" fmla="*/ 1139 w 2680473"/>
                      <a:gd name="connsiteY4" fmla="*/ 796560 h 1881434"/>
                      <a:gd name="connsiteX5" fmla="*/ 1307651 w 2680473"/>
                      <a:gd name="connsiteY5" fmla="*/ 1100 h 1881434"/>
                      <a:gd name="connsiteX0" fmla="*/ 1307271 w 2680093"/>
                      <a:gd name="connsiteY0" fmla="*/ 1100 h 1881434"/>
                      <a:gd name="connsiteX1" fmla="*/ 2680093 w 2680093"/>
                      <a:gd name="connsiteY1" fmla="*/ 751377 h 1881434"/>
                      <a:gd name="connsiteX2" fmla="*/ 2093939 w 2680093"/>
                      <a:gd name="connsiteY2" fmla="*/ 1881434 h 1881434"/>
                      <a:gd name="connsiteX3" fmla="*/ 603887 w 2680093"/>
                      <a:gd name="connsiteY3" fmla="*/ 1854079 h 1881434"/>
                      <a:gd name="connsiteX4" fmla="*/ 759 w 2680093"/>
                      <a:gd name="connsiteY4" fmla="*/ 796560 h 1881434"/>
                      <a:gd name="connsiteX5" fmla="*/ 1307271 w 2680093"/>
                      <a:gd name="connsiteY5" fmla="*/ 1100 h 1881434"/>
                      <a:gd name="connsiteX0" fmla="*/ 1311319 w 2684141"/>
                      <a:gd name="connsiteY0" fmla="*/ 1100 h 1881434"/>
                      <a:gd name="connsiteX1" fmla="*/ 2684141 w 2684141"/>
                      <a:gd name="connsiteY1" fmla="*/ 751377 h 1881434"/>
                      <a:gd name="connsiteX2" fmla="*/ 2097987 w 2684141"/>
                      <a:gd name="connsiteY2" fmla="*/ 1881434 h 1881434"/>
                      <a:gd name="connsiteX3" fmla="*/ 607935 w 2684141"/>
                      <a:gd name="connsiteY3" fmla="*/ 1854079 h 1881434"/>
                      <a:gd name="connsiteX4" fmla="*/ 4807 w 2684141"/>
                      <a:gd name="connsiteY4" fmla="*/ 796560 h 1881434"/>
                      <a:gd name="connsiteX5" fmla="*/ 1311319 w 2684141"/>
                      <a:gd name="connsiteY5" fmla="*/ 1100 h 1881434"/>
                      <a:gd name="connsiteX0" fmla="*/ 1311319 w 2684141"/>
                      <a:gd name="connsiteY0" fmla="*/ 1100 h 1881434"/>
                      <a:gd name="connsiteX1" fmla="*/ 2684141 w 2684141"/>
                      <a:gd name="connsiteY1" fmla="*/ 751377 h 1881434"/>
                      <a:gd name="connsiteX2" fmla="*/ 2097987 w 2684141"/>
                      <a:gd name="connsiteY2" fmla="*/ 1881434 h 1881434"/>
                      <a:gd name="connsiteX3" fmla="*/ 607935 w 2684141"/>
                      <a:gd name="connsiteY3" fmla="*/ 1854079 h 1881434"/>
                      <a:gd name="connsiteX4" fmla="*/ 4807 w 2684141"/>
                      <a:gd name="connsiteY4" fmla="*/ 796560 h 1881434"/>
                      <a:gd name="connsiteX5" fmla="*/ 1311319 w 2684141"/>
                      <a:gd name="connsiteY5" fmla="*/ 1100 h 1881434"/>
                      <a:gd name="connsiteX0" fmla="*/ 1311319 w 2698632"/>
                      <a:gd name="connsiteY0" fmla="*/ 1100 h 1881434"/>
                      <a:gd name="connsiteX1" fmla="*/ 2684141 w 2698632"/>
                      <a:gd name="connsiteY1" fmla="*/ 751377 h 1881434"/>
                      <a:gd name="connsiteX2" fmla="*/ 2097987 w 2698632"/>
                      <a:gd name="connsiteY2" fmla="*/ 1881434 h 1881434"/>
                      <a:gd name="connsiteX3" fmla="*/ 607935 w 2698632"/>
                      <a:gd name="connsiteY3" fmla="*/ 1854079 h 1881434"/>
                      <a:gd name="connsiteX4" fmla="*/ 4807 w 2698632"/>
                      <a:gd name="connsiteY4" fmla="*/ 796560 h 1881434"/>
                      <a:gd name="connsiteX5" fmla="*/ 1311319 w 2698632"/>
                      <a:gd name="connsiteY5" fmla="*/ 1100 h 1881434"/>
                      <a:gd name="connsiteX0" fmla="*/ 1311319 w 2689678"/>
                      <a:gd name="connsiteY0" fmla="*/ 1100 h 1881434"/>
                      <a:gd name="connsiteX1" fmla="*/ 2684141 w 2689678"/>
                      <a:gd name="connsiteY1" fmla="*/ 751377 h 1881434"/>
                      <a:gd name="connsiteX2" fmla="*/ 2097987 w 2689678"/>
                      <a:gd name="connsiteY2" fmla="*/ 1881434 h 1881434"/>
                      <a:gd name="connsiteX3" fmla="*/ 607935 w 2689678"/>
                      <a:gd name="connsiteY3" fmla="*/ 1854079 h 1881434"/>
                      <a:gd name="connsiteX4" fmla="*/ 4807 w 2689678"/>
                      <a:gd name="connsiteY4" fmla="*/ 796560 h 1881434"/>
                      <a:gd name="connsiteX5" fmla="*/ 1311319 w 2689678"/>
                      <a:gd name="connsiteY5" fmla="*/ 1100 h 1881434"/>
                      <a:gd name="connsiteX0" fmla="*/ 1311319 w 2685624"/>
                      <a:gd name="connsiteY0" fmla="*/ 1100 h 1881434"/>
                      <a:gd name="connsiteX1" fmla="*/ 2684141 w 2685624"/>
                      <a:gd name="connsiteY1" fmla="*/ 751377 h 1881434"/>
                      <a:gd name="connsiteX2" fmla="*/ 2097987 w 2685624"/>
                      <a:gd name="connsiteY2" fmla="*/ 1881434 h 1881434"/>
                      <a:gd name="connsiteX3" fmla="*/ 607935 w 2685624"/>
                      <a:gd name="connsiteY3" fmla="*/ 1854079 h 1881434"/>
                      <a:gd name="connsiteX4" fmla="*/ 4807 w 2685624"/>
                      <a:gd name="connsiteY4" fmla="*/ 796560 h 1881434"/>
                      <a:gd name="connsiteX5" fmla="*/ 1311319 w 2685624"/>
                      <a:gd name="connsiteY5" fmla="*/ 1100 h 1881434"/>
                      <a:gd name="connsiteX0" fmla="*/ 1311319 w 2700913"/>
                      <a:gd name="connsiteY0" fmla="*/ 1100 h 1881434"/>
                      <a:gd name="connsiteX1" fmla="*/ 2684141 w 2700913"/>
                      <a:gd name="connsiteY1" fmla="*/ 751377 h 1881434"/>
                      <a:gd name="connsiteX2" fmla="*/ 2097987 w 2700913"/>
                      <a:gd name="connsiteY2" fmla="*/ 1881434 h 1881434"/>
                      <a:gd name="connsiteX3" fmla="*/ 607935 w 2700913"/>
                      <a:gd name="connsiteY3" fmla="*/ 1854079 h 1881434"/>
                      <a:gd name="connsiteX4" fmla="*/ 4807 w 2700913"/>
                      <a:gd name="connsiteY4" fmla="*/ 796560 h 1881434"/>
                      <a:gd name="connsiteX5" fmla="*/ 1311319 w 2700913"/>
                      <a:gd name="connsiteY5" fmla="*/ 1100 h 1881434"/>
                      <a:gd name="connsiteX0" fmla="*/ 1311319 w 2684316"/>
                      <a:gd name="connsiteY0" fmla="*/ 1100 h 1881434"/>
                      <a:gd name="connsiteX1" fmla="*/ 2684141 w 2684316"/>
                      <a:gd name="connsiteY1" fmla="*/ 751377 h 1881434"/>
                      <a:gd name="connsiteX2" fmla="*/ 2097987 w 2684316"/>
                      <a:gd name="connsiteY2" fmla="*/ 1881434 h 1881434"/>
                      <a:gd name="connsiteX3" fmla="*/ 607935 w 2684316"/>
                      <a:gd name="connsiteY3" fmla="*/ 1854079 h 1881434"/>
                      <a:gd name="connsiteX4" fmla="*/ 4807 w 2684316"/>
                      <a:gd name="connsiteY4" fmla="*/ 796560 h 1881434"/>
                      <a:gd name="connsiteX5" fmla="*/ 1311319 w 2684316"/>
                      <a:gd name="connsiteY5" fmla="*/ 1100 h 1881434"/>
                      <a:gd name="connsiteX0" fmla="*/ 1311319 w 2699943"/>
                      <a:gd name="connsiteY0" fmla="*/ 874 h 1881208"/>
                      <a:gd name="connsiteX1" fmla="*/ 2699772 w 2699943"/>
                      <a:gd name="connsiteY1" fmla="*/ 829305 h 1881208"/>
                      <a:gd name="connsiteX2" fmla="*/ 2097987 w 2699943"/>
                      <a:gd name="connsiteY2" fmla="*/ 1881208 h 1881208"/>
                      <a:gd name="connsiteX3" fmla="*/ 607935 w 2699943"/>
                      <a:gd name="connsiteY3" fmla="*/ 1853853 h 1881208"/>
                      <a:gd name="connsiteX4" fmla="*/ 4807 w 2699943"/>
                      <a:gd name="connsiteY4" fmla="*/ 796334 h 1881208"/>
                      <a:gd name="connsiteX5" fmla="*/ 1311319 w 2699943"/>
                      <a:gd name="connsiteY5" fmla="*/ 874 h 1881208"/>
                      <a:gd name="connsiteX0" fmla="*/ 1311319 w 2699943"/>
                      <a:gd name="connsiteY0" fmla="*/ 1125 h 1881459"/>
                      <a:gd name="connsiteX1" fmla="*/ 2699772 w 2699943"/>
                      <a:gd name="connsiteY1" fmla="*/ 829556 h 1881459"/>
                      <a:gd name="connsiteX2" fmla="*/ 2097987 w 2699943"/>
                      <a:gd name="connsiteY2" fmla="*/ 1881459 h 1881459"/>
                      <a:gd name="connsiteX3" fmla="*/ 607935 w 2699943"/>
                      <a:gd name="connsiteY3" fmla="*/ 1854104 h 1881459"/>
                      <a:gd name="connsiteX4" fmla="*/ 4807 w 2699943"/>
                      <a:gd name="connsiteY4" fmla="*/ 796585 h 1881459"/>
                      <a:gd name="connsiteX5" fmla="*/ 1311319 w 2699943"/>
                      <a:gd name="connsiteY5" fmla="*/ 1125 h 1881459"/>
                      <a:gd name="connsiteX0" fmla="*/ 1311319 w 2699961"/>
                      <a:gd name="connsiteY0" fmla="*/ 1125 h 1881459"/>
                      <a:gd name="connsiteX1" fmla="*/ 2699772 w 2699961"/>
                      <a:gd name="connsiteY1" fmla="*/ 829556 h 1881459"/>
                      <a:gd name="connsiteX2" fmla="*/ 2097987 w 2699961"/>
                      <a:gd name="connsiteY2" fmla="*/ 1881459 h 1881459"/>
                      <a:gd name="connsiteX3" fmla="*/ 607935 w 2699961"/>
                      <a:gd name="connsiteY3" fmla="*/ 1854104 h 1881459"/>
                      <a:gd name="connsiteX4" fmla="*/ 4807 w 2699961"/>
                      <a:gd name="connsiteY4" fmla="*/ 796585 h 1881459"/>
                      <a:gd name="connsiteX5" fmla="*/ 1311319 w 2699961"/>
                      <a:gd name="connsiteY5" fmla="*/ 1125 h 1881459"/>
                      <a:gd name="connsiteX0" fmla="*/ 1311413 w 2700055"/>
                      <a:gd name="connsiteY0" fmla="*/ 1125 h 1881459"/>
                      <a:gd name="connsiteX1" fmla="*/ 2699866 w 2700055"/>
                      <a:gd name="connsiteY1" fmla="*/ 829556 h 1881459"/>
                      <a:gd name="connsiteX2" fmla="*/ 2098081 w 2700055"/>
                      <a:gd name="connsiteY2" fmla="*/ 1881459 h 1881459"/>
                      <a:gd name="connsiteX3" fmla="*/ 596306 w 2700055"/>
                      <a:gd name="connsiteY3" fmla="*/ 1861920 h 1881459"/>
                      <a:gd name="connsiteX4" fmla="*/ 4901 w 2700055"/>
                      <a:gd name="connsiteY4" fmla="*/ 796585 h 1881459"/>
                      <a:gd name="connsiteX5" fmla="*/ 1311413 w 2700055"/>
                      <a:gd name="connsiteY5" fmla="*/ 1125 h 1881459"/>
                      <a:gd name="connsiteX0" fmla="*/ 1311413 w 2700055"/>
                      <a:gd name="connsiteY0" fmla="*/ 1125 h 1881459"/>
                      <a:gd name="connsiteX1" fmla="*/ 2699866 w 2700055"/>
                      <a:gd name="connsiteY1" fmla="*/ 829556 h 1881459"/>
                      <a:gd name="connsiteX2" fmla="*/ 2098081 w 2700055"/>
                      <a:gd name="connsiteY2" fmla="*/ 1881459 h 1881459"/>
                      <a:gd name="connsiteX3" fmla="*/ 1263177 w 2700055"/>
                      <a:gd name="connsiteY3" fmla="*/ 1871201 h 1881459"/>
                      <a:gd name="connsiteX4" fmla="*/ 596306 w 2700055"/>
                      <a:gd name="connsiteY4" fmla="*/ 1861920 h 1881459"/>
                      <a:gd name="connsiteX5" fmla="*/ 4901 w 2700055"/>
                      <a:gd name="connsiteY5" fmla="*/ 796585 h 1881459"/>
                      <a:gd name="connsiteX6" fmla="*/ 1311413 w 2700055"/>
                      <a:gd name="connsiteY6" fmla="*/ 1125 h 1881459"/>
                      <a:gd name="connsiteX0" fmla="*/ 1311413 w 2700055"/>
                      <a:gd name="connsiteY0" fmla="*/ 1125 h 2476893"/>
                      <a:gd name="connsiteX1" fmla="*/ 2699866 w 2700055"/>
                      <a:gd name="connsiteY1" fmla="*/ 829556 h 2476893"/>
                      <a:gd name="connsiteX2" fmla="*/ 2098081 w 2700055"/>
                      <a:gd name="connsiteY2" fmla="*/ 1881459 h 2476893"/>
                      <a:gd name="connsiteX3" fmla="*/ 1020900 w 2700055"/>
                      <a:gd name="connsiteY3" fmla="*/ 2476893 h 2476893"/>
                      <a:gd name="connsiteX4" fmla="*/ 596306 w 2700055"/>
                      <a:gd name="connsiteY4" fmla="*/ 1861920 h 2476893"/>
                      <a:gd name="connsiteX5" fmla="*/ 4901 w 2700055"/>
                      <a:gd name="connsiteY5" fmla="*/ 796585 h 2476893"/>
                      <a:gd name="connsiteX6" fmla="*/ 1311413 w 2700055"/>
                      <a:gd name="connsiteY6" fmla="*/ 1125 h 2476893"/>
                      <a:gd name="connsiteX0" fmla="*/ 1311413 w 2700055"/>
                      <a:gd name="connsiteY0" fmla="*/ 1125 h 3277970"/>
                      <a:gd name="connsiteX1" fmla="*/ 2699866 w 2700055"/>
                      <a:gd name="connsiteY1" fmla="*/ 829556 h 3277970"/>
                      <a:gd name="connsiteX2" fmla="*/ 2098081 w 2700055"/>
                      <a:gd name="connsiteY2" fmla="*/ 1881459 h 3277970"/>
                      <a:gd name="connsiteX3" fmla="*/ 466008 w 2700055"/>
                      <a:gd name="connsiteY3" fmla="*/ 3277970 h 3277970"/>
                      <a:gd name="connsiteX4" fmla="*/ 596306 w 2700055"/>
                      <a:gd name="connsiteY4" fmla="*/ 1861920 h 3277970"/>
                      <a:gd name="connsiteX5" fmla="*/ 4901 w 2700055"/>
                      <a:gd name="connsiteY5" fmla="*/ 796585 h 3277970"/>
                      <a:gd name="connsiteX6" fmla="*/ 1311413 w 2700055"/>
                      <a:gd name="connsiteY6" fmla="*/ 1125 h 3277970"/>
                      <a:gd name="connsiteX0" fmla="*/ 1311413 w 2700055"/>
                      <a:gd name="connsiteY0" fmla="*/ 1125 h 3277970"/>
                      <a:gd name="connsiteX1" fmla="*/ 2699866 w 2700055"/>
                      <a:gd name="connsiteY1" fmla="*/ 829556 h 3277970"/>
                      <a:gd name="connsiteX2" fmla="*/ 2098081 w 2700055"/>
                      <a:gd name="connsiteY2" fmla="*/ 1881459 h 3277970"/>
                      <a:gd name="connsiteX3" fmla="*/ 1407762 w 2700055"/>
                      <a:gd name="connsiteY3" fmla="*/ 2472984 h 3277970"/>
                      <a:gd name="connsiteX4" fmla="*/ 466008 w 2700055"/>
                      <a:gd name="connsiteY4" fmla="*/ 3277970 h 3277970"/>
                      <a:gd name="connsiteX5" fmla="*/ 596306 w 2700055"/>
                      <a:gd name="connsiteY5" fmla="*/ 1861920 h 3277970"/>
                      <a:gd name="connsiteX6" fmla="*/ 4901 w 2700055"/>
                      <a:gd name="connsiteY6" fmla="*/ 796585 h 3277970"/>
                      <a:gd name="connsiteX7" fmla="*/ 1311413 w 2700055"/>
                      <a:gd name="connsiteY7" fmla="*/ 1125 h 3277970"/>
                      <a:gd name="connsiteX0" fmla="*/ 1311413 w 2700055"/>
                      <a:gd name="connsiteY0" fmla="*/ 1125 h 3551507"/>
                      <a:gd name="connsiteX1" fmla="*/ 2699866 w 2700055"/>
                      <a:gd name="connsiteY1" fmla="*/ 829556 h 3551507"/>
                      <a:gd name="connsiteX2" fmla="*/ 2098081 w 2700055"/>
                      <a:gd name="connsiteY2" fmla="*/ 1881459 h 3551507"/>
                      <a:gd name="connsiteX3" fmla="*/ 2271362 w 2700055"/>
                      <a:gd name="connsiteY3" fmla="*/ 3551507 h 3551507"/>
                      <a:gd name="connsiteX4" fmla="*/ 466008 w 2700055"/>
                      <a:gd name="connsiteY4" fmla="*/ 3277970 h 3551507"/>
                      <a:gd name="connsiteX5" fmla="*/ 596306 w 2700055"/>
                      <a:gd name="connsiteY5" fmla="*/ 1861920 h 3551507"/>
                      <a:gd name="connsiteX6" fmla="*/ 4901 w 2700055"/>
                      <a:gd name="connsiteY6" fmla="*/ 796585 h 3551507"/>
                      <a:gd name="connsiteX7" fmla="*/ 1311413 w 2700055"/>
                      <a:gd name="connsiteY7" fmla="*/ 1125 h 3551507"/>
                      <a:gd name="connsiteX0" fmla="*/ 1311413 w 2700055"/>
                      <a:gd name="connsiteY0" fmla="*/ 1125 h 3598400"/>
                      <a:gd name="connsiteX1" fmla="*/ 2699866 w 2700055"/>
                      <a:gd name="connsiteY1" fmla="*/ 829556 h 3598400"/>
                      <a:gd name="connsiteX2" fmla="*/ 2098081 w 2700055"/>
                      <a:gd name="connsiteY2" fmla="*/ 1881459 h 3598400"/>
                      <a:gd name="connsiteX3" fmla="*/ 2271362 w 2700055"/>
                      <a:gd name="connsiteY3" fmla="*/ 3551507 h 3598400"/>
                      <a:gd name="connsiteX4" fmla="*/ 434747 w 2700055"/>
                      <a:gd name="connsiteY4" fmla="*/ 3598400 h 3598400"/>
                      <a:gd name="connsiteX5" fmla="*/ 596306 w 2700055"/>
                      <a:gd name="connsiteY5" fmla="*/ 1861920 h 3598400"/>
                      <a:gd name="connsiteX6" fmla="*/ 4901 w 2700055"/>
                      <a:gd name="connsiteY6" fmla="*/ 796585 h 3598400"/>
                      <a:gd name="connsiteX7" fmla="*/ 1311413 w 2700055"/>
                      <a:gd name="connsiteY7" fmla="*/ 1125 h 3598400"/>
                      <a:gd name="connsiteX0" fmla="*/ 1311413 w 2700055"/>
                      <a:gd name="connsiteY0" fmla="*/ 1125 h 4716000"/>
                      <a:gd name="connsiteX1" fmla="*/ 2699866 w 2700055"/>
                      <a:gd name="connsiteY1" fmla="*/ 829556 h 4716000"/>
                      <a:gd name="connsiteX2" fmla="*/ 2098081 w 2700055"/>
                      <a:gd name="connsiteY2" fmla="*/ 1881459 h 4716000"/>
                      <a:gd name="connsiteX3" fmla="*/ 2271362 w 2700055"/>
                      <a:gd name="connsiteY3" fmla="*/ 3551507 h 4716000"/>
                      <a:gd name="connsiteX4" fmla="*/ 294070 w 2700055"/>
                      <a:gd name="connsiteY4" fmla="*/ 4716000 h 4716000"/>
                      <a:gd name="connsiteX5" fmla="*/ 596306 w 2700055"/>
                      <a:gd name="connsiteY5" fmla="*/ 1861920 h 4716000"/>
                      <a:gd name="connsiteX6" fmla="*/ 4901 w 2700055"/>
                      <a:gd name="connsiteY6" fmla="*/ 796585 h 4716000"/>
                      <a:gd name="connsiteX7" fmla="*/ 1311413 w 2700055"/>
                      <a:gd name="connsiteY7" fmla="*/ 1125 h 4716000"/>
                      <a:gd name="connsiteX0" fmla="*/ 1311413 w 2700055"/>
                      <a:gd name="connsiteY0" fmla="*/ 1125 h 4766800"/>
                      <a:gd name="connsiteX1" fmla="*/ 2699866 w 2700055"/>
                      <a:gd name="connsiteY1" fmla="*/ 829556 h 4766800"/>
                      <a:gd name="connsiteX2" fmla="*/ 2098081 w 2700055"/>
                      <a:gd name="connsiteY2" fmla="*/ 1881459 h 4766800"/>
                      <a:gd name="connsiteX3" fmla="*/ 2423762 w 2700055"/>
                      <a:gd name="connsiteY3" fmla="*/ 4766800 h 4766800"/>
                      <a:gd name="connsiteX4" fmla="*/ 294070 w 2700055"/>
                      <a:gd name="connsiteY4" fmla="*/ 4716000 h 4766800"/>
                      <a:gd name="connsiteX5" fmla="*/ 596306 w 2700055"/>
                      <a:gd name="connsiteY5" fmla="*/ 1861920 h 4766800"/>
                      <a:gd name="connsiteX6" fmla="*/ 4901 w 2700055"/>
                      <a:gd name="connsiteY6" fmla="*/ 796585 h 4766800"/>
                      <a:gd name="connsiteX7" fmla="*/ 1311413 w 2700055"/>
                      <a:gd name="connsiteY7" fmla="*/ 1125 h 4766800"/>
                      <a:gd name="connsiteX0" fmla="*/ 1311413 w 2700055"/>
                      <a:gd name="connsiteY0" fmla="*/ 1125 h 4766800"/>
                      <a:gd name="connsiteX1" fmla="*/ 2699866 w 2700055"/>
                      <a:gd name="connsiteY1" fmla="*/ 829556 h 4766800"/>
                      <a:gd name="connsiteX2" fmla="*/ 2098081 w 2700055"/>
                      <a:gd name="connsiteY2" fmla="*/ 1881459 h 4766800"/>
                      <a:gd name="connsiteX3" fmla="*/ 2423762 w 2700055"/>
                      <a:gd name="connsiteY3" fmla="*/ 4766800 h 4766800"/>
                      <a:gd name="connsiteX4" fmla="*/ 294070 w 2700055"/>
                      <a:gd name="connsiteY4" fmla="*/ 4716000 h 4766800"/>
                      <a:gd name="connsiteX5" fmla="*/ 596306 w 2700055"/>
                      <a:gd name="connsiteY5" fmla="*/ 1861920 h 4766800"/>
                      <a:gd name="connsiteX6" fmla="*/ 4901 w 2700055"/>
                      <a:gd name="connsiteY6" fmla="*/ 796585 h 4766800"/>
                      <a:gd name="connsiteX7" fmla="*/ 1311413 w 2700055"/>
                      <a:gd name="connsiteY7" fmla="*/ 1125 h 4766800"/>
                      <a:gd name="connsiteX0" fmla="*/ 1311413 w 2700055"/>
                      <a:gd name="connsiteY0" fmla="*/ 1125 h 5392031"/>
                      <a:gd name="connsiteX1" fmla="*/ 2699866 w 2700055"/>
                      <a:gd name="connsiteY1" fmla="*/ 829556 h 5392031"/>
                      <a:gd name="connsiteX2" fmla="*/ 2098081 w 2700055"/>
                      <a:gd name="connsiteY2" fmla="*/ 1881459 h 5392031"/>
                      <a:gd name="connsiteX3" fmla="*/ 2423762 w 2700055"/>
                      <a:gd name="connsiteY3" fmla="*/ 4766800 h 5392031"/>
                      <a:gd name="connsiteX4" fmla="*/ 219824 w 2700055"/>
                      <a:gd name="connsiteY4" fmla="*/ 5392031 h 5392031"/>
                      <a:gd name="connsiteX5" fmla="*/ 596306 w 2700055"/>
                      <a:gd name="connsiteY5" fmla="*/ 1861920 h 5392031"/>
                      <a:gd name="connsiteX6" fmla="*/ 4901 w 2700055"/>
                      <a:gd name="connsiteY6" fmla="*/ 796585 h 5392031"/>
                      <a:gd name="connsiteX7" fmla="*/ 1311413 w 2700055"/>
                      <a:gd name="connsiteY7" fmla="*/ 1125 h 5392031"/>
                      <a:gd name="connsiteX0" fmla="*/ 1311413 w 2700055"/>
                      <a:gd name="connsiteY0" fmla="*/ 1125 h 5427200"/>
                      <a:gd name="connsiteX1" fmla="*/ 2699866 w 2700055"/>
                      <a:gd name="connsiteY1" fmla="*/ 829556 h 5427200"/>
                      <a:gd name="connsiteX2" fmla="*/ 2098081 w 2700055"/>
                      <a:gd name="connsiteY2" fmla="*/ 1881459 h 5427200"/>
                      <a:gd name="connsiteX3" fmla="*/ 2486285 w 2700055"/>
                      <a:gd name="connsiteY3" fmla="*/ 5427200 h 5427200"/>
                      <a:gd name="connsiteX4" fmla="*/ 219824 w 2700055"/>
                      <a:gd name="connsiteY4" fmla="*/ 5392031 h 5427200"/>
                      <a:gd name="connsiteX5" fmla="*/ 596306 w 2700055"/>
                      <a:gd name="connsiteY5" fmla="*/ 1861920 h 5427200"/>
                      <a:gd name="connsiteX6" fmla="*/ 4901 w 2700055"/>
                      <a:gd name="connsiteY6" fmla="*/ 796585 h 5427200"/>
                      <a:gd name="connsiteX7" fmla="*/ 1311413 w 2700055"/>
                      <a:gd name="connsiteY7" fmla="*/ 1125 h 5427200"/>
                      <a:gd name="connsiteX0" fmla="*/ 1311413 w 2700055"/>
                      <a:gd name="connsiteY0" fmla="*/ 1125 h 6247816"/>
                      <a:gd name="connsiteX1" fmla="*/ 2699866 w 2700055"/>
                      <a:gd name="connsiteY1" fmla="*/ 829556 h 6247816"/>
                      <a:gd name="connsiteX2" fmla="*/ 2098081 w 2700055"/>
                      <a:gd name="connsiteY2" fmla="*/ 1881459 h 6247816"/>
                      <a:gd name="connsiteX3" fmla="*/ 2486285 w 2700055"/>
                      <a:gd name="connsiteY3" fmla="*/ 5427200 h 6247816"/>
                      <a:gd name="connsiteX4" fmla="*/ 118224 w 2700055"/>
                      <a:gd name="connsiteY4" fmla="*/ 6247816 h 6247816"/>
                      <a:gd name="connsiteX5" fmla="*/ 596306 w 2700055"/>
                      <a:gd name="connsiteY5" fmla="*/ 1861920 h 6247816"/>
                      <a:gd name="connsiteX6" fmla="*/ 4901 w 2700055"/>
                      <a:gd name="connsiteY6" fmla="*/ 796585 h 6247816"/>
                      <a:gd name="connsiteX7" fmla="*/ 1311413 w 2700055"/>
                      <a:gd name="connsiteY7" fmla="*/ 1125 h 6247816"/>
                      <a:gd name="connsiteX0" fmla="*/ 1311413 w 2700055"/>
                      <a:gd name="connsiteY0" fmla="*/ 1125 h 6247816"/>
                      <a:gd name="connsiteX1" fmla="*/ 2699866 w 2700055"/>
                      <a:gd name="connsiteY1" fmla="*/ 829556 h 6247816"/>
                      <a:gd name="connsiteX2" fmla="*/ 2098081 w 2700055"/>
                      <a:gd name="connsiteY2" fmla="*/ 1881459 h 6247816"/>
                      <a:gd name="connsiteX3" fmla="*/ 2548808 w 2700055"/>
                      <a:gd name="connsiteY3" fmla="*/ 6071970 h 6247816"/>
                      <a:gd name="connsiteX4" fmla="*/ 118224 w 2700055"/>
                      <a:gd name="connsiteY4" fmla="*/ 6247816 h 6247816"/>
                      <a:gd name="connsiteX5" fmla="*/ 596306 w 2700055"/>
                      <a:gd name="connsiteY5" fmla="*/ 1861920 h 6247816"/>
                      <a:gd name="connsiteX6" fmla="*/ 4901 w 2700055"/>
                      <a:gd name="connsiteY6" fmla="*/ 796585 h 6247816"/>
                      <a:gd name="connsiteX7" fmla="*/ 1311413 w 2700055"/>
                      <a:gd name="connsiteY7" fmla="*/ 1125 h 6247816"/>
                      <a:gd name="connsiteX0" fmla="*/ 1311413 w 2700055"/>
                      <a:gd name="connsiteY0" fmla="*/ 1125 h 6654216"/>
                      <a:gd name="connsiteX1" fmla="*/ 2699866 w 2700055"/>
                      <a:gd name="connsiteY1" fmla="*/ 829556 h 6654216"/>
                      <a:gd name="connsiteX2" fmla="*/ 2098081 w 2700055"/>
                      <a:gd name="connsiteY2" fmla="*/ 1881459 h 6654216"/>
                      <a:gd name="connsiteX3" fmla="*/ 2615239 w 2700055"/>
                      <a:gd name="connsiteY3" fmla="*/ 6654216 h 6654216"/>
                      <a:gd name="connsiteX4" fmla="*/ 118224 w 2700055"/>
                      <a:gd name="connsiteY4" fmla="*/ 6247816 h 6654216"/>
                      <a:gd name="connsiteX5" fmla="*/ 596306 w 2700055"/>
                      <a:gd name="connsiteY5" fmla="*/ 1861920 h 6654216"/>
                      <a:gd name="connsiteX6" fmla="*/ 4901 w 2700055"/>
                      <a:gd name="connsiteY6" fmla="*/ 796585 h 6654216"/>
                      <a:gd name="connsiteX7" fmla="*/ 1311413 w 2700055"/>
                      <a:gd name="connsiteY7" fmla="*/ 1125 h 6654216"/>
                      <a:gd name="connsiteX0" fmla="*/ 1311413 w 2700055"/>
                      <a:gd name="connsiteY0" fmla="*/ 1125 h 6654216"/>
                      <a:gd name="connsiteX1" fmla="*/ 2699866 w 2700055"/>
                      <a:gd name="connsiteY1" fmla="*/ 829556 h 6654216"/>
                      <a:gd name="connsiteX2" fmla="*/ 2098081 w 2700055"/>
                      <a:gd name="connsiteY2" fmla="*/ 1881459 h 6654216"/>
                      <a:gd name="connsiteX3" fmla="*/ 2615239 w 2700055"/>
                      <a:gd name="connsiteY3" fmla="*/ 6654216 h 6654216"/>
                      <a:gd name="connsiteX4" fmla="*/ 79147 w 2700055"/>
                      <a:gd name="connsiteY4" fmla="*/ 6646401 h 6654216"/>
                      <a:gd name="connsiteX5" fmla="*/ 596306 w 2700055"/>
                      <a:gd name="connsiteY5" fmla="*/ 1861920 h 6654216"/>
                      <a:gd name="connsiteX6" fmla="*/ 4901 w 2700055"/>
                      <a:gd name="connsiteY6" fmla="*/ 796585 h 6654216"/>
                      <a:gd name="connsiteX7" fmla="*/ 1311413 w 2700055"/>
                      <a:gd name="connsiteY7" fmla="*/ 1125 h 6654216"/>
                      <a:gd name="connsiteX0" fmla="*/ 1311413 w 2700055"/>
                      <a:gd name="connsiteY0" fmla="*/ 1125 h 6654216"/>
                      <a:gd name="connsiteX1" fmla="*/ 2699866 w 2700055"/>
                      <a:gd name="connsiteY1" fmla="*/ 829556 h 6654216"/>
                      <a:gd name="connsiteX2" fmla="*/ 2098081 w 2700055"/>
                      <a:gd name="connsiteY2" fmla="*/ 1881459 h 6654216"/>
                      <a:gd name="connsiteX3" fmla="*/ 2615239 w 2700055"/>
                      <a:gd name="connsiteY3" fmla="*/ 6654216 h 6654216"/>
                      <a:gd name="connsiteX4" fmla="*/ 411300 w 2700055"/>
                      <a:gd name="connsiteY4" fmla="*/ 6646398 h 6654216"/>
                      <a:gd name="connsiteX5" fmla="*/ 79147 w 2700055"/>
                      <a:gd name="connsiteY5" fmla="*/ 6646401 h 6654216"/>
                      <a:gd name="connsiteX6" fmla="*/ 596306 w 2700055"/>
                      <a:gd name="connsiteY6" fmla="*/ 1861920 h 6654216"/>
                      <a:gd name="connsiteX7" fmla="*/ 4901 w 2700055"/>
                      <a:gd name="connsiteY7" fmla="*/ 796585 h 6654216"/>
                      <a:gd name="connsiteX8" fmla="*/ 1311413 w 2700055"/>
                      <a:gd name="connsiteY8" fmla="*/ 1125 h 6654216"/>
                      <a:gd name="connsiteX0" fmla="*/ 1311413 w 2700055"/>
                      <a:gd name="connsiteY0" fmla="*/ 1125 h 7001998"/>
                      <a:gd name="connsiteX1" fmla="*/ 2699866 w 2700055"/>
                      <a:gd name="connsiteY1" fmla="*/ 829556 h 7001998"/>
                      <a:gd name="connsiteX2" fmla="*/ 2098081 w 2700055"/>
                      <a:gd name="connsiteY2" fmla="*/ 1881459 h 7001998"/>
                      <a:gd name="connsiteX3" fmla="*/ 2615239 w 2700055"/>
                      <a:gd name="connsiteY3" fmla="*/ 6654216 h 7001998"/>
                      <a:gd name="connsiteX4" fmla="*/ 114315 w 2700055"/>
                      <a:gd name="connsiteY4" fmla="*/ 7001998 h 7001998"/>
                      <a:gd name="connsiteX5" fmla="*/ 79147 w 2700055"/>
                      <a:gd name="connsiteY5" fmla="*/ 6646401 h 7001998"/>
                      <a:gd name="connsiteX6" fmla="*/ 596306 w 2700055"/>
                      <a:gd name="connsiteY6" fmla="*/ 1861920 h 7001998"/>
                      <a:gd name="connsiteX7" fmla="*/ 4901 w 2700055"/>
                      <a:gd name="connsiteY7" fmla="*/ 796585 h 7001998"/>
                      <a:gd name="connsiteX8" fmla="*/ 1311413 w 2700055"/>
                      <a:gd name="connsiteY8" fmla="*/ 1125 h 7001998"/>
                      <a:gd name="connsiteX0" fmla="*/ 1311413 w 2700055"/>
                      <a:gd name="connsiteY0" fmla="*/ 1125 h 6998091"/>
                      <a:gd name="connsiteX1" fmla="*/ 2699866 w 2700055"/>
                      <a:gd name="connsiteY1" fmla="*/ 829556 h 6998091"/>
                      <a:gd name="connsiteX2" fmla="*/ 2098081 w 2700055"/>
                      <a:gd name="connsiteY2" fmla="*/ 1881459 h 6998091"/>
                      <a:gd name="connsiteX3" fmla="*/ 2615239 w 2700055"/>
                      <a:gd name="connsiteY3" fmla="*/ 6654216 h 6998091"/>
                      <a:gd name="connsiteX4" fmla="*/ 98684 w 2700055"/>
                      <a:gd name="connsiteY4" fmla="*/ 6998091 h 6998091"/>
                      <a:gd name="connsiteX5" fmla="*/ 79147 w 2700055"/>
                      <a:gd name="connsiteY5" fmla="*/ 6646401 h 6998091"/>
                      <a:gd name="connsiteX6" fmla="*/ 596306 w 2700055"/>
                      <a:gd name="connsiteY6" fmla="*/ 1861920 h 6998091"/>
                      <a:gd name="connsiteX7" fmla="*/ 4901 w 2700055"/>
                      <a:gd name="connsiteY7" fmla="*/ 796585 h 6998091"/>
                      <a:gd name="connsiteX8" fmla="*/ 1311413 w 2700055"/>
                      <a:gd name="connsiteY8" fmla="*/ 1125 h 6998091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10407 w 2700055"/>
                      <a:gd name="connsiteY4" fmla="*/ 7021537 h 7021537"/>
                      <a:gd name="connsiteX5" fmla="*/ 79147 w 2700055"/>
                      <a:gd name="connsiteY5" fmla="*/ 6646401 h 7021537"/>
                      <a:gd name="connsiteX6" fmla="*/ 596306 w 2700055"/>
                      <a:gd name="connsiteY6" fmla="*/ 1861920 h 7021537"/>
                      <a:gd name="connsiteX7" fmla="*/ 4901 w 2700055"/>
                      <a:gd name="connsiteY7" fmla="*/ 796585 h 7021537"/>
                      <a:gd name="connsiteX8" fmla="*/ 1311413 w 2700055"/>
                      <a:gd name="connsiteY8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10407 w 2700055"/>
                      <a:gd name="connsiteY4" fmla="*/ 7021537 h 7021537"/>
                      <a:gd name="connsiteX5" fmla="*/ 79147 w 2700055"/>
                      <a:gd name="connsiteY5" fmla="*/ 6646401 h 7021537"/>
                      <a:gd name="connsiteX6" fmla="*/ 596306 w 2700055"/>
                      <a:gd name="connsiteY6" fmla="*/ 1861920 h 7021537"/>
                      <a:gd name="connsiteX7" fmla="*/ 4901 w 2700055"/>
                      <a:gd name="connsiteY7" fmla="*/ 796585 h 7021537"/>
                      <a:gd name="connsiteX8" fmla="*/ 1311413 w 2700055"/>
                      <a:gd name="connsiteY8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10407 w 2700055"/>
                      <a:gd name="connsiteY4" fmla="*/ 7021537 h 7021537"/>
                      <a:gd name="connsiteX5" fmla="*/ 79147 w 2700055"/>
                      <a:gd name="connsiteY5" fmla="*/ 6646401 h 7021537"/>
                      <a:gd name="connsiteX6" fmla="*/ 596306 w 2700055"/>
                      <a:gd name="connsiteY6" fmla="*/ 1861920 h 7021537"/>
                      <a:gd name="connsiteX7" fmla="*/ 4901 w 2700055"/>
                      <a:gd name="connsiteY7" fmla="*/ 796585 h 7021537"/>
                      <a:gd name="connsiteX8" fmla="*/ 1311413 w 2700055"/>
                      <a:gd name="connsiteY8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446469 w 2700055"/>
                      <a:gd name="connsiteY4" fmla="*/ 6966829 h 7021537"/>
                      <a:gd name="connsiteX5" fmla="*/ 110407 w 2700055"/>
                      <a:gd name="connsiteY5" fmla="*/ 7021537 h 7021537"/>
                      <a:gd name="connsiteX6" fmla="*/ 79147 w 2700055"/>
                      <a:gd name="connsiteY6" fmla="*/ 6646401 h 7021537"/>
                      <a:gd name="connsiteX7" fmla="*/ 596306 w 2700055"/>
                      <a:gd name="connsiteY7" fmla="*/ 1861920 h 7021537"/>
                      <a:gd name="connsiteX8" fmla="*/ 4901 w 2700055"/>
                      <a:gd name="connsiteY8" fmla="*/ 796585 h 7021537"/>
                      <a:gd name="connsiteX9" fmla="*/ 1311413 w 2700055"/>
                      <a:gd name="connsiteY9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65115 w 2700055"/>
                      <a:gd name="connsiteY4" fmla="*/ 6443198 h 7021537"/>
                      <a:gd name="connsiteX5" fmla="*/ 110407 w 2700055"/>
                      <a:gd name="connsiteY5" fmla="*/ 7021537 h 7021537"/>
                      <a:gd name="connsiteX6" fmla="*/ 79147 w 2700055"/>
                      <a:gd name="connsiteY6" fmla="*/ 6646401 h 7021537"/>
                      <a:gd name="connsiteX7" fmla="*/ 596306 w 2700055"/>
                      <a:gd name="connsiteY7" fmla="*/ 1861920 h 7021537"/>
                      <a:gd name="connsiteX8" fmla="*/ 4901 w 2700055"/>
                      <a:gd name="connsiteY8" fmla="*/ 796585 h 7021537"/>
                      <a:gd name="connsiteX9" fmla="*/ 1311413 w 2700055"/>
                      <a:gd name="connsiteY9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65115 w 2700055"/>
                      <a:gd name="connsiteY4" fmla="*/ 6443198 h 7021537"/>
                      <a:gd name="connsiteX5" fmla="*/ 110407 w 2700055"/>
                      <a:gd name="connsiteY5" fmla="*/ 7021537 h 7021537"/>
                      <a:gd name="connsiteX6" fmla="*/ 79147 w 2700055"/>
                      <a:gd name="connsiteY6" fmla="*/ 6646401 h 7021537"/>
                      <a:gd name="connsiteX7" fmla="*/ 596306 w 2700055"/>
                      <a:gd name="connsiteY7" fmla="*/ 1861920 h 7021537"/>
                      <a:gd name="connsiteX8" fmla="*/ 4901 w 2700055"/>
                      <a:gd name="connsiteY8" fmla="*/ 796585 h 7021537"/>
                      <a:gd name="connsiteX9" fmla="*/ 1311413 w 2700055"/>
                      <a:gd name="connsiteY9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65115 w 2700055"/>
                      <a:gd name="connsiteY4" fmla="*/ 6443198 h 7021537"/>
                      <a:gd name="connsiteX5" fmla="*/ 110407 w 2700055"/>
                      <a:gd name="connsiteY5" fmla="*/ 7021537 h 7021537"/>
                      <a:gd name="connsiteX6" fmla="*/ 79147 w 2700055"/>
                      <a:gd name="connsiteY6" fmla="*/ 6646401 h 7021537"/>
                      <a:gd name="connsiteX7" fmla="*/ 596306 w 2700055"/>
                      <a:gd name="connsiteY7" fmla="*/ 1861920 h 7021537"/>
                      <a:gd name="connsiteX8" fmla="*/ 4901 w 2700055"/>
                      <a:gd name="connsiteY8" fmla="*/ 796585 h 7021537"/>
                      <a:gd name="connsiteX9" fmla="*/ 1311413 w 2700055"/>
                      <a:gd name="connsiteY9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65115 w 2700055"/>
                      <a:gd name="connsiteY4" fmla="*/ 6634675 h 7021537"/>
                      <a:gd name="connsiteX5" fmla="*/ 110407 w 2700055"/>
                      <a:gd name="connsiteY5" fmla="*/ 7021537 h 7021537"/>
                      <a:gd name="connsiteX6" fmla="*/ 79147 w 2700055"/>
                      <a:gd name="connsiteY6" fmla="*/ 6646401 h 7021537"/>
                      <a:gd name="connsiteX7" fmla="*/ 596306 w 2700055"/>
                      <a:gd name="connsiteY7" fmla="*/ 1861920 h 7021537"/>
                      <a:gd name="connsiteX8" fmla="*/ 4901 w 2700055"/>
                      <a:gd name="connsiteY8" fmla="*/ 796585 h 7021537"/>
                      <a:gd name="connsiteX9" fmla="*/ 1311413 w 2700055"/>
                      <a:gd name="connsiteY9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65115 w 2700055"/>
                      <a:gd name="connsiteY4" fmla="*/ 6634675 h 7021537"/>
                      <a:gd name="connsiteX5" fmla="*/ 110407 w 2700055"/>
                      <a:gd name="connsiteY5" fmla="*/ 7021537 h 7021537"/>
                      <a:gd name="connsiteX6" fmla="*/ 79147 w 2700055"/>
                      <a:gd name="connsiteY6" fmla="*/ 6646401 h 7021537"/>
                      <a:gd name="connsiteX7" fmla="*/ 596306 w 2700055"/>
                      <a:gd name="connsiteY7" fmla="*/ 1861920 h 7021537"/>
                      <a:gd name="connsiteX8" fmla="*/ 4901 w 2700055"/>
                      <a:gd name="connsiteY8" fmla="*/ 796585 h 7021537"/>
                      <a:gd name="connsiteX9" fmla="*/ 1311413 w 2700055"/>
                      <a:gd name="connsiteY9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165115 w 2700055"/>
                      <a:gd name="connsiteY4" fmla="*/ 6634675 h 7021537"/>
                      <a:gd name="connsiteX5" fmla="*/ 110407 w 2700055"/>
                      <a:gd name="connsiteY5" fmla="*/ 7021537 h 7021537"/>
                      <a:gd name="connsiteX6" fmla="*/ 79147 w 2700055"/>
                      <a:gd name="connsiteY6" fmla="*/ 6646401 h 7021537"/>
                      <a:gd name="connsiteX7" fmla="*/ 596306 w 2700055"/>
                      <a:gd name="connsiteY7" fmla="*/ 1861920 h 7021537"/>
                      <a:gd name="connsiteX8" fmla="*/ 4901 w 2700055"/>
                      <a:gd name="connsiteY8" fmla="*/ 796585 h 7021537"/>
                      <a:gd name="connsiteX9" fmla="*/ 1311413 w 2700055"/>
                      <a:gd name="connsiteY9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727823 w 2700055"/>
                      <a:gd name="connsiteY4" fmla="*/ 6642491 h 7021537"/>
                      <a:gd name="connsiteX5" fmla="*/ 165115 w 2700055"/>
                      <a:gd name="connsiteY5" fmla="*/ 6634675 h 7021537"/>
                      <a:gd name="connsiteX6" fmla="*/ 110407 w 2700055"/>
                      <a:gd name="connsiteY6" fmla="*/ 7021537 h 7021537"/>
                      <a:gd name="connsiteX7" fmla="*/ 79147 w 2700055"/>
                      <a:gd name="connsiteY7" fmla="*/ 6646401 h 7021537"/>
                      <a:gd name="connsiteX8" fmla="*/ 596306 w 2700055"/>
                      <a:gd name="connsiteY8" fmla="*/ 1861920 h 7021537"/>
                      <a:gd name="connsiteX9" fmla="*/ 4901 w 2700055"/>
                      <a:gd name="connsiteY9" fmla="*/ 796585 h 7021537"/>
                      <a:gd name="connsiteX10" fmla="*/ 1311413 w 2700055"/>
                      <a:gd name="connsiteY10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677023 w 2700055"/>
                      <a:gd name="connsiteY4" fmla="*/ 5814060 h 7021537"/>
                      <a:gd name="connsiteX5" fmla="*/ 165115 w 2700055"/>
                      <a:gd name="connsiteY5" fmla="*/ 6634675 h 7021537"/>
                      <a:gd name="connsiteX6" fmla="*/ 110407 w 2700055"/>
                      <a:gd name="connsiteY6" fmla="*/ 7021537 h 7021537"/>
                      <a:gd name="connsiteX7" fmla="*/ 79147 w 2700055"/>
                      <a:gd name="connsiteY7" fmla="*/ 6646401 h 7021537"/>
                      <a:gd name="connsiteX8" fmla="*/ 596306 w 2700055"/>
                      <a:gd name="connsiteY8" fmla="*/ 1861920 h 7021537"/>
                      <a:gd name="connsiteX9" fmla="*/ 4901 w 2700055"/>
                      <a:gd name="connsiteY9" fmla="*/ 796585 h 7021537"/>
                      <a:gd name="connsiteX10" fmla="*/ 1311413 w 2700055"/>
                      <a:gd name="connsiteY10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657484 w 2700055"/>
                      <a:gd name="connsiteY4" fmla="*/ 4860583 h 7021537"/>
                      <a:gd name="connsiteX5" fmla="*/ 165115 w 2700055"/>
                      <a:gd name="connsiteY5" fmla="*/ 6634675 h 7021537"/>
                      <a:gd name="connsiteX6" fmla="*/ 110407 w 2700055"/>
                      <a:gd name="connsiteY6" fmla="*/ 7021537 h 7021537"/>
                      <a:gd name="connsiteX7" fmla="*/ 79147 w 2700055"/>
                      <a:gd name="connsiteY7" fmla="*/ 6646401 h 7021537"/>
                      <a:gd name="connsiteX8" fmla="*/ 596306 w 2700055"/>
                      <a:gd name="connsiteY8" fmla="*/ 1861920 h 7021537"/>
                      <a:gd name="connsiteX9" fmla="*/ 4901 w 2700055"/>
                      <a:gd name="connsiteY9" fmla="*/ 796585 h 7021537"/>
                      <a:gd name="connsiteX10" fmla="*/ 1311413 w 2700055"/>
                      <a:gd name="connsiteY10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540253 w 2700055"/>
                      <a:gd name="connsiteY4" fmla="*/ 3817229 h 7021537"/>
                      <a:gd name="connsiteX5" fmla="*/ 165115 w 2700055"/>
                      <a:gd name="connsiteY5" fmla="*/ 6634675 h 7021537"/>
                      <a:gd name="connsiteX6" fmla="*/ 110407 w 2700055"/>
                      <a:gd name="connsiteY6" fmla="*/ 7021537 h 7021537"/>
                      <a:gd name="connsiteX7" fmla="*/ 79147 w 2700055"/>
                      <a:gd name="connsiteY7" fmla="*/ 6646401 h 7021537"/>
                      <a:gd name="connsiteX8" fmla="*/ 596306 w 2700055"/>
                      <a:gd name="connsiteY8" fmla="*/ 1861920 h 7021537"/>
                      <a:gd name="connsiteX9" fmla="*/ 4901 w 2700055"/>
                      <a:gd name="connsiteY9" fmla="*/ 796585 h 7021537"/>
                      <a:gd name="connsiteX10" fmla="*/ 1311413 w 2700055"/>
                      <a:gd name="connsiteY10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567607 w 2700055"/>
                      <a:gd name="connsiteY4" fmla="*/ 2812952 h 7021537"/>
                      <a:gd name="connsiteX5" fmla="*/ 165115 w 2700055"/>
                      <a:gd name="connsiteY5" fmla="*/ 6634675 h 7021537"/>
                      <a:gd name="connsiteX6" fmla="*/ 110407 w 2700055"/>
                      <a:gd name="connsiteY6" fmla="*/ 7021537 h 7021537"/>
                      <a:gd name="connsiteX7" fmla="*/ 79147 w 2700055"/>
                      <a:gd name="connsiteY7" fmla="*/ 6646401 h 7021537"/>
                      <a:gd name="connsiteX8" fmla="*/ 596306 w 2700055"/>
                      <a:gd name="connsiteY8" fmla="*/ 1861920 h 7021537"/>
                      <a:gd name="connsiteX9" fmla="*/ 4901 w 2700055"/>
                      <a:gd name="connsiteY9" fmla="*/ 796585 h 7021537"/>
                      <a:gd name="connsiteX10" fmla="*/ 1311413 w 2700055"/>
                      <a:gd name="connsiteY10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669207 w 2700055"/>
                      <a:gd name="connsiteY4" fmla="*/ 1851660 h 7021537"/>
                      <a:gd name="connsiteX5" fmla="*/ 165115 w 2700055"/>
                      <a:gd name="connsiteY5" fmla="*/ 6634675 h 7021537"/>
                      <a:gd name="connsiteX6" fmla="*/ 110407 w 2700055"/>
                      <a:gd name="connsiteY6" fmla="*/ 7021537 h 7021537"/>
                      <a:gd name="connsiteX7" fmla="*/ 79147 w 2700055"/>
                      <a:gd name="connsiteY7" fmla="*/ 6646401 h 7021537"/>
                      <a:gd name="connsiteX8" fmla="*/ 596306 w 2700055"/>
                      <a:gd name="connsiteY8" fmla="*/ 1861920 h 7021537"/>
                      <a:gd name="connsiteX9" fmla="*/ 4901 w 2700055"/>
                      <a:gd name="connsiteY9" fmla="*/ 796585 h 7021537"/>
                      <a:gd name="connsiteX10" fmla="*/ 1311413 w 2700055"/>
                      <a:gd name="connsiteY10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01916 w 2700055"/>
                      <a:gd name="connsiteY4" fmla="*/ 6388491 h 7021537"/>
                      <a:gd name="connsiteX5" fmla="*/ 669207 w 2700055"/>
                      <a:gd name="connsiteY5" fmla="*/ 1851660 h 7021537"/>
                      <a:gd name="connsiteX6" fmla="*/ 165115 w 2700055"/>
                      <a:gd name="connsiteY6" fmla="*/ 6634675 h 7021537"/>
                      <a:gd name="connsiteX7" fmla="*/ 110407 w 2700055"/>
                      <a:gd name="connsiteY7" fmla="*/ 7021537 h 7021537"/>
                      <a:gd name="connsiteX8" fmla="*/ 79147 w 2700055"/>
                      <a:gd name="connsiteY8" fmla="*/ 6646401 h 7021537"/>
                      <a:gd name="connsiteX9" fmla="*/ 596306 w 2700055"/>
                      <a:gd name="connsiteY9" fmla="*/ 1861920 h 7021537"/>
                      <a:gd name="connsiteX10" fmla="*/ 4901 w 2700055"/>
                      <a:gd name="connsiteY10" fmla="*/ 796585 h 7021537"/>
                      <a:gd name="connsiteX11" fmla="*/ 1311413 w 2700055"/>
                      <a:gd name="connsiteY11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4439 w 2700055"/>
                      <a:gd name="connsiteY4" fmla="*/ 7017629 h 7021537"/>
                      <a:gd name="connsiteX5" fmla="*/ 669207 w 2700055"/>
                      <a:gd name="connsiteY5" fmla="*/ 1851660 h 7021537"/>
                      <a:gd name="connsiteX6" fmla="*/ 165115 w 2700055"/>
                      <a:gd name="connsiteY6" fmla="*/ 6634675 h 7021537"/>
                      <a:gd name="connsiteX7" fmla="*/ 110407 w 2700055"/>
                      <a:gd name="connsiteY7" fmla="*/ 7021537 h 7021537"/>
                      <a:gd name="connsiteX8" fmla="*/ 79147 w 2700055"/>
                      <a:gd name="connsiteY8" fmla="*/ 6646401 h 7021537"/>
                      <a:gd name="connsiteX9" fmla="*/ 596306 w 2700055"/>
                      <a:gd name="connsiteY9" fmla="*/ 1861920 h 7021537"/>
                      <a:gd name="connsiteX10" fmla="*/ 4901 w 2700055"/>
                      <a:gd name="connsiteY10" fmla="*/ 796585 h 7021537"/>
                      <a:gd name="connsiteX11" fmla="*/ 1311413 w 2700055"/>
                      <a:gd name="connsiteY11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4439 w 2700055"/>
                      <a:gd name="connsiteY4" fmla="*/ 7017629 h 7021537"/>
                      <a:gd name="connsiteX5" fmla="*/ 669207 w 2700055"/>
                      <a:gd name="connsiteY5" fmla="*/ 1851660 h 7021537"/>
                      <a:gd name="connsiteX6" fmla="*/ 165115 w 2700055"/>
                      <a:gd name="connsiteY6" fmla="*/ 6634675 h 7021537"/>
                      <a:gd name="connsiteX7" fmla="*/ 110407 w 2700055"/>
                      <a:gd name="connsiteY7" fmla="*/ 7021537 h 7021537"/>
                      <a:gd name="connsiteX8" fmla="*/ 79147 w 2700055"/>
                      <a:gd name="connsiteY8" fmla="*/ 6646401 h 7021537"/>
                      <a:gd name="connsiteX9" fmla="*/ 596306 w 2700055"/>
                      <a:gd name="connsiteY9" fmla="*/ 1861920 h 7021537"/>
                      <a:gd name="connsiteX10" fmla="*/ 4901 w 2700055"/>
                      <a:gd name="connsiteY10" fmla="*/ 796585 h 7021537"/>
                      <a:gd name="connsiteX11" fmla="*/ 1311413 w 2700055"/>
                      <a:gd name="connsiteY11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4439 w 2700055"/>
                      <a:gd name="connsiteY4" fmla="*/ 7017629 h 7021537"/>
                      <a:gd name="connsiteX5" fmla="*/ 669207 w 2700055"/>
                      <a:gd name="connsiteY5" fmla="*/ 1851660 h 7021537"/>
                      <a:gd name="connsiteX6" fmla="*/ 165115 w 2700055"/>
                      <a:gd name="connsiteY6" fmla="*/ 6634675 h 7021537"/>
                      <a:gd name="connsiteX7" fmla="*/ 110407 w 2700055"/>
                      <a:gd name="connsiteY7" fmla="*/ 7021537 h 7021537"/>
                      <a:gd name="connsiteX8" fmla="*/ 79147 w 2700055"/>
                      <a:gd name="connsiteY8" fmla="*/ 6646401 h 7021537"/>
                      <a:gd name="connsiteX9" fmla="*/ 596306 w 2700055"/>
                      <a:gd name="connsiteY9" fmla="*/ 1861920 h 7021537"/>
                      <a:gd name="connsiteX10" fmla="*/ 4901 w 2700055"/>
                      <a:gd name="connsiteY10" fmla="*/ 796585 h 7021537"/>
                      <a:gd name="connsiteX11" fmla="*/ 1311413 w 2700055"/>
                      <a:gd name="connsiteY11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4439 w 2700055"/>
                      <a:gd name="connsiteY4" fmla="*/ 7009813 h 7021537"/>
                      <a:gd name="connsiteX5" fmla="*/ 669207 w 2700055"/>
                      <a:gd name="connsiteY5" fmla="*/ 1851660 h 7021537"/>
                      <a:gd name="connsiteX6" fmla="*/ 165115 w 2700055"/>
                      <a:gd name="connsiteY6" fmla="*/ 6634675 h 7021537"/>
                      <a:gd name="connsiteX7" fmla="*/ 110407 w 2700055"/>
                      <a:gd name="connsiteY7" fmla="*/ 7021537 h 7021537"/>
                      <a:gd name="connsiteX8" fmla="*/ 79147 w 2700055"/>
                      <a:gd name="connsiteY8" fmla="*/ 6646401 h 7021537"/>
                      <a:gd name="connsiteX9" fmla="*/ 596306 w 2700055"/>
                      <a:gd name="connsiteY9" fmla="*/ 1861920 h 7021537"/>
                      <a:gd name="connsiteX10" fmla="*/ 4901 w 2700055"/>
                      <a:gd name="connsiteY10" fmla="*/ 796585 h 7021537"/>
                      <a:gd name="connsiteX11" fmla="*/ 1311413 w 2700055"/>
                      <a:gd name="connsiteY11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4439 w 2700055"/>
                      <a:gd name="connsiteY4" fmla="*/ 7009813 h 7021537"/>
                      <a:gd name="connsiteX5" fmla="*/ 2470654 w 2700055"/>
                      <a:gd name="connsiteY5" fmla="*/ 6740183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4439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4439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669207 w 2700055"/>
                      <a:gd name="connsiteY6" fmla="*/ 1851660 h 7021537"/>
                      <a:gd name="connsiteX7" fmla="*/ 165115 w 2700055"/>
                      <a:gd name="connsiteY7" fmla="*/ 6634675 h 7021537"/>
                      <a:gd name="connsiteX8" fmla="*/ 110407 w 2700055"/>
                      <a:gd name="connsiteY8" fmla="*/ 7021537 h 7021537"/>
                      <a:gd name="connsiteX9" fmla="*/ 79147 w 2700055"/>
                      <a:gd name="connsiteY9" fmla="*/ 6646401 h 7021537"/>
                      <a:gd name="connsiteX10" fmla="*/ 596306 w 2700055"/>
                      <a:gd name="connsiteY10" fmla="*/ 1861920 h 7021537"/>
                      <a:gd name="connsiteX11" fmla="*/ 4901 w 2700055"/>
                      <a:gd name="connsiteY11" fmla="*/ 796585 h 7021537"/>
                      <a:gd name="connsiteX12" fmla="*/ 1311413 w 2700055"/>
                      <a:gd name="connsiteY12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232285 w 2700055"/>
                      <a:gd name="connsiteY6" fmla="*/ 5845322 h 7021537"/>
                      <a:gd name="connsiteX7" fmla="*/ 669207 w 2700055"/>
                      <a:gd name="connsiteY7" fmla="*/ 1851660 h 7021537"/>
                      <a:gd name="connsiteX8" fmla="*/ 165115 w 2700055"/>
                      <a:gd name="connsiteY8" fmla="*/ 6634675 h 7021537"/>
                      <a:gd name="connsiteX9" fmla="*/ 110407 w 2700055"/>
                      <a:gd name="connsiteY9" fmla="*/ 7021537 h 7021537"/>
                      <a:gd name="connsiteX10" fmla="*/ 79147 w 2700055"/>
                      <a:gd name="connsiteY10" fmla="*/ 6646401 h 7021537"/>
                      <a:gd name="connsiteX11" fmla="*/ 596306 w 2700055"/>
                      <a:gd name="connsiteY11" fmla="*/ 1861920 h 7021537"/>
                      <a:gd name="connsiteX12" fmla="*/ 4901 w 2700055"/>
                      <a:gd name="connsiteY12" fmla="*/ 796585 h 7021537"/>
                      <a:gd name="connsiteX13" fmla="*/ 1311413 w 2700055"/>
                      <a:gd name="connsiteY13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263546 w 2700055"/>
                      <a:gd name="connsiteY6" fmla="*/ 5016891 h 7021537"/>
                      <a:gd name="connsiteX7" fmla="*/ 669207 w 2700055"/>
                      <a:gd name="connsiteY7" fmla="*/ 1851660 h 7021537"/>
                      <a:gd name="connsiteX8" fmla="*/ 165115 w 2700055"/>
                      <a:gd name="connsiteY8" fmla="*/ 6634675 h 7021537"/>
                      <a:gd name="connsiteX9" fmla="*/ 110407 w 2700055"/>
                      <a:gd name="connsiteY9" fmla="*/ 7021537 h 7021537"/>
                      <a:gd name="connsiteX10" fmla="*/ 79147 w 2700055"/>
                      <a:gd name="connsiteY10" fmla="*/ 6646401 h 7021537"/>
                      <a:gd name="connsiteX11" fmla="*/ 596306 w 2700055"/>
                      <a:gd name="connsiteY11" fmla="*/ 1861920 h 7021537"/>
                      <a:gd name="connsiteX12" fmla="*/ 4901 w 2700055"/>
                      <a:gd name="connsiteY12" fmla="*/ 796585 h 7021537"/>
                      <a:gd name="connsiteX13" fmla="*/ 1311413 w 2700055"/>
                      <a:gd name="connsiteY13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279176 w 2700055"/>
                      <a:gd name="connsiteY6" fmla="*/ 4004799 h 7021537"/>
                      <a:gd name="connsiteX7" fmla="*/ 669207 w 2700055"/>
                      <a:gd name="connsiteY7" fmla="*/ 1851660 h 7021537"/>
                      <a:gd name="connsiteX8" fmla="*/ 165115 w 2700055"/>
                      <a:gd name="connsiteY8" fmla="*/ 6634675 h 7021537"/>
                      <a:gd name="connsiteX9" fmla="*/ 110407 w 2700055"/>
                      <a:gd name="connsiteY9" fmla="*/ 7021537 h 7021537"/>
                      <a:gd name="connsiteX10" fmla="*/ 79147 w 2700055"/>
                      <a:gd name="connsiteY10" fmla="*/ 6646401 h 7021537"/>
                      <a:gd name="connsiteX11" fmla="*/ 596306 w 2700055"/>
                      <a:gd name="connsiteY11" fmla="*/ 1861920 h 7021537"/>
                      <a:gd name="connsiteX12" fmla="*/ 4901 w 2700055"/>
                      <a:gd name="connsiteY12" fmla="*/ 796585 h 7021537"/>
                      <a:gd name="connsiteX13" fmla="*/ 1311413 w 2700055"/>
                      <a:gd name="connsiteY13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197114 w 2700055"/>
                      <a:gd name="connsiteY6" fmla="*/ 3270152 h 7021537"/>
                      <a:gd name="connsiteX7" fmla="*/ 669207 w 2700055"/>
                      <a:gd name="connsiteY7" fmla="*/ 1851660 h 7021537"/>
                      <a:gd name="connsiteX8" fmla="*/ 165115 w 2700055"/>
                      <a:gd name="connsiteY8" fmla="*/ 6634675 h 7021537"/>
                      <a:gd name="connsiteX9" fmla="*/ 110407 w 2700055"/>
                      <a:gd name="connsiteY9" fmla="*/ 7021537 h 7021537"/>
                      <a:gd name="connsiteX10" fmla="*/ 79147 w 2700055"/>
                      <a:gd name="connsiteY10" fmla="*/ 6646401 h 7021537"/>
                      <a:gd name="connsiteX11" fmla="*/ 596306 w 2700055"/>
                      <a:gd name="connsiteY11" fmla="*/ 1861920 h 7021537"/>
                      <a:gd name="connsiteX12" fmla="*/ 4901 w 2700055"/>
                      <a:gd name="connsiteY12" fmla="*/ 796585 h 7021537"/>
                      <a:gd name="connsiteX13" fmla="*/ 1311413 w 2700055"/>
                      <a:gd name="connsiteY13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8622 w 2700055"/>
                      <a:gd name="connsiteY6" fmla="*/ 1898552 h 7021537"/>
                      <a:gd name="connsiteX7" fmla="*/ 669207 w 2700055"/>
                      <a:gd name="connsiteY7" fmla="*/ 1851660 h 7021537"/>
                      <a:gd name="connsiteX8" fmla="*/ 165115 w 2700055"/>
                      <a:gd name="connsiteY8" fmla="*/ 6634675 h 7021537"/>
                      <a:gd name="connsiteX9" fmla="*/ 110407 w 2700055"/>
                      <a:gd name="connsiteY9" fmla="*/ 7021537 h 7021537"/>
                      <a:gd name="connsiteX10" fmla="*/ 79147 w 2700055"/>
                      <a:gd name="connsiteY10" fmla="*/ 6646401 h 7021537"/>
                      <a:gd name="connsiteX11" fmla="*/ 596306 w 2700055"/>
                      <a:gd name="connsiteY11" fmla="*/ 1861920 h 7021537"/>
                      <a:gd name="connsiteX12" fmla="*/ 4901 w 2700055"/>
                      <a:gd name="connsiteY12" fmla="*/ 796585 h 7021537"/>
                      <a:gd name="connsiteX13" fmla="*/ 1311413 w 2700055"/>
                      <a:gd name="connsiteY13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669207 w 2700055"/>
                      <a:gd name="connsiteY7" fmla="*/ 1851660 h 7021537"/>
                      <a:gd name="connsiteX8" fmla="*/ 165115 w 2700055"/>
                      <a:gd name="connsiteY8" fmla="*/ 6634675 h 7021537"/>
                      <a:gd name="connsiteX9" fmla="*/ 110407 w 2700055"/>
                      <a:gd name="connsiteY9" fmla="*/ 7021537 h 7021537"/>
                      <a:gd name="connsiteX10" fmla="*/ 79147 w 2700055"/>
                      <a:gd name="connsiteY10" fmla="*/ 6646401 h 7021537"/>
                      <a:gd name="connsiteX11" fmla="*/ 596306 w 2700055"/>
                      <a:gd name="connsiteY11" fmla="*/ 1861920 h 7021537"/>
                      <a:gd name="connsiteX12" fmla="*/ 4901 w 2700055"/>
                      <a:gd name="connsiteY12" fmla="*/ 796585 h 7021537"/>
                      <a:gd name="connsiteX13" fmla="*/ 1311413 w 2700055"/>
                      <a:gd name="connsiteY13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1009177 w 2700055"/>
                      <a:gd name="connsiteY7" fmla="*/ 1859476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122131 w 2700055"/>
                      <a:gd name="connsiteY7" fmla="*/ 839568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59608 w 2700055"/>
                      <a:gd name="connsiteY7" fmla="*/ 804399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59608 w 2700055"/>
                      <a:gd name="connsiteY7" fmla="*/ 804399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59608 w 2700055"/>
                      <a:gd name="connsiteY7" fmla="*/ 804399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59608 w 2700055"/>
                      <a:gd name="connsiteY7" fmla="*/ 804399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59608 w 2700055"/>
                      <a:gd name="connsiteY7" fmla="*/ 804399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75239 w 2700055"/>
                      <a:gd name="connsiteY7" fmla="*/ 812215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75239 w 2700055"/>
                      <a:gd name="connsiteY7" fmla="*/ 812215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75239 w 2700055"/>
                      <a:gd name="connsiteY7" fmla="*/ 812215 h 7021537"/>
                      <a:gd name="connsiteX8" fmla="*/ 669207 w 2700055"/>
                      <a:gd name="connsiteY8" fmla="*/ 1851660 h 7021537"/>
                      <a:gd name="connsiteX9" fmla="*/ 165115 w 2700055"/>
                      <a:gd name="connsiteY9" fmla="*/ 6634675 h 7021537"/>
                      <a:gd name="connsiteX10" fmla="*/ 110407 w 2700055"/>
                      <a:gd name="connsiteY10" fmla="*/ 7021537 h 7021537"/>
                      <a:gd name="connsiteX11" fmla="*/ 79147 w 2700055"/>
                      <a:gd name="connsiteY11" fmla="*/ 6646401 h 7021537"/>
                      <a:gd name="connsiteX12" fmla="*/ 596306 w 2700055"/>
                      <a:gd name="connsiteY12" fmla="*/ 1861920 h 7021537"/>
                      <a:gd name="connsiteX13" fmla="*/ 4901 w 2700055"/>
                      <a:gd name="connsiteY13" fmla="*/ 796585 h 7021537"/>
                      <a:gd name="connsiteX14" fmla="*/ 1311413 w 2700055"/>
                      <a:gd name="connsiteY14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1427300 w 2700055"/>
                      <a:gd name="connsiteY7" fmla="*/ 1539045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46500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46500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46500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46500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46500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26961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26961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26961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0055"/>
                      <a:gd name="connsiteY0" fmla="*/ 1125 h 7021537"/>
                      <a:gd name="connsiteX1" fmla="*/ 2699866 w 2700055"/>
                      <a:gd name="connsiteY1" fmla="*/ 829556 h 7021537"/>
                      <a:gd name="connsiteX2" fmla="*/ 2098081 w 2700055"/>
                      <a:gd name="connsiteY2" fmla="*/ 1881459 h 7021537"/>
                      <a:gd name="connsiteX3" fmla="*/ 2615239 w 2700055"/>
                      <a:gd name="connsiteY3" fmla="*/ 6654216 h 7021537"/>
                      <a:gd name="connsiteX4" fmla="*/ 2568347 w 2700055"/>
                      <a:gd name="connsiteY4" fmla="*/ 7009813 h 7021537"/>
                      <a:gd name="connsiteX5" fmla="*/ 2544900 w 2700055"/>
                      <a:gd name="connsiteY5" fmla="*/ 6654214 h 7021537"/>
                      <a:gd name="connsiteX6" fmla="*/ 2044715 w 2700055"/>
                      <a:gd name="connsiteY6" fmla="*/ 1882921 h 7021537"/>
                      <a:gd name="connsiteX7" fmla="*/ 2626961 w 2700055"/>
                      <a:gd name="connsiteY7" fmla="*/ 831753 h 7021537"/>
                      <a:gd name="connsiteX8" fmla="*/ 75239 w 2700055"/>
                      <a:gd name="connsiteY8" fmla="*/ 812215 h 7021537"/>
                      <a:gd name="connsiteX9" fmla="*/ 669207 w 2700055"/>
                      <a:gd name="connsiteY9" fmla="*/ 1851660 h 7021537"/>
                      <a:gd name="connsiteX10" fmla="*/ 165115 w 2700055"/>
                      <a:gd name="connsiteY10" fmla="*/ 6634675 h 7021537"/>
                      <a:gd name="connsiteX11" fmla="*/ 110407 w 2700055"/>
                      <a:gd name="connsiteY11" fmla="*/ 7021537 h 7021537"/>
                      <a:gd name="connsiteX12" fmla="*/ 79147 w 2700055"/>
                      <a:gd name="connsiteY12" fmla="*/ 6646401 h 7021537"/>
                      <a:gd name="connsiteX13" fmla="*/ 596306 w 2700055"/>
                      <a:gd name="connsiteY13" fmla="*/ 1861920 h 7021537"/>
                      <a:gd name="connsiteX14" fmla="*/ 4901 w 2700055"/>
                      <a:gd name="connsiteY14" fmla="*/ 796585 h 7021537"/>
                      <a:gd name="connsiteX15" fmla="*/ 1311413 w 2700055"/>
                      <a:gd name="connsiteY15" fmla="*/ 1125 h 7021537"/>
                      <a:gd name="connsiteX0" fmla="*/ 1311413 w 2703041"/>
                      <a:gd name="connsiteY0" fmla="*/ 1125 h 7021537"/>
                      <a:gd name="connsiteX1" fmla="*/ 2699866 w 2703041"/>
                      <a:gd name="connsiteY1" fmla="*/ 829556 h 7021537"/>
                      <a:gd name="connsiteX2" fmla="*/ 2098081 w 2703041"/>
                      <a:gd name="connsiteY2" fmla="*/ 1881459 h 7021537"/>
                      <a:gd name="connsiteX3" fmla="*/ 2615239 w 2703041"/>
                      <a:gd name="connsiteY3" fmla="*/ 6654216 h 7021537"/>
                      <a:gd name="connsiteX4" fmla="*/ 2568347 w 2703041"/>
                      <a:gd name="connsiteY4" fmla="*/ 7009813 h 7021537"/>
                      <a:gd name="connsiteX5" fmla="*/ 2544900 w 2703041"/>
                      <a:gd name="connsiteY5" fmla="*/ 6654214 h 7021537"/>
                      <a:gd name="connsiteX6" fmla="*/ 2044715 w 2703041"/>
                      <a:gd name="connsiteY6" fmla="*/ 1882921 h 7021537"/>
                      <a:gd name="connsiteX7" fmla="*/ 2626961 w 2703041"/>
                      <a:gd name="connsiteY7" fmla="*/ 831753 h 7021537"/>
                      <a:gd name="connsiteX8" fmla="*/ 75239 w 2703041"/>
                      <a:gd name="connsiteY8" fmla="*/ 812215 h 7021537"/>
                      <a:gd name="connsiteX9" fmla="*/ 669207 w 2703041"/>
                      <a:gd name="connsiteY9" fmla="*/ 1851660 h 7021537"/>
                      <a:gd name="connsiteX10" fmla="*/ 165115 w 2703041"/>
                      <a:gd name="connsiteY10" fmla="*/ 6634675 h 7021537"/>
                      <a:gd name="connsiteX11" fmla="*/ 110407 w 2703041"/>
                      <a:gd name="connsiteY11" fmla="*/ 7021537 h 7021537"/>
                      <a:gd name="connsiteX12" fmla="*/ 79147 w 2703041"/>
                      <a:gd name="connsiteY12" fmla="*/ 6646401 h 7021537"/>
                      <a:gd name="connsiteX13" fmla="*/ 596306 w 2703041"/>
                      <a:gd name="connsiteY13" fmla="*/ 1861920 h 7021537"/>
                      <a:gd name="connsiteX14" fmla="*/ 4901 w 2703041"/>
                      <a:gd name="connsiteY14" fmla="*/ 796585 h 7021537"/>
                      <a:gd name="connsiteX15" fmla="*/ 1311413 w 2703041"/>
                      <a:gd name="connsiteY15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6961 w 2703001"/>
                      <a:gd name="connsiteY7" fmla="*/ 831753 h 7021537"/>
                      <a:gd name="connsiteX8" fmla="*/ 75239 w 2703001"/>
                      <a:gd name="connsiteY8" fmla="*/ 812215 h 7021537"/>
                      <a:gd name="connsiteX9" fmla="*/ 669207 w 2703001"/>
                      <a:gd name="connsiteY9" fmla="*/ 1851660 h 7021537"/>
                      <a:gd name="connsiteX10" fmla="*/ 165115 w 2703001"/>
                      <a:gd name="connsiteY10" fmla="*/ 6634675 h 7021537"/>
                      <a:gd name="connsiteX11" fmla="*/ 110407 w 2703001"/>
                      <a:gd name="connsiteY11" fmla="*/ 7021537 h 7021537"/>
                      <a:gd name="connsiteX12" fmla="*/ 79147 w 2703001"/>
                      <a:gd name="connsiteY12" fmla="*/ 6646401 h 7021537"/>
                      <a:gd name="connsiteX13" fmla="*/ 596306 w 2703001"/>
                      <a:gd name="connsiteY13" fmla="*/ 1861920 h 7021537"/>
                      <a:gd name="connsiteX14" fmla="*/ 4901 w 2703001"/>
                      <a:gd name="connsiteY14" fmla="*/ 796585 h 7021537"/>
                      <a:gd name="connsiteX15" fmla="*/ 1311413 w 2703001"/>
                      <a:gd name="connsiteY15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6961 w 2703001"/>
                      <a:gd name="connsiteY7" fmla="*/ 831753 h 7021537"/>
                      <a:gd name="connsiteX8" fmla="*/ 75239 w 2703001"/>
                      <a:gd name="connsiteY8" fmla="*/ 812215 h 7021537"/>
                      <a:gd name="connsiteX9" fmla="*/ 669207 w 2703001"/>
                      <a:gd name="connsiteY9" fmla="*/ 1851660 h 7021537"/>
                      <a:gd name="connsiteX10" fmla="*/ 165115 w 2703001"/>
                      <a:gd name="connsiteY10" fmla="*/ 6634675 h 7021537"/>
                      <a:gd name="connsiteX11" fmla="*/ 110407 w 2703001"/>
                      <a:gd name="connsiteY11" fmla="*/ 7021537 h 7021537"/>
                      <a:gd name="connsiteX12" fmla="*/ 79147 w 2703001"/>
                      <a:gd name="connsiteY12" fmla="*/ 6646401 h 7021537"/>
                      <a:gd name="connsiteX13" fmla="*/ 596306 w 2703001"/>
                      <a:gd name="connsiteY13" fmla="*/ 1861920 h 7021537"/>
                      <a:gd name="connsiteX14" fmla="*/ 4901 w 2703001"/>
                      <a:gd name="connsiteY14" fmla="*/ 796585 h 7021537"/>
                      <a:gd name="connsiteX15" fmla="*/ 1311413 w 2703001"/>
                      <a:gd name="connsiteY15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75239 w 2703001"/>
                      <a:gd name="connsiteY8" fmla="*/ 812215 h 7021537"/>
                      <a:gd name="connsiteX9" fmla="*/ 669207 w 2703001"/>
                      <a:gd name="connsiteY9" fmla="*/ 1851660 h 7021537"/>
                      <a:gd name="connsiteX10" fmla="*/ 165115 w 2703001"/>
                      <a:gd name="connsiteY10" fmla="*/ 6634675 h 7021537"/>
                      <a:gd name="connsiteX11" fmla="*/ 110407 w 2703001"/>
                      <a:gd name="connsiteY11" fmla="*/ 7021537 h 7021537"/>
                      <a:gd name="connsiteX12" fmla="*/ 79147 w 2703001"/>
                      <a:gd name="connsiteY12" fmla="*/ 6646401 h 7021537"/>
                      <a:gd name="connsiteX13" fmla="*/ 596306 w 2703001"/>
                      <a:gd name="connsiteY13" fmla="*/ 1861920 h 7021537"/>
                      <a:gd name="connsiteX14" fmla="*/ 4901 w 2703001"/>
                      <a:gd name="connsiteY14" fmla="*/ 796585 h 7021537"/>
                      <a:gd name="connsiteX15" fmla="*/ 1311413 w 2703001"/>
                      <a:gd name="connsiteY15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37423 w 2703001"/>
                      <a:gd name="connsiteY8" fmla="*/ 812214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13977 w 2703001"/>
                      <a:gd name="connsiteY8" fmla="*/ 61937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21792 w 2703001"/>
                      <a:gd name="connsiteY8" fmla="*/ 54122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21792 w 2703001"/>
                      <a:gd name="connsiteY8" fmla="*/ 54122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21792 w 2703001"/>
                      <a:gd name="connsiteY8" fmla="*/ 54122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23053 w 2703001"/>
                      <a:gd name="connsiteY7" fmla="*/ 823937 h 7021537"/>
                      <a:gd name="connsiteX8" fmla="*/ 1321792 w 2703001"/>
                      <a:gd name="connsiteY8" fmla="*/ 61938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44715 w 2703001"/>
                      <a:gd name="connsiteY6" fmla="*/ 1882921 h 7021537"/>
                      <a:gd name="connsiteX7" fmla="*/ 2638684 w 2703001"/>
                      <a:gd name="connsiteY7" fmla="*/ 831752 h 7021537"/>
                      <a:gd name="connsiteX8" fmla="*/ 1321792 w 2703001"/>
                      <a:gd name="connsiteY8" fmla="*/ 61938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44900 w 2703001"/>
                      <a:gd name="connsiteY5" fmla="*/ 6654214 h 7021537"/>
                      <a:gd name="connsiteX6" fmla="*/ 2029084 w 2703001"/>
                      <a:gd name="connsiteY6" fmla="*/ 1882921 h 7021537"/>
                      <a:gd name="connsiteX7" fmla="*/ 2638684 w 2703001"/>
                      <a:gd name="connsiteY7" fmla="*/ 831752 h 7021537"/>
                      <a:gd name="connsiteX8" fmla="*/ 1321792 w 2703001"/>
                      <a:gd name="connsiteY8" fmla="*/ 61938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37085 w 2703001"/>
                      <a:gd name="connsiteY5" fmla="*/ 6654214 h 7021537"/>
                      <a:gd name="connsiteX6" fmla="*/ 2029084 w 2703001"/>
                      <a:gd name="connsiteY6" fmla="*/ 1882921 h 7021537"/>
                      <a:gd name="connsiteX7" fmla="*/ 2638684 w 2703001"/>
                      <a:gd name="connsiteY7" fmla="*/ 831752 h 7021537"/>
                      <a:gd name="connsiteX8" fmla="*/ 1321792 w 2703001"/>
                      <a:gd name="connsiteY8" fmla="*/ 61938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37085 w 2703001"/>
                      <a:gd name="connsiteY5" fmla="*/ 6654214 h 7021537"/>
                      <a:gd name="connsiteX6" fmla="*/ 2029084 w 2703001"/>
                      <a:gd name="connsiteY6" fmla="*/ 1882921 h 7021537"/>
                      <a:gd name="connsiteX7" fmla="*/ 2638684 w 2703001"/>
                      <a:gd name="connsiteY7" fmla="*/ 831752 h 7021537"/>
                      <a:gd name="connsiteX8" fmla="*/ 1321792 w 2703001"/>
                      <a:gd name="connsiteY8" fmla="*/ 61938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125 h 7021537"/>
                      <a:gd name="connsiteX1" fmla="*/ 2699866 w 2703001"/>
                      <a:gd name="connsiteY1" fmla="*/ 829556 h 7021537"/>
                      <a:gd name="connsiteX2" fmla="*/ 2098081 w 2703001"/>
                      <a:gd name="connsiteY2" fmla="*/ 1881459 h 7021537"/>
                      <a:gd name="connsiteX3" fmla="*/ 2615239 w 2703001"/>
                      <a:gd name="connsiteY3" fmla="*/ 6654216 h 7021537"/>
                      <a:gd name="connsiteX4" fmla="*/ 2568347 w 2703001"/>
                      <a:gd name="connsiteY4" fmla="*/ 7009813 h 7021537"/>
                      <a:gd name="connsiteX5" fmla="*/ 2537085 w 2703001"/>
                      <a:gd name="connsiteY5" fmla="*/ 6654214 h 7021537"/>
                      <a:gd name="connsiteX6" fmla="*/ 2029084 w 2703001"/>
                      <a:gd name="connsiteY6" fmla="*/ 1882921 h 7021537"/>
                      <a:gd name="connsiteX7" fmla="*/ 2638684 w 2703001"/>
                      <a:gd name="connsiteY7" fmla="*/ 831752 h 7021537"/>
                      <a:gd name="connsiteX8" fmla="*/ 1321792 w 2703001"/>
                      <a:gd name="connsiteY8" fmla="*/ 61938 h 7021537"/>
                      <a:gd name="connsiteX9" fmla="*/ 75239 w 2703001"/>
                      <a:gd name="connsiteY9" fmla="*/ 812215 h 7021537"/>
                      <a:gd name="connsiteX10" fmla="*/ 669207 w 2703001"/>
                      <a:gd name="connsiteY10" fmla="*/ 1851660 h 7021537"/>
                      <a:gd name="connsiteX11" fmla="*/ 165115 w 2703001"/>
                      <a:gd name="connsiteY11" fmla="*/ 6634675 h 7021537"/>
                      <a:gd name="connsiteX12" fmla="*/ 110407 w 2703001"/>
                      <a:gd name="connsiteY12" fmla="*/ 7021537 h 7021537"/>
                      <a:gd name="connsiteX13" fmla="*/ 79147 w 2703001"/>
                      <a:gd name="connsiteY13" fmla="*/ 6646401 h 7021537"/>
                      <a:gd name="connsiteX14" fmla="*/ 596306 w 2703001"/>
                      <a:gd name="connsiteY14" fmla="*/ 1861920 h 7021537"/>
                      <a:gd name="connsiteX15" fmla="*/ 4901 w 2703001"/>
                      <a:gd name="connsiteY15" fmla="*/ 796585 h 7021537"/>
                      <a:gd name="connsiteX16" fmla="*/ 1311413 w 2703001"/>
                      <a:gd name="connsiteY16" fmla="*/ 1125 h 7021537"/>
                      <a:gd name="connsiteX0" fmla="*/ 1311413 w 2703001"/>
                      <a:gd name="connsiteY0" fmla="*/ 1057 h 7021469"/>
                      <a:gd name="connsiteX1" fmla="*/ 2699866 w 2703001"/>
                      <a:gd name="connsiteY1" fmla="*/ 829488 h 7021469"/>
                      <a:gd name="connsiteX2" fmla="*/ 2098081 w 2703001"/>
                      <a:gd name="connsiteY2" fmla="*/ 1881391 h 7021469"/>
                      <a:gd name="connsiteX3" fmla="*/ 2615239 w 2703001"/>
                      <a:gd name="connsiteY3" fmla="*/ 6654148 h 7021469"/>
                      <a:gd name="connsiteX4" fmla="*/ 2568347 w 2703001"/>
                      <a:gd name="connsiteY4" fmla="*/ 7009745 h 7021469"/>
                      <a:gd name="connsiteX5" fmla="*/ 2537085 w 2703001"/>
                      <a:gd name="connsiteY5" fmla="*/ 6654146 h 7021469"/>
                      <a:gd name="connsiteX6" fmla="*/ 2029084 w 2703001"/>
                      <a:gd name="connsiteY6" fmla="*/ 1882853 h 7021469"/>
                      <a:gd name="connsiteX7" fmla="*/ 2638684 w 2703001"/>
                      <a:gd name="connsiteY7" fmla="*/ 831684 h 7021469"/>
                      <a:gd name="connsiteX8" fmla="*/ 1321792 w 2703001"/>
                      <a:gd name="connsiteY8" fmla="*/ 61870 h 7021469"/>
                      <a:gd name="connsiteX9" fmla="*/ 75239 w 2703001"/>
                      <a:gd name="connsiteY9" fmla="*/ 812147 h 7021469"/>
                      <a:gd name="connsiteX10" fmla="*/ 669207 w 2703001"/>
                      <a:gd name="connsiteY10" fmla="*/ 1851592 h 7021469"/>
                      <a:gd name="connsiteX11" fmla="*/ 165115 w 2703001"/>
                      <a:gd name="connsiteY11" fmla="*/ 6634607 h 7021469"/>
                      <a:gd name="connsiteX12" fmla="*/ 110407 w 2703001"/>
                      <a:gd name="connsiteY12" fmla="*/ 7021469 h 7021469"/>
                      <a:gd name="connsiteX13" fmla="*/ 79147 w 2703001"/>
                      <a:gd name="connsiteY13" fmla="*/ 6646333 h 7021469"/>
                      <a:gd name="connsiteX14" fmla="*/ 596306 w 2703001"/>
                      <a:gd name="connsiteY14" fmla="*/ 1861852 h 7021469"/>
                      <a:gd name="connsiteX15" fmla="*/ 4901 w 2703001"/>
                      <a:gd name="connsiteY15" fmla="*/ 796517 h 7021469"/>
                      <a:gd name="connsiteX16" fmla="*/ 1311413 w 2703001"/>
                      <a:gd name="connsiteY16" fmla="*/ 1057 h 7021469"/>
                      <a:gd name="connsiteX0" fmla="*/ 1311413 w 2710778"/>
                      <a:gd name="connsiteY0" fmla="*/ 1057 h 7021469"/>
                      <a:gd name="connsiteX1" fmla="*/ 2707682 w 2710778"/>
                      <a:gd name="connsiteY1" fmla="*/ 829488 h 7021469"/>
                      <a:gd name="connsiteX2" fmla="*/ 2098081 w 2710778"/>
                      <a:gd name="connsiteY2" fmla="*/ 1881391 h 7021469"/>
                      <a:gd name="connsiteX3" fmla="*/ 2615239 w 2710778"/>
                      <a:gd name="connsiteY3" fmla="*/ 6654148 h 7021469"/>
                      <a:gd name="connsiteX4" fmla="*/ 2568347 w 2710778"/>
                      <a:gd name="connsiteY4" fmla="*/ 7009745 h 7021469"/>
                      <a:gd name="connsiteX5" fmla="*/ 2537085 w 2710778"/>
                      <a:gd name="connsiteY5" fmla="*/ 6654146 h 7021469"/>
                      <a:gd name="connsiteX6" fmla="*/ 2029084 w 2710778"/>
                      <a:gd name="connsiteY6" fmla="*/ 1882853 h 7021469"/>
                      <a:gd name="connsiteX7" fmla="*/ 2638684 w 2710778"/>
                      <a:gd name="connsiteY7" fmla="*/ 831684 h 7021469"/>
                      <a:gd name="connsiteX8" fmla="*/ 1321792 w 2710778"/>
                      <a:gd name="connsiteY8" fmla="*/ 61870 h 7021469"/>
                      <a:gd name="connsiteX9" fmla="*/ 75239 w 2710778"/>
                      <a:gd name="connsiteY9" fmla="*/ 812147 h 7021469"/>
                      <a:gd name="connsiteX10" fmla="*/ 669207 w 2710778"/>
                      <a:gd name="connsiteY10" fmla="*/ 1851592 h 7021469"/>
                      <a:gd name="connsiteX11" fmla="*/ 165115 w 2710778"/>
                      <a:gd name="connsiteY11" fmla="*/ 6634607 h 7021469"/>
                      <a:gd name="connsiteX12" fmla="*/ 110407 w 2710778"/>
                      <a:gd name="connsiteY12" fmla="*/ 7021469 h 7021469"/>
                      <a:gd name="connsiteX13" fmla="*/ 79147 w 2710778"/>
                      <a:gd name="connsiteY13" fmla="*/ 6646333 h 7021469"/>
                      <a:gd name="connsiteX14" fmla="*/ 596306 w 2710778"/>
                      <a:gd name="connsiteY14" fmla="*/ 1861852 h 7021469"/>
                      <a:gd name="connsiteX15" fmla="*/ 4901 w 2710778"/>
                      <a:gd name="connsiteY15" fmla="*/ 796517 h 7021469"/>
                      <a:gd name="connsiteX16" fmla="*/ 1311413 w 2710778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21792 w 2709574"/>
                      <a:gd name="connsiteY8" fmla="*/ 61870 h 7021469"/>
                      <a:gd name="connsiteX9" fmla="*/ 75239 w 2709574"/>
                      <a:gd name="connsiteY9" fmla="*/ 812147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21792 w 2709574"/>
                      <a:gd name="connsiteY8" fmla="*/ 61870 h 7021469"/>
                      <a:gd name="connsiteX9" fmla="*/ 75239 w 2709574"/>
                      <a:gd name="connsiteY9" fmla="*/ 812147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21792 w 2709574"/>
                      <a:gd name="connsiteY8" fmla="*/ 61870 h 7021469"/>
                      <a:gd name="connsiteX9" fmla="*/ 75239 w 2709574"/>
                      <a:gd name="connsiteY9" fmla="*/ 812147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35508 w 2709574"/>
                      <a:gd name="connsiteY8" fmla="*/ 199030 h 7021469"/>
                      <a:gd name="connsiteX9" fmla="*/ 75239 w 2709574"/>
                      <a:gd name="connsiteY9" fmla="*/ 812147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35508 w 2709574"/>
                      <a:gd name="connsiteY8" fmla="*/ 19903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35508 w 2709574"/>
                      <a:gd name="connsiteY8" fmla="*/ 19903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26364 w 2709574"/>
                      <a:gd name="connsiteY8" fmla="*/ 148738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26364 w 2709574"/>
                      <a:gd name="connsiteY8" fmla="*/ 17617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638684 w 2709574"/>
                      <a:gd name="connsiteY7" fmla="*/ 831684 h 7021469"/>
                      <a:gd name="connsiteX8" fmla="*/ 1326364 w 2709574"/>
                      <a:gd name="connsiteY8" fmla="*/ 17617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6364 w 2709574"/>
                      <a:gd name="connsiteY8" fmla="*/ 17617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6364 w 2709574"/>
                      <a:gd name="connsiteY8" fmla="*/ 17617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6364 w 2709574"/>
                      <a:gd name="connsiteY8" fmla="*/ 17617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6364 w 2709574"/>
                      <a:gd name="connsiteY8" fmla="*/ 17617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6364 w 2709574"/>
                      <a:gd name="connsiteY8" fmla="*/ 176170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669207 w 2709574"/>
                      <a:gd name="connsiteY10" fmla="*/ 1851592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2029084 w 2709574"/>
                      <a:gd name="connsiteY6" fmla="*/ 1882853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5314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0742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24384 w 2709574"/>
                      <a:gd name="connsiteY7" fmla="*/ 863688 h 7021469"/>
                      <a:gd name="connsiteX8" fmla="*/ 1321792 w 2709574"/>
                      <a:gd name="connsiteY8" fmla="*/ 180742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21792 w 2709574"/>
                      <a:gd name="connsiteY8" fmla="*/ 180742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21792 w 2709574"/>
                      <a:gd name="connsiteY8" fmla="*/ 180742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21792 w 2709574"/>
                      <a:gd name="connsiteY8" fmla="*/ 180742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21792 w 2709574"/>
                      <a:gd name="connsiteY8" fmla="*/ 180742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165115 w 2709574"/>
                      <a:gd name="connsiteY11" fmla="*/ 663460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537085 w 2709574"/>
                      <a:gd name="connsiteY5" fmla="*/ 6654146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68347 w 2709574"/>
                      <a:gd name="connsiteY4" fmla="*/ 7009745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82063 w 2709574"/>
                      <a:gd name="connsiteY4" fmla="*/ 7014317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82063 w 2709574"/>
                      <a:gd name="connsiteY4" fmla="*/ 7014317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82063 w 2709574"/>
                      <a:gd name="connsiteY4" fmla="*/ 7014317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82063 w 2709574"/>
                      <a:gd name="connsiteY4" fmla="*/ 7014317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82063 w 2709574"/>
                      <a:gd name="connsiteY4" fmla="*/ 7014317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1413 w 2709574"/>
                      <a:gd name="connsiteY0" fmla="*/ 1057 h 7021469"/>
                      <a:gd name="connsiteX1" fmla="*/ 2707682 w 2709574"/>
                      <a:gd name="connsiteY1" fmla="*/ 829488 h 7021469"/>
                      <a:gd name="connsiteX2" fmla="*/ 2098081 w 2709574"/>
                      <a:gd name="connsiteY2" fmla="*/ 1881391 h 7021469"/>
                      <a:gd name="connsiteX3" fmla="*/ 2615239 w 2709574"/>
                      <a:gd name="connsiteY3" fmla="*/ 6654148 h 7021469"/>
                      <a:gd name="connsiteX4" fmla="*/ 2595779 w 2709574"/>
                      <a:gd name="connsiteY4" fmla="*/ 7018889 h 7021469"/>
                      <a:gd name="connsiteX5" fmla="*/ 2377065 w 2709574"/>
                      <a:gd name="connsiteY5" fmla="*/ 6704438 h 7021469"/>
                      <a:gd name="connsiteX6" fmla="*/ 1928500 w 2709574"/>
                      <a:gd name="connsiteY6" fmla="*/ 1855421 h 7021469"/>
                      <a:gd name="connsiteX7" fmla="*/ 2515240 w 2709574"/>
                      <a:gd name="connsiteY7" fmla="*/ 859116 h 7021469"/>
                      <a:gd name="connsiteX8" fmla="*/ 1317220 w 2709574"/>
                      <a:gd name="connsiteY8" fmla="*/ 194458 h 7021469"/>
                      <a:gd name="connsiteX9" fmla="*/ 184967 w 2709574"/>
                      <a:gd name="connsiteY9" fmla="*/ 839579 h 7021469"/>
                      <a:gd name="connsiteX10" fmla="*/ 760647 w 2709574"/>
                      <a:gd name="connsiteY10" fmla="*/ 1801300 h 7021469"/>
                      <a:gd name="connsiteX11" fmla="*/ 329707 w 2709574"/>
                      <a:gd name="connsiteY11" fmla="*/ 6657467 h 7021469"/>
                      <a:gd name="connsiteX12" fmla="*/ 110407 w 2709574"/>
                      <a:gd name="connsiteY12" fmla="*/ 7021469 h 7021469"/>
                      <a:gd name="connsiteX13" fmla="*/ 79147 w 2709574"/>
                      <a:gd name="connsiteY13" fmla="*/ 6646333 h 7021469"/>
                      <a:gd name="connsiteX14" fmla="*/ 596306 w 2709574"/>
                      <a:gd name="connsiteY14" fmla="*/ 1861852 h 7021469"/>
                      <a:gd name="connsiteX15" fmla="*/ 4901 w 2709574"/>
                      <a:gd name="connsiteY15" fmla="*/ 796517 h 7021469"/>
                      <a:gd name="connsiteX16" fmla="*/ 1311413 w 2709574"/>
                      <a:gd name="connsiteY16" fmla="*/ 1057 h 7021469"/>
                      <a:gd name="connsiteX0" fmla="*/ 1310521 w 2708682"/>
                      <a:gd name="connsiteY0" fmla="*/ 1057 h 7021469"/>
                      <a:gd name="connsiteX1" fmla="*/ 2706790 w 2708682"/>
                      <a:gd name="connsiteY1" fmla="*/ 829488 h 7021469"/>
                      <a:gd name="connsiteX2" fmla="*/ 2097189 w 2708682"/>
                      <a:gd name="connsiteY2" fmla="*/ 1881391 h 7021469"/>
                      <a:gd name="connsiteX3" fmla="*/ 2614347 w 2708682"/>
                      <a:gd name="connsiteY3" fmla="*/ 6654148 h 7021469"/>
                      <a:gd name="connsiteX4" fmla="*/ 2594887 w 2708682"/>
                      <a:gd name="connsiteY4" fmla="*/ 7018889 h 7021469"/>
                      <a:gd name="connsiteX5" fmla="*/ 2376173 w 2708682"/>
                      <a:gd name="connsiteY5" fmla="*/ 6704438 h 7021469"/>
                      <a:gd name="connsiteX6" fmla="*/ 1927608 w 2708682"/>
                      <a:gd name="connsiteY6" fmla="*/ 1855421 h 7021469"/>
                      <a:gd name="connsiteX7" fmla="*/ 2514348 w 2708682"/>
                      <a:gd name="connsiteY7" fmla="*/ 859116 h 7021469"/>
                      <a:gd name="connsiteX8" fmla="*/ 1316328 w 2708682"/>
                      <a:gd name="connsiteY8" fmla="*/ 194458 h 7021469"/>
                      <a:gd name="connsiteX9" fmla="*/ 184075 w 2708682"/>
                      <a:gd name="connsiteY9" fmla="*/ 839579 h 7021469"/>
                      <a:gd name="connsiteX10" fmla="*/ 759755 w 2708682"/>
                      <a:gd name="connsiteY10" fmla="*/ 1801300 h 7021469"/>
                      <a:gd name="connsiteX11" fmla="*/ 328815 w 2708682"/>
                      <a:gd name="connsiteY11" fmla="*/ 6657467 h 7021469"/>
                      <a:gd name="connsiteX12" fmla="*/ 109515 w 2708682"/>
                      <a:gd name="connsiteY12" fmla="*/ 7021469 h 7021469"/>
                      <a:gd name="connsiteX13" fmla="*/ 78255 w 2708682"/>
                      <a:gd name="connsiteY13" fmla="*/ 6646333 h 7021469"/>
                      <a:gd name="connsiteX14" fmla="*/ 595414 w 2708682"/>
                      <a:gd name="connsiteY14" fmla="*/ 1861852 h 7021469"/>
                      <a:gd name="connsiteX15" fmla="*/ 4009 w 2708682"/>
                      <a:gd name="connsiteY15" fmla="*/ 796517 h 7021469"/>
                      <a:gd name="connsiteX16" fmla="*/ 1310521 w 2708682"/>
                      <a:gd name="connsiteY16" fmla="*/ 1057 h 7021469"/>
                      <a:gd name="connsiteX0" fmla="*/ 1310689 w 2708850"/>
                      <a:gd name="connsiteY0" fmla="*/ 1057 h 7021469"/>
                      <a:gd name="connsiteX1" fmla="*/ 2706958 w 2708850"/>
                      <a:gd name="connsiteY1" fmla="*/ 829488 h 7021469"/>
                      <a:gd name="connsiteX2" fmla="*/ 2097357 w 2708850"/>
                      <a:gd name="connsiteY2" fmla="*/ 1881391 h 7021469"/>
                      <a:gd name="connsiteX3" fmla="*/ 2614515 w 2708850"/>
                      <a:gd name="connsiteY3" fmla="*/ 6654148 h 7021469"/>
                      <a:gd name="connsiteX4" fmla="*/ 2595055 w 2708850"/>
                      <a:gd name="connsiteY4" fmla="*/ 7018889 h 7021469"/>
                      <a:gd name="connsiteX5" fmla="*/ 2376341 w 2708850"/>
                      <a:gd name="connsiteY5" fmla="*/ 6704438 h 7021469"/>
                      <a:gd name="connsiteX6" fmla="*/ 1927776 w 2708850"/>
                      <a:gd name="connsiteY6" fmla="*/ 1855421 h 7021469"/>
                      <a:gd name="connsiteX7" fmla="*/ 2514516 w 2708850"/>
                      <a:gd name="connsiteY7" fmla="*/ 859116 h 7021469"/>
                      <a:gd name="connsiteX8" fmla="*/ 1316496 w 2708850"/>
                      <a:gd name="connsiteY8" fmla="*/ 194458 h 7021469"/>
                      <a:gd name="connsiteX9" fmla="*/ 184243 w 2708850"/>
                      <a:gd name="connsiteY9" fmla="*/ 839579 h 7021469"/>
                      <a:gd name="connsiteX10" fmla="*/ 759923 w 2708850"/>
                      <a:gd name="connsiteY10" fmla="*/ 1801300 h 7021469"/>
                      <a:gd name="connsiteX11" fmla="*/ 328983 w 2708850"/>
                      <a:gd name="connsiteY11" fmla="*/ 6657467 h 7021469"/>
                      <a:gd name="connsiteX12" fmla="*/ 109683 w 2708850"/>
                      <a:gd name="connsiteY12" fmla="*/ 7021469 h 7021469"/>
                      <a:gd name="connsiteX13" fmla="*/ 78423 w 2708850"/>
                      <a:gd name="connsiteY13" fmla="*/ 6646333 h 7021469"/>
                      <a:gd name="connsiteX14" fmla="*/ 595582 w 2708850"/>
                      <a:gd name="connsiteY14" fmla="*/ 1861852 h 7021469"/>
                      <a:gd name="connsiteX15" fmla="*/ 4177 w 2708850"/>
                      <a:gd name="connsiteY15" fmla="*/ 796517 h 7021469"/>
                      <a:gd name="connsiteX16" fmla="*/ 1310689 w 2708850"/>
                      <a:gd name="connsiteY16" fmla="*/ 1057 h 7021469"/>
                      <a:gd name="connsiteX0" fmla="*/ 1310604 w 2708765"/>
                      <a:gd name="connsiteY0" fmla="*/ 1057 h 7021469"/>
                      <a:gd name="connsiteX1" fmla="*/ 2706873 w 2708765"/>
                      <a:gd name="connsiteY1" fmla="*/ 829488 h 7021469"/>
                      <a:gd name="connsiteX2" fmla="*/ 2097272 w 2708765"/>
                      <a:gd name="connsiteY2" fmla="*/ 1881391 h 7021469"/>
                      <a:gd name="connsiteX3" fmla="*/ 2614430 w 2708765"/>
                      <a:gd name="connsiteY3" fmla="*/ 6654148 h 7021469"/>
                      <a:gd name="connsiteX4" fmla="*/ 2594970 w 2708765"/>
                      <a:gd name="connsiteY4" fmla="*/ 7018889 h 7021469"/>
                      <a:gd name="connsiteX5" fmla="*/ 2376256 w 2708765"/>
                      <a:gd name="connsiteY5" fmla="*/ 6704438 h 7021469"/>
                      <a:gd name="connsiteX6" fmla="*/ 1927691 w 2708765"/>
                      <a:gd name="connsiteY6" fmla="*/ 1855421 h 7021469"/>
                      <a:gd name="connsiteX7" fmla="*/ 2514431 w 2708765"/>
                      <a:gd name="connsiteY7" fmla="*/ 859116 h 7021469"/>
                      <a:gd name="connsiteX8" fmla="*/ 1316411 w 2708765"/>
                      <a:gd name="connsiteY8" fmla="*/ 194458 h 7021469"/>
                      <a:gd name="connsiteX9" fmla="*/ 184158 w 2708765"/>
                      <a:gd name="connsiteY9" fmla="*/ 839579 h 7021469"/>
                      <a:gd name="connsiteX10" fmla="*/ 759838 w 2708765"/>
                      <a:gd name="connsiteY10" fmla="*/ 1801300 h 7021469"/>
                      <a:gd name="connsiteX11" fmla="*/ 328898 w 2708765"/>
                      <a:gd name="connsiteY11" fmla="*/ 6657467 h 7021469"/>
                      <a:gd name="connsiteX12" fmla="*/ 109598 w 2708765"/>
                      <a:gd name="connsiteY12" fmla="*/ 7021469 h 7021469"/>
                      <a:gd name="connsiteX13" fmla="*/ 78338 w 2708765"/>
                      <a:gd name="connsiteY13" fmla="*/ 6646333 h 7021469"/>
                      <a:gd name="connsiteX14" fmla="*/ 595497 w 2708765"/>
                      <a:gd name="connsiteY14" fmla="*/ 1861852 h 7021469"/>
                      <a:gd name="connsiteX15" fmla="*/ 4092 w 2708765"/>
                      <a:gd name="connsiteY15" fmla="*/ 796517 h 7021469"/>
                      <a:gd name="connsiteX16" fmla="*/ 1310604 w 2708765"/>
                      <a:gd name="connsiteY16" fmla="*/ 1057 h 7021469"/>
                      <a:gd name="connsiteX0" fmla="*/ 1310604 w 2708765"/>
                      <a:gd name="connsiteY0" fmla="*/ 1057 h 7021469"/>
                      <a:gd name="connsiteX1" fmla="*/ 2706873 w 2708765"/>
                      <a:gd name="connsiteY1" fmla="*/ 829488 h 7021469"/>
                      <a:gd name="connsiteX2" fmla="*/ 2097272 w 2708765"/>
                      <a:gd name="connsiteY2" fmla="*/ 1881391 h 7021469"/>
                      <a:gd name="connsiteX3" fmla="*/ 2614430 w 2708765"/>
                      <a:gd name="connsiteY3" fmla="*/ 6654148 h 7021469"/>
                      <a:gd name="connsiteX4" fmla="*/ 2594970 w 2708765"/>
                      <a:gd name="connsiteY4" fmla="*/ 7018889 h 7021469"/>
                      <a:gd name="connsiteX5" fmla="*/ 2376256 w 2708765"/>
                      <a:gd name="connsiteY5" fmla="*/ 6704438 h 7021469"/>
                      <a:gd name="connsiteX6" fmla="*/ 1927691 w 2708765"/>
                      <a:gd name="connsiteY6" fmla="*/ 1855421 h 7021469"/>
                      <a:gd name="connsiteX7" fmla="*/ 2514431 w 2708765"/>
                      <a:gd name="connsiteY7" fmla="*/ 859116 h 7021469"/>
                      <a:gd name="connsiteX8" fmla="*/ 1316411 w 2708765"/>
                      <a:gd name="connsiteY8" fmla="*/ 194458 h 7021469"/>
                      <a:gd name="connsiteX9" fmla="*/ 184158 w 2708765"/>
                      <a:gd name="connsiteY9" fmla="*/ 839579 h 7021469"/>
                      <a:gd name="connsiteX10" fmla="*/ 759838 w 2708765"/>
                      <a:gd name="connsiteY10" fmla="*/ 1801300 h 7021469"/>
                      <a:gd name="connsiteX11" fmla="*/ 328898 w 2708765"/>
                      <a:gd name="connsiteY11" fmla="*/ 6657467 h 7021469"/>
                      <a:gd name="connsiteX12" fmla="*/ 109598 w 2708765"/>
                      <a:gd name="connsiteY12" fmla="*/ 7021469 h 7021469"/>
                      <a:gd name="connsiteX13" fmla="*/ 78338 w 2708765"/>
                      <a:gd name="connsiteY13" fmla="*/ 6646333 h 7021469"/>
                      <a:gd name="connsiteX14" fmla="*/ 595497 w 2708765"/>
                      <a:gd name="connsiteY14" fmla="*/ 1861852 h 7021469"/>
                      <a:gd name="connsiteX15" fmla="*/ 4092 w 2708765"/>
                      <a:gd name="connsiteY15" fmla="*/ 796517 h 7021469"/>
                      <a:gd name="connsiteX16" fmla="*/ 1310604 w 2708765"/>
                      <a:gd name="connsiteY16" fmla="*/ 1057 h 7021469"/>
                      <a:gd name="connsiteX0" fmla="*/ 1310604 w 2731739"/>
                      <a:gd name="connsiteY0" fmla="*/ 1057 h 7021469"/>
                      <a:gd name="connsiteX1" fmla="*/ 2706873 w 2731739"/>
                      <a:gd name="connsiteY1" fmla="*/ 829488 h 7021469"/>
                      <a:gd name="connsiteX2" fmla="*/ 2097272 w 2731739"/>
                      <a:gd name="connsiteY2" fmla="*/ 1881391 h 7021469"/>
                      <a:gd name="connsiteX3" fmla="*/ 2614430 w 2731739"/>
                      <a:gd name="connsiteY3" fmla="*/ 6654148 h 7021469"/>
                      <a:gd name="connsiteX4" fmla="*/ 2731739 w 2731739"/>
                      <a:gd name="connsiteY4" fmla="*/ 6925104 h 7021469"/>
                      <a:gd name="connsiteX5" fmla="*/ 2376256 w 2731739"/>
                      <a:gd name="connsiteY5" fmla="*/ 6704438 h 7021469"/>
                      <a:gd name="connsiteX6" fmla="*/ 1927691 w 2731739"/>
                      <a:gd name="connsiteY6" fmla="*/ 1855421 h 7021469"/>
                      <a:gd name="connsiteX7" fmla="*/ 2514431 w 2731739"/>
                      <a:gd name="connsiteY7" fmla="*/ 859116 h 7021469"/>
                      <a:gd name="connsiteX8" fmla="*/ 1316411 w 2731739"/>
                      <a:gd name="connsiteY8" fmla="*/ 194458 h 7021469"/>
                      <a:gd name="connsiteX9" fmla="*/ 184158 w 2731739"/>
                      <a:gd name="connsiteY9" fmla="*/ 839579 h 7021469"/>
                      <a:gd name="connsiteX10" fmla="*/ 759838 w 2731739"/>
                      <a:gd name="connsiteY10" fmla="*/ 1801300 h 7021469"/>
                      <a:gd name="connsiteX11" fmla="*/ 328898 w 2731739"/>
                      <a:gd name="connsiteY11" fmla="*/ 6657467 h 7021469"/>
                      <a:gd name="connsiteX12" fmla="*/ 109598 w 2731739"/>
                      <a:gd name="connsiteY12" fmla="*/ 7021469 h 7021469"/>
                      <a:gd name="connsiteX13" fmla="*/ 78338 w 2731739"/>
                      <a:gd name="connsiteY13" fmla="*/ 6646333 h 7021469"/>
                      <a:gd name="connsiteX14" fmla="*/ 595497 w 2731739"/>
                      <a:gd name="connsiteY14" fmla="*/ 1861852 h 7021469"/>
                      <a:gd name="connsiteX15" fmla="*/ 4092 w 2731739"/>
                      <a:gd name="connsiteY15" fmla="*/ 796517 h 7021469"/>
                      <a:gd name="connsiteX16" fmla="*/ 1310604 w 2731739"/>
                      <a:gd name="connsiteY16" fmla="*/ 1057 h 7021469"/>
                      <a:gd name="connsiteX0" fmla="*/ 1380760 w 2801895"/>
                      <a:gd name="connsiteY0" fmla="*/ 1057 h 6935499"/>
                      <a:gd name="connsiteX1" fmla="*/ 2777029 w 2801895"/>
                      <a:gd name="connsiteY1" fmla="*/ 829488 h 6935499"/>
                      <a:gd name="connsiteX2" fmla="*/ 2167428 w 2801895"/>
                      <a:gd name="connsiteY2" fmla="*/ 1881391 h 6935499"/>
                      <a:gd name="connsiteX3" fmla="*/ 2684586 w 2801895"/>
                      <a:gd name="connsiteY3" fmla="*/ 6654148 h 6935499"/>
                      <a:gd name="connsiteX4" fmla="*/ 2801895 w 2801895"/>
                      <a:gd name="connsiteY4" fmla="*/ 6925104 h 6935499"/>
                      <a:gd name="connsiteX5" fmla="*/ 2446412 w 2801895"/>
                      <a:gd name="connsiteY5" fmla="*/ 6704438 h 6935499"/>
                      <a:gd name="connsiteX6" fmla="*/ 1997847 w 2801895"/>
                      <a:gd name="connsiteY6" fmla="*/ 1855421 h 6935499"/>
                      <a:gd name="connsiteX7" fmla="*/ 2584587 w 2801895"/>
                      <a:gd name="connsiteY7" fmla="*/ 859116 h 6935499"/>
                      <a:gd name="connsiteX8" fmla="*/ 1386567 w 2801895"/>
                      <a:gd name="connsiteY8" fmla="*/ 194458 h 6935499"/>
                      <a:gd name="connsiteX9" fmla="*/ 254314 w 2801895"/>
                      <a:gd name="connsiteY9" fmla="*/ 839579 h 6935499"/>
                      <a:gd name="connsiteX10" fmla="*/ 829994 w 2801895"/>
                      <a:gd name="connsiteY10" fmla="*/ 1801300 h 6935499"/>
                      <a:gd name="connsiteX11" fmla="*/ 399054 w 2801895"/>
                      <a:gd name="connsiteY11" fmla="*/ 6657467 h 6935499"/>
                      <a:gd name="connsiteX12" fmla="*/ 0 w 2801895"/>
                      <a:gd name="connsiteY12" fmla="*/ 6935499 h 6935499"/>
                      <a:gd name="connsiteX13" fmla="*/ 148494 w 2801895"/>
                      <a:gd name="connsiteY13" fmla="*/ 6646333 h 6935499"/>
                      <a:gd name="connsiteX14" fmla="*/ 665653 w 2801895"/>
                      <a:gd name="connsiteY14" fmla="*/ 1861852 h 6935499"/>
                      <a:gd name="connsiteX15" fmla="*/ 74248 w 2801895"/>
                      <a:gd name="connsiteY15" fmla="*/ 796517 h 6935499"/>
                      <a:gd name="connsiteX16" fmla="*/ 1380760 w 2801895"/>
                      <a:gd name="connsiteY16" fmla="*/ 1057 h 6935499"/>
                      <a:gd name="connsiteX0" fmla="*/ 1380760 w 2801895"/>
                      <a:gd name="connsiteY0" fmla="*/ 1057 h 6935499"/>
                      <a:gd name="connsiteX1" fmla="*/ 2777029 w 2801895"/>
                      <a:gd name="connsiteY1" fmla="*/ 829488 h 6935499"/>
                      <a:gd name="connsiteX2" fmla="*/ 2167428 w 2801895"/>
                      <a:gd name="connsiteY2" fmla="*/ 1881391 h 6935499"/>
                      <a:gd name="connsiteX3" fmla="*/ 2684586 w 2801895"/>
                      <a:gd name="connsiteY3" fmla="*/ 6654148 h 6935499"/>
                      <a:gd name="connsiteX4" fmla="*/ 2801895 w 2801895"/>
                      <a:gd name="connsiteY4" fmla="*/ 6925104 h 6935499"/>
                      <a:gd name="connsiteX5" fmla="*/ 2446412 w 2801895"/>
                      <a:gd name="connsiteY5" fmla="*/ 6704438 h 6935499"/>
                      <a:gd name="connsiteX6" fmla="*/ 1997847 w 2801895"/>
                      <a:gd name="connsiteY6" fmla="*/ 1855421 h 6935499"/>
                      <a:gd name="connsiteX7" fmla="*/ 2584587 w 2801895"/>
                      <a:gd name="connsiteY7" fmla="*/ 859116 h 6935499"/>
                      <a:gd name="connsiteX8" fmla="*/ 1386567 w 2801895"/>
                      <a:gd name="connsiteY8" fmla="*/ 194458 h 6935499"/>
                      <a:gd name="connsiteX9" fmla="*/ 254314 w 2801895"/>
                      <a:gd name="connsiteY9" fmla="*/ 839579 h 6935499"/>
                      <a:gd name="connsiteX10" fmla="*/ 829994 w 2801895"/>
                      <a:gd name="connsiteY10" fmla="*/ 1801300 h 6935499"/>
                      <a:gd name="connsiteX11" fmla="*/ 399054 w 2801895"/>
                      <a:gd name="connsiteY11" fmla="*/ 6657467 h 6935499"/>
                      <a:gd name="connsiteX12" fmla="*/ 0 w 2801895"/>
                      <a:gd name="connsiteY12" fmla="*/ 6935499 h 6935499"/>
                      <a:gd name="connsiteX13" fmla="*/ 148494 w 2801895"/>
                      <a:gd name="connsiteY13" fmla="*/ 6646333 h 6935499"/>
                      <a:gd name="connsiteX14" fmla="*/ 665653 w 2801895"/>
                      <a:gd name="connsiteY14" fmla="*/ 1861852 h 6935499"/>
                      <a:gd name="connsiteX15" fmla="*/ 74248 w 2801895"/>
                      <a:gd name="connsiteY15" fmla="*/ 796517 h 6935499"/>
                      <a:gd name="connsiteX16" fmla="*/ 1380760 w 2801895"/>
                      <a:gd name="connsiteY16" fmla="*/ 1057 h 69354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801895" h="6935499">
                        <a:moveTo>
                          <a:pt x="1380760" y="1057"/>
                        </a:moveTo>
                        <a:cubicBezTo>
                          <a:pt x="2135352" y="-19784"/>
                          <a:pt x="2741453" y="268082"/>
                          <a:pt x="2777029" y="829488"/>
                        </a:cubicBezTo>
                        <a:cubicBezTo>
                          <a:pt x="2816104" y="1467990"/>
                          <a:pt x="2237767" y="1703996"/>
                          <a:pt x="2167428" y="1881391"/>
                        </a:cubicBezTo>
                        <a:lnTo>
                          <a:pt x="2684586" y="6654148"/>
                        </a:lnTo>
                        <a:cubicBezTo>
                          <a:pt x="2536120" y="6714678"/>
                          <a:pt x="2738603" y="6852187"/>
                          <a:pt x="2801895" y="6925104"/>
                        </a:cubicBezTo>
                        <a:cubicBezTo>
                          <a:pt x="2736102" y="6897777"/>
                          <a:pt x="2471525" y="7000535"/>
                          <a:pt x="2446412" y="6704438"/>
                        </a:cubicBezTo>
                        <a:lnTo>
                          <a:pt x="1997847" y="1855421"/>
                        </a:lnTo>
                        <a:cubicBezTo>
                          <a:pt x="1978494" y="1556395"/>
                          <a:pt x="2581475" y="1527758"/>
                          <a:pt x="2584587" y="859116"/>
                        </a:cubicBezTo>
                        <a:cubicBezTo>
                          <a:pt x="2535273" y="475521"/>
                          <a:pt x="2221354" y="187815"/>
                          <a:pt x="1386567" y="194458"/>
                        </a:cubicBezTo>
                        <a:cubicBezTo>
                          <a:pt x="618796" y="200867"/>
                          <a:pt x="317527" y="457445"/>
                          <a:pt x="254314" y="839579"/>
                        </a:cubicBezTo>
                        <a:cubicBezTo>
                          <a:pt x="205507" y="1450169"/>
                          <a:pt x="852190" y="1639861"/>
                          <a:pt x="829994" y="1801300"/>
                        </a:cubicBezTo>
                        <a:lnTo>
                          <a:pt x="399054" y="6657467"/>
                        </a:lnTo>
                        <a:cubicBezTo>
                          <a:pt x="366790" y="6952902"/>
                          <a:pt x="139375" y="6863857"/>
                          <a:pt x="0" y="6935499"/>
                        </a:cubicBezTo>
                        <a:cubicBezTo>
                          <a:pt x="177149" y="6833901"/>
                          <a:pt x="248790" y="6673685"/>
                          <a:pt x="148494" y="6646333"/>
                        </a:cubicBezTo>
                        <a:lnTo>
                          <a:pt x="665653" y="1861852"/>
                        </a:lnTo>
                        <a:cubicBezTo>
                          <a:pt x="686810" y="1752309"/>
                          <a:pt x="11724" y="1527378"/>
                          <a:pt x="74248" y="796517"/>
                        </a:cubicBezTo>
                        <a:cubicBezTo>
                          <a:pt x="168034" y="77379"/>
                          <a:pt x="999984" y="11192"/>
                          <a:pt x="1380760" y="105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  <a:ln w="190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92" name="Rectangle 7"/>
                  <p:cNvSpPr/>
                  <p:nvPr/>
                </p:nvSpPr>
                <p:spPr>
                  <a:xfrm>
                    <a:off x="3152390" y="-115555"/>
                    <a:ext cx="2804120" cy="6769005"/>
                  </a:xfrm>
                  <a:custGeom>
                    <a:avLst/>
                    <a:gdLst>
                      <a:gd name="connsiteX0" fmla="*/ 0 w 1577591"/>
                      <a:gd name="connsiteY0" fmla="*/ 0 h 1316334"/>
                      <a:gd name="connsiteX1" fmla="*/ 1577591 w 1577591"/>
                      <a:gd name="connsiteY1" fmla="*/ 0 h 1316334"/>
                      <a:gd name="connsiteX2" fmla="*/ 1577591 w 1577591"/>
                      <a:gd name="connsiteY2" fmla="*/ 1316334 h 1316334"/>
                      <a:gd name="connsiteX3" fmla="*/ 0 w 1577591"/>
                      <a:gd name="connsiteY3" fmla="*/ 1316334 h 1316334"/>
                      <a:gd name="connsiteX4" fmla="*/ 0 w 1577591"/>
                      <a:gd name="connsiteY4" fmla="*/ 0 h 1316334"/>
                      <a:gd name="connsiteX0" fmla="*/ 0 w 1577591"/>
                      <a:gd name="connsiteY0" fmla="*/ 5024 h 1321358"/>
                      <a:gd name="connsiteX1" fmla="*/ 753626 w 1577591"/>
                      <a:gd name="connsiteY1" fmla="*/ 0 h 1321358"/>
                      <a:gd name="connsiteX2" fmla="*/ 1577591 w 1577591"/>
                      <a:gd name="connsiteY2" fmla="*/ 5024 h 1321358"/>
                      <a:gd name="connsiteX3" fmla="*/ 1577591 w 1577591"/>
                      <a:gd name="connsiteY3" fmla="*/ 1321358 h 1321358"/>
                      <a:gd name="connsiteX4" fmla="*/ 0 w 1577591"/>
                      <a:gd name="connsiteY4" fmla="*/ 1321358 h 1321358"/>
                      <a:gd name="connsiteX5" fmla="*/ 0 w 1577591"/>
                      <a:gd name="connsiteY5" fmla="*/ 5024 h 1321358"/>
                      <a:gd name="connsiteX0" fmla="*/ 0 w 1577591"/>
                      <a:gd name="connsiteY0" fmla="*/ 316523 h 1632857"/>
                      <a:gd name="connsiteX1" fmla="*/ 844061 w 1577591"/>
                      <a:gd name="connsiteY1" fmla="*/ 0 h 1632857"/>
                      <a:gd name="connsiteX2" fmla="*/ 1577591 w 1577591"/>
                      <a:gd name="connsiteY2" fmla="*/ 316523 h 1632857"/>
                      <a:gd name="connsiteX3" fmla="*/ 1577591 w 1577591"/>
                      <a:gd name="connsiteY3" fmla="*/ 1632857 h 1632857"/>
                      <a:gd name="connsiteX4" fmla="*/ 0 w 1577591"/>
                      <a:gd name="connsiteY4" fmla="*/ 1632857 h 1632857"/>
                      <a:gd name="connsiteX5" fmla="*/ 0 w 1577591"/>
                      <a:gd name="connsiteY5" fmla="*/ 316523 h 1632857"/>
                      <a:gd name="connsiteX0" fmla="*/ 0 w 1823775"/>
                      <a:gd name="connsiteY0" fmla="*/ 813917 h 1632857"/>
                      <a:gd name="connsiteX1" fmla="*/ 1090245 w 1823775"/>
                      <a:gd name="connsiteY1" fmla="*/ 0 h 1632857"/>
                      <a:gd name="connsiteX2" fmla="*/ 1823775 w 1823775"/>
                      <a:gd name="connsiteY2" fmla="*/ 316523 h 1632857"/>
                      <a:gd name="connsiteX3" fmla="*/ 1823775 w 1823775"/>
                      <a:gd name="connsiteY3" fmla="*/ 1632857 h 1632857"/>
                      <a:gd name="connsiteX4" fmla="*/ 246184 w 1823775"/>
                      <a:gd name="connsiteY4" fmla="*/ 1632857 h 1632857"/>
                      <a:gd name="connsiteX5" fmla="*/ 0 w 1823775"/>
                      <a:gd name="connsiteY5" fmla="*/ 813917 h 1632857"/>
                      <a:gd name="connsiteX0" fmla="*/ 0 w 1874016"/>
                      <a:gd name="connsiteY0" fmla="*/ 803869 h 1632857"/>
                      <a:gd name="connsiteX1" fmla="*/ 1140486 w 1874016"/>
                      <a:gd name="connsiteY1" fmla="*/ 0 h 1632857"/>
                      <a:gd name="connsiteX2" fmla="*/ 1874016 w 1874016"/>
                      <a:gd name="connsiteY2" fmla="*/ 316523 h 1632857"/>
                      <a:gd name="connsiteX3" fmla="*/ 1874016 w 1874016"/>
                      <a:gd name="connsiteY3" fmla="*/ 1632857 h 1632857"/>
                      <a:gd name="connsiteX4" fmla="*/ 296425 w 1874016"/>
                      <a:gd name="connsiteY4" fmla="*/ 1632857 h 1632857"/>
                      <a:gd name="connsiteX5" fmla="*/ 0 w 1874016"/>
                      <a:gd name="connsiteY5" fmla="*/ 803869 h 1632857"/>
                      <a:gd name="connsiteX0" fmla="*/ 3316 w 1877332"/>
                      <a:gd name="connsiteY0" fmla="*/ 803869 h 1632857"/>
                      <a:gd name="connsiteX1" fmla="*/ 1143802 w 1877332"/>
                      <a:gd name="connsiteY1" fmla="*/ 0 h 1632857"/>
                      <a:gd name="connsiteX2" fmla="*/ 1877332 w 1877332"/>
                      <a:gd name="connsiteY2" fmla="*/ 316523 h 1632857"/>
                      <a:gd name="connsiteX3" fmla="*/ 1877332 w 1877332"/>
                      <a:gd name="connsiteY3" fmla="*/ 1632857 h 1632857"/>
                      <a:gd name="connsiteX4" fmla="*/ 299741 w 1877332"/>
                      <a:gd name="connsiteY4" fmla="*/ 1632857 h 1632857"/>
                      <a:gd name="connsiteX5" fmla="*/ 3316 w 1877332"/>
                      <a:gd name="connsiteY5" fmla="*/ 803869 h 1632857"/>
                      <a:gd name="connsiteX0" fmla="*/ 4223 w 1878239"/>
                      <a:gd name="connsiteY0" fmla="*/ 805439 h 1634427"/>
                      <a:gd name="connsiteX1" fmla="*/ 1144709 w 1878239"/>
                      <a:gd name="connsiteY1" fmla="*/ 1570 h 1634427"/>
                      <a:gd name="connsiteX2" fmla="*/ 1878239 w 1878239"/>
                      <a:gd name="connsiteY2" fmla="*/ 318093 h 1634427"/>
                      <a:gd name="connsiteX3" fmla="*/ 1878239 w 1878239"/>
                      <a:gd name="connsiteY3" fmla="*/ 1634427 h 1634427"/>
                      <a:gd name="connsiteX4" fmla="*/ 300648 w 1878239"/>
                      <a:gd name="connsiteY4" fmla="*/ 1634427 h 1634427"/>
                      <a:gd name="connsiteX5" fmla="*/ 4223 w 1878239"/>
                      <a:gd name="connsiteY5" fmla="*/ 805439 h 1634427"/>
                      <a:gd name="connsiteX0" fmla="*/ 4223 w 2229932"/>
                      <a:gd name="connsiteY0" fmla="*/ 805439 h 1634427"/>
                      <a:gd name="connsiteX1" fmla="*/ 1144709 w 2229932"/>
                      <a:gd name="connsiteY1" fmla="*/ 1570 h 1634427"/>
                      <a:gd name="connsiteX2" fmla="*/ 2229932 w 2229932"/>
                      <a:gd name="connsiteY2" fmla="*/ 644664 h 1634427"/>
                      <a:gd name="connsiteX3" fmla="*/ 1878239 w 2229932"/>
                      <a:gd name="connsiteY3" fmla="*/ 1634427 h 1634427"/>
                      <a:gd name="connsiteX4" fmla="*/ 300648 w 2229932"/>
                      <a:gd name="connsiteY4" fmla="*/ 1634427 h 1634427"/>
                      <a:gd name="connsiteX5" fmla="*/ 4223 w 2229932"/>
                      <a:gd name="connsiteY5" fmla="*/ 805439 h 1634427"/>
                      <a:gd name="connsiteX0" fmla="*/ 4223 w 2335440"/>
                      <a:gd name="connsiteY0" fmla="*/ 805439 h 1634427"/>
                      <a:gd name="connsiteX1" fmla="*/ 1144709 w 2335440"/>
                      <a:gd name="connsiteY1" fmla="*/ 1570 h 1634427"/>
                      <a:gd name="connsiteX2" fmla="*/ 2335440 w 2335440"/>
                      <a:gd name="connsiteY2" fmla="*/ 644664 h 1634427"/>
                      <a:gd name="connsiteX3" fmla="*/ 1878239 w 2335440"/>
                      <a:gd name="connsiteY3" fmla="*/ 1634427 h 1634427"/>
                      <a:gd name="connsiteX4" fmla="*/ 300648 w 2335440"/>
                      <a:gd name="connsiteY4" fmla="*/ 1634427 h 1634427"/>
                      <a:gd name="connsiteX5" fmla="*/ 4223 w 2335440"/>
                      <a:gd name="connsiteY5" fmla="*/ 805439 h 1634427"/>
                      <a:gd name="connsiteX0" fmla="*/ 4223 w 2335440"/>
                      <a:gd name="connsiteY0" fmla="*/ 805439 h 1634427"/>
                      <a:gd name="connsiteX1" fmla="*/ 1144709 w 2335440"/>
                      <a:gd name="connsiteY1" fmla="*/ 1570 h 1634427"/>
                      <a:gd name="connsiteX2" fmla="*/ 2335440 w 2335440"/>
                      <a:gd name="connsiteY2" fmla="*/ 644664 h 1634427"/>
                      <a:gd name="connsiteX3" fmla="*/ 1878239 w 2335440"/>
                      <a:gd name="connsiteY3" fmla="*/ 1634427 h 1634427"/>
                      <a:gd name="connsiteX4" fmla="*/ 300648 w 2335440"/>
                      <a:gd name="connsiteY4" fmla="*/ 1634427 h 1634427"/>
                      <a:gd name="connsiteX5" fmla="*/ 4223 w 2335440"/>
                      <a:gd name="connsiteY5" fmla="*/ 805439 h 1634427"/>
                      <a:gd name="connsiteX0" fmla="*/ 4223 w 2335440"/>
                      <a:gd name="connsiteY0" fmla="*/ 795451 h 1624439"/>
                      <a:gd name="connsiteX1" fmla="*/ 1144709 w 2335440"/>
                      <a:gd name="connsiteY1" fmla="*/ 1631 h 1624439"/>
                      <a:gd name="connsiteX2" fmla="*/ 2335440 w 2335440"/>
                      <a:gd name="connsiteY2" fmla="*/ 634676 h 1624439"/>
                      <a:gd name="connsiteX3" fmla="*/ 1878239 w 2335440"/>
                      <a:gd name="connsiteY3" fmla="*/ 1624439 h 1624439"/>
                      <a:gd name="connsiteX4" fmla="*/ 300648 w 2335440"/>
                      <a:gd name="connsiteY4" fmla="*/ 1624439 h 1624439"/>
                      <a:gd name="connsiteX5" fmla="*/ 4223 w 2335440"/>
                      <a:gd name="connsiteY5" fmla="*/ 795451 h 1624439"/>
                      <a:gd name="connsiteX0" fmla="*/ 4223 w 2335440"/>
                      <a:gd name="connsiteY0" fmla="*/ 795451 h 1624439"/>
                      <a:gd name="connsiteX1" fmla="*/ 1144709 w 2335440"/>
                      <a:gd name="connsiteY1" fmla="*/ 1631 h 1624439"/>
                      <a:gd name="connsiteX2" fmla="*/ 2335440 w 2335440"/>
                      <a:gd name="connsiteY2" fmla="*/ 634676 h 1624439"/>
                      <a:gd name="connsiteX3" fmla="*/ 1878239 w 2335440"/>
                      <a:gd name="connsiteY3" fmla="*/ 1624439 h 1624439"/>
                      <a:gd name="connsiteX4" fmla="*/ 300648 w 2335440"/>
                      <a:gd name="connsiteY4" fmla="*/ 1624439 h 1624439"/>
                      <a:gd name="connsiteX5" fmla="*/ 4223 w 2335440"/>
                      <a:gd name="connsiteY5" fmla="*/ 795451 h 1624439"/>
                      <a:gd name="connsiteX0" fmla="*/ 4223 w 2335440"/>
                      <a:gd name="connsiteY0" fmla="*/ 795451 h 1624439"/>
                      <a:gd name="connsiteX1" fmla="*/ 1144709 w 2335440"/>
                      <a:gd name="connsiteY1" fmla="*/ 1631 h 1624439"/>
                      <a:gd name="connsiteX2" fmla="*/ 2335440 w 2335440"/>
                      <a:gd name="connsiteY2" fmla="*/ 634676 h 1624439"/>
                      <a:gd name="connsiteX3" fmla="*/ 1878239 w 2335440"/>
                      <a:gd name="connsiteY3" fmla="*/ 1624439 h 1624439"/>
                      <a:gd name="connsiteX4" fmla="*/ 300648 w 2335440"/>
                      <a:gd name="connsiteY4" fmla="*/ 1624439 h 1624439"/>
                      <a:gd name="connsiteX5" fmla="*/ 4223 w 2335440"/>
                      <a:gd name="connsiteY5" fmla="*/ 795451 h 1624439"/>
                      <a:gd name="connsiteX0" fmla="*/ 4223 w 2335440"/>
                      <a:gd name="connsiteY0" fmla="*/ 795451 h 1624439"/>
                      <a:gd name="connsiteX1" fmla="*/ 1144709 w 2335440"/>
                      <a:gd name="connsiteY1" fmla="*/ 1631 h 1624439"/>
                      <a:gd name="connsiteX2" fmla="*/ 2335440 w 2335440"/>
                      <a:gd name="connsiteY2" fmla="*/ 634676 h 1624439"/>
                      <a:gd name="connsiteX3" fmla="*/ 1878239 w 2335440"/>
                      <a:gd name="connsiteY3" fmla="*/ 1624439 h 1624439"/>
                      <a:gd name="connsiteX4" fmla="*/ 300648 w 2335440"/>
                      <a:gd name="connsiteY4" fmla="*/ 1624439 h 1624439"/>
                      <a:gd name="connsiteX5" fmla="*/ 4223 w 2335440"/>
                      <a:gd name="connsiteY5" fmla="*/ 795451 h 1624439"/>
                      <a:gd name="connsiteX0" fmla="*/ 4223 w 2335440"/>
                      <a:gd name="connsiteY0" fmla="*/ 795451 h 1624439"/>
                      <a:gd name="connsiteX1" fmla="*/ 1144709 w 2335440"/>
                      <a:gd name="connsiteY1" fmla="*/ 1631 h 1624439"/>
                      <a:gd name="connsiteX2" fmla="*/ 2335440 w 2335440"/>
                      <a:gd name="connsiteY2" fmla="*/ 634676 h 1624439"/>
                      <a:gd name="connsiteX3" fmla="*/ 1878239 w 2335440"/>
                      <a:gd name="connsiteY3" fmla="*/ 1624439 h 1624439"/>
                      <a:gd name="connsiteX4" fmla="*/ 300648 w 2335440"/>
                      <a:gd name="connsiteY4" fmla="*/ 1624439 h 1624439"/>
                      <a:gd name="connsiteX5" fmla="*/ 4223 w 2335440"/>
                      <a:gd name="connsiteY5" fmla="*/ 795451 h 1624439"/>
                      <a:gd name="connsiteX0" fmla="*/ 4412 w 2335629"/>
                      <a:gd name="connsiteY0" fmla="*/ 794386 h 1623374"/>
                      <a:gd name="connsiteX1" fmla="*/ 1144898 w 2335629"/>
                      <a:gd name="connsiteY1" fmla="*/ 566 h 1623374"/>
                      <a:gd name="connsiteX2" fmla="*/ 2335629 w 2335629"/>
                      <a:gd name="connsiteY2" fmla="*/ 633611 h 1623374"/>
                      <a:gd name="connsiteX3" fmla="*/ 1878428 w 2335629"/>
                      <a:gd name="connsiteY3" fmla="*/ 1623374 h 1623374"/>
                      <a:gd name="connsiteX4" fmla="*/ 300837 w 2335629"/>
                      <a:gd name="connsiteY4" fmla="*/ 1623374 h 1623374"/>
                      <a:gd name="connsiteX5" fmla="*/ 4412 w 2335629"/>
                      <a:gd name="connsiteY5" fmla="*/ 794386 h 1623374"/>
                      <a:gd name="connsiteX0" fmla="*/ 4412 w 2335629"/>
                      <a:gd name="connsiteY0" fmla="*/ 793820 h 1622808"/>
                      <a:gd name="connsiteX1" fmla="*/ 1144898 w 2335629"/>
                      <a:gd name="connsiteY1" fmla="*/ 0 h 1622808"/>
                      <a:gd name="connsiteX2" fmla="*/ 2335629 w 2335629"/>
                      <a:gd name="connsiteY2" fmla="*/ 633045 h 1622808"/>
                      <a:gd name="connsiteX3" fmla="*/ 1878428 w 2335629"/>
                      <a:gd name="connsiteY3" fmla="*/ 1622808 h 1622808"/>
                      <a:gd name="connsiteX4" fmla="*/ 300837 w 2335629"/>
                      <a:gd name="connsiteY4" fmla="*/ 1622808 h 1622808"/>
                      <a:gd name="connsiteX5" fmla="*/ 4412 w 2335629"/>
                      <a:gd name="connsiteY5" fmla="*/ 793820 h 1622808"/>
                      <a:gd name="connsiteX0" fmla="*/ 4412 w 2335629"/>
                      <a:gd name="connsiteY0" fmla="*/ 808893 h 1637881"/>
                      <a:gd name="connsiteX1" fmla="*/ 1144898 w 2335629"/>
                      <a:gd name="connsiteY1" fmla="*/ 0 h 1637881"/>
                      <a:gd name="connsiteX2" fmla="*/ 2335629 w 2335629"/>
                      <a:gd name="connsiteY2" fmla="*/ 648118 h 1637881"/>
                      <a:gd name="connsiteX3" fmla="*/ 1878428 w 2335629"/>
                      <a:gd name="connsiteY3" fmla="*/ 1637881 h 1637881"/>
                      <a:gd name="connsiteX4" fmla="*/ 300837 w 2335629"/>
                      <a:gd name="connsiteY4" fmla="*/ 1637881 h 1637881"/>
                      <a:gd name="connsiteX5" fmla="*/ 4412 w 2335629"/>
                      <a:gd name="connsiteY5" fmla="*/ 808893 h 1637881"/>
                      <a:gd name="connsiteX0" fmla="*/ 4965 w 2336182"/>
                      <a:gd name="connsiteY0" fmla="*/ 808893 h 1637881"/>
                      <a:gd name="connsiteX1" fmla="*/ 1145451 w 2336182"/>
                      <a:gd name="connsiteY1" fmla="*/ 0 h 1637881"/>
                      <a:gd name="connsiteX2" fmla="*/ 2336182 w 2336182"/>
                      <a:gd name="connsiteY2" fmla="*/ 648118 h 1637881"/>
                      <a:gd name="connsiteX3" fmla="*/ 1878981 w 2336182"/>
                      <a:gd name="connsiteY3" fmla="*/ 1637881 h 1637881"/>
                      <a:gd name="connsiteX4" fmla="*/ 301390 w 2336182"/>
                      <a:gd name="connsiteY4" fmla="*/ 1637881 h 1637881"/>
                      <a:gd name="connsiteX5" fmla="*/ 4965 w 2336182"/>
                      <a:gd name="connsiteY5" fmla="*/ 808893 h 1637881"/>
                      <a:gd name="connsiteX0" fmla="*/ 4965 w 2336182"/>
                      <a:gd name="connsiteY0" fmla="*/ 808893 h 1637881"/>
                      <a:gd name="connsiteX1" fmla="*/ 1145451 w 2336182"/>
                      <a:gd name="connsiteY1" fmla="*/ 0 h 1637881"/>
                      <a:gd name="connsiteX2" fmla="*/ 2336182 w 2336182"/>
                      <a:gd name="connsiteY2" fmla="*/ 648118 h 1637881"/>
                      <a:gd name="connsiteX3" fmla="*/ 1878981 w 2336182"/>
                      <a:gd name="connsiteY3" fmla="*/ 1637881 h 1637881"/>
                      <a:gd name="connsiteX4" fmla="*/ 301390 w 2336182"/>
                      <a:gd name="connsiteY4" fmla="*/ 1637881 h 1637881"/>
                      <a:gd name="connsiteX5" fmla="*/ 4965 w 2336182"/>
                      <a:gd name="connsiteY5" fmla="*/ 808893 h 1637881"/>
                      <a:gd name="connsiteX0" fmla="*/ 4965 w 2336182"/>
                      <a:gd name="connsiteY0" fmla="*/ 808893 h 1637881"/>
                      <a:gd name="connsiteX1" fmla="*/ 1145451 w 2336182"/>
                      <a:gd name="connsiteY1" fmla="*/ 0 h 1637881"/>
                      <a:gd name="connsiteX2" fmla="*/ 2336182 w 2336182"/>
                      <a:gd name="connsiteY2" fmla="*/ 648118 h 1637881"/>
                      <a:gd name="connsiteX3" fmla="*/ 1878981 w 2336182"/>
                      <a:gd name="connsiteY3" fmla="*/ 1637881 h 1637881"/>
                      <a:gd name="connsiteX4" fmla="*/ 632986 w 2336182"/>
                      <a:gd name="connsiteY4" fmla="*/ 1582615 h 1637881"/>
                      <a:gd name="connsiteX5" fmla="*/ 4965 w 2336182"/>
                      <a:gd name="connsiteY5" fmla="*/ 808893 h 1637881"/>
                      <a:gd name="connsiteX0" fmla="*/ 4965 w 2336182"/>
                      <a:gd name="connsiteY0" fmla="*/ 808893 h 1637881"/>
                      <a:gd name="connsiteX1" fmla="*/ 1145451 w 2336182"/>
                      <a:gd name="connsiteY1" fmla="*/ 0 h 1637881"/>
                      <a:gd name="connsiteX2" fmla="*/ 2336182 w 2336182"/>
                      <a:gd name="connsiteY2" fmla="*/ 648118 h 1637881"/>
                      <a:gd name="connsiteX3" fmla="*/ 1878981 w 2336182"/>
                      <a:gd name="connsiteY3" fmla="*/ 1637881 h 1637881"/>
                      <a:gd name="connsiteX4" fmla="*/ 587768 w 2336182"/>
                      <a:gd name="connsiteY4" fmla="*/ 1592663 h 1637881"/>
                      <a:gd name="connsiteX5" fmla="*/ 4965 w 2336182"/>
                      <a:gd name="connsiteY5" fmla="*/ 808893 h 1637881"/>
                      <a:gd name="connsiteX0" fmla="*/ 4965 w 2336182"/>
                      <a:gd name="connsiteY0" fmla="*/ 808893 h 1622809"/>
                      <a:gd name="connsiteX1" fmla="*/ 1145451 w 2336182"/>
                      <a:gd name="connsiteY1" fmla="*/ 0 h 1622809"/>
                      <a:gd name="connsiteX2" fmla="*/ 2336182 w 2336182"/>
                      <a:gd name="connsiteY2" fmla="*/ 648118 h 1622809"/>
                      <a:gd name="connsiteX3" fmla="*/ 1753377 w 2336182"/>
                      <a:gd name="connsiteY3" fmla="*/ 1622809 h 1622809"/>
                      <a:gd name="connsiteX4" fmla="*/ 587768 w 2336182"/>
                      <a:gd name="connsiteY4" fmla="*/ 1592663 h 1622809"/>
                      <a:gd name="connsiteX5" fmla="*/ 4965 w 2336182"/>
                      <a:gd name="connsiteY5" fmla="*/ 808893 h 1622809"/>
                      <a:gd name="connsiteX0" fmla="*/ 4965 w 2336433"/>
                      <a:gd name="connsiteY0" fmla="*/ 808893 h 1622809"/>
                      <a:gd name="connsiteX1" fmla="*/ 1145451 w 2336433"/>
                      <a:gd name="connsiteY1" fmla="*/ 0 h 1622809"/>
                      <a:gd name="connsiteX2" fmla="*/ 2336182 w 2336433"/>
                      <a:gd name="connsiteY2" fmla="*/ 648118 h 1622809"/>
                      <a:gd name="connsiteX3" fmla="*/ 1753377 w 2336433"/>
                      <a:gd name="connsiteY3" fmla="*/ 1622809 h 1622809"/>
                      <a:gd name="connsiteX4" fmla="*/ 587768 w 2336433"/>
                      <a:gd name="connsiteY4" fmla="*/ 1592663 h 1622809"/>
                      <a:gd name="connsiteX5" fmla="*/ 4965 w 2336433"/>
                      <a:gd name="connsiteY5" fmla="*/ 808893 h 1622809"/>
                      <a:gd name="connsiteX0" fmla="*/ 4965 w 2336358"/>
                      <a:gd name="connsiteY0" fmla="*/ 808893 h 1622809"/>
                      <a:gd name="connsiteX1" fmla="*/ 1145451 w 2336358"/>
                      <a:gd name="connsiteY1" fmla="*/ 0 h 1622809"/>
                      <a:gd name="connsiteX2" fmla="*/ 2336182 w 2336358"/>
                      <a:gd name="connsiteY2" fmla="*/ 648118 h 1622809"/>
                      <a:gd name="connsiteX3" fmla="*/ 1753377 w 2336358"/>
                      <a:gd name="connsiteY3" fmla="*/ 1622809 h 1622809"/>
                      <a:gd name="connsiteX4" fmla="*/ 587768 w 2336358"/>
                      <a:gd name="connsiteY4" fmla="*/ 1592663 h 1622809"/>
                      <a:gd name="connsiteX5" fmla="*/ 4965 w 2336358"/>
                      <a:gd name="connsiteY5" fmla="*/ 808893 h 1622809"/>
                      <a:gd name="connsiteX0" fmla="*/ 4965 w 2336773"/>
                      <a:gd name="connsiteY0" fmla="*/ 808893 h 1622809"/>
                      <a:gd name="connsiteX1" fmla="*/ 1145451 w 2336773"/>
                      <a:gd name="connsiteY1" fmla="*/ 0 h 1622809"/>
                      <a:gd name="connsiteX2" fmla="*/ 2336182 w 2336773"/>
                      <a:gd name="connsiteY2" fmla="*/ 648118 h 1622809"/>
                      <a:gd name="connsiteX3" fmla="*/ 1753377 w 2336773"/>
                      <a:gd name="connsiteY3" fmla="*/ 1622809 h 1622809"/>
                      <a:gd name="connsiteX4" fmla="*/ 587768 w 2336773"/>
                      <a:gd name="connsiteY4" fmla="*/ 1592663 h 1622809"/>
                      <a:gd name="connsiteX5" fmla="*/ 4965 w 2336773"/>
                      <a:gd name="connsiteY5" fmla="*/ 808893 h 1622809"/>
                      <a:gd name="connsiteX0" fmla="*/ 4965 w 2337065"/>
                      <a:gd name="connsiteY0" fmla="*/ 808893 h 1622809"/>
                      <a:gd name="connsiteX1" fmla="*/ 1145451 w 2337065"/>
                      <a:gd name="connsiteY1" fmla="*/ 0 h 1622809"/>
                      <a:gd name="connsiteX2" fmla="*/ 2336182 w 2337065"/>
                      <a:gd name="connsiteY2" fmla="*/ 648118 h 1622809"/>
                      <a:gd name="connsiteX3" fmla="*/ 1753377 w 2337065"/>
                      <a:gd name="connsiteY3" fmla="*/ 1622809 h 1622809"/>
                      <a:gd name="connsiteX4" fmla="*/ 587768 w 2337065"/>
                      <a:gd name="connsiteY4" fmla="*/ 1592663 h 1622809"/>
                      <a:gd name="connsiteX5" fmla="*/ 4965 w 2337065"/>
                      <a:gd name="connsiteY5" fmla="*/ 808893 h 1622809"/>
                      <a:gd name="connsiteX0" fmla="*/ 4965 w 2337065"/>
                      <a:gd name="connsiteY0" fmla="*/ 808893 h 1622809"/>
                      <a:gd name="connsiteX1" fmla="*/ 1145451 w 2337065"/>
                      <a:gd name="connsiteY1" fmla="*/ 0 h 1622809"/>
                      <a:gd name="connsiteX2" fmla="*/ 2336182 w 2337065"/>
                      <a:gd name="connsiteY2" fmla="*/ 648118 h 1622809"/>
                      <a:gd name="connsiteX3" fmla="*/ 1753377 w 2337065"/>
                      <a:gd name="connsiteY3" fmla="*/ 1622809 h 1622809"/>
                      <a:gd name="connsiteX4" fmla="*/ 587768 w 2337065"/>
                      <a:gd name="connsiteY4" fmla="*/ 1592663 h 1622809"/>
                      <a:gd name="connsiteX5" fmla="*/ 4965 w 2337065"/>
                      <a:gd name="connsiteY5" fmla="*/ 808893 h 1622809"/>
                      <a:gd name="connsiteX0" fmla="*/ 4965 w 2337065"/>
                      <a:gd name="connsiteY0" fmla="*/ 808893 h 1622809"/>
                      <a:gd name="connsiteX1" fmla="*/ 1145451 w 2337065"/>
                      <a:gd name="connsiteY1" fmla="*/ 0 h 1622809"/>
                      <a:gd name="connsiteX2" fmla="*/ 2336182 w 2337065"/>
                      <a:gd name="connsiteY2" fmla="*/ 648118 h 1622809"/>
                      <a:gd name="connsiteX3" fmla="*/ 1753377 w 2337065"/>
                      <a:gd name="connsiteY3" fmla="*/ 1622809 h 1622809"/>
                      <a:gd name="connsiteX4" fmla="*/ 587768 w 2337065"/>
                      <a:gd name="connsiteY4" fmla="*/ 1592663 h 1622809"/>
                      <a:gd name="connsiteX5" fmla="*/ 4965 w 2337065"/>
                      <a:gd name="connsiteY5" fmla="*/ 808893 h 1622809"/>
                      <a:gd name="connsiteX0" fmla="*/ 4965 w 2337065"/>
                      <a:gd name="connsiteY0" fmla="*/ 808893 h 1622809"/>
                      <a:gd name="connsiteX1" fmla="*/ 1145451 w 2337065"/>
                      <a:gd name="connsiteY1" fmla="*/ 0 h 1622809"/>
                      <a:gd name="connsiteX2" fmla="*/ 2336182 w 2337065"/>
                      <a:gd name="connsiteY2" fmla="*/ 648118 h 1622809"/>
                      <a:gd name="connsiteX3" fmla="*/ 1753377 w 2337065"/>
                      <a:gd name="connsiteY3" fmla="*/ 1622809 h 1622809"/>
                      <a:gd name="connsiteX4" fmla="*/ 587768 w 2337065"/>
                      <a:gd name="connsiteY4" fmla="*/ 1592663 h 1622809"/>
                      <a:gd name="connsiteX5" fmla="*/ 4965 w 2337065"/>
                      <a:gd name="connsiteY5" fmla="*/ 808893 h 1622809"/>
                      <a:gd name="connsiteX0" fmla="*/ 4965 w 2337065"/>
                      <a:gd name="connsiteY0" fmla="*/ 808893 h 1622809"/>
                      <a:gd name="connsiteX1" fmla="*/ 1145451 w 2337065"/>
                      <a:gd name="connsiteY1" fmla="*/ 0 h 1622809"/>
                      <a:gd name="connsiteX2" fmla="*/ 2336182 w 2337065"/>
                      <a:gd name="connsiteY2" fmla="*/ 648118 h 1622809"/>
                      <a:gd name="connsiteX3" fmla="*/ 1753377 w 2337065"/>
                      <a:gd name="connsiteY3" fmla="*/ 1622809 h 1622809"/>
                      <a:gd name="connsiteX4" fmla="*/ 587768 w 2337065"/>
                      <a:gd name="connsiteY4" fmla="*/ 1597687 h 1622809"/>
                      <a:gd name="connsiteX5" fmla="*/ 4965 w 2337065"/>
                      <a:gd name="connsiteY5" fmla="*/ 808893 h 1622809"/>
                      <a:gd name="connsiteX0" fmla="*/ 4965 w 2337065"/>
                      <a:gd name="connsiteY0" fmla="*/ 808893 h 1622809"/>
                      <a:gd name="connsiteX1" fmla="*/ 1145451 w 2337065"/>
                      <a:gd name="connsiteY1" fmla="*/ 0 h 1622809"/>
                      <a:gd name="connsiteX2" fmla="*/ 2336182 w 2337065"/>
                      <a:gd name="connsiteY2" fmla="*/ 648118 h 1622809"/>
                      <a:gd name="connsiteX3" fmla="*/ 1753377 w 2337065"/>
                      <a:gd name="connsiteY3" fmla="*/ 1622809 h 1622809"/>
                      <a:gd name="connsiteX4" fmla="*/ 587768 w 2337065"/>
                      <a:gd name="connsiteY4" fmla="*/ 1597687 h 1622809"/>
                      <a:gd name="connsiteX5" fmla="*/ 4965 w 2337065"/>
                      <a:gd name="connsiteY5" fmla="*/ 808893 h 1622809"/>
                      <a:gd name="connsiteX0" fmla="*/ 4965 w 2337065"/>
                      <a:gd name="connsiteY0" fmla="*/ 808893 h 1622809"/>
                      <a:gd name="connsiteX1" fmla="*/ 1145451 w 2337065"/>
                      <a:gd name="connsiteY1" fmla="*/ 0 h 1622809"/>
                      <a:gd name="connsiteX2" fmla="*/ 2336182 w 2337065"/>
                      <a:gd name="connsiteY2" fmla="*/ 648118 h 1622809"/>
                      <a:gd name="connsiteX3" fmla="*/ 1753377 w 2337065"/>
                      <a:gd name="connsiteY3" fmla="*/ 1622809 h 1622809"/>
                      <a:gd name="connsiteX4" fmla="*/ 1065066 w 2337065"/>
                      <a:gd name="connsiteY4" fmla="*/ 1602713 h 1622809"/>
                      <a:gd name="connsiteX5" fmla="*/ 587768 w 2337065"/>
                      <a:gd name="connsiteY5" fmla="*/ 1597687 h 1622809"/>
                      <a:gd name="connsiteX6" fmla="*/ 4965 w 2337065"/>
                      <a:gd name="connsiteY6" fmla="*/ 808893 h 1622809"/>
                      <a:gd name="connsiteX0" fmla="*/ 4965 w 2337065"/>
                      <a:gd name="connsiteY0" fmla="*/ 808893 h 2547258"/>
                      <a:gd name="connsiteX1" fmla="*/ 1145451 w 2337065"/>
                      <a:gd name="connsiteY1" fmla="*/ 0 h 2547258"/>
                      <a:gd name="connsiteX2" fmla="*/ 2336182 w 2337065"/>
                      <a:gd name="connsiteY2" fmla="*/ 648118 h 2547258"/>
                      <a:gd name="connsiteX3" fmla="*/ 1753377 w 2337065"/>
                      <a:gd name="connsiteY3" fmla="*/ 1622809 h 2547258"/>
                      <a:gd name="connsiteX4" fmla="*/ 768640 w 2337065"/>
                      <a:gd name="connsiteY4" fmla="*/ 2547258 h 2547258"/>
                      <a:gd name="connsiteX5" fmla="*/ 587768 w 2337065"/>
                      <a:gd name="connsiteY5" fmla="*/ 1597687 h 2547258"/>
                      <a:gd name="connsiteX6" fmla="*/ 4965 w 2337065"/>
                      <a:gd name="connsiteY6" fmla="*/ 808893 h 2547258"/>
                      <a:gd name="connsiteX0" fmla="*/ 4965 w 2337065"/>
                      <a:gd name="connsiteY0" fmla="*/ 808893 h 4587073"/>
                      <a:gd name="connsiteX1" fmla="*/ 1145451 w 2337065"/>
                      <a:gd name="connsiteY1" fmla="*/ 0 h 4587073"/>
                      <a:gd name="connsiteX2" fmla="*/ 2336182 w 2337065"/>
                      <a:gd name="connsiteY2" fmla="*/ 648118 h 4587073"/>
                      <a:gd name="connsiteX3" fmla="*/ 1753377 w 2337065"/>
                      <a:gd name="connsiteY3" fmla="*/ 1622809 h 4587073"/>
                      <a:gd name="connsiteX4" fmla="*/ 316464 w 2337065"/>
                      <a:gd name="connsiteY4" fmla="*/ 4587073 h 4587073"/>
                      <a:gd name="connsiteX5" fmla="*/ 587768 w 2337065"/>
                      <a:gd name="connsiteY5" fmla="*/ 1597687 h 4587073"/>
                      <a:gd name="connsiteX6" fmla="*/ 4965 w 2337065"/>
                      <a:gd name="connsiteY6" fmla="*/ 808893 h 4587073"/>
                      <a:gd name="connsiteX0" fmla="*/ 4965 w 2337065"/>
                      <a:gd name="connsiteY0" fmla="*/ 808893 h 6395776"/>
                      <a:gd name="connsiteX1" fmla="*/ 1145451 w 2337065"/>
                      <a:gd name="connsiteY1" fmla="*/ 0 h 6395776"/>
                      <a:gd name="connsiteX2" fmla="*/ 2336182 w 2337065"/>
                      <a:gd name="connsiteY2" fmla="*/ 648118 h 6395776"/>
                      <a:gd name="connsiteX3" fmla="*/ 1753377 w 2337065"/>
                      <a:gd name="connsiteY3" fmla="*/ 1622809 h 6395776"/>
                      <a:gd name="connsiteX4" fmla="*/ 150666 w 2337065"/>
                      <a:gd name="connsiteY4" fmla="*/ 6395776 h 6395776"/>
                      <a:gd name="connsiteX5" fmla="*/ 587768 w 2337065"/>
                      <a:gd name="connsiteY5" fmla="*/ 1597687 h 6395776"/>
                      <a:gd name="connsiteX6" fmla="*/ 4965 w 2337065"/>
                      <a:gd name="connsiteY6" fmla="*/ 808893 h 6395776"/>
                      <a:gd name="connsiteX0" fmla="*/ 4965 w 2337065"/>
                      <a:gd name="connsiteY0" fmla="*/ 808893 h 6672106"/>
                      <a:gd name="connsiteX1" fmla="*/ 1145451 w 2337065"/>
                      <a:gd name="connsiteY1" fmla="*/ 0 h 6672106"/>
                      <a:gd name="connsiteX2" fmla="*/ 2336182 w 2337065"/>
                      <a:gd name="connsiteY2" fmla="*/ 648118 h 6672106"/>
                      <a:gd name="connsiteX3" fmla="*/ 1753377 w 2337065"/>
                      <a:gd name="connsiteY3" fmla="*/ 1622809 h 6672106"/>
                      <a:gd name="connsiteX4" fmla="*/ 120521 w 2337065"/>
                      <a:gd name="connsiteY4" fmla="*/ 6672106 h 6672106"/>
                      <a:gd name="connsiteX5" fmla="*/ 587768 w 2337065"/>
                      <a:gd name="connsiteY5" fmla="*/ 1597687 h 6672106"/>
                      <a:gd name="connsiteX6" fmla="*/ 4965 w 2337065"/>
                      <a:gd name="connsiteY6" fmla="*/ 808893 h 6672106"/>
                      <a:gd name="connsiteX0" fmla="*/ 4965 w 2337065"/>
                      <a:gd name="connsiteY0" fmla="*/ 808893 h 6672106"/>
                      <a:gd name="connsiteX1" fmla="*/ 1145451 w 2337065"/>
                      <a:gd name="connsiteY1" fmla="*/ 0 h 6672106"/>
                      <a:gd name="connsiteX2" fmla="*/ 2336182 w 2337065"/>
                      <a:gd name="connsiteY2" fmla="*/ 648118 h 6672106"/>
                      <a:gd name="connsiteX3" fmla="*/ 1753377 w 2337065"/>
                      <a:gd name="connsiteY3" fmla="*/ 1622809 h 6672106"/>
                      <a:gd name="connsiteX4" fmla="*/ 205932 w 2337065"/>
                      <a:gd name="connsiteY4" fmla="*/ 6390751 h 6672106"/>
                      <a:gd name="connsiteX5" fmla="*/ 120521 w 2337065"/>
                      <a:gd name="connsiteY5" fmla="*/ 6672106 h 6672106"/>
                      <a:gd name="connsiteX6" fmla="*/ 587768 w 2337065"/>
                      <a:gd name="connsiteY6" fmla="*/ 1597687 h 6672106"/>
                      <a:gd name="connsiteX7" fmla="*/ 4965 w 2337065"/>
                      <a:gd name="connsiteY7" fmla="*/ 808893 h 6672106"/>
                      <a:gd name="connsiteX0" fmla="*/ 60290 w 2392390"/>
                      <a:gd name="connsiteY0" fmla="*/ 808893 h 6847951"/>
                      <a:gd name="connsiteX1" fmla="*/ 1200776 w 2392390"/>
                      <a:gd name="connsiteY1" fmla="*/ 0 h 6847951"/>
                      <a:gd name="connsiteX2" fmla="*/ 2391507 w 2392390"/>
                      <a:gd name="connsiteY2" fmla="*/ 648118 h 6847951"/>
                      <a:gd name="connsiteX3" fmla="*/ 1808702 w 2392390"/>
                      <a:gd name="connsiteY3" fmla="*/ 1622809 h 6847951"/>
                      <a:gd name="connsiteX4" fmla="*/ 0 w 2392390"/>
                      <a:gd name="connsiteY4" fmla="*/ 6847951 h 6847951"/>
                      <a:gd name="connsiteX5" fmla="*/ 175846 w 2392390"/>
                      <a:gd name="connsiteY5" fmla="*/ 6672106 h 6847951"/>
                      <a:gd name="connsiteX6" fmla="*/ 643093 w 2392390"/>
                      <a:gd name="connsiteY6" fmla="*/ 1597687 h 6847951"/>
                      <a:gd name="connsiteX7" fmla="*/ 60290 w 2392390"/>
                      <a:gd name="connsiteY7" fmla="*/ 808893 h 6847951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0 w 2412487"/>
                      <a:gd name="connsiteY4" fmla="*/ 6842927 h 6842927"/>
                      <a:gd name="connsiteX5" fmla="*/ 195943 w 2412487"/>
                      <a:gd name="connsiteY5" fmla="*/ 6672106 h 6842927"/>
                      <a:gd name="connsiteX6" fmla="*/ 663190 w 2412487"/>
                      <a:gd name="connsiteY6" fmla="*/ 1597687 h 6842927"/>
                      <a:gd name="connsiteX7" fmla="*/ 80387 w 2412487"/>
                      <a:gd name="connsiteY7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30629 w 2412487"/>
                      <a:gd name="connsiteY4" fmla="*/ 6425920 h 6842927"/>
                      <a:gd name="connsiteX5" fmla="*/ 0 w 2412487"/>
                      <a:gd name="connsiteY5" fmla="*/ 6842927 h 6842927"/>
                      <a:gd name="connsiteX6" fmla="*/ 195943 w 2412487"/>
                      <a:gd name="connsiteY6" fmla="*/ 6672106 h 6842927"/>
                      <a:gd name="connsiteX7" fmla="*/ 663190 w 2412487"/>
                      <a:gd name="connsiteY7" fmla="*/ 1597687 h 6842927"/>
                      <a:gd name="connsiteX8" fmla="*/ 80387 w 2412487"/>
                      <a:gd name="connsiteY8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26089 w 2412487"/>
                      <a:gd name="connsiteY4" fmla="*/ 6687177 h 6842927"/>
                      <a:gd name="connsiteX5" fmla="*/ 0 w 2412487"/>
                      <a:gd name="connsiteY5" fmla="*/ 6842927 h 6842927"/>
                      <a:gd name="connsiteX6" fmla="*/ 195943 w 2412487"/>
                      <a:gd name="connsiteY6" fmla="*/ 6672106 h 6842927"/>
                      <a:gd name="connsiteX7" fmla="*/ 663190 w 2412487"/>
                      <a:gd name="connsiteY7" fmla="*/ 1597687 h 6842927"/>
                      <a:gd name="connsiteX8" fmla="*/ 80387 w 2412487"/>
                      <a:gd name="connsiteY8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26089 w 2412487"/>
                      <a:gd name="connsiteY4" fmla="*/ 6687177 h 6842927"/>
                      <a:gd name="connsiteX5" fmla="*/ 0 w 2412487"/>
                      <a:gd name="connsiteY5" fmla="*/ 6842927 h 6842927"/>
                      <a:gd name="connsiteX6" fmla="*/ 195943 w 2412487"/>
                      <a:gd name="connsiteY6" fmla="*/ 6672106 h 6842927"/>
                      <a:gd name="connsiteX7" fmla="*/ 663190 w 2412487"/>
                      <a:gd name="connsiteY7" fmla="*/ 1597687 h 6842927"/>
                      <a:gd name="connsiteX8" fmla="*/ 80387 w 2412487"/>
                      <a:gd name="connsiteY8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26089 w 2412487"/>
                      <a:gd name="connsiteY4" fmla="*/ 6687177 h 6842927"/>
                      <a:gd name="connsiteX5" fmla="*/ 0 w 2412487"/>
                      <a:gd name="connsiteY5" fmla="*/ 6842927 h 6842927"/>
                      <a:gd name="connsiteX6" fmla="*/ 195943 w 2412487"/>
                      <a:gd name="connsiteY6" fmla="*/ 6672106 h 6842927"/>
                      <a:gd name="connsiteX7" fmla="*/ 663190 w 2412487"/>
                      <a:gd name="connsiteY7" fmla="*/ 1597687 h 6842927"/>
                      <a:gd name="connsiteX8" fmla="*/ 80387 w 2412487"/>
                      <a:gd name="connsiteY8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26089 w 2412487"/>
                      <a:gd name="connsiteY4" fmla="*/ 6687177 h 6842927"/>
                      <a:gd name="connsiteX5" fmla="*/ 0 w 2412487"/>
                      <a:gd name="connsiteY5" fmla="*/ 6842927 h 6842927"/>
                      <a:gd name="connsiteX6" fmla="*/ 195943 w 2412487"/>
                      <a:gd name="connsiteY6" fmla="*/ 6672106 h 6842927"/>
                      <a:gd name="connsiteX7" fmla="*/ 663190 w 2412487"/>
                      <a:gd name="connsiteY7" fmla="*/ 1597687 h 6842927"/>
                      <a:gd name="connsiteX8" fmla="*/ 80387 w 2412487"/>
                      <a:gd name="connsiteY8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26089 w 2412487"/>
                      <a:gd name="connsiteY4" fmla="*/ 6687177 h 6842927"/>
                      <a:gd name="connsiteX5" fmla="*/ 0 w 2412487"/>
                      <a:gd name="connsiteY5" fmla="*/ 6842927 h 6842927"/>
                      <a:gd name="connsiteX6" fmla="*/ 195943 w 2412487"/>
                      <a:gd name="connsiteY6" fmla="*/ 6672106 h 6842927"/>
                      <a:gd name="connsiteX7" fmla="*/ 663190 w 2412487"/>
                      <a:gd name="connsiteY7" fmla="*/ 1597687 h 6842927"/>
                      <a:gd name="connsiteX8" fmla="*/ 80387 w 2412487"/>
                      <a:gd name="connsiteY8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567544 w 2412487"/>
                      <a:gd name="connsiteY4" fmla="*/ 2441748 h 6842927"/>
                      <a:gd name="connsiteX5" fmla="*/ 226089 w 2412487"/>
                      <a:gd name="connsiteY5" fmla="*/ 6687177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28507 w 2412487"/>
                      <a:gd name="connsiteY4" fmla="*/ 1663001 h 6842927"/>
                      <a:gd name="connsiteX5" fmla="*/ 226089 w 2412487"/>
                      <a:gd name="connsiteY5" fmla="*/ 6687177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43579 w 2412487"/>
                      <a:gd name="connsiteY4" fmla="*/ 1758460 h 6842927"/>
                      <a:gd name="connsiteX5" fmla="*/ 226089 w 2412487"/>
                      <a:gd name="connsiteY5" fmla="*/ 6687177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18458 w 2412487"/>
                      <a:gd name="connsiteY4" fmla="*/ 1652953 h 6842927"/>
                      <a:gd name="connsiteX5" fmla="*/ 226089 w 2412487"/>
                      <a:gd name="connsiteY5" fmla="*/ 6687177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18458 w 2412487"/>
                      <a:gd name="connsiteY4" fmla="*/ 1652953 h 6842927"/>
                      <a:gd name="connsiteX5" fmla="*/ 226089 w 2412487"/>
                      <a:gd name="connsiteY5" fmla="*/ 6687177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38555 w 2412487"/>
                      <a:gd name="connsiteY4" fmla="*/ 1718267 h 6842927"/>
                      <a:gd name="connsiteX5" fmla="*/ 226089 w 2412487"/>
                      <a:gd name="connsiteY5" fmla="*/ 6687177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38555 w 2412487"/>
                      <a:gd name="connsiteY4" fmla="*/ 1718267 h 6842927"/>
                      <a:gd name="connsiteX5" fmla="*/ 256234 w 2412487"/>
                      <a:gd name="connsiteY5" fmla="*/ 6601766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38555 w 2412487"/>
                      <a:gd name="connsiteY4" fmla="*/ 1718267 h 6842927"/>
                      <a:gd name="connsiteX5" fmla="*/ 256234 w 2412487"/>
                      <a:gd name="connsiteY5" fmla="*/ 6601766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38555 w 2412487"/>
                      <a:gd name="connsiteY4" fmla="*/ 1718267 h 6842927"/>
                      <a:gd name="connsiteX5" fmla="*/ 256234 w 2412487"/>
                      <a:gd name="connsiteY5" fmla="*/ 6601766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738555 w 2412487"/>
                      <a:gd name="connsiteY4" fmla="*/ 1718267 h 6842927"/>
                      <a:gd name="connsiteX5" fmla="*/ 256234 w 2412487"/>
                      <a:gd name="connsiteY5" fmla="*/ 6601766 h 6842927"/>
                      <a:gd name="connsiteX6" fmla="*/ 0 w 2412487"/>
                      <a:gd name="connsiteY6" fmla="*/ 6842927 h 6842927"/>
                      <a:gd name="connsiteX7" fmla="*/ 195943 w 2412487"/>
                      <a:gd name="connsiteY7" fmla="*/ 6672106 h 6842927"/>
                      <a:gd name="connsiteX8" fmla="*/ 663190 w 2412487"/>
                      <a:gd name="connsiteY8" fmla="*/ 1597687 h 6842927"/>
                      <a:gd name="connsiteX9" fmla="*/ 80387 w 2412487"/>
                      <a:gd name="connsiteY9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612761 w 2412487"/>
                      <a:gd name="connsiteY4" fmla="*/ 1632856 h 6842927"/>
                      <a:gd name="connsiteX5" fmla="*/ 738555 w 2412487"/>
                      <a:gd name="connsiteY5" fmla="*/ 1718267 h 6842927"/>
                      <a:gd name="connsiteX6" fmla="*/ 256234 w 2412487"/>
                      <a:gd name="connsiteY6" fmla="*/ 6601766 h 6842927"/>
                      <a:gd name="connsiteX7" fmla="*/ 0 w 2412487"/>
                      <a:gd name="connsiteY7" fmla="*/ 6842927 h 6842927"/>
                      <a:gd name="connsiteX8" fmla="*/ 195943 w 2412487"/>
                      <a:gd name="connsiteY8" fmla="*/ 6672106 h 6842927"/>
                      <a:gd name="connsiteX9" fmla="*/ 663190 w 2412487"/>
                      <a:gd name="connsiteY9" fmla="*/ 1597687 h 6842927"/>
                      <a:gd name="connsiteX10" fmla="*/ 80387 w 2412487"/>
                      <a:gd name="connsiteY10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050053 w 2412487"/>
                      <a:gd name="connsiteY4" fmla="*/ 633045 h 6842927"/>
                      <a:gd name="connsiteX5" fmla="*/ 738555 w 2412487"/>
                      <a:gd name="connsiteY5" fmla="*/ 1718267 h 6842927"/>
                      <a:gd name="connsiteX6" fmla="*/ 256234 w 2412487"/>
                      <a:gd name="connsiteY6" fmla="*/ 6601766 h 6842927"/>
                      <a:gd name="connsiteX7" fmla="*/ 0 w 2412487"/>
                      <a:gd name="connsiteY7" fmla="*/ 6842927 h 6842927"/>
                      <a:gd name="connsiteX8" fmla="*/ 195943 w 2412487"/>
                      <a:gd name="connsiteY8" fmla="*/ 6672106 h 6842927"/>
                      <a:gd name="connsiteX9" fmla="*/ 663190 w 2412487"/>
                      <a:gd name="connsiteY9" fmla="*/ 1597687 h 6842927"/>
                      <a:gd name="connsiteX10" fmla="*/ 80387 w 2412487"/>
                      <a:gd name="connsiteY10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215851 w 2412487"/>
                      <a:gd name="connsiteY4" fmla="*/ 80386 h 6842927"/>
                      <a:gd name="connsiteX5" fmla="*/ 738555 w 2412487"/>
                      <a:gd name="connsiteY5" fmla="*/ 1718267 h 6842927"/>
                      <a:gd name="connsiteX6" fmla="*/ 256234 w 2412487"/>
                      <a:gd name="connsiteY6" fmla="*/ 6601766 h 6842927"/>
                      <a:gd name="connsiteX7" fmla="*/ 0 w 2412487"/>
                      <a:gd name="connsiteY7" fmla="*/ 6842927 h 6842927"/>
                      <a:gd name="connsiteX8" fmla="*/ 195943 w 2412487"/>
                      <a:gd name="connsiteY8" fmla="*/ 6672106 h 6842927"/>
                      <a:gd name="connsiteX9" fmla="*/ 663190 w 2412487"/>
                      <a:gd name="connsiteY9" fmla="*/ 1597687 h 6842927"/>
                      <a:gd name="connsiteX10" fmla="*/ 80387 w 2412487"/>
                      <a:gd name="connsiteY10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215851 w 2412487"/>
                      <a:gd name="connsiteY4" fmla="*/ 80386 h 6842927"/>
                      <a:gd name="connsiteX5" fmla="*/ 738555 w 2412487"/>
                      <a:gd name="connsiteY5" fmla="*/ 1718267 h 6842927"/>
                      <a:gd name="connsiteX6" fmla="*/ 256234 w 2412487"/>
                      <a:gd name="connsiteY6" fmla="*/ 6601766 h 6842927"/>
                      <a:gd name="connsiteX7" fmla="*/ 0 w 2412487"/>
                      <a:gd name="connsiteY7" fmla="*/ 6842927 h 6842927"/>
                      <a:gd name="connsiteX8" fmla="*/ 195943 w 2412487"/>
                      <a:gd name="connsiteY8" fmla="*/ 6672106 h 6842927"/>
                      <a:gd name="connsiteX9" fmla="*/ 663190 w 2412487"/>
                      <a:gd name="connsiteY9" fmla="*/ 1597687 h 6842927"/>
                      <a:gd name="connsiteX10" fmla="*/ 80387 w 2412487"/>
                      <a:gd name="connsiteY10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83583 w 2412487"/>
                      <a:gd name="connsiteY4" fmla="*/ 1426865 h 6842927"/>
                      <a:gd name="connsiteX5" fmla="*/ 1215851 w 2412487"/>
                      <a:gd name="connsiteY5" fmla="*/ 80386 h 6842927"/>
                      <a:gd name="connsiteX6" fmla="*/ 738555 w 2412487"/>
                      <a:gd name="connsiteY6" fmla="*/ 1718267 h 6842927"/>
                      <a:gd name="connsiteX7" fmla="*/ 256234 w 2412487"/>
                      <a:gd name="connsiteY7" fmla="*/ 6601766 h 6842927"/>
                      <a:gd name="connsiteX8" fmla="*/ 0 w 2412487"/>
                      <a:gd name="connsiteY8" fmla="*/ 6842927 h 6842927"/>
                      <a:gd name="connsiteX9" fmla="*/ 195943 w 2412487"/>
                      <a:gd name="connsiteY9" fmla="*/ 6672106 h 6842927"/>
                      <a:gd name="connsiteX10" fmla="*/ 663190 w 2412487"/>
                      <a:gd name="connsiteY10" fmla="*/ 1597687 h 6842927"/>
                      <a:gd name="connsiteX11" fmla="*/ 80387 w 2412487"/>
                      <a:gd name="connsiteY11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331219 w 2412487"/>
                      <a:gd name="connsiteY4" fmla="*/ 648118 h 6842927"/>
                      <a:gd name="connsiteX5" fmla="*/ 1215851 w 2412487"/>
                      <a:gd name="connsiteY5" fmla="*/ 80386 h 6842927"/>
                      <a:gd name="connsiteX6" fmla="*/ 738555 w 2412487"/>
                      <a:gd name="connsiteY6" fmla="*/ 1718267 h 6842927"/>
                      <a:gd name="connsiteX7" fmla="*/ 256234 w 2412487"/>
                      <a:gd name="connsiteY7" fmla="*/ 6601766 h 6842927"/>
                      <a:gd name="connsiteX8" fmla="*/ 0 w 2412487"/>
                      <a:gd name="connsiteY8" fmla="*/ 6842927 h 6842927"/>
                      <a:gd name="connsiteX9" fmla="*/ 195943 w 2412487"/>
                      <a:gd name="connsiteY9" fmla="*/ 6672106 h 6842927"/>
                      <a:gd name="connsiteX10" fmla="*/ 663190 w 2412487"/>
                      <a:gd name="connsiteY10" fmla="*/ 1597687 h 6842927"/>
                      <a:gd name="connsiteX11" fmla="*/ 80387 w 2412487"/>
                      <a:gd name="connsiteY11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130251 w 2412487"/>
                      <a:gd name="connsiteY4" fmla="*/ 1190729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80386 h 6842927"/>
                      <a:gd name="connsiteX7" fmla="*/ 738555 w 2412487"/>
                      <a:gd name="connsiteY7" fmla="*/ 1718267 h 6842927"/>
                      <a:gd name="connsiteX8" fmla="*/ 256234 w 2412487"/>
                      <a:gd name="connsiteY8" fmla="*/ 6601766 h 6842927"/>
                      <a:gd name="connsiteX9" fmla="*/ 0 w 2412487"/>
                      <a:gd name="connsiteY9" fmla="*/ 6842927 h 6842927"/>
                      <a:gd name="connsiteX10" fmla="*/ 195943 w 2412487"/>
                      <a:gd name="connsiteY10" fmla="*/ 6672106 h 6842927"/>
                      <a:gd name="connsiteX11" fmla="*/ 663190 w 2412487"/>
                      <a:gd name="connsiteY11" fmla="*/ 1597687 h 6842927"/>
                      <a:gd name="connsiteX12" fmla="*/ 80387 w 2412487"/>
                      <a:gd name="connsiteY12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80386 h 6842927"/>
                      <a:gd name="connsiteX7" fmla="*/ 738555 w 2412487"/>
                      <a:gd name="connsiteY7" fmla="*/ 1718267 h 6842927"/>
                      <a:gd name="connsiteX8" fmla="*/ 256234 w 2412487"/>
                      <a:gd name="connsiteY8" fmla="*/ 6601766 h 6842927"/>
                      <a:gd name="connsiteX9" fmla="*/ 0 w 2412487"/>
                      <a:gd name="connsiteY9" fmla="*/ 6842927 h 6842927"/>
                      <a:gd name="connsiteX10" fmla="*/ 195943 w 2412487"/>
                      <a:gd name="connsiteY10" fmla="*/ 6672106 h 6842927"/>
                      <a:gd name="connsiteX11" fmla="*/ 663190 w 2412487"/>
                      <a:gd name="connsiteY11" fmla="*/ 1597687 h 6842927"/>
                      <a:gd name="connsiteX12" fmla="*/ 80387 w 2412487"/>
                      <a:gd name="connsiteY12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80386 h 6842927"/>
                      <a:gd name="connsiteX7" fmla="*/ 738555 w 2412487"/>
                      <a:gd name="connsiteY7" fmla="*/ 1718267 h 6842927"/>
                      <a:gd name="connsiteX8" fmla="*/ 256234 w 2412487"/>
                      <a:gd name="connsiteY8" fmla="*/ 6601766 h 6842927"/>
                      <a:gd name="connsiteX9" fmla="*/ 0 w 2412487"/>
                      <a:gd name="connsiteY9" fmla="*/ 6842927 h 6842927"/>
                      <a:gd name="connsiteX10" fmla="*/ 195943 w 2412487"/>
                      <a:gd name="connsiteY10" fmla="*/ 6672106 h 6842927"/>
                      <a:gd name="connsiteX11" fmla="*/ 663190 w 2412487"/>
                      <a:gd name="connsiteY11" fmla="*/ 1597687 h 6842927"/>
                      <a:gd name="connsiteX12" fmla="*/ 80387 w 2412487"/>
                      <a:gd name="connsiteY12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738555 w 2412487"/>
                      <a:gd name="connsiteY7" fmla="*/ 1718267 h 6842927"/>
                      <a:gd name="connsiteX8" fmla="*/ 256234 w 2412487"/>
                      <a:gd name="connsiteY8" fmla="*/ 6601766 h 6842927"/>
                      <a:gd name="connsiteX9" fmla="*/ 0 w 2412487"/>
                      <a:gd name="connsiteY9" fmla="*/ 6842927 h 6842927"/>
                      <a:gd name="connsiteX10" fmla="*/ 195943 w 2412487"/>
                      <a:gd name="connsiteY10" fmla="*/ 6672106 h 6842927"/>
                      <a:gd name="connsiteX11" fmla="*/ 663190 w 2412487"/>
                      <a:gd name="connsiteY11" fmla="*/ 1597687 h 6842927"/>
                      <a:gd name="connsiteX12" fmla="*/ 80387 w 2412487"/>
                      <a:gd name="connsiteY12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738555 w 2412487"/>
                      <a:gd name="connsiteY7" fmla="*/ 1718267 h 6842927"/>
                      <a:gd name="connsiteX8" fmla="*/ 256234 w 2412487"/>
                      <a:gd name="connsiteY8" fmla="*/ 6601766 h 6842927"/>
                      <a:gd name="connsiteX9" fmla="*/ 0 w 2412487"/>
                      <a:gd name="connsiteY9" fmla="*/ 6842927 h 6842927"/>
                      <a:gd name="connsiteX10" fmla="*/ 195943 w 2412487"/>
                      <a:gd name="connsiteY10" fmla="*/ 6672106 h 6842927"/>
                      <a:gd name="connsiteX11" fmla="*/ 663190 w 2412487"/>
                      <a:gd name="connsiteY11" fmla="*/ 1597687 h 6842927"/>
                      <a:gd name="connsiteX12" fmla="*/ 80387 w 2412487"/>
                      <a:gd name="connsiteY12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738555 w 2412487"/>
                      <a:gd name="connsiteY7" fmla="*/ 1718267 h 6842927"/>
                      <a:gd name="connsiteX8" fmla="*/ 256234 w 2412487"/>
                      <a:gd name="connsiteY8" fmla="*/ 6601766 h 6842927"/>
                      <a:gd name="connsiteX9" fmla="*/ 0 w 2412487"/>
                      <a:gd name="connsiteY9" fmla="*/ 6842927 h 6842927"/>
                      <a:gd name="connsiteX10" fmla="*/ 195943 w 2412487"/>
                      <a:gd name="connsiteY10" fmla="*/ 6672106 h 6842927"/>
                      <a:gd name="connsiteX11" fmla="*/ 663190 w 2412487"/>
                      <a:gd name="connsiteY11" fmla="*/ 1597687 h 6842927"/>
                      <a:gd name="connsiteX12" fmla="*/ 80387 w 2412487"/>
                      <a:gd name="connsiteY12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994788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15851 w 2412487"/>
                      <a:gd name="connsiteY6" fmla="*/ 95458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31219 w 2412487"/>
                      <a:gd name="connsiteY5" fmla="*/ 648118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66389 w 2412487"/>
                      <a:gd name="connsiteY5" fmla="*/ 668215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46292 w 2412487"/>
                      <a:gd name="connsiteY5" fmla="*/ 663191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46292 w 2412487"/>
                      <a:gd name="connsiteY5" fmla="*/ 663191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46292 w 2412487"/>
                      <a:gd name="connsiteY5" fmla="*/ 663191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53438 w 2412487"/>
                      <a:gd name="connsiteY4" fmla="*/ 1622808 h 6842927"/>
                      <a:gd name="connsiteX5" fmla="*/ 2346292 w 2412487"/>
                      <a:gd name="connsiteY5" fmla="*/ 663191 h 6842927"/>
                      <a:gd name="connsiteX6" fmla="*/ 1225899 w 2412487"/>
                      <a:gd name="connsiteY6" fmla="*/ 60289 h 6842927"/>
                      <a:gd name="connsiteX7" fmla="*/ 135654 w 2412487"/>
                      <a:gd name="connsiteY7" fmla="*/ 808891 h 6842927"/>
                      <a:gd name="connsiteX8" fmla="*/ 738555 w 2412487"/>
                      <a:gd name="connsiteY8" fmla="*/ 1718267 h 6842927"/>
                      <a:gd name="connsiteX9" fmla="*/ 256234 w 2412487"/>
                      <a:gd name="connsiteY9" fmla="*/ 6601766 h 6842927"/>
                      <a:gd name="connsiteX10" fmla="*/ 0 w 2412487"/>
                      <a:gd name="connsiteY10" fmla="*/ 6842927 h 6842927"/>
                      <a:gd name="connsiteX11" fmla="*/ 195943 w 2412487"/>
                      <a:gd name="connsiteY11" fmla="*/ 6672106 h 6842927"/>
                      <a:gd name="connsiteX12" fmla="*/ 663190 w 2412487"/>
                      <a:gd name="connsiteY12" fmla="*/ 1597687 h 6842927"/>
                      <a:gd name="connsiteX13" fmla="*/ 80387 w 2412487"/>
                      <a:gd name="connsiteY13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748414 w 2412487"/>
                      <a:gd name="connsiteY4" fmla="*/ 1708219 h 6842927"/>
                      <a:gd name="connsiteX5" fmla="*/ 1753438 w 2412487"/>
                      <a:gd name="connsiteY5" fmla="*/ 1622808 h 6842927"/>
                      <a:gd name="connsiteX6" fmla="*/ 2346292 w 2412487"/>
                      <a:gd name="connsiteY6" fmla="*/ 663191 h 6842927"/>
                      <a:gd name="connsiteX7" fmla="*/ 1225899 w 2412487"/>
                      <a:gd name="connsiteY7" fmla="*/ 60289 h 6842927"/>
                      <a:gd name="connsiteX8" fmla="*/ 135654 w 2412487"/>
                      <a:gd name="connsiteY8" fmla="*/ 808891 h 6842927"/>
                      <a:gd name="connsiteX9" fmla="*/ 738555 w 2412487"/>
                      <a:gd name="connsiteY9" fmla="*/ 1718267 h 6842927"/>
                      <a:gd name="connsiteX10" fmla="*/ 256234 w 2412487"/>
                      <a:gd name="connsiteY10" fmla="*/ 6601766 h 6842927"/>
                      <a:gd name="connsiteX11" fmla="*/ 0 w 2412487"/>
                      <a:gd name="connsiteY11" fmla="*/ 6842927 h 6842927"/>
                      <a:gd name="connsiteX12" fmla="*/ 195943 w 2412487"/>
                      <a:gd name="connsiteY12" fmla="*/ 6672106 h 6842927"/>
                      <a:gd name="connsiteX13" fmla="*/ 663190 w 2412487"/>
                      <a:gd name="connsiteY13" fmla="*/ 1597687 h 6842927"/>
                      <a:gd name="connsiteX14" fmla="*/ 80387 w 2412487"/>
                      <a:gd name="connsiteY14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1879043 w 2412487"/>
                      <a:gd name="connsiteY4" fmla="*/ 3014504 h 6842927"/>
                      <a:gd name="connsiteX5" fmla="*/ 1753438 w 2412487"/>
                      <a:gd name="connsiteY5" fmla="*/ 1622808 h 6842927"/>
                      <a:gd name="connsiteX6" fmla="*/ 2346292 w 2412487"/>
                      <a:gd name="connsiteY6" fmla="*/ 663191 h 6842927"/>
                      <a:gd name="connsiteX7" fmla="*/ 1225899 w 2412487"/>
                      <a:gd name="connsiteY7" fmla="*/ 60289 h 6842927"/>
                      <a:gd name="connsiteX8" fmla="*/ 135654 w 2412487"/>
                      <a:gd name="connsiteY8" fmla="*/ 808891 h 6842927"/>
                      <a:gd name="connsiteX9" fmla="*/ 738555 w 2412487"/>
                      <a:gd name="connsiteY9" fmla="*/ 1718267 h 6842927"/>
                      <a:gd name="connsiteX10" fmla="*/ 256234 w 2412487"/>
                      <a:gd name="connsiteY10" fmla="*/ 6601766 h 6842927"/>
                      <a:gd name="connsiteX11" fmla="*/ 0 w 2412487"/>
                      <a:gd name="connsiteY11" fmla="*/ 6842927 h 6842927"/>
                      <a:gd name="connsiteX12" fmla="*/ 195943 w 2412487"/>
                      <a:gd name="connsiteY12" fmla="*/ 6672106 h 6842927"/>
                      <a:gd name="connsiteX13" fmla="*/ 663190 w 2412487"/>
                      <a:gd name="connsiteY13" fmla="*/ 1597687 h 6842927"/>
                      <a:gd name="connsiteX14" fmla="*/ 80387 w 2412487"/>
                      <a:gd name="connsiteY14" fmla="*/ 808893 h 6842927"/>
                      <a:gd name="connsiteX0" fmla="*/ 80387 w 2412487"/>
                      <a:gd name="connsiteY0" fmla="*/ 808893 h 6842927"/>
                      <a:gd name="connsiteX1" fmla="*/ 1220873 w 2412487"/>
                      <a:gd name="connsiteY1" fmla="*/ 0 h 6842927"/>
                      <a:gd name="connsiteX2" fmla="*/ 2411604 w 2412487"/>
                      <a:gd name="connsiteY2" fmla="*/ 648118 h 6842927"/>
                      <a:gd name="connsiteX3" fmla="*/ 1828799 w 2412487"/>
                      <a:gd name="connsiteY3" fmla="*/ 1622809 h 6842927"/>
                      <a:gd name="connsiteX4" fmla="*/ 2085034 w 2412487"/>
                      <a:gd name="connsiteY4" fmla="*/ 4697603 h 6842927"/>
                      <a:gd name="connsiteX5" fmla="*/ 1753438 w 2412487"/>
                      <a:gd name="connsiteY5" fmla="*/ 1622808 h 6842927"/>
                      <a:gd name="connsiteX6" fmla="*/ 2346292 w 2412487"/>
                      <a:gd name="connsiteY6" fmla="*/ 663191 h 6842927"/>
                      <a:gd name="connsiteX7" fmla="*/ 1225899 w 2412487"/>
                      <a:gd name="connsiteY7" fmla="*/ 60289 h 6842927"/>
                      <a:gd name="connsiteX8" fmla="*/ 135654 w 2412487"/>
                      <a:gd name="connsiteY8" fmla="*/ 808891 h 6842927"/>
                      <a:gd name="connsiteX9" fmla="*/ 738555 w 2412487"/>
                      <a:gd name="connsiteY9" fmla="*/ 1718267 h 6842927"/>
                      <a:gd name="connsiteX10" fmla="*/ 256234 w 2412487"/>
                      <a:gd name="connsiteY10" fmla="*/ 6601766 h 6842927"/>
                      <a:gd name="connsiteX11" fmla="*/ 0 w 2412487"/>
                      <a:gd name="connsiteY11" fmla="*/ 6842927 h 6842927"/>
                      <a:gd name="connsiteX12" fmla="*/ 195943 w 2412487"/>
                      <a:gd name="connsiteY12" fmla="*/ 6672106 h 6842927"/>
                      <a:gd name="connsiteX13" fmla="*/ 663190 w 2412487"/>
                      <a:gd name="connsiteY13" fmla="*/ 1597687 h 6842927"/>
                      <a:gd name="connsiteX14" fmla="*/ 80387 w 2412487"/>
                      <a:gd name="connsiteY14" fmla="*/ 808893 h 6842927"/>
                      <a:gd name="connsiteX0" fmla="*/ 80387 w 2467024"/>
                      <a:gd name="connsiteY0" fmla="*/ 808893 h 6852974"/>
                      <a:gd name="connsiteX1" fmla="*/ 1220873 w 2467024"/>
                      <a:gd name="connsiteY1" fmla="*/ 0 h 6852974"/>
                      <a:gd name="connsiteX2" fmla="*/ 2411604 w 2467024"/>
                      <a:gd name="connsiteY2" fmla="*/ 648118 h 6852974"/>
                      <a:gd name="connsiteX3" fmla="*/ 1828799 w 2467024"/>
                      <a:gd name="connsiteY3" fmla="*/ 1622809 h 6852974"/>
                      <a:gd name="connsiteX4" fmla="*/ 2466871 w 2467024"/>
                      <a:gd name="connsiteY4" fmla="*/ 6852974 h 6852974"/>
                      <a:gd name="connsiteX5" fmla="*/ 1753438 w 2467024"/>
                      <a:gd name="connsiteY5" fmla="*/ 1622808 h 6852974"/>
                      <a:gd name="connsiteX6" fmla="*/ 2346292 w 2467024"/>
                      <a:gd name="connsiteY6" fmla="*/ 663191 h 6852974"/>
                      <a:gd name="connsiteX7" fmla="*/ 1225899 w 2467024"/>
                      <a:gd name="connsiteY7" fmla="*/ 60289 h 6852974"/>
                      <a:gd name="connsiteX8" fmla="*/ 135654 w 2467024"/>
                      <a:gd name="connsiteY8" fmla="*/ 808891 h 6852974"/>
                      <a:gd name="connsiteX9" fmla="*/ 738555 w 2467024"/>
                      <a:gd name="connsiteY9" fmla="*/ 1718267 h 6852974"/>
                      <a:gd name="connsiteX10" fmla="*/ 256234 w 2467024"/>
                      <a:gd name="connsiteY10" fmla="*/ 6601766 h 6852974"/>
                      <a:gd name="connsiteX11" fmla="*/ 0 w 2467024"/>
                      <a:gd name="connsiteY11" fmla="*/ 6842927 h 6852974"/>
                      <a:gd name="connsiteX12" fmla="*/ 195943 w 2467024"/>
                      <a:gd name="connsiteY12" fmla="*/ 6672106 h 6852974"/>
                      <a:gd name="connsiteX13" fmla="*/ 663190 w 2467024"/>
                      <a:gd name="connsiteY13" fmla="*/ 1597687 h 6852974"/>
                      <a:gd name="connsiteX14" fmla="*/ 80387 w 2467024"/>
                      <a:gd name="connsiteY14" fmla="*/ 808893 h 6852974"/>
                      <a:gd name="connsiteX0" fmla="*/ 80387 w 2478097"/>
                      <a:gd name="connsiteY0" fmla="*/ 808893 h 7009297"/>
                      <a:gd name="connsiteX1" fmla="*/ 1220873 w 2478097"/>
                      <a:gd name="connsiteY1" fmla="*/ 0 h 7009297"/>
                      <a:gd name="connsiteX2" fmla="*/ 2411604 w 2478097"/>
                      <a:gd name="connsiteY2" fmla="*/ 648118 h 7009297"/>
                      <a:gd name="connsiteX3" fmla="*/ 1828799 w 2478097"/>
                      <a:gd name="connsiteY3" fmla="*/ 1622809 h 7009297"/>
                      <a:gd name="connsiteX4" fmla="*/ 2466871 w 2478097"/>
                      <a:gd name="connsiteY4" fmla="*/ 6852974 h 7009297"/>
                      <a:gd name="connsiteX5" fmla="*/ 2200589 w 2478097"/>
                      <a:gd name="connsiteY5" fmla="*/ 5280407 h 7009297"/>
                      <a:gd name="connsiteX6" fmla="*/ 1753438 w 2478097"/>
                      <a:gd name="connsiteY6" fmla="*/ 1622808 h 7009297"/>
                      <a:gd name="connsiteX7" fmla="*/ 2346292 w 2478097"/>
                      <a:gd name="connsiteY7" fmla="*/ 663191 h 7009297"/>
                      <a:gd name="connsiteX8" fmla="*/ 1225899 w 2478097"/>
                      <a:gd name="connsiteY8" fmla="*/ 60289 h 7009297"/>
                      <a:gd name="connsiteX9" fmla="*/ 135654 w 2478097"/>
                      <a:gd name="connsiteY9" fmla="*/ 808891 h 7009297"/>
                      <a:gd name="connsiteX10" fmla="*/ 738555 w 2478097"/>
                      <a:gd name="connsiteY10" fmla="*/ 1718267 h 7009297"/>
                      <a:gd name="connsiteX11" fmla="*/ 256234 w 2478097"/>
                      <a:gd name="connsiteY11" fmla="*/ 6601766 h 7009297"/>
                      <a:gd name="connsiteX12" fmla="*/ 0 w 2478097"/>
                      <a:gd name="connsiteY12" fmla="*/ 6842927 h 7009297"/>
                      <a:gd name="connsiteX13" fmla="*/ 195943 w 2478097"/>
                      <a:gd name="connsiteY13" fmla="*/ 6672106 h 7009297"/>
                      <a:gd name="connsiteX14" fmla="*/ 663190 w 2478097"/>
                      <a:gd name="connsiteY14" fmla="*/ 1597687 h 7009297"/>
                      <a:gd name="connsiteX15" fmla="*/ 80387 w 2478097"/>
                      <a:gd name="connsiteY15" fmla="*/ 808893 h 7009297"/>
                      <a:gd name="connsiteX0" fmla="*/ 80387 w 2482531"/>
                      <a:gd name="connsiteY0" fmla="*/ 808893 h 7256911"/>
                      <a:gd name="connsiteX1" fmla="*/ 1220873 w 2482531"/>
                      <a:gd name="connsiteY1" fmla="*/ 0 h 7256911"/>
                      <a:gd name="connsiteX2" fmla="*/ 2411604 w 2482531"/>
                      <a:gd name="connsiteY2" fmla="*/ 648118 h 7256911"/>
                      <a:gd name="connsiteX3" fmla="*/ 1828799 w 2482531"/>
                      <a:gd name="connsiteY3" fmla="*/ 1622809 h 7256911"/>
                      <a:gd name="connsiteX4" fmla="*/ 2466871 w 2482531"/>
                      <a:gd name="connsiteY4" fmla="*/ 6852974 h 7256911"/>
                      <a:gd name="connsiteX5" fmla="*/ 2275952 w 2482531"/>
                      <a:gd name="connsiteY5" fmla="*/ 6531427 h 7256911"/>
                      <a:gd name="connsiteX6" fmla="*/ 1753438 w 2482531"/>
                      <a:gd name="connsiteY6" fmla="*/ 1622808 h 7256911"/>
                      <a:gd name="connsiteX7" fmla="*/ 2346292 w 2482531"/>
                      <a:gd name="connsiteY7" fmla="*/ 663191 h 7256911"/>
                      <a:gd name="connsiteX8" fmla="*/ 1225899 w 2482531"/>
                      <a:gd name="connsiteY8" fmla="*/ 60289 h 7256911"/>
                      <a:gd name="connsiteX9" fmla="*/ 135654 w 2482531"/>
                      <a:gd name="connsiteY9" fmla="*/ 808891 h 7256911"/>
                      <a:gd name="connsiteX10" fmla="*/ 738555 w 2482531"/>
                      <a:gd name="connsiteY10" fmla="*/ 1718267 h 7256911"/>
                      <a:gd name="connsiteX11" fmla="*/ 256234 w 2482531"/>
                      <a:gd name="connsiteY11" fmla="*/ 6601766 h 7256911"/>
                      <a:gd name="connsiteX12" fmla="*/ 0 w 2482531"/>
                      <a:gd name="connsiteY12" fmla="*/ 6842927 h 7256911"/>
                      <a:gd name="connsiteX13" fmla="*/ 195943 w 2482531"/>
                      <a:gd name="connsiteY13" fmla="*/ 6672106 h 7256911"/>
                      <a:gd name="connsiteX14" fmla="*/ 663190 w 2482531"/>
                      <a:gd name="connsiteY14" fmla="*/ 1597687 h 7256911"/>
                      <a:gd name="connsiteX15" fmla="*/ 80387 w 2482531"/>
                      <a:gd name="connsiteY15" fmla="*/ 808893 h 7256911"/>
                      <a:gd name="connsiteX0" fmla="*/ 80387 w 2476139"/>
                      <a:gd name="connsiteY0" fmla="*/ 808893 h 7063797"/>
                      <a:gd name="connsiteX1" fmla="*/ 1220873 w 2476139"/>
                      <a:gd name="connsiteY1" fmla="*/ 0 h 7063797"/>
                      <a:gd name="connsiteX2" fmla="*/ 2411604 w 2476139"/>
                      <a:gd name="connsiteY2" fmla="*/ 648118 h 7063797"/>
                      <a:gd name="connsiteX3" fmla="*/ 1828799 w 2476139"/>
                      <a:gd name="connsiteY3" fmla="*/ 1622809 h 7063797"/>
                      <a:gd name="connsiteX4" fmla="*/ 2466871 w 2476139"/>
                      <a:gd name="connsiteY4" fmla="*/ 6852974 h 7063797"/>
                      <a:gd name="connsiteX5" fmla="*/ 2275952 w 2476139"/>
                      <a:gd name="connsiteY5" fmla="*/ 6531427 h 7063797"/>
                      <a:gd name="connsiteX6" fmla="*/ 1753438 w 2476139"/>
                      <a:gd name="connsiteY6" fmla="*/ 1622808 h 7063797"/>
                      <a:gd name="connsiteX7" fmla="*/ 2346292 w 2476139"/>
                      <a:gd name="connsiteY7" fmla="*/ 663191 h 7063797"/>
                      <a:gd name="connsiteX8" fmla="*/ 1225899 w 2476139"/>
                      <a:gd name="connsiteY8" fmla="*/ 60289 h 7063797"/>
                      <a:gd name="connsiteX9" fmla="*/ 135654 w 2476139"/>
                      <a:gd name="connsiteY9" fmla="*/ 808891 h 7063797"/>
                      <a:gd name="connsiteX10" fmla="*/ 738555 w 2476139"/>
                      <a:gd name="connsiteY10" fmla="*/ 1718267 h 7063797"/>
                      <a:gd name="connsiteX11" fmla="*/ 256234 w 2476139"/>
                      <a:gd name="connsiteY11" fmla="*/ 6601766 h 7063797"/>
                      <a:gd name="connsiteX12" fmla="*/ 0 w 2476139"/>
                      <a:gd name="connsiteY12" fmla="*/ 6842927 h 7063797"/>
                      <a:gd name="connsiteX13" fmla="*/ 195943 w 2476139"/>
                      <a:gd name="connsiteY13" fmla="*/ 6672106 h 7063797"/>
                      <a:gd name="connsiteX14" fmla="*/ 663190 w 2476139"/>
                      <a:gd name="connsiteY14" fmla="*/ 1597687 h 7063797"/>
                      <a:gd name="connsiteX15" fmla="*/ 80387 w 2476139"/>
                      <a:gd name="connsiteY15" fmla="*/ 808893 h 7063797"/>
                      <a:gd name="connsiteX0" fmla="*/ 80387 w 2467024"/>
                      <a:gd name="connsiteY0" fmla="*/ 808893 h 6852974"/>
                      <a:gd name="connsiteX1" fmla="*/ 1220873 w 2467024"/>
                      <a:gd name="connsiteY1" fmla="*/ 0 h 6852974"/>
                      <a:gd name="connsiteX2" fmla="*/ 2411604 w 2467024"/>
                      <a:gd name="connsiteY2" fmla="*/ 648118 h 6852974"/>
                      <a:gd name="connsiteX3" fmla="*/ 1828799 w 2467024"/>
                      <a:gd name="connsiteY3" fmla="*/ 1622809 h 6852974"/>
                      <a:gd name="connsiteX4" fmla="*/ 2466871 w 2467024"/>
                      <a:gd name="connsiteY4" fmla="*/ 6852974 h 6852974"/>
                      <a:gd name="connsiteX5" fmla="*/ 2275952 w 2467024"/>
                      <a:gd name="connsiteY5" fmla="*/ 6531427 h 6852974"/>
                      <a:gd name="connsiteX6" fmla="*/ 1753438 w 2467024"/>
                      <a:gd name="connsiteY6" fmla="*/ 1622808 h 6852974"/>
                      <a:gd name="connsiteX7" fmla="*/ 2346292 w 2467024"/>
                      <a:gd name="connsiteY7" fmla="*/ 663191 h 6852974"/>
                      <a:gd name="connsiteX8" fmla="*/ 1225899 w 2467024"/>
                      <a:gd name="connsiteY8" fmla="*/ 60289 h 6852974"/>
                      <a:gd name="connsiteX9" fmla="*/ 135654 w 2467024"/>
                      <a:gd name="connsiteY9" fmla="*/ 808891 h 6852974"/>
                      <a:gd name="connsiteX10" fmla="*/ 738555 w 2467024"/>
                      <a:gd name="connsiteY10" fmla="*/ 1718267 h 6852974"/>
                      <a:gd name="connsiteX11" fmla="*/ 256234 w 2467024"/>
                      <a:gd name="connsiteY11" fmla="*/ 6601766 h 6852974"/>
                      <a:gd name="connsiteX12" fmla="*/ 0 w 2467024"/>
                      <a:gd name="connsiteY12" fmla="*/ 6842927 h 6852974"/>
                      <a:gd name="connsiteX13" fmla="*/ 195943 w 2467024"/>
                      <a:gd name="connsiteY13" fmla="*/ 6672106 h 6852974"/>
                      <a:gd name="connsiteX14" fmla="*/ 663190 w 2467024"/>
                      <a:gd name="connsiteY14" fmla="*/ 1597687 h 6852974"/>
                      <a:gd name="connsiteX15" fmla="*/ 80387 w 2467024"/>
                      <a:gd name="connsiteY15" fmla="*/ 808893 h 6852974"/>
                      <a:gd name="connsiteX0" fmla="*/ 80387 w 2467024"/>
                      <a:gd name="connsiteY0" fmla="*/ 808893 h 6852974"/>
                      <a:gd name="connsiteX1" fmla="*/ 1220873 w 2467024"/>
                      <a:gd name="connsiteY1" fmla="*/ 0 h 6852974"/>
                      <a:gd name="connsiteX2" fmla="*/ 2411604 w 2467024"/>
                      <a:gd name="connsiteY2" fmla="*/ 648118 h 6852974"/>
                      <a:gd name="connsiteX3" fmla="*/ 1828799 w 2467024"/>
                      <a:gd name="connsiteY3" fmla="*/ 1622809 h 6852974"/>
                      <a:gd name="connsiteX4" fmla="*/ 2466871 w 2467024"/>
                      <a:gd name="connsiteY4" fmla="*/ 6852974 h 6852974"/>
                      <a:gd name="connsiteX5" fmla="*/ 2275952 w 2467024"/>
                      <a:gd name="connsiteY5" fmla="*/ 6531427 h 6852974"/>
                      <a:gd name="connsiteX6" fmla="*/ 1753438 w 2467024"/>
                      <a:gd name="connsiteY6" fmla="*/ 1622808 h 6852974"/>
                      <a:gd name="connsiteX7" fmla="*/ 2346292 w 2467024"/>
                      <a:gd name="connsiteY7" fmla="*/ 663191 h 6852974"/>
                      <a:gd name="connsiteX8" fmla="*/ 1225899 w 2467024"/>
                      <a:gd name="connsiteY8" fmla="*/ 60289 h 6852974"/>
                      <a:gd name="connsiteX9" fmla="*/ 135654 w 2467024"/>
                      <a:gd name="connsiteY9" fmla="*/ 808891 h 6852974"/>
                      <a:gd name="connsiteX10" fmla="*/ 738555 w 2467024"/>
                      <a:gd name="connsiteY10" fmla="*/ 1718267 h 6852974"/>
                      <a:gd name="connsiteX11" fmla="*/ 256234 w 2467024"/>
                      <a:gd name="connsiteY11" fmla="*/ 6601766 h 6852974"/>
                      <a:gd name="connsiteX12" fmla="*/ 0 w 2467024"/>
                      <a:gd name="connsiteY12" fmla="*/ 6842927 h 6852974"/>
                      <a:gd name="connsiteX13" fmla="*/ 195943 w 2467024"/>
                      <a:gd name="connsiteY13" fmla="*/ 6672106 h 6852974"/>
                      <a:gd name="connsiteX14" fmla="*/ 663190 w 2467024"/>
                      <a:gd name="connsiteY14" fmla="*/ 1597687 h 6852974"/>
                      <a:gd name="connsiteX15" fmla="*/ 80387 w 2467024"/>
                      <a:gd name="connsiteY15" fmla="*/ 808893 h 6852974"/>
                      <a:gd name="connsiteX0" fmla="*/ 80387 w 2467024"/>
                      <a:gd name="connsiteY0" fmla="*/ 808893 h 6852974"/>
                      <a:gd name="connsiteX1" fmla="*/ 1220873 w 2467024"/>
                      <a:gd name="connsiteY1" fmla="*/ 0 h 6852974"/>
                      <a:gd name="connsiteX2" fmla="*/ 2411604 w 2467024"/>
                      <a:gd name="connsiteY2" fmla="*/ 648118 h 6852974"/>
                      <a:gd name="connsiteX3" fmla="*/ 1828799 w 2467024"/>
                      <a:gd name="connsiteY3" fmla="*/ 1622809 h 6852974"/>
                      <a:gd name="connsiteX4" fmla="*/ 2466871 w 2467024"/>
                      <a:gd name="connsiteY4" fmla="*/ 6852974 h 6852974"/>
                      <a:gd name="connsiteX5" fmla="*/ 2275952 w 2467024"/>
                      <a:gd name="connsiteY5" fmla="*/ 6531427 h 6852974"/>
                      <a:gd name="connsiteX6" fmla="*/ 1753438 w 2467024"/>
                      <a:gd name="connsiteY6" fmla="*/ 1622808 h 6852974"/>
                      <a:gd name="connsiteX7" fmla="*/ 2346292 w 2467024"/>
                      <a:gd name="connsiteY7" fmla="*/ 663191 h 6852974"/>
                      <a:gd name="connsiteX8" fmla="*/ 1225899 w 2467024"/>
                      <a:gd name="connsiteY8" fmla="*/ 60289 h 6852974"/>
                      <a:gd name="connsiteX9" fmla="*/ 135654 w 2467024"/>
                      <a:gd name="connsiteY9" fmla="*/ 808891 h 6852974"/>
                      <a:gd name="connsiteX10" fmla="*/ 738555 w 2467024"/>
                      <a:gd name="connsiteY10" fmla="*/ 1718267 h 6852974"/>
                      <a:gd name="connsiteX11" fmla="*/ 256234 w 2467024"/>
                      <a:gd name="connsiteY11" fmla="*/ 6601766 h 6852974"/>
                      <a:gd name="connsiteX12" fmla="*/ 0 w 2467024"/>
                      <a:gd name="connsiteY12" fmla="*/ 6842927 h 6852974"/>
                      <a:gd name="connsiteX13" fmla="*/ 195943 w 2467024"/>
                      <a:gd name="connsiteY13" fmla="*/ 6672106 h 6852974"/>
                      <a:gd name="connsiteX14" fmla="*/ 663190 w 2467024"/>
                      <a:gd name="connsiteY14" fmla="*/ 1597687 h 6852974"/>
                      <a:gd name="connsiteX15" fmla="*/ 80387 w 2467024"/>
                      <a:gd name="connsiteY15" fmla="*/ 808893 h 6852974"/>
                      <a:gd name="connsiteX0" fmla="*/ 80387 w 2467024"/>
                      <a:gd name="connsiteY0" fmla="*/ 808893 h 6852974"/>
                      <a:gd name="connsiteX1" fmla="*/ 1220873 w 2467024"/>
                      <a:gd name="connsiteY1" fmla="*/ 0 h 6852974"/>
                      <a:gd name="connsiteX2" fmla="*/ 2411604 w 2467024"/>
                      <a:gd name="connsiteY2" fmla="*/ 648118 h 6852974"/>
                      <a:gd name="connsiteX3" fmla="*/ 1828799 w 2467024"/>
                      <a:gd name="connsiteY3" fmla="*/ 1622809 h 6852974"/>
                      <a:gd name="connsiteX4" fmla="*/ 2466871 w 2467024"/>
                      <a:gd name="connsiteY4" fmla="*/ 6852974 h 6852974"/>
                      <a:gd name="connsiteX5" fmla="*/ 2275952 w 2467024"/>
                      <a:gd name="connsiteY5" fmla="*/ 6531427 h 6852974"/>
                      <a:gd name="connsiteX6" fmla="*/ 1753438 w 2467024"/>
                      <a:gd name="connsiteY6" fmla="*/ 1622808 h 6852974"/>
                      <a:gd name="connsiteX7" fmla="*/ 2346292 w 2467024"/>
                      <a:gd name="connsiteY7" fmla="*/ 663191 h 6852974"/>
                      <a:gd name="connsiteX8" fmla="*/ 1225899 w 2467024"/>
                      <a:gd name="connsiteY8" fmla="*/ 60289 h 6852974"/>
                      <a:gd name="connsiteX9" fmla="*/ 135654 w 2467024"/>
                      <a:gd name="connsiteY9" fmla="*/ 808891 h 6852974"/>
                      <a:gd name="connsiteX10" fmla="*/ 738555 w 2467024"/>
                      <a:gd name="connsiteY10" fmla="*/ 1718267 h 6852974"/>
                      <a:gd name="connsiteX11" fmla="*/ 256234 w 2467024"/>
                      <a:gd name="connsiteY11" fmla="*/ 6601766 h 6852974"/>
                      <a:gd name="connsiteX12" fmla="*/ 0 w 2467024"/>
                      <a:gd name="connsiteY12" fmla="*/ 6842927 h 6852974"/>
                      <a:gd name="connsiteX13" fmla="*/ 195943 w 2467024"/>
                      <a:gd name="connsiteY13" fmla="*/ 6672106 h 6852974"/>
                      <a:gd name="connsiteX14" fmla="*/ 663190 w 2467024"/>
                      <a:gd name="connsiteY14" fmla="*/ 1597687 h 6852974"/>
                      <a:gd name="connsiteX15" fmla="*/ 80387 w 2467024"/>
                      <a:gd name="connsiteY15" fmla="*/ 808893 h 6852974"/>
                      <a:gd name="connsiteX0" fmla="*/ 80387 w 2467028"/>
                      <a:gd name="connsiteY0" fmla="*/ 808893 h 6852974"/>
                      <a:gd name="connsiteX1" fmla="*/ 1220873 w 2467028"/>
                      <a:gd name="connsiteY1" fmla="*/ 0 h 6852974"/>
                      <a:gd name="connsiteX2" fmla="*/ 2411604 w 2467028"/>
                      <a:gd name="connsiteY2" fmla="*/ 648118 h 6852974"/>
                      <a:gd name="connsiteX3" fmla="*/ 1828799 w 2467028"/>
                      <a:gd name="connsiteY3" fmla="*/ 1622809 h 6852974"/>
                      <a:gd name="connsiteX4" fmla="*/ 2466871 w 2467028"/>
                      <a:gd name="connsiteY4" fmla="*/ 6852974 h 6852974"/>
                      <a:gd name="connsiteX5" fmla="*/ 2275952 w 2467028"/>
                      <a:gd name="connsiteY5" fmla="*/ 6531427 h 6852974"/>
                      <a:gd name="connsiteX6" fmla="*/ 1753438 w 2467028"/>
                      <a:gd name="connsiteY6" fmla="*/ 1622808 h 6852974"/>
                      <a:gd name="connsiteX7" fmla="*/ 2346292 w 2467028"/>
                      <a:gd name="connsiteY7" fmla="*/ 663191 h 6852974"/>
                      <a:gd name="connsiteX8" fmla="*/ 1225899 w 2467028"/>
                      <a:gd name="connsiteY8" fmla="*/ 60289 h 6852974"/>
                      <a:gd name="connsiteX9" fmla="*/ 135654 w 2467028"/>
                      <a:gd name="connsiteY9" fmla="*/ 808891 h 6852974"/>
                      <a:gd name="connsiteX10" fmla="*/ 738555 w 2467028"/>
                      <a:gd name="connsiteY10" fmla="*/ 1718267 h 6852974"/>
                      <a:gd name="connsiteX11" fmla="*/ 256234 w 2467028"/>
                      <a:gd name="connsiteY11" fmla="*/ 6601766 h 6852974"/>
                      <a:gd name="connsiteX12" fmla="*/ 0 w 2467028"/>
                      <a:gd name="connsiteY12" fmla="*/ 6842927 h 6852974"/>
                      <a:gd name="connsiteX13" fmla="*/ 195943 w 2467028"/>
                      <a:gd name="connsiteY13" fmla="*/ 6672106 h 6852974"/>
                      <a:gd name="connsiteX14" fmla="*/ 663190 w 2467028"/>
                      <a:gd name="connsiteY14" fmla="*/ 1597687 h 6852974"/>
                      <a:gd name="connsiteX15" fmla="*/ 80387 w 2467028"/>
                      <a:gd name="connsiteY15" fmla="*/ 808893 h 6852974"/>
                      <a:gd name="connsiteX0" fmla="*/ 80387 w 2467028"/>
                      <a:gd name="connsiteY0" fmla="*/ 808893 h 6852974"/>
                      <a:gd name="connsiteX1" fmla="*/ 1220873 w 2467028"/>
                      <a:gd name="connsiteY1" fmla="*/ 0 h 6852974"/>
                      <a:gd name="connsiteX2" fmla="*/ 2411604 w 2467028"/>
                      <a:gd name="connsiteY2" fmla="*/ 648118 h 6852974"/>
                      <a:gd name="connsiteX3" fmla="*/ 1828799 w 2467028"/>
                      <a:gd name="connsiteY3" fmla="*/ 1622809 h 6852974"/>
                      <a:gd name="connsiteX4" fmla="*/ 2466871 w 2467028"/>
                      <a:gd name="connsiteY4" fmla="*/ 6852974 h 6852974"/>
                      <a:gd name="connsiteX5" fmla="*/ 2275952 w 2467028"/>
                      <a:gd name="connsiteY5" fmla="*/ 6531427 h 6852974"/>
                      <a:gd name="connsiteX6" fmla="*/ 1753438 w 2467028"/>
                      <a:gd name="connsiteY6" fmla="*/ 1622808 h 6852974"/>
                      <a:gd name="connsiteX7" fmla="*/ 2346292 w 2467028"/>
                      <a:gd name="connsiteY7" fmla="*/ 663191 h 6852974"/>
                      <a:gd name="connsiteX8" fmla="*/ 1225899 w 2467028"/>
                      <a:gd name="connsiteY8" fmla="*/ 60289 h 6852974"/>
                      <a:gd name="connsiteX9" fmla="*/ 135654 w 2467028"/>
                      <a:gd name="connsiteY9" fmla="*/ 808891 h 6852974"/>
                      <a:gd name="connsiteX10" fmla="*/ 738555 w 2467028"/>
                      <a:gd name="connsiteY10" fmla="*/ 1718267 h 6852974"/>
                      <a:gd name="connsiteX11" fmla="*/ 256234 w 2467028"/>
                      <a:gd name="connsiteY11" fmla="*/ 6601766 h 6852974"/>
                      <a:gd name="connsiteX12" fmla="*/ 0 w 2467028"/>
                      <a:gd name="connsiteY12" fmla="*/ 6842927 h 6852974"/>
                      <a:gd name="connsiteX13" fmla="*/ 195943 w 2467028"/>
                      <a:gd name="connsiteY13" fmla="*/ 6672106 h 6852974"/>
                      <a:gd name="connsiteX14" fmla="*/ 663190 w 2467028"/>
                      <a:gd name="connsiteY14" fmla="*/ 1597687 h 6852974"/>
                      <a:gd name="connsiteX15" fmla="*/ 80387 w 2467028"/>
                      <a:gd name="connsiteY15" fmla="*/ 808893 h 6852974"/>
                      <a:gd name="connsiteX0" fmla="*/ 80387 w 2488138"/>
                      <a:gd name="connsiteY0" fmla="*/ 808893 h 6986620"/>
                      <a:gd name="connsiteX1" fmla="*/ 1220873 w 2488138"/>
                      <a:gd name="connsiteY1" fmla="*/ 0 h 6986620"/>
                      <a:gd name="connsiteX2" fmla="*/ 2411604 w 2488138"/>
                      <a:gd name="connsiteY2" fmla="*/ 648118 h 6986620"/>
                      <a:gd name="connsiteX3" fmla="*/ 1828799 w 2488138"/>
                      <a:gd name="connsiteY3" fmla="*/ 1622809 h 6986620"/>
                      <a:gd name="connsiteX4" fmla="*/ 2411604 w 2488138"/>
                      <a:gd name="connsiteY4" fmla="*/ 6471136 h 6986620"/>
                      <a:gd name="connsiteX5" fmla="*/ 2466871 w 2488138"/>
                      <a:gd name="connsiteY5" fmla="*/ 6852974 h 6986620"/>
                      <a:gd name="connsiteX6" fmla="*/ 2275952 w 2488138"/>
                      <a:gd name="connsiteY6" fmla="*/ 6531427 h 6986620"/>
                      <a:gd name="connsiteX7" fmla="*/ 1753438 w 2488138"/>
                      <a:gd name="connsiteY7" fmla="*/ 1622808 h 6986620"/>
                      <a:gd name="connsiteX8" fmla="*/ 2346292 w 2488138"/>
                      <a:gd name="connsiteY8" fmla="*/ 663191 h 6986620"/>
                      <a:gd name="connsiteX9" fmla="*/ 1225899 w 2488138"/>
                      <a:gd name="connsiteY9" fmla="*/ 60289 h 6986620"/>
                      <a:gd name="connsiteX10" fmla="*/ 135654 w 2488138"/>
                      <a:gd name="connsiteY10" fmla="*/ 808891 h 6986620"/>
                      <a:gd name="connsiteX11" fmla="*/ 738555 w 2488138"/>
                      <a:gd name="connsiteY11" fmla="*/ 1718267 h 6986620"/>
                      <a:gd name="connsiteX12" fmla="*/ 256234 w 2488138"/>
                      <a:gd name="connsiteY12" fmla="*/ 6601766 h 6986620"/>
                      <a:gd name="connsiteX13" fmla="*/ 0 w 2488138"/>
                      <a:gd name="connsiteY13" fmla="*/ 6842927 h 6986620"/>
                      <a:gd name="connsiteX14" fmla="*/ 195943 w 2488138"/>
                      <a:gd name="connsiteY14" fmla="*/ 6672106 h 6986620"/>
                      <a:gd name="connsiteX15" fmla="*/ 663190 w 2488138"/>
                      <a:gd name="connsiteY15" fmla="*/ 1597687 h 6986620"/>
                      <a:gd name="connsiteX16" fmla="*/ 80387 w 2488138"/>
                      <a:gd name="connsiteY16" fmla="*/ 808893 h 6986620"/>
                      <a:gd name="connsiteX0" fmla="*/ 80387 w 2470471"/>
                      <a:gd name="connsiteY0" fmla="*/ 808893 h 7026938"/>
                      <a:gd name="connsiteX1" fmla="*/ 1220873 w 2470471"/>
                      <a:gd name="connsiteY1" fmla="*/ 0 h 7026938"/>
                      <a:gd name="connsiteX2" fmla="*/ 2411604 w 2470471"/>
                      <a:gd name="connsiteY2" fmla="*/ 648118 h 7026938"/>
                      <a:gd name="connsiteX3" fmla="*/ 1828799 w 2470471"/>
                      <a:gd name="connsiteY3" fmla="*/ 1622809 h 7026938"/>
                      <a:gd name="connsiteX4" fmla="*/ 2296048 w 2470471"/>
                      <a:gd name="connsiteY4" fmla="*/ 6541474 h 7026938"/>
                      <a:gd name="connsiteX5" fmla="*/ 2466871 w 2470471"/>
                      <a:gd name="connsiteY5" fmla="*/ 6852974 h 7026938"/>
                      <a:gd name="connsiteX6" fmla="*/ 2275952 w 2470471"/>
                      <a:gd name="connsiteY6" fmla="*/ 6531427 h 7026938"/>
                      <a:gd name="connsiteX7" fmla="*/ 1753438 w 2470471"/>
                      <a:gd name="connsiteY7" fmla="*/ 1622808 h 7026938"/>
                      <a:gd name="connsiteX8" fmla="*/ 2346292 w 2470471"/>
                      <a:gd name="connsiteY8" fmla="*/ 663191 h 7026938"/>
                      <a:gd name="connsiteX9" fmla="*/ 1225899 w 2470471"/>
                      <a:gd name="connsiteY9" fmla="*/ 60289 h 7026938"/>
                      <a:gd name="connsiteX10" fmla="*/ 135654 w 2470471"/>
                      <a:gd name="connsiteY10" fmla="*/ 808891 h 7026938"/>
                      <a:gd name="connsiteX11" fmla="*/ 738555 w 2470471"/>
                      <a:gd name="connsiteY11" fmla="*/ 1718267 h 7026938"/>
                      <a:gd name="connsiteX12" fmla="*/ 256234 w 2470471"/>
                      <a:gd name="connsiteY12" fmla="*/ 6601766 h 7026938"/>
                      <a:gd name="connsiteX13" fmla="*/ 0 w 2470471"/>
                      <a:gd name="connsiteY13" fmla="*/ 6842927 h 7026938"/>
                      <a:gd name="connsiteX14" fmla="*/ 195943 w 2470471"/>
                      <a:gd name="connsiteY14" fmla="*/ 6672106 h 7026938"/>
                      <a:gd name="connsiteX15" fmla="*/ 663190 w 2470471"/>
                      <a:gd name="connsiteY15" fmla="*/ 1597687 h 7026938"/>
                      <a:gd name="connsiteX16" fmla="*/ 80387 w 2470471"/>
                      <a:gd name="connsiteY16" fmla="*/ 808893 h 7026938"/>
                      <a:gd name="connsiteX0" fmla="*/ 80387 w 2469284"/>
                      <a:gd name="connsiteY0" fmla="*/ 808893 h 6852974"/>
                      <a:gd name="connsiteX1" fmla="*/ 1220873 w 2469284"/>
                      <a:gd name="connsiteY1" fmla="*/ 0 h 6852974"/>
                      <a:gd name="connsiteX2" fmla="*/ 2411604 w 2469284"/>
                      <a:gd name="connsiteY2" fmla="*/ 648118 h 6852974"/>
                      <a:gd name="connsiteX3" fmla="*/ 1828799 w 2469284"/>
                      <a:gd name="connsiteY3" fmla="*/ 1622809 h 6852974"/>
                      <a:gd name="connsiteX4" fmla="*/ 2296048 w 2469284"/>
                      <a:gd name="connsiteY4" fmla="*/ 6541474 h 6852974"/>
                      <a:gd name="connsiteX5" fmla="*/ 2466871 w 2469284"/>
                      <a:gd name="connsiteY5" fmla="*/ 6852974 h 6852974"/>
                      <a:gd name="connsiteX6" fmla="*/ 2275952 w 2469284"/>
                      <a:gd name="connsiteY6" fmla="*/ 6531427 h 6852974"/>
                      <a:gd name="connsiteX7" fmla="*/ 1753438 w 2469284"/>
                      <a:gd name="connsiteY7" fmla="*/ 1622808 h 6852974"/>
                      <a:gd name="connsiteX8" fmla="*/ 2346292 w 2469284"/>
                      <a:gd name="connsiteY8" fmla="*/ 663191 h 6852974"/>
                      <a:gd name="connsiteX9" fmla="*/ 1225899 w 2469284"/>
                      <a:gd name="connsiteY9" fmla="*/ 60289 h 6852974"/>
                      <a:gd name="connsiteX10" fmla="*/ 135654 w 2469284"/>
                      <a:gd name="connsiteY10" fmla="*/ 808891 h 6852974"/>
                      <a:gd name="connsiteX11" fmla="*/ 738555 w 2469284"/>
                      <a:gd name="connsiteY11" fmla="*/ 1718267 h 6852974"/>
                      <a:gd name="connsiteX12" fmla="*/ 256234 w 2469284"/>
                      <a:gd name="connsiteY12" fmla="*/ 6601766 h 6852974"/>
                      <a:gd name="connsiteX13" fmla="*/ 0 w 2469284"/>
                      <a:gd name="connsiteY13" fmla="*/ 6842927 h 6852974"/>
                      <a:gd name="connsiteX14" fmla="*/ 195943 w 2469284"/>
                      <a:gd name="connsiteY14" fmla="*/ 6672106 h 6852974"/>
                      <a:gd name="connsiteX15" fmla="*/ 663190 w 2469284"/>
                      <a:gd name="connsiteY15" fmla="*/ 1597687 h 6852974"/>
                      <a:gd name="connsiteX16" fmla="*/ 80387 w 2469284"/>
                      <a:gd name="connsiteY16" fmla="*/ 808893 h 6852974"/>
                      <a:gd name="connsiteX0" fmla="*/ 80387 w 2469284"/>
                      <a:gd name="connsiteY0" fmla="*/ 808893 h 6852974"/>
                      <a:gd name="connsiteX1" fmla="*/ 1220873 w 2469284"/>
                      <a:gd name="connsiteY1" fmla="*/ 0 h 6852974"/>
                      <a:gd name="connsiteX2" fmla="*/ 2411604 w 2469284"/>
                      <a:gd name="connsiteY2" fmla="*/ 648118 h 6852974"/>
                      <a:gd name="connsiteX3" fmla="*/ 1828799 w 2469284"/>
                      <a:gd name="connsiteY3" fmla="*/ 1622809 h 6852974"/>
                      <a:gd name="connsiteX4" fmla="*/ 2296048 w 2469284"/>
                      <a:gd name="connsiteY4" fmla="*/ 6541474 h 6852974"/>
                      <a:gd name="connsiteX5" fmla="*/ 2466871 w 2469284"/>
                      <a:gd name="connsiteY5" fmla="*/ 6852974 h 6852974"/>
                      <a:gd name="connsiteX6" fmla="*/ 2275952 w 2469284"/>
                      <a:gd name="connsiteY6" fmla="*/ 6531427 h 6852974"/>
                      <a:gd name="connsiteX7" fmla="*/ 1753438 w 2469284"/>
                      <a:gd name="connsiteY7" fmla="*/ 1622808 h 6852974"/>
                      <a:gd name="connsiteX8" fmla="*/ 2346292 w 2469284"/>
                      <a:gd name="connsiteY8" fmla="*/ 663191 h 6852974"/>
                      <a:gd name="connsiteX9" fmla="*/ 1225899 w 2469284"/>
                      <a:gd name="connsiteY9" fmla="*/ 60289 h 6852974"/>
                      <a:gd name="connsiteX10" fmla="*/ 135654 w 2469284"/>
                      <a:gd name="connsiteY10" fmla="*/ 808891 h 6852974"/>
                      <a:gd name="connsiteX11" fmla="*/ 738555 w 2469284"/>
                      <a:gd name="connsiteY11" fmla="*/ 1718267 h 6852974"/>
                      <a:gd name="connsiteX12" fmla="*/ 256234 w 2469284"/>
                      <a:gd name="connsiteY12" fmla="*/ 6601766 h 6852974"/>
                      <a:gd name="connsiteX13" fmla="*/ 0 w 2469284"/>
                      <a:gd name="connsiteY13" fmla="*/ 6842927 h 6852974"/>
                      <a:gd name="connsiteX14" fmla="*/ 195943 w 2469284"/>
                      <a:gd name="connsiteY14" fmla="*/ 6672106 h 6852974"/>
                      <a:gd name="connsiteX15" fmla="*/ 663190 w 2469284"/>
                      <a:gd name="connsiteY15" fmla="*/ 1597687 h 6852974"/>
                      <a:gd name="connsiteX16" fmla="*/ 80387 w 2469284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8555 w 2469535"/>
                      <a:gd name="connsiteY11" fmla="*/ 171826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63190 w 2469535"/>
                      <a:gd name="connsiteY15" fmla="*/ 1597687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8555 w 2469535"/>
                      <a:gd name="connsiteY11" fmla="*/ 171826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63190 w 2469535"/>
                      <a:gd name="connsiteY15" fmla="*/ 1597687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8555 w 2469535"/>
                      <a:gd name="connsiteY11" fmla="*/ 171826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63190 w 2469535"/>
                      <a:gd name="connsiteY15" fmla="*/ 1597687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8555 w 2469535"/>
                      <a:gd name="connsiteY11" fmla="*/ 171826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580505 w 2469535"/>
                      <a:gd name="connsiteY15" fmla="*/ 1592823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845559 w 2469535"/>
                      <a:gd name="connsiteY11" fmla="*/ 1650173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580505 w 2469535"/>
                      <a:gd name="connsiteY15" fmla="*/ 1592823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845559 w 2469535"/>
                      <a:gd name="connsiteY11" fmla="*/ 1650173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845559 w 2469535"/>
                      <a:gd name="connsiteY11" fmla="*/ 1650173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845559 w 2469535"/>
                      <a:gd name="connsiteY11" fmla="*/ 1650173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845559 w 2469535"/>
                      <a:gd name="connsiteY11" fmla="*/ 1650173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3691 w 2469535"/>
                      <a:gd name="connsiteY11" fmla="*/ 1703675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3691 w 2469535"/>
                      <a:gd name="connsiteY11" fmla="*/ 1703675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3691 w 2469535"/>
                      <a:gd name="connsiteY11" fmla="*/ 1703675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09372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23964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23964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23964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35654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60289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25899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6292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30718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3463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22809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36564 w 2469535"/>
                      <a:gd name="connsiteY8" fmla="*/ 663191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4379 w 2469535"/>
                      <a:gd name="connsiteY8" fmla="*/ 655376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65186 w 2469535"/>
                      <a:gd name="connsiteY15" fmla="*/ 1614191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22006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32706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4891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4891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75952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535"/>
                      <a:gd name="connsiteY0" fmla="*/ 808893 h 6852974"/>
                      <a:gd name="connsiteX1" fmla="*/ 1220873 w 2469535"/>
                      <a:gd name="connsiteY1" fmla="*/ 0 h 6852974"/>
                      <a:gd name="connsiteX2" fmla="*/ 2411604 w 2469535"/>
                      <a:gd name="connsiteY2" fmla="*/ 648118 h 6852974"/>
                      <a:gd name="connsiteX3" fmla="*/ 1828799 w 2469535"/>
                      <a:gd name="connsiteY3" fmla="*/ 1611086 h 6852974"/>
                      <a:gd name="connsiteX4" fmla="*/ 2311121 w 2469535"/>
                      <a:gd name="connsiteY4" fmla="*/ 6551522 h 6852974"/>
                      <a:gd name="connsiteX5" fmla="*/ 2466871 w 2469535"/>
                      <a:gd name="connsiteY5" fmla="*/ 6852974 h 6852974"/>
                      <a:gd name="connsiteX6" fmla="*/ 2268136 w 2469535"/>
                      <a:gd name="connsiteY6" fmla="*/ 6531427 h 6852974"/>
                      <a:gd name="connsiteX7" fmla="*/ 1753438 w 2469535"/>
                      <a:gd name="connsiteY7" fmla="*/ 1622808 h 6852974"/>
                      <a:gd name="connsiteX8" fmla="*/ 2340471 w 2469535"/>
                      <a:gd name="connsiteY8" fmla="*/ 659284 h 6852974"/>
                      <a:gd name="connsiteX9" fmla="*/ 1216172 w 2469535"/>
                      <a:gd name="connsiteY9" fmla="*/ 74881 h 6852974"/>
                      <a:gd name="connsiteX10" fmla="*/ 145382 w 2469535"/>
                      <a:gd name="connsiteY10" fmla="*/ 808891 h 6852974"/>
                      <a:gd name="connsiteX11" fmla="*/ 738556 w 2469535"/>
                      <a:gd name="connsiteY11" fmla="*/ 1655037 h 6852974"/>
                      <a:gd name="connsiteX12" fmla="*/ 256234 w 2469535"/>
                      <a:gd name="connsiteY12" fmla="*/ 6601766 h 6852974"/>
                      <a:gd name="connsiteX13" fmla="*/ 0 w 2469535"/>
                      <a:gd name="connsiteY13" fmla="*/ 6842927 h 6852974"/>
                      <a:gd name="connsiteX14" fmla="*/ 195943 w 2469535"/>
                      <a:gd name="connsiteY14" fmla="*/ 6672106 h 6852974"/>
                      <a:gd name="connsiteX15" fmla="*/ 657371 w 2469535"/>
                      <a:gd name="connsiteY15" fmla="*/ 1618098 h 6852974"/>
                      <a:gd name="connsiteX16" fmla="*/ 80387 w 2469535"/>
                      <a:gd name="connsiteY16" fmla="*/ 808893 h 6852974"/>
                      <a:gd name="connsiteX0" fmla="*/ 80387 w 2469336"/>
                      <a:gd name="connsiteY0" fmla="*/ 808893 h 6852974"/>
                      <a:gd name="connsiteX1" fmla="*/ 1220873 w 2469336"/>
                      <a:gd name="connsiteY1" fmla="*/ 0 h 6852974"/>
                      <a:gd name="connsiteX2" fmla="*/ 2411604 w 2469336"/>
                      <a:gd name="connsiteY2" fmla="*/ 648118 h 6852974"/>
                      <a:gd name="connsiteX3" fmla="*/ 1828799 w 2469336"/>
                      <a:gd name="connsiteY3" fmla="*/ 1611086 h 6852974"/>
                      <a:gd name="connsiteX4" fmla="*/ 2299398 w 2469336"/>
                      <a:gd name="connsiteY4" fmla="*/ 6555430 h 6852974"/>
                      <a:gd name="connsiteX5" fmla="*/ 2466871 w 2469336"/>
                      <a:gd name="connsiteY5" fmla="*/ 6852974 h 6852974"/>
                      <a:gd name="connsiteX6" fmla="*/ 2268136 w 2469336"/>
                      <a:gd name="connsiteY6" fmla="*/ 6531427 h 6852974"/>
                      <a:gd name="connsiteX7" fmla="*/ 1753438 w 2469336"/>
                      <a:gd name="connsiteY7" fmla="*/ 1622808 h 6852974"/>
                      <a:gd name="connsiteX8" fmla="*/ 2340471 w 2469336"/>
                      <a:gd name="connsiteY8" fmla="*/ 659284 h 6852974"/>
                      <a:gd name="connsiteX9" fmla="*/ 1216172 w 2469336"/>
                      <a:gd name="connsiteY9" fmla="*/ 74881 h 6852974"/>
                      <a:gd name="connsiteX10" fmla="*/ 145382 w 2469336"/>
                      <a:gd name="connsiteY10" fmla="*/ 808891 h 6852974"/>
                      <a:gd name="connsiteX11" fmla="*/ 738556 w 2469336"/>
                      <a:gd name="connsiteY11" fmla="*/ 1655037 h 6852974"/>
                      <a:gd name="connsiteX12" fmla="*/ 256234 w 2469336"/>
                      <a:gd name="connsiteY12" fmla="*/ 6601766 h 6852974"/>
                      <a:gd name="connsiteX13" fmla="*/ 0 w 2469336"/>
                      <a:gd name="connsiteY13" fmla="*/ 6842927 h 6852974"/>
                      <a:gd name="connsiteX14" fmla="*/ 195943 w 2469336"/>
                      <a:gd name="connsiteY14" fmla="*/ 6672106 h 6852974"/>
                      <a:gd name="connsiteX15" fmla="*/ 657371 w 2469336"/>
                      <a:gd name="connsiteY15" fmla="*/ 1618098 h 6852974"/>
                      <a:gd name="connsiteX16" fmla="*/ 80387 w 2469336"/>
                      <a:gd name="connsiteY16" fmla="*/ 808893 h 6852974"/>
                      <a:gd name="connsiteX0" fmla="*/ 80387 w 2468698"/>
                      <a:gd name="connsiteY0" fmla="*/ 808893 h 6852974"/>
                      <a:gd name="connsiteX1" fmla="*/ 1220873 w 2468698"/>
                      <a:gd name="connsiteY1" fmla="*/ 0 h 6852974"/>
                      <a:gd name="connsiteX2" fmla="*/ 2411604 w 2468698"/>
                      <a:gd name="connsiteY2" fmla="*/ 648118 h 6852974"/>
                      <a:gd name="connsiteX3" fmla="*/ 1828799 w 2468698"/>
                      <a:gd name="connsiteY3" fmla="*/ 1611086 h 6852974"/>
                      <a:gd name="connsiteX4" fmla="*/ 2244691 w 2468698"/>
                      <a:gd name="connsiteY4" fmla="*/ 6574969 h 6852974"/>
                      <a:gd name="connsiteX5" fmla="*/ 2466871 w 2468698"/>
                      <a:gd name="connsiteY5" fmla="*/ 6852974 h 6852974"/>
                      <a:gd name="connsiteX6" fmla="*/ 2268136 w 2468698"/>
                      <a:gd name="connsiteY6" fmla="*/ 6531427 h 6852974"/>
                      <a:gd name="connsiteX7" fmla="*/ 1753438 w 2468698"/>
                      <a:gd name="connsiteY7" fmla="*/ 1622808 h 6852974"/>
                      <a:gd name="connsiteX8" fmla="*/ 2340471 w 2468698"/>
                      <a:gd name="connsiteY8" fmla="*/ 659284 h 6852974"/>
                      <a:gd name="connsiteX9" fmla="*/ 1216172 w 2468698"/>
                      <a:gd name="connsiteY9" fmla="*/ 74881 h 6852974"/>
                      <a:gd name="connsiteX10" fmla="*/ 145382 w 2468698"/>
                      <a:gd name="connsiteY10" fmla="*/ 808891 h 6852974"/>
                      <a:gd name="connsiteX11" fmla="*/ 738556 w 2468698"/>
                      <a:gd name="connsiteY11" fmla="*/ 1655037 h 6852974"/>
                      <a:gd name="connsiteX12" fmla="*/ 256234 w 2468698"/>
                      <a:gd name="connsiteY12" fmla="*/ 6601766 h 6852974"/>
                      <a:gd name="connsiteX13" fmla="*/ 0 w 2468698"/>
                      <a:gd name="connsiteY13" fmla="*/ 6842927 h 6852974"/>
                      <a:gd name="connsiteX14" fmla="*/ 195943 w 2468698"/>
                      <a:gd name="connsiteY14" fmla="*/ 6672106 h 6852974"/>
                      <a:gd name="connsiteX15" fmla="*/ 657371 w 2468698"/>
                      <a:gd name="connsiteY15" fmla="*/ 1618098 h 6852974"/>
                      <a:gd name="connsiteX16" fmla="*/ 80387 w 2468698"/>
                      <a:gd name="connsiteY16" fmla="*/ 808893 h 6852974"/>
                      <a:gd name="connsiteX0" fmla="*/ 80387 w 2469276"/>
                      <a:gd name="connsiteY0" fmla="*/ 808893 h 6852974"/>
                      <a:gd name="connsiteX1" fmla="*/ 1220873 w 2469276"/>
                      <a:gd name="connsiteY1" fmla="*/ 0 h 6852974"/>
                      <a:gd name="connsiteX2" fmla="*/ 2411604 w 2469276"/>
                      <a:gd name="connsiteY2" fmla="*/ 648118 h 6852974"/>
                      <a:gd name="connsiteX3" fmla="*/ 1828799 w 2469276"/>
                      <a:gd name="connsiteY3" fmla="*/ 1611086 h 6852974"/>
                      <a:gd name="connsiteX4" fmla="*/ 2295491 w 2469276"/>
                      <a:gd name="connsiteY4" fmla="*/ 6567154 h 6852974"/>
                      <a:gd name="connsiteX5" fmla="*/ 2466871 w 2469276"/>
                      <a:gd name="connsiteY5" fmla="*/ 6852974 h 6852974"/>
                      <a:gd name="connsiteX6" fmla="*/ 2268136 w 2469276"/>
                      <a:gd name="connsiteY6" fmla="*/ 6531427 h 6852974"/>
                      <a:gd name="connsiteX7" fmla="*/ 1753438 w 2469276"/>
                      <a:gd name="connsiteY7" fmla="*/ 1622808 h 6852974"/>
                      <a:gd name="connsiteX8" fmla="*/ 2340471 w 2469276"/>
                      <a:gd name="connsiteY8" fmla="*/ 659284 h 6852974"/>
                      <a:gd name="connsiteX9" fmla="*/ 1216172 w 2469276"/>
                      <a:gd name="connsiteY9" fmla="*/ 74881 h 6852974"/>
                      <a:gd name="connsiteX10" fmla="*/ 145382 w 2469276"/>
                      <a:gd name="connsiteY10" fmla="*/ 808891 h 6852974"/>
                      <a:gd name="connsiteX11" fmla="*/ 738556 w 2469276"/>
                      <a:gd name="connsiteY11" fmla="*/ 1655037 h 6852974"/>
                      <a:gd name="connsiteX12" fmla="*/ 256234 w 2469276"/>
                      <a:gd name="connsiteY12" fmla="*/ 6601766 h 6852974"/>
                      <a:gd name="connsiteX13" fmla="*/ 0 w 2469276"/>
                      <a:gd name="connsiteY13" fmla="*/ 6842927 h 6852974"/>
                      <a:gd name="connsiteX14" fmla="*/ 195943 w 2469276"/>
                      <a:gd name="connsiteY14" fmla="*/ 6672106 h 6852974"/>
                      <a:gd name="connsiteX15" fmla="*/ 657371 w 2469276"/>
                      <a:gd name="connsiteY15" fmla="*/ 1618098 h 6852974"/>
                      <a:gd name="connsiteX16" fmla="*/ 80387 w 2469276"/>
                      <a:gd name="connsiteY16" fmla="*/ 808893 h 6852974"/>
                      <a:gd name="connsiteX0" fmla="*/ 80387 w 2469276"/>
                      <a:gd name="connsiteY0" fmla="*/ 808893 h 6852974"/>
                      <a:gd name="connsiteX1" fmla="*/ 1220873 w 2469276"/>
                      <a:gd name="connsiteY1" fmla="*/ 0 h 6852974"/>
                      <a:gd name="connsiteX2" fmla="*/ 2411604 w 2469276"/>
                      <a:gd name="connsiteY2" fmla="*/ 648118 h 6852974"/>
                      <a:gd name="connsiteX3" fmla="*/ 1828799 w 2469276"/>
                      <a:gd name="connsiteY3" fmla="*/ 1611086 h 6852974"/>
                      <a:gd name="connsiteX4" fmla="*/ 2295491 w 2469276"/>
                      <a:gd name="connsiteY4" fmla="*/ 6567154 h 6852974"/>
                      <a:gd name="connsiteX5" fmla="*/ 2466871 w 2469276"/>
                      <a:gd name="connsiteY5" fmla="*/ 6852974 h 6852974"/>
                      <a:gd name="connsiteX6" fmla="*/ 2252506 w 2469276"/>
                      <a:gd name="connsiteY6" fmla="*/ 6527519 h 6852974"/>
                      <a:gd name="connsiteX7" fmla="*/ 1753438 w 2469276"/>
                      <a:gd name="connsiteY7" fmla="*/ 1622808 h 6852974"/>
                      <a:gd name="connsiteX8" fmla="*/ 2340471 w 2469276"/>
                      <a:gd name="connsiteY8" fmla="*/ 659284 h 6852974"/>
                      <a:gd name="connsiteX9" fmla="*/ 1216172 w 2469276"/>
                      <a:gd name="connsiteY9" fmla="*/ 74881 h 6852974"/>
                      <a:gd name="connsiteX10" fmla="*/ 145382 w 2469276"/>
                      <a:gd name="connsiteY10" fmla="*/ 808891 h 6852974"/>
                      <a:gd name="connsiteX11" fmla="*/ 738556 w 2469276"/>
                      <a:gd name="connsiteY11" fmla="*/ 1655037 h 6852974"/>
                      <a:gd name="connsiteX12" fmla="*/ 256234 w 2469276"/>
                      <a:gd name="connsiteY12" fmla="*/ 6601766 h 6852974"/>
                      <a:gd name="connsiteX13" fmla="*/ 0 w 2469276"/>
                      <a:gd name="connsiteY13" fmla="*/ 6842927 h 6852974"/>
                      <a:gd name="connsiteX14" fmla="*/ 195943 w 2469276"/>
                      <a:gd name="connsiteY14" fmla="*/ 6672106 h 6852974"/>
                      <a:gd name="connsiteX15" fmla="*/ 657371 w 2469276"/>
                      <a:gd name="connsiteY15" fmla="*/ 1618098 h 6852974"/>
                      <a:gd name="connsiteX16" fmla="*/ 80387 w 2469276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52506 w 2469113"/>
                      <a:gd name="connsiteY6" fmla="*/ 6527519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6234 w 2469113"/>
                      <a:gd name="connsiteY12" fmla="*/ 6601766 h 6852974"/>
                      <a:gd name="connsiteX13" fmla="*/ 0 w 2469113"/>
                      <a:gd name="connsiteY13" fmla="*/ 6842927 h 6852974"/>
                      <a:gd name="connsiteX14" fmla="*/ 195943 w 2469113"/>
                      <a:gd name="connsiteY14" fmla="*/ 6672106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40783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6234 w 2469113"/>
                      <a:gd name="connsiteY12" fmla="*/ 6601766 h 6852974"/>
                      <a:gd name="connsiteX13" fmla="*/ 0 w 2469113"/>
                      <a:gd name="connsiteY13" fmla="*/ 6842927 h 6852974"/>
                      <a:gd name="connsiteX14" fmla="*/ 195943 w 2469113"/>
                      <a:gd name="connsiteY14" fmla="*/ 6672106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40783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6234 w 2469113"/>
                      <a:gd name="connsiteY12" fmla="*/ 6601766 h 6852974"/>
                      <a:gd name="connsiteX13" fmla="*/ 0 w 2469113"/>
                      <a:gd name="connsiteY13" fmla="*/ 6842927 h 6852974"/>
                      <a:gd name="connsiteX14" fmla="*/ 195943 w 2469113"/>
                      <a:gd name="connsiteY14" fmla="*/ 6672106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40783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6234 w 2469113"/>
                      <a:gd name="connsiteY12" fmla="*/ 6601766 h 6852974"/>
                      <a:gd name="connsiteX13" fmla="*/ 0 w 2469113"/>
                      <a:gd name="connsiteY13" fmla="*/ 6842927 h 6852974"/>
                      <a:gd name="connsiteX14" fmla="*/ 195943 w 2469113"/>
                      <a:gd name="connsiteY14" fmla="*/ 6672106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40783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6234 w 2469113"/>
                      <a:gd name="connsiteY12" fmla="*/ 6601766 h 6852974"/>
                      <a:gd name="connsiteX13" fmla="*/ 0 w 2469113"/>
                      <a:gd name="connsiteY13" fmla="*/ 6842927 h 6852974"/>
                      <a:gd name="connsiteX14" fmla="*/ 195943 w 2469113"/>
                      <a:gd name="connsiteY14" fmla="*/ 6672106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40783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67957 w 2469113"/>
                      <a:gd name="connsiteY12" fmla="*/ 6605674 h 6852974"/>
                      <a:gd name="connsiteX13" fmla="*/ 0 w 2469113"/>
                      <a:gd name="connsiteY13" fmla="*/ 6842927 h 6852974"/>
                      <a:gd name="connsiteX14" fmla="*/ 195943 w 2469113"/>
                      <a:gd name="connsiteY14" fmla="*/ 6672106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67957 w 2469113"/>
                      <a:gd name="connsiteY12" fmla="*/ 6605674 h 6852974"/>
                      <a:gd name="connsiteX13" fmla="*/ 0 w 2469113"/>
                      <a:gd name="connsiteY13" fmla="*/ 6842927 h 6852974"/>
                      <a:gd name="connsiteX14" fmla="*/ 195943 w 2469113"/>
                      <a:gd name="connsiteY14" fmla="*/ 6672106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67957 w 2469113"/>
                      <a:gd name="connsiteY12" fmla="*/ 6605674 h 6852974"/>
                      <a:gd name="connsiteX13" fmla="*/ 0 w 2469113"/>
                      <a:gd name="connsiteY13" fmla="*/ 6842927 h 6852974"/>
                      <a:gd name="connsiteX14" fmla="*/ 211574 w 2469113"/>
                      <a:gd name="connsiteY14" fmla="*/ 6676014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67957 w 2469113"/>
                      <a:gd name="connsiteY12" fmla="*/ 6605674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67957 w 2469113"/>
                      <a:gd name="connsiteY12" fmla="*/ 6605674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44511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7371 w 2469113"/>
                      <a:gd name="connsiteY15" fmla="*/ 1618098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65186 w 2469113"/>
                      <a:gd name="connsiteY15" fmla="*/ 1610282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9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3463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32706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3463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32706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3463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8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3463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8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53463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8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61278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8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61278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469113"/>
                      <a:gd name="connsiteY0" fmla="*/ 808893 h 6852974"/>
                      <a:gd name="connsiteX1" fmla="*/ 1220873 w 2469113"/>
                      <a:gd name="connsiteY1" fmla="*/ 0 h 6852974"/>
                      <a:gd name="connsiteX2" fmla="*/ 2411604 w 2469113"/>
                      <a:gd name="connsiteY2" fmla="*/ 648118 h 6852974"/>
                      <a:gd name="connsiteX3" fmla="*/ 1828798 w 2469113"/>
                      <a:gd name="connsiteY3" fmla="*/ 1611086 h 6852974"/>
                      <a:gd name="connsiteX4" fmla="*/ 2283768 w 2469113"/>
                      <a:gd name="connsiteY4" fmla="*/ 6567154 h 6852974"/>
                      <a:gd name="connsiteX5" fmla="*/ 2466871 w 2469113"/>
                      <a:gd name="connsiteY5" fmla="*/ 6852974 h 6852974"/>
                      <a:gd name="connsiteX6" fmla="*/ 2229060 w 2469113"/>
                      <a:gd name="connsiteY6" fmla="*/ 6523611 h 6852974"/>
                      <a:gd name="connsiteX7" fmla="*/ 1753438 w 2469113"/>
                      <a:gd name="connsiteY7" fmla="*/ 1622808 h 6852974"/>
                      <a:gd name="connsiteX8" fmla="*/ 2340471 w 2469113"/>
                      <a:gd name="connsiteY8" fmla="*/ 659284 h 6852974"/>
                      <a:gd name="connsiteX9" fmla="*/ 1216172 w 2469113"/>
                      <a:gd name="connsiteY9" fmla="*/ 74881 h 6852974"/>
                      <a:gd name="connsiteX10" fmla="*/ 145382 w 2469113"/>
                      <a:gd name="connsiteY10" fmla="*/ 808891 h 6852974"/>
                      <a:gd name="connsiteX11" fmla="*/ 738556 w 2469113"/>
                      <a:gd name="connsiteY11" fmla="*/ 1655037 h 6852974"/>
                      <a:gd name="connsiteX12" fmla="*/ 252327 w 2469113"/>
                      <a:gd name="connsiteY12" fmla="*/ 6617397 h 6852974"/>
                      <a:gd name="connsiteX13" fmla="*/ 0 w 2469113"/>
                      <a:gd name="connsiteY13" fmla="*/ 6842927 h 6852974"/>
                      <a:gd name="connsiteX14" fmla="*/ 188128 w 2469113"/>
                      <a:gd name="connsiteY14" fmla="*/ 6668198 h 6852974"/>
                      <a:gd name="connsiteX15" fmla="*/ 661278 w 2469113"/>
                      <a:gd name="connsiteY15" fmla="*/ 1606374 h 6852974"/>
                      <a:gd name="connsiteX16" fmla="*/ 80387 w 2469113"/>
                      <a:gd name="connsiteY16" fmla="*/ 808893 h 6852974"/>
                      <a:gd name="connsiteX0" fmla="*/ 80387 w 2597105"/>
                      <a:gd name="connsiteY0" fmla="*/ 808893 h 6842927"/>
                      <a:gd name="connsiteX1" fmla="*/ 1220873 w 2597105"/>
                      <a:gd name="connsiteY1" fmla="*/ 0 h 6842927"/>
                      <a:gd name="connsiteX2" fmla="*/ 2411604 w 2597105"/>
                      <a:gd name="connsiteY2" fmla="*/ 648118 h 6842927"/>
                      <a:gd name="connsiteX3" fmla="*/ 1828798 w 2597105"/>
                      <a:gd name="connsiteY3" fmla="*/ 1611086 h 6842927"/>
                      <a:gd name="connsiteX4" fmla="*/ 2283768 w 2597105"/>
                      <a:gd name="connsiteY4" fmla="*/ 6567154 h 6842927"/>
                      <a:gd name="connsiteX5" fmla="*/ 2595825 w 2597105"/>
                      <a:gd name="connsiteY5" fmla="*/ 6763097 h 6842927"/>
                      <a:gd name="connsiteX6" fmla="*/ 2229060 w 2597105"/>
                      <a:gd name="connsiteY6" fmla="*/ 6523611 h 6842927"/>
                      <a:gd name="connsiteX7" fmla="*/ 1753438 w 2597105"/>
                      <a:gd name="connsiteY7" fmla="*/ 1622808 h 6842927"/>
                      <a:gd name="connsiteX8" fmla="*/ 2340471 w 2597105"/>
                      <a:gd name="connsiteY8" fmla="*/ 659284 h 6842927"/>
                      <a:gd name="connsiteX9" fmla="*/ 1216172 w 2597105"/>
                      <a:gd name="connsiteY9" fmla="*/ 74881 h 6842927"/>
                      <a:gd name="connsiteX10" fmla="*/ 145382 w 2597105"/>
                      <a:gd name="connsiteY10" fmla="*/ 808891 h 6842927"/>
                      <a:gd name="connsiteX11" fmla="*/ 738556 w 2597105"/>
                      <a:gd name="connsiteY11" fmla="*/ 1655037 h 6842927"/>
                      <a:gd name="connsiteX12" fmla="*/ 252327 w 2597105"/>
                      <a:gd name="connsiteY12" fmla="*/ 6617397 h 6842927"/>
                      <a:gd name="connsiteX13" fmla="*/ 0 w 2597105"/>
                      <a:gd name="connsiteY13" fmla="*/ 6842927 h 6842927"/>
                      <a:gd name="connsiteX14" fmla="*/ 188128 w 2597105"/>
                      <a:gd name="connsiteY14" fmla="*/ 6668198 h 6842927"/>
                      <a:gd name="connsiteX15" fmla="*/ 661278 w 2597105"/>
                      <a:gd name="connsiteY15" fmla="*/ 1606374 h 6842927"/>
                      <a:gd name="connsiteX16" fmla="*/ 80387 w 2597105"/>
                      <a:gd name="connsiteY16" fmla="*/ 808893 h 6842927"/>
                      <a:gd name="connsiteX0" fmla="*/ 80387 w 2597105"/>
                      <a:gd name="connsiteY0" fmla="*/ 808893 h 6842927"/>
                      <a:gd name="connsiteX1" fmla="*/ 1220873 w 2597105"/>
                      <a:gd name="connsiteY1" fmla="*/ 0 h 6842927"/>
                      <a:gd name="connsiteX2" fmla="*/ 2411604 w 2597105"/>
                      <a:gd name="connsiteY2" fmla="*/ 648118 h 6842927"/>
                      <a:gd name="connsiteX3" fmla="*/ 1828798 w 2597105"/>
                      <a:gd name="connsiteY3" fmla="*/ 1611086 h 6842927"/>
                      <a:gd name="connsiteX4" fmla="*/ 2283768 w 2597105"/>
                      <a:gd name="connsiteY4" fmla="*/ 6567154 h 6842927"/>
                      <a:gd name="connsiteX5" fmla="*/ 2595825 w 2597105"/>
                      <a:gd name="connsiteY5" fmla="*/ 6763097 h 6842927"/>
                      <a:gd name="connsiteX6" fmla="*/ 2229060 w 2597105"/>
                      <a:gd name="connsiteY6" fmla="*/ 6523611 h 6842927"/>
                      <a:gd name="connsiteX7" fmla="*/ 1753438 w 2597105"/>
                      <a:gd name="connsiteY7" fmla="*/ 1622808 h 6842927"/>
                      <a:gd name="connsiteX8" fmla="*/ 2340471 w 2597105"/>
                      <a:gd name="connsiteY8" fmla="*/ 659284 h 6842927"/>
                      <a:gd name="connsiteX9" fmla="*/ 1216172 w 2597105"/>
                      <a:gd name="connsiteY9" fmla="*/ 74881 h 6842927"/>
                      <a:gd name="connsiteX10" fmla="*/ 145382 w 2597105"/>
                      <a:gd name="connsiteY10" fmla="*/ 808891 h 6842927"/>
                      <a:gd name="connsiteX11" fmla="*/ 738556 w 2597105"/>
                      <a:gd name="connsiteY11" fmla="*/ 1655037 h 6842927"/>
                      <a:gd name="connsiteX12" fmla="*/ 252327 w 2597105"/>
                      <a:gd name="connsiteY12" fmla="*/ 6617397 h 6842927"/>
                      <a:gd name="connsiteX13" fmla="*/ 0 w 2597105"/>
                      <a:gd name="connsiteY13" fmla="*/ 6842927 h 6842927"/>
                      <a:gd name="connsiteX14" fmla="*/ 188128 w 2597105"/>
                      <a:gd name="connsiteY14" fmla="*/ 6668198 h 6842927"/>
                      <a:gd name="connsiteX15" fmla="*/ 661278 w 2597105"/>
                      <a:gd name="connsiteY15" fmla="*/ 1606374 h 6842927"/>
                      <a:gd name="connsiteX16" fmla="*/ 80387 w 2597105"/>
                      <a:gd name="connsiteY16" fmla="*/ 808893 h 6842927"/>
                      <a:gd name="connsiteX0" fmla="*/ 80387 w 2620458"/>
                      <a:gd name="connsiteY0" fmla="*/ 808893 h 6842927"/>
                      <a:gd name="connsiteX1" fmla="*/ 1220873 w 2620458"/>
                      <a:gd name="connsiteY1" fmla="*/ 0 h 6842927"/>
                      <a:gd name="connsiteX2" fmla="*/ 2411604 w 2620458"/>
                      <a:gd name="connsiteY2" fmla="*/ 648118 h 6842927"/>
                      <a:gd name="connsiteX3" fmla="*/ 1828798 w 2620458"/>
                      <a:gd name="connsiteY3" fmla="*/ 1611086 h 6842927"/>
                      <a:gd name="connsiteX4" fmla="*/ 2283768 w 2620458"/>
                      <a:gd name="connsiteY4" fmla="*/ 6567154 h 6842927"/>
                      <a:gd name="connsiteX5" fmla="*/ 2619271 w 2620458"/>
                      <a:gd name="connsiteY5" fmla="*/ 6759189 h 6842927"/>
                      <a:gd name="connsiteX6" fmla="*/ 2229060 w 2620458"/>
                      <a:gd name="connsiteY6" fmla="*/ 6523611 h 6842927"/>
                      <a:gd name="connsiteX7" fmla="*/ 1753438 w 2620458"/>
                      <a:gd name="connsiteY7" fmla="*/ 1622808 h 6842927"/>
                      <a:gd name="connsiteX8" fmla="*/ 2340471 w 2620458"/>
                      <a:gd name="connsiteY8" fmla="*/ 659284 h 6842927"/>
                      <a:gd name="connsiteX9" fmla="*/ 1216172 w 2620458"/>
                      <a:gd name="connsiteY9" fmla="*/ 74881 h 6842927"/>
                      <a:gd name="connsiteX10" fmla="*/ 145382 w 2620458"/>
                      <a:gd name="connsiteY10" fmla="*/ 808891 h 6842927"/>
                      <a:gd name="connsiteX11" fmla="*/ 738556 w 2620458"/>
                      <a:gd name="connsiteY11" fmla="*/ 1655037 h 6842927"/>
                      <a:gd name="connsiteX12" fmla="*/ 252327 w 2620458"/>
                      <a:gd name="connsiteY12" fmla="*/ 6617397 h 6842927"/>
                      <a:gd name="connsiteX13" fmla="*/ 0 w 2620458"/>
                      <a:gd name="connsiteY13" fmla="*/ 6842927 h 6842927"/>
                      <a:gd name="connsiteX14" fmla="*/ 188128 w 2620458"/>
                      <a:gd name="connsiteY14" fmla="*/ 6668198 h 6842927"/>
                      <a:gd name="connsiteX15" fmla="*/ 661278 w 2620458"/>
                      <a:gd name="connsiteY15" fmla="*/ 1606374 h 6842927"/>
                      <a:gd name="connsiteX16" fmla="*/ 80387 w 2620458"/>
                      <a:gd name="connsiteY16" fmla="*/ 808893 h 6842927"/>
                      <a:gd name="connsiteX0" fmla="*/ 264049 w 2804120"/>
                      <a:gd name="connsiteY0" fmla="*/ 808893 h 6769005"/>
                      <a:gd name="connsiteX1" fmla="*/ 1404535 w 2804120"/>
                      <a:gd name="connsiteY1" fmla="*/ 0 h 6769005"/>
                      <a:gd name="connsiteX2" fmla="*/ 2595266 w 2804120"/>
                      <a:gd name="connsiteY2" fmla="*/ 648118 h 6769005"/>
                      <a:gd name="connsiteX3" fmla="*/ 2012460 w 2804120"/>
                      <a:gd name="connsiteY3" fmla="*/ 1611086 h 6769005"/>
                      <a:gd name="connsiteX4" fmla="*/ 2467430 w 2804120"/>
                      <a:gd name="connsiteY4" fmla="*/ 6567154 h 6769005"/>
                      <a:gd name="connsiteX5" fmla="*/ 2802933 w 2804120"/>
                      <a:gd name="connsiteY5" fmla="*/ 6759189 h 6769005"/>
                      <a:gd name="connsiteX6" fmla="*/ 2412722 w 2804120"/>
                      <a:gd name="connsiteY6" fmla="*/ 6523611 h 6769005"/>
                      <a:gd name="connsiteX7" fmla="*/ 1937100 w 2804120"/>
                      <a:gd name="connsiteY7" fmla="*/ 1622808 h 6769005"/>
                      <a:gd name="connsiteX8" fmla="*/ 2524133 w 2804120"/>
                      <a:gd name="connsiteY8" fmla="*/ 659284 h 6769005"/>
                      <a:gd name="connsiteX9" fmla="*/ 1399834 w 2804120"/>
                      <a:gd name="connsiteY9" fmla="*/ 74881 h 6769005"/>
                      <a:gd name="connsiteX10" fmla="*/ 329044 w 2804120"/>
                      <a:gd name="connsiteY10" fmla="*/ 808891 h 6769005"/>
                      <a:gd name="connsiteX11" fmla="*/ 922218 w 2804120"/>
                      <a:gd name="connsiteY11" fmla="*/ 1655037 h 6769005"/>
                      <a:gd name="connsiteX12" fmla="*/ 435989 w 2804120"/>
                      <a:gd name="connsiteY12" fmla="*/ 6617397 h 6769005"/>
                      <a:gd name="connsiteX13" fmla="*/ 0 w 2804120"/>
                      <a:gd name="connsiteY13" fmla="*/ 6768681 h 6769005"/>
                      <a:gd name="connsiteX14" fmla="*/ 371790 w 2804120"/>
                      <a:gd name="connsiteY14" fmla="*/ 6668198 h 6769005"/>
                      <a:gd name="connsiteX15" fmla="*/ 844940 w 2804120"/>
                      <a:gd name="connsiteY15" fmla="*/ 1606374 h 6769005"/>
                      <a:gd name="connsiteX16" fmla="*/ 264049 w 2804120"/>
                      <a:gd name="connsiteY16" fmla="*/ 808893 h 6769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804120" h="6769005">
                        <a:moveTo>
                          <a:pt x="264049" y="808893"/>
                        </a:moveTo>
                        <a:cubicBezTo>
                          <a:pt x="213806" y="215483"/>
                          <a:pt x="739669" y="25679"/>
                          <a:pt x="1404535" y="0"/>
                        </a:cubicBezTo>
                        <a:cubicBezTo>
                          <a:pt x="2085033" y="24004"/>
                          <a:pt x="2483618" y="176404"/>
                          <a:pt x="2595266" y="648118"/>
                        </a:cubicBezTo>
                        <a:cubicBezTo>
                          <a:pt x="2610338" y="1303494"/>
                          <a:pt x="2054329" y="1407885"/>
                          <a:pt x="2012460" y="1611086"/>
                        </a:cubicBezTo>
                        <a:cubicBezTo>
                          <a:pt x="2077215" y="2601686"/>
                          <a:pt x="2388438" y="5672013"/>
                          <a:pt x="2467430" y="6567154"/>
                        </a:cubicBezTo>
                        <a:cubicBezTo>
                          <a:pt x="2518509" y="6851020"/>
                          <a:pt x="2825542" y="6749141"/>
                          <a:pt x="2802933" y="6759189"/>
                        </a:cubicBezTo>
                        <a:cubicBezTo>
                          <a:pt x="2647742" y="6774263"/>
                          <a:pt x="2436168" y="6777332"/>
                          <a:pt x="2412722" y="6523611"/>
                        </a:cubicBezTo>
                        <a:cubicBezTo>
                          <a:pt x="2293817" y="5651917"/>
                          <a:pt x="1998226" y="2472730"/>
                          <a:pt x="1937100" y="1622808"/>
                        </a:cubicBezTo>
                        <a:cubicBezTo>
                          <a:pt x="2030885" y="1264417"/>
                          <a:pt x="2525808" y="1341734"/>
                          <a:pt x="2524133" y="659284"/>
                        </a:cubicBezTo>
                        <a:cubicBezTo>
                          <a:pt x="2507385" y="192873"/>
                          <a:pt x="1766652" y="50598"/>
                          <a:pt x="1399834" y="74881"/>
                        </a:cubicBezTo>
                        <a:cubicBezTo>
                          <a:pt x="1023288" y="69981"/>
                          <a:pt x="239180" y="170696"/>
                          <a:pt x="329044" y="808891"/>
                        </a:cubicBezTo>
                        <a:cubicBezTo>
                          <a:pt x="392203" y="1243340"/>
                          <a:pt x="912561" y="1420007"/>
                          <a:pt x="922218" y="1655037"/>
                        </a:cubicBezTo>
                        <a:cubicBezTo>
                          <a:pt x="808805" y="3353689"/>
                          <a:pt x="556010" y="4966676"/>
                          <a:pt x="435989" y="6617397"/>
                        </a:cubicBezTo>
                        <a:cubicBezTo>
                          <a:pt x="395795" y="6789894"/>
                          <a:pt x="80387" y="6756958"/>
                          <a:pt x="0" y="6768681"/>
                        </a:cubicBezTo>
                        <a:cubicBezTo>
                          <a:pt x="85410" y="6736862"/>
                          <a:pt x="356718" y="6750259"/>
                          <a:pt x="371790" y="6668198"/>
                        </a:cubicBezTo>
                        <a:cubicBezTo>
                          <a:pt x="554893" y="4976725"/>
                          <a:pt x="677468" y="3297847"/>
                          <a:pt x="844940" y="1606374"/>
                        </a:cubicBezTo>
                        <a:cubicBezTo>
                          <a:pt x="672996" y="1354055"/>
                          <a:pt x="332712" y="1281166"/>
                          <a:pt x="264049" y="808893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586" name="Round Same Side Corner Rectangle 28"/>
              <p:cNvSpPr/>
              <p:nvPr/>
            </p:nvSpPr>
            <p:spPr>
              <a:xfrm rot="16200000">
                <a:off x="6267724" y="5619479"/>
                <a:ext cx="477275" cy="1846279"/>
              </a:xfrm>
              <a:prstGeom prst="round2SameRect">
                <a:avLst>
                  <a:gd name="adj1" fmla="val 50000"/>
                  <a:gd name="adj2" fmla="val 17253"/>
                </a:avLst>
              </a:prstGeom>
              <a:solidFill>
                <a:srgbClr val="53535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7" name="Round Same Side Corner Rectangle 29"/>
              <p:cNvSpPr/>
              <p:nvPr/>
            </p:nvSpPr>
            <p:spPr>
              <a:xfrm rot="5400000">
                <a:off x="2420468" y="5626252"/>
                <a:ext cx="464693" cy="1837446"/>
              </a:xfrm>
              <a:prstGeom prst="round2SameRect">
                <a:avLst>
                  <a:gd name="adj1" fmla="val 50000"/>
                  <a:gd name="adj2" fmla="val 17253"/>
                </a:avLst>
              </a:prstGeom>
              <a:solidFill>
                <a:srgbClr val="53535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84" name="Rectangle 1"/>
            <p:cNvSpPr/>
            <p:nvPr/>
          </p:nvSpPr>
          <p:spPr>
            <a:xfrm rot="20993216">
              <a:off x="978643" y="2528137"/>
              <a:ext cx="3070493" cy="28550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200">
                  <a:solidFill>
                    <a:prstClr val="black"/>
                  </a:solidFill>
                  <a:ea typeface="Adobe Gothic Std B" pitchFamily="34" charset="-128"/>
                </a:rPr>
                <a:t>sap global, palletshep, diferimento do ICMS, conciliação de estoques, evoluções do capta, chip natura, mpos, pacote de evoluções</a:t>
              </a:r>
              <a:r>
                <a:rPr 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Cambria Math" panose="02040503050406030204" pitchFamily="18" charset="0"/>
                  <a:cs typeface="Arial" panose="020B0604020202020204" pitchFamily="34" charset="0"/>
                </a:rPr>
                <a:t>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9628277" y="3391297"/>
            <a:ext cx="1207749" cy="2116266"/>
            <a:chOff x="9628277" y="3391297"/>
            <a:chExt cx="1207749" cy="2116266"/>
          </a:xfrm>
        </p:grpSpPr>
        <p:grpSp>
          <p:nvGrpSpPr>
            <p:cNvPr id="623" name="Group 113"/>
            <p:cNvGrpSpPr>
              <a:grpSpLocks/>
            </p:cNvGrpSpPr>
            <p:nvPr/>
          </p:nvGrpSpPr>
          <p:grpSpPr>
            <a:xfrm>
              <a:off x="9864852" y="4585464"/>
              <a:ext cx="720000" cy="720000"/>
              <a:chOff x="-753686" y="5257800"/>
              <a:chExt cx="753686" cy="806293"/>
            </a:xfrm>
          </p:grpSpPr>
          <p:sp>
            <p:nvSpPr>
              <p:cNvPr id="624" name="Oval 114"/>
              <p:cNvSpPr/>
              <p:nvPr/>
            </p:nvSpPr>
            <p:spPr>
              <a:xfrm>
                <a:off x="-694191" y="5944761"/>
                <a:ext cx="624546" cy="119332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625" name="Group 115"/>
              <p:cNvGrpSpPr/>
              <p:nvPr/>
            </p:nvGrpSpPr>
            <p:grpSpPr>
              <a:xfrm>
                <a:off x="-753686" y="5257800"/>
                <a:ext cx="753686" cy="753686"/>
                <a:chOff x="-753686" y="5257800"/>
                <a:chExt cx="753686" cy="753686"/>
              </a:xfrm>
            </p:grpSpPr>
            <p:sp>
              <p:nvSpPr>
                <p:cNvPr id="626" name="Donut 116"/>
                <p:cNvSpPr/>
                <p:nvPr/>
              </p:nvSpPr>
              <p:spPr>
                <a:xfrm>
                  <a:off x="-753686" y="5257800"/>
                  <a:ext cx="753686" cy="753686"/>
                </a:xfrm>
                <a:prstGeom prst="donut">
                  <a:avLst>
                    <a:gd name="adj" fmla="val 1635"/>
                  </a:avLst>
                </a:prstGeom>
                <a:gradFill>
                  <a:gsLst>
                    <a:gs pos="50002">
                      <a:srgbClr val="FFFFFF">
                        <a:lumMod val="95000"/>
                      </a:srgbClr>
                    </a:gs>
                    <a:gs pos="95000">
                      <a:srgbClr val="FFFFFF">
                        <a:lumMod val="75000"/>
                      </a:srgbClr>
                    </a:gs>
                    <a:gs pos="46000">
                      <a:srgbClr val="FFFFFF">
                        <a:lumMod val="65000"/>
                      </a:srgbClr>
                    </a:gs>
                    <a:gs pos="0">
                      <a:srgbClr val="0C0C0C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7" name="Donut 117"/>
                <p:cNvSpPr/>
                <p:nvPr/>
              </p:nvSpPr>
              <p:spPr>
                <a:xfrm>
                  <a:off x="-745194" y="5261835"/>
                  <a:ext cx="736702" cy="744069"/>
                </a:xfrm>
                <a:prstGeom prst="donut">
                  <a:avLst>
                    <a:gd name="adj" fmla="val 6938"/>
                  </a:avLst>
                </a:prstGeom>
                <a:gradFill>
                  <a:gsLst>
                    <a:gs pos="91667">
                      <a:srgbClr val="FFFFFF"/>
                    </a:gs>
                    <a:gs pos="50002">
                      <a:srgbClr val="FFFFFF">
                        <a:lumMod val="95000"/>
                      </a:srgbClr>
                    </a:gs>
                    <a:gs pos="76000">
                      <a:srgbClr val="FFFFFF">
                        <a:lumMod val="75000"/>
                      </a:srgbClr>
                    </a:gs>
                    <a:gs pos="34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8" name="Donut 118"/>
                <p:cNvSpPr/>
                <p:nvPr/>
              </p:nvSpPr>
              <p:spPr>
                <a:xfrm>
                  <a:off x="-699881" y="5311451"/>
                  <a:ext cx="647312" cy="647313"/>
                </a:xfrm>
                <a:prstGeom prst="donut">
                  <a:avLst>
                    <a:gd name="adj" fmla="val 1754"/>
                  </a:avLst>
                </a:prstGeom>
                <a:gradFill>
                  <a:gsLst>
                    <a:gs pos="3000">
                      <a:sysClr val="window" lastClr="FFFFFF">
                        <a:lumMod val="50000"/>
                      </a:sysClr>
                    </a:gs>
                    <a:gs pos="100000">
                      <a:sysClr val="windowText" lastClr="000000">
                        <a:lumMod val="95000"/>
                        <a:lumOff val="5000"/>
                      </a:sysClr>
                    </a:gs>
                    <a:gs pos="0">
                      <a:sysClr val="window" lastClr="FFFFFF">
                        <a:alpha val="61000"/>
                      </a:sysClr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9" name="Oval 119"/>
                <p:cNvSpPr/>
                <p:nvPr/>
              </p:nvSpPr>
              <p:spPr>
                <a:xfrm>
                  <a:off x="-648546" y="5367484"/>
                  <a:ext cx="544756" cy="544336"/>
                </a:xfrm>
                <a:prstGeom prst="ellipse">
                  <a:avLst/>
                </a:prstGeom>
                <a:blipFill>
                  <a:blip r:embed="rId9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0" name="Oval 120"/>
                <p:cNvSpPr/>
                <p:nvPr/>
              </p:nvSpPr>
              <p:spPr>
                <a:xfrm>
                  <a:off x="-576051" y="5390529"/>
                  <a:ext cx="401441" cy="249946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74000"/>
                      </a:srgbClr>
                    </a:gs>
                    <a:gs pos="58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1" name="Donut 121"/>
                <p:cNvSpPr/>
                <p:nvPr/>
              </p:nvSpPr>
              <p:spPr>
                <a:xfrm>
                  <a:off x="-705066" y="5306489"/>
                  <a:ext cx="654867" cy="668749"/>
                </a:xfrm>
                <a:prstGeom prst="donut">
                  <a:avLst>
                    <a:gd name="adj" fmla="val 9537"/>
                  </a:avLst>
                </a:prstGeom>
                <a:gradFill flip="none" rotWithShape="1">
                  <a:gsLst>
                    <a:gs pos="100000">
                      <a:srgbClr val="FFFFFF">
                        <a:lumMod val="95000"/>
                      </a:srgbClr>
                    </a:gs>
                    <a:gs pos="89000">
                      <a:srgbClr val="FFFFFF">
                        <a:lumMod val="75000"/>
                      </a:srgbClr>
                    </a:gs>
                    <a:gs pos="49000">
                      <a:srgbClr val="FFFFFF">
                        <a:lumMod val="65000"/>
                      </a:srgbClr>
                    </a:gs>
                    <a:gs pos="0">
                      <a:srgbClr val="0C0C0C">
                        <a:lumMod val="90000"/>
                        <a:lumOff val="10000"/>
                      </a:srgbClr>
                    </a:gs>
                  </a:gsLst>
                  <a:lin ang="5400000" scaled="1"/>
                  <a:tileRect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2" name="Donut 122"/>
                <p:cNvSpPr/>
                <p:nvPr/>
              </p:nvSpPr>
              <p:spPr>
                <a:xfrm>
                  <a:off x="-653164" y="5366143"/>
                  <a:ext cx="553857" cy="548375"/>
                </a:xfrm>
                <a:prstGeom prst="donut">
                  <a:avLst>
                    <a:gd name="adj" fmla="val 2061"/>
                  </a:avLst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33" name="Group 6"/>
            <p:cNvGrpSpPr/>
            <p:nvPr/>
          </p:nvGrpSpPr>
          <p:grpSpPr>
            <a:xfrm rot="10800000">
              <a:off x="10009656" y="3391297"/>
              <a:ext cx="416365" cy="1049611"/>
              <a:chOff x="479123" y="2714094"/>
              <a:chExt cx="416365" cy="616237"/>
            </a:xfrm>
          </p:grpSpPr>
          <p:cxnSp>
            <p:nvCxnSpPr>
              <p:cNvPr id="634" name="Straight Connector 200"/>
              <p:cNvCxnSpPr/>
              <p:nvPr/>
            </p:nvCxnSpPr>
            <p:spPr>
              <a:xfrm>
                <a:off x="685800" y="2720731"/>
                <a:ext cx="0" cy="60960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635" name="Straight Connector 201"/>
              <p:cNvCxnSpPr/>
              <p:nvPr/>
            </p:nvCxnSpPr>
            <p:spPr>
              <a:xfrm rot="5400000">
                <a:off x="687306" y="2505911"/>
                <a:ext cx="0" cy="41636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636" name="Retângulo 635"/>
            <p:cNvSpPr/>
            <p:nvPr/>
          </p:nvSpPr>
          <p:spPr>
            <a:xfrm>
              <a:off x="9628277" y="5245953"/>
              <a:ext cx="1207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 smtClean="0">
                  <a:solidFill>
                    <a:prstClr val="black"/>
                  </a:solidFill>
                  <a:latin typeface="Adobe Gothic Std B" pitchFamily="34" charset="-128"/>
                  <a:ea typeface="Adobe Gothic Std B" pitchFamily="34" charset="-128"/>
                </a:rPr>
                <a:t>Release Mensal</a:t>
              </a:r>
              <a:endParaRPr lang="pt-BR" sz="1100" dirty="0">
                <a:solidFill>
                  <a:prstClr val="black"/>
                </a:solidFill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309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 flipV="1">
            <a:off x="0" y="857258"/>
            <a:ext cx="11093116" cy="36000"/>
          </a:xfrm>
          <a:prstGeom prst="line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7055" y="146830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z="3600" dirty="0">
                <a:solidFill>
                  <a:srgbClr val="FFC000"/>
                </a:solidFill>
                <a:latin typeface="Gill Sans Std Light" panose="020B0302020104020203" pitchFamily="34" charset="0"/>
              </a:rPr>
              <a:t>Portfólio Prioritário DAA</a:t>
            </a:r>
          </a:p>
        </p:txBody>
      </p:sp>
      <p:grpSp>
        <p:nvGrpSpPr>
          <p:cNvPr id="316" name="Grupo 315"/>
          <p:cNvGrpSpPr/>
          <p:nvPr/>
        </p:nvGrpSpPr>
        <p:grpSpPr>
          <a:xfrm>
            <a:off x="968366" y="7247356"/>
            <a:ext cx="10422175" cy="453185"/>
            <a:chOff x="1230137" y="9084179"/>
            <a:chExt cx="10422175" cy="453185"/>
          </a:xfrm>
        </p:grpSpPr>
        <p:grpSp>
          <p:nvGrpSpPr>
            <p:cNvPr id="317" name="Grupo 29"/>
            <p:cNvGrpSpPr>
              <a:grpSpLocks/>
            </p:cNvGrpSpPr>
            <p:nvPr/>
          </p:nvGrpSpPr>
          <p:grpSpPr bwMode="auto">
            <a:xfrm>
              <a:off x="1230137" y="9213920"/>
              <a:ext cx="1633595" cy="272347"/>
              <a:chOff x="1230137" y="9271000"/>
              <a:chExt cx="1633595" cy="272473"/>
            </a:xfrm>
          </p:grpSpPr>
          <p:sp>
            <p:nvSpPr>
              <p:cNvPr id="333" name="Elipse 332"/>
              <p:cNvSpPr/>
              <p:nvPr/>
            </p:nvSpPr>
            <p:spPr bwMode="auto">
              <a:xfrm>
                <a:off x="1230137" y="9271000"/>
                <a:ext cx="216000" cy="2161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algn="ctr" eaLnBrk="1" hangingPunct="1">
                  <a:defRPr/>
                </a:pPr>
                <a:endParaRPr lang="pt-BR">
                  <a:latin typeface="GillSans" charset="0"/>
                  <a:sym typeface="GillSans" charset="0"/>
                </a:endParaRPr>
              </a:p>
            </p:txBody>
          </p:sp>
          <p:sp>
            <p:nvSpPr>
              <p:cNvPr id="334" name="CaixaDeTexto 8"/>
              <p:cNvSpPr txBox="1">
                <a:spLocks noChangeArrowheads="1"/>
              </p:cNvSpPr>
              <p:nvPr/>
            </p:nvSpPr>
            <p:spPr bwMode="auto">
              <a:xfrm>
                <a:off x="1568332" y="9281742"/>
                <a:ext cx="1295400" cy="261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1pPr>
                <a:lvl2pPr marL="742950" indent="-28575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2pPr>
                <a:lvl3pPr marL="11430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3pPr>
                <a:lvl4pPr marL="16002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4pPr>
                <a:lvl5pPr marL="20574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9pPr>
              </a:lstStyle>
              <a:p>
                <a:r>
                  <a:rPr lang="pt-BR" altLang="pt-BR" sz="1100" dirty="0"/>
                  <a:t>Não Iniciado</a:t>
                </a:r>
              </a:p>
            </p:txBody>
          </p:sp>
        </p:grpSp>
        <p:grpSp>
          <p:nvGrpSpPr>
            <p:cNvPr id="318" name="Grupo 30"/>
            <p:cNvGrpSpPr>
              <a:grpSpLocks/>
            </p:cNvGrpSpPr>
            <p:nvPr/>
          </p:nvGrpSpPr>
          <p:grpSpPr bwMode="auto">
            <a:xfrm>
              <a:off x="2701742" y="9199740"/>
              <a:ext cx="1954628" cy="261610"/>
              <a:chOff x="2861682" y="9224296"/>
              <a:chExt cx="1955053" cy="261731"/>
            </a:xfrm>
          </p:grpSpPr>
          <p:sp>
            <p:nvSpPr>
              <p:cNvPr id="331" name="Elipse 330"/>
              <p:cNvSpPr/>
              <p:nvPr/>
            </p:nvSpPr>
            <p:spPr bwMode="auto">
              <a:xfrm>
                <a:off x="2861682" y="9238492"/>
                <a:ext cx="216047" cy="216100"/>
              </a:xfrm>
              <a:prstGeom prst="ellipse">
                <a:avLst/>
              </a:prstGeom>
              <a:solidFill>
                <a:srgbClr val="00B050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algn="ctr" eaLnBrk="1" hangingPunct="1">
                  <a:defRPr/>
                </a:pPr>
                <a:endParaRPr lang="pt-BR">
                  <a:latin typeface="GillSans" charset="0"/>
                  <a:sym typeface="GillSans" charset="0"/>
                </a:endParaRPr>
              </a:p>
            </p:txBody>
          </p:sp>
          <p:sp>
            <p:nvSpPr>
              <p:cNvPr id="332" name="CaixaDeTexto 23"/>
              <p:cNvSpPr txBox="1">
                <a:spLocks noChangeArrowheads="1"/>
              </p:cNvSpPr>
              <p:nvPr/>
            </p:nvSpPr>
            <p:spPr bwMode="auto">
              <a:xfrm>
                <a:off x="3222714" y="9224296"/>
                <a:ext cx="1594021" cy="261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1pPr>
                <a:lvl2pPr marL="742950" indent="-28575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2pPr>
                <a:lvl3pPr marL="11430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3pPr>
                <a:lvl4pPr marL="16002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4pPr>
                <a:lvl5pPr marL="20574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9pPr>
              </a:lstStyle>
              <a:p>
                <a:r>
                  <a:rPr lang="pt-BR" altLang="pt-BR" sz="1100" dirty="0"/>
                  <a:t>Dentro do Prazo</a:t>
                </a:r>
              </a:p>
            </p:txBody>
          </p:sp>
        </p:grpSp>
        <p:grpSp>
          <p:nvGrpSpPr>
            <p:cNvPr id="319" name="Grupo 33"/>
            <p:cNvGrpSpPr>
              <a:grpSpLocks/>
            </p:cNvGrpSpPr>
            <p:nvPr/>
          </p:nvGrpSpPr>
          <p:grpSpPr bwMode="auto">
            <a:xfrm>
              <a:off x="4610956" y="9106477"/>
              <a:ext cx="1712058" cy="430887"/>
              <a:chOff x="4267983" y="9120413"/>
              <a:chExt cx="1711771" cy="431656"/>
            </a:xfrm>
          </p:grpSpPr>
          <p:sp>
            <p:nvSpPr>
              <p:cNvPr id="329" name="Elipse 328"/>
              <p:cNvSpPr/>
              <p:nvPr/>
            </p:nvSpPr>
            <p:spPr bwMode="auto">
              <a:xfrm>
                <a:off x="4267983" y="9241079"/>
                <a:ext cx="215964" cy="216385"/>
              </a:xfrm>
              <a:prstGeom prst="ellipse">
                <a:avLst/>
              </a:prstGeom>
              <a:solidFill>
                <a:srgbClr val="FFCC00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algn="ctr" eaLnBrk="1" hangingPunct="1">
                  <a:defRPr/>
                </a:pPr>
                <a:endParaRPr lang="pt-BR">
                  <a:latin typeface="GillSans" charset="0"/>
                  <a:sym typeface="GillSans" charset="0"/>
                </a:endParaRPr>
              </a:p>
            </p:txBody>
          </p:sp>
          <p:sp>
            <p:nvSpPr>
              <p:cNvPr id="330" name="CaixaDeTexto 24"/>
              <p:cNvSpPr txBox="1">
                <a:spLocks noChangeArrowheads="1"/>
              </p:cNvSpPr>
              <p:nvPr/>
            </p:nvSpPr>
            <p:spPr bwMode="auto">
              <a:xfrm>
                <a:off x="4526373" y="9120413"/>
                <a:ext cx="1453381" cy="431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1pPr>
                <a:lvl2pPr marL="742950" indent="-28575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2pPr>
                <a:lvl3pPr marL="11430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3pPr>
                <a:lvl4pPr marL="16002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4pPr>
                <a:lvl5pPr marL="20574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9pPr>
              </a:lstStyle>
              <a:p>
                <a:pPr algn="ctr"/>
                <a:r>
                  <a:rPr lang="pt-BR" altLang="pt-BR" sz="1100" dirty="0"/>
                  <a:t>Atraso sem impacto na data final</a:t>
                </a:r>
              </a:p>
            </p:txBody>
          </p:sp>
        </p:grpSp>
        <p:grpSp>
          <p:nvGrpSpPr>
            <p:cNvPr id="320" name="Grupo 34"/>
            <p:cNvGrpSpPr>
              <a:grpSpLocks/>
            </p:cNvGrpSpPr>
            <p:nvPr/>
          </p:nvGrpSpPr>
          <p:grpSpPr bwMode="auto">
            <a:xfrm>
              <a:off x="6554029" y="9084179"/>
              <a:ext cx="1784181" cy="430887"/>
              <a:chOff x="6317516" y="9068945"/>
              <a:chExt cx="1784933" cy="431656"/>
            </a:xfrm>
          </p:grpSpPr>
          <p:sp>
            <p:nvSpPr>
              <p:cNvPr id="327" name="Elipse 326"/>
              <p:cNvSpPr/>
              <p:nvPr/>
            </p:nvSpPr>
            <p:spPr bwMode="auto">
              <a:xfrm>
                <a:off x="6317516" y="9211949"/>
                <a:ext cx="216091" cy="216385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algn="ctr" eaLnBrk="1" hangingPunct="1">
                  <a:defRPr/>
                </a:pPr>
                <a:endParaRPr lang="pt-BR">
                  <a:latin typeface="GillSans" charset="0"/>
                  <a:sym typeface="GillSans" charset="0"/>
                </a:endParaRPr>
              </a:p>
            </p:txBody>
          </p:sp>
          <p:sp>
            <p:nvSpPr>
              <p:cNvPr id="328" name="CaixaDeTexto 25"/>
              <p:cNvSpPr txBox="1">
                <a:spLocks noChangeArrowheads="1"/>
              </p:cNvSpPr>
              <p:nvPr/>
            </p:nvSpPr>
            <p:spPr bwMode="auto">
              <a:xfrm>
                <a:off x="6648212" y="9068945"/>
                <a:ext cx="1454237" cy="431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1pPr>
                <a:lvl2pPr marL="742950" indent="-28575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2pPr>
                <a:lvl3pPr marL="11430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3pPr>
                <a:lvl4pPr marL="16002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4pPr>
                <a:lvl5pPr marL="20574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9pPr>
              </a:lstStyle>
              <a:p>
                <a:pPr algn="ctr"/>
                <a:r>
                  <a:rPr lang="pt-BR" altLang="pt-BR" sz="1100" dirty="0"/>
                  <a:t>Atraso com impacto na data final</a:t>
                </a:r>
              </a:p>
            </p:txBody>
          </p:sp>
        </p:grpSp>
        <p:grpSp>
          <p:nvGrpSpPr>
            <p:cNvPr id="321" name="Grupo 32"/>
            <p:cNvGrpSpPr>
              <a:grpSpLocks/>
            </p:cNvGrpSpPr>
            <p:nvPr/>
          </p:nvGrpSpPr>
          <p:grpSpPr bwMode="auto">
            <a:xfrm>
              <a:off x="8570027" y="9179047"/>
              <a:ext cx="1624727" cy="261610"/>
              <a:chOff x="8031267" y="9212567"/>
              <a:chExt cx="1625262" cy="261731"/>
            </a:xfrm>
          </p:grpSpPr>
          <p:sp>
            <p:nvSpPr>
              <p:cNvPr id="325" name="Elipse 324"/>
              <p:cNvSpPr/>
              <p:nvPr/>
            </p:nvSpPr>
            <p:spPr bwMode="auto">
              <a:xfrm>
                <a:off x="8031267" y="9247465"/>
                <a:ext cx="216071" cy="21610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algn="ctr" eaLnBrk="1" hangingPunct="1">
                  <a:defRPr/>
                </a:pPr>
                <a:endParaRPr lang="pt-BR">
                  <a:latin typeface="GillSans" charset="0"/>
                  <a:sym typeface="GillSans" charset="0"/>
                </a:endParaRPr>
              </a:p>
            </p:txBody>
          </p:sp>
          <p:sp>
            <p:nvSpPr>
              <p:cNvPr id="326" name="CaixaDeTexto 26"/>
              <p:cNvSpPr txBox="1">
                <a:spLocks noChangeArrowheads="1"/>
              </p:cNvSpPr>
              <p:nvPr/>
            </p:nvSpPr>
            <p:spPr bwMode="auto">
              <a:xfrm>
                <a:off x="8361129" y="9212567"/>
                <a:ext cx="1295400" cy="261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1pPr>
                <a:lvl2pPr marL="742950" indent="-28575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2pPr>
                <a:lvl3pPr marL="11430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3pPr>
                <a:lvl4pPr marL="16002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4pPr>
                <a:lvl5pPr marL="20574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9pPr>
              </a:lstStyle>
              <a:p>
                <a:r>
                  <a:rPr lang="pt-BR" altLang="pt-BR" sz="1100"/>
                  <a:t>Concluído</a:t>
                </a:r>
              </a:p>
            </p:txBody>
          </p:sp>
        </p:grpSp>
        <p:grpSp>
          <p:nvGrpSpPr>
            <p:cNvPr id="322" name="Grupo 31"/>
            <p:cNvGrpSpPr>
              <a:grpSpLocks/>
            </p:cNvGrpSpPr>
            <p:nvPr/>
          </p:nvGrpSpPr>
          <p:grpSpPr bwMode="auto">
            <a:xfrm>
              <a:off x="10092507" y="9188064"/>
              <a:ext cx="1559805" cy="261610"/>
              <a:chOff x="9483363" y="9205447"/>
              <a:chExt cx="1559470" cy="261731"/>
            </a:xfrm>
          </p:grpSpPr>
          <p:sp>
            <p:nvSpPr>
              <p:cNvPr id="323" name="Elipse 322"/>
              <p:cNvSpPr/>
              <p:nvPr/>
            </p:nvSpPr>
            <p:spPr bwMode="auto">
              <a:xfrm>
                <a:off x="9483363" y="9209015"/>
                <a:ext cx="215954" cy="2161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algn="ctr" eaLnBrk="1" hangingPunct="1">
                  <a:defRPr/>
                </a:pPr>
                <a:endParaRPr lang="pt-BR">
                  <a:latin typeface="GillSans" charset="0"/>
                  <a:sym typeface="GillSans" charset="0"/>
                </a:endParaRPr>
              </a:p>
            </p:txBody>
          </p:sp>
          <p:sp>
            <p:nvSpPr>
              <p:cNvPr id="324" name="CaixaDeTexto 28"/>
              <p:cNvSpPr txBox="1">
                <a:spLocks noChangeArrowheads="1"/>
              </p:cNvSpPr>
              <p:nvPr/>
            </p:nvSpPr>
            <p:spPr bwMode="auto">
              <a:xfrm>
                <a:off x="9747433" y="9205447"/>
                <a:ext cx="1295400" cy="261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1pPr>
                <a:lvl2pPr marL="742950" indent="-28575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2pPr>
                <a:lvl3pPr marL="11430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3pPr>
                <a:lvl4pPr marL="16002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4pPr>
                <a:lvl5pPr marL="2057400" indent="-228600"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200">
                    <a:solidFill>
                      <a:srgbClr val="000000"/>
                    </a:solidFill>
                    <a:latin typeface="GillSans" pitchFamily="34" charset="0"/>
                    <a:ea typeface="ヒラギノ角ゴ ProN W3" charset="-128"/>
                    <a:sym typeface="GillSans" pitchFamily="34" charset="0"/>
                  </a:defRPr>
                </a:lvl9pPr>
              </a:lstStyle>
              <a:p>
                <a:r>
                  <a:rPr lang="pt-BR" altLang="pt-BR" sz="1100" dirty="0"/>
                  <a:t>Sem Status</a:t>
                </a:r>
              </a:p>
            </p:txBody>
          </p:sp>
        </p:grpSp>
      </p:grp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772264"/>
              </p:ext>
            </p:extLst>
          </p:nvPr>
        </p:nvGraphicFramePr>
        <p:xfrm>
          <a:off x="146397" y="1013552"/>
          <a:ext cx="11906647" cy="5728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Worksheet" r:id="rId4" imgW="11658600" imgH="4600575" progId="Excel.Sheet.12">
                  <p:embed/>
                </p:oleObj>
              </mc:Choice>
              <mc:Fallback>
                <p:oleObj name="Worksheet" r:id="rId4" imgW="11658600" imgH="4600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6397" y="1013552"/>
                        <a:ext cx="11906647" cy="5728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801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94"/>
          <p:cNvSpPr/>
          <p:nvPr/>
        </p:nvSpPr>
        <p:spPr>
          <a:xfrm>
            <a:off x="194735" y="564416"/>
            <a:ext cx="3179233" cy="1680582"/>
          </a:xfrm>
          <a:prstGeom prst="roundRect">
            <a:avLst>
              <a:gd name="adj" fmla="val 717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algn="ctr" defTabSz="542658" fontAlgn="base">
              <a:spcBef>
                <a:spcPts val="238"/>
              </a:spcBef>
              <a:spcAft>
                <a:spcPct val="0"/>
              </a:spcAft>
              <a:defRPr/>
            </a:pPr>
            <a:endParaRPr lang="pt-BR" sz="1195" dirty="0">
              <a:solidFill>
                <a:prstClr val="black"/>
              </a:solidFill>
              <a:latin typeface="Gill Sans Std" pitchFamily="34" charset="0"/>
              <a:sym typeface="GillSans" pitchFamily="34" charset="0"/>
            </a:endParaRPr>
          </a:p>
        </p:txBody>
      </p:sp>
      <p:sp>
        <p:nvSpPr>
          <p:cNvPr id="3" name="Rounded Rectangle 94"/>
          <p:cNvSpPr/>
          <p:nvPr/>
        </p:nvSpPr>
        <p:spPr>
          <a:xfrm>
            <a:off x="2542117" y="564415"/>
            <a:ext cx="1259416" cy="1659416"/>
          </a:xfrm>
          <a:prstGeom prst="roundRect">
            <a:avLst>
              <a:gd name="adj" fmla="val 7179"/>
            </a:avLst>
          </a:prstGeom>
          <a:noFill/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algn="ctr" defTabSz="542658" fontAlgn="base">
              <a:spcBef>
                <a:spcPts val="238"/>
              </a:spcBef>
              <a:spcAft>
                <a:spcPct val="0"/>
              </a:spcAft>
              <a:defRPr/>
            </a:pPr>
            <a:endParaRPr lang="pt-BR" sz="1195" dirty="0">
              <a:solidFill>
                <a:prstClr val="black"/>
              </a:solidFill>
              <a:latin typeface="Gill Sans Std" pitchFamily="34" charset="0"/>
              <a:sym typeface="GillSans" pitchFamily="34" charset="0"/>
            </a:endParaRPr>
          </a:p>
        </p:txBody>
      </p:sp>
      <p:sp>
        <p:nvSpPr>
          <p:cNvPr id="5" name="Seta para cima 4"/>
          <p:cNvSpPr/>
          <p:nvPr/>
        </p:nvSpPr>
        <p:spPr>
          <a:xfrm rot="5400000">
            <a:off x="2692932" y="1165526"/>
            <a:ext cx="504041" cy="568708"/>
          </a:xfrm>
          <a:prstGeom prst="upArrow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defTabSz="542658" fontAlgn="base">
              <a:spcBef>
                <a:spcPct val="0"/>
              </a:spcBef>
              <a:spcAft>
                <a:spcPct val="0"/>
              </a:spcAft>
              <a:defRPr/>
            </a:pPr>
            <a:endParaRPr lang="pt-BR" sz="1195" dirty="0">
              <a:solidFill>
                <a:srgbClr val="FFFFFF"/>
              </a:solidFill>
              <a:latin typeface="Gill Sans Std" pitchFamily="34" charset="0"/>
              <a:cs typeface="Arial" pitchFamily="34" charset="0"/>
              <a:sym typeface="GillSans" pitchFamily="34" charset="0"/>
            </a:endParaRPr>
          </a:p>
        </p:txBody>
      </p:sp>
      <p:sp>
        <p:nvSpPr>
          <p:cNvPr id="50183" name="TextBox 7"/>
          <p:cNvSpPr txBox="1">
            <a:spLocks noChangeArrowheads="1"/>
          </p:cNvSpPr>
          <p:nvPr/>
        </p:nvSpPr>
        <p:spPr bwMode="auto">
          <a:xfrm>
            <a:off x="2315635" y="1726431"/>
            <a:ext cx="1200151" cy="29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195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Próximo Mês</a:t>
            </a:r>
          </a:p>
        </p:txBody>
      </p:sp>
      <p:sp>
        <p:nvSpPr>
          <p:cNvPr id="8" name="Rounded Rectangle 94"/>
          <p:cNvSpPr/>
          <p:nvPr/>
        </p:nvSpPr>
        <p:spPr>
          <a:xfrm>
            <a:off x="169484" y="366707"/>
            <a:ext cx="2160000" cy="179995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37" tIns="54401" rIns="42837" bIns="54401" anchor="ctr"/>
          <a:lstStyle/>
          <a:p>
            <a:pPr algn="ctr" defTabSz="10876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Status do Projeto</a:t>
            </a:r>
          </a:p>
        </p:txBody>
      </p:sp>
      <p:sp>
        <p:nvSpPr>
          <p:cNvPr id="50187" name="TextBox 71"/>
          <p:cNvSpPr txBox="1">
            <a:spLocks noChangeArrowheads="1"/>
          </p:cNvSpPr>
          <p:nvPr/>
        </p:nvSpPr>
        <p:spPr bwMode="auto">
          <a:xfrm>
            <a:off x="891118" y="613098"/>
            <a:ext cx="920749" cy="29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195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Entregas</a:t>
            </a:r>
          </a:p>
        </p:txBody>
      </p:sp>
      <p:sp>
        <p:nvSpPr>
          <p:cNvPr id="16" name="Elipse 109"/>
          <p:cNvSpPr>
            <a:spLocks noChangeArrowheads="1"/>
          </p:cNvSpPr>
          <p:nvPr/>
        </p:nvSpPr>
        <p:spPr bwMode="auto">
          <a:xfrm>
            <a:off x="1773792" y="1043359"/>
            <a:ext cx="383118" cy="28733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defTabSz="542658" fontAlgn="base">
              <a:spcBef>
                <a:spcPct val="0"/>
              </a:spcBef>
              <a:spcAft>
                <a:spcPct val="0"/>
              </a:spcAft>
              <a:defRPr/>
            </a:pPr>
            <a:endParaRPr lang="pt-BR" sz="1195" dirty="0">
              <a:solidFill>
                <a:srgbClr val="FFFFFF"/>
              </a:solidFill>
              <a:latin typeface="Gill Sans Std" pitchFamily="34" charset="0"/>
              <a:cs typeface="Arial" pitchFamily="34" charset="0"/>
              <a:sym typeface="GillSans" pitchFamily="34" charset="0"/>
            </a:endParaRPr>
          </a:p>
        </p:txBody>
      </p:sp>
      <p:sp>
        <p:nvSpPr>
          <p:cNvPr id="20" name="Elipse 109"/>
          <p:cNvSpPr>
            <a:spLocks noChangeArrowheads="1"/>
          </p:cNvSpPr>
          <p:nvPr/>
        </p:nvSpPr>
        <p:spPr bwMode="auto">
          <a:xfrm>
            <a:off x="351392" y="1325452"/>
            <a:ext cx="499755" cy="431987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defTabSz="542658" fontAlgn="base">
              <a:spcBef>
                <a:spcPct val="0"/>
              </a:spcBef>
              <a:spcAft>
                <a:spcPct val="0"/>
              </a:spcAft>
              <a:defRPr/>
            </a:pPr>
            <a:endParaRPr lang="pt-BR" sz="1195" dirty="0">
              <a:solidFill>
                <a:srgbClr val="FFFFFF"/>
              </a:solidFill>
              <a:latin typeface="Gill Sans Std" pitchFamily="34" charset="0"/>
              <a:cs typeface="Arial" pitchFamily="34" charset="0"/>
              <a:sym typeface="GillSans" pitchFamily="34" charset="0"/>
            </a:endParaRPr>
          </a:p>
        </p:txBody>
      </p:sp>
      <p:sp>
        <p:nvSpPr>
          <p:cNvPr id="50194" name="TextBox 80"/>
          <p:cNvSpPr txBox="1">
            <a:spLocks noChangeArrowheads="1"/>
          </p:cNvSpPr>
          <p:nvPr/>
        </p:nvSpPr>
        <p:spPr bwMode="auto">
          <a:xfrm>
            <a:off x="171451" y="835342"/>
            <a:ext cx="850900" cy="52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b="1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Status Geral</a:t>
            </a:r>
          </a:p>
        </p:txBody>
      </p:sp>
      <p:sp>
        <p:nvSpPr>
          <p:cNvPr id="50195" name="TextBox 72"/>
          <p:cNvSpPr txBox="1">
            <a:spLocks noChangeArrowheads="1"/>
          </p:cNvSpPr>
          <p:nvPr/>
        </p:nvSpPr>
        <p:spPr bwMode="auto">
          <a:xfrm>
            <a:off x="891118" y="1036418"/>
            <a:ext cx="920749" cy="29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195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Custos</a:t>
            </a:r>
          </a:p>
        </p:txBody>
      </p:sp>
      <p:sp>
        <p:nvSpPr>
          <p:cNvPr id="50196" name="TextBox 72"/>
          <p:cNvSpPr txBox="1">
            <a:spLocks noChangeArrowheads="1"/>
          </p:cNvSpPr>
          <p:nvPr/>
        </p:nvSpPr>
        <p:spPr bwMode="auto">
          <a:xfrm>
            <a:off x="891118" y="1455505"/>
            <a:ext cx="920749" cy="29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195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Prazo</a:t>
            </a:r>
          </a:p>
        </p:txBody>
      </p:sp>
      <p:sp>
        <p:nvSpPr>
          <p:cNvPr id="42" name="Rounded Rectangle 94"/>
          <p:cNvSpPr/>
          <p:nvPr/>
        </p:nvSpPr>
        <p:spPr>
          <a:xfrm>
            <a:off x="179918" y="2524874"/>
            <a:ext cx="5822400" cy="1095408"/>
          </a:xfrm>
          <a:prstGeom prst="roundRect">
            <a:avLst>
              <a:gd name="adj" fmla="val 717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algn="ctr" defTabSz="542658" fontAlgn="base">
              <a:spcBef>
                <a:spcPts val="134"/>
              </a:spcBef>
              <a:spcAft>
                <a:spcPct val="0"/>
              </a:spcAft>
              <a:defRPr/>
            </a:pPr>
            <a:endParaRPr lang="pt-BR" sz="1195" dirty="0">
              <a:solidFill>
                <a:prstClr val="black"/>
              </a:solidFill>
              <a:latin typeface="Gill Sans Std" pitchFamily="34" charset="0"/>
              <a:sym typeface="GillSans" pitchFamily="34" charset="0"/>
            </a:endParaRPr>
          </a:p>
        </p:txBody>
      </p:sp>
      <p:sp>
        <p:nvSpPr>
          <p:cNvPr id="43" name="Rounded Rectangle 94"/>
          <p:cNvSpPr/>
          <p:nvPr/>
        </p:nvSpPr>
        <p:spPr>
          <a:xfrm>
            <a:off x="164761" y="2311261"/>
            <a:ext cx="3277929" cy="179995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37" tIns="54401" rIns="42837" bIns="54401" anchor="ctr"/>
          <a:lstStyle/>
          <a:p>
            <a:pPr algn="ctr" defTabSz="10876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Principais entregas do período</a:t>
            </a:r>
          </a:p>
        </p:txBody>
      </p:sp>
      <p:sp>
        <p:nvSpPr>
          <p:cNvPr id="44" name="Rounded Rectangle 94"/>
          <p:cNvSpPr/>
          <p:nvPr/>
        </p:nvSpPr>
        <p:spPr>
          <a:xfrm>
            <a:off x="6220885" y="2131197"/>
            <a:ext cx="5856000" cy="3313584"/>
          </a:xfrm>
          <a:prstGeom prst="roundRect">
            <a:avLst>
              <a:gd name="adj" fmla="val 717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algn="ctr" defTabSz="542658" fontAlgn="base">
              <a:spcBef>
                <a:spcPts val="238"/>
              </a:spcBef>
              <a:spcAft>
                <a:spcPct val="0"/>
              </a:spcAft>
              <a:defRPr/>
            </a:pPr>
            <a:endParaRPr lang="pt-BR" sz="1195" dirty="0">
              <a:solidFill>
                <a:prstClr val="black"/>
              </a:solidFill>
              <a:latin typeface="Gill Sans Std" pitchFamily="34" charset="0"/>
              <a:sym typeface="GillSans" pitchFamily="34" charset="0"/>
            </a:endParaRPr>
          </a:p>
        </p:txBody>
      </p:sp>
      <p:sp>
        <p:nvSpPr>
          <p:cNvPr id="45" name="Rounded Rectangle 94"/>
          <p:cNvSpPr/>
          <p:nvPr/>
        </p:nvSpPr>
        <p:spPr>
          <a:xfrm>
            <a:off x="6232913" y="1948011"/>
            <a:ext cx="3277929" cy="179995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37" tIns="54401" rIns="42837" bIns="54401" anchor="ctr"/>
          <a:lstStyle/>
          <a:p>
            <a:pPr algn="ctr" defTabSz="10876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Próximas Atividades Previstas</a:t>
            </a:r>
          </a:p>
        </p:txBody>
      </p:sp>
      <p:sp>
        <p:nvSpPr>
          <p:cNvPr id="46" name="Rounded Rectangle 94"/>
          <p:cNvSpPr/>
          <p:nvPr/>
        </p:nvSpPr>
        <p:spPr>
          <a:xfrm>
            <a:off x="6220886" y="424845"/>
            <a:ext cx="5854700" cy="1500670"/>
          </a:xfrm>
          <a:prstGeom prst="roundRect">
            <a:avLst>
              <a:gd name="adj" fmla="val 7179"/>
            </a:avLst>
          </a:prstGeom>
          <a:noFill/>
          <a:ln w="12700">
            <a:solidFill>
              <a:schemeClr val="accent3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algn="ctr" defTabSz="542658" fontAlgn="base">
              <a:spcBef>
                <a:spcPts val="238"/>
              </a:spcBef>
              <a:spcAft>
                <a:spcPct val="0"/>
              </a:spcAft>
              <a:defRPr/>
            </a:pPr>
            <a:endParaRPr lang="pt-BR" sz="1195" dirty="0">
              <a:solidFill>
                <a:prstClr val="black"/>
              </a:solidFill>
              <a:latin typeface="Gill Sans Std" pitchFamily="34" charset="0"/>
              <a:sym typeface="GillSans" pitchFamily="34" charset="0"/>
            </a:endParaRPr>
          </a:p>
        </p:txBody>
      </p:sp>
      <p:sp>
        <p:nvSpPr>
          <p:cNvPr id="50207" name="Rounded Rectangle 94"/>
          <p:cNvSpPr>
            <a:spLocks noChangeArrowheads="1"/>
          </p:cNvSpPr>
          <p:nvPr/>
        </p:nvSpPr>
        <p:spPr bwMode="auto">
          <a:xfrm>
            <a:off x="2343151" y="911538"/>
            <a:ext cx="1210733" cy="305125"/>
          </a:xfrm>
          <a:prstGeom prst="roundRect">
            <a:avLst>
              <a:gd name="adj" fmla="val 718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4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4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4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4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4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4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4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4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4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195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Tendência</a:t>
            </a:r>
          </a:p>
        </p:txBody>
      </p:sp>
      <p:sp>
        <p:nvSpPr>
          <p:cNvPr id="47" name="Rounded Rectangle 94"/>
          <p:cNvSpPr/>
          <p:nvPr/>
        </p:nvSpPr>
        <p:spPr>
          <a:xfrm>
            <a:off x="3503084" y="564416"/>
            <a:ext cx="2497667" cy="1680582"/>
          </a:xfrm>
          <a:prstGeom prst="roundRect">
            <a:avLst>
              <a:gd name="adj" fmla="val 717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algn="ctr" defTabSz="542658" fontAlgn="base">
              <a:spcBef>
                <a:spcPts val="238"/>
              </a:spcBef>
              <a:spcAft>
                <a:spcPct val="0"/>
              </a:spcAft>
              <a:defRPr/>
            </a:pPr>
            <a:endParaRPr lang="pt-BR" sz="1195" dirty="0">
              <a:solidFill>
                <a:prstClr val="black"/>
              </a:solidFill>
              <a:latin typeface="Gill Sans Std" pitchFamily="34" charset="0"/>
              <a:sym typeface="GillSans" pitchFamily="34" charset="0"/>
            </a:endParaRPr>
          </a:p>
        </p:txBody>
      </p:sp>
      <p:sp>
        <p:nvSpPr>
          <p:cNvPr id="48" name="Rounded Rectangle 94"/>
          <p:cNvSpPr/>
          <p:nvPr/>
        </p:nvSpPr>
        <p:spPr>
          <a:xfrm>
            <a:off x="3488990" y="335401"/>
            <a:ext cx="2581640" cy="223140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37" tIns="54401" rIns="42837" bIns="54401" anchor="ctr"/>
          <a:lstStyle/>
          <a:p>
            <a:pPr algn="ctr" defTabSz="10876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Principais Marcos</a:t>
            </a:r>
          </a:p>
        </p:txBody>
      </p:sp>
      <p:sp>
        <p:nvSpPr>
          <p:cNvPr id="50212" name="TextBox 80"/>
          <p:cNvSpPr txBox="1">
            <a:spLocks noChangeArrowheads="1"/>
          </p:cNvSpPr>
          <p:nvPr/>
        </p:nvSpPr>
        <p:spPr bwMode="auto">
          <a:xfrm>
            <a:off x="3509434" y="575000"/>
            <a:ext cx="1711611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Testes Conectividade</a:t>
            </a:r>
          </a:p>
        </p:txBody>
      </p:sp>
      <p:sp>
        <p:nvSpPr>
          <p:cNvPr id="50213" name="TextBox 80"/>
          <p:cNvSpPr txBox="1">
            <a:spLocks noChangeArrowheads="1"/>
          </p:cNvSpPr>
          <p:nvPr/>
        </p:nvSpPr>
        <p:spPr bwMode="auto">
          <a:xfrm>
            <a:off x="3509434" y="816293"/>
            <a:ext cx="1711611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Testes Integrados C1</a:t>
            </a:r>
          </a:p>
        </p:txBody>
      </p:sp>
      <p:sp>
        <p:nvSpPr>
          <p:cNvPr id="50214" name="TextBox 80"/>
          <p:cNvSpPr txBox="1">
            <a:spLocks noChangeArrowheads="1"/>
          </p:cNvSpPr>
          <p:nvPr/>
        </p:nvSpPr>
        <p:spPr bwMode="auto">
          <a:xfrm>
            <a:off x="3509434" y="1087217"/>
            <a:ext cx="1711612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Testes Integrados C2</a:t>
            </a:r>
          </a:p>
        </p:txBody>
      </p:sp>
      <p:sp>
        <p:nvSpPr>
          <p:cNvPr id="50215" name="TextBox 80"/>
          <p:cNvSpPr txBox="1">
            <a:spLocks noChangeArrowheads="1"/>
          </p:cNvSpPr>
          <p:nvPr/>
        </p:nvSpPr>
        <p:spPr bwMode="auto">
          <a:xfrm>
            <a:off x="3509434" y="1916926"/>
            <a:ext cx="1598084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Entrada Operação</a:t>
            </a:r>
          </a:p>
        </p:txBody>
      </p:sp>
      <p:sp>
        <p:nvSpPr>
          <p:cNvPr id="50216" name="TextBox 80"/>
          <p:cNvSpPr txBox="1">
            <a:spLocks noChangeArrowheads="1"/>
          </p:cNvSpPr>
          <p:nvPr/>
        </p:nvSpPr>
        <p:spPr bwMode="auto">
          <a:xfrm>
            <a:off x="5084235" y="575000"/>
            <a:ext cx="912284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08/07/14</a:t>
            </a:r>
          </a:p>
        </p:txBody>
      </p:sp>
      <p:sp>
        <p:nvSpPr>
          <p:cNvPr id="50217" name="TextBox 80"/>
          <p:cNvSpPr txBox="1">
            <a:spLocks noChangeArrowheads="1"/>
          </p:cNvSpPr>
          <p:nvPr/>
        </p:nvSpPr>
        <p:spPr bwMode="auto">
          <a:xfrm>
            <a:off x="5084235" y="816293"/>
            <a:ext cx="912284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29/07/15</a:t>
            </a:r>
          </a:p>
        </p:txBody>
      </p:sp>
      <p:sp>
        <p:nvSpPr>
          <p:cNvPr id="50218" name="TextBox 80"/>
          <p:cNvSpPr txBox="1">
            <a:spLocks noChangeArrowheads="1"/>
          </p:cNvSpPr>
          <p:nvPr/>
        </p:nvSpPr>
        <p:spPr bwMode="auto">
          <a:xfrm>
            <a:off x="5084235" y="1087217"/>
            <a:ext cx="912284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08/08/15</a:t>
            </a:r>
          </a:p>
        </p:txBody>
      </p:sp>
      <p:sp>
        <p:nvSpPr>
          <p:cNvPr id="50219" name="TextBox 80"/>
          <p:cNvSpPr txBox="1">
            <a:spLocks noChangeArrowheads="1"/>
          </p:cNvSpPr>
          <p:nvPr/>
        </p:nvSpPr>
        <p:spPr bwMode="auto">
          <a:xfrm>
            <a:off x="5084235" y="1914808"/>
            <a:ext cx="912284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07/09/15</a:t>
            </a:r>
          </a:p>
        </p:txBody>
      </p:sp>
      <p:sp>
        <p:nvSpPr>
          <p:cNvPr id="59" name="Rounded Rectangle 94"/>
          <p:cNvSpPr/>
          <p:nvPr/>
        </p:nvSpPr>
        <p:spPr>
          <a:xfrm>
            <a:off x="132668" y="3660221"/>
            <a:ext cx="5856000" cy="288147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37" tIns="54401" rIns="42837" bIns="54401" anchor="ctr"/>
          <a:lstStyle/>
          <a:p>
            <a:pPr algn="ctr" defTabSz="10876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Pontos de Atenção da semana</a:t>
            </a:r>
          </a:p>
        </p:txBody>
      </p:sp>
      <p:sp>
        <p:nvSpPr>
          <p:cNvPr id="50231" name="CaixaDeTexto 3"/>
          <p:cNvSpPr txBox="1">
            <a:spLocks noChangeArrowheads="1"/>
          </p:cNvSpPr>
          <p:nvPr/>
        </p:nvSpPr>
        <p:spPr bwMode="auto">
          <a:xfrm>
            <a:off x="150575" y="2572290"/>
            <a:ext cx="5875576" cy="103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43" tIns="34272" rIns="68543" bIns="34272" anchor="ctr">
            <a:spAutoFit/>
          </a:bodyPr>
          <a:lstStyle>
            <a:defPPr>
              <a:defRPr lang="en-US"/>
            </a:defPPr>
            <a:lvl1pPr marL="169863" indent="-169863" defTabSz="912813" eaLnBrk="1" hangingPunct="1">
              <a:spcBef>
                <a:spcPts val="600"/>
              </a:spcBef>
              <a:buClr>
                <a:srgbClr val="F38345"/>
              </a:buClr>
              <a:buFont typeface="Wingdings" panose="05000000000000000000" pitchFamily="2" charset="2"/>
              <a:buChar char="Ø"/>
              <a:defRPr sz="700">
                <a:solidFill>
                  <a:srgbClr val="56523C"/>
                </a:solidFill>
                <a:latin typeface="Verdana" panose="020B0604030504040204" pitchFamily="34" charset="0"/>
              </a:defRPr>
            </a:lvl1pPr>
            <a:lvl2pPr marL="266700" lvl="1" indent="-88900" defTabSz="912813" eaLnBrk="1" hangingPunct="1">
              <a:spcBef>
                <a:spcPts val="600"/>
              </a:spcBef>
              <a:buClr>
                <a:srgbClr val="F38345"/>
              </a:buClr>
              <a:buFont typeface="Wingdings" panose="05000000000000000000" pitchFamily="2" charset="2"/>
              <a:buChar char="Ø"/>
              <a:defRPr sz="700">
                <a:solidFill>
                  <a:srgbClr val="56523C"/>
                </a:solidFill>
                <a:latin typeface="Verdana" panose="020B0604030504040204" pitchFamily="34" charset="0"/>
              </a:defRPr>
            </a:lvl2pPr>
            <a:lvl3pPr marL="1143000" indent="-228600" defTabSz="912813"/>
            <a:lvl4pPr marL="1600200" indent="-228600" defTabSz="912813"/>
            <a:lvl5pPr marL="2057400" indent="-228600" defTabSz="912813"/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400"/>
              </a:spcBef>
              <a:spcAft>
                <a:spcPct val="0"/>
              </a:spcAft>
            </a:pPr>
            <a:r>
              <a:rPr lang="pt-BR" sz="984" b="1" dirty="0">
                <a:sym typeface="GillSans" pitchFamily="34" charset="0"/>
              </a:rPr>
              <a:t>Testes Integrados Ciclo 1 – Finalizado – </a:t>
            </a:r>
            <a:r>
              <a:rPr lang="pt-BR" sz="984" dirty="0">
                <a:sym typeface="GillSans" pitchFamily="34" charset="0"/>
                <a:hlinkClick r:id="rId3" action="ppaction://hlinksldjump"/>
              </a:rPr>
              <a:t>Detalhes</a:t>
            </a:r>
            <a:endParaRPr lang="pt-BR" sz="984" dirty="0">
              <a:sym typeface="GillSans" pitchFamily="34" charset="0"/>
            </a:endParaRPr>
          </a:p>
          <a:p>
            <a:pPr fontAlgn="base">
              <a:spcBef>
                <a:spcPts val="400"/>
              </a:spcBef>
              <a:spcAft>
                <a:spcPct val="0"/>
              </a:spcAft>
            </a:pPr>
            <a:r>
              <a:rPr lang="pt-BR" sz="984" b="1" dirty="0">
                <a:sym typeface="GillSans" pitchFamily="34" charset="0"/>
              </a:rPr>
              <a:t>Testes Integrados Ciclo 2 – 44 testes Aprovados - </a:t>
            </a:r>
            <a:r>
              <a:rPr lang="pt-BR" sz="984" dirty="0">
                <a:sym typeface="GillSans" pitchFamily="34" charset="0"/>
                <a:hlinkClick r:id="rId4" action="ppaction://hlinksldjump"/>
              </a:rPr>
              <a:t>Detalhes</a:t>
            </a:r>
            <a:endParaRPr lang="pt-BR" sz="984" dirty="0">
              <a:sym typeface="GillSans" pitchFamily="34" charset="0"/>
            </a:endParaRPr>
          </a:p>
          <a:p>
            <a:pPr fontAlgn="base">
              <a:spcBef>
                <a:spcPts val="400"/>
              </a:spcBef>
              <a:spcAft>
                <a:spcPct val="0"/>
              </a:spcAft>
            </a:pPr>
            <a:r>
              <a:rPr lang="en-US" sz="984" b="1" dirty="0">
                <a:ea typeface="Verdana" pitchFamily="34" charset="0"/>
                <a:cs typeface="Verdana" pitchFamily="34" charset="0"/>
                <a:sym typeface="GillSans" pitchFamily="34" charset="0"/>
              </a:rPr>
              <a:t>Conclusão</a:t>
            </a:r>
            <a:r>
              <a:rPr lang="en-US" sz="984" dirty="0">
                <a:ea typeface="Verdana" pitchFamily="34" charset="0"/>
                <a:cs typeface="Verdana" pitchFamily="34" charset="0"/>
                <a:sym typeface="GillSans" pitchFamily="34" charset="0"/>
              </a:rPr>
              <a:t> da </a:t>
            </a:r>
            <a:r>
              <a:rPr lang="en-US" sz="984" b="1" dirty="0">
                <a:ea typeface="Verdana" pitchFamily="34" charset="0"/>
                <a:cs typeface="Verdana" pitchFamily="34" charset="0"/>
                <a:sym typeface="GillSans" pitchFamily="34" charset="0"/>
              </a:rPr>
              <a:t>geração das massas </a:t>
            </a:r>
            <a:r>
              <a:rPr lang="en-US" sz="984" dirty="0">
                <a:ea typeface="Verdana" pitchFamily="34" charset="0"/>
                <a:cs typeface="Verdana" pitchFamily="34" charset="0"/>
                <a:sym typeface="GillSans" pitchFamily="34" charset="0"/>
              </a:rPr>
              <a:t>de dados do teste integrado Ciclo 2 </a:t>
            </a:r>
          </a:p>
          <a:p>
            <a:pPr fontAlgn="base">
              <a:spcBef>
                <a:spcPts val="400"/>
              </a:spcBef>
              <a:spcAft>
                <a:spcPct val="0"/>
              </a:spcAft>
            </a:pPr>
            <a:r>
              <a:rPr lang="pt-BR" sz="984" dirty="0">
                <a:ea typeface="Verdana" pitchFamily="34" charset="0"/>
                <a:cs typeface="Verdana" pitchFamily="34" charset="0"/>
                <a:sym typeface="GillSans" pitchFamily="34" charset="0"/>
              </a:rPr>
              <a:t>Aprovação de </a:t>
            </a:r>
            <a:r>
              <a:rPr lang="pt-BR" sz="984" b="1" dirty="0">
                <a:ea typeface="Verdana" pitchFamily="34" charset="0"/>
                <a:cs typeface="Verdana" pitchFamily="34" charset="0"/>
                <a:sym typeface="GillSans" pitchFamily="34" charset="0"/>
              </a:rPr>
              <a:t>4 especificações funcionais de BW/BO</a:t>
            </a:r>
          </a:p>
          <a:p>
            <a:pPr fontAlgn="base">
              <a:spcBef>
                <a:spcPts val="400"/>
              </a:spcBef>
              <a:spcAft>
                <a:spcPct val="0"/>
              </a:spcAft>
            </a:pPr>
            <a:r>
              <a:rPr lang="pt-BR" sz="984" b="1" dirty="0">
                <a:ea typeface="Verdana" pitchFamily="34" charset="0"/>
                <a:cs typeface="Verdana" pitchFamily="34" charset="0"/>
                <a:sym typeface="GillSans" pitchFamily="34" charset="0"/>
              </a:rPr>
              <a:t>Construção das IT Concluídas</a:t>
            </a:r>
            <a:endParaRPr lang="pt-BR" sz="984" dirty="0">
              <a:ea typeface="Verdana" pitchFamily="34" charset="0"/>
              <a:cs typeface="Verdana" pitchFamily="34" charset="0"/>
              <a:sym typeface="GillSans" pitchFamily="34" charset="0"/>
            </a:endParaRPr>
          </a:p>
        </p:txBody>
      </p:sp>
      <p:sp>
        <p:nvSpPr>
          <p:cNvPr id="71" name="Elipse 109"/>
          <p:cNvSpPr>
            <a:spLocks noChangeArrowheads="1"/>
          </p:cNvSpPr>
          <p:nvPr/>
        </p:nvSpPr>
        <p:spPr bwMode="auto">
          <a:xfrm>
            <a:off x="1773792" y="621606"/>
            <a:ext cx="383118" cy="28733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defTabSz="542658" fontAlgn="base">
              <a:spcBef>
                <a:spcPct val="0"/>
              </a:spcBef>
              <a:spcAft>
                <a:spcPct val="0"/>
              </a:spcAft>
              <a:defRPr/>
            </a:pPr>
            <a:endParaRPr lang="pt-BR" sz="1195" dirty="0">
              <a:solidFill>
                <a:srgbClr val="FFFFFF"/>
              </a:solidFill>
              <a:latin typeface="Gill Sans Std" pitchFamily="34" charset="0"/>
              <a:cs typeface="Arial" pitchFamily="34" charset="0"/>
              <a:sym typeface="GillSans" pitchFamily="34" charset="0"/>
            </a:endParaRPr>
          </a:p>
        </p:txBody>
      </p:sp>
      <p:sp>
        <p:nvSpPr>
          <p:cNvPr id="73" name="Elipse 109"/>
          <p:cNvSpPr>
            <a:spLocks noChangeArrowheads="1"/>
          </p:cNvSpPr>
          <p:nvPr/>
        </p:nvSpPr>
        <p:spPr bwMode="auto">
          <a:xfrm>
            <a:off x="1773792" y="1465111"/>
            <a:ext cx="383118" cy="28733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defTabSz="542658" fontAlgn="base">
              <a:spcBef>
                <a:spcPct val="0"/>
              </a:spcBef>
              <a:spcAft>
                <a:spcPct val="0"/>
              </a:spcAft>
              <a:defRPr/>
            </a:pPr>
            <a:endParaRPr lang="pt-BR" sz="1195" dirty="0">
              <a:solidFill>
                <a:srgbClr val="FFFFFF"/>
              </a:solidFill>
              <a:latin typeface="Gill Sans Std" pitchFamily="34" charset="0"/>
              <a:cs typeface="Arial" pitchFamily="34" charset="0"/>
              <a:sym typeface="GillSans" pitchFamily="34" charset="0"/>
            </a:endParaRPr>
          </a:p>
        </p:txBody>
      </p:sp>
      <p:sp>
        <p:nvSpPr>
          <p:cNvPr id="50239" name="TextBox 72"/>
          <p:cNvSpPr txBox="1">
            <a:spLocks noChangeArrowheads="1"/>
          </p:cNvSpPr>
          <p:nvPr/>
        </p:nvSpPr>
        <p:spPr bwMode="auto">
          <a:xfrm>
            <a:off x="893234" y="1876710"/>
            <a:ext cx="918634" cy="29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195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Riscos</a:t>
            </a:r>
          </a:p>
        </p:txBody>
      </p:sp>
      <p:sp>
        <p:nvSpPr>
          <p:cNvPr id="63" name="Elipse 109"/>
          <p:cNvSpPr>
            <a:spLocks noChangeArrowheads="1"/>
          </p:cNvSpPr>
          <p:nvPr/>
        </p:nvSpPr>
        <p:spPr bwMode="auto">
          <a:xfrm>
            <a:off x="1773792" y="1886865"/>
            <a:ext cx="383118" cy="28733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defTabSz="542658" fontAlgn="base">
              <a:spcBef>
                <a:spcPct val="0"/>
              </a:spcBef>
              <a:spcAft>
                <a:spcPct val="0"/>
              </a:spcAft>
              <a:defRPr/>
            </a:pPr>
            <a:endParaRPr lang="pt-BR" sz="1195" dirty="0">
              <a:solidFill>
                <a:srgbClr val="FFFFFF"/>
              </a:solidFill>
              <a:latin typeface="Gill Sans Std" pitchFamily="34" charset="0"/>
              <a:cs typeface="Arial" pitchFamily="34" charset="0"/>
              <a:sym typeface="GillSans" pitchFamily="34" charset="0"/>
            </a:endParaRPr>
          </a:p>
        </p:txBody>
      </p:sp>
      <p:sp>
        <p:nvSpPr>
          <p:cNvPr id="50278" name="TextBox 80"/>
          <p:cNvSpPr txBox="1">
            <a:spLocks noChangeArrowheads="1"/>
          </p:cNvSpPr>
          <p:nvPr/>
        </p:nvSpPr>
        <p:spPr bwMode="auto">
          <a:xfrm>
            <a:off x="3509434" y="1370842"/>
            <a:ext cx="1329266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Homologação</a:t>
            </a:r>
          </a:p>
        </p:txBody>
      </p:sp>
      <p:sp>
        <p:nvSpPr>
          <p:cNvPr id="50279" name="TextBox 80"/>
          <p:cNvSpPr txBox="1">
            <a:spLocks noChangeArrowheads="1"/>
          </p:cNvSpPr>
          <p:nvPr/>
        </p:nvSpPr>
        <p:spPr bwMode="auto">
          <a:xfrm>
            <a:off x="5084235" y="1370842"/>
            <a:ext cx="912284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28/08/15</a:t>
            </a:r>
          </a:p>
        </p:txBody>
      </p:sp>
      <p:sp>
        <p:nvSpPr>
          <p:cNvPr id="50280" name="TextBox 80"/>
          <p:cNvSpPr txBox="1">
            <a:spLocks noChangeArrowheads="1"/>
          </p:cNvSpPr>
          <p:nvPr/>
        </p:nvSpPr>
        <p:spPr bwMode="auto">
          <a:xfrm>
            <a:off x="3509434" y="1646000"/>
            <a:ext cx="1329266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Regressão</a:t>
            </a:r>
          </a:p>
        </p:txBody>
      </p:sp>
      <p:sp>
        <p:nvSpPr>
          <p:cNvPr id="50281" name="TextBox 80"/>
          <p:cNvSpPr txBox="1">
            <a:spLocks noChangeArrowheads="1"/>
          </p:cNvSpPr>
          <p:nvPr/>
        </p:nvSpPr>
        <p:spPr bwMode="auto">
          <a:xfrm>
            <a:off x="5084235" y="1646000"/>
            <a:ext cx="912284" cy="3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>
            <a:spAutoFit/>
          </a:bodyPr>
          <a:lstStyle>
            <a:lvl1pPr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064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1336" dirty="0">
                <a:solidFill>
                  <a:srgbClr val="000000"/>
                </a:solidFill>
                <a:latin typeface="Gill Sans Std" pitchFamily="34" charset="0"/>
                <a:sym typeface="GillSans" pitchFamily="34" charset="0"/>
              </a:rPr>
              <a:t>28/08/15</a:t>
            </a:r>
          </a:p>
        </p:txBody>
      </p:sp>
      <p:sp>
        <p:nvSpPr>
          <p:cNvPr id="50282" name="Slide Number Placeholder 1"/>
          <p:cNvSpPr>
            <a:spLocks noGrp="1"/>
          </p:cNvSpPr>
          <p:nvPr>
            <p:ph type="sldNum" sz="quarter" idx="10"/>
          </p:nvPr>
        </p:nvSpPr>
        <p:spPr bwMode="auto">
          <a:xfrm>
            <a:off x="11440585" y="6440685"/>
            <a:ext cx="751416" cy="3589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91FC4EC-4EA0-462B-9F5E-A9FC41804B70}" type="slidenum">
              <a:rPr altLang="pt-BR" smtClean="0"/>
              <a:pPr/>
              <a:t>24</a:t>
            </a:fld>
            <a:endParaRPr altLang="pt-BR" dirty="0" smtClean="0"/>
          </a:p>
        </p:txBody>
      </p:sp>
      <p:grpSp>
        <p:nvGrpSpPr>
          <p:cNvPr id="65" name="Grupo 64"/>
          <p:cNvGrpSpPr/>
          <p:nvPr/>
        </p:nvGrpSpPr>
        <p:grpSpPr>
          <a:xfrm>
            <a:off x="86695" y="6500295"/>
            <a:ext cx="11703689" cy="514374"/>
            <a:chOff x="3009053" y="8866161"/>
            <a:chExt cx="12230649" cy="918260"/>
          </a:xfrm>
        </p:grpSpPr>
        <p:sp>
          <p:nvSpPr>
            <p:cNvPr id="66" name="Retângulo 53"/>
            <p:cNvSpPr>
              <a:spLocks noChangeArrowheads="1"/>
            </p:cNvSpPr>
            <p:nvPr/>
          </p:nvSpPr>
          <p:spPr bwMode="auto">
            <a:xfrm>
              <a:off x="4642223" y="8866165"/>
              <a:ext cx="1316188" cy="918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6278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14" b="1" dirty="0">
                  <a:solidFill>
                    <a:srgbClr val="404040"/>
                  </a:solidFill>
                  <a:ea typeface="MS PGothic" pitchFamily="34" charset="-128"/>
                  <a:cs typeface="Arial" pitchFamily="34" charset="0"/>
                  <a:sym typeface="GillSans" pitchFamily="34" charset="0"/>
                </a:rPr>
                <a:t>DENTRO DO PRAZO</a:t>
              </a:r>
            </a:p>
            <a:p>
              <a:pPr defTabSz="96278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14" b="1" dirty="0">
                  <a:solidFill>
                    <a:srgbClr val="404040"/>
                  </a:solidFill>
                  <a:ea typeface="MS PGothic" pitchFamily="34" charset="-128"/>
                  <a:cs typeface="Arial" pitchFamily="34" charset="0"/>
                  <a:sym typeface="GillSans" pitchFamily="34" charset="0"/>
                </a:rPr>
                <a:t>SPI = &gt; 0,96 </a:t>
              </a:r>
            </a:p>
          </p:txBody>
        </p:sp>
        <p:sp>
          <p:nvSpPr>
            <p:cNvPr id="67" name="Oval 67"/>
            <p:cNvSpPr/>
            <p:nvPr/>
          </p:nvSpPr>
          <p:spPr bwMode="auto">
            <a:xfrm>
              <a:off x="4374670" y="8989692"/>
              <a:ext cx="250806" cy="428436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627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pt-BR" sz="773" dirty="0">
                <a:solidFill>
                  <a:srgbClr val="FFFFFF"/>
                </a:solidFill>
                <a:latin typeface="Arial Black" pitchFamily="34" charset="0"/>
                <a:cs typeface="Arial" pitchFamily="34" charset="0"/>
                <a:sym typeface="GillSans" pitchFamily="34" charset="0"/>
              </a:endParaRPr>
            </a:p>
          </p:txBody>
        </p:sp>
        <p:sp>
          <p:nvSpPr>
            <p:cNvPr id="68" name="Retângulo 71"/>
            <p:cNvSpPr>
              <a:spLocks noChangeArrowheads="1"/>
            </p:cNvSpPr>
            <p:nvPr/>
          </p:nvSpPr>
          <p:spPr bwMode="auto">
            <a:xfrm>
              <a:off x="6284253" y="8866161"/>
              <a:ext cx="2995877" cy="667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6278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14" b="1" dirty="0">
                  <a:solidFill>
                    <a:srgbClr val="404040"/>
                  </a:solidFill>
                  <a:ea typeface="MS PGothic" pitchFamily="34" charset="-128"/>
                  <a:cs typeface="Arial" pitchFamily="34" charset="0"/>
                  <a:sym typeface="GillSans" pitchFamily="34" charset="0"/>
                </a:rPr>
                <a:t>ATRASO, SEM IMPACTO  DATA FINAL ETAPA</a:t>
              </a:r>
            </a:p>
            <a:p>
              <a:pPr defTabSz="96278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14" b="1" dirty="0">
                  <a:solidFill>
                    <a:srgbClr val="404040"/>
                  </a:solidFill>
                  <a:ea typeface="MS PGothic" pitchFamily="34" charset="-128"/>
                  <a:cs typeface="Arial" pitchFamily="34" charset="0"/>
                  <a:sym typeface="GillSans" pitchFamily="34" charset="0"/>
                </a:rPr>
                <a:t>SPI: &lt; 0,96</a:t>
              </a:r>
            </a:p>
          </p:txBody>
        </p:sp>
        <p:sp>
          <p:nvSpPr>
            <p:cNvPr id="69" name="Oval 67"/>
            <p:cNvSpPr/>
            <p:nvPr/>
          </p:nvSpPr>
          <p:spPr bwMode="auto">
            <a:xfrm>
              <a:off x="5961382" y="8989692"/>
              <a:ext cx="250806" cy="42843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627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pt-BR" sz="773" dirty="0">
                <a:solidFill>
                  <a:srgbClr val="FFFFFF"/>
                </a:solidFill>
                <a:latin typeface="Arial Black" pitchFamily="34" charset="0"/>
                <a:cs typeface="Arial" pitchFamily="34" charset="0"/>
                <a:sym typeface="GillSans" pitchFamily="34" charset="0"/>
              </a:endParaRPr>
            </a:p>
          </p:txBody>
        </p:sp>
        <p:sp>
          <p:nvSpPr>
            <p:cNvPr id="70" name="Retângulo 71"/>
            <p:cNvSpPr>
              <a:spLocks noChangeArrowheads="1"/>
            </p:cNvSpPr>
            <p:nvPr/>
          </p:nvSpPr>
          <p:spPr bwMode="auto">
            <a:xfrm>
              <a:off x="9540395" y="8866161"/>
              <a:ext cx="3280174" cy="667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6278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14" b="1" dirty="0">
                  <a:solidFill>
                    <a:srgbClr val="404040"/>
                  </a:solidFill>
                  <a:ea typeface="MS PGothic" pitchFamily="34" charset="-128"/>
                  <a:cs typeface="Arial" pitchFamily="34" charset="0"/>
                  <a:sym typeface="GillSans" pitchFamily="34" charset="0"/>
                </a:rPr>
                <a:t>ATRASADO, COM IMPACTO DATA FINAL DA ETAPA</a:t>
              </a:r>
            </a:p>
            <a:p>
              <a:pPr defTabSz="96278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14" b="1" dirty="0">
                  <a:solidFill>
                    <a:srgbClr val="404040"/>
                  </a:solidFill>
                  <a:cs typeface="Arial" pitchFamily="34" charset="0"/>
                  <a:sym typeface="GillSans" pitchFamily="34" charset="0"/>
                </a:rPr>
                <a:t>SPI &lt; 0,96</a:t>
              </a:r>
              <a:endParaRPr lang="pt-BR" sz="914" b="1" dirty="0">
                <a:solidFill>
                  <a:srgbClr val="404040"/>
                </a:solidFill>
                <a:ea typeface="MS PGothic" pitchFamily="34" charset="-128"/>
                <a:cs typeface="Arial" pitchFamily="34" charset="0"/>
                <a:sym typeface="GillSans" pitchFamily="34" charset="0"/>
              </a:endParaRPr>
            </a:p>
          </p:txBody>
        </p:sp>
        <p:sp>
          <p:nvSpPr>
            <p:cNvPr id="72" name="Oval 39"/>
            <p:cNvSpPr/>
            <p:nvPr/>
          </p:nvSpPr>
          <p:spPr bwMode="auto">
            <a:xfrm>
              <a:off x="9282570" y="8989692"/>
              <a:ext cx="250806" cy="42843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627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pt-BR" sz="773" dirty="0">
                <a:solidFill>
                  <a:srgbClr val="FFFFFF"/>
                </a:solidFill>
                <a:latin typeface="Arial Black" pitchFamily="34" charset="0"/>
                <a:cs typeface="Arial" pitchFamily="34" charset="0"/>
                <a:sym typeface="GillSans" pitchFamily="34" charset="0"/>
              </a:endParaRPr>
            </a:p>
          </p:txBody>
        </p:sp>
        <p:grpSp>
          <p:nvGrpSpPr>
            <p:cNvPr id="74" name="Grupo 73"/>
            <p:cNvGrpSpPr/>
            <p:nvPr/>
          </p:nvGrpSpPr>
          <p:grpSpPr>
            <a:xfrm>
              <a:off x="13888640" y="8979513"/>
              <a:ext cx="1351062" cy="438614"/>
              <a:chOff x="7318855" y="8659612"/>
              <a:chExt cx="1351062" cy="438614"/>
            </a:xfrm>
          </p:grpSpPr>
          <p:sp>
            <p:nvSpPr>
              <p:cNvPr id="80" name="Retângulo 71"/>
              <p:cNvSpPr>
                <a:spLocks noChangeArrowheads="1"/>
              </p:cNvSpPr>
              <p:nvPr/>
            </p:nvSpPr>
            <p:spPr bwMode="auto">
              <a:xfrm>
                <a:off x="7509041" y="8659612"/>
                <a:ext cx="1160876" cy="4159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defTabSz="962788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sz="914" b="1" dirty="0">
                    <a:solidFill>
                      <a:srgbClr val="404040"/>
                    </a:solidFill>
                    <a:ea typeface="MS PGothic" pitchFamily="34" charset="-128"/>
                    <a:cs typeface="Arial" pitchFamily="34" charset="0"/>
                    <a:sym typeface="GillSans" pitchFamily="34" charset="0"/>
                  </a:rPr>
                  <a:t>SEM STATUS</a:t>
                </a:r>
              </a:p>
            </p:txBody>
          </p:sp>
          <p:sp>
            <p:nvSpPr>
              <p:cNvPr id="81" name="Oval 67"/>
              <p:cNvSpPr/>
              <p:nvPr/>
            </p:nvSpPr>
            <p:spPr bwMode="auto">
              <a:xfrm>
                <a:off x="7318855" y="8669790"/>
                <a:ext cx="250806" cy="42843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62788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pt-BR" sz="773" dirty="0">
                  <a:solidFill>
                    <a:srgbClr val="FFFFFF"/>
                  </a:solidFill>
                  <a:latin typeface="Arial Black" pitchFamily="34" charset="0"/>
                  <a:cs typeface="Arial" pitchFamily="34" charset="0"/>
                  <a:sym typeface="GillSans" pitchFamily="34" charset="0"/>
                </a:endParaRPr>
              </a:p>
            </p:txBody>
          </p:sp>
        </p:grpSp>
        <p:sp>
          <p:nvSpPr>
            <p:cNvPr id="75" name="Retângulo 71"/>
            <p:cNvSpPr>
              <a:spLocks noChangeArrowheads="1"/>
            </p:cNvSpPr>
            <p:nvPr/>
          </p:nvSpPr>
          <p:spPr bwMode="auto">
            <a:xfrm>
              <a:off x="3232812" y="9024862"/>
              <a:ext cx="1062226" cy="415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6278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14" b="1" dirty="0">
                  <a:solidFill>
                    <a:srgbClr val="404040"/>
                  </a:solidFill>
                  <a:ea typeface="MS PGothic" pitchFamily="34" charset="-128"/>
                  <a:cs typeface="Arial" pitchFamily="34" charset="0"/>
                  <a:sym typeface="GillSans" pitchFamily="34" charset="0"/>
                </a:rPr>
                <a:t>NÃO INICIADO</a:t>
              </a:r>
            </a:p>
          </p:txBody>
        </p:sp>
        <p:sp>
          <p:nvSpPr>
            <p:cNvPr id="76" name="Oval 67"/>
            <p:cNvSpPr/>
            <p:nvPr/>
          </p:nvSpPr>
          <p:spPr bwMode="auto">
            <a:xfrm>
              <a:off x="3009053" y="8989692"/>
              <a:ext cx="250806" cy="428436"/>
            </a:xfrm>
            <a:prstGeom prst="ellipse">
              <a:avLst/>
            </a:prstGeom>
            <a:solidFill>
              <a:srgbClr val="FFFEF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627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pt-BR" sz="773" dirty="0">
                <a:solidFill>
                  <a:srgbClr val="FFFFFF"/>
                </a:solidFill>
                <a:latin typeface="Arial Black" pitchFamily="34" charset="0"/>
                <a:cs typeface="Arial" pitchFamily="34" charset="0"/>
                <a:sym typeface="GillSans" pitchFamily="34" charset="0"/>
              </a:endParaRPr>
            </a:p>
          </p:txBody>
        </p:sp>
        <p:grpSp>
          <p:nvGrpSpPr>
            <p:cNvPr id="77" name="Grupo 76"/>
            <p:cNvGrpSpPr/>
            <p:nvPr/>
          </p:nvGrpSpPr>
          <p:grpSpPr>
            <a:xfrm>
              <a:off x="12600199" y="8979513"/>
              <a:ext cx="1276890" cy="438614"/>
              <a:chOff x="6360590" y="8642844"/>
              <a:chExt cx="1276890" cy="438614"/>
            </a:xfrm>
          </p:grpSpPr>
          <p:sp>
            <p:nvSpPr>
              <p:cNvPr id="78" name="Oval 67"/>
              <p:cNvSpPr/>
              <p:nvPr/>
            </p:nvSpPr>
            <p:spPr bwMode="auto">
              <a:xfrm>
                <a:off x="6360590" y="8653022"/>
                <a:ext cx="250806" cy="428436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62788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pt-BR" sz="773" dirty="0">
                  <a:solidFill>
                    <a:srgbClr val="FFFFFF"/>
                  </a:solidFill>
                  <a:latin typeface="Arial Black" pitchFamily="34" charset="0"/>
                  <a:cs typeface="Arial" pitchFamily="34" charset="0"/>
                  <a:sym typeface="GillSans" pitchFamily="34" charset="0"/>
                </a:endParaRPr>
              </a:p>
            </p:txBody>
          </p:sp>
          <p:sp>
            <p:nvSpPr>
              <p:cNvPr id="79" name="Retângulo 71"/>
              <p:cNvSpPr>
                <a:spLocks noChangeArrowheads="1"/>
              </p:cNvSpPr>
              <p:nvPr/>
            </p:nvSpPr>
            <p:spPr bwMode="auto">
              <a:xfrm>
                <a:off x="6537401" y="8642844"/>
                <a:ext cx="1100079" cy="4159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defTabSz="962788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sz="914" b="1" dirty="0">
                    <a:solidFill>
                      <a:srgbClr val="404040"/>
                    </a:solidFill>
                    <a:ea typeface="MS PGothic" pitchFamily="34" charset="-128"/>
                    <a:cs typeface="Arial" pitchFamily="34" charset="0"/>
                    <a:sym typeface="GillSans" pitchFamily="34" charset="0"/>
                  </a:rPr>
                  <a:t>CONCLUÍDO</a:t>
                </a:r>
              </a:p>
            </p:txBody>
          </p:sp>
        </p:grpSp>
      </p:grpSp>
      <p:sp>
        <p:nvSpPr>
          <p:cNvPr id="83" name="Rounded Rectangle 94"/>
          <p:cNvSpPr/>
          <p:nvPr/>
        </p:nvSpPr>
        <p:spPr>
          <a:xfrm>
            <a:off x="6338930" y="170214"/>
            <a:ext cx="1920000" cy="278361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37" tIns="54401" rIns="42837" bIns="54401" anchor="ctr"/>
          <a:lstStyle/>
          <a:p>
            <a:pPr algn="ctr" defTabSz="10876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Curva SPI = 0,93  </a:t>
            </a:r>
          </a:p>
        </p:txBody>
      </p:sp>
      <p:sp>
        <p:nvSpPr>
          <p:cNvPr id="84" name="Rounded Rectangle 94"/>
          <p:cNvSpPr/>
          <p:nvPr/>
        </p:nvSpPr>
        <p:spPr>
          <a:xfrm>
            <a:off x="9654748" y="111047"/>
            <a:ext cx="1580206" cy="396692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82" tIns="96755" rIns="76182" bIns="96755" anchor="ctr"/>
          <a:lstStyle/>
          <a:p>
            <a:pPr defTabSz="1934329" fontAlgn="base">
              <a:spcBef>
                <a:spcPct val="0"/>
              </a:spcBef>
              <a:spcAft>
                <a:spcPct val="0"/>
              </a:spcAft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IGP = 0,93</a:t>
            </a:r>
          </a:p>
        </p:txBody>
      </p:sp>
      <p:sp>
        <p:nvSpPr>
          <p:cNvPr id="64" name="Title 1"/>
          <p:cNvSpPr txBox="1">
            <a:spLocks/>
          </p:cNvSpPr>
          <p:nvPr/>
        </p:nvSpPr>
        <p:spPr bwMode="auto">
          <a:xfrm>
            <a:off x="140891" y="-6245"/>
            <a:ext cx="1534321" cy="393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43" tIns="34272" rIns="68543" bIns="34272">
            <a:spAutoFit/>
          </a:bodyPr>
          <a:lstStyle>
            <a:lvl1pPr defTabSz="509588" eaLnBrk="0" hangingPunct="0"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509588" eaLnBrk="0" hangingPunct="0"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509588" eaLnBrk="0" hangingPunct="0"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509588" eaLnBrk="0" hangingPunct="0"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509588" eaLnBrk="0" hangingPunct="0"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509588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509588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509588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509588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l"/>
                <a:tab pos="395288" algn="l"/>
                <a:tab pos="595313" algn="l"/>
                <a:tab pos="793750" algn="l"/>
                <a:tab pos="992188" algn="l"/>
                <a:tab pos="1192213" algn="l"/>
                <a:tab pos="1390650" algn="l"/>
                <a:tab pos="1589088" algn="l"/>
                <a:tab pos="1789113" algn="l"/>
                <a:tab pos="1987550" algn="l"/>
                <a:tab pos="2185988" algn="l"/>
                <a:tab pos="2386013" algn="l"/>
                <a:tab pos="2555875" algn="l"/>
              </a:tabLs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109" dirty="0">
                <a:solidFill>
                  <a:srgbClr val="6A4F57"/>
                </a:solidFill>
                <a:latin typeface="Gill Sans Std" pitchFamily="34" charset="0"/>
                <a:sym typeface="GillSans" pitchFamily="34" charset="0"/>
              </a:rPr>
              <a:t>GG Projetos</a:t>
            </a:r>
          </a:p>
        </p:txBody>
      </p:sp>
      <p:sp>
        <p:nvSpPr>
          <p:cNvPr id="82" name="Title 1"/>
          <p:cNvSpPr txBox="1">
            <a:spLocks/>
          </p:cNvSpPr>
          <p:nvPr/>
        </p:nvSpPr>
        <p:spPr bwMode="auto">
          <a:xfrm>
            <a:off x="1803401" y="-23178"/>
            <a:ext cx="4417484" cy="486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04" tIns="54401" rIns="108804" bIns="54401" anchor="ctr"/>
          <a:lstStyle>
            <a:lvl1pPr defTabSz="4064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4064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4064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4064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4064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06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953" dirty="0">
                <a:solidFill>
                  <a:srgbClr val="404040"/>
                </a:solidFill>
                <a:latin typeface="Gill Sans Std" pitchFamily="34" charset="0"/>
                <a:sym typeface="GillSans" pitchFamily="34" charset="0"/>
              </a:rPr>
              <a:t>SAP CRM CF</a:t>
            </a:r>
            <a:endParaRPr lang="pt-BR" altLang="pt-BR" sz="2953" dirty="0">
              <a:solidFill>
                <a:srgbClr val="C00000"/>
              </a:solidFill>
              <a:latin typeface="Gill Sans Std" pitchFamily="34" charset="0"/>
              <a:sym typeface="GillSans" pitchFamily="34" charset="0"/>
            </a:endParaRPr>
          </a:p>
        </p:txBody>
      </p:sp>
      <p:graphicFrame>
        <p:nvGraphicFramePr>
          <p:cNvPr id="85" name="Tabela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609461"/>
              </p:ext>
            </p:extLst>
          </p:nvPr>
        </p:nvGraphicFramePr>
        <p:xfrm>
          <a:off x="6307945" y="2180605"/>
          <a:ext cx="5689740" cy="31980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784000"/>
                <a:gridCol w="817740"/>
                <a:gridCol w="744000"/>
                <a:gridCol w="1344000"/>
              </a:tblGrid>
              <a:tr h="253016">
                <a:tc>
                  <a:txBody>
                    <a:bodyPr/>
                    <a:lstStyle/>
                    <a:p>
                      <a:pPr marL="0" algn="l" defTabSz="913955" rtl="0" eaLnBrk="1" latinLnBrk="0" hangingPunct="1"/>
                      <a:r>
                        <a:rPr lang="pt-BR" sz="1100" kern="1200" dirty="0" smtClean="0">
                          <a:latin typeface="Gill Sans Std" pitchFamily="34" charset="0"/>
                        </a:rPr>
                        <a:t>Atividade </a:t>
                      </a:r>
                      <a:endParaRPr lang="pt-BR" sz="1100" b="1" kern="1200" dirty="0">
                        <a:solidFill>
                          <a:schemeClr val="tx1"/>
                        </a:solidFill>
                        <a:latin typeface="Gill Sans Std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0983" marR="60983" marT="45607" marB="45607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3955" rtl="0" eaLnBrk="1" latinLnBrk="0" hangingPunct="1"/>
                      <a:r>
                        <a:rPr lang="pt-BR" sz="1100" kern="1200" dirty="0" smtClean="0">
                          <a:latin typeface="Gill Sans Std" pitchFamily="34" charset="0"/>
                        </a:rPr>
                        <a:t>Prazo</a:t>
                      </a:r>
                      <a:endParaRPr lang="pt-BR" sz="1100" b="1" kern="1200" dirty="0">
                        <a:solidFill>
                          <a:schemeClr val="tx1"/>
                        </a:solidFill>
                        <a:latin typeface="Gill Sans Std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0983" marR="60983" marT="45607" marB="45607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3955" rtl="0" eaLnBrk="1" latinLnBrk="0" hangingPunct="1"/>
                      <a:r>
                        <a:rPr lang="pt-BR" sz="1100" kern="1200" dirty="0" smtClean="0">
                          <a:latin typeface="Gill Sans Std" pitchFamily="34" charset="0"/>
                        </a:rPr>
                        <a:t>Replan</a:t>
                      </a:r>
                      <a:endParaRPr lang="pt-BR" sz="1100" b="1" kern="1200" dirty="0">
                        <a:solidFill>
                          <a:schemeClr val="tx1"/>
                        </a:solidFill>
                        <a:latin typeface="Gill Sans Std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0983" marR="60983" marT="45607" marB="45607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3955" rtl="0" eaLnBrk="1" latinLnBrk="0" hangingPunct="1"/>
                      <a:r>
                        <a:rPr lang="pt-BR" sz="1100" kern="1200" dirty="0" smtClean="0">
                          <a:latin typeface="Gill Sans Std" pitchFamily="34" charset="0"/>
                        </a:rPr>
                        <a:t>Resp</a:t>
                      </a:r>
                      <a:endParaRPr lang="pt-BR" sz="1100" b="1" kern="1200" dirty="0">
                        <a:solidFill>
                          <a:schemeClr val="tx1"/>
                        </a:solidFill>
                        <a:latin typeface="Gill Sans Std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0983" marR="60983" marT="45607" marB="45607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4880">
                <a:tc>
                  <a:txBody>
                    <a:bodyPr/>
                    <a:lstStyle/>
                    <a:p>
                      <a:pPr marL="0" lvl="0" indent="-115768" algn="l" defTabSz="914046" rtl="0" eaLnBrk="1" latinLnBrk="0" hangingPunct="1">
                        <a:spcAft>
                          <a:spcPts val="300"/>
                        </a:spcAft>
                        <a:buClr>
                          <a:srgbClr val="FF9900"/>
                        </a:buClr>
                        <a:buFont typeface="Arial" pitchFamily="34" charset="0"/>
                        <a:buNone/>
                        <a:defRPr/>
                      </a:pPr>
                      <a:r>
                        <a:rPr lang="pt-BR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Aprovar</a:t>
                      </a:r>
                      <a:r>
                        <a:rPr lang="pt-BR" sz="90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Especif. Func. </a:t>
                      </a:r>
                      <a:r>
                        <a:rPr lang="pt-BR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dos 22 relat.</a:t>
                      </a:r>
                    </a:p>
                  </a:txBody>
                  <a:tcPr marL="121967" marR="121967" marT="45607" marB="45607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strike="sng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14/Jul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10/Jul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Eloiza Celestino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560">
                <a:tc>
                  <a:txBody>
                    <a:bodyPr/>
                    <a:lstStyle/>
                    <a:p>
                      <a:pPr marL="0" lvl="0" indent="-115768" algn="l" defTabSz="914046" rtl="0" eaLnBrk="1" latinLnBrk="0" hangingPunct="1">
                        <a:spcAft>
                          <a:spcPts val="300"/>
                        </a:spcAft>
                        <a:buClr>
                          <a:srgbClr val="FF9900"/>
                        </a:buClr>
                        <a:buFont typeface="Arial" pitchFamily="34" charset="0"/>
                        <a:buNone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Efetuar Revisão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final e </a:t>
                      </a: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carga dos cenários/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casos de testes no HPQC</a:t>
                      </a:r>
                      <a:endParaRPr lang="pt-BR" sz="900" i="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strike="sng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27/Jul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31/Jul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Fábio </a:t>
                      </a:r>
                      <a:r>
                        <a:rPr lang="pt-BR" sz="900" i="0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Franzotti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e Márcia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Gobbi</a:t>
                      </a:r>
                      <a:endParaRPr lang="pt-BR" sz="900" i="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560">
                <a:tc>
                  <a:txBody>
                    <a:bodyPr/>
                    <a:lstStyle/>
                    <a:p>
                      <a:pPr marL="0" lvl="0" indent="-115768" algn="l" defTabSz="914046" rtl="0" eaLnBrk="1" latinLnBrk="0" hangingPunct="1">
                        <a:spcAft>
                          <a:spcPts val="300"/>
                        </a:spcAft>
                        <a:buClr>
                          <a:srgbClr val="FF9900"/>
                        </a:buClr>
                        <a:buFont typeface="Arial" pitchFamily="34" charset="0"/>
                        <a:buNone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Início Ciclo 1 de Testes Integrados</a:t>
                      </a:r>
                    </a:p>
                  </a:txBody>
                  <a:tcPr marL="121967" marR="121967" marT="45607" marB="45607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strike="sng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30/07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31/07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Fábio </a:t>
                      </a:r>
                      <a:r>
                        <a:rPr lang="pt-BR" sz="900" i="0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Franzotti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e Márcia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Gobbi</a:t>
                      </a:r>
                      <a:endParaRPr lang="pt-BR" sz="900" i="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560">
                <a:tc>
                  <a:txBody>
                    <a:bodyPr/>
                    <a:lstStyle/>
                    <a:p>
                      <a:pPr marL="0" lvl="0" indent="-115768" algn="l" defTabSz="914046" rtl="0" eaLnBrk="1" latinLnBrk="0" hangingPunct="1">
                        <a:spcAft>
                          <a:spcPts val="300"/>
                        </a:spcAft>
                        <a:buClr>
                          <a:srgbClr val="FF9900"/>
                        </a:buClr>
                        <a:buFont typeface="Arial" pitchFamily="34" charset="0"/>
                        <a:buNone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Entregar demais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Relat. e </a:t>
                      </a: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Carga final de dados ECC p/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ambiente de QA</a:t>
                      </a:r>
                      <a:r>
                        <a:rPr lang="pt-BR" sz="900" i="0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C1</a:t>
                      </a:r>
                      <a:endParaRPr lang="pt-BR" sz="900" i="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31/07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pt-BR" sz="900" i="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i="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Fábio </a:t>
                      </a:r>
                      <a:r>
                        <a:rPr lang="pt-BR" sz="900" i="0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Franzotti</a:t>
                      </a:r>
                      <a:endParaRPr lang="pt-BR" sz="900" i="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4880">
                <a:tc>
                  <a:txBody>
                    <a:bodyPr/>
                    <a:lstStyle/>
                    <a:p>
                      <a:pPr marL="0" lvl="0" indent="-115768" algn="l" defTabSz="914046" rtl="0" eaLnBrk="1" latinLnBrk="0" hangingPunct="1">
                        <a:spcAft>
                          <a:spcPts val="300"/>
                        </a:spcAft>
                        <a:buClr>
                          <a:srgbClr val="FF9900"/>
                        </a:buClr>
                        <a:buFont typeface="Arial" pitchFamily="34" charset="0"/>
                        <a:buNone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Capacitação DB</a:t>
                      </a:r>
                    </a:p>
                  </a:txBody>
                  <a:tcPr marL="121967" marR="121967" marT="45607" marB="45607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strike="sng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15/Jul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02/</a:t>
                      </a:r>
                      <a:r>
                        <a:rPr lang="pt-BR" sz="900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Ago</a:t>
                      </a:r>
                      <a:endParaRPr lang="pt-BR" sz="90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Gabriel Barbieri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560">
                <a:tc>
                  <a:txBody>
                    <a:bodyPr/>
                    <a:lstStyle/>
                    <a:p>
                      <a:pPr marL="0" lvl="0" indent="-115768" algn="l" defTabSz="914046" rtl="0" eaLnBrk="1" latinLnBrk="0" hangingPunct="1">
                        <a:spcAft>
                          <a:spcPts val="300"/>
                        </a:spcAft>
                        <a:buClr>
                          <a:srgbClr val="FF9900"/>
                        </a:buClr>
                        <a:buFont typeface="Arial" pitchFamily="34" charset="0"/>
                        <a:buNone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Concluir aprovações das CRs - </a:t>
                      </a: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  <a:hlinkClick r:id="rId5" action="ppaction://hlinksldjump"/>
                        </a:rPr>
                        <a:t>Detalhes</a:t>
                      </a: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02/</a:t>
                      </a:r>
                      <a:r>
                        <a:rPr lang="pt-BR" sz="900" strike="noStrike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Ago</a:t>
                      </a: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pt-BR" sz="900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Lilian Pedrosa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3626">
                <a:tc>
                  <a:txBody>
                    <a:bodyPr/>
                    <a:lstStyle/>
                    <a:p>
                      <a:pPr marL="0" marR="0" lvl="0" indent="-115768" algn="l" defTabSz="9140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FF9900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Lista de </a:t>
                      </a:r>
                      <a:r>
                        <a:rPr lang="pt-BR" sz="900" strike="noStrike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requests</a:t>
                      </a: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do SAP ECC p/</a:t>
                      </a:r>
                      <a:r>
                        <a:rPr lang="pt-BR" sz="900" strike="noStrike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simulação de cutover p/ regressão</a:t>
                      </a:r>
                    </a:p>
                  </a:txBody>
                  <a:tcPr marL="162623" marR="162623" marT="60809" marB="60809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04/</a:t>
                      </a:r>
                      <a:r>
                        <a:rPr lang="pt-BR" sz="900" strike="noStrike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Ago</a:t>
                      </a: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62623" marR="162623" marT="60809" marB="60809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62623" marR="162623" marT="60809" marB="60809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Vanessa Teixeira</a:t>
                      </a:r>
                    </a:p>
                  </a:txBody>
                  <a:tcPr marL="162623" marR="162623" marT="60809" marB="60809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3626">
                <a:tc>
                  <a:txBody>
                    <a:bodyPr/>
                    <a:lstStyle/>
                    <a:p>
                      <a:pPr marL="0" marR="0" lvl="0" indent="-115768" algn="l" defTabSz="9140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FF9900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Concluir geração Massa de Dados Adicional Ciclo 2 em TZ2</a:t>
                      </a: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62623" marR="162623" marT="60809" marB="60809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07/Ago</a:t>
                      </a: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62623" marR="162623" marT="60809" marB="60809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62623" marR="162623" marT="60809" marB="60809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Rodolfo Brito</a:t>
                      </a:r>
                    </a:p>
                  </a:txBody>
                  <a:tcPr marL="162623" marR="162623" marT="60809" marB="60809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4880">
                <a:tc>
                  <a:txBody>
                    <a:bodyPr/>
                    <a:lstStyle/>
                    <a:p>
                      <a:pPr marL="0" lvl="0" indent="-115768" algn="l" defTabSz="914046" rtl="0" eaLnBrk="1" latinLnBrk="0" hangingPunct="1">
                        <a:spcAft>
                          <a:spcPts val="300"/>
                        </a:spcAft>
                        <a:buClr>
                          <a:srgbClr val="FF9900"/>
                        </a:buClr>
                        <a:buFont typeface="Arial" pitchFamily="34" charset="0"/>
                        <a:buNone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Suporte aos Testes Integrado</a:t>
                      </a:r>
                      <a:r>
                        <a:rPr lang="pt-BR" sz="900" strike="noStrike" kern="1200" baseline="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– Ciclo 2</a:t>
                      </a: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08/</a:t>
                      </a:r>
                      <a:r>
                        <a:rPr lang="pt-BR" sz="900" strike="noStrike" kern="1200" dirty="0" err="1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Ago</a:t>
                      </a: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pt-BR" sz="900" strike="noStrike" kern="1200" dirty="0" smtClean="0">
                        <a:solidFill>
                          <a:srgbClr val="56523C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8345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pt-BR" sz="900" strike="noStrike" kern="1200" dirty="0" smtClean="0">
                          <a:solidFill>
                            <a:srgbClr val="56523C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Vanessa Teixeira</a:t>
                      </a:r>
                    </a:p>
                  </a:txBody>
                  <a:tcPr marL="121967" marR="121967" marT="45607" marB="456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6" name="Rounded Rectangle 94"/>
          <p:cNvSpPr/>
          <p:nvPr/>
        </p:nvSpPr>
        <p:spPr>
          <a:xfrm>
            <a:off x="8237076" y="113431"/>
            <a:ext cx="1417672" cy="396692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82" tIns="96755" rIns="76182" bIns="96755" anchor="ctr"/>
          <a:lstStyle/>
          <a:p>
            <a:pPr defTabSz="1934329" fontAlgn="base">
              <a:spcBef>
                <a:spcPct val="0"/>
              </a:spcBef>
              <a:spcAft>
                <a:spcPct val="0"/>
              </a:spcAft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FCusto = 1,00</a:t>
            </a:r>
          </a:p>
        </p:txBody>
      </p:sp>
      <p:sp>
        <p:nvSpPr>
          <p:cNvPr id="87" name="Rounded Rectangle 94"/>
          <p:cNvSpPr/>
          <p:nvPr/>
        </p:nvSpPr>
        <p:spPr>
          <a:xfrm>
            <a:off x="6134444" y="5460536"/>
            <a:ext cx="2218750" cy="215126"/>
          </a:xfrm>
          <a:prstGeom prst="roundRect">
            <a:avLst>
              <a:gd name="adj" fmla="val 7179"/>
            </a:avLst>
          </a:prstGeom>
          <a:noFill/>
          <a:ln w="12700">
            <a:noFill/>
            <a:prstDash val="sysDash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837" tIns="54401" rIns="42837" bIns="54401" anchor="ctr"/>
          <a:lstStyle/>
          <a:p>
            <a:pPr algn="ctr" defTabSz="10876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477" b="1" dirty="0">
                <a:solidFill>
                  <a:srgbClr val="BEAE98">
                    <a:lumMod val="50000"/>
                  </a:srgbClr>
                </a:solidFill>
                <a:latin typeface="Gill Sans Std" pitchFamily="34" charset="0"/>
                <a:cs typeface="Arial" pitchFamily="34" charset="0"/>
                <a:sym typeface="GillSans" pitchFamily="34" charset="0"/>
              </a:rPr>
              <a:t>Decisões Requeridas</a:t>
            </a:r>
          </a:p>
        </p:txBody>
      </p:sp>
      <p:sp>
        <p:nvSpPr>
          <p:cNvPr id="88" name="Rounded Rectangle 94"/>
          <p:cNvSpPr/>
          <p:nvPr/>
        </p:nvSpPr>
        <p:spPr>
          <a:xfrm>
            <a:off x="6232913" y="5699633"/>
            <a:ext cx="5856000" cy="1058022"/>
          </a:xfrm>
          <a:prstGeom prst="roundRect">
            <a:avLst>
              <a:gd name="adj" fmla="val 717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marL="228593" lvl="1" indent="-228593" algn="ctr" defTabSz="1217043" fontAlgn="base">
              <a:lnSpc>
                <a:spcPct val="150000"/>
              </a:lnSpc>
              <a:spcBef>
                <a:spcPts val="356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  <a:defRPr/>
            </a:pPr>
            <a:endParaRPr lang="en-US" sz="1055" dirty="0">
              <a:solidFill>
                <a:srgbClr val="56523C"/>
              </a:solidFill>
              <a:latin typeface="Verdana" panose="020B0604030504040204" pitchFamily="34" charset="0"/>
              <a:ea typeface="MS PGothic" panose="020B0600070205080204" pitchFamily="34" charset="-128"/>
              <a:sym typeface="GillSans" pitchFamily="34" charset="0"/>
            </a:endParaRPr>
          </a:p>
        </p:txBody>
      </p:sp>
      <p:sp>
        <p:nvSpPr>
          <p:cNvPr id="89" name="CaixaDeTexto 3"/>
          <p:cNvSpPr txBox="1">
            <a:spLocks noChangeArrowheads="1"/>
          </p:cNvSpPr>
          <p:nvPr/>
        </p:nvSpPr>
        <p:spPr bwMode="auto">
          <a:xfrm>
            <a:off x="6192239" y="5728320"/>
            <a:ext cx="5985418" cy="98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43" tIns="34272" rIns="68543" bIns="34272" anchor="t">
            <a:spAutoFit/>
          </a:bodyPr>
          <a:lstStyle>
            <a:lvl1pPr marL="169863" indent="-169863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255588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28593" indent="-228593" fontAlgn="base">
              <a:spcBef>
                <a:spcPts val="400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  <a:defRPr/>
            </a:pPr>
            <a:r>
              <a:rPr lang="pt-BR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Carga de Linha e Produto em produção: 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e rotina de atualização pós go </a:t>
            </a:r>
            <a:r>
              <a:rPr lang="pt-BR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live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. Definição  pendente junto ao negócio</a:t>
            </a:r>
            <a:endParaRPr lang="en-US" sz="984" dirty="0">
              <a:solidFill>
                <a:srgbClr val="56523C"/>
              </a:solidFill>
              <a:latin typeface="Verdana" panose="020B0604030504040204" pitchFamily="34" charset="0"/>
              <a:sym typeface="GillSans" pitchFamily="34" charset="0"/>
            </a:endParaRPr>
          </a:p>
          <a:p>
            <a:pPr marL="228593" indent="-228593" fontAlgn="base">
              <a:spcBef>
                <a:spcPts val="400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  <a:defRPr/>
            </a:pP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Novas regras do Fcontrol: 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Entrega da CR e data de entrega p/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alinham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com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usuário</a:t>
            </a:r>
            <a:endParaRPr lang="en-US" sz="984" dirty="0">
              <a:solidFill>
                <a:srgbClr val="56523C"/>
              </a:solidFill>
              <a:latin typeface="Verdana" panose="020B0604030504040204" pitchFamily="34" charset="0"/>
              <a:sym typeface="GillSans" pitchFamily="34" charset="0"/>
            </a:endParaRPr>
          </a:p>
          <a:p>
            <a:pPr marL="228593" indent="-228593" fontAlgn="base">
              <a:spcBef>
                <a:spcPts val="400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  <a:defRPr/>
            </a:pP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Evolução da V8: 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Calculo de redespacho.</a:t>
            </a:r>
          </a:p>
          <a:p>
            <a:pPr marL="228593" lvl="2" indent="-228593" fontAlgn="base">
              <a:spcBef>
                <a:spcPts val="400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  <a:defRPr/>
            </a:pPr>
            <a:r>
              <a:rPr lang="en-US" sz="984" b="1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Ajustes</a:t>
            </a: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no Auto Atendimento: 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Verificar custo e prazo para ajustes com a TQI ;</a:t>
            </a:r>
            <a:endParaRPr lang="en-US" sz="984" b="1" dirty="0">
              <a:solidFill>
                <a:srgbClr val="56523C"/>
              </a:solidFill>
              <a:latin typeface="Verdana" panose="020B0604030504040204" pitchFamily="34" charset="0"/>
              <a:sym typeface="GillSans" pitchFamily="34" charset="0"/>
            </a:endParaRPr>
          </a:p>
        </p:txBody>
      </p:sp>
      <p:sp>
        <p:nvSpPr>
          <p:cNvPr id="58" name="Rounded Rectangle 94"/>
          <p:cNvSpPr/>
          <p:nvPr/>
        </p:nvSpPr>
        <p:spPr>
          <a:xfrm>
            <a:off x="177196" y="3935817"/>
            <a:ext cx="5848956" cy="2564487"/>
          </a:xfrm>
          <a:prstGeom prst="roundRect">
            <a:avLst>
              <a:gd name="adj" fmla="val 7179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9854" tIns="55687" rIns="85671" bIns="54401" anchor="ctr"/>
          <a:lstStyle/>
          <a:p>
            <a:pPr algn="ctr" defTabSz="542658" fontAlgn="base">
              <a:spcBef>
                <a:spcPts val="238"/>
              </a:spcBef>
              <a:spcAft>
                <a:spcPct val="0"/>
              </a:spcAft>
              <a:defRPr/>
            </a:pPr>
            <a:endParaRPr lang="pt-BR" sz="1195" dirty="0">
              <a:solidFill>
                <a:prstClr val="black"/>
              </a:solidFill>
              <a:latin typeface="Gill Sans Std" pitchFamily="34" charset="0"/>
              <a:sym typeface="GillSans" pitchFamily="34" charset="0"/>
            </a:endParaRPr>
          </a:p>
        </p:txBody>
      </p:sp>
      <p:sp>
        <p:nvSpPr>
          <p:cNvPr id="50238" name="CaixaDeTexto 71"/>
          <p:cNvSpPr txBox="1">
            <a:spLocks noChangeArrowheads="1"/>
          </p:cNvSpPr>
          <p:nvPr/>
        </p:nvSpPr>
        <p:spPr bwMode="auto">
          <a:xfrm>
            <a:off x="110564" y="4156958"/>
            <a:ext cx="5979352" cy="213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43" tIns="34272" rIns="68543" bIns="34272" anchor="ctr">
            <a:spAutoFit/>
          </a:bodyPr>
          <a:lstStyle>
            <a:lvl1pPr marL="169863" indent="-169863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28593" indent="-228593" fontAlgn="base">
              <a:spcBef>
                <a:spcPts val="266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</a:pP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  Atrasos nos testes integrados do ciclo 2 devido ao problema do link de comunicação e erros na carga dos scripts no HP-QC</a:t>
            </a:r>
            <a:endParaRPr lang="pt-BR" sz="984" b="1" dirty="0">
              <a:solidFill>
                <a:srgbClr val="56523C"/>
              </a:solidFill>
              <a:latin typeface="Verdana" panose="020B0604030504040204" pitchFamily="34" charset="0"/>
              <a:sym typeface="GillSans" pitchFamily="34" charset="0"/>
            </a:endParaRPr>
          </a:p>
          <a:p>
            <a:pPr marL="228593" indent="-228593" fontAlgn="base">
              <a:spcBef>
                <a:spcPts val="266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</a:pPr>
            <a:r>
              <a:rPr lang="pt-BR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Indisponibilidade 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do </a:t>
            </a:r>
            <a:r>
              <a:rPr lang="pt-BR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CRM 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e </a:t>
            </a:r>
            <a:r>
              <a:rPr lang="pt-BR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OSB: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Impacto nos Testes Integrados Ciclo 2  (1,5Horas)</a:t>
            </a:r>
          </a:p>
          <a:p>
            <a:pPr marL="228593" indent="-228593" fontAlgn="base">
              <a:spcBef>
                <a:spcPts val="266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</a:pPr>
            <a:r>
              <a:rPr lang="pt-BR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  Lentidão  ambiente de testes: 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HPQC e SAP CRM – problema de link</a:t>
            </a:r>
          </a:p>
          <a:p>
            <a:pPr marL="228593" lvl="1" indent="-228593" fontAlgn="base">
              <a:spcBef>
                <a:spcPts val="266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</a:pPr>
            <a:r>
              <a:rPr lang="pt-BR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 Problemas com a massa de dados do Rede Natura 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(Impacto de 8 Horas nos Testes Integrados)  devido ao atraso no </a:t>
            </a:r>
            <a:r>
              <a:rPr lang="pt-BR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deploy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do </a:t>
            </a:r>
            <a:r>
              <a:rPr lang="pt-BR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BioChile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por Infra</a:t>
            </a:r>
          </a:p>
          <a:p>
            <a:pPr marL="228593" lvl="1" indent="-228593" fontAlgn="base">
              <a:spcBef>
                <a:spcPts val="266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</a:pPr>
            <a:r>
              <a:rPr lang="en-US" sz="1125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 </a:t>
            </a:r>
            <a:r>
              <a:rPr lang="en-US" sz="984" b="1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Ajustes</a:t>
            </a: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no Auto </a:t>
            </a:r>
            <a:r>
              <a:rPr lang="en-US" sz="984" b="1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Atendimento</a:t>
            </a: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: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estimativa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disponbilizada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pela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TQI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em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28/7,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fechar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discussão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dos </a:t>
            </a:r>
            <a:r>
              <a:rPr lang="en-US" sz="984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impactos</a:t>
            </a:r>
            <a:endParaRPr lang="en-US" sz="984" dirty="0">
              <a:solidFill>
                <a:srgbClr val="56523C"/>
              </a:solidFill>
              <a:latin typeface="Verdana" panose="020B0604030504040204" pitchFamily="34" charset="0"/>
              <a:sym typeface="GillSans" pitchFamily="34" charset="0"/>
            </a:endParaRPr>
          </a:p>
          <a:p>
            <a:pPr marL="228593" indent="-228593" fontAlgn="base">
              <a:spcBef>
                <a:spcPts val="266"/>
              </a:spcBef>
              <a:spcAft>
                <a:spcPct val="0"/>
              </a:spcAft>
              <a:buClr>
                <a:srgbClr val="F38345"/>
              </a:buClr>
              <a:buFont typeface="Wingdings" panose="05000000000000000000" pitchFamily="2" charset="2"/>
              <a:buChar char="Ø"/>
            </a:pPr>
            <a:r>
              <a:rPr lang="pt-BR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   Sintomas 6604 e 6621: </a:t>
            </a:r>
            <a:r>
              <a:rPr lang="pt-BR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A área de transportes fará a abertura de SEs p/ revisão das soluções técnicas existentes. O projeto terá que avaliar o impacto das CRs relacionadas (p/ adaptar solução desenvolvida p/ go-live)</a:t>
            </a:r>
            <a:endParaRPr lang="en-US" sz="984" dirty="0">
              <a:solidFill>
                <a:srgbClr val="56523C"/>
              </a:solidFill>
              <a:latin typeface="Verdana" panose="020B0604030504040204" pitchFamily="34" charset="0"/>
              <a:sym typeface="GillSans" pitchFamily="34" charset="0"/>
            </a:endParaRPr>
          </a:p>
          <a:p>
            <a:pPr marL="228593" indent="-228593" defTabSz="609579" fontAlgn="base">
              <a:spcBef>
                <a:spcPts val="266"/>
              </a:spcBef>
              <a:spcAft>
                <a:spcPct val="0"/>
              </a:spcAft>
              <a:buClr>
                <a:srgbClr val="FF8000"/>
              </a:buClr>
              <a:buFont typeface="Wingdings" panose="05000000000000000000" pitchFamily="2" charset="2"/>
              <a:buChar char="Ø"/>
              <a:defRPr/>
            </a:pP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  </a:t>
            </a:r>
            <a:r>
              <a:rPr lang="en-US" sz="984" b="1" dirty="0" err="1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Custo</a:t>
            </a: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 adicional do Projeto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devido a </a:t>
            </a: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Postergação do </a:t>
            </a:r>
            <a:r>
              <a:rPr lang="en-US" sz="984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 </a:t>
            </a:r>
            <a:r>
              <a:rPr lang="en-US" sz="984" b="1" dirty="0">
                <a:solidFill>
                  <a:srgbClr val="56523C"/>
                </a:solidFill>
                <a:latin typeface="Verdana" panose="020B0604030504040204" pitchFamily="34" charset="0"/>
                <a:sym typeface="GillSans" pitchFamily="34" charset="0"/>
              </a:rPr>
              <a:t>TDF para Janeiro/2016</a:t>
            </a:r>
            <a:endParaRPr lang="pt-BR" sz="984" b="1" dirty="0">
              <a:solidFill>
                <a:srgbClr val="56523C"/>
              </a:solidFill>
              <a:latin typeface="Verdana" panose="020B0604030504040204" pitchFamily="34" charset="0"/>
              <a:sym typeface="GillSans" pitchFamily="34" charset="0"/>
            </a:endParaRPr>
          </a:p>
        </p:txBody>
      </p:sp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1150" y="471837"/>
            <a:ext cx="5734446" cy="1431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" name="Retângulo 89"/>
          <p:cNvSpPr/>
          <p:nvPr/>
        </p:nvSpPr>
        <p:spPr bwMode="auto">
          <a:xfrm>
            <a:off x="371103" y="4357339"/>
            <a:ext cx="89601" cy="87027"/>
          </a:xfrm>
          <a:prstGeom prst="rect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2953">
              <a:solidFill>
                <a:srgbClr val="000000"/>
              </a:solidFill>
              <a:sym typeface="GillSans" charset="0"/>
            </a:endParaRPr>
          </a:p>
        </p:txBody>
      </p:sp>
      <p:sp>
        <p:nvSpPr>
          <p:cNvPr id="92" name="Retângulo 91"/>
          <p:cNvSpPr/>
          <p:nvPr/>
        </p:nvSpPr>
        <p:spPr bwMode="auto">
          <a:xfrm>
            <a:off x="371956" y="5572060"/>
            <a:ext cx="89601" cy="87027"/>
          </a:xfrm>
          <a:prstGeom prst="rect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2953">
              <a:solidFill>
                <a:srgbClr val="000000"/>
              </a:solidFill>
              <a:sym typeface="GillSans" charset="0"/>
            </a:endParaRPr>
          </a:p>
        </p:txBody>
      </p:sp>
      <p:sp>
        <p:nvSpPr>
          <p:cNvPr id="93" name="Retângulo 92"/>
          <p:cNvSpPr/>
          <p:nvPr/>
        </p:nvSpPr>
        <p:spPr bwMode="auto">
          <a:xfrm>
            <a:off x="363694" y="6127951"/>
            <a:ext cx="89601" cy="87027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2953">
              <a:solidFill>
                <a:srgbClr val="000000"/>
              </a:solidFill>
              <a:sym typeface="GillSans" charset="0"/>
            </a:endParaRPr>
          </a:p>
        </p:txBody>
      </p:sp>
      <p:sp>
        <p:nvSpPr>
          <p:cNvPr id="94" name="Retângulo 93"/>
          <p:cNvSpPr/>
          <p:nvPr/>
        </p:nvSpPr>
        <p:spPr bwMode="auto">
          <a:xfrm>
            <a:off x="363316" y="4842115"/>
            <a:ext cx="89601" cy="87027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2953">
              <a:solidFill>
                <a:srgbClr val="000000"/>
              </a:solidFill>
              <a:sym typeface="GillSans" charset="0"/>
            </a:endParaRPr>
          </a:p>
        </p:txBody>
      </p:sp>
      <p:sp>
        <p:nvSpPr>
          <p:cNvPr id="95" name="Retângulo 94"/>
          <p:cNvSpPr/>
          <p:nvPr/>
        </p:nvSpPr>
        <p:spPr bwMode="auto">
          <a:xfrm>
            <a:off x="380868" y="5357754"/>
            <a:ext cx="89601" cy="87027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2953">
              <a:solidFill>
                <a:srgbClr val="000000"/>
              </a:solidFill>
              <a:sym typeface="GillSans" charset="0"/>
            </a:endParaRPr>
          </a:p>
        </p:txBody>
      </p:sp>
      <p:sp>
        <p:nvSpPr>
          <p:cNvPr id="96" name="Retângulo 95"/>
          <p:cNvSpPr/>
          <p:nvPr/>
        </p:nvSpPr>
        <p:spPr bwMode="auto">
          <a:xfrm>
            <a:off x="363316" y="5036295"/>
            <a:ext cx="89601" cy="87027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2953">
              <a:solidFill>
                <a:srgbClr val="000000"/>
              </a:solidFill>
              <a:sym typeface="Gill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5103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6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 redondeado">
            <a:hlinkClick r:id="" action="ppaction://noaction"/>
          </p:cNvPr>
          <p:cNvSpPr/>
          <p:nvPr/>
        </p:nvSpPr>
        <p:spPr>
          <a:xfrm>
            <a:off x="143568" y="1086331"/>
            <a:ext cx="3893368" cy="714082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 dirty="0"/>
          </a:p>
        </p:txBody>
      </p:sp>
      <p:sp>
        <p:nvSpPr>
          <p:cNvPr id="50" name="49 Rectángulo redondeado">
            <a:hlinkClick r:id="" action="ppaction://noaction"/>
          </p:cNvPr>
          <p:cNvSpPr/>
          <p:nvPr/>
        </p:nvSpPr>
        <p:spPr>
          <a:xfrm>
            <a:off x="1381825" y="3731068"/>
            <a:ext cx="4673266" cy="2908511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/>
          </a:p>
        </p:txBody>
      </p:sp>
      <p:sp>
        <p:nvSpPr>
          <p:cNvPr id="27654" name="TextBox 3"/>
          <p:cNvSpPr txBox="1">
            <a:spLocks noChangeArrowheads="1"/>
          </p:cNvSpPr>
          <p:nvPr/>
        </p:nvSpPr>
        <p:spPr bwMode="auto">
          <a:xfrm>
            <a:off x="-3680493" y="1579150"/>
            <a:ext cx="152915" cy="562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686" tIns="37834" rIns="75686" bIns="37834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/>
            <a:endParaRPr lang="pt-BR" sz="3161"/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8489160" y="6687033"/>
            <a:ext cx="3964782" cy="93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tabLst>
                <a:tab pos="294289" algn="l"/>
                <a:tab pos="588596" algn="l"/>
                <a:tab pos="882883" algn="l"/>
                <a:tab pos="1177182" algn="l"/>
                <a:tab pos="1471476" algn="l"/>
                <a:tab pos="1765768" algn="l"/>
                <a:tab pos="2060065" algn="l"/>
                <a:tab pos="2354358" algn="l"/>
                <a:tab pos="2648650" algn="l"/>
                <a:tab pos="2942948" algn="l"/>
                <a:tab pos="3237244" algn="l"/>
                <a:tab pos="3531537" algn="l"/>
                <a:tab pos="3783789" algn="l"/>
              </a:tabLst>
            </a:pPr>
            <a:endParaRPr lang="pt-BR" sz="1430">
              <a:solidFill>
                <a:schemeClr val="bg1"/>
              </a:solidFill>
              <a:latin typeface="Gill Sans Std" pitchFamily="34" charset="0"/>
              <a:sym typeface="Gill Sans Std" pitchFamily="34" charset="0"/>
            </a:endParaRPr>
          </a:p>
        </p:txBody>
      </p:sp>
      <p:cxnSp>
        <p:nvCxnSpPr>
          <p:cNvPr id="8" name="Conector reto 7"/>
          <p:cNvCxnSpPr/>
          <p:nvPr/>
        </p:nvCxnSpPr>
        <p:spPr>
          <a:xfrm>
            <a:off x="298107" y="929716"/>
            <a:ext cx="11216484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>
            <a:spLocks/>
          </p:cNvSpPr>
          <p:nvPr/>
        </p:nvSpPr>
        <p:spPr bwMode="auto">
          <a:xfrm>
            <a:off x="324661" y="401815"/>
            <a:ext cx="10708100" cy="511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78386" bIns="0"/>
          <a:lstStyle/>
          <a:p>
            <a:pPr algn="l">
              <a:lnSpc>
                <a:spcPct val="80000"/>
              </a:lnSpc>
            </a:pPr>
            <a:r>
              <a:rPr lang="pt-BR" sz="4365" b="1" dirty="0" smtClean="0">
                <a:solidFill>
                  <a:schemeClr val="bg1">
                    <a:lumMod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Papéis DAA </a:t>
            </a:r>
            <a:r>
              <a:rPr lang="pt-BR" sz="4365" b="1" smtClean="0">
                <a:solidFill>
                  <a:schemeClr val="bg1">
                    <a:lumMod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– </a:t>
            </a:r>
            <a:r>
              <a:rPr lang="pt-BR" sz="4365" smtClean="0">
                <a:solidFill>
                  <a:schemeClr val="bg1">
                    <a:lumMod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Experiência </a:t>
            </a:r>
            <a:r>
              <a:rPr lang="pt-BR" sz="4365" dirty="0" smtClean="0">
                <a:solidFill>
                  <a:schemeClr val="bg1">
                    <a:lumMod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Projeto GCC</a:t>
            </a:r>
            <a:endParaRPr lang="pt-BR" sz="4365" dirty="0">
              <a:solidFill>
                <a:schemeClr val="bg1">
                  <a:lumMod val="50000"/>
                </a:schemeClr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270475" y="1201519"/>
            <a:ext cx="376646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Explosão de Objetivo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-514682" y="4675276"/>
            <a:ext cx="2428233" cy="509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5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Líder </a:t>
            </a:r>
          </a:p>
          <a:p>
            <a:pPr algn="ctr"/>
            <a:r>
              <a:rPr lang="pt-BR" sz="135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Técnico</a:t>
            </a:r>
          </a:p>
        </p:txBody>
      </p:sp>
      <p:sp>
        <p:nvSpPr>
          <p:cNvPr id="41" name="40 Rectángulo redondeado">
            <a:hlinkClick r:id="" action="ppaction://noaction"/>
          </p:cNvPr>
          <p:cNvSpPr/>
          <p:nvPr/>
        </p:nvSpPr>
        <p:spPr>
          <a:xfrm>
            <a:off x="7332082" y="3731068"/>
            <a:ext cx="4724369" cy="29559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/>
          </a:p>
        </p:txBody>
      </p:sp>
      <p:sp>
        <p:nvSpPr>
          <p:cNvPr id="36" name="44 CuadroTexto"/>
          <p:cNvSpPr txBox="1"/>
          <p:nvPr/>
        </p:nvSpPr>
        <p:spPr>
          <a:xfrm>
            <a:off x="1358099" y="4133417"/>
            <a:ext cx="4466972" cy="2035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Foco na Qualidade da Solução Técnica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Aporte de Conhecimento aos parceiros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Visão de Interdependência</a:t>
            </a:r>
          </a:p>
          <a:p>
            <a:pPr algn="ctr">
              <a:spcAft>
                <a:spcPts val="903"/>
              </a:spcAft>
            </a:pPr>
            <a:r>
              <a:rPr lang="pt-BR" sz="1505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KPIs</a:t>
            </a: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 para apoio ao GP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Interface técnica para equipe do Projeto</a:t>
            </a:r>
          </a:p>
          <a:p>
            <a:pPr>
              <a:spcAft>
                <a:spcPts val="903"/>
              </a:spcAft>
            </a:pPr>
            <a:endParaRPr lang="pt-BR" sz="1355" dirty="0"/>
          </a:p>
        </p:txBody>
      </p:sp>
      <p:sp>
        <p:nvSpPr>
          <p:cNvPr id="22" name="21 Rectángulo redondeado">
            <a:hlinkClick r:id="" action="ppaction://noaction"/>
          </p:cNvPr>
          <p:cNvSpPr/>
          <p:nvPr/>
        </p:nvSpPr>
        <p:spPr>
          <a:xfrm>
            <a:off x="4153325" y="1086331"/>
            <a:ext cx="3893368" cy="714082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/>
          </a:p>
        </p:txBody>
      </p:sp>
      <p:sp>
        <p:nvSpPr>
          <p:cNvPr id="25" name="24 CuadroTexto"/>
          <p:cNvSpPr txBox="1"/>
          <p:nvPr/>
        </p:nvSpPr>
        <p:spPr>
          <a:xfrm>
            <a:off x="4253679" y="1178099"/>
            <a:ext cx="3893368" cy="92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Pagamento </a:t>
            </a:r>
            <a:r>
              <a:rPr lang="pt-BR" sz="1806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GRs</a:t>
            </a:r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/</a:t>
            </a:r>
            <a:r>
              <a:rPr lang="pt-BR" sz="1806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GVs</a:t>
            </a:r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 e </a:t>
            </a:r>
          </a:p>
          <a:p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CNO</a:t>
            </a:r>
          </a:p>
          <a:p>
            <a:pPr algn="ctr"/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 </a:t>
            </a:r>
          </a:p>
        </p:txBody>
      </p:sp>
      <p:sp>
        <p:nvSpPr>
          <p:cNvPr id="26" name="25 Rectángulo redondeado">
            <a:hlinkClick r:id="" action="ppaction://noaction"/>
          </p:cNvPr>
          <p:cNvSpPr/>
          <p:nvPr/>
        </p:nvSpPr>
        <p:spPr>
          <a:xfrm>
            <a:off x="8217269" y="1086332"/>
            <a:ext cx="3893368" cy="714083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/>
          </a:p>
        </p:txBody>
      </p:sp>
      <p:sp>
        <p:nvSpPr>
          <p:cNvPr id="27" name="26 CuadroTexto"/>
          <p:cNvSpPr txBox="1"/>
          <p:nvPr/>
        </p:nvSpPr>
        <p:spPr>
          <a:xfrm>
            <a:off x="8859481" y="1176918"/>
            <a:ext cx="2709296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Plano de Carreira</a:t>
            </a:r>
          </a:p>
        </p:txBody>
      </p:sp>
      <p:sp>
        <p:nvSpPr>
          <p:cNvPr id="28" name="27 Rectángulo redondeado">
            <a:hlinkClick r:id="" action="ppaction://noaction"/>
          </p:cNvPr>
          <p:cNvSpPr/>
          <p:nvPr/>
        </p:nvSpPr>
        <p:spPr>
          <a:xfrm>
            <a:off x="135550" y="1911795"/>
            <a:ext cx="11920901" cy="499779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 dirty="0"/>
          </a:p>
        </p:txBody>
      </p:sp>
      <p:sp>
        <p:nvSpPr>
          <p:cNvPr id="31" name="30 CuadroTexto"/>
          <p:cNvSpPr txBox="1"/>
          <p:nvPr/>
        </p:nvSpPr>
        <p:spPr>
          <a:xfrm>
            <a:off x="270476" y="1997879"/>
            <a:ext cx="1156923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Estatística           </a:t>
            </a:r>
            <a:r>
              <a:rPr lang="pt-BR" sz="1806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Datamart</a:t>
            </a:r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           Hyperion           SAP FI           SAP RH</a:t>
            </a:r>
          </a:p>
        </p:txBody>
      </p:sp>
      <p:sp>
        <p:nvSpPr>
          <p:cNvPr id="32" name="31 Rectángulo redondeado">
            <a:hlinkClick r:id="" action="ppaction://noaction"/>
          </p:cNvPr>
          <p:cNvSpPr/>
          <p:nvPr/>
        </p:nvSpPr>
        <p:spPr>
          <a:xfrm>
            <a:off x="135550" y="2507840"/>
            <a:ext cx="11920901" cy="462506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 dirty="0"/>
          </a:p>
        </p:txBody>
      </p:sp>
      <p:sp>
        <p:nvSpPr>
          <p:cNvPr id="33" name="32 CuadroTexto"/>
          <p:cNvSpPr txBox="1"/>
          <p:nvPr/>
        </p:nvSpPr>
        <p:spPr>
          <a:xfrm>
            <a:off x="270476" y="2575489"/>
            <a:ext cx="1156923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6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Technolab</a:t>
            </a:r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       NTT Data       EPI Use       Accenture       </a:t>
            </a:r>
            <a:r>
              <a:rPr lang="pt-BR" sz="1806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Mazzatech</a:t>
            </a:r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       RCC       Infra</a:t>
            </a:r>
          </a:p>
        </p:txBody>
      </p:sp>
      <p:pic>
        <p:nvPicPr>
          <p:cNvPr id="1026" name="Picture 2" descr="https://pbs.twimg.com/profile_images/1794620143/ok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55729" y="1116859"/>
            <a:ext cx="781206" cy="62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https://pbs.twimg.com/profile_images/1794620143/ok.png">
            <a:hlinkClick r:id="rId2"/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00648" y="1086332"/>
            <a:ext cx="816094" cy="64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36 Rectángulo redondeado">
            <a:hlinkClick r:id="" action="ppaction://noaction"/>
          </p:cNvPr>
          <p:cNvSpPr/>
          <p:nvPr/>
        </p:nvSpPr>
        <p:spPr>
          <a:xfrm>
            <a:off x="135550" y="3090338"/>
            <a:ext cx="11920901" cy="469321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5" dirty="0"/>
          </a:p>
        </p:txBody>
      </p:sp>
      <p:sp>
        <p:nvSpPr>
          <p:cNvPr id="38" name="37 CuadroTexto"/>
          <p:cNvSpPr txBox="1"/>
          <p:nvPr/>
        </p:nvSpPr>
        <p:spPr>
          <a:xfrm>
            <a:off x="270476" y="3134343"/>
            <a:ext cx="1156923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6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Planejamento de Vendas - CSC – TD</a:t>
            </a:r>
          </a:p>
        </p:txBody>
      </p:sp>
      <p:sp>
        <p:nvSpPr>
          <p:cNvPr id="39" name="38 CuadroTexto"/>
          <p:cNvSpPr txBox="1"/>
          <p:nvPr/>
        </p:nvSpPr>
        <p:spPr>
          <a:xfrm>
            <a:off x="5716699" y="4675276"/>
            <a:ext cx="2428233" cy="300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5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GP</a:t>
            </a:r>
          </a:p>
        </p:txBody>
      </p:sp>
      <p:sp>
        <p:nvSpPr>
          <p:cNvPr id="40" name="44 CuadroTexto"/>
          <p:cNvSpPr txBox="1"/>
          <p:nvPr/>
        </p:nvSpPr>
        <p:spPr>
          <a:xfrm>
            <a:off x="7535293" y="4093648"/>
            <a:ext cx="4358600" cy="238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Escopo, Cronograma, Entregas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Gestão da Equipe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Gestão Financeira e Contratos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Comunicação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Influência e gerenciamento de conflitos</a:t>
            </a:r>
          </a:p>
          <a:p>
            <a:pPr algn="ctr">
              <a:spcAft>
                <a:spcPts val="903"/>
              </a:spcAft>
            </a:pPr>
            <a:r>
              <a:rPr lang="pt-BR" sz="1505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Tomada de Decisão</a:t>
            </a:r>
          </a:p>
          <a:p>
            <a:pPr>
              <a:spcAft>
                <a:spcPts val="903"/>
              </a:spcAft>
            </a:pPr>
            <a:endParaRPr lang="pt-BR" sz="1355" dirty="0"/>
          </a:p>
        </p:txBody>
      </p:sp>
    </p:spTree>
    <p:extLst>
      <p:ext uri="{BB962C8B-B14F-4D97-AF65-F5344CB8AC3E}">
        <p14:creationId xmlns:p14="http://schemas.microsoft.com/office/powerpoint/2010/main" val="420354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Agenda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" name="Retângulo 5"/>
          <p:cNvSpPr>
            <a:spLocks noChangeArrowheads="1"/>
          </p:cNvSpPr>
          <p:nvPr/>
        </p:nvSpPr>
        <p:spPr bwMode="auto">
          <a:xfrm>
            <a:off x="177923" y="1051198"/>
            <a:ext cx="888795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742950" indent="-7429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Projeto Melhoria Contínua dos Serviços de TD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Status dos Projetos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Plano </a:t>
            </a:r>
            <a:r>
              <a:rPr lang="pt-BR" sz="2800" dirty="0">
                <a:solidFill>
                  <a:schemeClr val="tx1"/>
                </a:solidFill>
                <a:latin typeface="Gill Sans Std Light" panose="020B0302020104020203" pitchFamily="34" charset="0"/>
              </a:rPr>
              <a:t>T</a:t>
            </a: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ático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Reconhecimento</a:t>
            </a:r>
          </a:p>
          <a:p>
            <a:pPr marL="0" indent="0"/>
            <a:endParaRPr lang="pt-BR" sz="1200" dirty="0">
              <a:solidFill>
                <a:schemeClr val="tx1"/>
              </a:solidFill>
              <a:latin typeface="Gill Sans Std Light" panose="020B0302020104020203" pitchFamily="34" charset="0"/>
            </a:endParaRPr>
          </a:p>
        </p:txBody>
      </p:sp>
      <p:grpSp>
        <p:nvGrpSpPr>
          <p:cNvPr id="7" name="Group 2"/>
          <p:cNvGrpSpPr/>
          <p:nvPr/>
        </p:nvGrpSpPr>
        <p:grpSpPr>
          <a:xfrm>
            <a:off x="6464977" y="2137516"/>
            <a:ext cx="6256204" cy="4406282"/>
            <a:chOff x="3641289" y="1740269"/>
            <a:chExt cx="6256204" cy="4406282"/>
          </a:xfrm>
        </p:grpSpPr>
        <p:pic>
          <p:nvPicPr>
            <p:cNvPr id="9" name="Picture 8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260000">
              <a:off x="3641289" y="4652805"/>
              <a:ext cx="6256204" cy="1493746"/>
            </a:xfrm>
            <a:prstGeom prst="rect">
              <a:avLst/>
            </a:prstGeom>
          </p:spPr>
        </p:pic>
        <p:grpSp>
          <p:nvGrpSpPr>
            <p:cNvPr id="10" name="Group 6"/>
            <p:cNvGrpSpPr/>
            <p:nvPr/>
          </p:nvGrpSpPr>
          <p:grpSpPr>
            <a:xfrm>
              <a:off x="4490541" y="1740269"/>
              <a:ext cx="4041172" cy="3714022"/>
              <a:chOff x="4670328" y="2315695"/>
              <a:chExt cx="4041172" cy="3714022"/>
            </a:xfrm>
            <a:scene3d>
              <a:camera prst="perspectiveContrastingLeftFacing" fov="4200000"/>
              <a:lightRig rig="threePt" dir="t"/>
            </a:scene3d>
          </p:grpSpPr>
          <p:sp>
            <p:nvSpPr>
              <p:cNvPr id="11" name="Rounded Rectangle 1"/>
              <p:cNvSpPr/>
              <p:nvPr/>
            </p:nvSpPr>
            <p:spPr>
              <a:xfrm>
                <a:off x="4670328" y="2443163"/>
                <a:ext cx="4041172" cy="3586554"/>
              </a:xfrm>
              <a:prstGeom prst="roundRect">
                <a:avLst>
                  <a:gd name="adj" fmla="val 6573"/>
                </a:avLst>
              </a:prstGeom>
              <a:gradFill flip="none" rotWithShape="1">
                <a:gsLst>
                  <a:gs pos="99000">
                    <a:sysClr val="window" lastClr="FFFFFF">
                      <a:lumMod val="65000"/>
                    </a:sysClr>
                  </a:gs>
                  <a:gs pos="0">
                    <a:sysClr val="windowText" lastClr="000000">
                      <a:lumMod val="50000"/>
                      <a:lumOff val="50000"/>
                    </a:sysClr>
                  </a:gs>
                </a:gsLst>
                <a:lin ang="16200000" scaled="1"/>
                <a:tileRect/>
              </a:gradFill>
              <a:ln w="25400" cap="flat" cmpd="sng" algn="ctr">
                <a:noFill/>
                <a:prstDash val="solid"/>
              </a:ln>
              <a:effectLst/>
              <a:sp3d prstMaterial="matte">
                <a:bevelT w="127000" h="38100"/>
              </a:sp3d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ounded Rectangle 142"/>
              <p:cNvSpPr/>
              <p:nvPr/>
            </p:nvSpPr>
            <p:spPr>
              <a:xfrm>
                <a:off x="4901545" y="2744459"/>
                <a:ext cx="3630168" cy="3120666"/>
              </a:xfrm>
              <a:prstGeom prst="roundRect">
                <a:avLst>
                  <a:gd name="adj" fmla="val 8072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Rounded Rectangle 141"/>
              <p:cNvSpPr/>
              <p:nvPr/>
            </p:nvSpPr>
            <p:spPr>
              <a:xfrm>
                <a:off x="4899417" y="2673023"/>
                <a:ext cx="3630168" cy="3120666"/>
              </a:xfrm>
              <a:prstGeom prst="roundRect">
                <a:avLst>
                  <a:gd name="adj" fmla="val 6043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189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Rounded Rectangle 5"/>
              <p:cNvSpPr/>
              <p:nvPr/>
            </p:nvSpPr>
            <p:spPr>
              <a:xfrm>
                <a:off x="4900101" y="2630201"/>
                <a:ext cx="3630168" cy="3120666"/>
              </a:xfrm>
              <a:prstGeom prst="roundRect">
                <a:avLst>
                  <a:gd name="adj" fmla="val 6119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6" name="Group 36"/>
              <p:cNvGrpSpPr/>
              <p:nvPr/>
            </p:nvGrpSpPr>
            <p:grpSpPr>
              <a:xfrm>
                <a:off x="4900305" y="2943648"/>
                <a:ext cx="3624798" cy="2542711"/>
                <a:chOff x="5113055" y="2897735"/>
                <a:chExt cx="2900482" cy="2034623"/>
              </a:xfrm>
            </p:grpSpPr>
            <p:grpSp>
              <p:nvGrpSpPr>
                <p:cNvPr id="61" name="Group 61"/>
                <p:cNvGrpSpPr/>
                <p:nvPr/>
              </p:nvGrpSpPr>
              <p:grpSpPr>
                <a:xfrm>
                  <a:off x="5113055" y="2897735"/>
                  <a:ext cx="2896899" cy="606092"/>
                  <a:chOff x="5113055" y="2897735"/>
                  <a:chExt cx="2896899" cy="606092"/>
                </a:xfrm>
              </p:grpSpPr>
              <p:cxnSp>
                <p:nvCxnSpPr>
                  <p:cNvPr id="71" name="Straight Connector 7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2" name="Straight Connector 7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3" name="Straight Connector 73"/>
                  <p:cNvCxnSpPr/>
                  <p:nvPr/>
                </p:nvCxnSpPr>
                <p:spPr>
                  <a:xfrm>
                    <a:off x="5113055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4" name="Straight Connector 74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2" name="Group 62"/>
                <p:cNvGrpSpPr/>
                <p:nvPr/>
              </p:nvGrpSpPr>
              <p:grpSpPr>
                <a:xfrm>
                  <a:off x="5114099" y="3715035"/>
                  <a:ext cx="2898781" cy="606092"/>
                  <a:chOff x="5108453" y="2897735"/>
                  <a:chExt cx="2898781" cy="606092"/>
                </a:xfrm>
              </p:grpSpPr>
              <p:cxnSp>
                <p:nvCxnSpPr>
                  <p:cNvPr id="67" name="Straight Connector 67"/>
                  <p:cNvCxnSpPr/>
                  <p:nvPr/>
                </p:nvCxnSpPr>
                <p:spPr>
                  <a:xfrm>
                    <a:off x="511137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8" name="Straight Connector 68"/>
                  <p:cNvCxnSpPr/>
                  <p:nvPr/>
                </p:nvCxnSpPr>
                <p:spPr>
                  <a:xfrm>
                    <a:off x="511137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9" name="Straight Connector 6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0" name="Straight Connector 70"/>
                  <p:cNvCxnSpPr/>
                  <p:nvPr/>
                </p:nvCxnSpPr>
                <p:spPr>
                  <a:xfrm>
                    <a:off x="5109494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3" name="Group 63"/>
                <p:cNvGrpSpPr/>
                <p:nvPr/>
              </p:nvGrpSpPr>
              <p:grpSpPr>
                <a:xfrm>
                  <a:off x="5116006" y="4523822"/>
                  <a:ext cx="2897531" cy="408536"/>
                  <a:chOff x="5106777" y="2897735"/>
                  <a:chExt cx="2897531" cy="408536"/>
                </a:xfrm>
              </p:grpSpPr>
              <p:cxnSp>
                <p:nvCxnSpPr>
                  <p:cNvPr id="64" name="Straight Connector 64"/>
                  <p:cNvCxnSpPr/>
                  <p:nvPr/>
                </p:nvCxnSpPr>
                <p:spPr>
                  <a:xfrm>
                    <a:off x="5106777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5" name="Straight Connector 65"/>
                  <p:cNvCxnSpPr/>
                  <p:nvPr/>
                </p:nvCxnSpPr>
                <p:spPr>
                  <a:xfrm>
                    <a:off x="5106777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6" name="Straight Connector 66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7" name="Group 37"/>
              <p:cNvGrpSpPr/>
              <p:nvPr/>
            </p:nvGrpSpPr>
            <p:grpSpPr>
              <a:xfrm rot="16200000">
                <a:off x="4845414" y="2963238"/>
                <a:ext cx="3011045" cy="2542714"/>
                <a:chOff x="5108454" y="2897732"/>
                <a:chExt cx="2910729" cy="2034626"/>
              </a:xfrm>
            </p:grpSpPr>
            <p:grpSp>
              <p:nvGrpSpPr>
                <p:cNvPr id="47" name="Group 44"/>
                <p:cNvGrpSpPr/>
                <p:nvPr/>
              </p:nvGrpSpPr>
              <p:grpSpPr>
                <a:xfrm>
                  <a:off x="5108454" y="28977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7" name="Straight Connector 5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8" name="Straight Connector 5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9" name="Straight Connector 5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0" name="Straight Connector 60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8" name="Group 45"/>
                <p:cNvGrpSpPr/>
                <p:nvPr/>
              </p:nvGrpSpPr>
              <p:grpSpPr>
                <a:xfrm>
                  <a:off x="5114099" y="37150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3" name="Straight Connector 5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4" name="Straight Connector 5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5" name="Straight Connector 53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6" name="Straight Connector 56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9" name="Group 46"/>
                <p:cNvGrpSpPr/>
                <p:nvPr/>
              </p:nvGrpSpPr>
              <p:grpSpPr>
                <a:xfrm>
                  <a:off x="5117682" y="4523822"/>
                  <a:ext cx="2901501" cy="408536"/>
                  <a:chOff x="5108453" y="2897735"/>
                  <a:chExt cx="2901501" cy="408536"/>
                </a:xfrm>
              </p:grpSpPr>
              <p:cxnSp>
                <p:nvCxnSpPr>
                  <p:cNvPr id="50" name="Straight Connector 4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1" name="Straight Connector 4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2" name="Straight Connector 4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8" name="Group 38"/>
              <p:cNvGrpSpPr/>
              <p:nvPr/>
            </p:nvGrpSpPr>
            <p:grpSpPr>
              <a:xfrm rot="16200000">
                <a:off x="5853280" y="4014128"/>
                <a:ext cx="3001499" cy="408536"/>
                <a:chOff x="5108453" y="2897735"/>
                <a:chExt cx="2901501" cy="408536"/>
              </a:xfrm>
            </p:grpSpPr>
            <p:cxnSp>
              <p:nvCxnSpPr>
                <p:cNvPr id="44" name="Straight Connector 39"/>
                <p:cNvCxnSpPr/>
                <p:nvPr/>
              </p:nvCxnSpPr>
              <p:spPr>
                <a:xfrm>
                  <a:off x="5114099" y="2897735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5" name="Straight Connector 42"/>
                <p:cNvCxnSpPr/>
                <p:nvPr/>
              </p:nvCxnSpPr>
              <p:spPr>
                <a:xfrm>
                  <a:off x="5114099" y="3120004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6" name="Straight Connector 43"/>
                <p:cNvCxnSpPr/>
                <p:nvPr/>
              </p:nvCxnSpPr>
              <p:spPr>
                <a:xfrm>
                  <a:off x="5108453" y="3306271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</p:grpSp>
          <p:sp>
            <p:nvSpPr>
              <p:cNvPr id="19" name="Round Same Side Corner Rectangle 75"/>
              <p:cNvSpPr/>
              <p:nvPr/>
            </p:nvSpPr>
            <p:spPr>
              <a:xfrm>
                <a:off x="4891881" y="2631941"/>
                <a:ext cx="3639312" cy="777241"/>
              </a:xfrm>
              <a:prstGeom prst="round2SameRect">
                <a:avLst>
                  <a:gd name="adj1" fmla="val 24593"/>
                  <a:gd name="adj2" fmla="val 0"/>
                </a:avLst>
              </a:prstGeom>
              <a:gradFill>
                <a:gsLst>
                  <a:gs pos="97917">
                    <a:srgbClr val="FFFF99"/>
                  </a:gs>
                  <a:gs pos="0">
                    <a:srgbClr val="F79646">
                      <a:lumMod val="50000"/>
                    </a:srgbClr>
                  </a:gs>
                  <a:gs pos="82000">
                    <a:srgbClr val="FFC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143"/>
              <p:cNvSpPr txBox="1"/>
              <p:nvPr/>
            </p:nvSpPr>
            <p:spPr>
              <a:xfrm>
                <a:off x="5039223" y="3357983"/>
                <a:ext cx="3319084" cy="2292935"/>
              </a:xfrm>
              <a:prstGeom prst="rect">
                <a:avLst/>
              </a:prstGeom>
              <a:noFill/>
              <a:sp3d prstMaterial="matte"/>
            </p:spPr>
            <p:txBody>
              <a:bodyPr wrap="square" lIns="182880" tIns="91440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0" b="1" dirty="0" smtClean="0">
                    <a:ln w="17780" cmpd="sng">
                      <a:noFill/>
                      <a:prstDash val="solid"/>
                      <a:miter lim="800000"/>
                    </a:ln>
                    <a:gradFill rotWithShape="1">
                      <a:gsLst>
                        <a:gs pos="0">
                          <a:srgbClr val="000000">
                            <a:tint val="92000"/>
                            <a:shade val="100000"/>
                            <a:satMod val="150000"/>
                          </a:srgbClr>
                        </a:gs>
                        <a:gs pos="49000">
                          <a:srgbClr val="000000">
                            <a:tint val="89000"/>
                            <a:shade val="90000"/>
                            <a:satMod val="150000"/>
                          </a:srgbClr>
                        </a:gs>
                        <a:gs pos="50000">
                          <a:srgbClr val="000000">
                            <a:tint val="100000"/>
                            <a:shade val="75000"/>
                            <a:satMod val="150000"/>
                          </a:srgbClr>
                        </a:gs>
                        <a:gs pos="95000">
                          <a:srgbClr val="000000">
                            <a:shade val="47000"/>
                            <a:satMod val="150000"/>
                          </a:srgbClr>
                        </a:gs>
                        <a:gs pos="100000">
                          <a:srgbClr val="000000">
                            <a:shade val="39000"/>
                            <a:satMod val="150000"/>
                          </a:srgbClr>
                        </a:gs>
                      </a:gsLst>
                      <a:lin ang="5400000"/>
                    </a:gradFill>
                    <a:effectLst>
                      <a:outerShdw blurRad="50800" algn="tl" rotWithShape="0">
                        <a:srgbClr val="000000"/>
                      </a:outerShdw>
                    </a:effectLst>
                    <a:latin typeface="Arial Black" pitchFamily="34" charset="0"/>
                  </a:rPr>
                  <a:t>04</a:t>
                </a:r>
                <a:endParaRPr kumimoji="0" lang="en-US" sz="14000" b="1" i="0" u="none" strike="noStrike" kern="1200" cap="none" spc="0" normalizeH="0" baseline="0" noProof="0" dirty="0">
                  <a:ln w="17780" cmpd="sng">
                    <a:noFill/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Box 100"/>
              <p:cNvSpPr txBox="1"/>
              <p:nvPr/>
            </p:nvSpPr>
            <p:spPr>
              <a:xfrm>
                <a:off x="5459484" y="2885962"/>
                <a:ext cx="2479194" cy="523220"/>
              </a:xfrm>
              <a:prstGeom prst="rect">
                <a:avLst/>
              </a:prstGeom>
              <a:noFill/>
              <a:sp3d prstMaterial="matte"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innerShdw blurRad="63500" dist="50800" dir="16200000">
                        <a:prstClr val="black">
                          <a:alpha val="50000"/>
                        </a:prstClr>
                      </a:innerShdw>
                    </a:effectLst>
                    <a:uLnTx/>
                    <a:uFillTx/>
                    <a:latin typeface="Calibri"/>
                    <a:ea typeface="+mn-ea"/>
                    <a:cs typeface="+mn-cs"/>
                  </a:rPr>
                  <a:t>Agosto</a:t>
                </a:r>
                <a:endPara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2" name="Group 76"/>
              <p:cNvGrpSpPr/>
              <p:nvPr/>
            </p:nvGrpSpPr>
            <p:grpSpPr>
              <a:xfrm>
                <a:off x="5336253" y="2315695"/>
                <a:ext cx="2816247" cy="514574"/>
                <a:chOff x="5452365" y="1923817"/>
                <a:chExt cx="2816247" cy="514574"/>
              </a:xfrm>
            </p:grpSpPr>
            <p:sp>
              <p:nvSpPr>
                <p:cNvPr id="23" name="Rectangle 79"/>
                <p:cNvSpPr/>
                <p:nvPr/>
              </p:nvSpPr>
              <p:spPr>
                <a:xfrm>
                  <a:off x="5452365" y="2299243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 89"/>
                <p:cNvSpPr/>
                <p:nvPr/>
              </p:nvSpPr>
              <p:spPr>
                <a:xfrm>
                  <a:off x="5492160" y="1926078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 90"/>
                <p:cNvSpPr/>
                <p:nvPr/>
              </p:nvSpPr>
              <p:spPr>
                <a:xfrm>
                  <a:off x="5903977" y="2299836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93"/>
                <p:cNvSpPr/>
                <p:nvPr/>
              </p:nvSpPr>
              <p:spPr>
                <a:xfrm>
                  <a:off x="5942628" y="1927834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94"/>
                <p:cNvSpPr/>
                <p:nvPr/>
              </p:nvSpPr>
              <p:spPr>
                <a:xfrm>
                  <a:off x="6347310" y="2303906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102"/>
                <p:cNvSpPr/>
                <p:nvPr/>
              </p:nvSpPr>
              <p:spPr>
                <a:xfrm>
                  <a:off x="6384711" y="192993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103"/>
                <p:cNvSpPr/>
                <p:nvPr/>
              </p:nvSpPr>
              <p:spPr>
                <a:xfrm>
                  <a:off x="6728994" y="2302371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105"/>
                <p:cNvSpPr/>
                <p:nvPr/>
              </p:nvSpPr>
              <p:spPr>
                <a:xfrm>
                  <a:off x="6769066" y="192957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106"/>
                <p:cNvSpPr/>
                <p:nvPr/>
              </p:nvSpPr>
              <p:spPr>
                <a:xfrm>
                  <a:off x="7181511" y="229907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107"/>
                <p:cNvSpPr/>
                <p:nvPr/>
              </p:nvSpPr>
              <p:spPr>
                <a:xfrm>
                  <a:off x="7220162" y="192800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108"/>
                <p:cNvSpPr/>
                <p:nvPr/>
              </p:nvSpPr>
              <p:spPr>
                <a:xfrm>
                  <a:off x="7636699" y="230272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109"/>
                <p:cNvSpPr/>
                <p:nvPr/>
              </p:nvSpPr>
              <p:spPr>
                <a:xfrm>
                  <a:off x="7676169" y="192382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110"/>
                <p:cNvSpPr/>
                <p:nvPr/>
              </p:nvSpPr>
              <p:spPr>
                <a:xfrm>
                  <a:off x="8106702" y="2301098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 111"/>
                <p:cNvSpPr/>
                <p:nvPr/>
              </p:nvSpPr>
              <p:spPr>
                <a:xfrm>
                  <a:off x="8146811" y="193078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 112"/>
                <p:cNvSpPr/>
                <p:nvPr/>
              </p:nvSpPr>
              <p:spPr>
                <a:xfrm>
                  <a:off x="5546860" y="1926066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113"/>
                <p:cNvSpPr/>
                <p:nvPr/>
              </p:nvSpPr>
              <p:spPr>
                <a:xfrm>
                  <a:off x="5997328" y="192782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 114"/>
                <p:cNvSpPr/>
                <p:nvPr/>
              </p:nvSpPr>
              <p:spPr>
                <a:xfrm>
                  <a:off x="6439411" y="192992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 115"/>
                <p:cNvSpPr/>
                <p:nvPr/>
              </p:nvSpPr>
              <p:spPr>
                <a:xfrm>
                  <a:off x="6823766" y="1929560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 116"/>
                <p:cNvSpPr/>
                <p:nvPr/>
              </p:nvSpPr>
              <p:spPr>
                <a:xfrm>
                  <a:off x="7274862" y="192799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Rectangle 117"/>
                <p:cNvSpPr/>
                <p:nvPr/>
              </p:nvSpPr>
              <p:spPr>
                <a:xfrm>
                  <a:off x="7730869" y="192381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 118"/>
                <p:cNvSpPr/>
                <p:nvPr/>
              </p:nvSpPr>
              <p:spPr>
                <a:xfrm>
                  <a:off x="8201511" y="193077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861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4144388" y="3824425"/>
            <a:ext cx="3745975" cy="2149246"/>
            <a:chOff x="4144388" y="3824425"/>
            <a:chExt cx="3745975" cy="2149246"/>
          </a:xfrm>
        </p:grpSpPr>
        <p:sp>
          <p:nvSpPr>
            <p:cNvPr id="504" name="Rounded Rectangle 110"/>
            <p:cNvSpPr/>
            <p:nvPr/>
          </p:nvSpPr>
          <p:spPr>
            <a:xfrm rot="5400000">
              <a:off x="5201074" y="3284382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61BFFF"/>
                </a:gs>
                <a:gs pos="100000">
                  <a:srgbClr val="0070C0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505" name="Rectangle 111"/>
            <p:cNvSpPr/>
            <p:nvPr/>
          </p:nvSpPr>
          <p:spPr>
            <a:xfrm>
              <a:off x="5436793" y="4664488"/>
              <a:ext cx="167029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Atuação DA Projetos X Sustentação X DI</a:t>
              </a:r>
            </a:p>
          </p:txBody>
        </p:sp>
        <p:sp>
          <p:nvSpPr>
            <p:cNvPr id="502" name="Oval 3"/>
            <p:cNvSpPr/>
            <p:nvPr/>
          </p:nvSpPr>
          <p:spPr>
            <a:xfrm rot="21238514">
              <a:off x="4144388" y="3824425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503" name="Oval 3"/>
            <p:cNvSpPr/>
            <p:nvPr/>
          </p:nvSpPr>
          <p:spPr>
            <a:xfrm>
              <a:off x="4233473" y="3829145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0070C0">
                    <a:lumMod val="60000"/>
                    <a:lumOff val="40000"/>
                  </a:srgbClr>
                </a:gs>
                <a:gs pos="100000">
                  <a:srgbClr val="0070C0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501" name="Oval 6"/>
            <p:cNvSpPr/>
            <p:nvPr/>
          </p:nvSpPr>
          <p:spPr>
            <a:xfrm>
              <a:off x="4337074" y="3926094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81" name="Rectangle 108"/>
            <p:cNvSpPr/>
            <p:nvPr/>
          </p:nvSpPr>
          <p:spPr>
            <a:xfrm>
              <a:off x="5690590" y="4266026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Gestão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52036" y="4203878"/>
              <a:ext cx="863848" cy="493627"/>
            </a:xfrm>
            <a:prstGeom prst="rect">
              <a:avLst/>
            </a:prstGeom>
          </p:spPr>
        </p:pic>
      </p:grpSp>
      <p:grpSp>
        <p:nvGrpSpPr>
          <p:cNvPr id="2" name="Grupo 1"/>
          <p:cNvGrpSpPr/>
          <p:nvPr/>
        </p:nvGrpSpPr>
        <p:grpSpPr>
          <a:xfrm>
            <a:off x="202570" y="3824425"/>
            <a:ext cx="3745975" cy="2149246"/>
            <a:chOff x="202570" y="3824425"/>
            <a:chExt cx="3745975" cy="2149246"/>
          </a:xfrm>
        </p:grpSpPr>
        <p:sp>
          <p:nvSpPr>
            <p:cNvPr id="477" name="Rounded Rectangle 110"/>
            <p:cNvSpPr/>
            <p:nvPr/>
          </p:nvSpPr>
          <p:spPr>
            <a:xfrm rot="5400000">
              <a:off x="1259256" y="3284382"/>
              <a:ext cx="1821522" cy="3557056"/>
            </a:xfrm>
            <a:prstGeom prst="roundRect">
              <a:avLst>
                <a:gd name="adj" fmla="val 7102"/>
              </a:avLst>
            </a:prstGeom>
            <a:gradFill flip="none" rotWithShape="1">
              <a:gsLst>
                <a:gs pos="0">
                  <a:srgbClr val="EC9EC5"/>
                </a:gs>
                <a:gs pos="100000">
                  <a:srgbClr val="C12572"/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478" name="Rectangle 111"/>
            <p:cNvSpPr/>
            <p:nvPr/>
          </p:nvSpPr>
          <p:spPr>
            <a:xfrm>
              <a:off x="1494975" y="4664488"/>
              <a:ext cx="177933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Modelo de Contratação – Evolução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Modelo de Contratação - Sustentação</a:t>
              </a:r>
            </a:p>
          </p:txBody>
        </p:sp>
        <p:sp>
          <p:nvSpPr>
            <p:cNvPr id="475" name="Oval 3"/>
            <p:cNvSpPr/>
            <p:nvPr/>
          </p:nvSpPr>
          <p:spPr>
            <a:xfrm rot="21238514">
              <a:off x="202570" y="3824425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76" name="Oval 3"/>
            <p:cNvSpPr/>
            <p:nvPr/>
          </p:nvSpPr>
          <p:spPr>
            <a:xfrm>
              <a:off x="291655" y="3829145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12572">
                    <a:lumMod val="60000"/>
                    <a:lumOff val="40000"/>
                  </a:srgbClr>
                </a:gs>
                <a:gs pos="100000">
                  <a:srgbClr val="C12572"/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474" name="Oval 6"/>
            <p:cNvSpPr/>
            <p:nvPr/>
          </p:nvSpPr>
          <p:spPr>
            <a:xfrm>
              <a:off x="395256" y="3926094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54" name="Rectangle 108"/>
            <p:cNvSpPr/>
            <p:nvPr/>
          </p:nvSpPr>
          <p:spPr>
            <a:xfrm>
              <a:off x="1748772" y="4266026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Sourcing</a:t>
              </a: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4532" y="4126722"/>
              <a:ext cx="811860" cy="676550"/>
            </a:xfrm>
            <a:prstGeom prst="rect">
              <a:avLst/>
            </a:prstGeom>
          </p:spPr>
        </p:pic>
      </p:grpSp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8086207" y="3824425"/>
            <a:ext cx="3745975" cy="2149246"/>
            <a:chOff x="8086207" y="3824425"/>
            <a:chExt cx="3745975" cy="2149246"/>
          </a:xfrm>
        </p:grpSpPr>
        <p:sp>
          <p:nvSpPr>
            <p:cNvPr id="531" name="Rounded Rectangle 110"/>
            <p:cNvSpPr/>
            <p:nvPr/>
          </p:nvSpPr>
          <p:spPr>
            <a:xfrm rot="5400000">
              <a:off x="9142893" y="3284382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B1D9AF"/>
                </a:gs>
                <a:gs pos="100000">
                  <a:srgbClr val="53A74E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532" name="Rectangle 111"/>
            <p:cNvSpPr/>
            <p:nvPr/>
          </p:nvSpPr>
          <p:spPr>
            <a:xfrm>
              <a:off x="9378612" y="4664488"/>
              <a:ext cx="1947049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Nova Estrutura Organizacional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Clusterização</a:t>
              </a: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 Papéis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Capacitação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Equipe Engajada</a:t>
              </a:r>
            </a:p>
          </p:txBody>
        </p:sp>
        <p:sp>
          <p:nvSpPr>
            <p:cNvPr id="529" name="Oval 3"/>
            <p:cNvSpPr/>
            <p:nvPr/>
          </p:nvSpPr>
          <p:spPr>
            <a:xfrm rot="21238514">
              <a:off x="8086207" y="3824425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530" name="Oval 3"/>
            <p:cNvSpPr/>
            <p:nvPr/>
          </p:nvSpPr>
          <p:spPr>
            <a:xfrm>
              <a:off x="8175292" y="3829145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53A74E">
                    <a:lumMod val="60000"/>
                    <a:lumOff val="40000"/>
                  </a:srgbClr>
                </a:gs>
                <a:gs pos="100000">
                  <a:srgbClr val="53A74E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528" name="Oval 6"/>
            <p:cNvSpPr/>
            <p:nvPr/>
          </p:nvSpPr>
          <p:spPr>
            <a:xfrm>
              <a:off x="8278893" y="3926094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508" name="Rectangle 108"/>
            <p:cNvSpPr/>
            <p:nvPr/>
          </p:nvSpPr>
          <p:spPr>
            <a:xfrm>
              <a:off x="9632409" y="4266026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Pessoas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27035" y="4031022"/>
              <a:ext cx="955131" cy="765577"/>
            </a:xfrm>
            <a:prstGeom prst="rect">
              <a:avLst/>
            </a:prstGeom>
          </p:spPr>
        </p:pic>
      </p:grpSp>
      <p:grpSp>
        <p:nvGrpSpPr>
          <p:cNvPr id="15" name="Grupo 14"/>
          <p:cNvGrpSpPr/>
          <p:nvPr/>
        </p:nvGrpSpPr>
        <p:grpSpPr>
          <a:xfrm>
            <a:off x="8175292" y="1172538"/>
            <a:ext cx="3656890" cy="2144526"/>
            <a:chOff x="8175292" y="1172538"/>
            <a:chExt cx="3656890" cy="2144526"/>
          </a:xfrm>
        </p:grpSpPr>
        <p:sp>
          <p:nvSpPr>
            <p:cNvPr id="450" name="Rounded Rectangle 110"/>
            <p:cNvSpPr/>
            <p:nvPr/>
          </p:nvSpPr>
          <p:spPr>
            <a:xfrm rot="5400000">
              <a:off x="9142893" y="627775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FAC6B4"/>
                </a:gs>
                <a:gs pos="100000">
                  <a:srgbClr val="F46A3C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451" name="Rectangle 111"/>
            <p:cNvSpPr/>
            <p:nvPr/>
          </p:nvSpPr>
          <p:spPr>
            <a:xfrm>
              <a:off x="9378612" y="2007881"/>
              <a:ext cx="183451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Sustentação – Situação Atual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Evolução testes (fábrica, ferramenta, abordagens, </a:t>
              </a:r>
              <a:r>
                <a:rPr lang="pt-BR" sz="12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449" name="Oval 3"/>
            <p:cNvSpPr/>
            <p:nvPr/>
          </p:nvSpPr>
          <p:spPr>
            <a:xfrm>
              <a:off x="8175292" y="1172538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F46A3C">
                    <a:lumMod val="60000"/>
                    <a:lumOff val="40000"/>
                  </a:srgbClr>
                </a:gs>
                <a:gs pos="100000">
                  <a:srgbClr val="F46A3C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447" name="Oval 6"/>
            <p:cNvSpPr/>
            <p:nvPr/>
          </p:nvSpPr>
          <p:spPr>
            <a:xfrm>
              <a:off x="8278893" y="1269487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27" name="Rectangle 108"/>
            <p:cNvSpPr/>
            <p:nvPr/>
          </p:nvSpPr>
          <p:spPr>
            <a:xfrm>
              <a:off x="9632409" y="1609419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Qualidade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51878" y="1441363"/>
              <a:ext cx="705444" cy="705444"/>
            </a:xfrm>
            <a:prstGeom prst="rect">
              <a:avLst/>
            </a:prstGeom>
          </p:spPr>
        </p:pic>
      </p:grpSp>
      <p:grpSp>
        <p:nvGrpSpPr>
          <p:cNvPr id="13" name="Grupo 12"/>
          <p:cNvGrpSpPr/>
          <p:nvPr/>
        </p:nvGrpSpPr>
        <p:grpSpPr>
          <a:xfrm>
            <a:off x="4144388" y="1167818"/>
            <a:ext cx="3745975" cy="2149246"/>
            <a:chOff x="4144388" y="1167818"/>
            <a:chExt cx="3745975" cy="2149246"/>
          </a:xfrm>
        </p:grpSpPr>
        <p:sp>
          <p:nvSpPr>
            <p:cNvPr id="423" name="Rounded Rectangle 110"/>
            <p:cNvSpPr/>
            <p:nvPr/>
          </p:nvSpPr>
          <p:spPr>
            <a:xfrm rot="5400000">
              <a:off x="5201074" y="627775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FDE3A1"/>
                </a:gs>
                <a:gs pos="100000">
                  <a:srgbClr val="FBD168">
                    <a:lumMod val="75000"/>
                  </a:srgbClr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14400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424" name="Rectangle 111"/>
            <p:cNvSpPr/>
            <p:nvPr/>
          </p:nvSpPr>
          <p:spPr>
            <a:xfrm>
              <a:off x="5436793" y="2007881"/>
              <a:ext cx="200125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Ciclo de desenvolvimento de aplicação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</a:t>
              </a: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BR" sz="1200" kern="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List</a:t>
              </a: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Projetos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Requisitos</a:t>
              </a:r>
              <a:endPara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Oval 3"/>
            <p:cNvSpPr/>
            <p:nvPr/>
          </p:nvSpPr>
          <p:spPr>
            <a:xfrm rot="21238514">
              <a:off x="4144388" y="1167818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22" name="Oval 3"/>
            <p:cNvSpPr/>
            <p:nvPr/>
          </p:nvSpPr>
          <p:spPr>
            <a:xfrm>
              <a:off x="4233473" y="1172538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FBD168"/>
                </a:gs>
                <a:gs pos="100000">
                  <a:srgbClr val="FBD168">
                    <a:lumMod val="75000"/>
                  </a:srgbClr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14400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420" name="Oval 6"/>
            <p:cNvSpPr/>
            <p:nvPr/>
          </p:nvSpPr>
          <p:spPr>
            <a:xfrm>
              <a:off x="4337074" y="1269487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00" name="Rectangle 108"/>
            <p:cNvSpPr/>
            <p:nvPr/>
          </p:nvSpPr>
          <p:spPr>
            <a:xfrm>
              <a:off x="5690590" y="1609419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Forma de </a:t>
              </a: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Atuação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43715" y="1494618"/>
              <a:ext cx="814483" cy="586737"/>
            </a:xfrm>
            <a:prstGeom prst="rect">
              <a:avLst/>
            </a:prstGeom>
          </p:spPr>
        </p:pic>
      </p:grpSp>
      <p:grpSp>
        <p:nvGrpSpPr>
          <p:cNvPr id="12" name="Grupo 11"/>
          <p:cNvGrpSpPr/>
          <p:nvPr/>
        </p:nvGrpSpPr>
        <p:grpSpPr>
          <a:xfrm>
            <a:off x="202570" y="1167818"/>
            <a:ext cx="3745975" cy="2178267"/>
            <a:chOff x="202570" y="1167818"/>
            <a:chExt cx="3745975" cy="2178267"/>
          </a:xfrm>
        </p:grpSpPr>
        <p:sp>
          <p:nvSpPr>
            <p:cNvPr id="179" name="Rounded Rectangle 110"/>
            <p:cNvSpPr/>
            <p:nvPr/>
          </p:nvSpPr>
          <p:spPr>
            <a:xfrm rot="5400000">
              <a:off x="1259256" y="627775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A0D5EA"/>
                </a:gs>
                <a:gs pos="100000">
                  <a:srgbClr val="35A5D2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180" name="Rectangle 111"/>
            <p:cNvSpPr/>
            <p:nvPr/>
          </p:nvSpPr>
          <p:spPr>
            <a:xfrm>
              <a:off x="1223787" y="1899535"/>
              <a:ext cx="2192920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Arquitetura de Referência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As </a:t>
              </a:r>
              <a:r>
                <a:rPr lang="pt-BR" sz="11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pt-B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por Pace </a:t>
              </a:r>
              <a:r>
                <a:rPr lang="pt-BR" sz="11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Layered</a:t>
              </a:r>
              <a:endParaRPr lang="pt-BR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Futura</a:t>
              </a:r>
            </a:p>
            <a:p>
              <a:pPr marL="628650" lvl="2" indent="-171450">
                <a:buFont typeface="Arial" panose="020B0604020202020204" pitchFamily="34" charset="0"/>
                <a:buChar char="•"/>
              </a:pPr>
              <a:r>
                <a:rPr lang="pt-B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Principais movimentos para 2015</a:t>
              </a:r>
            </a:p>
            <a:p>
              <a:pPr marL="628650" lvl="2" indent="-171450">
                <a:buFont typeface="Arial" panose="020B0604020202020204" pitchFamily="34" charset="0"/>
                <a:buChar char="•"/>
              </a:pPr>
              <a:r>
                <a:rPr lang="pt-B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Movimentos para 2016</a:t>
              </a:r>
            </a:p>
          </p:txBody>
        </p:sp>
        <p:sp>
          <p:nvSpPr>
            <p:cNvPr id="177" name="Oval 3"/>
            <p:cNvSpPr/>
            <p:nvPr/>
          </p:nvSpPr>
          <p:spPr>
            <a:xfrm rot="21238514">
              <a:off x="202570" y="1167818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178" name="Oval 3"/>
            <p:cNvSpPr/>
            <p:nvPr/>
          </p:nvSpPr>
          <p:spPr>
            <a:xfrm>
              <a:off x="291655" y="1172538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35A5D2">
                    <a:lumMod val="60000"/>
                    <a:lumOff val="40000"/>
                  </a:srgbClr>
                </a:gs>
                <a:gs pos="100000">
                  <a:srgbClr val="35A5D2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176" name="Oval 6"/>
            <p:cNvSpPr/>
            <p:nvPr/>
          </p:nvSpPr>
          <p:spPr>
            <a:xfrm>
              <a:off x="395256" y="1269487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372" name="Rectangle 108"/>
            <p:cNvSpPr/>
            <p:nvPr/>
          </p:nvSpPr>
          <p:spPr>
            <a:xfrm>
              <a:off x="1748772" y="1609419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Arquitetura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2810" y="1446403"/>
              <a:ext cx="649097" cy="703189"/>
            </a:xfrm>
            <a:prstGeom prst="rect">
              <a:avLst/>
            </a:prstGeom>
          </p:spPr>
        </p:pic>
      </p:grpSp>
      <p:grpSp>
        <p:nvGrpSpPr>
          <p:cNvPr id="52" name="Group 252"/>
          <p:cNvGrpSpPr/>
          <p:nvPr/>
        </p:nvGrpSpPr>
        <p:grpSpPr>
          <a:xfrm>
            <a:off x="10895014" y="1475467"/>
            <a:ext cx="1552427" cy="2142445"/>
            <a:chOff x="3069681" y="2079111"/>
            <a:chExt cx="3001989" cy="3824888"/>
          </a:xfrm>
        </p:grpSpPr>
        <p:sp>
          <p:nvSpPr>
            <p:cNvPr id="53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54" name="Chart 254"/>
            <p:cNvGraphicFramePr/>
            <p:nvPr>
              <p:extLst/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55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7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59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65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0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61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8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9" name="Group 252"/>
          <p:cNvGrpSpPr/>
          <p:nvPr/>
        </p:nvGrpSpPr>
        <p:grpSpPr>
          <a:xfrm>
            <a:off x="6907653" y="4183506"/>
            <a:ext cx="1552427" cy="2142445"/>
            <a:chOff x="3069681" y="2079111"/>
            <a:chExt cx="3001989" cy="3824888"/>
          </a:xfrm>
        </p:grpSpPr>
        <p:sp>
          <p:nvSpPr>
            <p:cNvPr id="70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71" name="Chart 254"/>
            <p:cNvGraphicFramePr/>
            <p:nvPr>
              <p:extLst/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72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4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76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82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78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5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6" name="Group 252"/>
          <p:cNvGrpSpPr/>
          <p:nvPr/>
        </p:nvGrpSpPr>
        <p:grpSpPr>
          <a:xfrm>
            <a:off x="2960672" y="4154558"/>
            <a:ext cx="1552427" cy="2142445"/>
            <a:chOff x="3069681" y="2079111"/>
            <a:chExt cx="3001989" cy="3824888"/>
          </a:xfrm>
        </p:grpSpPr>
        <p:sp>
          <p:nvSpPr>
            <p:cNvPr id="87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88" name="Chart 254"/>
            <p:cNvGraphicFramePr/>
            <p:nvPr>
              <p:extLst/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89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91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93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99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4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95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92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3" name="Group 252"/>
          <p:cNvGrpSpPr/>
          <p:nvPr/>
        </p:nvGrpSpPr>
        <p:grpSpPr>
          <a:xfrm>
            <a:off x="10926950" y="4186580"/>
            <a:ext cx="1552427" cy="2142445"/>
            <a:chOff x="3069681" y="2079111"/>
            <a:chExt cx="3001989" cy="3824888"/>
          </a:xfrm>
        </p:grpSpPr>
        <p:sp>
          <p:nvSpPr>
            <p:cNvPr id="104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105" name="Chart 254"/>
            <p:cNvGraphicFramePr/>
            <p:nvPr>
              <p:extLst/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06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7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8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110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116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1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112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09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0" name="Group 252"/>
          <p:cNvGrpSpPr/>
          <p:nvPr/>
        </p:nvGrpSpPr>
        <p:grpSpPr>
          <a:xfrm>
            <a:off x="6963843" y="1475467"/>
            <a:ext cx="1552427" cy="2142445"/>
            <a:chOff x="3069681" y="2079111"/>
            <a:chExt cx="3001989" cy="3824888"/>
          </a:xfrm>
        </p:grpSpPr>
        <p:sp>
          <p:nvSpPr>
            <p:cNvPr id="121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122" name="Chart 254"/>
            <p:cNvGraphicFramePr/>
            <p:nvPr>
              <p:extLst/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sp>
          <p:nvSpPr>
            <p:cNvPr id="123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4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25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127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133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8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129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26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7" name="Group 252"/>
          <p:cNvGrpSpPr/>
          <p:nvPr/>
        </p:nvGrpSpPr>
        <p:grpSpPr>
          <a:xfrm>
            <a:off x="2952767" y="1475467"/>
            <a:ext cx="1552427" cy="2142445"/>
            <a:chOff x="3069681" y="2079111"/>
            <a:chExt cx="3001989" cy="3824888"/>
          </a:xfrm>
        </p:grpSpPr>
        <p:sp>
          <p:nvSpPr>
            <p:cNvPr id="138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139" name="Chart 254"/>
            <p:cNvGraphicFramePr/>
            <p:nvPr>
              <p:extLst>
                <p:ext uri="{D42A27DB-BD31-4B8C-83A1-F6EECF244321}">
                  <p14:modId xmlns:p14="http://schemas.microsoft.com/office/powerpoint/2010/main" val="24252371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sp>
          <p:nvSpPr>
            <p:cNvPr id="140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1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2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144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150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5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146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3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068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179" name="Rounded Rectangle 110"/>
          <p:cNvSpPr/>
          <p:nvPr/>
        </p:nvSpPr>
        <p:spPr>
          <a:xfrm rot="5400000">
            <a:off x="1259256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A0D5EA"/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180" name="Rectangle 111"/>
          <p:cNvSpPr/>
          <p:nvPr/>
        </p:nvSpPr>
        <p:spPr>
          <a:xfrm>
            <a:off x="1494975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Referência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As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Pace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Futura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movimentos para 2015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Movimentos para 2016</a:t>
            </a:r>
          </a:p>
        </p:txBody>
      </p:sp>
      <p:sp>
        <p:nvSpPr>
          <p:cNvPr id="177" name="Oval 3"/>
          <p:cNvSpPr/>
          <p:nvPr/>
        </p:nvSpPr>
        <p:spPr>
          <a:xfrm rot="21238514">
            <a:off x="202570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8" name="Oval 3"/>
          <p:cNvSpPr/>
          <p:nvPr/>
        </p:nvSpPr>
        <p:spPr>
          <a:xfrm>
            <a:off x="291655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35A5D2">
                  <a:lumMod val="60000"/>
                  <a:lumOff val="40000"/>
                </a:srgbClr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176" name="Oval 6"/>
          <p:cNvSpPr/>
          <p:nvPr/>
        </p:nvSpPr>
        <p:spPr>
          <a:xfrm>
            <a:off x="395256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372" name="Rectangle 108"/>
          <p:cNvSpPr/>
          <p:nvPr/>
        </p:nvSpPr>
        <p:spPr>
          <a:xfrm>
            <a:off x="1748772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Arquitetura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23" name="Rounded Rectangle 110"/>
          <p:cNvSpPr/>
          <p:nvPr/>
        </p:nvSpPr>
        <p:spPr>
          <a:xfrm rot="5400000">
            <a:off x="5201074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DE3A1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24" name="Rectangle 111"/>
          <p:cNvSpPr/>
          <p:nvPr/>
        </p:nvSpPr>
        <p:spPr>
          <a:xfrm>
            <a:off x="5436793" y="2007881"/>
            <a:ext cx="25500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desenvolvimento de aplicação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Projetos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</p:txBody>
      </p:sp>
      <p:sp>
        <p:nvSpPr>
          <p:cNvPr id="421" name="Oval 3"/>
          <p:cNvSpPr/>
          <p:nvPr/>
        </p:nvSpPr>
        <p:spPr>
          <a:xfrm rot="21238514">
            <a:off x="4144388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2" name="Oval 3"/>
          <p:cNvSpPr/>
          <p:nvPr/>
        </p:nvSpPr>
        <p:spPr>
          <a:xfrm>
            <a:off x="4233473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BD168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20" name="Oval 6"/>
          <p:cNvSpPr/>
          <p:nvPr/>
        </p:nvSpPr>
        <p:spPr>
          <a:xfrm>
            <a:off x="4337074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00" name="Rectangle 108"/>
          <p:cNvSpPr/>
          <p:nvPr/>
        </p:nvSpPr>
        <p:spPr>
          <a:xfrm>
            <a:off x="5690590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Forma de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Atuação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50" name="Rounded Rectangle 110"/>
          <p:cNvSpPr/>
          <p:nvPr/>
        </p:nvSpPr>
        <p:spPr>
          <a:xfrm rot="5400000">
            <a:off x="9142893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AC6B4"/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51" name="Rectangle 111"/>
          <p:cNvSpPr/>
          <p:nvPr/>
        </p:nvSpPr>
        <p:spPr>
          <a:xfrm>
            <a:off x="9378612" y="2007881"/>
            <a:ext cx="2550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Sustentação – Situação Atual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testes (fábrica, ferramenta, abordagens,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49" name="Oval 3"/>
          <p:cNvSpPr/>
          <p:nvPr/>
        </p:nvSpPr>
        <p:spPr>
          <a:xfrm>
            <a:off x="8175292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47" name="Oval 6"/>
          <p:cNvSpPr/>
          <p:nvPr/>
        </p:nvSpPr>
        <p:spPr>
          <a:xfrm>
            <a:off x="8278893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7" name="Rectangle 108"/>
          <p:cNvSpPr/>
          <p:nvPr/>
        </p:nvSpPr>
        <p:spPr>
          <a:xfrm>
            <a:off x="9632409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Qualidade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77" name="Rounded Rectangle 110"/>
          <p:cNvSpPr/>
          <p:nvPr/>
        </p:nvSpPr>
        <p:spPr>
          <a:xfrm rot="5400000">
            <a:off x="1259256" y="3284382"/>
            <a:ext cx="1821522" cy="3557056"/>
          </a:xfrm>
          <a:prstGeom prst="roundRect">
            <a:avLst>
              <a:gd name="adj" fmla="val 7102"/>
            </a:avLst>
          </a:prstGeom>
          <a:gradFill flip="none" rotWithShape="1">
            <a:gsLst>
              <a:gs pos="0">
                <a:srgbClr val="EC9EC5"/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78" name="Rectangle 111"/>
          <p:cNvSpPr/>
          <p:nvPr/>
        </p:nvSpPr>
        <p:spPr>
          <a:xfrm>
            <a:off x="1494975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– Evolução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- Sustentação</a:t>
            </a:r>
          </a:p>
        </p:txBody>
      </p:sp>
      <p:sp>
        <p:nvSpPr>
          <p:cNvPr id="475" name="Oval 3"/>
          <p:cNvSpPr/>
          <p:nvPr/>
        </p:nvSpPr>
        <p:spPr>
          <a:xfrm rot="21238514">
            <a:off x="202570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76" name="Oval 3"/>
          <p:cNvSpPr/>
          <p:nvPr/>
        </p:nvSpPr>
        <p:spPr>
          <a:xfrm>
            <a:off x="291655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74" name="Oval 6"/>
          <p:cNvSpPr/>
          <p:nvPr/>
        </p:nvSpPr>
        <p:spPr>
          <a:xfrm>
            <a:off x="395256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54" name="Rectangle 108"/>
          <p:cNvSpPr/>
          <p:nvPr/>
        </p:nvSpPr>
        <p:spPr>
          <a:xfrm>
            <a:off x="1748772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Sourcing</a:t>
            </a:r>
          </a:p>
        </p:txBody>
      </p:sp>
      <p:sp>
        <p:nvSpPr>
          <p:cNvPr id="504" name="Rounded Rectangle 110"/>
          <p:cNvSpPr/>
          <p:nvPr/>
        </p:nvSpPr>
        <p:spPr>
          <a:xfrm rot="5400000">
            <a:off x="5201074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61BFFF"/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05" name="Rectangle 111"/>
          <p:cNvSpPr/>
          <p:nvPr/>
        </p:nvSpPr>
        <p:spPr>
          <a:xfrm>
            <a:off x="5436793" y="4664488"/>
            <a:ext cx="25500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Atuação DA Projetos X Sustentação X 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Implantação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" name="Oval 3"/>
          <p:cNvSpPr/>
          <p:nvPr/>
        </p:nvSpPr>
        <p:spPr>
          <a:xfrm rot="21238514">
            <a:off x="4144388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3" name="Oval 3"/>
          <p:cNvSpPr/>
          <p:nvPr/>
        </p:nvSpPr>
        <p:spPr>
          <a:xfrm>
            <a:off x="4233473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01" name="Oval 6"/>
          <p:cNvSpPr/>
          <p:nvPr/>
        </p:nvSpPr>
        <p:spPr>
          <a:xfrm>
            <a:off x="4337074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81" name="Rectangle 108"/>
          <p:cNvSpPr/>
          <p:nvPr/>
        </p:nvSpPr>
        <p:spPr>
          <a:xfrm>
            <a:off x="5690590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Gestão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531" name="Rounded Rectangle 110"/>
          <p:cNvSpPr/>
          <p:nvPr/>
        </p:nvSpPr>
        <p:spPr>
          <a:xfrm rot="5400000">
            <a:off x="9142893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B1D9AF"/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32" name="Rectangle 111"/>
          <p:cNvSpPr/>
          <p:nvPr/>
        </p:nvSpPr>
        <p:spPr>
          <a:xfrm>
            <a:off x="9378612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 Estrutura Organizacional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Clusterização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Papéis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Equipe Engajada</a:t>
            </a:r>
          </a:p>
        </p:txBody>
      </p:sp>
      <p:sp>
        <p:nvSpPr>
          <p:cNvPr id="529" name="Oval 3"/>
          <p:cNvSpPr/>
          <p:nvPr/>
        </p:nvSpPr>
        <p:spPr>
          <a:xfrm rot="21238514">
            <a:off x="8086207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30" name="Oval 3"/>
          <p:cNvSpPr/>
          <p:nvPr/>
        </p:nvSpPr>
        <p:spPr>
          <a:xfrm>
            <a:off x="8175292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28" name="Oval 6"/>
          <p:cNvSpPr/>
          <p:nvPr/>
        </p:nvSpPr>
        <p:spPr>
          <a:xfrm>
            <a:off x="8278893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8" name="Rectangle 108"/>
          <p:cNvSpPr/>
          <p:nvPr/>
        </p:nvSpPr>
        <p:spPr>
          <a:xfrm>
            <a:off x="9632409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Pessoas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7035" y="4031022"/>
            <a:ext cx="955131" cy="76557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532" y="4126722"/>
            <a:ext cx="811860" cy="6765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878" y="1441363"/>
            <a:ext cx="705444" cy="7054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715" y="1494618"/>
            <a:ext cx="814483" cy="58673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810" y="1446403"/>
            <a:ext cx="649097" cy="70318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036" y="4203878"/>
            <a:ext cx="863848" cy="493627"/>
          </a:xfrm>
          <a:prstGeom prst="rect">
            <a:avLst/>
          </a:prstGeom>
        </p:spPr>
      </p:pic>
      <p:grpSp>
        <p:nvGrpSpPr>
          <p:cNvPr id="46" name="Group 17"/>
          <p:cNvGrpSpPr/>
          <p:nvPr/>
        </p:nvGrpSpPr>
        <p:grpSpPr>
          <a:xfrm rot="20982921">
            <a:off x="-8049" y="-176691"/>
            <a:ext cx="5898587" cy="6370917"/>
            <a:chOff x="2096675" y="2151531"/>
            <a:chExt cx="3320213" cy="3650616"/>
          </a:xfrm>
        </p:grpSpPr>
        <p:grpSp>
          <p:nvGrpSpPr>
            <p:cNvPr id="47" name="Group 18"/>
            <p:cNvGrpSpPr/>
            <p:nvPr/>
          </p:nvGrpSpPr>
          <p:grpSpPr>
            <a:xfrm rot="917479">
              <a:off x="3974404" y="4617145"/>
              <a:ext cx="1442484" cy="1185002"/>
              <a:chOff x="4865732" y="4818670"/>
              <a:chExt cx="2275476" cy="1869308"/>
            </a:xfrm>
          </p:grpSpPr>
          <p:sp>
            <p:nvSpPr>
              <p:cNvPr id="56" name="Rounded Rectangle 7"/>
              <p:cNvSpPr/>
              <p:nvPr/>
            </p:nvSpPr>
            <p:spPr>
              <a:xfrm rot="2330230">
                <a:off x="4865732" y="4818670"/>
                <a:ext cx="350135" cy="308370"/>
              </a:xfrm>
              <a:custGeom>
                <a:avLst/>
                <a:gdLst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281612 w 331456"/>
                  <a:gd name="connsiteY5" fmla="*/ 299057 h 299057"/>
                  <a:gd name="connsiteX6" fmla="*/ 49844 w 331456"/>
                  <a:gd name="connsiteY6" fmla="*/ 299057 h 299057"/>
                  <a:gd name="connsiteX7" fmla="*/ 0 w 331456"/>
                  <a:gd name="connsiteY7" fmla="*/ 249213 h 299057"/>
                  <a:gd name="connsiteX8" fmla="*/ 0 w 331456"/>
                  <a:gd name="connsiteY8" fmla="*/ 49844 h 299057"/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49844 w 331456"/>
                  <a:gd name="connsiteY5" fmla="*/ 299057 h 299057"/>
                  <a:gd name="connsiteX6" fmla="*/ 0 w 331456"/>
                  <a:gd name="connsiteY6" fmla="*/ 249213 h 299057"/>
                  <a:gd name="connsiteX7" fmla="*/ 0 w 331456"/>
                  <a:gd name="connsiteY7" fmla="*/ 49844 h 299057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281612 w 331456"/>
                  <a:gd name="connsiteY2" fmla="*/ 0 h 315093"/>
                  <a:gd name="connsiteX3" fmla="*/ 331456 w 331456"/>
                  <a:gd name="connsiteY3" fmla="*/ 49844 h 315093"/>
                  <a:gd name="connsiteX4" fmla="*/ 324543 w 331456"/>
                  <a:gd name="connsiteY4" fmla="*/ 295729 h 315093"/>
                  <a:gd name="connsiteX5" fmla="*/ 49844 w 331456"/>
                  <a:gd name="connsiteY5" fmla="*/ 299057 h 315093"/>
                  <a:gd name="connsiteX6" fmla="*/ 0 w 331456"/>
                  <a:gd name="connsiteY6" fmla="*/ 249213 h 315093"/>
                  <a:gd name="connsiteX7" fmla="*/ 0 w 331456"/>
                  <a:gd name="connsiteY7" fmla="*/ 49844 h 315093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331456 w 331456"/>
                  <a:gd name="connsiteY2" fmla="*/ 49844 h 315093"/>
                  <a:gd name="connsiteX3" fmla="*/ 324543 w 331456"/>
                  <a:gd name="connsiteY3" fmla="*/ 295729 h 315093"/>
                  <a:gd name="connsiteX4" fmla="*/ 49844 w 331456"/>
                  <a:gd name="connsiteY4" fmla="*/ 299057 h 315093"/>
                  <a:gd name="connsiteX5" fmla="*/ 0 w 331456"/>
                  <a:gd name="connsiteY5" fmla="*/ 249213 h 315093"/>
                  <a:gd name="connsiteX6" fmla="*/ 0 w 331456"/>
                  <a:gd name="connsiteY6" fmla="*/ 49844 h 315093"/>
                  <a:gd name="connsiteX0" fmla="*/ 0 w 324543"/>
                  <a:gd name="connsiteY0" fmla="*/ 49844 h 315093"/>
                  <a:gd name="connsiteX1" fmla="*/ 49844 w 324543"/>
                  <a:gd name="connsiteY1" fmla="*/ 0 h 315093"/>
                  <a:gd name="connsiteX2" fmla="*/ 319682 w 324543"/>
                  <a:gd name="connsiteY2" fmla="*/ 1309 h 315093"/>
                  <a:gd name="connsiteX3" fmla="*/ 324543 w 324543"/>
                  <a:gd name="connsiteY3" fmla="*/ 295729 h 315093"/>
                  <a:gd name="connsiteX4" fmla="*/ 49844 w 324543"/>
                  <a:gd name="connsiteY4" fmla="*/ 299057 h 315093"/>
                  <a:gd name="connsiteX5" fmla="*/ 0 w 324543"/>
                  <a:gd name="connsiteY5" fmla="*/ 249213 h 315093"/>
                  <a:gd name="connsiteX6" fmla="*/ 0 w 324543"/>
                  <a:gd name="connsiteY6" fmla="*/ 49844 h 315093"/>
                  <a:gd name="connsiteX0" fmla="*/ 0 w 324543"/>
                  <a:gd name="connsiteY0" fmla="*/ 49844 h 299057"/>
                  <a:gd name="connsiteX1" fmla="*/ 49844 w 324543"/>
                  <a:gd name="connsiteY1" fmla="*/ 0 h 299057"/>
                  <a:gd name="connsiteX2" fmla="*/ 319682 w 324543"/>
                  <a:gd name="connsiteY2" fmla="*/ 1309 h 299057"/>
                  <a:gd name="connsiteX3" fmla="*/ 324543 w 324543"/>
                  <a:gd name="connsiteY3" fmla="*/ 295729 h 299057"/>
                  <a:gd name="connsiteX4" fmla="*/ 49844 w 324543"/>
                  <a:gd name="connsiteY4" fmla="*/ 299057 h 299057"/>
                  <a:gd name="connsiteX5" fmla="*/ 0 w 324543"/>
                  <a:gd name="connsiteY5" fmla="*/ 249213 h 299057"/>
                  <a:gd name="connsiteX6" fmla="*/ 0 w 32454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7133"/>
                  <a:gd name="connsiteY0" fmla="*/ 49844 h 299057"/>
                  <a:gd name="connsiteX1" fmla="*/ 49844 w 337133"/>
                  <a:gd name="connsiteY1" fmla="*/ 0 h 299057"/>
                  <a:gd name="connsiteX2" fmla="*/ 325489 w 337133"/>
                  <a:gd name="connsiteY2" fmla="*/ 46 h 299057"/>
                  <a:gd name="connsiteX3" fmla="*/ 336563 w 337133"/>
                  <a:gd name="connsiteY3" fmla="*/ 289465 h 299057"/>
                  <a:gd name="connsiteX4" fmla="*/ 49844 w 337133"/>
                  <a:gd name="connsiteY4" fmla="*/ 299057 h 299057"/>
                  <a:gd name="connsiteX5" fmla="*/ 0 w 337133"/>
                  <a:gd name="connsiteY5" fmla="*/ 249213 h 299057"/>
                  <a:gd name="connsiteX6" fmla="*/ 0 w 33713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25489 w 336563"/>
                  <a:gd name="connsiteY2" fmla="*/ 46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5353"/>
                  <a:gd name="connsiteY0" fmla="*/ 49844 h 300677"/>
                  <a:gd name="connsiteX1" fmla="*/ 49844 w 335353"/>
                  <a:gd name="connsiteY1" fmla="*/ 0 h 300677"/>
                  <a:gd name="connsiteX2" fmla="*/ 325489 w 335353"/>
                  <a:gd name="connsiteY2" fmla="*/ 46 h 300677"/>
                  <a:gd name="connsiteX3" fmla="*/ 335353 w 335353"/>
                  <a:gd name="connsiteY3" fmla="*/ 300677 h 300677"/>
                  <a:gd name="connsiteX4" fmla="*/ 49844 w 335353"/>
                  <a:gd name="connsiteY4" fmla="*/ 299057 h 300677"/>
                  <a:gd name="connsiteX5" fmla="*/ 0 w 335353"/>
                  <a:gd name="connsiteY5" fmla="*/ 249213 h 300677"/>
                  <a:gd name="connsiteX6" fmla="*/ 0 w 335353"/>
                  <a:gd name="connsiteY6" fmla="*/ 49844 h 300677"/>
                  <a:gd name="connsiteX0" fmla="*/ 0 w 337158"/>
                  <a:gd name="connsiteY0" fmla="*/ 52398 h 303231"/>
                  <a:gd name="connsiteX1" fmla="*/ 49844 w 337158"/>
                  <a:gd name="connsiteY1" fmla="*/ 2554 h 303231"/>
                  <a:gd name="connsiteX2" fmla="*/ 332547 w 337158"/>
                  <a:gd name="connsiteY2" fmla="*/ 0 h 303231"/>
                  <a:gd name="connsiteX3" fmla="*/ 335353 w 337158"/>
                  <a:gd name="connsiteY3" fmla="*/ 303231 h 303231"/>
                  <a:gd name="connsiteX4" fmla="*/ 49844 w 337158"/>
                  <a:gd name="connsiteY4" fmla="*/ 301611 h 303231"/>
                  <a:gd name="connsiteX5" fmla="*/ 0 w 337158"/>
                  <a:gd name="connsiteY5" fmla="*/ 251767 h 303231"/>
                  <a:gd name="connsiteX6" fmla="*/ 0 w 337158"/>
                  <a:gd name="connsiteY6" fmla="*/ 52398 h 303231"/>
                  <a:gd name="connsiteX0" fmla="*/ 0 w 335353"/>
                  <a:gd name="connsiteY0" fmla="*/ 52398 h 303231"/>
                  <a:gd name="connsiteX1" fmla="*/ 49844 w 335353"/>
                  <a:gd name="connsiteY1" fmla="*/ 2554 h 303231"/>
                  <a:gd name="connsiteX2" fmla="*/ 332547 w 335353"/>
                  <a:gd name="connsiteY2" fmla="*/ 0 h 303231"/>
                  <a:gd name="connsiteX3" fmla="*/ 335353 w 335353"/>
                  <a:gd name="connsiteY3" fmla="*/ 303231 h 303231"/>
                  <a:gd name="connsiteX4" fmla="*/ 49844 w 335353"/>
                  <a:gd name="connsiteY4" fmla="*/ 301611 h 303231"/>
                  <a:gd name="connsiteX5" fmla="*/ 0 w 335353"/>
                  <a:gd name="connsiteY5" fmla="*/ 251767 h 303231"/>
                  <a:gd name="connsiteX6" fmla="*/ 0 w 335353"/>
                  <a:gd name="connsiteY6" fmla="*/ 52398 h 303231"/>
                  <a:gd name="connsiteX0" fmla="*/ 0 w 336162"/>
                  <a:gd name="connsiteY0" fmla="*/ 53970 h 304803"/>
                  <a:gd name="connsiteX1" fmla="*/ 49844 w 336162"/>
                  <a:gd name="connsiteY1" fmla="*/ 4126 h 304803"/>
                  <a:gd name="connsiteX2" fmla="*/ 334520 w 336162"/>
                  <a:gd name="connsiteY2" fmla="*/ 0 h 304803"/>
                  <a:gd name="connsiteX3" fmla="*/ 335353 w 336162"/>
                  <a:gd name="connsiteY3" fmla="*/ 304803 h 304803"/>
                  <a:gd name="connsiteX4" fmla="*/ 49844 w 336162"/>
                  <a:gd name="connsiteY4" fmla="*/ 303183 h 304803"/>
                  <a:gd name="connsiteX5" fmla="*/ 0 w 336162"/>
                  <a:gd name="connsiteY5" fmla="*/ 253339 h 304803"/>
                  <a:gd name="connsiteX6" fmla="*/ 0 w 336162"/>
                  <a:gd name="connsiteY6" fmla="*/ 53970 h 304803"/>
                  <a:gd name="connsiteX0" fmla="*/ 0 w 350135"/>
                  <a:gd name="connsiteY0" fmla="*/ 54483 h 305316"/>
                  <a:gd name="connsiteX1" fmla="*/ 49844 w 350135"/>
                  <a:gd name="connsiteY1" fmla="*/ 4639 h 305316"/>
                  <a:gd name="connsiteX2" fmla="*/ 349601 w 350135"/>
                  <a:gd name="connsiteY2" fmla="*/ 0 h 305316"/>
                  <a:gd name="connsiteX3" fmla="*/ 335353 w 350135"/>
                  <a:gd name="connsiteY3" fmla="*/ 305316 h 305316"/>
                  <a:gd name="connsiteX4" fmla="*/ 49844 w 350135"/>
                  <a:gd name="connsiteY4" fmla="*/ 303696 h 305316"/>
                  <a:gd name="connsiteX5" fmla="*/ 0 w 350135"/>
                  <a:gd name="connsiteY5" fmla="*/ 253852 h 305316"/>
                  <a:gd name="connsiteX6" fmla="*/ 0 w 350135"/>
                  <a:gd name="connsiteY6" fmla="*/ 54483 h 30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135" h="305316">
                    <a:moveTo>
                      <a:pt x="0" y="54483"/>
                    </a:moveTo>
                    <a:cubicBezTo>
                      <a:pt x="0" y="26955"/>
                      <a:pt x="22316" y="4639"/>
                      <a:pt x="49844" y="4639"/>
                    </a:cubicBezTo>
                    <a:lnTo>
                      <a:pt x="349601" y="0"/>
                    </a:lnTo>
                    <a:cubicBezTo>
                      <a:pt x="353607" y="3828"/>
                      <a:pt x="333733" y="207176"/>
                      <a:pt x="335353" y="305316"/>
                    </a:cubicBezTo>
                    <a:cubicBezTo>
                      <a:pt x="328968" y="303967"/>
                      <a:pt x="105087" y="303696"/>
                      <a:pt x="49844" y="303696"/>
                    </a:cubicBezTo>
                    <a:cubicBezTo>
                      <a:pt x="22316" y="303696"/>
                      <a:pt x="0" y="281380"/>
                      <a:pt x="0" y="253852"/>
                    </a:cubicBezTo>
                    <a:lnTo>
                      <a:pt x="0" y="54483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Text" lastClr="000000"/>
                  </a:gs>
                  <a:gs pos="68000">
                    <a:srgbClr val="FFFFFF"/>
                  </a:gs>
                  <a:gs pos="49000">
                    <a:srgbClr val="FFFFFF">
                      <a:lumMod val="65000"/>
                    </a:srgbClr>
                  </a:gs>
                  <a:gs pos="24000">
                    <a:srgbClr val="FFFFFF"/>
                  </a:gs>
                  <a:gs pos="0">
                    <a:sysClr val="windowText" lastClr="000000"/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28"/>
              <p:cNvGrpSpPr/>
              <p:nvPr/>
            </p:nvGrpSpPr>
            <p:grpSpPr>
              <a:xfrm>
                <a:off x="4974562" y="4867989"/>
                <a:ext cx="2166646" cy="1819989"/>
                <a:chOff x="4974562" y="5085699"/>
                <a:chExt cx="2166646" cy="1819989"/>
              </a:xfrm>
            </p:grpSpPr>
            <p:grpSp>
              <p:nvGrpSpPr>
                <p:cNvPr id="58" name="Group 29"/>
                <p:cNvGrpSpPr/>
                <p:nvPr/>
              </p:nvGrpSpPr>
              <p:grpSpPr>
                <a:xfrm>
                  <a:off x="4974562" y="5581632"/>
                  <a:ext cx="2166646" cy="1324056"/>
                  <a:chOff x="4969838" y="5578202"/>
                  <a:chExt cx="2166646" cy="1324056"/>
                </a:xfrm>
              </p:grpSpPr>
              <p:sp>
                <p:nvSpPr>
                  <p:cNvPr id="60" name="Rounded Rectangle 8"/>
                  <p:cNvSpPr/>
                  <p:nvPr/>
                </p:nvSpPr>
                <p:spPr>
                  <a:xfrm rot="2360230">
                    <a:off x="4969838" y="5578202"/>
                    <a:ext cx="1914676" cy="565673"/>
                  </a:xfrm>
                  <a:custGeom>
                    <a:avLst/>
                    <a:gdLst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821083 w 1903057"/>
                      <a:gd name="connsiteY2" fmla="*/ 0 h 491832"/>
                      <a:gd name="connsiteX3" fmla="*/ 1903057 w 1903057"/>
                      <a:gd name="connsiteY3" fmla="*/ 81974 h 491832"/>
                      <a:gd name="connsiteX4" fmla="*/ 1903057 w 1903057"/>
                      <a:gd name="connsiteY4" fmla="*/ 409858 h 491832"/>
                      <a:gd name="connsiteX5" fmla="*/ 1821083 w 1903057"/>
                      <a:gd name="connsiteY5" fmla="*/ 491832 h 491832"/>
                      <a:gd name="connsiteX6" fmla="*/ 81974 w 1903057"/>
                      <a:gd name="connsiteY6" fmla="*/ 491832 h 491832"/>
                      <a:gd name="connsiteX7" fmla="*/ 0 w 1903057"/>
                      <a:gd name="connsiteY7" fmla="*/ 409858 h 491832"/>
                      <a:gd name="connsiteX8" fmla="*/ 0 w 1903057"/>
                      <a:gd name="connsiteY8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1821083 w 1903057"/>
                      <a:gd name="connsiteY4" fmla="*/ 491832 h 491832"/>
                      <a:gd name="connsiteX5" fmla="*/ 81974 w 1903057"/>
                      <a:gd name="connsiteY5" fmla="*/ 491832 h 491832"/>
                      <a:gd name="connsiteX6" fmla="*/ 0 w 1903057"/>
                      <a:gd name="connsiteY6" fmla="*/ 409858 h 491832"/>
                      <a:gd name="connsiteX7" fmla="*/ 0 w 1903057"/>
                      <a:gd name="connsiteY7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81974 w 1903057"/>
                      <a:gd name="connsiteY4" fmla="*/ 491832 h 491832"/>
                      <a:gd name="connsiteX5" fmla="*/ 0 w 1903057"/>
                      <a:gd name="connsiteY5" fmla="*/ 409858 h 491832"/>
                      <a:gd name="connsiteX6" fmla="*/ 0 w 1903057"/>
                      <a:gd name="connsiteY6" fmla="*/ 81974 h 491832"/>
                      <a:gd name="connsiteX0" fmla="*/ 0 w 1903057"/>
                      <a:gd name="connsiteY0" fmla="*/ 151951 h 561809"/>
                      <a:gd name="connsiteX1" fmla="*/ 81974 w 1903057"/>
                      <a:gd name="connsiteY1" fmla="*/ 69977 h 561809"/>
                      <a:gd name="connsiteX2" fmla="*/ 1889359 w 1903057"/>
                      <a:gd name="connsiteY2" fmla="*/ 0 h 561809"/>
                      <a:gd name="connsiteX3" fmla="*/ 1903057 w 1903057"/>
                      <a:gd name="connsiteY3" fmla="*/ 479835 h 561809"/>
                      <a:gd name="connsiteX4" fmla="*/ 81974 w 1903057"/>
                      <a:gd name="connsiteY4" fmla="*/ 561809 h 561809"/>
                      <a:gd name="connsiteX5" fmla="*/ 0 w 1903057"/>
                      <a:gd name="connsiteY5" fmla="*/ 479835 h 561809"/>
                      <a:gd name="connsiteX6" fmla="*/ 0 w 1903057"/>
                      <a:gd name="connsiteY6" fmla="*/ 151951 h 561809"/>
                      <a:gd name="connsiteX0" fmla="*/ 0 w 1908305"/>
                      <a:gd name="connsiteY0" fmla="*/ 151951 h 581306"/>
                      <a:gd name="connsiteX1" fmla="*/ 81974 w 1908305"/>
                      <a:gd name="connsiteY1" fmla="*/ 69977 h 581306"/>
                      <a:gd name="connsiteX2" fmla="*/ 1889359 w 1908305"/>
                      <a:gd name="connsiteY2" fmla="*/ 0 h 581306"/>
                      <a:gd name="connsiteX3" fmla="*/ 1908305 w 1908305"/>
                      <a:gd name="connsiteY3" fmla="*/ 546345 h 581306"/>
                      <a:gd name="connsiteX4" fmla="*/ 81974 w 1908305"/>
                      <a:gd name="connsiteY4" fmla="*/ 561809 h 581306"/>
                      <a:gd name="connsiteX5" fmla="*/ 0 w 1908305"/>
                      <a:gd name="connsiteY5" fmla="*/ 479835 h 581306"/>
                      <a:gd name="connsiteX6" fmla="*/ 0 w 1908305"/>
                      <a:gd name="connsiteY6" fmla="*/ 151951 h 581306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3128 h 562986"/>
                      <a:gd name="connsiteX1" fmla="*/ 81974 w 1908305"/>
                      <a:gd name="connsiteY1" fmla="*/ 71154 h 562986"/>
                      <a:gd name="connsiteX2" fmla="*/ 1894551 w 1908305"/>
                      <a:gd name="connsiteY2" fmla="*/ 0 h 562986"/>
                      <a:gd name="connsiteX3" fmla="*/ 1908305 w 1908305"/>
                      <a:gd name="connsiteY3" fmla="*/ 547522 h 562986"/>
                      <a:gd name="connsiteX4" fmla="*/ 81974 w 1908305"/>
                      <a:gd name="connsiteY4" fmla="*/ 562986 h 562986"/>
                      <a:gd name="connsiteX5" fmla="*/ 0 w 1908305"/>
                      <a:gd name="connsiteY5" fmla="*/ 481012 h 562986"/>
                      <a:gd name="connsiteX6" fmla="*/ 0 w 1908305"/>
                      <a:gd name="connsiteY6" fmla="*/ 153128 h 562986"/>
                      <a:gd name="connsiteX0" fmla="*/ 0 w 1907641"/>
                      <a:gd name="connsiteY0" fmla="*/ 153128 h 562986"/>
                      <a:gd name="connsiteX1" fmla="*/ 81974 w 1907641"/>
                      <a:gd name="connsiteY1" fmla="*/ 71154 h 562986"/>
                      <a:gd name="connsiteX2" fmla="*/ 1894551 w 1907641"/>
                      <a:gd name="connsiteY2" fmla="*/ 0 h 562986"/>
                      <a:gd name="connsiteX3" fmla="*/ 1907641 w 1907641"/>
                      <a:gd name="connsiteY3" fmla="*/ 554224 h 562986"/>
                      <a:gd name="connsiteX4" fmla="*/ 81974 w 1907641"/>
                      <a:gd name="connsiteY4" fmla="*/ 562986 h 562986"/>
                      <a:gd name="connsiteX5" fmla="*/ 0 w 1907641"/>
                      <a:gd name="connsiteY5" fmla="*/ 481012 h 562986"/>
                      <a:gd name="connsiteX6" fmla="*/ 0 w 1907641"/>
                      <a:gd name="connsiteY6" fmla="*/ 153128 h 562986"/>
                      <a:gd name="connsiteX0" fmla="*/ 0 w 1907641"/>
                      <a:gd name="connsiteY0" fmla="*/ 155815 h 565673"/>
                      <a:gd name="connsiteX1" fmla="*/ 81974 w 1907641"/>
                      <a:gd name="connsiteY1" fmla="*/ 73841 h 565673"/>
                      <a:gd name="connsiteX2" fmla="*/ 1901585 w 1907641"/>
                      <a:gd name="connsiteY2" fmla="*/ 0 h 565673"/>
                      <a:gd name="connsiteX3" fmla="*/ 1907641 w 1907641"/>
                      <a:gd name="connsiteY3" fmla="*/ 556911 h 565673"/>
                      <a:gd name="connsiteX4" fmla="*/ 81974 w 1907641"/>
                      <a:gd name="connsiteY4" fmla="*/ 565673 h 565673"/>
                      <a:gd name="connsiteX5" fmla="*/ 0 w 1907641"/>
                      <a:gd name="connsiteY5" fmla="*/ 483699 h 565673"/>
                      <a:gd name="connsiteX6" fmla="*/ 0 w 1907641"/>
                      <a:gd name="connsiteY6" fmla="*/ 155815 h 565673"/>
                      <a:gd name="connsiteX0" fmla="*/ 0 w 1914676"/>
                      <a:gd name="connsiteY0" fmla="*/ 155815 h 565673"/>
                      <a:gd name="connsiteX1" fmla="*/ 81974 w 1914676"/>
                      <a:gd name="connsiteY1" fmla="*/ 73841 h 565673"/>
                      <a:gd name="connsiteX2" fmla="*/ 1901585 w 1914676"/>
                      <a:gd name="connsiteY2" fmla="*/ 0 h 565673"/>
                      <a:gd name="connsiteX3" fmla="*/ 1914676 w 1914676"/>
                      <a:gd name="connsiteY3" fmla="*/ 554224 h 565673"/>
                      <a:gd name="connsiteX4" fmla="*/ 81974 w 1914676"/>
                      <a:gd name="connsiteY4" fmla="*/ 565673 h 565673"/>
                      <a:gd name="connsiteX5" fmla="*/ 0 w 1914676"/>
                      <a:gd name="connsiteY5" fmla="*/ 483699 h 565673"/>
                      <a:gd name="connsiteX6" fmla="*/ 0 w 1914676"/>
                      <a:gd name="connsiteY6" fmla="*/ 155815 h 565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14676" h="565673">
                        <a:moveTo>
                          <a:pt x="0" y="155815"/>
                        </a:moveTo>
                        <a:cubicBezTo>
                          <a:pt x="0" y="110542"/>
                          <a:pt x="36701" y="73841"/>
                          <a:pt x="81974" y="73841"/>
                        </a:cubicBezTo>
                        <a:lnTo>
                          <a:pt x="1901585" y="0"/>
                        </a:lnTo>
                        <a:cubicBezTo>
                          <a:pt x="1903604" y="185637"/>
                          <a:pt x="1912657" y="368587"/>
                          <a:pt x="1914676" y="554224"/>
                        </a:cubicBezTo>
                        <a:cubicBezTo>
                          <a:pt x="1638428" y="569400"/>
                          <a:pt x="427288" y="554926"/>
                          <a:pt x="81974" y="565673"/>
                        </a:cubicBezTo>
                        <a:cubicBezTo>
                          <a:pt x="36701" y="565673"/>
                          <a:pt x="0" y="528972"/>
                          <a:pt x="0" y="483699"/>
                        </a:cubicBezTo>
                        <a:lnTo>
                          <a:pt x="0" y="15581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92000">
                        <a:sysClr val="windowText" lastClr="000000"/>
                      </a:gs>
                      <a:gs pos="28000">
                        <a:sysClr val="windowText" lastClr="000000"/>
                      </a:gs>
                      <a:gs pos="77000">
                        <a:srgbClr val="FFFFFF">
                          <a:lumMod val="50000"/>
                        </a:srgbClr>
                      </a:gs>
                      <a:gs pos="74000">
                        <a:srgbClr val="FFFFFF">
                          <a:lumMod val="65000"/>
                        </a:srgbClr>
                      </a:gs>
                      <a:gs pos="5000">
                        <a:sysClr val="windowText" lastClr="000000"/>
                      </a:gs>
                    </a:gsLst>
                    <a:lin ang="162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Teardrop 22"/>
                  <p:cNvSpPr/>
                  <p:nvPr/>
                </p:nvSpPr>
                <p:spPr>
                  <a:xfrm rot="16200000">
                    <a:off x="6499102" y="6264875"/>
                    <a:ext cx="659696" cy="615069"/>
                  </a:xfrm>
                  <a:custGeom>
                    <a:avLst/>
                    <a:gdLst>
                      <a:gd name="connsiteX0" fmla="*/ 0 w 626029"/>
                      <a:gd name="connsiteY0" fmla="*/ 309916 h 619831"/>
                      <a:gd name="connsiteX1" fmla="*/ 313015 w 626029"/>
                      <a:gd name="connsiteY1" fmla="*/ 0 h 619831"/>
                      <a:gd name="connsiteX2" fmla="*/ 626029 w 626029"/>
                      <a:gd name="connsiteY2" fmla="*/ 0 h 619831"/>
                      <a:gd name="connsiteX3" fmla="*/ 626029 w 626029"/>
                      <a:gd name="connsiteY3" fmla="*/ 309916 h 619831"/>
                      <a:gd name="connsiteX4" fmla="*/ 313014 w 626029"/>
                      <a:gd name="connsiteY4" fmla="*/ 619832 h 619831"/>
                      <a:gd name="connsiteX5" fmla="*/ -1 w 626029"/>
                      <a:gd name="connsiteY5" fmla="*/ 309916 h 619831"/>
                      <a:gd name="connsiteX6" fmla="*/ 0 w 626029"/>
                      <a:gd name="connsiteY6" fmla="*/ 309916 h 619831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370 w 647831"/>
                      <a:gd name="connsiteY0" fmla="*/ 309916 h 619832"/>
                      <a:gd name="connsiteX1" fmla="*/ 149079 w 647831"/>
                      <a:gd name="connsiteY1" fmla="*/ 23812 h 619832"/>
                      <a:gd name="connsiteX2" fmla="*/ 626399 w 647831"/>
                      <a:gd name="connsiteY2" fmla="*/ 0 h 619832"/>
                      <a:gd name="connsiteX3" fmla="*/ 647831 w 647831"/>
                      <a:gd name="connsiteY3" fmla="*/ 393260 h 619832"/>
                      <a:gd name="connsiteX4" fmla="*/ 313384 w 647831"/>
                      <a:gd name="connsiteY4" fmla="*/ 619832 h 619832"/>
                      <a:gd name="connsiteX5" fmla="*/ 369 w 647831"/>
                      <a:gd name="connsiteY5" fmla="*/ 309916 h 619832"/>
                      <a:gd name="connsiteX6" fmla="*/ 370 w 647831"/>
                      <a:gd name="connsiteY6" fmla="*/ 309916 h 619832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286104 h 598404"/>
                      <a:gd name="connsiteX1" fmla="*/ 149079 w 647831"/>
                      <a:gd name="connsiteY1" fmla="*/ 0 h 598404"/>
                      <a:gd name="connsiteX2" fmla="*/ 647831 w 647831"/>
                      <a:gd name="connsiteY2" fmla="*/ 369448 h 598404"/>
                      <a:gd name="connsiteX3" fmla="*/ 313384 w 647831"/>
                      <a:gd name="connsiteY3" fmla="*/ 598404 h 598404"/>
                      <a:gd name="connsiteX4" fmla="*/ 369 w 647831"/>
                      <a:gd name="connsiteY4" fmla="*/ 286104 h 598404"/>
                      <a:gd name="connsiteX5" fmla="*/ 370 w 647831"/>
                      <a:gd name="connsiteY5" fmla="*/ 286104 h 598404"/>
                      <a:gd name="connsiteX0" fmla="*/ 329 w 647790"/>
                      <a:gd name="connsiteY0" fmla="*/ 288484 h 600784"/>
                      <a:gd name="connsiteX1" fmla="*/ 156182 w 647790"/>
                      <a:gd name="connsiteY1" fmla="*/ 0 h 600784"/>
                      <a:gd name="connsiteX2" fmla="*/ 647790 w 647790"/>
                      <a:gd name="connsiteY2" fmla="*/ 371828 h 600784"/>
                      <a:gd name="connsiteX3" fmla="*/ 313343 w 647790"/>
                      <a:gd name="connsiteY3" fmla="*/ 600784 h 600784"/>
                      <a:gd name="connsiteX4" fmla="*/ 328 w 647790"/>
                      <a:gd name="connsiteY4" fmla="*/ 288484 h 600784"/>
                      <a:gd name="connsiteX5" fmla="*/ 329 w 647790"/>
                      <a:gd name="connsiteY5" fmla="*/ 288484 h 600784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59696"/>
                      <a:gd name="connsiteY0" fmla="*/ 302769 h 615069"/>
                      <a:gd name="connsiteX1" fmla="*/ 156183 w 659696"/>
                      <a:gd name="connsiteY1" fmla="*/ 0 h 615069"/>
                      <a:gd name="connsiteX2" fmla="*/ 659696 w 659696"/>
                      <a:gd name="connsiteY2" fmla="*/ 374210 h 615069"/>
                      <a:gd name="connsiteX3" fmla="*/ 313343 w 659696"/>
                      <a:gd name="connsiteY3" fmla="*/ 615069 h 615069"/>
                      <a:gd name="connsiteX4" fmla="*/ 328 w 659696"/>
                      <a:gd name="connsiteY4" fmla="*/ 302769 h 615069"/>
                      <a:gd name="connsiteX5" fmla="*/ 329 w 659696"/>
                      <a:gd name="connsiteY5" fmla="*/ 302769 h 615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9696" h="615069">
                        <a:moveTo>
                          <a:pt x="329" y="302769"/>
                        </a:moveTo>
                        <a:cubicBezTo>
                          <a:pt x="-4870" y="187557"/>
                          <a:pt x="51845" y="115214"/>
                          <a:pt x="156183" y="0"/>
                        </a:cubicBezTo>
                        <a:cubicBezTo>
                          <a:pt x="320052" y="128704"/>
                          <a:pt x="495827" y="245506"/>
                          <a:pt x="659696" y="374210"/>
                        </a:cubicBezTo>
                        <a:cubicBezTo>
                          <a:pt x="550159" y="512035"/>
                          <a:pt x="500617" y="600674"/>
                          <a:pt x="313343" y="615069"/>
                        </a:cubicBezTo>
                        <a:cubicBezTo>
                          <a:pt x="145232" y="605547"/>
                          <a:pt x="328" y="473931"/>
                          <a:pt x="328" y="302769"/>
                        </a:cubicBezTo>
                        <a:lnTo>
                          <a:pt x="329" y="3027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88000">
                        <a:srgbClr val="FFFFFF">
                          <a:lumMod val="95000"/>
                        </a:srgbClr>
                      </a:gs>
                      <a:gs pos="77000">
                        <a:sysClr val="windowText" lastClr="000000"/>
                      </a:gs>
                      <a:gs pos="63000">
                        <a:srgbClr val="FFFFFF"/>
                      </a:gs>
                      <a:gs pos="29000">
                        <a:srgbClr val="FFFFFF"/>
                      </a:gs>
                      <a:gs pos="37000">
                        <a:srgbClr val="B9B9B9"/>
                      </a:gs>
                      <a:gs pos="47000">
                        <a:srgbClr val="FFFFFF">
                          <a:lumMod val="65000"/>
                        </a:srgbClr>
                      </a:gs>
                      <a:gs pos="13000">
                        <a:sysClr val="windowText" lastClr="000000"/>
                      </a:gs>
                    </a:gsLst>
                    <a:lin ang="2400000" scaled="0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63500" dist="50800" dir="66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25"/>
                  <p:cNvSpPr/>
                  <p:nvPr/>
                </p:nvSpPr>
                <p:spPr>
                  <a:xfrm rot="2177856">
                    <a:off x="5123158" y="5745913"/>
                    <a:ext cx="1811797" cy="121318"/>
                  </a:xfrm>
                  <a:custGeom>
                    <a:avLst/>
                    <a:gdLst>
                      <a:gd name="connsiteX0" fmla="*/ 0 w 1773563"/>
                      <a:gd name="connsiteY0" fmla="*/ 0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0 w 1773563"/>
                      <a:gd name="connsiteY4" fmla="*/ 0 h 125004"/>
                      <a:gd name="connsiteX0" fmla="*/ 2311 w 1773563"/>
                      <a:gd name="connsiteY0" fmla="*/ 7167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2311 w 1773563"/>
                      <a:gd name="connsiteY4" fmla="*/ 7167 h 125004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73563 w 1784960"/>
                      <a:gd name="connsiteY2" fmla="*/ 1215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84059 w 1784960"/>
                      <a:gd name="connsiteY2" fmla="*/ 1197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38 w 1794592"/>
                      <a:gd name="connsiteY0" fmla="*/ 3600 h 121556"/>
                      <a:gd name="connsiteX1" fmla="*/ 1794592 w 1794592"/>
                      <a:gd name="connsiteY1" fmla="*/ 0 h 121556"/>
                      <a:gd name="connsiteX2" fmla="*/ 1793691 w 1794592"/>
                      <a:gd name="connsiteY2" fmla="*/ 119756 h 121556"/>
                      <a:gd name="connsiteX3" fmla="*/ 9632 w 1794592"/>
                      <a:gd name="connsiteY3" fmla="*/ 121556 h 121556"/>
                      <a:gd name="connsiteX4" fmla="*/ 38 w 1794592"/>
                      <a:gd name="connsiteY4" fmla="*/ 3600 h 121556"/>
                      <a:gd name="connsiteX0" fmla="*/ 14217 w 1808771"/>
                      <a:gd name="connsiteY0" fmla="*/ 3600 h 121318"/>
                      <a:gd name="connsiteX1" fmla="*/ 1808771 w 1808771"/>
                      <a:gd name="connsiteY1" fmla="*/ 0 h 121318"/>
                      <a:gd name="connsiteX2" fmla="*/ 1807870 w 1808771"/>
                      <a:gd name="connsiteY2" fmla="*/ 119756 h 121318"/>
                      <a:gd name="connsiteX3" fmla="*/ 0 w 1808771"/>
                      <a:gd name="connsiteY3" fmla="*/ 121318 h 121318"/>
                      <a:gd name="connsiteX4" fmla="*/ 14217 w 1808771"/>
                      <a:gd name="connsiteY4" fmla="*/ 3600 h 121318"/>
                      <a:gd name="connsiteX0" fmla="*/ 89 w 1811797"/>
                      <a:gd name="connsiteY0" fmla="*/ 4380 h 121318"/>
                      <a:gd name="connsiteX1" fmla="*/ 1811797 w 1811797"/>
                      <a:gd name="connsiteY1" fmla="*/ 0 h 121318"/>
                      <a:gd name="connsiteX2" fmla="*/ 1810896 w 1811797"/>
                      <a:gd name="connsiteY2" fmla="*/ 119756 h 121318"/>
                      <a:gd name="connsiteX3" fmla="*/ 3026 w 1811797"/>
                      <a:gd name="connsiteY3" fmla="*/ 121318 h 121318"/>
                      <a:gd name="connsiteX4" fmla="*/ 89 w 1811797"/>
                      <a:gd name="connsiteY4" fmla="*/ 4380 h 1213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1797" h="121318">
                        <a:moveTo>
                          <a:pt x="89" y="4380"/>
                        </a:moveTo>
                        <a:lnTo>
                          <a:pt x="1811797" y="0"/>
                        </a:lnTo>
                        <a:cubicBezTo>
                          <a:pt x="1811497" y="39919"/>
                          <a:pt x="1811196" y="79837"/>
                          <a:pt x="1810896" y="119756"/>
                        </a:cubicBezTo>
                        <a:lnTo>
                          <a:pt x="3026" y="121318"/>
                        </a:lnTo>
                        <a:cubicBezTo>
                          <a:pt x="3796" y="82039"/>
                          <a:pt x="-681" y="43659"/>
                          <a:pt x="89" y="438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rgbClr val="FFFFFF">
                          <a:lumMod val="65000"/>
                        </a:srgbClr>
                      </a:gs>
                      <a:gs pos="44000">
                        <a:srgbClr val="FFFFFF">
                          <a:lumMod val="95000"/>
                        </a:srgbClr>
                      </a:gs>
                    </a:gsLst>
                    <a:lin ang="54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28"/>
                  <p:cNvSpPr/>
                  <p:nvPr/>
                </p:nvSpPr>
                <p:spPr>
                  <a:xfrm rot="18540000">
                    <a:off x="6405656" y="6483727"/>
                    <a:ext cx="625743" cy="36567"/>
                  </a:xfrm>
                  <a:custGeom>
                    <a:avLst/>
                    <a:gdLst>
                      <a:gd name="connsiteX0" fmla="*/ 0 w 609600"/>
                      <a:gd name="connsiteY0" fmla="*/ 0 h 33699"/>
                      <a:gd name="connsiteX1" fmla="*/ 609600 w 609600"/>
                      <a:gd name="connsiteY1" fmla="*/ 0 h 33699"/>
                      <a:gd name="connsiteX2" fmla="*/ 609600 w 609600"/>
                      <a:gd name="connsiteY2" fmla="*/ 33699 h 33699"/>
                      <a:gd name="connsiteX3" fmla="*/ 0 w 609600"/>
                      <a:gd name="connsiteY3" fmla="*/ 33699 h 33699"/>
                      <a:gd name="connsiteX4" fmla="*/ 0 w 609600"/>
                      <a:gd name="connsiteY4" fmla="*/ 0 h 3369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09600 w 623312"/>
                      <a:gd name="connsiteY2" fmla="*/ 3587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21488 w 623312"/>
                      <a:gd name="connsiteY2" fmla="*/ 3522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1488"/>
                      <a:gd name="connsiteY0" fmla="*/ 0 h 33699"/>
                      <a:gd name="connsiteX1" fmla="*/ 616310 w 621488"/>
                      <a:gd name="connsiteY1" fmla="*/ 587 h 33699"/>
                      <a:gd name="connsiteX2" fmla="*/ 621488 w 621488"/>
                      <a:gd name="connsiteY2" fmla="*/ 33049 h 33699"/>
                      <a:gd name="connsiteX3" fmla="*/ 0 w 621488"/>
                      <a:gd name="connsiteY3" fmla="*/ 33699 h 33699"/>
                      <a:gd name="connsiteX4" fmla="*/ 0 w 621488"/>
                      <a:gd name="connsiteY4" fmla="*/ 0 h 33699"/>
                      <a:gd name="connsiteX0" fmla="*/ 1237 w 621488"/>
                      <a:gd name="connsiteY0" fmla="*/ 4591 h 33112"/>
                      <a:gd name="connsiteX1" fmla="*/ 616310 w 621488"/>
                      <a:gd name="connsiteY1" fmla="*/ 0 h 33112"/>
                      <a:gd name="connsiteX2" fmla="*/ 621488 w 621488"/>
                      <a:gd name="connsiteY2" fmla="*/ 32462 h 33112"/>
                      <a:gd name="connsiteX3" fmla="*/ 0 w 621488"/>
                      <a:gd name="connsiteY3" fmla="*/ 33112 h 33112"/>
                      <a:gd name="connsiteX4" fmla="*/ 1237 w 621488"/>
                      <a:gd name="connsiteY4" fmla="*/ 4591 h 33112"/>
                      <a:gd name="connsiteX0" fmla="*/ 1237 w 616310"/>
                      <a:gd name="connsiteY0" fmla="*/ 4591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1237 w 616310"/>
                      <a:gd name="connsiteY4" fmla="*/ 4591 h 33112"/>
                      <a:gd name="connsiteX0" fmla="*/ 7946 w 616310"/>
                      <a:gd name="connsiteY0" fmla="*/ 5178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7946 w 616310"/>
                      <a:gd name="connsiteY4" fmla="*/ 5178 h 33112"/>
                      <a:gd name="connsiteX0" fmla="*/ 57 w 608421"/>
                      <a:gd name="connsiteY0" fmla="*/ 5178 h 25458"/>
                      <a:gd name="connsiteX1" fmla="*/ 608421 w 608421"/>
                      <a:gd name="connsiteY1" fmla="*/ 0 h 25458"/>
                      <a:gd name="connsiteX2" fmla="*/ 607477 w 608421"/>
                      <a:gd name="connsiteY2" fmla="*/ 25165 h 25458"/>
                      <a:gd name="connsiteX3" fmla="*/ 1233 w 608421"/>
                      <a:gd name="connsiteY3" fmla="*/ 25458 h 25458"/>
                      <a:gd name="connsiteX4" fmla="*/ 57 w 608421"/>
                      <a:gd name="connsiteY4" fmla="*/ 5178 h 25458"/>
                      <a:gd name="connsiteX0" fmla="*/ 14068 w 622432"/>
                      <a:gd name="connsiteY0" fmla="*/ 5178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14068 w 622432"/>
                      <a:gd name="connsiteY4" fmla="*/ 5178 h 25815"/>
                      <a:gd name="connsiteX0" fmla="*/ 5534 w 622432"/>
                      <a:gd name="connsiteY0" fmla="*/ 6121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5534 w 622432"/>
                      <a:gd name="connsiteY4" fmla="*/ 6121 h 25815"/>
                      <a:gd name="connsiteX0" fmla="*/ 31 w 625463"/>
                      <a:gd name="connsiteY0" fmla="*/ 7064 h 25815"/>
                      <a:gd name="connsiteX1" fmla="*/ 625463 w 625463"/>
                      <a:gd name="connsiteY1" fmla="*/ 0 h 25815"/>
                      <a:gd name="connsiteX2" fmla="*/ 624519 w 625463"/>
                      <a:gd name="connsiteY2" fmla="*/ 25165 h 25815"/>
                      <a:gd name="connsiteX3" fmla="*/ 3031 w 625463"/>
                      <a:gd name="connsiteY3" fmla="*/ 25815 h 25815"/>
                      <a:gd name="connsiteX4" fmla="*/ 31 w 625463"/>
                      <a:gd name="connsiteY4" fmla="*/ 7064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16896 w 622432"/>
                      <a:gd name="connsiteY2" fmla="*/ 19693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301 w 622432"/>
                      <a:gd name="connsiteY0" fmla="*/ 7294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301 w 622432"/>
                      <a:gd name="connsiteY4" fmla="*/ 7294 h 25815"/>
                      <a:gd name="connsiteX0" fmla="*/ 4002 w 626133"/>
                      <a:gd name="connsiteY0" fmla="*/ 7294 h 28812"/>
                      <a:gd name="connsiteX1" fmla="*/ 626133 w 626133"/>
                      <a:gd name="connsiteY1" fmla="*/ 0 h 28812"/>
                      <a:gd name="connsiteX2" fmla="*/ 625775 w 626133"/>
                      <a:gd name="connsiteY2" fmla="*/ 18456 h 28812"/>
                      <a:gd name="connsiteX3" fmla="*/ 0 w 626133"/>
                      <a:gd name="connsiteY3" fmla="*/ 28812 h 28812"/>
                      <a:gd name="connsiteX4" fmla="*/ 4002 w 626133"/>
                      <a:gd name="connsiteY4" fmla="*/ 7294 h 28812"/>
                      <a:gd name="connsiteX0" fmla="*/ 35 w 622166"/>
                      <a:gd name="connsiteY0" fmla="*/ 7294 h 29516"/>
                      <a:gd name="connsiteX1" fmla="*/ 622166 w 622166"/>
                      <a:gd name="connsiteY1" fmla="*/ 0 h 29516"/>
                      <a:gd name="connsiteX2" fmla="*/ 621808 w 622166"/>
                      <a:gd name="connsiteY2" fmla="*/ 18456 h 29516"/>
                      <a:gd name="connsiteX3" fmla="*/ 2665 w 622166"/>
                      <a:gd name="connsiteY3" fmla="*/ 29516 h 29516"/>
                      <a:gd name="connsiteX4" fmla="*/ 35 w 622166"/>
                      <a:gd name="connsiteY4" fmla="*/ 7294 h 29516"/>
                      <a:gd name="connsiteX0" fmla="*/ 35 w 621832"/>
                      <a:gd name="connsiteY0" fmla="*/ 14345 h 36567"/>
                      <a:gd name="connsiteX1" fmla="*/ 619548 w 621832"/>
                      <a:gd name="connsiteY1" fmla="*/ 0 h 36567"/>
                      <a:gd name="connsiteX2" fmla="*/ 621808 w 621832"/>
                      <a:gd name="connsiteY2" fmla="*/ 25507 h 36567"/>
                      <a:gd name="connsiteX3" fmla="*/ 2665 w 621832"/>
                      <a:gd name="connsiteY3" fmla="*/ 36567 h 36567"/>
                      <a:gd name="connsiteX4" fmla="*/ 35 w 621832"/>
                      <a:gd name="connsiteY4" fmla="*/ 14345 h 36567"/>
                      <a:gd name="connsiteX0" fmla="*/ 35 w 619548"/>
                      <a:gd name="connsiteY0" fmla="*/ 14345 h 36567"/>
                      <a:gd name="connsiteX1" fmla="*/ 619548 w 619548"/>
                      <a:gd name="connsiteY1" fmla="*/ 0 h 36567"/>
                      <a:gd name="connsiteX2" fmla="*/ 612210 w 619548"/>
                      <a:gd name="connsiteY2" fmla="*/ 21101 h 36567"/>
                      <a:gd name="connsiteX3" fmla="*/ 2665 w 619548"/>
                      <a:gd name="connsiteY3" fmla="*/ 36567 h 36567"/>
                      <a:gd name="connsiteX4" fmla="*/ 35 w 619548"/>
                      <a:gd name="connsiteY4" fmla="*/ 14345 h 365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9548" h="36567">
                        <a:moveTo>
                          <a:pt x="35" y="14345"/>
                        </a:moveTo>
                        <a:lnTo>
                          <a:pt x="619548" y="0"/>
                        </a:lnTo>
                        <a:cubicBezTo>
                          <a:pt x="619233" y="8388"/>
                          <a:pt x="612525" y="12713"/>
                          <a:pt x="612210" y="21101"/>
                        </a:cubicBezTo>
                        <a:lnTo>
                          <a:pt x="2665" y="36567"/>
                        </a:lnTo>
                        <a:cubicBezTo>
                          <a:pt x="3077" y="27060"/>
                          <a:pt x="-377" y="23852"/>
                          <a:pt x="35" y="1434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ysClr val="windowText" lastClr="000000">
                          <a:lumMod val="65000"/>
                          <a:lumOff val="35000"/>
                        </a:sysClr>
                      </a:gs>
                      <a:gs pos="91000">
                        <a:sysClr val="windowText" lastClr="000000"/>
                      </a:gs>
                      <a:gs pos="83000">
                        <a:srgbClr val="FFFFFF"/>
                      </a:gs>
                      <a:gs pos="46000">
                        <a:srgbClr val="00B0F0">
                          <a:lumMod val="75000"/>
                        </a:srgbClr>
                      </a:gs>
                      <a:gs pos="16000">
                        <a:srgbClr val="FFFFFF"/>
                      </a:gs>
                      <a:gs pos="0">
                        <a:sysClr val="windowText" lastClr="000000"/>
                      </a:gs>
                    </a:gsLst>
                    <a:lin ang="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ounded Rectangle 23"/>
                  <p:cNvSpPr/>
                  <p:nvPr/>
                </p:nvSpPr>
                <p:spPr>
                  <a:xfrm rot="18525404">
                    <a:off x="6367971" y="6443465"/>
                    <a:ext cx="642564" cy="81245"/>
                  </a:xfrm>
                  <a:custGeom>
                    <a:avLst/>
                    <a:gdLst>
                      <a:gd name="connsiteX0" fmla="*/ 0 w 642563"/>
                      <a:gd name="connsiteY0" fmla="*/ 36713 h 73425"/>
                      <a:gd name="connsiteX1" fmla="*/ 36713 w 642563"/>
                      <a:gd name="connsiteY1" fmla="*/ 0 h 73425"/>
                      <a:gd name="connsiteX2" fmla="*/ 605851 w 642563"/>
                      <a:gd name="connsiteY2" fmla="*/ 0 h 73425"/>
                      <a:gd name="connsiteX3" fmla="*/ 642564 w 642563"/>
                      <a:gd name="connsiteY3" fmla="*/ 36713 h 73425"/>
                      <a:gd name="connsiteX4" fmla="*/ 642563 w 642563"/>
                      <a:gd name="connsiteY4" fmla="*/ 36713 h 73425"/>
                      <a:gd name="connsiteX5" fmla="*/ 605850 w 642563"/>
                      <a:gd name="connsiteY5" fmla="*/ 73426 h 73425"/>
                      <a:gd name="connsiteX6" fmla="*/ 36713 w 642563"/>
                      <a:gd name="connsiteY6" fmla="*/ 73425 h 73425"/>
                      <a:gd name="connsiteX7" fmla="*/ 0 w 642563"/>
                      <a:gd name="connsiteY7" fmla="*/ 36712 h 73425"/>
                      <a:gd name="connsiteX8" fmla="*/ 0 w 642563"/>
                      <a:gd name="connsiteY8" fmla="*/ 36713 h 73425"/>
                      <a:gd name="connsiteX0" fmla="*/ 0 w 642564"/>
                      <a:gd name="connsiteY0" fmla="*/ 36713 h 81245"/>
                      <a:gd name="connsiteX1" fmla="*/ 36713 w 642564"/>
                      <a:gd name="connsiteY1" fmla="*/ 0 h 81245"/>
                      <a:gd name="connsiteX2" fmla="*/ 605851 w 642564"/>
                      <a:gd name="connsiteY2" fmla="*/ 0 h 81245"/>
                      <a:gd name="connsiteX3" fmla="*/ 642564 w 642564"/>
                      <a:gd name="connsiteY3" fmla="*/ 36713 h 81245"/>
                      <a:gd name="connsiteX4" fmla="*/ 642563 w 642564"/>
                      <a:gd name="connsiteY4" fmla="*/ 36713 h 81245"/>
                      <a:gd name="connsiteX5" fmla="*/ 605850 w 642564"/>
                      <a:gd name="connsiteY5" fmla="*/ 73426 h 81245"/>
                      <a:gd name="connsiteX6" fmla="*/ 30776 w 642564"/>
                      <a:gd name="connsiteY6" fmla="*/ 81245 h 81245"/>
                      <a:gd name="connsiteX7" fmla="*/ 0 w 642564"/>
                      <a:gd name="connsiteY7" fmla="*/ 36712 h 81245"/>
                      <a:gd name="connsiteX8" fmla="*/ 0 w 642564"/>
                      <a:gd name="connsiteY8" fmla="*/ 36713 h 81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2564" h="81245">
                        <a:moveTo>
                          <a:pt x="0" y="36713"/>
                        </a:moveTo>
                        <a:cubicBezTo>
                          <a:pt x="0" y="16437"/>
                          <a:pt x="16437" y="0"/>
                          <a:pt x="36713" y="0"/>
                        </a:cubicBezTo>
                        <a:lnTo>
                          <a:pt x="605851" y="0"/>
                        </a:lnTo>
                        <a:cubicBezTo>
                          <a:pt x="626127" y="0"/>
                          <a:pt x="642564" y="16437"/>
                          <a:pt x="642564" y="36713"/>
                        </a:cubicBezTo>
                        <a:lnTo>
                          <a:pt x="642563" y="36713"/>
                        </a:lnTo>
                        <a:cubicBezTo>
                          <a:pt x="642563" y="56989"/>
                          <a:pt x="626126" y="73426"/>
                          <a:pt x="605850" y="73426"/>
                        </a:cubicBezTo>
                        <a:cubicBezTo>
                          <a:pt x="416138" y="73426"/>
                          <a:pt x="220488" y="81245"/>
                          <a:pt x="30776" y="81245"/>
                        </a:cubicBezTo>
                        <a:cubicBezTo>
                          <a:pt x="10500" y="81245"/>
                          <a:pt x="0" y="56988"/>
                          <a:pt x="0" y="36712"/>
                        </a:cubicBezTo>
                        <a:lnTo>
                          <a:pt x="0" y="36713"/>
                        </a:lnTo>
                        <a:close/>
                      </a:path>
                    </a:pathLst>
                  </a:custGeom>
                  <a:gradFill>
                    <a:gsLst>
                      <a:gs pos="99000">
                        <a:sysClr val="windowText" lastClr="000000"/>
                      </a:gs>
                      <a:gs pos="68000">
                        <a:srgbClr val="FFFFFF"/>
                      </a:gs>
                      <a:gs pos="49000">
                        <a:srgbClr val="FFFFFF">
                          <a:lumMod val="65000"/>
                        </a:srgbClr>
                      </a:gs>
                      <a:gs pos="24000">
                        <a:srgbClr val="FFFFFF"/>
                      </a:gs>
                      <a:gs pos="3000">
                        <a:sysClr val="windowText" lastClr="000000"/>
                      </a:gs>
                    </a:gsLst>
                    <a:lin ang="0" scaled="1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254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9" name="Rounded Rectangle 30"/>
                <p:cNvSpPr/>
                <p:nvPr/>
              </p:nvSpPr>
              <p:spPr>
                <a:xfrm rot="18501092">
                  <a:off x="4975463" y="5275507"/>
                  <a:ext cx="490181" cy="11056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Text" lastClr="000000"/>
                    </a:gs>
                    <a:gs pos="68000">
                      <a:srgbClr val="FFFFFF"/>
                    </a:gs>
                    <a:gs pos="49000">
                      <a:srgbClr val="FFFFFF">
                        <a:lumMod val="65000"/>
                      </a:srgbClr>
                    </a:gs>
                    <a:gs pos="24000">
                      <a:srgbClr val="FFFFFF"/>
                    </a:gs>
                    <a:gs pos="0">
                      <a:sysClr val="windowText" lastClr="000000"/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8" name="Group 19"/>
            <p:cNvGrpSpPr/>
            <p:nvPr/>
          </p:nvGrpSpPr>
          <p:grpSpPr>
            <a:xfrm>
              <a:off x="2096675" y="2151531"/>
              <a:ext cx="2620430" cy="2616668"/>
              <a:chOff x="3448050" y="1123950"/>
              <a:chExt cx="2733676" cy="2729753"/>
            </a:xfrm>
          </p:grpSpPr>
          <p:grpSp>
            <p:nvGrpSpPr>
              <p:cNvPr id="49" name="Group 20"/>
              <p:cNvGrpSpPr/>
              <p:nvPr/>
            </p:nvGrpSpPr>
            <p:grpSpPr>
              <a:xfrm>
                <a:off x="3448050" y="1123950"/>
                <a:ext cx="2733676" cy="2729753"/>
                <a:chOff x="3448050" y="1123950"/>
                <a:chExt cx="2733676" cy="2729753"/>
              </a:xfrm>
            </p:grpSpPr>
            <p:sp>
              <p:nvSpPr>
                <p:cNvPr id="51" name="Donut 22"/>
                <p:cNvSpPr/>
                <p:nvPr/>
              </p:nvSpPr>
              <p:spPr>
                <a:xfrm>
                  <a:off x="3448050" y="1123950"/>
                  <a:ext cx="2667000" cy="2667000"/>
                </a:xfrm>
                <a:prstGeom prst="donut">
                  <a:avLst>
                    <a:gd name="adj" fmla="val 4457"/>
                  </a:avLst>
                </a:prstGeom>
                <a:gradFill>
                  <a:gsLst>
                    <a:gs pos="100000">
                      <a:sysClr val="windowText" lastClr="000000"/>
                    </a:gs>
                    <a:gs pos="83000">
                      <a:srgbClr val="FFFFFF"/>
                    </a:gs>
                    <a:gs pos="46000">
                      <a:srgbClr val="FFFFFF">
                        <a:lumMod val="65000"/>
                      </a:srgbClr>
                    </a:gs>
                    <a:gs pos="16000">
                      <a:srgbClr val="FFFFFF"/>
                    </a:gs>
                    <a:gs pos="0">
                      <a:sysClr val="windowText" lastClr="000000"/>
                    </a:gs>
                  </a:gsLst>
                  <a:lin ang="13500000" scaled="1"/>
                </a:gradFill>
                <a:ln w="12700" cap="flat" cmpd="sng" algn="ctr">
                  <a:solidFill>
                    <a:srgbClr val="FFFFFF">
                      <a:lumMod val="6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103"/>
                <p:cNvSpPr/>
                <p:nvPr/>
              </p:nvSpPr>
              <p:spPr>
                <a:xfrm>
                  <a:off x="3551970" y="1241899"/>
                  <a:ext cx="2438522" cy="2429855"/>
                </a:xfrm>
                <a:custGeom>
                  <a:avLst/>
                  <a:gdLst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65529"/>
                    <a:gd name="connsiteY0" fmla="*/ 1193274 h 2369733"/>
                    <a:gd name="connsiteX1" fmla="*/ 1193274 w 2365529"/>
                    <a:gd name="connsiteY1" fmla="*/ 0 h 2369733"/>
                    <a:gd name="connsiteX2" fmla="*/ 2365529 w 2365529"/>
                    <a:gd name="connsiteY2" fmla="*/ 1184867 h 2369733"/>
                    <a:gd name="connsiteX3" fmla="*/ 1193274 w 2365529"/>
                    <a:gd name="connsiteY3" fmla="*/ 2369733 h 2369733"/>
                    <a:gd name="connsiteX4" fmla="*/ 0 w 2365529"/>
                    <a:gd name="connsiteY4" fmla="*/ 1193274 h 2369733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5529" h="2357121">
                      <a:moveTo>
                        <a:pt x="0" y="1180662"/>
                      </a:moveTo>
                      <a:cubicBezTo>
                        <a:pt x="0" y="521635"/>
                        <a:pt x="542655" y="0"/>
                        <a:pt x="1201682" y="0"/>
                      </a:cubicBezTo>
                      <a:cubicBezTo>
                        <a:pt x="1860709" y="0"/>
                        <a:pt x="2348713" y="521637"/>
                        <a:pt x="2365529" y="1172255"/>
                      </a:cubicBezTo>
                      <a:cubicBezTo>
                        <a:pt x="2365529" y="1831282"/>
                        <a:pt x="1852301" y="2357121"/>
                        <a:pt x="1193274" y="2357121"/>
                      </a:cubicBezTo>
                      <a:cubicBezTo>
                        <a:pt x="559470" y="2336101"/>
                        <a:pt x="0" y="1839689"/>
                        <a:pt x="0" y="118066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90000">
                      <a:schemeClr val="bg1">
                        <a:alpha val="20000"/>
                      </a:schemeClr>
                    </a:gs>
                    <a:gs pos="2000">
                      <a:schemeClr val="bg1">
                        <a:lumMod val="95000"/>
                        <a:alpha val="18000"/>
                      </a:schemeClr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23"/>
                <p:cNvSpPr/>
                <p:nvPr/>
              </p:nvSpPr>
              <p:spPr>
                <a:xfrm>
                  <a:off x="3590439" y="2005543"/>
                  <a:ext cx="2591287" cy="1848160"/>
                </a:xfrm>
                <a:custGeom>
                  <a:avLst/>
                  <a:gdLst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91287" h="1848160">
                      <a:moveTo>
                        <a:pt x="2441615" y="0"/>
                      </a:moveTo>
                      <a:cubicBezTo>
                        <a:pt x="2537709" y="172615"/>
                        <a:pt x="2591287" y="368773"/>
                        <a:pt x="2591287" y="590019"/>
                      </a:cubicBezTo>
                      <a:cubicBezTo>
                        <a:pt x="2544222" y="1191444"/>
                        <a:pt x="2012951" y="1834714"/>
                        <a:pt x="1217725" y="1848160"/>
                      </a:cubicBezTo>
                      <a:cubicBezTo>
                        <a:pt x="646051" y="1848160"/>
                        <a:pt x="169795" y="1535106"/>
                        <a:pt x="0" y="1057894"/>
                      </a:cubicBezTo>
                      <a:cubicBezTo>
                        <a:pt x="224987" y="1470666"/>
                        <a:pt x="645305" y="1766357"/>
                        <a:pt x="1176824" y="1766357"/>
                      </a:cubicBezTo>
                      <a:cubicBezTo>
                        <a:pt x="1931708" y="1766357"/>
                        <a:pt x="2456256" y="1217219"/>
                        <a:pt x="2530215" y="488045"/>
                      </a:cubicBezTo>
                      <a:cubicBezTo>
                        <a:pt x="2530215" y="317603"/>
                        <a:pt x="2507616" y="148269"/>
                        <a:pt x="2441615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Oval 59"/>
                <p:cNvSpPr/>
                <p:nvPr/>
              </p:nvSpPr>
              <p:spPr>
                <a:xfrm>
                  <a:off x="3550159" y="1238250"/>
                  <a:ext cx="2193274" cy="2093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3274" h="2093560">
                      <a:moveTo>
                        <a:pt x="1231392" y="0"/>
                      </a:moveTo>
                      <a:cubicBezTo>
                        <a:pt x="1620939" y="0"/>
                        <a:pt x="1968237" y="179092"/>
                        <a:pt x="2193274" y="459140"/>
                      </a:cubicBezTo>
                      <a:cubicBezTo>
                        <a:pt x="1972059" y="245503"/>
                        <a:pt x="1669589" y="114300"/>
                        <a:pt x="1336167" y="114300"/>
                      </a:cubicBezTo>
                      <a:cubicBezTo>
                        <a:pt x="656088" y="114300"/>
                        <a:pt x="104775" y="660154"/>
                        <a:pt x="104775" y="1333500"/>
                      </a:cubicBezTo>
                      <a:cubicBezTo>
                        <a:pt x="104775" y="1621156"/>
                        <a:pt x="205392" y="1885545"/>
                        <a:pt x="374285" y="2093560"/>
                      </a:cubicBezTo>
                      <a:cubicBezTo>
                        <a:pt x="143246" y="1872526"/>
                        <a:pt x="0" y="1562426"/>
                        <a:pt x="0" y="1219200"/>
                      </a:cubicBezTo>
                      <a:cubicBezTo>
                        <a:pt x="0" y="545854"/>
                        <a:pt x="551313" y="0"/>
                        <a:pt x="1231392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2"/>
                <p:cNvSpPr/>
                <p:nvPr/>
              </p:nvSpPr>
              <p:spPr>
                <a:xfrm>
                  <a:off x="3711515" y="2233357"/>
                  <a:ext cx="164311" cy="980624"/>
                </a:xfrm>
                <a:custGeom>
                  <a:avLst/>
                  <a:gdLst>
                    <a:gd name="connsiteX0" fmla="*/ 0 w 586946"/>
                    <a:gd name="connsiteY0" fmla="*/ 0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0 w 586946"/>
                    <a:gd name="connsiteY4" fmla="*/ 0 h 1130643"/>
                    <a:gd name="connsiteX0" fmla="*/ 164306 w 586946"/>
                    <a:gd name="connsiteY0" fmla="*/ 142875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164306 w 586946"/>
                    <a:gd name="connsiteY4" fmla="*/ 142875 h 1130643"/>
                    <a:gd name="connsiteX0" fmla="*/ 164306 w 586946"/>
                    <a:gd name="connsiteY0" fmla="*/ 0 h 987768"/>
                    <a:gd name="connsiteX1" fmla="*/ 370252 w 586946"/>
                    <a:gd name="connsiteY1" fmla="*/ 71437 h 987768"/>
                    <a:gd name="connsiteX2" fmla="*/ 586946 w 586946"/>
                    <a:gd name="connsiteY2" fmla="*/ 987768 h 987768"/>
                    <a:gd name="connsiteX3" fmla="*/ 0 w 586946"/>
                    <a:gd name="connsiteY3" fmla="*/ 987768 h 987768"/>
                    <a:gd name="connsiteX4" fmla="*/ 164306 w 586946"/>
                    <a:gd name="connsiteY4" fmla="*/ 0 h 987768"/>
                    <a:gd name="connsiteX0" fmla="*/ 0 w 422640"/>
                    <a:gd name="connsiteY0" fmla="*/ 0 h 987768"/>
                    <a:gd name="connsiteX1" fmla="*/ 205946 w 422640"/>
                    <a:gd name="connsiteY1" fmla="*/ 71437 h 987768"/>
                    <a:gd name="connsiteX2" fmla="*/ 422640 w 422640"/>
                    <a:gd name="connsiteY2" fmla="*/ 987768 h 987768"/>
                    <a:gd name="connsiteX3" fmla="*/ 0 w 422640"/>
                    <a:gd name="connsiteY3" fmla="*/ 0 h 987768"/>
                    <a:gd name="connsiteX0" fmla="*/ 0 w 205946"/>
                    <a:gd name="connsiteY0" fmla="*/ 0 h 980624"/>
                    <a:gd name="connsiteX1" fmla="*/ 205946 w 205946"/>
                    <a:gd name="connsiteY1" fmla="*/ 71437 h 980624"/>
                    <a:gd name="connsiteX2" fmla="*/ 124984 w 205946"/>
                    <a:gd name="connsiteY2" fmla="*/ 980624 h 980624"/>
                    <a:gd name="connsiteX3" fmla="*/ 0 w 205946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191" h="980624">
                      <a:moveTo>
                        <a:pt x="73245" y="0"/>
                      </a:moveTo>
                      <a:lnTo>
                        <a:pt x="279191" y="71437"/>
                      </a:lnTo>
                      <a:cubicBezTo>
                        <a:pt x="147429" y="243530"/>
                        <a:pt x="49003" y="525162"/>
                        <a:pt x="198229" y="980624"/>
                      </a:cubicBezTo>
                      <a:cubicBezTo>
                        <a:pt x="-105369" y="510874"/>
                        <a:pt x="14893" y="145900"/>
                        <a:pt x="732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Chord 31"/>
              <p:cNvSpPr/>
              <p:nvPr/>
            </p:nvSpPr>
            <p:spPr>
              <a:xfrm rot="1866441">
                <a:off x="3583640" y="1343373"/>
                <a:ext cx="1130298" cy="1890132"/>
              </a:xfrm>
              <a:custGeom>
                <a:avLst/>
                <a:gdLst>
                  <a:gd name="connsiteX0" fmla="*/ 2070314 w 2425524"/>
                  <a:gd name="connsiteY0" fmla="*/ 2070314 h 2425524"/>
                  <a:gd name="connsiteX1" fmla="*/ 606381 w 2425524"/>
                  <a:gd name="connsiteY1" fmla="*/ 2263044 h 2425524"/>
                  <a:gd name="connsiteX2" fmla="*/ 41324 w 2425524"/>
                  <a:gd name="connsiteY2" fmla="*/ 898875 h 2425524"/>
                  <a:gd name="connsiteX3" fmla="*/ 1212762 w 2425524"/>
                  <a:gd name="connsiteY3" fmla="*/ -1 h 2425524"/>
                  <a:gd name="connsiteX4" fmla="*/ 2070314 w 2425524"/>
                  <a:gd name="connsiteY4" fmla="*/ 2070314 h 2425524"/>
                  <a:gd name="connsiteX0" fmla="*/ 2070423 w 2070423"/>
                  <a:gd name="connsiteY0" fmla="*/ 2070315 h 2425553"/>
                  <a:gd name="connsiteX1" fmla="*/ 606490 w 2070423"/>
                  <a:gd name="connsiteY1" fmla="*/ 2263045 h 2425553"/>
                  <a:gd name="connsiteX2" fmla="*/ 41433 w 2070423"/>
                  <a:gd name="connsiteY2" fmla="*/ 898876 h 2425553"/>
                  <a:gd name="connsiteX3" fmla="*/ 1212871 w 2070423"/>
                  <a:gd name="connsiteY3" fmla="*/ 0 h 2425553"/>
                  <a:gd name="connsiteX4" fmla="*/ 2070423 w 2070423"/>
                  <a:gd name="connsiteY4" fmla="*/ 2070315 h 2425553"/>
                  <a:gd name="connsiteX0" fmla="*/ 2070423 w 2070423"/>
                  <a:gd name="connsiteY0" fmla="*/ 2070315 h 2362424"/>
                  <a:gd name="connsiteX1" fmla="*/ 606490 w 2070423"/>
                  <a:gd name="connsiteY1" fmla="*/ 2263045 h 2362424"/>
                  <a:gd name="connsiteX2" fmla="*/ 41433 w 2070423"/>
                  <a:gd name="connsiteY2" fmla="*/ 898876 h 2362424"/>
                  <a:gd name="connsiteX3" fmla="*/ 1212871 w 2070423"/>
                  <a:gd name="connsiteY3" fmla="*/ 0 h 2362424"/>
                  <a:gd name="connsiteX4" fmla="*/ 2070423 w 2070423"/>
                  <a:gd name="connsiteY4" fmla="*/ 2070315 h 2362424"/>
                  <a:gd name="connsiteX0" fmla="*/ 2070423 w 2070423"/>
                  <a:gd name="connsiteY0" fmla="*/ 2070315 h 2263045"/>
                  <a:gd name="connsiteX1" fmla="*/ 606490 w 2070423"/>
                  <a:gd name="connsiteY1" fmla="*/ 2263045 h 2263045"/>
                  <a:gd name="connsiteX2" fmla="*/ 41433 w 2070423"/>
                  <a:gd name="connsiteY2" fmla="*/ 898876 h 2263045"/>
                  <a:gd name="connsiteX3" fmla="*/ 1212871 w 2070423"/>
                  <a:gd name="connsiteY3" fmla="*/ 0 h 2263045"/>
                  <a:gd name="connsiteX4" fmla="*/ 2070423 w 2070423"/>
                  <a:gd name="connsiteY4" fmla="*/ 2070315 h 2263045"/>
                  <a:gd name="connsiteX0" fmla="*/ 2028990 w 2028990"/>
                  <a:gd name="connsiteY0" fmla="*/ 2070315 h 2263045"/>
                  <a:gd name="connsiteX1" fmla="*/ 565057 w 2028990"/>
                  <a:gd name="connsiteY1" fmla="*/ 2263045 h 2263045"/>
                  <a:gd name="connsiteX2" fmla="*/ 0 w 2028990"/>
                  <a:gd name="connsiteY2" fmla="*/ 898876 h 2263045"/>
                  <a:gd name="connsiteX3" fmla="*/ 1171438 w 2028990"/>
                  <a:gd name="connsiteY3" fmla="*/ 0 h 2263045"/>
                  <a:gd name="connsiteX4" fmla="*/ 2028990 w 2028990"/>
                  <a:gd name="connsiteY4" fmla="*/ 2070315 h 2263045"/>
                  <a:gd name="connsiteX0" fmla="*/ 2083060 w 2083060"/>
                  <a:gd name="connsiteY0" fmla="*/ 2070315 h 2263045"/>
                  <a:gd name="connsiteX1" fmla="*/ 619127 w 2083060"/>
                  <a:gd name="connsiteY1" fmla="*/ 2263045 h 2263045"/>
                  <a:gd name="connsiteX2" fmla="*/ 54070 w 2083060"/>
                  <a:gd name="connsiteY2" fmla="*/ 898876 h 2263045"/>
                  <a:gd name="connsiteX3" fmla="*/ 1225508 w 2083060"/>
                  <a:gd name="connsiteY3" fmla="*/ 0 h 2263045"/>
                  <a:gd name="connsiteX4" fmla="*/ 2083060 w 2083060"/>
                  <a:gd name="connsiteY4" fmla="*/ 2070315 h 2263045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35729 w 1735729"/>
                  <a:gd name="connsiteY0" fmla="*/ 1844935 h 1992589"/>
                  <a:gd name="connsiteX1" fmla="*/ 606647 w 1735729"/>
                  <a:gd name="connsiteY1" fmla="*/ 1992589 h 1992589"/>
                  <a:gd name="connsiteX2" fmla="*/ 41590 w 1735729"/>
                  <a:gd name="connsiteY2" fmla="*/ 628420 h 1992589"/>
                  <a:gd name="connsiteX3" fmla="*/ 478932 w 1735729"/>
                  <a:gd name="connsiteY3" fmla="*/ 0 h 1992589"/>
                  <a:gd name="connsiteX4" fmla="*/ 1735729 w 1735729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2027490"/>
                  <a:gd name="connsiteX1" fmla="*/ 617379 w 1746461"/>
                  <a:gd name="connsiteY1" fmla="*/ 2027490 h 2027490"/>
                  <a:gd name="connsiteX2" fmla="*/ 40415 w 1746461"/>
                  <a:gd name="connsiteY2" fmla="*/ 626039 h 2027490"/>
                  <a:gd name="connsiteX3" fmla="*/ 489664 w 1746461"/>
                  <a:gd name="connsiteY3" fmla="*/ 0 h 2027490"/>
                  <a:gd name="connsiteX4" fmla="*/ 1746461 w 1746461"/>
                  <a:gd name="connsiteY4" fmla="*/ 1844935 h 2027490"/>
                  <a:gd name="connsiteX0" fmla="*/ 1739990 w 1739990"/>
                  <a:gd name="connsiteY0" fmla="*/ 1844935 h 2027490"/>
                  <a:gd name="connsiteX1" fmla="*/ 610908 w 1739990"/>
                  <a:gd name="connsiteY1" fmla="*/ 2027490 h 2027490"/>
                  <a:gd name="connsiteX2" fmla="*/ 33944 w 1739990"/>
                  <a:gd name="connsiteY2" fmla="*/ 626039 h 2027490"/>
                  <a:gd name="connsiteX3" fmla="*/ 483193 w 1739990"/>
                  <a:gd name="connsiteY3" fmla="*/ 0 h 2027490"/>
                  <a:gd name="connsiteX4" fmla="*/ 1739990 w 1739990"/>
                  <a:gd name="connsiteY4" fmla="*/ 1844935 h 2027490"/>
                  <a:gd name="connsiteX0" fmla="*/ 1766030 w 1766030"/>
                  <a:gd name="connsiteY0" fmla="*/ 1844935 h 2027490"/>
                  <a:gd name="connsiteX1" fmla="*/ 636948 w 1766030"/>
                  <a:gd name="connsiteY1" fmla="*/ 2027490 h 2027490"/>
                  <a:gd name="connsiteX2" fmla="*/ 32063 w 1766030"/>
                  <a:gd name="connsiteY2" fmla="*/ 605099 h 2027490"/>
                  <a:gd name="connsiteX3" fmla="*/ 509233 w 1766030"/>
                  <a:gd name="connsiteY3" fmla="*/ 0 h 2027490"/>
                  <a:gd name="connsiteX4" fmla="*/ 1766030 w 1766030"/>
                  <a:gd name="connsiteY4" fmla="*/ 1844935 h 2027490"/>
                  <a:gd name="connsiteX0" fmla="*/ 1766030 w 1766030"/>
                  <a:gd name="connsiteY0" fmla="*/ 1844935 h 2034470"/>
                  <a:gd name="connsiteX1" fmla="*/ 636948 w 1766030"/>
                  <a:gd name="connsiteY1" fmla="*/ 2034470 h 2034470"/>
                  <a:gd name="connsiteX2" fmla="*/ 32063 w 1766030"/>
                  <a:gd name="connsiteY2" fmla="*/ 605099 h 2034470"/>
                  <a:gd name="connsiteX3" fmla="*/ 509233 w 1766030"/>
                  <a:gd name="connsiteY3" fmla="*/ 0 h 2034470"/>
                  <a:gd name="connsiteX4" fmla="*/ 1766030 w 1766030"/>
                  <a:gd name="connsiteY4" fmla="*/ 1844935 h 2034470"/>
                  <a:gd name="connsiteX0" fmla="*/ 1763311 w 1763311"/>
                  <a:gd name="connsiteY0" fmla="*/ 1844935 h 2034470"/>
                  <a:gd name="connsiteX1" fmla="*/ 634229 w 1763311"/>
                  <a:gd name="connsiteY1" fmla="*/ 2034470 h 2034470"/>
                  <a:gd name="connsiteX2" fmla="*/ 29344 w 1763311"/>
                  <a:gd name="connsiteY2" fmla="*/ 605099 h 2034470"/>
                  <a:gd name="connsiteX3" fmla="*/ 506514 w 1763311"/>
                  <a:gd name="connsiteY3" fmla="*/ 0 h 2034470"/>
                  <a:gd name="connsiteX4" fmla="*/ 1763311 w 1763311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61148 w 1761148"/>
                  <a:gd name="connsiteY0" fmla="*/ 1844935 h 2034470"/>
                  <a:gd name="connsiteX1" fmla="*/ 632066 w 1761148"/>
                  <a:gd name="connsiteY1" fmla="*/ 2034470 h 2034470"/>
                  <a:gd name="connsiteX2" fmla="*/ 27181 w 1761148"/>
                  <a:gd name="connsiteY2" fmla="*/ 605099 h 2034470"/>
                  <a:gd name="connsiteX3" fmla="*/ 504351 w 1761148"/>
                  <a:gd name="connsiteY3" fmla="*/ 0 h 2034470"/>
                  <a:gd name="connsiteX4" fmla="*/ 1761148 w 1761148"/>
                  <a:gd name="connsiteY4" fmla="*/ 1844935 h 2034470"/>
                  <a:gd name="connsiteX0" fmla="*/ 1737873 w 1737873"/>
                  <a:gd name="connsiteY0" fmla="*/ 1844935 h 2034470"/>
                  <a:gd name="connsiteX1" fmla="*/ 608791 w 1737873"/>
                  <a:gd name="connsiteY1" fmla="*/ 2034470 h 2034470"/>
                  <a:gd name="connsiteX2" fmla="*/ 28508 w 1737873"/>
                  <a:gd name="connsiteY2" fmla="*/ 605099 h 2034470"/>
                  <a:gd name="connsiteX3" fmla="*/ 481076 w 1737873"/>
                  <a:gd name="connsiteY3" fmla="*/ 0 h 2034470"/>
                  <a:gd name="connsiteX4" fmla="*/ 1737873 w 1737873"/>
                  <a:gd name="connsiteY4" fmla="*/ 1844935 h 2034470"/>
                  <a:gd name="connsiteX0" fmla="*/ 1731095 w 1731095"/>
                  <a:gd name="connsiteY0" fmla="*/ 1844935 h 2005766"/>
                  <a:gd name="connsiteX1" fmla="*/ 757830 w 1731095"/>
                  <a:gd name="connsiteY1" fmla="*/ 2005766 h 2005766"/>
                  <a:gd name="connsiteX2" fmla="*/ 21730 w 1731095"/>
                  <a:gd name="connsiteY2" fmla="*/ 605099 h 2005766"/>
                  <a:gd name="connsiteX3" fmla="*/ 474298 w 1731095"/>
                  <a:gd name="connsiteY3" fmla="*/ 0 h 2005766"/>
                  <a:gd name="connsiteX4" fmla="*/ 1731095 w 1731095"/>
                  <a:gd name="connsiteY4" fmla="*/ 1844935 h 2005766"/>
                  <a:gd name="connsiteX0" fmla="*/ 1719212 w 1719212"/>
                  <a:gd name="connsiteY0" fmla="*/ 1844935 h 2005766"/>
                  <a:gd name="connsiteX1" fmla="*/ 745947 w 1719212"/>
                  <a:gd name="connsiteY1" fmla="*/ 2005766 h 2005766"/>
                  <a:gd name="connsiteX2" fmla="*/ 22149 w 1719212"/>
                  <a:gd name="connsiteY2" fmla="*/ 600998 h 2005766"/>
                  <a:gd name="connsiteX3" fmla="*/ 462415 w 1719212"/>
                  <a:gd name="connsiteY3" fmla="*/ 0 h 2005766"/>
                  <a:gd name="connsiteX4" fmla="*/ 1719212 w 1719212"/>
                  <a:gd name="connsiteY4" fmla="*/ 1844935 h 2005766"/>
                  <a:gd name="connsiteX0" fmla="*/ 1697830 w 1697830"/>
                  <a:gd name="connsiteY0" fmla="*/ 1844935 h 2005766"/>
                  <a:gd name="connsiteX1" fmla="*/ 724565 w 1697830"/>
                  <a:gd name="connsiteY1" fmla="*/ 2005766 h 2005766"/>
                  <a:gd name="connsiteX2" fmla="*/ 767 w 1697830"/>
                  <a:gd name="connsiteY2" fmla="*/ 600998 h 2005766"/>
                  <a:gd name="connsiteX3" fmla="*/ 441033 w 1697830"/>
                  <a:gd name="connsiteY3" fmla="*/ 0 h 2005766"/>
                  <a:gd name="connsiteX4" fmla="*/ 1697830 w 1697830"/>
                  <a:gd name="connsiteY4" fmla="*/ 1844935 h 2005766"/>
                  <a:gd name="connsiteX0" fmla="*/ 1697860 w 1697860"/>
                  <a:gd name="connsiteY0" fmla="*/ 1844935 h 2005766"/>
                  <a:gd name="connsiteX1" fmla="*/ 724595 w 1697860"/>
                  <a:gd name="connsiteY1" fmla="*/ 2005766 h 2005766"/>
                  <a:gd name="connsiteX2" fmla="*/ 797 w 1697860"/>
                  <a:gd name="connsiteY2" fmla="*/ 600998 h 2005766"/>
                  <a:gd name="connsiteX3" fmla="*/ 441063 w 1697860"/>
                  <a:gd name="connsiteY3" fmla="*/ 0 h 2005766"/>
                  <a:gd name="connsiteX4" fmla="*/ 1697860 w 1697860"/>
                  <a:gd name="connsiteY4" fmla="*/ 1844935 h 2005766"/>
                  <a:gd name="connsiteX0" fmla="*/ 1310663 w 1310663"/>
                  <a:gd name="connsiteY0" fmla="*/ 1844935 h 2005766"/>
                  <a:gd name="connsiteX1" fmla="*/ 337398 w 1310663"/>
                  <a:gd name="connsiteY1" fmla="*/ 2005766 h 2005766"/>
                  <a:gd name="connsiteX2" fmla="*/ 53866 w 1310663"/>
                  <a:gd name="connsiteY2" fmla="*/ 0 h 2005766"/>
                  <a:gd name="connsiteX3" fmla="*/ 1310663 w 1310663"/>
                  <a:gd name="connsiteY3" fmla="*/ 1844935 h 2005766"/>
                  <a:gd name="connsiteX0" fmla="*/ 1547182 w 1547182"/>
                  <a:gd name="connsiteY0" fmla="*/ 1844935 h 2005766"/>
                  <a:gd name="connsiteX1" fmla="*/ 573917 w 1547182"/>
                  <a:gd name="connsiteY1" fmla="*/ 2005766 h 2005766"/>
                  <a:gd name="connsiteX2" fmla="*/ 290385 w 1547182"/>
                  <a:gd name="connsiteY2" fmla="*/ 0 h 2005766"/>
                  <a:gd name="connsiteX3" fmla="*/ 1547182 w 1547182"/>
                  <a:gd name="connsiteY3" fmla="*/ 1844935 h 2005766"/>
                  <a:gd name="connsiteX0" fmla="*/ 1535283 w 1535283"/>
                  <a:gd name="connsiteY0" fmla="*/ 1844935 h 1997565"/>
                  <a:gd name="connsiteX1" fmla="*/ 619424 w 1535283"/>
                  <a:gd name="connsiteY1" fmla="*/ 1997565 h 1997565"/>
                  <a:gd name="connsiteX2" fmla="*/ 278486 w 1535283"/>
                  <a:gd name="connsiteY2" fmla="*/ 0 h 1997565"/>
                  <a:gd name="connsiteX3" fmla="*/ 1535283 w 1535283"/>
                  <a:gd name="connsiteY3" fmla="*/ 1844935 h 1997565"/>
                  <a:gd name="connsiteX0" fmla="*/ 1256797 w 1256797"/>
                  <a:gd name="connsiteY0" fmla="*/ 1844935 h 1844935"/>
                  <a:gd name="connsiteX1" fmla="*/ 0 w 1256797"/>
                  <a:gd name="connsiteY1" fmla="*/ 0 h 1844935"/>
                  <a:gd name="connsiteX2" fmla="*/ 1256797 w 1256797"/>
                  <a:gd name="connsiteY2" fmla="*/ 1844935 h 1844935"/>
                  <a:gd name="connsiteX0" fmla="*/ 1256797 w 1256797"/>
                  <a:gd name="connsiteY0" fmla="*/ 1844935 h 1860120"/>
                  <a:gd name="connsiteX1" fmla="*/ 0 w 1256797"/>
                  <a:gd name="connsiteY1" fmla="*/ 0 h 1860120"/>
                  <a:gd name="connsiteX2" fmla="*/ 1256797 w 1256797"/>
                  <a:gd name="connsiteY2" fmla="*/ 1844935 h 1860120"/>
                  <a:gd name="connsiteX0" fmla="*/ 1560885 w 1560885"/>
                  <a:gd name="connsiteY0" fmla="*/ 1844935 h 1857836"/>
                  <a:gd name="connsiteX1" fmla="*/ 304088 w 1560885"/>
                  <a:gd name="connsiteY1" fmla="*/ 0 h 1857836"/>
                  <a:gd name="connsiteX2" fmla="*/ 1560885 w 1560885"/>
                  <a:gd name="connsiteY2" fmla="*/ 1844935 h 1857836"/>
                  <a:gd name="connsiteX0" fmla="*/ 1547179 w 1547179"/>
                  <a:gd name="connsiteY0" fmla="*/ 1906441 h 1918920"/>
                  <a:gd name="connsiteX1" fmla="*/ 310884 w 1547179"/>
                  <a:gd name="connsiteY1" fmla="*/ 0 h 1918920"/>
                  <a:gd name="connsiteX2" fmla="*/ 1547179 w 1547179"/>
                  <a:gd name="connsiteY2" fmla="*/ 1906441 h 1918920"/>
                  <a:gd name="connsiteX0" fmla="*/ 1528308 w 1528308"/>
                  <a:gd name="connsiteY0" fmla="*/ 1906441 h 1938005"/>
                  <a:gd name="connsiteX1" fmla="*/ 292013 w 1528308"/>
                  <a:gd name="connsiteY1" fmla="*/ 0 h 1938005"/>
                  <a:gd name="connsiteX2" fmla="*/ 1528308 w 1528308"/>
                  <a:gd name="connsiteY2" fmla="*/ 1906441 h 1938005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634630 w 1634630"/>
                  <a:gd name="connsiteY0" fmla="*/ 1906441 h 2065595"/>
                  <a:gd name="connsiteX1" fmla="*/ 398335 w 1634630"/>
                  <a:gd name="connsiteY1" fmla="*/ 0 h 2065595"/>
                  <a:gd name="connsiteX2" fmla="*/ 1634630 w 1634630"/>
                  <a:gd name="connsiteY2" fmla="*/ 1906441 h 2065595"/>
                  <a:gd name="connsiteX0" fmla="*/ 1738350 w 1738350"/>
                  <a:gd name="connsiteY0" fmla="*/ 1906441 h 2071671"/>
                  <a:gd name="connsiteX1" fmla="*/ 502055 w 1738350"/>
                  <a:gd name="connsiteY1" fmla="*/ 0 h 2071671"/>
                  <a:gd name="connsiteX2" fmla="*/ 1738350 w 1738350"/>
                  <a:gd name="connsiteY2" fmla="*/ 1906441 h 2071671"/>
                  <a:gd name="connsiteX0" fmla="*/ 1716657 w 1716657"/>
                  <a:gd name="connsiteY0" fmla="*/ 1906441 h 2019965"/>
                  <a:gd name="connsiteX1" fmla="*/ 480362 w 1716657"/>
                  <a:gd name="connsiteY1" fmla="*/ 0 h 2019965"/>
                  <a:gd name="connsiteX2" fmla="*/ 1716657 w 1716657"/>
                  <a:gd name="connsiteY2" fmla="*/ 1906441 h 2019965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68938 w 1768938"/>
                  <a:gd name="connsiteY0" fmla="*/ 1864945 h 1963334"/>
                  <a:gd name="connsiteX1" fmla="*/ 463873 w 1768938"/>
                  <a:gd name="connsiteY1" fmla="*/ 0 h 1963334"/>
                  <a:gd name="connsiteX2" fmla="*/ 1768938 w 1768938"/>
                  <a:gd name="connsiteY2" fmla="*/ 1864945 h 1963334"/>
                  <a:gd name="connsiteX0" fmla="*/ 1778189 w 1778189"/>
                  <a:gd name="connsiteY0" fmla="*/ 1864945 h 1977575"/>
                  <a:gd name="connsiteX1" fmla="*/ 473124 w 1778189"/>
                  <a:gd name="connsiteY1" fmla="*/ 0 h 1977575"/>
                  <a:gd name="connsiteX2" fmla="*/ 1778189 w 1778189"/>
                  <a:gd name="connsiteY2" fmla="*/ 1864945 h 1977575"/>
                  <a:gd name="connsiteX0" fmla="*/ 1772553 w 1772553"/>
                  <a:gd name="connsiteY0" fmla="*/ 1864945 h 1980049"/>
                  <a:gd name="connsiteX1" fmla="*/ 467488 w 1772553"/>
                  <a:gd name="connsiteY1" fmla="*/ 0 h 1980049"/>
                  <a:gd name="connsiteX2" fmla="*/ 1772553 w 1772553"/>
                  <a:gd name="connsiteY2" fmla="*/ 1864945 h 1980049"/>
                  <a:gd name="connsiteX0" fmla="*/ 1780606 w 1780606"/>
                  <a:gd name="connsiteY0" fmla="*/ 1864945 h 1962324"/>
                  <a:gd name="connsiteX1" fmla="*/ 475541 w 1780606"/>
                  <a:gd name="connsiteY1" fmla="*/ 0 h 1962324"/>
                  <a:gd name="connsiteX2" fmla="*/ 1780606 w 1780606"/>
                  <a:gd name="connsiteY2" fmla="*/ 1864945 h 196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80606" h="1962324">
                    <a:moveTo>
                      <a:pt x="1780606" y="1864945"/>
                    </a:moveTo>
                    <a:cubicBezTo>
                      <a:pt x="-328568" y="2417276"/>
                      <a:pt x="-280107" y="460227"/>
                      <a:pt x="475541" y="0"/>
                    </a:cubicBezTo>
                    <a:cubicBezTo>
                      <a:pt x="420907" y="581428"/>
                      <a:pt x="598317" y="1203785"/>
                      <a:pt x="1780606" y="1864945"/>
                    </a:cubicBezTo>
                    <a:close/>
                  </a:path>
                </a:pathLst>
              </a:custGeom>
              <a:gradFill flip="none" rotWithShape="1">
                <a:gsLst>
                  <a:gs pos="70000">
                    <a:srgbClr val="FFFFFF">
                      <a:alpha val="0"/>
                    </a:srgbClr>
                  </a:gs>
                  <a:gs pos="10000">
                    <a:srgbClr val="FFFFFF">
                      <a:alpha val="58824"/>
                    </a:srgbClr>
                  </a:gs>
                </a:gsLst>
                <a:lin ang="2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16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829601" y="1645102"/>
            <a:ext cx="6532798" cy="3567796"/>
            <a:chOff x="3292378" y="1820427"/>
            <a:chExt cx="6532798" cy="3567796"/>
          </a:xfrm>
        </p:grpSpPr>
        <p:grpSp>
          <p:nvGrpSpPr>
            <p:cNvPr id="29" name="Grupo 28"/>
            <p:cNvGrpSpPr/>
            <p:nvPr/>
          </p:nvGrpSpPr>
          <p:grpSpPr>
            <a:xfrm>
              <a:off x="3292378" y="1820427"/>
              <a:ext cx="5607244" cy="3217146"/>
              <a:chOff x="202570" y="1167818"/>
              <a:chExt cx="3745974" cy="2149246"/>
            </a:xfrm>
          </p:grpSpPr>
          <p:sp>
            <p:nvSpPr>
              <p:cNvPr id="30" name="Rounded Rectangle 110"/>
              <p:cNvSpPr/>
              <p:nvPr/>
            </p:nvSpPr>
            <p:spPr>
              <a:xfrm rot="5400000">
                <a:off x="1259256" y="627775"/>
                <a:ext cx="1821522" cy="3557055"/>
              </a:xfrm>
              <a:prstGeom prst="roundRect">
                <a:avLst>
                  <a:gd name="adj" fmla="val 7102"/>
                </a:avLst>
              </a:prstGeom>
              <a:gradFill>
                <a:gsLst>
                  <a:gs pos="0">
                    <a:srgbClr val="A0D5EA"/>
                  </a:gs>
                  <a:gs pos="100000">
                    <a:srgbClr val="35A5D2"/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kern="0" dirty="0"/>
              </a:p>
            </p:txBody>
          </p:sp>
          <p:sp>
            <p:nvSpPr>
              <p:cNvPr id="31" name="Rectangle 111"/>
              <p:cNvSpPr/>
              <p:nvPr/>
            </p:nvSpPr>
            <p:spPr>
              <a:xfrm>
                <a:off x="1442181" y="2014126"/>
                <a:ext cx="1828749" cy="9252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Arquitetura de Referência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Visão </a:t>
                </a:r>
                <a:r>
                  <a:rPr lang="pt-BR" sz="1400" i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:r>
                  <a:rPr lang="pt-BR" sz="1400" i="1" kern="0" dirty="0" err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pt-BR" sz="1400" i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 </a:t>
                </a:r>
                <a:r>
                  <a:rPr lang="pt-BR" sz="1400" i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Pace </a:t>
                </a:r>
                <a:r>
                  <a:rPr lang="pt-BR" sz="1400" i="1" kern="0" dirty="0" err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Layered</a:t>
                </a:r>
                <a:endParaRPr lang="pt-BR" sz="1400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Visão Futura</a:t>
                </a:r>
              </a:p>
              <a:p>
                <a:pPr marL="628650" lvl="2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Principais movimentos para 2015</a:t>
                </a:r>
              </a:p>
              <a:p>
                <a:pPr marL="628650" lvl="2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Movimentos para 2016</a:t>
                </a:r>
              </a:p>
            </p:txBody>
          </p:sp>
          <p:sp>
            <p:nvSpPr>
              <p:cNvPr id="32" name="Oval 3"/>
              <p:cNvSpPr/>
              <p:nvPr/>
            </p:nvSpPr>
            <p:spPr>
              <a:xfrm rot="21238514">
                <a:off x="202570" y="1167818"/>
                <a:ext cx="1264225" cy="1494425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99"/>
                  <a:gd name="connsiteX1" fmla="*/ 344482 w 688986"/>
                  <a:gd name="connsiteY1" fmla="*/ 0 h 814199"/>
                  <a:gd name="connsiteX2" fmla="*/ 688964 w 688986"/>
                  <a:gd name="connsiteY2" fmla="*/ 344482 h 814199"/>
                  <a:gd name="connsiteX3" fmla="*/ 358770 w 688986"/>
                  <a:gd name="connsiteY3" fmla="*/ 688964 h 814199"/>
                  <a:gd name="connsiteX4" fmla="*/ 296382 w 688986"/>
                  <a:gd name="connsiteY4" fmla="*/ 813796 h 814199"/>
                  <a:gd name="connsiteX5" fmla="*/ 141601 w 688986"/>
                  <a:gd name="connsiteY5" fmla="*/ 625677 h 814199"/>
                  <a:gd name="connsiteX6" fmla="*/ 0 w 688986"/>
                  <a:gd name="connsiteY6" fmla="*/ 344482 h 814199"/>
                  <a:gd name="connsiteX0" fmla="*/ 0 w 688986"/>
                  <a:gd name="connsiteY0" fmla="*/ 344482 h 809377"/>
                  <a:gd name="connsiteX1" fmla="*/ 344482 w 688986"/>
                  <a:gd name="connsiteY1" fmla="*/ 0 h 809377"/>
                  <a:gd name="connsiteX2" fmla="*/ 688964 w 688986"/>
                  <a:gd name="connsiteY2" fmla="*/ 344482 h 809377"/>
                  <a:gd name="connsiteX3" fmla="*/ 358770 w 688986"/>
                  <a:gd name="connsiteY3" fmla="*/ 688964 h 809377"/>
                  <a:gd name="connsiteX4" fmla="*/ 292461 w 688986"/>
                  <a:gd name="connsiteY4" fmla="*/ 808950 h 809377"/>
                  <a:gd name="connsiteX5" fmla="*/ 141601 w 688986"/>
                  <a:gd name="connsiteY5" fmla="*/ 625677 h 809377"/>
                  <a:gd name="connsiteX6" fmla="*/ 0 w 688986"/>
                  <a:gd name="connsiteY6" fmla="*/ 344482 h 809377"/>
                  <a:gd name="connsiteX0" fmla="*/ 0 w 688986"/>
                  <a:gd name="connsiteY0" fmla="*/ 344482 h 809317"/>
                  <a:gd name="connsiteX1" fmla="*/ 344482 w 688986"/>
                  <a:gd name="connsiteY1" fmla="*/ 0 h 809317"/>
                  <a:gd name="connsiteX2" fmla="*/ 688964 w 688986"/>
                  <a:gd name="connsiteY2" fmla="*/ 344482 h 809317"/>
                  <a:gd name="connsiteX3" fmla="*/ 358770 w 688986"/>
                  <a:gd name="connsiteY3" fmla="*/ 688964 h 809317"/>
                  <a:gd name="connsiteX4" fmla="*/ 292461 w 688986"/>
                  <a:gd name="connsiteY4" fmla="*/ 808950 h 809317"/>
                  <a:gd name="connsiteX5" fmla="*/ 141601 w 688986"/>
                  <a:gd name="connsiteY5" fmla="*/ 625677 h 809317"/>
                  <a:gd name="connsiteX6" fmla="*/ 0 w 688986"/>
                  <a:gd name="connsiteY6" fmla="*/ 344482 h 809317"/>
                  <a:gd name="connsiteX0" fmla="*/ 0 w 688986"/>
                  <a:gd name="connsiteY0" fmla="*/ 344482 h 809309"/>
                  <a:gd name="connsiteX1" fmla="*/ 344482 w 688986"/>
                  <a:gd name="connsiteY1" fmla="*/ 0 h 809309"/>
                  <a:gd name="connsiteX2" fmla="*/ 688964 w 688986"/>
                  <a:gd name="connsiteY2" fmla="*/ 344482 h 809309"/>
                  <a:gd name="connsiteX3" fmla="*/ 358770 w 688986"/>
                  <a:gd name="connsiteY3" fmla="*/ 688964 h 809309"/>
                  <a:gd name="connsiteX4" fmla="*/ 292461 w 688986"/>
                  <a:gd name="connsiteY4" fmla="*/ 808950 h 809309"/>
                  <a:gd name="connsiteX5" fmla="*/ 150925 w 688986"/>
                  <a:gd name="connsiteY5" fmla="*/ 623626 h 809309"/>
                  <a:gd name="connsiteX6" fmla="*/ 0 w 688986"/>
                  <a:gd name="connsiteY6" fmla="*/ 344482 h 809309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4403"/>
                  <a:gd name="connsiteX1" fmla="*/ 344482 w 688986"/>
                  <a:gd name="connsiteY1" fmla="*/ 0 h 814403"/>
                  <a:gd name="connsiteX2" fmla="*/ 688964 w 688986"/>
                  <a:gd name="connsiteY2" fmla="*/ 344482 h 814403"/>
                  <a:gd name="connsiteX3" fmla="*/ 358770 w 688986"/>
                  <a:gd name="connsiteY3" fmla="*/ 688964 h 814403"/>
                  <a:gd name="connsiteX4" fmla="*/ 300994 w 688986"/>
                  <a:gd name="connsiteY4" fmla="*/ 814403 h 814403"/>
                  <a:gd name="connsiteX5" fmla="*/ 150925 w 688986"/>
                  <a:gd name="connsiteY5" fmla="*/ 623626 h 814403"/>
                  <a:gd name="connsiteX6" fmla="*/ 0 w 688986"/>
                  <a:gd name="connsiteY6" fmla="*/ 344482 h 814403"/>
                  <a:gd name="connsiteX0" fmla="*/ 0 w 688986"/>
                  <a:gd name="connsiteY0" fmla="*/ 344482 h 814443"/>
                  <a:gd name="connsiteX1" fmla="*/ 344482 w 688986"/>
                  <a:gd name="connsiteY1" fmla="*/ 0 h 814443"/>
                  <a:gd name="connsiteX2" fmla="*/ 688964 w 688986"/>
                  <a:gd name="connsiteY2" fmla="*/ 344482 h 814443"/>
                  <a:gd name="connsiteX3" fmla="*/ 358770 w 688986"/>
                  <a:gd name="connsiteY3" fmla="*/ 688964 h 814443"/>
                  <a:gd name="connsiteX4" fmla="*/ 300994 w 688986"/>
                  <a:gd name="connsiteY4" fmla="*/ 814403 h 814443"/>
                  <a:gd name="connsiteX5" fmla="*/ 150925 w 688986"/>
                  <a:gd name="connsiteY5" fmla="*/ 623626 h 814443"/>
                  <a:gd name="connsiteX6" fmla="*/ 0 w 688986"/>
                  <a:gd name="connsiteY6" fmla="*/ 344482 h 81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443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5439" y="808627"/>
                      <a:pt x="300994" y="814403"/>
                    </a:cubicBezTo>
                    <a:cubicBezTo>
                      <a:pt x="250814" y="816517"/>
                      <a:pt x="161317" y="735413"/>
                      <a:pt x="150925" y="623626"/>
                    </a:cubicBezTo>
                    <a:cubicBezTo>
                      <a:pt x="91898" y="579118"/>
                      <a:pt x="12224" y="492814"/>
                      <a:pt x="0" y="344482"/>
                    </a:cubicBezTo>
                    <a:close/>
                  </a:path>
                </a:pathLst>
              </a:custGeom>
              <a:gradFill flip="none" rotWithShape="1">
                <a:gsLst>
                  <a:gs pos="87000">
                    <a:schemeClr val="bg2">
                      <a:lumMod val="65000"/>
                    </a:schemeClr>
                  </a:gs>
                  <a:gs pos="23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Oval 3"/>
              <p:cNvSpPr/>
              <p:nvPr/>
            </p:nvSpPr>
            <p:spPr>
              <a:xfrm>
                <a:off x="291655" y="1172538"/>
                <a:ext cx="1264225" cy="1493920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168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0827" y="808020"/>
                      <a:pt x="296382" y="813796"/>
                    </a:cubicBezTo>
                    <a:cubicBezTo>
                      <a:pt x="247229" y="820572"/>
                      <a:pt x="164011" y="734058"/>
                      <a:pt x="141601" y="625677"/>
                    </a:cubicBezTo>
                    <a:cubicBezTo>
                      <a:pt x="82574" y="581169"/>
                      <a:pt x="12224" y="492814"/>
                      <a:pt x="0" y="344482"/>
                    </a:cubicBezTo>
                    <a:close/>
                  </a:path>
                </a:pathLst>
              </a:custGeom>
              <a:gradFill>
                <a:gsLst>
                  <a:gs pos="0">
                    <a:srgbClr val="35A5D2">
                      <a:lumMod val="60000"/>
                      <a:lumOff val="40000"/>
                    </a:srgbClr>
                  </a:gs>
                  <a:gs pos="100000">
                    <a:srgbClr val="35A5D2"/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Oval 6"/>
              <p:cNvSpPr/>
              <p:nvPr/>
            </p:nvSpPr>
            <p:spPr>
              <a:xfrm>
                <a:off x="395256" y="1269487"/>
                <a:ext cx="1057024" cy="10570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Rectangle 108"/>
              <p:cNvSpPr/>
              <p:nvPr/>
            </p:nvSpPr>
            <p:spPr>
              <a:xfrm>
                <a:off x="1748772" y="1609419"/>
                <a:ext cx="1877863" cy="308420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 err="1" smtClean="0">
                    <a:ln>
                      <a:noFill/>
                    </a:ln>
                    <a:effectLst/>
                    <a:uLnTx/>
                    <a:uFillTx/>
                    <a:latin typeface="Agency FB" panose="020B0503020202020204" pitchFamily="34" charset="0"/>
                    <a:cs typeface="Andalus" panose="02020603050405020304" pitchFamily="18" charset="-78"/>
                  </a:rPr>
                  <a:t>Arquitetura</a:t>
                </a:r>
                <a:endParaRPr kumimoji="0" lang="en-US" sz="24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endParaRPr>
              </a:p>
            </p:txBody>
          </p:sp>
          <p:pic>
            <p:nvPicPr>
              <p:cNvPr id="36" name="Imagem 35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2810" y="1446403"/>
                <a:ext cx="649097" cy="703189"/>
              </a:xfrm>
              <a:prstGeom prst="rect">
                <a:avLst/>
              </a:prstGeom>
            </p:spPr>
          </p:pic>
        </p:grpSp>
        <p:grpSp>
          <p:nvGrpSpPr>
            <p:cNvPr id="47" name="Group 252"/>
            <p:cNvGrpSpPr/>
            <p:nvPr/>
          </p:nvGrpSpPr>
          <p:grpSpPr>
            <a:xfrm>
              <a:off x="7775036" y="3113573"/>
              <a:ext cx="2050140" cy="2274650"/>
              <a:chOff x="3069681" y="2079111"/>
              <a:chExt cx="3001989" cy="3824888"/>
            </a:xfrm>
          </p:grpSpPr>
          <p:sp>
            <p:nvSpPr>
              <p:cNvPr id="54" name="Rectangle 1"/>
              <p:cNvSpPr/>
              <p:nvPr/>
            </p:nvSpPr>
            <p:spPr>
              <a:xfrm>
                <a:off x="3782158" y="2957681"/>
                <a:ext cx="1621764" cy="2683965"/>
              </a:xfrm>
              <a:custGeom>
                <a:avLst/>
                <a:gdLst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0 w 1692188"/>
                  <a:gd name="connsiteY3" fmla="*/ 2808312 h 2808312"/>
                  <a:gd name="connsiteX4" fmla="*/ 0 w 1692188"/>
                  <a:gd name="connsiteY4" fmla="*/ 0 h 2808312"/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14068 w 1692188"/>
                  <a:gd name="connsiteY3" fmla="*/ 2709838 h 2808312"/>
                  <a:gd name="connsiteX4" fmla="*/ 0 w 1692188"/>
                  <a:gd name="connsiteY4" fmla="*/ 0 h 2808312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0 w 1692188"/>
                  <a:gd name="connsiteY0" fmla="*/ 0 h 2724516"/>
                  <a:gd name="connsiteX1" fmla="*/ 1692188 w 1692188"/>
                  <a:gd name="connsiteY1" fmla="*/ 0 h 2724516"/>
                  <a:gd name="connsiteX2" fmla="*/ 1678120 w 1692188"/>
                  <a:gd name="connsiteY2" fmla="*/ 2653567 h 2724516"/>
                  <a:gd name="connsiteX3" fmla="*/ 806134 w 1692188"/>
                  <a:gd name="connsiteY3" fmla="*/ 2724516 h 2724516"/>
                  <a:gd name="connsiteX4" fmla="*/ 14068 w 1692188"/>
                  <a:gd name="connsiteY4" fmla="*/ 2709838 h 2724516"/>
                  <a:gd name="connsiteX5" fmla="*/ 0 w 1692188"/>
                  <a:gd name="connsiteY5" fmla="*/ 0 h 2724516"/>
                  <a:gd name="connsiteX0" fmla="*/ 0 w 1692188"/>
                  <a:gd name="connsiteY0" fmla="*/ 0 h 2921464"/>
                  <a:gd name="connsiteX1" fmla="*/ 1692188 w 1692188"/>
                  <a:gd name="connsiteY1" fmla="*/ 0 h 2921464"/>
                  <a:gd name="connsiteX2" fmla="*/ 1678120 w 1692188"/>
                  <a:gd name="connsiteY2" fmla="*/ 2653567 h 2921464"/>
                  <a:gd name="connsiteX3" fmla="*/ 792066 w 1692188"/>
                  <a:gd name="connsiteY3" fmla="*/ 2921464 h 2921464"/>
                  <a:gd name="connsiteX4" fmla="*/ 14068 w 1692188"/>
                  <a:gd name="connsiteY4" fmla="*/ 2709838 h 2921464"/>
                  <a:gd name="connsiteX5" fmla="*/ 0 w 1692188"/>
                  <a:gd name="connsiteY5" fmla="*/ 0 h 2921464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9035 w 1701223"/>
                  <a:gd name="connsiteY0" fmla="*/ 0 h 2653567"/>
                  <a:gd name="connsiteX1" fmla="*/ 1701223 w 1701223"/>
                  <a:gd name="connsiteY1" fmla="*/ 0 h 2653567"/>
                  <a:gd name="connsiteX2" fmla="*/ 1687155 w 1701223"/>
                  <a:gd name="connsiteY2" fmla="*/ 2653567 h 2653567"/>
                  <a:gd name="connsiteX3" fmla="*/ 801 w 1701223"/>
                  <a:gd name="connsiteY3" fmla="*/ 2538853 h 2653567"/>
                  <a:gd name="connsiteX4" fmla="*/ 9035 w 1701223"/>
                  <a:gd name="connsiteY4" fmla="*/ 0 h 2653567"/>
                  <a:gd name="connsiteX0" fmla="*/ 9035 w 1710258"/>
                  <a:gd name="connsiteY0" fmla="*/ 0 h 2538853"/>
                  <a:gd name="connsiteX1" fmla="*/ 1701223 w 1710258"/>
                  <a:gd name="connsiteY1" fmla="*/ 0 h 2538853"/>
                  <a:gd name="connsiteX2" fmla="*/ 1709457 w 1710258"/>
                  <a:gd name="connsiteY2" fmla="*/ 2534621 h 2538853"/>
                  <a:gd name="connsiteX3" fmla="*/ 801 w 1710258"/>
                  <a:gd name="connsiteY3" fmla="*/ 2538853 h 2538853"/>
                  <a:gd name="connsiteX4" fmla="*/ 9035 w 1710258"/>
                  <a:gd name="connsiteY4" fmla="*/ 0 h 2538853"/>
                  <a:gd name="connsiteX0" fmla="*/ 9035 w 1710258"/>
                  <a:gd name="connsiteY0" fmla="*/ 0 h 2726018"/>
                  <a:gd name="connsiteX1" fmla="*/ 1701223 w 1710258"/>
                  <a:gd name="connsiteY1" fmla="*/ 0 h 2726018"/>
                  <a:gd name="connsiteX2" fmla="*/ 1709457 w 1710258"/>
                  <a:gd name="connsiteY2" fmla="*/ 2534621 h 2726018"/>
                  <a:gd name="connsiteX3" fmla="*/ 801 w 1710258"/>
                  <a:gd name="connsiteY3" fmla="*/ 2538853 h 2726018"/>
                  <a:gd name="connsiteX4" fmla="*/ 9035 w 1710258"/>
                  <a:gd name="connsiteY4" fmla="*/ 0 h 2726018"/>
                  <a:gd name="connsiteX0" fmla="*/ 0 w 1701223"/>
                  <a:gd name="connsiteY0" fmla="*/ 0 h 2726018"/>
                  <a:gd name="connsiteX1" fmla="*/ 1692188 w 1701223"/>
                  <a:gd name="connsiteY1" fmla="*/ 0 h 2726018"/>
                  <a:gd name="connsiteX2" fmla="*/ 1700422 w 1701223"/>
                  <a:gd name="connsiteY2" fmla="*/ 2534621 h 2726018"/>
                  <a:gd name="connsiteX3" fmla="*/ 6635 w 1701223"/>
                  <a:gd name="connsiteY3" fmla="*/ 2538853 h 2726018"/>
                  <a:gd name="connsiteX4" fmla="*/ 0 w 1701223"/>
                  <a:gd name="connsiteY4" fmla="*/ 0 h 2726018"/>
                  <a:gd name="connsiteX0" fmla="*/ 0 w 1701223"/>
                  <a:gd name="connsiteY0" fmla="*/ 0 h 2725051"/>
                  <a:gd name="connsiteX1" fmla="*/ 1692188 w 1701223"/>
                  <a:gd name="connsiteY1" fmla="*/ 0 h 2725051"/>
                  <a:gd name="connsiteX2" fmla="*/ 1700422 w 1701223"/>
                  <a:gd name="connsiteY2" fmla="*/ 2534621 h 2725051"/>
                  <a:gd name="connsiteX3" fmla="*/ 28937 w 1701223"/>
                  <a:gd name="connsiteY3" fmla="*/ 2535136 h 2725051"/>
                  <a:gd name="connsiteX4" fmla="*/ 0 w 1701223"/>
                  <a:gd name="connsiteY4" fmla="*/ 0 h 2725051"/>
                  <a:gd name="connsiteX0" fmla="*/ 0 w 1701223"/>
                  <a:gd name="connsiteY0" fmla="*/ 0 h 2781201"/>
                  <a:gd name="connsiteX1" fmla="*/ 1692188 w 1701223"/>
                  <a:gd name="connsiteY1" fmla="*/ 0 h 2781201"/>
                  <a:gd name="connsiteX2" fmla="*/ 1700422 w 1701223"/>
                  <a:gd name="connsiteY2" fmla="*/ 2534621 h 2781201"/>
                  <a:gd name="connsiteX3" fmla="*/ 28937 w 1701223"/>
                  <a:gd name="connsiteY3" fmla="*/ 2535136 h 2781201"/>
                  <a:gd name="connsiteX4" fmla="*/ 0 w 1701223"/>
                  <a:gd name="connsiteY4" fmla="*/ 0 h 2781201"/>
                  <a:gd name="connsiteX0" fmla="*/ 0 w 1701223"/>
                  <a:gd name="connsiteY0" fmla="*/ 0 h 2794120"/>
                  <a:gd name="connsiteX1" fmla="*/ 1692188 w 1701223"/>
                  <a:gd name="connsiteY1" fmla="*/ 0 h 2794120"/>
                  <a:gd name="connsiteX2" fmla="*/ 1700422 w 1701223"/>
                  <a:gd name="connsiteY2" fmla="*/ 2534621 h 2794120"/>
                  <a:gd name="connsiteX3" fmla="*/ 28937 w 1701223"/>
                  <a:gd name="connsiteY3" fmla="*/ 2535136 h 2794120"/>
                  <a:gd name="connsiteX4" fmla="*/ 0 w 1701223"/>
                  <a:gd name="connsiteY4" fmla="*/ 0 h 2794120"/>
                  <a:gd name="connsiteX0" fmla="*/ 0 w 1692188"/>
                  <a:gd name="connsiteY0" fmla="*/ 0 h 2789744"/>
                  <a:gd name="connsiteX1" fmla="*/ 1692188 w 1692188"/>
                  <a:gd name="connsiteY1" fmla="*/ 0 h 2789744"/>
                  <a:gd name="connsiteX2" fmla="*/ 1681837 w 1692188"/>
                  <a:gd name="connsiteY2" fmla="*/ 2527187 h 2789744"/>
                  <a:gd name="connsiteX3" fmla="*/ 28937 w 1692188"/>
                  <a:gd name="connsiteY3" fmla="*/ 2535136 h 2789744"/>
                  <a:gd name="connsiteX4" fmla="*/ 0 w 1692188"/>
                  <a:gd name="connsiteY4" fmla="*/ 0 h 2789744"/>
                  <a:gd name="connsiteX0" fmla="*/ 0 w 1692188"/>
                  <a:gd name="connsiteY0" fmla="*/ 0 h 2800515"/>
                  <a:gd name="connsiteX1" fmla="*/ 1692188 w 1692188"/>
                  <a:gd name="connsiteY1" fmla="*/ 0 h 2800515"/>
                  <a:gd name="connsiteX2" fmla="*/ 1681837 w 1692188"/>
                  <a:gd name="connsiteY2" fmla="*/ 2527187 h 2800515"/>
                  <a:gd name="connsiteX3" fmla="*/ 28937 w 1692188"/>
                  <a:gd name="connsiteY3" fmla="*/ 2535136 h 2800515"/>
                  <a:gd name="connsiteX4" fmla="*/ 0 w 1692188"/>
                  <a:gd name="connsiteY4" fmla="*/ 0 h 280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2188" h="2800515">
                    <a:moveTo>
                      <a:pt x="0" y="0"/>
                    </a:moveTo>
                    <a:lnTo>
                      <a:pt x="1692188" y="0"/>
                    </a:lnTo>
                    <a:cubicBezTo>
                      <a:pt x="1687499" y="884522"/>
                      <a:pt x="1686526" y="1642665"/>
                      <a:pt x="1681837" y="2527187"/>
                    </a:cubicBezTo>
                    <a:cubicBezTo>
                      <a:pt x="1168042" y="2982080"/>
                      <a:pt x="278820" y="2786486"/>
                      <a:pt x="28937" y="2535136"/>
                    </a:cubicBezTo>
                    <a:cubicBezTo>
                      <a:pt x="24248" y="1631857"/>
                      <a:pt x="4689" y="903279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55400">
                    <a:sysClr val="windowText" lastClr="000000">
                      <a:lumMod val="65000"/>
                      <a:lumOff val="35000"/>
                    </a:sysClr>
                  </a:gs>
                  <a:gs pos="100000">
                    <a:sysClr val="windowText" lastClr="000000">
                      <a:lumMod val="85000"/>
                      <a:lumOff val="15000"/>
                    </a:sysClr>
                  </a:gs>
                  <a:gs pos="0">
                    <a:sysClr val="windowText" lastClr="000000">
                      <a:lumMod val="95000"/>
                      <a:lumOff val="5000"/>
                    </a:sys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aphicFrame>
            <p:nvGraphicFramePr>
              <p:cNvPr id="55" name="Chart 254"/>
              <p:cNvGraphicFramePr/>
              <p:nvPr>
                <p:extLst>
                  <p:ext uri="{D42A27DB-BD31-4B8C-83A1-F6EECF244321}">
                    <p14:modId xmlns:p14="http://schemas.microsoft.com/office/powerpoint/2010/main" val="3381883426"/>
                  </p:ext>
                </p:extLst>
              </p:nvPr>
            </p:nvGraphicFramePr>
            <p:xfrm>
              <a:off x="3069681" y="2079111"/>
              <a:ext cx="3001989" cy="382488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56" name="Rectangle 1"/>
              <p:cNvSpPr/>
              <p:nvPr/>
            </p:nvSpPr>
            <p:spPr>
              <a:xfrm>
                <a:off x="3857415" y="3013717"/>
                <a:ext cx="391663" cy="2564552"/>
              </a:xfrm>
              <a:custGeom>
                <a:avLst/>
                <a:gdLst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73089"/>
                  <a:gd name="connsiteX1" fmla="*/ 504056 w 504056"/>
                  <a:gd name="connsiteY1" fmla="*/ 0 h 2773089"/>
                  <a:gd name="connsiteX2" fmla="*/ 492333 w 504056"/>
                  <a:gd name="connsiteY2" fmla="*/ 2773089 h 2773089"/>
                  <a:gd name="connsiteX3" fmla="*/ 28937 w 504056"/>
                  <a:gd name="connsiteY3" fmla="*/ 2535136 h 2773089"/>
                  <a:gd name="connsiteX4" fmla="*/ 0 w 504056"/>
                  <a:gd name="connsiteY4" fmla="*/ 0 h 2773089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8425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492332"/>
                  <a:gd name="connsiteY0" fmla="*/ 0 h 2784812"/>
                  <a:gd name="connsiteX1" fmla="*/ 492332 w 492332"/>
                  <a:gd name="connsiteY1" fmla="*/ 246185 h 2784812"/>
                  <a:gd name="connsiteX2" fmla="*/ 488425 w 492332"/>
                  <a:gd name="connsiteY2" fmla="*/ 2784812 h 2784812"/>
                  <a:gd name="connsiteX3" fmla="*/ 28937 w 492332"/>
                  <a:gd name="connsiteY3" fmla="*/ 2535136 h 2784812"/>
                  <a:gd name="connsiteX4" fmla="*/ 0 w 492332"/>
                  <a:gd name="connsiteY4" fmla="*/ 0 h 27848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75663"/>
                  <a:gd name="connsiteY0" fmla="*/ 0 h 2683212"/>
                  <a:gd name="connsiteX1" fmla="*/ 475663 w 475663"/>
                  <a:gd name="connsiteY1" fmla="*/ 136770 h 2683212"/>
                  <a:gd name="connsiteX2" fmla="*/ 460032 w 475663"/>
                  <a:gd name="connsiteY2" fmla="*/ 2683212 h 2683212"/>
                  <a:gd name="connsiteX3" fmla="*/ 544 w 475663"/>
                  <a:gd name="connsiteY3" fmla="*/ 2433536 h 2683212"/>
                  <a:gd name="connsiteX4" fmla="*/ 18499 w 475663"/>
                  <a:gd name="connsiteY4" fmla="*/ 0 h 2683212"/>
                  <a:gd name="connsiteX0" fmla="*/ 18499 w 460032"/>
                  <a:gd name="connsiteY0" fmla="*/ 0 h 2683212"/>
                  <a:gd name="connsiteX1" fmla="*/ 456124 w 460032"/>
                  <a:gd name="connsiteY1" fmla="*/ 136770 h 2683212"/>
                  <a:gd name="connsiteX2" fmla="*/ 460032 w 460032"/>
                  <a:gd name="connsiteY2" fmla="*/ 2683212 h 2683212"/>
                  <a:gd name="connsiteX3" fmla="*/ 544 w 460032"/>
                  <a:gd name="connsiteY3" fmla="*/ 2433536 h 2683212"/>
                  <a:gd name="connsiteX4" fmla="*/ 18499 w 460032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72154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79918"/>
                  <a:gd name="connsiteY0" fmla="*/ 0 h 2659623"/>
                  <a:gd name="connsiteX1" fmla="*/ 479918 w 479918"/>
                  <a:gd name="connsiteY1" fmla="*/ 166354 h 2659623"/>
                  <a:gd name="connsiteX2" fmla="*/ 469237 w 479918"/>
                  <a:gd name="connsiteY2" fmla="*/ 2659623 h 2659623"/>
                  <a:gd name="connsiteX3" fmla="*/ 544 w 479918"/>
                  <a:gd name="connsiteY3" fmla="*/ 2433536 h 2659623"/>
                  <a:gd name="connsiteX4" fmla="*/ 18499 w 479918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1948"/>
                  <a:gd name="connsiteY0" fmla="*/ 0 h 2680423"/>
                  <a:gd name="connsiteX1" fmla="*/ 470865 w 471948"/>
                  <a:gd name="connsiteY1" fmla="*/ 166354 h 2680423"/>
                  <a:gd name="connsiteX2" fmla="*/ 471948 w 471948"/>
                  <a:gd name="connsiteY2" fmla="*/ 2680423 h 2680423"/>
                  <a:gd name="connsiteX3" fmla="*/ 544 w 471948"/>
                  <a:gd name="connsiteY3" fmla="*/ 2433536 h 2680423"/>
                  <a:gd name="connsiteX4" fmla="*/ 18499 w 471948"/>
                  <a:gd name="connsiteY4" fmla="*/ 0 h 2680423"/>
                  <a:gd name="connsiteX0" fmla="*/ 18499 w 470865"/>
                  <a:gd name="connsiteY0" fmla="*/ 0 h 2687357"/>
                  <a:gd name="connsiteX1" fmla="*/ 470865 w 470865"/>
                  <a:gd name="connsiteY1" fmla="*/ 166354 h 2687357"/>
                  <a:gd name="connsiteX2" fmla="*/ 466528 w 470865"/>
                  <a:gd name="connsiteY2" fmla="*/ 2687357 h 2687357"/>
                  <a:gd name="connsiteX3" fmla="*/ 544 w 470865"/>
                  <a:gd name="connsiteY3" fmla="*/ 2433536 h 2687357"/>
                  <a:gd name="connsiteX4" fmla="*/ 18499 w 470865"/>
                  <a:gd name="connsiteY4" fmla="*/ 0 h 2687357"/>
                  <a:gd name="connsiteX0" fmla="*/ 13196 w 470983"/>
                  <a:gd name="connsiteY0" fmla="*/ 0 h 2597219"/>
                  <a:gd name="connsiteX1" fmla="*/ 470983 w 470983"/>
                  <a:gd name="connsiteY1" fmla="*/ 76216 h 2597219"/>
                  <a:gd name="connsiteX2" fmla="*/ 466646 w 470983"/>
                  <a:gd name="connsiteY2" fmla="*/ 2597219 h 2597219"/>
                  <a:gd name="connsiteX3" fmla="*/ 662 w 470983"/>
                  <a:gd name="connsiteY3" fmla="*/ 2343398 h 2597219"/>
                  <a:gd name="connsiteX4" fmla="*/ 13196 w 47098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105" h="2597219">
                    <a:moveTo>
                      <a:pt x="10028" y="0"/>
                    </a:moveTo>
                    <a:cubicBezTo>
                      <a:pt x="227080" y="90632"/>
                      <a:pt x="307305" y="107232"/>
                      <a:pt x="465105" y="129374"/>
                    </a:cubicBezTo>
                    <a:cubicBezTo>
                      <a:pt x="465105" y="1048527"/>
                      <a:pt x="463478" y="1678066"/>
                      <a:pt x="463478" y="2597219"/>
                    </a:cubicBezTo>
                    <a:cubicBezTo>
                      <a:pt x="219163" y="2553742"/>
                      <a:pt x="46402" y="2465216"/>
                      <a:pt x="764" y="2351767"/>
                    </a:cubicBezTo>
                    <a:cubicBezTo>
                      <a:pt x="-3925" y="1448488"/>
                      <a:pt x="14717" y="903279"/>
                      <a:pt x="10028" y="0"/>
                    </a:cubicBezTo>
                    <a:close/>
                  </a:path>
                </a:pathLst>
              </a:custGeom>
              <a:gradFill flip="none" rotWithShape="1">
                <a:gsLst>
                  <a:gs pos="35000">
                    <a:srgbClr val="FFFFFF">
                      <a:alpha val="20000"/>
                    </a:srgbClr>
                  </a:gs>
                  <a:gs pos="100000">
                    <a:srgbClr val="FFFFFF">
                      <a:alpha val="57000"/>
                    </a:srgb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Rectangle 1"/>
              <p:cNvSpPr/>
              <p:nvPr/>
            </p:nvSpPr>
            <p:spPr>
              <a:xfrm>
                <a:off x="5090709" y="3006386"/>
                <a:ext cx="261284" cy="2529450"/>
              </a:xfrm>
              <a:custGeom>
                <a:avLst/>
                <a:gdLst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8866 w 306898"/>
                  <a:gd name="connsiteY0" fmla="*/ 0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8866 w 306898"/>
                  <a:gd name="connsiteY4" fmla="*/ 0 h 2711332"/>
                  <a:gd name="connsiteX0" fmla="*/ 11138 w 306898"/>
                  <a:gd name="connsiteY0" fmla="*/ 167426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1138 w 306898"/>
                  <a:gd name="connsiteY4" fmla="*/ 167426 h 2711332"/>
                  <a:gd name="connsiteX0" fmla="*/ 11138 w 309474"/>
                  <a:gd name="connsiteY0" fmla="*/ 113334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13334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0 w 300993"/>
                  <a:gd name="connsiteY0" fmla="*/ 112037 h 2681679"/>
                  <a:gd name="connsiteX1" fmla="*/ 300993 w 300993"/>
                  <a:gd name="connsiteY1" fmla="*/ 0 h 2681679"/>
                  <a:gd name="connsiteX2" fmla="*/ 288066 w 300993"/>
                  <a:gd name="connsiteY2" fmla="*/ 2473095 h 2681679"/>
                  <a:gd name="connsiteX3" fmla="*/ 1902 w 300993"/>
                  <a:gd name="connsiteY3" fmla="*/ 2681679 h 2681679"/>
                  <a:gd name="connsiteX4" fmla="*/ 0 w 300993"/>
                  <a:gd name="connsiteY4" fmla="*/ 112037 h 2681679"/>
                  <a:gd name="connsiteX0" fmla="*/ 0 w 311620"/>
                  <a:gd name="connsiteY0" fmla="*/ 87745 h 2681679"/>
                  <a:gd name="connsiteX1" fmla="*/ 311620 w 311620"/>
                  <a:gd name="connsiteY1" fmla="*/ 0 h 2681679"/>
                  <a:gd name="connsiteX2" fmla="*/ 298693 w 311620"/>
                  <a:gd name="connsiteY2" fmla="*/ 2473095 h 2681679"/>
                  <a:gd name="connsiteX3" fmla="*/ 12529 w 311620"/>
                  <a:gd name="connsiteY3" fmla="*/ 2681679 h 2681679"/>
                  <a:gd name="connsiteX4" fmla="*/ 0 w 311620"/>
                  <a:gd name="connsiteY4" fmla="*/ 87745 h 2681679"/>
                  <a:gd name="connsiteX0" fmla="*/ 0 w 299534"/>
                  <a:gd name="connsiteY0" fmla="*/ 96981 h 2690915"/>
                  <a:gd name="connsiteX1" fmla="*/ 291418 w 299534"/>
                  <a:gd name="connsiteY1" fmla="*/ 0 h 2690915"/>
                  <a:gd name="connsiteX2" fmla="*/ 298693 w 299534"/>
                  <a:gd name="connsiteY2" fmla="*/ 2482331 h 2690915"/>
                  <a:gd name="connsiteX3" fmla="*/ 12529 w 299534"/>
                  <a:gd name="connsiteY3" fmla="*/ 2690915 h 2690915"/>
                  <a:gd name="connsiteX4" fmla="*/ 0 w 299534"/>
                  <a:gd name="connsiteY4" fmla="*/ 96981 h 2690915"/>
                  <a:gd name="connsiteX0" fmla="*/ 0 w 299534"/>
                  <a:gd name="connsiteY0" fmla="*/ 104269 h 2698203"/>
                  <a:gd name="connsiteX1" fmla="*/ 291419 w 299534"/>
                  <a:gd name="connsiteY1" fmla="*/ 0 h 2698203"/>
                  <a:gd name="connsiteX2" fmla="*/ 298693 w 299534"/>
                  <a:gd name="connsiteY2" fmla="*/ 2489619 h 2698203"/>
                  <a:gd name="connsiteX3" fmla="*/ 12529 w 299534"/>
                  <a:gd name="connsiteY3" fmla="*/ 2698203 h 2698203"/>
                  <a:gd name="connsiteX4" fmla="*/ 0 w 299534"/>
                  <a:gd name="connsiteY4" fmla="*/ 104269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2123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2123 h 2698203"/>
                  <a:gd name="connsiteX0" fmla="*/ 0 w 310161"/>
                  <a:gd name="connsiteY0" fmla="*/ 92123 h 2692340"/>
                  <a:gd name="connsiteX1" fmla="*/ 302046 w 310161"/>
                  <a:gd name="connsiteY1" fmla="*/ 0 h 2692340"/>
                  <a:gd name="connsiteX2" fmla="*/ 309320 w 310161"/>
                  <a:gd name="connsiteY2" fmla="*/ 2489619 h 2692340"/>
                  <a:gd name="connsiteX3" fmla="*/ 16742 w 310161"/>
                  <a:gd name="connsiteY3" fmla="*/ 2692340 h 2692340"/>
                  <a:gd name="connsiteX4" fmla="*/ 0 w 310161"/>
                  <a:gd name="connsiteY4" fmla="*/ 92123 h 2692340"/>
                  <a:gd name="connsiteX0" fmla="*/ 0 w 304168"/>
                  <a:gd name="connsiteY0" fmla="*/ 92123 h 2692340"/>
                  <a:gd name="connsiteX1" fmla="*/ 302046 w 304168"/>
                  <a:gd name="connsiteY1" fmla="*/ 0 h 2692340"/>
                  <a:gd name="connsiteX2" fmla="*/ 302907 w 304168"/>
                  <a:gd name="connsiteY2" fmla="*/ 2483756 h 2692340"/>
                  <a:gd name="connsiteX3" fmla="*/ 16742 w 304168"/>
                  <a:gd name="connsiteY3" fmla="*/ 2692340 h 2692340"/>
                  <a:gd name="connsiteX4" fmla="*/ 0 w 304168"/>
                  <a:gd name="connsiteY4" fmla="*/ 92123 h 2692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168" h="2692340">
                    <a:moveTo>
                      <a:pt x="0" y="92123"/>
                    </a:moveTo>
                    <a:cubicBezTo>
                      <a:pt x="102300" y="65076"/>
                      <a:pt x="202601" y="45505"/>
                      <a:pt x="302046" y="0"/>
                    </a:cubicBezTo>
                    <a:cubicBezTo>
                      <a:pt x="297357" y="884522"/>
                      <a:pt x="307596" y="1599234"/>
                      <a:pt x="302907" y="2483756"/>
                    </a:cubicBezTo>
                    <a:cubicBezTo>
                      <a:pt x="274318" y="2575838"/>
                      <a:pt x="138984" y="2644941"/>
                      <a:pt x="16742" y="2692340"/>
                    </a:cubicBezTo>
                    <a:cubicBezTo>
                      <a:pt x="16742" y="1792694"/>
                      <a:pt x="0" y="991769"/>
                      <a:pt x="0" y="92123"/>
                    </a:cubicBezTo>
                    <a:close/>
                  </a:path>
                </a:pathLst>
              </a:custGeom>
              <a:gradFill flip="none" rotWithShape="1">
                <a:gsLst>
                  <a:gs pos="37000">
                    <a:srgbClr val="FFFFFF">
                      <a:alpha val="0"/>
                    </a:srgbClr>
                  </a:gs>
                  <a:gs pos="100000">
                    <a:srgbClr val="FFFFFF">
                      <a:alpha val="49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" name="Group 257"/>
              <p:cNvGrpSpPr/>
              <p:nvPr/>
            </p:nvGrpSpPr>
            <p:grpSpPr>
              <a:xfrm>
                <a:off x="3750695" y="2346162"/>
                <a:ext cx="1680054" cy="709126"/>
                <a:chOff x="818091" y="1385258"/>
                <a:chExt cx="1753009" cy="739919"/>
              </a:xfrm>
            </p:grpSpPr>
            <p:grpSp>
              <p:nvGrpSpPr>
                <p:cNvPr id="60" name="Group 259"/>
                <p:cNvGrpSpPr/>
                <p:nvPr/>
              </p:nvGrpSpPr>
              <p:grpSpPr>
                <a:xfrm>
                  <a:off x="818091" y="1426500"/>
                  <a:ext cx="1753009" cy="698677"/>
                  <a:chOff x="2276681" y="2113677"/>
                  <a:chExt cx="2120354" cy="845084"/>
                </a:xfrm>
              </p:grpSpPr>
              <p:sp>
                <p:nvSpPr>
                  <p:cNvPr id="66" name="Oval 4"/>
                  <p:cNvSpPr/>
                  <p:nvPr/>
                </p:nvSpPr>
                <p:spPr>
                  <a:xfrm>
                    <a:off x="2276681" y="2113677"/>
                    <a:ext cx="2120354" cy="845084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ysClr val="window" lastClr="FFFFFF">
                          <a:lumMod val="75000"/>
                        </a:sysClr>
                      </a:gs>
                      <a:gs pos="0">
                        <a:sysClr val="window" lastClr="FFFFFF">
                          <a:lumMod val="75000"/>
                        </a:sysClr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88900">
                      <a:srgbClr val="FFFFE5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Oval 266"/>
                  <p:cNvSpPr/>
                  <p:nvPr/>
                </p:nvSpPr>
                <p:spPr>
                  <a:xfrm>
                    <a:off x="2711642" y="2281899"/>
                    <a:ext cx="1210538" cy="436772"/>
                  </a:xfrm>
                  <a:prstGeom prst="ellipse">
                    <a:avLst/>
                  </a:prstGeom>
                  <a:gradFill flip="none" rotWithShape="1">
                    <a:gsLst>
                      <a:gs pos="82000">
                        <a:sysClr val="window" lastClr="FFFFFF">
                          <a:lumMod val="50000"/>
                        </a:sysClr>
                      </a:gs>
                      <a:gs pos="13000">
                        <a:sysClr val="window" lastClr="FFFFFF"/>
                      </a:gs>
                    </a:gsLst>
                    <a:lin ang="18000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38100" dist="50800" dir="16800000">
                      <a:sysClr val="windowText" lastClr="000000">
                        <a:alpha val="80000"/>
                      </a:sys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Rectangle 1"/>
                  <p:cNvSpPr/>
                  <p:nvPr/>
                </p:nvSpPr>
                <p:spPr>
                  <a:xfrm>
                    <a:off x="3278452" y="2708209"/>
                    <a:ext cx="366643" cy="244347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44473 h 376601"/>
                      <a:gd name="connsiteX1" fmla="*/ 283975 w 621801"/>
                      <a:gd name="connsiteY1" fmla="*/ 0 h 376601"/>
                      <a:gd name="connsiteX2" fmla="*/ 621801 w 621801"/>
                      <a:gd name="connsiteY2" fmla="*/ 303773 h 376601"/>
                      <a:gd name="connsiteX3" fmla="*/ 105196 w 621801"/>
                      <a:gd name="connsiteY3" fmla="*/ 376601 h 376601"/>
                      <a:gd name="connsiteX4" fmla="*/ 0 w 621801"/>
                      <a:gd name="connsiteY4" fmla="*/ 44473 h 376601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8755 h 328976"/>
                      <a:gd name="connsiteX1" fmla="*/ 300643 w 621801"/>
                      <a:gd name="connsiteY1" fmla="*/ 0 h 328976"/>
                      <a:gd name="connsiteX2" fmla="*/ 621801 w 621801"/>
                      <a:gd name="connsiteY2" fmla="*/ 256148 h 328976"/>
                      <a:gd name="connsiteX3" fmla="*/ 105196 w 621801"/>
                      <a:gd name="connsiteY3" fmla="*/ 328976 h 328976"/>
                      <a:gd name="connsiteX4" fmla="*/ 0 w 621801"/>
                      <a:gd name="connsiteY4" fmla="*/ 8755 h 328976"/>
                      <a:gd name="connsiteX0" fmla="*/ 0 w 621801"/>
                      <a:gd name="connsiteY0" fmla="*/ 8755 h 305163"/>
                      <a:gd name="connsiteX1" fmla="*/ 300643 w 621801"/>
                      <a:gd name="connsiteY1" fmla="*/ 0 h 305163"/>
                      <a:gd name="connsiteX2" fmla="*/ 621801 w 621801"/>
                      <a:gd name="connsiteY2" fmla="*/ 256148 h 305163"/>
                      <a:gd name="connsiteX3" fmla="*/ 105196 w 621801"/>
                      <a:gd name="connsiteY3" fmla="*/ 305163 h 305163"/>
                      <a:gd name="connsiteX4" fmla="*/ 0 w 621801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0400"/>
                      <a:gd name="connsiteX1" fmla="*/ 300643 w 636089"/>
                      <a:gd name="connsiteY1" fmla="*/ 0 h 300400"/>
                      <a:gd name="connsiteX2" fmla="*/ 636089 w 636089"/>
                      <a:gd name="connsiteY2" fmla="*/ 263292 h 300400"/>
                      <a:gd name="connsiteX3" fmla="*/ 98052 w 636089"/>
                      <a:gd name="connsiteY3" fmla="*/ 300400 h 300400"/>
                      <a:gd name="connsiteX4" fmla="*/ 0 w 636089"/>
                      <a:gd name="connsiteY4" fmla="*/ 8755 h 300400"/>
                      <a:gd name="connsiteX0" fmla="*/ 0 w 624183"/>
                      <a:gd name="connsiteY0" fmla="*/ 8755 h 300400"/>
                      <a:gd name="connsiteX1" fmla="*/ 300643 w 624183"/>
                      <a:gd name="connsiteY1" fmla="*/ 0 h 300400"/>
                      <a:gd name="connsiteX2" fmla="*/ 624183 w 624183"/>
                      <a:gd name="connsiteY2" fmla="*/ 263292 h 300400"/>
                      <a:gd name="connsiteX3" fmla="*/ 98052 w 624183"/>
                      <a:gd name="connsiteY3" fmla="*/ 300400 h 300400"/>
                      <a:gd name="connsiteX4" fmla="*/ 0 w 624183"/>
                      <a:gd name="connsiteY4" fmla="*/ 8755 h 300400"/>
                      <a:gd name="connsiteX0" fmla="*/ 0 w 617039"/>
                      <a:gd name="connsiteY0" fmla="*/ 8755 h 300400"/>
                      <a:gd name="connsiteX1" fmla="*/ 300643 w 617039"/>
                      <a:gd name="connsiteY1" fmla="*/ 0 h 300400"/>
                      <a:gd name="connsiteX2" fmla="*/ 617039 w 617039"/>
                      <a:gd name="connsiteY2" fmla="*/ 263292 h 300400"/>
                      <a:gd name="connsiteX3" fmla="*/ 98052 w 617039"/>
                      <a:gd name="connsiteY3" fmla="*/ 300400 h 300400"/>
                      <a:gd name="connsiteX4" fmla="*/ 0 w 617039"/>
                      <a:gd name="connsiteY4" fmla="*/ 8755 h 300400"/>
                      <a:gd name="connsiteX0" fmla="*/ 0 w 617039"/>
                      <a:gd name="connsiteY0" fmla="*/ 8755 h 289726"/>
                      <a:gd name="connsiteX1" fmla="*/ 300643 w 617039"/>
                      <a:gd name="connsiteY1" fmla="*/ 0 h 289726"/>
                      <a:gd name="connsiteX2" fmla="*/ 617039 w 617039"/>
                      <a:gd name="connsiteY2" fmla="*/ 263292 h 289726"/>
                      <a:gd name="connsiteX3" fmla="*/ 98052 w 617039"/>
                      <a:gd name="connsiteY3" fmla="*/ 289726 h 289726"/>
                      <a:gd name="connsiteX4" fmla="*/ 0 w 617039"/>
                      <a:gd name="connsiteY4" fmla="*/ 8755 h 289726"/>
                      <a:gd name="connsiteX0" fmla="*/ 0 w 617039"/>
                      <a:gd name="connsiteY0" fmla="*/ 8755 h 289735"/>
                      <a:gd name="connsiteX1" fmla="*/ 300643 w 617039"/>
                      <a:gd name="connsiteY1" fmla="*/ 0 h 289735"/>
                      <a:gd name="connsiteX2" fmla="*/ 617039 w 617039"/>
                      <a:gd name="connsiteY2" fmla="*/ 263292 h 289735"/>
                      <a:gd name="connsiteX3" fmla="*/ 98052 w 617039"/>
                      <a:gd name="connsiteY3" fmla="*/ 289726 h 289735"/>
                      <a:gd name="connsiteX4" fmla="*/ 0 w 617039"/>
                      <a:gd name="connsiteY4" fmla="*/ 8755 h 289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7039" h="289735">
                        <a:moveTo>
                          <a:pt x="0" y="8755"/>
                        </a:moveTo>
                        <a:cubicBezTo>
                          <a:pt x="100214" y="9806"/>
                          <a:pt x="207572" y="13237"/>
                          <a:pt x="300643" y="0"/>
                        </a:cubicBezTo>
                        <a:lnTo>
                          <a:pt x="617039" y="263292"/>
                        </a:lnTo>
                        <a:cubicBezTo>
                          <a:pt x="447219" y="284393"/>
                          <a:pt x="298994" y="290001"/>
                          <a:pt x="98052" y="289726"/>
                        </a:cubicBezTo>
                        <a:lnTo>
                          <a:pt x="0" y="8755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Rectangle 1"/>
                  <p:cNvSpPr/>
                  <p:nvPr/>
                </p:nvSpPr>
                <p:spPr>
                  <a:xfrm>
                    <a:off x="3529954" y="2690060"/>
                    <a:ext cx="476308" cy="202389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3666"/>
                      <a:gd name="connsiteX1" fmla="*/ 273843 w 621801"/>
                      <a:gd name="connsiteY1" fmla="*/ 0 h 393666"/>
                      <a:gd name="connsiteX2" fmla="*/ 621801 w 621801"/>
                      <a:gd name="connsiteY2" fmla="*/ 324036 h 393666"/>
                      <a:gd name="connsiteX3" fmla="*/ 389747 w 621801"/>
                      <a:gd name="connsiteY3" fmla="*/ 393666 h 393666"/>
                      <a:gd name="connsiteX4" fmla="*/ 0 w 621801"/>
                      <a:gd name="connsiteY4" fmla="*/ 64736 h 393666"/>
                      <a:gd name="connsiteX0" fmla="*/ 0 w 717717"/>
                      <a:gd name="connsiteY0" fmla="*/ 64736 h 393666"/>
                      <a:gd name="connsiteX1" fmla="*/ 273843 w 717717"/>
                      <a:gd name="connsiteY1" fmla="*/ 0 h 393666"/>
                      <a:gd name="connsiteX2" fmla="*/ 717717 w 717717"/>
                      <a:gd name="connsiteY2" fmla="*/ 317642 h 393666"/>
                      <a:gd name="connsiteX3" fmla="*/ 389747 w 717717"/>
                      <a:gd name="connsiteY3" fmla="*/ 393666 h 393666"/>
                      <a:gd name="connsiteX4" fmla="*/ 0 w 717717"/>
                      <a:gd name="connsiteY4" fmla="*/ 64736 h 393666"/>
                      <a:gd name="connsiteX0" fmla="*/ 0 w 618603"/>
                      <a:gd name="connsiteY0" fmla="*/ 77525 h 393666"/>
                      <a:gd name="connsiteX1" fmla="*/ 174729 w 618603"/>
                      <a:gd name="connsiteY1" fmla="*/ 0 h 393666"/>
                      <a:gd name="connsiteX2" fmla="*/ 618603 w 618603"/>
                      <a:gd name="connsiteY2" fmla="*/ 317642 h 393666"/>
                      <a:gd name="connsiteX3" fmla="*/ 290633 w 618603"/>
                      <a:gd name="connsiteY3" fmla="*/ 393666 h 393666"/>
                      <a:gd name="connsiteX4" fmla="*/ 0 w 618603"/>
                      <a:gd name="connsiteY4" fmla="*/ 77525 h 393666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76078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63290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04144"/>
                      <a:gd name="connsiteX1" fmla="*/ 78813 w 618603"/>
                      <a:gd name="connsiteY1" fmla="*/ 0 h 304144"/>
                      <a:gd name="connsiteX2" fmla="*/ 618603 w 618603"/>
                      <a:gd name="connsiteY2" fmla="*/ 263290 h 304144"/>
                      <a:gd name="connsiteX3" fmla="*/ 447296 w 618603"/>
                      <a:gd name="connsiteY3" fmla="*/ 304144 h 304144"/>
                      <a:gd name="connsiteX4" fmla="*/ 0 w 618603"/>
                      <a:gd name="connsiteY4" fmla="*/ 35961 h 304144"/>
                      <a:gd name="connsiteX0" fmla="*/ 0 w 618603"/>
                      <a:gd name="connsiteY0" fmla="*/ 35961 h 300947"/>
                      <a:gd name="connsiteX1" fmla="*/ 78813 w 618603"/>
                      <a:gd name="connsiteY1" fmla="*/ 0 h 300947"/>
                      <a:gd name="connsiteX2" fmla="*/ 618603 w 618603"/>
                      <a:gd name="connsiteY2" fmla="*/ 263290 h 300947"/>
                      <a:gd name="connsiteX3" fmla="*/ 460085 w 618603"/>
                      <a:gd name="connsiteY3" fmla="*/ 300947 h 300947"/>
                      <a:gd name="connsiteX4" fmla="*/ 0 w 618603"/>
                      <a:gd name="connsiteY4" fmla="*/ 35961 h 300947"/>
                      <a:gd name="connsiteX0" fmla="*/ 0 w 609011"/>
                      <a:gd name="connsiteY0" fmla="*/ 35961 h 300947"/>
                      <a:gd name="connsiteX1" fmla="*/ 78813 w 609011"/>
                      <a:gd name="connsiteY1" fmla="*/ 0 h 300947"/>
                      <a:gd name="connsiteX2" fmla="*/ 609011 w 609011"/>
                      <a:gd name="connsiteY2" fmla="*/ 259541 h 300947"/>
                      <a:gd name="connsiteX3" fmla="*/ 460085 w 609011"/>
                      <a:gd name="connsiteY3" fmla="*/ 300947 h 300947"/>
                      <a:gd name="connsiteX4" fmla="*/ 0 w 609011"/>
                      <a:gd name="connsiteY4" fmla="*/ 35961 h 300947"/>
                      <a:gd name="connsiteX0" fmla="*/ 0 w 609011"/>
                      <a:gd name="connsiteY0" fmla="*/ 24792 h 289778"/>
                      <a:gd name="connsiteX1" fmla="*/ 97863 w 609011"/>
                      <a:gd name="connsiteY1" fmla="*/ 0 h 289778"/>
                      <a:gd name="connsiteX2" fmla="*/ 609011 w 609011"/>
                      <a:gd name="connsiteY2" fmla="*/ 248372 h 289778"/>
                      <a:gd name="connsiteX3" fmla="*/ 460085 w 609011"/>
                      <a:gd name="connsiteY3" fmla="*/ 289778 h 289778"/>
                      <a:gd name="connsiteX4" fmla="*/ 0 w 609011"/>
                      <a:gd name="connsiteY4" fmla="*/ 24792 h 289778"/>
                      <a:gd name="connsiteX0" fmla="*/ 0 w 609011"/>
                      <a:gd name="connsiteY0" fmla="*/ 8038 h 273024"/>
                      <a:gd name="connsiteX1" fmla="*/ 119295 w 609011"/>
                      <a:gd name="connsiteY1" fmla="*/ 0 h 273024"/>
                      <a:gd name="connsiteX2" fmla="*/ 609011 w 609011"/>
                      <a:gd name="connsiteY2" fmla="*/ 231618 h 273024"/>
                      <a:gd name="connsiteX3" fmla="*/ 460085 w 609011"/>
                      <a:gd name="connsiteY3" fmla="*/ 273024 h 273024"/>
                      <a:gd name="connsiteX4" fmla="*/ 0 w 609011"/>
                      <a:gd name="connsiteY4" fmla="*/ 8038 h 273024"/>
                      <a:gd name="connsiteX0" fmla="*/ 0 w 589961"/>
                      <a:gd name="connsiteY0" fmla="*/ 27584 h 273024"/>
                      <a:gd name="connsiteX1" fmla="*/ 100245 w 589961"/>
                      <a:gd name="connsiteY1" fmla="*/ 0 h 273024"/>
                      <a:gd name="connsiteX2" fmla="*/ 589961 w 589961"/>
                      <a:gd name="connsiteY2" fmla="*/ 231618 h 273024"/>
                      <a:gd name="connsiteX3" fmla="*/ 441035 w 589961"/>
                      <a:gd name="connsiteY3" fmla="*/ 273024 h 273024"/>
                      <a:gd name="connsiteX4" fmla="*/ 0 w 589961"/>
                      <a:gd name="connsiteY4" fmla="*/ 27584 h 273024"/>
                      <a:gd name="connsiteX0" fmla="*/ 0 w 594724"/>
                      <a:gd name="connsiteY0" fmla="*/ 19208 h 273024"/>
                      <a:gd name="connsiteX1" fmla="*/ 105008 w 594724"/>
                      <a:gd name="connsiteY1" fmla="*/ 0 h 273024"/>
                      <a:gd name="connsiteX2" fmla="*/ 594724 w 594724"/>
                      <a:gd name="connsiteY2" fmla="*/ 231618 h 273024"/>
                      <a:gd name="connsiteX3" fmla="*/ 445798 w 594724"/>
                      <a:gd name="connsiteY3" fmla="*/ 273024 h 273024"/>
                      <a:gd name="connsiteX4" fmla="*/ 0 w 594724"/>
                      <a:gd name="connsiteY4" fmla="*/ 19208 h 273024"/>
                      <a:gd name="connsiteX0" fmla="*/ 0 w 594724"/>
                      <a:gd name="connsiteY0" fmla="*/ 27584 h 281400"/>
                      <a:gd name="connsiteX1" fmla="*/ 107389 w 594724"/>
                      <a:gd name="connsiteY1" fmla="*/ 0 h 281400"/>
                      <a:gd name="connsiteX2" fmla="*/ 594724 w 594724"/>
                      <a:gd name="connsiteY2" fmla="*/ 239994 h 281400"/>
                      <a:gd name="connsiteX3" fmla="*/ 445798 w 594724"/>
                      <a:gd name="connsiteY3" fmla="*/ 281400 h 281400"/>
                      <a:gd name="connsiteX4" fmla="*/ 0 w 594724"/>
                      <a:gd name="connsiteY4" fmla="*/ 27584 h 281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4724" h="281400">
                        <a:moveTo>
                          <a:pt x="0" y="27584"/>
                        </a:moveTo>
                        <a:lnTo>
                          <a:pt x="107389" y="0"/>
                        </a:lnTo>
                        <a:lnTo>
                          <a:pt x="594724" y="239994"/>
                        </a:lnTo>
                        <a:lnTo>
                          <a:pt x="445798" y="281400"/>
                        </a:lnTo>
                        <a:lnTo>
                          <a:pt x="0" y="27584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1" name="Group 260"/>
                <p:cNvGrpSpPr/>
                <p:nvPr/>
              </p:nvGrpSpPr>
              <p:grpSpPr>
                <a:xfrm>
                  <a:off x="1401846" y="1385258"/>
                  <a:ext cx="566987" cy="435222"/>
                  <a:chOff x="4187768" y="440728"/>
                  <a:chExt cx="1095211" cy="723559"/>
                </a:xfrm>
                <a:effectLst/>
              </p:grpSpPr>
              <p:sp>
                <p:nvSpPr>
                  <p:cNvPr id="62" name="Rectangle 17"/>
                  <p:cNvSpPr/>
                  <p:nvPr/>
                </p:nvSpPr>
                <p:spPr>
                  <a:xfrm>
                    <a:off x="4187768" y="440728"/>
                    <a:ext cx="1095211" cy="723559"/>
                  </a:xfrm>
                  <a:custGeom>
                    <a:avLst/>
                    <a:gdLst>
                      <a:gd name="connsiteX0" fmla="*/ 0 w 914400"/>
                      <a:gd name="connsiteY0" fmla="*/ 0 h 609600"/>
                      <a:gd name="connsiteX1" fmla="*/ 914400 w 914400"/>
                      <a:gd name="connsiteY1" fmla="*/ 0 h 609600"/>
                      <a:gd name="connsiteX2" fmla="*/ 914400 w 914400"/>
                      <a:gd name="connsiteY2" fmla="*/ 609600 h 609600"/>
                      <a:gd name="connsiteX3" fmla="*/ 0 w 914400"/>
                      <a:gd name="connsiteY3" fmla="*/ 609600 h 609600"/>
                      <a:gd name="connsiteX4" fmla="*/ 0 w 914400"/>
                      <a:gd name="connsiteY4" fmla="*/ 0 h 609600"/>
                      <a:gd name="connsiteX0" fmla="*/ 0 w 1043553"/>
                      <a:gd name="connsiteY0" fmla="*/ 0 h 609600"/>
                      <a:gd name="connsiteX1" fmla="*/ 914400 w 1043553"/>
                      <a:gd name="connsiteY1" fmla="*/ 0 h 609600"/>
                      <a:gd name="connsiteX2" fmla="*/ 1043553 w 1043553"/>
                      <a:gd name="connsiteY2" fmla="*/ 495945 h 609600"/>
                      <a:gd name="connsiteX3" fmla="*/ 0 w 1043553"/>
                      <a:gd name="connsiteY3" fmla="*/ 609600 h 609600"/>
                      <a:gd name="connsiteX4" fmla="*/ 0 w 1043553"/>
                      <a:gd name="connsiteY4" fmla="*/ 0 h 609600"/>
                      <a:gd name="connsiteX0" fmla="*/ 46495 w 1090048"/>
                      <a:gd name="connsiteY0" fmla="*/ 0 h 495945"/>
                      <a:gd name="connsiteX1" fmla="*/ 960895 w 1090048"/>
                      <a:gd name="connsiteY1" fmla="*/ 0 h 495945"/>
                      <a:gd name="connsiteX2" fmla="*/ 1090048 w 1090048"/>
                      <a:gd name="connsiteY2" fmla="*/ 495945 h 495945"/>
                      <a:gd name="connsiteX3" fmla="*/ 0 w 1090048"/>
                      <a:gd name="connsiteY3" fmla="*/ 490779 h 495945"/>
                      <a:gd name="connsiteX4" fmla="*/ 46495 w 1090048"/>
                      <a:gd name="connsiteY4" fmla="*/ 0 h 495945"/>
                      <a:gd name="connsiteX0" fmla="*/ 0 w 1043553"/>
                      <a:gd name="connsiteY0" fmla="*/ 0 h 563104"/>
                      <a:gd name="connsiteX1" fmla="*/ 914400 w 1043553"/>
                      <a:gd name="connsiteY1" fmla="*/ 0 h 563104"/>
                      <a:gd name="connsiteX2" fmla="*/ 1043553 w 1043553"/>
                      <a:gd name="connsiteY2" fmla="*/ 495945 h 563104"/>
                      <a:gd name="connsiteX3" fmla="*/ 5166 w 1043553"/>
                      <a:gd name="connsiteY3" fmla="*/ 563104 h 563104"/>
                      <a:gd name="connsiteX4" fmla="*/ 0 w 1043553"/>
                      <a:gd name="connsiteY4" fmla="*/ 0 h 563104"/>
                      <a:gd name="connsiteX0" fmla="*/ 5166 w 1048719"/>
                      <a:gd name="connsiteY0" fmla="*/ 0 h 521775"/>
                      <a:gd name="connsiteX1" fmla="*/ 919566 w 1048719"/>
                      <a:gd name="connsiteY1" fmla="*/ 0 h 521775"/>
                      <a:gd name="connsiteX2" fmla="*/ 1048719 w 1048719"/>
                      <a:gd name="connsiteY2" fmla="*/ 495945 h 521775"/>
                      <a:gd name="connsiteX3" fmla="*/ 0 w 1048719"/>
                      <a:gd name="connsiteY3" fmla="*/ 521775 h 521775"/>
                      <a:gd name="connsiteX4" fmla="*/ 5166 w 1048719"/>
                      <a:gd name="connsiteY4" fmla="*/ 0 h 521775"/>
                      <a:gd name="connsiteX0" fmla="*/ 41328 w 1084881"/>
                      <a:gd name="connsiteY0" fmla="*/ 0 h 511443"/>
                      <a:gd name="connsiteX1" fmla="*/ 955728 w 1084881"/>
                      <a:gd name="connsiteY1" fmla="*/ 0 h 511443"/>
                      <a:gd name="connsiteX2" fmla="*/ 1084881 w 1084881"/>
                      <a:gd name="connsiteY2" fmla="*/ 495945 h 511443"/>
                      <a:gd name="connsiteX3" fmla="*/ 0 w 1084881"/>
                      <a:gd name="connsiteY3" fmla="*/ 511443 h 511443"/>
                      <a:gd name="connsiteX4" fmla="*/ 41328 w 1084881"/>
                      <a:gd name="connsiteY4" fmla="*/ 0 h 511443"/>
                      <a:gd name="connsiteX0" fmla="*/ 41328 w 1084881"/>
                      <a:gd name="connsiteY0" fmla="*/ 0 h 600508"/>
                      <a:gd name="connsiteX1" fmla="*/ 955728 w 1084881"/>
                      <a:gd name="connsiteY1" fmla="*/ 0 h 600508"/>
                      <a:gd name="connsiteX2" fmla="*/ 1084881 w 1084881"/>
                      <a:gd name="connsiteY2" fmla="*/ 495945 h 600508"/>
                      <a:gd name="connsiteX3" fmla="*/ 0 w 1084881"/>
                      <a:gd name="connsiteY3" fmla="*/ 511443 h 600508"/>
                      <a:gd name="connsiteX4" fmla="*/ 41328 w 1084881"/>
                      <a:gd name="connsiteY4" fmla="*/ 0 h 600508"/>
                      <a:gd name="connsiteX0" fmla="*/ 41328 w 1079715"/>
                      <a:gd name="connsiteY0" fmla="*/ 0 h 595741"/>
                      <a:gd name="connsiteX1" fmla="*/ 955728 w 1079715"/>
                      <a:gd name="connsiteY1" fmla="*/ 0 h 595741"/>
                      <a:gd name="connsiteX2" fmla="*/ 1079715 w 1079715"/>
                      <a:gd name="connsiteY2" fmla="*/ 475280 h 595741"/>
                      <a:gd name="connsiteX3" fmla="*/ 0 w 1079715"/>
                      <a:gd name="connsiteY3" fmla="*/ 511443 h 595741"/>
                      <a:gd name="connsiteX4" fmla="*/ 41328 w 1079715"/>
                      <a:gd name="connsiteY4" fmla="*/ 0 h 595741"/>
                      <a:gd name="connsiteX0" fmla="*/ 41328 w 1079715"/>
                      <a:gd name="connsiteY0" fmla="*/ 0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41328 w 1079715"/>
                      <a:gd name="connsiteY4" fmla="*/ 0 h 632824"/>
                      <a:gd name="connsiteX0" fmla="*/ 144650 w 1079715"/>
                      <a:gd name="connsiteY0" fmla="*/ 36163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144650 w 1079715"/>
                      <a:gd name="connsiteY4" fmla="*/ 36163 h 632824"/>
                      <a:gd name="connsiteX0" fmla="*/ 144650 w 1079715"/>
                      <a:gd name="connsiteY0" fmla="*/ 98219 h 694880"/>
                      <a:gd name="connsiteX1" fmla="*/ 955728 w 1079715"/>
                      <a:gd name="connsiteY1" fmla="*/ 62056 h 694880"/>
                      <a:gd name="connsiteX2" fmla="*/ 1079715 w 1079715"/>
                      <a:gd name="connsiteY2" fmla="*/ 537336 h 694880"/>
                      <a:gd name="connsiteX3" fmla="*/ 0 w 1079715"/>
                      <a:gd name="connsiteY3" fmla="*/ 573499 h 694880"/>
                      <a:gd name="connsiteX4" fmla="*/ 144650 w 1079715"/>
                      <a:gd name="connsiteY4" fmla="*/ 98219 h 694880"/>
                      <a:gd name="connsiteX0" fmla="*/ 144650 w 1079715"/>
                      <a:gd name="connsiteY0" fmla="*/ 124397 h 721058"/>
                      <a:gd name="connsiteX1" fmla="*/ 955728 w 1079715"/>
                      <a:gd name="connsiteY1" fmla="*/ 88234 h 721058"/>
                      <a:gd name="connsiteX2" fmla="*/ 1079715 w 1079715"/>
                      <a:gd name="connsiteY2" fmla="*/ 563514 h 721058"/>
                      <a:gd name="connsiteX3" fmla="*/ 0 w 1079715"/>
                      <a:gd name="connsiteY3" fmla="*/ 599677 h 721058"/>
                      <a:gd name="connsiteX4" fmla="*/ 144650 w 1079715"/>
                      <a:gd name="connsiteY4" fmla="*/ 124397 h 721058"/>
                      <a:gd name="connsiteX0" fmla="*/ 144650 w 1079715"/>
                      <a:gd name="connsiteY0" fmla="*/ 128833 h 725494"/>
                      <a:gd name="connsiteX1" fmla="*/ 955728 w 1079715"/>
                      <a:gd name="connsiteY1" fmla="*/ 92670 h 725494"/>
                      <a:gd name="connsiteX2" fmla="*/ 1079715 w 1079715"/>
                      <a:gd name="connsiteY2" fmla="*/ 567950 h 725494"/>
                      <a:gd name="connsiteX3" fmla="*/ 0 w 1079715"/>
                      <a:gd name="connsiteY3" fmla="*/ 604113 h 725494"/>
                      <a:gd name="connsiteX4" fmla="*/ 144650 w 1079715"/>
                      <a:gd name="connsiteY4" fmla="*/ 128833 h 725494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5213" h="723561">
                        <a:moveTo>
                          <a:pt x="144650" y="128833"/>
                        </a:moveTo>
                        <a:cubicBezTo>
                          <a:pt x="223864" y="8291"/>
                          <a:pt x="731864" y="-70924"/>
                          <a:pt x="955728" y="92670"/>
                        </a:cubicBezTo>
                        <a:lnTo>
                          <a:pt x="1095213" y="562784"/>
                        </a:lnTo>
                        <a:cubicBezTo>
                          <a:pt x="1007389" y="717767"/>
                          <a:pt x="273803" y="810758"/>
                          <a:pt x="0" y="604113"/>
                        </a:cubicBezTo>
                        <a:lnTo>
                          <a:pt x="144650" y="12883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7800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  <a:gs pos="0">
                        <a:sysClr val="window" lastClr="FFFFFF">
                          <a:lumMod val="85000"/>
                        </a:sysClr>
                      </a:gs>
                    </a:gsLst>
                    <a:lin ang="21594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outerShdw blurRad="38100" sx="102000" sy="102000" algn="ctr" rotWithShape="0">
                      <a:prstClr val="black">
                        <a:alpha val="8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18"/>
                  <p:cNvSpPr/>
                  <p:nvPr/>
                </p:nvSpPr>
                <p:spPr>
                  <a:xfrm rot="790316">
                    <a:off x="4272878" y="616463"/>
                    <a:ext cx="913120" cy="526020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58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ectangle 18"/>
                  <p:cNvSpPr/>
                  <p:nvPr/>
                </p:nvSpPr>
                <p:spPr>
                  <a:xfrm rot="790316">
                    <a:off x="4293635" y="658792"/>
                    <a:ext cx="860201" cy="448601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" lastClr="FFFFFF">
                          <a:lumMod val="6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264"/>
                  <p:cNvSpPr/>
                  <p:nvPr/>
                </p:nvSpPr>
                <p:spPr>
                  <a:xfrm>
                    <a:off x="4385894" y="468899"/>
                    <a:ext cx="715431" cy="187564"/>
                  </a:xfrm>
                  <a:prstGeom prst="ellipse">
                    <a:avLst/>
                  </a:prstGeom>
                  <a:gradFill>
                    <a:gsLst>
                      <a:gs pos="42000">
                        <a:sysClr val="window" lastClr="FFFFFF">
                          <a:lumMod val="50000"/>
                          <a:alpha val="1800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186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9" name="Rectangle 2"/>
              <p:cNvSpPr/>
              <p:nvPr/>
            </p:nvSpPr>
            <p:spPr>
              <a:xfrm>
                <a:off x="3752108" y="2749073"/>
                <a:ext cx="1681742" cy="2945944"/>
              </a:xfrm>
              <a:custGeom>
                <a:avLst/>
                <a:gdLst>
                  <a:gd name="connsiteX0" fmla="*/ 2005372 w 2122486"/>
                  <a:gd name="connsiteY0" fmla="*/ 315416 h 3718008"/>
                  <a:gd name="connsiteX1" fmla="*/ 1093233 w 2122486"/>
                  <a:gd name="connsiteY1" fmla="*/ 531553 h 3718008"/>
                  <a:gd name="connsiteX2" fmla="*/ 143269 w 2122486"/>
                  <a:gd name="connsiteY2" fmla="*/ 322824 h 3718008"/>
                  <a:gd name="connsiteX3" fmla="*/ 138577 w 2122486"/>
                  <a:gd name="connsiteY3" fmla="*/ 3192409 h 3718008"/>
                  <a:gd name="connsiteX4" fmla="*/ 135179 w 2122486"/>
                  <a:gd name="connsiteY4" fmla="*/ 3220762 h 3718008"/>
                  <a:gd name="connsiteX5" fmla="*/ 1087494 w 2122486"/>
                  <a:gd name="connsiteY5" fmla="*/ 3597444 h 3718008"/>
                  <a:gd name="connsiteX6" fmla="*/ 2011663 w 2122486"/>
                  <a:gd name="connsiteY6" fmla="*/ 3220762 h 3718008"/>
                  <a:gd name="connsiteX7" fmla="*/ 2010423 w 2122486"/>
                  <a:gd name="connsiteY7" fmla="*/ 3192409 h 3718008"/>
                  <a:gd name="connsiteX8" fmla="*/ 2005372 w 2122486"/>
                  <a:gd name="connsiteY8" fmla="*/ 315416 h 3718008"/>
                  <a:gd name="connsiteX9" fmla="*/ 0 w 2122486"/>
                  <a:gd name="connsiteY9" fmla="*/ 0 h 3718008"/>
                  <a:gd name="connsiteX10" fmla="*/ 2787 w 2122486"/>
                  <a:gd name="connsiteY10" fmla="*/ 0 h 3718008"/>
                  <a:gd name="connsiteX11" fmla="*/ 1058394 w 2122486"/>
                  <a:gd name="connsiteY11" fmla="*/ 386465 h 3718008"/>
                  <a:gd name="connsiteX12" fmla="*/ 2114001 w 2122486"/>
                  <a:gd name="connsiteY12" fmla="*/ 0 h 3718008"/>
                  <a:gd name="connsiteX13" fmla="*/ 2121085 w 2122486"/>
                  <a:gd name="connsiteY13" fmla="*/ 0 h 3718008"/>
                  <a:gd name="connsiteX14" fmla="*/ 2121085 w 2122486"/>
                  <a:gd name="connsiteY14" fmla="*/ 3265169 h 3718008"/>
                  <a:gd name="connsiteX15" fmla="*/ 2122486 w 2122486"/>
                  <a:gd name="connsiteY15" fmla="*/ 3295465 h 3718008"/>
                  <a:gd name="connsiteX16" fmla="*/ 1062308 w 2122486"/>
                  <a:gd name="connsiteY16" fmla="*/ 3718008 h 3718008"/>
                  <a:gd name="connsiteX17" fmla="*/ 2130 w 2122486"/>
                  <a:gd name="connsiteY17" fmla="*/ 3295465 h 3718008"/>
                  <a:gd name="connsiteX18" fmla="*/ 5969 w 2122486"/>
                  <a:gd name="connsiteY18" fmla="*/ 3265169 h 3718008"/>
                  <a:gd name="connsiteX19" fmla="*/ 0 w 2122486"/>
                  <a:gd name="connsiteY19" fmla="*/ 0 h 3718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22486" h="3718008">
                    <a:moveTo>
                      <a:pt x="2005372" y="315416"/>
                    </a:moveTo>
                    <a:cubicBezTo>
                      <a:pt x="1825352" y="415037"/>
                      <a:pt x="1403584" y="530318"/>
                      <a:pt x="1093233" y="531553"/>
                    </a:cubicBezTo>
                    <a:cubicBezTo>
                      <a:pt x="782883" y="532787"/>
                      <a:pt x="393422" y="491045"/>
                      <a:pt x="143269" y="322824"/>
                    </a:cubicBezTo>
                    <a:lnTo>
                      <a:pt x="138577" y="3192409"/>
                    </a:lnTo>
                    <a:lnTo>
                      <a:pt x="135179" y="3220762"/>
                    </a:lnTo>
                    <a:cubicBezTo>
                      <a:pt x="135179" y="3439161"/>
                      <a:pt x="569318" y="3597444"/>
                      <a:pt x="1087494" y="3597444"/>
                    </a:cubicBezTo>
                    <a:cubicBezTo>
                      <a:pt x="1605671" y="3597444"/>
                      <a:pt x="2011663" y="3439161"/>
                      <a:pt x="2011663" y="3220762"/>
                    </a:cubicBezTo>
                    <a:cubicBezTo>
                      <a:pt x="2011250" y="3211311"/>
                      <a:pt x="2010836" y="3201860"/>
                      <a:pt x="2010423" y="3192409"/>
                    </a:cubicBezTo>
                    <a:cubicBezTo>
                      <a:pt x="2014281" y="2220110"/>
                      <a:pt x="2001514" y="1287714"/>
                      <a:pt x="2005372" y="315416"/>
                    </a:cubicBezTo>
                    <a:close/>
                    <a:moveTo>
                      <a:pt x="0" y="0"/>
                    </a:moveTo>
                    <a:lnTo>
                      <a:pt x="2787" y="0"/>
                    </a:lnTo>
                    <a:cubicBezTo>
                      <a:pt x="48171" y="216558"/>
                      <a:pt x="503498" y="386465"/>
                      <a:pt x="1058394" y="386465"/>
                    </a:cubicBezTo>
                    <a:cubicBezTo>
                      <a:pt x="1613290" y="386465"/>
                      <a:pt x="2068618" y="216558"/>
                      <a:pt x="2114001" y="0"/>
                    </a:cubicBezTo>
                    <a:lnTo>
                      <a:pt x="2121085" y="0"/>
                    </a:lnTo>
                    <a:lnTo>
                      <a:pt x="2121085" y="3265169"/>
                    </a:lnTo>
                    <a:lnTo>
                      <a:pt x="2122486" y="3295465"/>
                    </a:lnTo>
                    <a:cubicBezTo>
                      <a:pt x="2122486" y="3528829"/>
                      <a:pt x="1647828" y="3718008"/>
                      <a:pt x="1062308" y="3718008"/>
                    </a:cubicBezTo>
                    <a:cubicBezTo>
                      <a:pt x="476788" y="3718008"/>
                      <a:pt x="2130" y="3528829"/>
                      <a:pt x="2130" y="3295465"/>
                    </a:cubicBezTo>
                    <a:lnTo>
                      <a:pt x="5969" y="3265169"/>
                    </a:lnTo>
                    <a:cubicBezTo>
                      <a:pt x="3979" y="2176779"/>
                      <a:pt x="1990" y="1088390"/>
                      <a:pt x="0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50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88900" dist="38100" dir="5400000" sx="101000" sy="101000" algn="t" rotWithShape="0">
                  <a:prstClr val="black">
                    <a:alpha val="25000"/>
                  </a:prstClr>
                </a:outerShdw>
              </a:effectLst>
              <a:scene3d>
                <a:camera prst="orthographicFront"/>
                <a:lightRig rig="balanced" dir="t"/>
              </a:scene3d>
              <a:sp3d>
                <a:bevelT w="508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281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Arquitetura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9" name="TextBox 31"/>
          <p:cNvSpPr txBox="1"/>
          <p:nvPr/>
        </p:nvSpPr>
        <p:spPr>
          <a:xfrm>
            <a:off x="1616241" y="108176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0" name="TextBox 31"/>
          <p:cNvSpPr txBox="1"/>
          <p:nvPr/>
        </p:nvSpPr>
        <p:spPr>
          <a:xfrm>
            <a:off x="6905772" y="1081763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1" name="TextBox 31"/>
          <p:cNvSpPr txBox="1"/>
          <p:nvPr/>
        </p:nvSpPr>
        <p:spPr>
          <a:xfrm>
            <a:off x="9969389" y="1081763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80" name="TextBox 10"/>
          <p:cNvSpPr txBox="1"/>
          <p:nvPr/>
        </p:nvSpPr>
        <p:spPr>
          <a:xfrm>
            <a:off x="536698" y="2822091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CMS</a:t>
            </a:r>
          </a:p>
        </p:txBody>
      </p:sp>
      <p:sp>
        <p:nvSpPr>
          <p:cNvPr id="81" name="TextBox 10"/>
          <p:cNvSpPr txBox="1"/>
          <p:nvPr/>
        </p:nvSpPr>
        <p:spPr>
          <a:xfrm>
            <a:off x="-11586" y="3908108"/>
            <a:ext cx="153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Interatividade</a:t>
            </a:r>
            <a:endParaRPr lang="en-US" dirty="0"/>
          </a:p>
        </p:txBody>
      </p:sp>
      <p:sp>
        <p:nvSpPr>
          <p:cNvPr id="82" name="TextBox 10"/>
          <p:cNvSpPr txBox="1"/>
          <p:nvPr/>
        </p:nvSpPr>
        <p:spPr>
          <a:xfrm>
            <a:off x="206770" y="1782475"/>
            <a:ext cx="127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/>
          </a:lstStyle>
          <a:p>
            <a:r>
              <a:rPr lang="en-US" dirty="0"/>
              <a:t>Novo </a:t>
            </a:r>
            <a:r>
              <a:rPr lang="en-US" dirty="0" err="1"/>
              <a:t>Capta</a:t>
            </a:r>
            <a:endParaRPr lang="en-US" dirty="0"/>
          </a:p>
        </p:txBody>
      </p:sp>
      <p:grpSp>
        <p:nvGrpSpPr>
          <p:cNvPr id="83" name="Group 1"/>
          <p:cNvGrpSpPr/>
          <p:nvPr/>
        </p:nvGrpSpPr>
        <p:grpSpPr>
          <a:xfrm>
            <a:off x="1507954" y="1588167"/>
            <a:ext cx="5181600" cy="793510"/>
            <a:chOff x="1981200" y="1054997"/>
            <a:chExt cx="5181600" cy="858139"/>
          </a:xfrm>
        </p:grpSpPr>
        <p:grpSp>
          <p:nvGrpSpPr>
            <p:cNvPr id="84" name="Group 14"/>
            <p:cNvGrpSpPr/>
            <p:nvPr/>
          </p:nvGrpSpPr>
          <p:grpSpPr>
            <a:xfrm>
              <a:off x="1981200" y="1054997"/>
              <a:ext cx="5181600" cy="858139"/>
              <a:chOff x="1981200" y="1054997"/>
              <a:chExt cx="5181600" cy="858139"/>
            </a:xfrm>
          </p:grpSpPr>
          <p:sp>
            <p:nvSpPr>
              <p:cNvPr id="86" name="Rounded Rectangle 4"/>
              <p:cNvSpPr/>
              <p:nvPr/>
            </p:nvSpPr>
            <p:spPr>
              <a:xfrm>
                <a:off x="1981200" y="1054997"/>
                <a:ext cx="5181600" cy="858139"/>
              </a:xfrm>
              <a:prstGeom prst="roundRect">
                <a:avLst>
                  <a:gd name="adj" fmla="val 7394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7" name="Rounded Rectangle 6"/>
              <p:cNvSpPr/>
              <p:nvPr/>
            </p:nvSpPr>
            <p:spPr>
              <a:xfrm>
                <a:off x="2135176" y="1207512"/>
                <a:ext cx="868670" cy="576903"/>
              </a:xfrm>
              <a:prstGeom prst="roundRect">
                <a:avLst>
                  <a:gd name="adj" fmla="val 13219"/>
                </a:avLst>
              </a:prstGeom>
              <a:solidFill>
                <a:srgbClr val="37D5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8" name="Rounded Rectangle 7"/>
              <p:cNvSpPr/>
              <p:nvPr/>
            </p:nvSpPr>
            <p:spPr>
              <a:xfrm>
                <a:off x="3197418" y="1399813"/>
                <a:ext cx="3806236" cy="19230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9" name="Freeform 10"/>
              <p:cNvSpPr/>
              <p:nvPr/>
            </p:nvSpPr>
            <p:spPr>
              <a:xfrm>
                <a:off x="3197416" y="1399813"/>
                <a:ext cx="3042000" cy="192301"/>
              </a:xfrm>
              <a:custGeom>
                <a:avLst/>
                <a:gdLst>
                  <a:gd name="connsiteX0" fmla="*/ 66294 w 1001268"/>
                  <a:gd name="connsiteY0" fmla="*/ 0 h 132588"/>
                  <a:gd name="connsiteX1" fmla="*/ 1001268 w 1001268"/>
                  <a:gd name="connsiteY1" fmla="*/ 0 h 132588"/>
                  <a:gd name="connsiteX2" fmla="*/ 1001268 w 1001268"/>
                  <a:gd name="connsiteY2" fmla="*/ 132588 h 132588"/>
                  <a:gd name="connsiteX3" fmla="*/ 66294 w 1001268"/>
                  <a:gd name="connsiteY3" fmla="*/ 132588 h 132588"/>
                  <a:gd name="connsiteX4" fmla="*/ 0 w 1001268"/>
                  <a:gd name="connsiteY4" fmla="*/ 66294 h 132588"/>
                  <a:gd name="connsiteX5" fmla="*/ 66294 w 1001268"/>
                  <a:gd name="connsiteY5" fmla="*/ 0 h 132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1268" h="132588">
                    <a:moveTo>
                      <a:pt x="66294" y="0"/>
                    </a:moveTo>
                    <a:lnTo>
                      <a:pt x="1001268" y="0"/>
                    </a:lnTo>
                    <a:lnTo>
                      <a:pt x="1001268" y="132588"/>
                    </a:lnTo>
                    <a:lnTo>
                      <a:pt x="66294" y="132588"/>
                    </a:lnTo>
                    <a:cubicBezTo>
                      <a:pt x="29681" y="132588"/>
                      <a:pt x="0" y="102907"/>
                      <a:pt x="0" y="66294"/>
                    </a:cubicBezTo>
                    <a:cubicBezTo>
                      <a:pt x="0" y="29681"/>
                      <a:pt x="29681" y="0"/>
                      <a:pt x="66294" y="0"/>
                    </a:cubicBezTo>
                    <a:close/>
                  </a:path>
                </a:pathLst>
              </a:custGeom>
              <a:solidFill>
                <a:srgbClr val="37D5D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5" name="TextBox 31"/>
            <p:cNvSpPr txBox="1"/>
            <p:nvPr/>
          </p:nvSpPr>
          <p:spPr>
            <a:xfrm>
              <a:off x="2189813" y="1265131"/>
              <a:ext cx="759397" cy="4992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noProof="0" dirty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rPr>
                <a:t>80%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18" name="TextBox 10"/>
          <p:cNvSpPr txBox="1"/>
          <p:nvPr/>
        </p:nvSpPr>
        <p:spPr>
          <a:xfrm>
            <a:off x="377272" y="499893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Solman</a:t>
            </a:r>
            <a:endParaRPr lang="en-US" dirty="0"/>
          </a:p>
        </p:txBody>
      </p:sp>
      <p:sp>
        <p:nvSpPr>
          <p:cNvPr id="120" name="Rounded Rectangle 4"/>
          <p:cNvSpPr/>
          <p:nvPr/>
        </p:nvSpPr>
        <p:spPr>
          <a:xfrm>
            <a:off x="6771247" y="1588166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Rounded Rectangle 4"/>
          <p:cNvSpPr/>
          <p:nvPr/>
        </p:nvSpPr>
        <p:spPr>
          <a:xfrm>
            <a:off x="9759602" y="1588166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ounded Rectangle 4"/>
          <p:cNvSpPr/>
          <p:nvPr/>
        </p:nvSpPr>
        <p:spPr>
          <a:xfrm>
            <a:off x="6771247" y="2622703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9759602" y="2622703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ounded Rectangle 4"/>
          <p:cNvSpPr/>
          <p:nvPr/>
        </p:nvSpPr>
        <p:spPr>
          <a:xfrm>
            <a:off x="6771247" y="3745603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9759602" y="3745603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Rounded Rectangle 4"/>
          <p:cNvSpPr/>
          <p:nvPr/>
        </p:nvSpPr>
        <p:spPr>
          <a:xfrm>
            <a:off x="6771247" y="4801955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Rounded Rectangle 4"/>
          <p:cNvSpPr/>
          <p:nvPr/>
        </p:nvSpPr>
        <p:spPr>
          <a:xfrm>
            <a:off x="9772682" y="4794604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CaixaDeTexto 129"/>
          <p:cNvSpPr txBox="1"/>
          <p:nvPr/>
        </p:nvSpPr>
        <p:spPr>
          <a:xfrm>
            <a:off x="6843529" y="1782475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Em execução</a:t>
            </a:r>
            <a:endParaRPr lang="pt-BR" dirty="0"/>
          </a:p>
        </p:txBody>
      </p:sp>
      <p:sp>
        <p:nvSpPr>
          <p:cNvPr id="131" name="CaixaDeTexto 130"/>
          <p:cNvSpPr txBox="1"/>
          <p:nvPr/>
        </p:nvSpPr>
        <p:spPr>
          <a:xfrm>
            <a:off x="9931901" y="177646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Set/15</a:t>
            </a:r>
            <a:endParaRPr lang="pt-BR" dirty="0"/>
          </a:p>
        </p:txBody>
      </p:sp>
      <p:sp>
        <p:nvSpPr>
          <p:cNvPr id="132" name="CaixaDeTexto 131"/>
          <p:cNvSpPr txBox="1"/>
          <p:nvPr/>
        </p:nvSpPr>
        <p:spPr>
          <a:xfrm>
            <a:off x="6832963" y="2807063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Site CF</a:t>
            </a:r>
            <a:endParaRPr lang="pt-BR" dirty="0"/>
          </a:p>
        </p:txBody>
      </p:sp>
      <p:sp>
        <p:nvSpPr>
          <p:cNvPr id="133" name="CaixaDeTexto 132"/>
          <p:cNvSpPr txBox="1"/>
          <p:nvPr/>
        </p:nvSpPr>
        <p:spPr>
          <a:xfrm>
            <a:off x="9931901" y="274710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Out/15</a:t>
            </a:r>
            <a:endParaRPr lang="pt-BR" dirty="0"/>
          </a:p>
        </p:txBody>
      </p:sp>
      <p:sp>
        <p:nvSpPr>
          <p:cNvPr id="135" name="CaixaDeTexto 134"/>
          <p:cNvSpPr txBox="1"/>
          <p:nvPr/>
        </p:nvSpPr>
        <p:spPr>
          <a:xfrm>
            <a:off x="9931901" y="3933904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Dez/16</a:t>
            </a:r>
            <a:endParaRPr lang="pt-BR" dirty="0"/>
          </a:p>
        </p:txBody>
      </p:sp>
      <p:sp>
        <p:nvSpPr>
          <p:cNvPr id="137" name="CaixaDeTexto 136"/>
          <p:cNvSpPr txBox="1"/>
          <p:nvPr/>
        </p:nvSpPr>
        <p:spPr>
          <a:xfrm>
            <a:off x="9992351" y="5005012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Jan/16</a:t>
            </a:r>
            <a:endParaRPr lang="pt-BR" dirty="0"/>
          </a:p>
        </p:txBody>
      </p:sp>
      <p:grpSp>
        <p:nvGrpSpPr>
          <p:cNvPr id="140" name="Group 1"/>
          <p:cNvGrpSpPr/>
          <p:nvPr/>
        </p:nvGrpSpPr>
        <p:grpSpPr>
          <a:xfrm>
            <a:off x="1497388" y="2666034"/>
            <a:ext cx="5181600" cy="793510"/>
            <a:chOff x="1981200" y="1054997"/>
            <a:chExt cx="5181600" cy="858139"/>
          </a:xfrm>
        </p:grpSpPr>
        <p:grpSp>
          <p:nvGrpSpPr>
            <p:cNvPr id="141" name="Group 14"/>
            <p:cNvGrpSpPr/>
            <p:nvPr/>
          </p:nvGrpSpPr>
          <p:grpSpPr>
            <a:xfrm>
              <a:off x="1981200" y="1054997"/>
              <a:ext cx="5181600" cy="858139"/>
              <a:chOff x="1981200" y="1054997"/>
              <a:chExt cx="5181600" cy="858139"/>
            </a:xfrm>
          </p:grpSpPr>
          <p:sp>
            <p:nvSpPr>
              <p:cNvPr id="143" name="Rounded Rectangle 4"/>
              <p:cNvSpPr/>
              <p:nvPr/>
            </p:nvSpPr>
            <p:spPr>
              <a:xfrm>
                <a:off x="1981200" y="1054997"/>
                <a:ext cx="5181600" cy="858139"/>
              </a:xfrm>
              <a:prstGeom prst="roundRect">
                <a:avLst>
                  <a:gd name="adj" fmla="val 7394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4" name="Rounded Rectangle 6"/>
              <p:cNvSpPr/>
              <p:nvPr/>
            </p:nvSpPr>
            <p:spPr>
              <a:xfrm>
                <a:off x="2135176" y="1207512"/>
                <a:ext cx="868670" cy="576903"/>
              </a:xfrm>
              <a:prstGeom prst="roundRect">
                <a:avLst>
                  <a:gd name="adj" fmla="val 13219"/>
                </a:avLst>
              </a:prstGeom>
              <a:solidFill>
                <a:srgbClr val="37D5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5" name="Rounded Rectangle 7"/>
              <p:cNvSpPr/>
              <p:nvPr/>
            </p:nvSpPr>
            <p:spPr>
              <a:xfrm>
                <a:off x="3197418" y="1399813"/>
                <a:ext cx="3806236" cy="19230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6" name="Freeform 10"/>
              <p:cNvSpPr/>
              <p:nvPr/>
            </p:nvSpPr>
            <p:spPr>
              <a:xfrm>
                <a:off x="3197416" y="1399813"/>
                <a:ext cx="1141200" cy="192301"/>
              </a:xfrm>
              <a:custGeom>
                <a:avLst/>
                <a:gdLst>
                  <a:gd name="connsiteX0" fmla="*/ 66294 w 1001268"/>
                  <a:gd name="connsiteY0" fmla="*/ 0 h 132588"/>
                  <a:gd name="connsiteX1" fmla="*/ 1001268 w 1001268"/>
                  <a:gd name="connsiteY1" fmla="*/ 0 h 132588"/>
                  <a:gd name="connsiteX2" fmla="*/ 1001268 w 1001268"/>
                  <a:gd name="connsiteY2" fmla="*/ 132588 h 132588"/>
                  <a:gd name="connsiteX3" fmla="*/ 66294 w 1001268"/>
                  <a:gd name="connsiteY3" fmla="*/ 132588 h 132588"/>
                  <a:gd name="connsiteX4" fmla="*/ 0 w 1001268"/>
                  <a:gd name="connsiteY4" fmla="*/ 66294 h 132588"/>
                  <a:gd name="connsiteX5" fmla="*/ 66294 w 1001268"/>
                  <a:gd name="connsiteY5" fmla="*/ 0 h 132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1268" h="132588">
                    <a:moveTo>
                      <a:pt x="66294" y="0"/>
                    </a:moveTo>
                    <a:lnTo>
                      <a:pt x="1001268" y="0"/>
                    </a:lnTo>
                    <a:lnTo>
                      <a:pt x="1001268" y="132588"/>
                    </a:lnTo>
                    <a:lnTo>
                      <a:pt x="66294" y="132588"/>
                    </a:lnTo>
                    <a:cubicBezTo>
                      <a:pt x="29681" y="132588"/>
                      <a:pt x="0" y="102907"/>
                      <a:pt x="0" y="66294"/>
                    </a:cubicBezTo>
                    <a:cubicBezTo>
                      <a:pt x="0" y="29681"/>
                      <a:pt x="29681" y="0"/>
                      <a:pt x="66294" y="0"/>
                    </a:cubicBezTo>
                    <a:close/>
                  </a:path>
                </a:pathLst>
              </a:custGeom>
              <a:solidFill>
                <a:srgbClr val="37D5D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2" name="TextBox 31"/>
            <p:cNvSpPr txBox="1"/>
            <p:nvPr/>
          </p:nvSpPr>
          <p:spPr>
            <a:xfrm>
              <a:off x="2189813" y="1265131"/>
              <a:ext cx="759397" cy="4992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US" sz="2400" b="1" dirty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rPr>
                <a:t>30%</a:t>
              </a:r>
              <a:endParaRPr lang="en-US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147" name="Group 1"/>
          <p:cNvGrpSpPr/>
          <p:nvPr/>
        </p:nvGrpSpPr>
        <p:grpSpPr>
          <a:xfrm>
            <a:off x="1486822" y="3713800"/>
            <a:ext cx="5181600" cy="793510"/>
            <a:chOff x="1981200" y="1054997"/>
            <a:chExt cx="5181600" cy="858139"/>
          </a:xfrm>
        </p:grpSpPr>
        <p:grpSp>
          <p:nvGrpSpPr>
            <p:cNvPr id="148" name="Group 14"/>
            <p:cNvGrpSpPr/>
            <p:nvPr/>
          </p:nvGrpSpPr>
          <p:grpSpPr>
            <a:xfrm>
              <a:off x="1981200" y="1054997"/>
              <a:ext cx="5181600" cy="858139"/>
              <a:chOff x="1981200" y="1054997"/>
              <a:chExt cx="5181600" cy="858139"/>
            </a:xfrm>
          </p:grpSpPr>
          <p:sp>
            <p:nvSpPr>
              <p:cNvPr id="150" name="Rounded Rectangle 4"/>
              <p:cNvSpPr/>
              <p:nvPr/>
            </p:nvSpPr>
            <p:spPr>
              <a:xfrm>
                <a:off x="1981200" y="1054997"/>
                <a:ext cx="5181600" cy="858139"/>
              </a:xfrm>
              <a:prstGeom prst="roundRect">
                <a:avLst>
                  <a:gd name="adj" fmla="val 7394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1" name="Rounded Rectangle 6"/>
              <p:cNvSpPr/>
              <p:nvPr/>
            </p:nvSpPr>
            <p:spPr>
              <a:xfrm>
                <a:off x="2135176" y="1207512"/>
                <a:ext cx="868670" cy="576903"/>
              </a:xfrm>
              <a:prstGeom prst="roundRect">
                <a:avLst>
                  <a:gd name="adj" fmla="val 13219"/>
                </a:avLst>
              </a:prstGeom>
              <a:solidFill>
                <a:srgbClr val="37D5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2" name="Rounded Rectangle 7"/>
              <p:cNvSpPr/>
              <p:nvPr/>
            </p:nvSpPr>
            <p:spPr>
              <a:xfrm>
                <a:off x="3197418" y="1399813"/>
                <a:ext cx="3806236" cy="19230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3" name="Freeform 10"/>
              <p:cNvSpPr/>
              <p:nvPr/>
            </p:nvSpPr>
            <p:spPr>
              <a:xfrm>
                <a:off x="3197416" y="1399813"/>
                <a:ext cx="378000" cy="192301"/>
              </a:xfrm>
              <a:custGeom>
                <a:avLst/>
                <a:gdLst>
                  <a:gd name="connsiteX0" fmla="*/ 66294 w 1001268"/>
                  <a:gd name="connsiteY0" fmla="*/ 0 h 132588"/>
                  <a:gd name="connsiteX1" fmla="*/ 1001268 w 1001268"/>
                  <a:gd name="connsiteY1" fmla="*/ 0 h 132588"/>
                  <a:gd name="connsiteX2" fmla="*/ 1001268 w 1001268"/>
                  <a:gd name="connsiteY2" fmla="*/ 132588 h 132588"/>
                  <a:gd name="connsiteX3" fmla="*/ 66294 w 1001268"/>
                  <a:gd name="connsiteY3" fmla="*/ 132588 h 132588"/>
                  <a:gd name="connsiteX4" fmla="*/ 0 w 1001268"/>
                  <a:gd name="connsiteY4" fmla="*/ 66294 h 132588"/>
                  <a:gd name="connsiteX5" fmla="*/ 66294 w 1001268"/>
                  <a:gd name="connsiteY5" fmla="*/ 0 h 132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1268" h="132588">
                    <a:moveTo>
                      <a:pt x="66294" y="0"/>
                    </a:moveTo>
                    <a:lnTo>
                      <a:pt x="1001268" y="0"/>
                    </a:lnTo>
                    <a:lnTo>
                      <a:pt x="1001268" y="132588"/>
                    </a:lnTo>
                    <a:lnTo>
                      <a:pt x="66294" y="132588"/>
                    </a:lnTo>
                    <a:cubicBezTo>
                      <a:pt x="29681" y="132588"/>
                      <a:pt x="0" y="102907"/>
                      <a:pt x="0" y="66294"/>
                    </a:cubicBezTo>
                    <a:cubicBezTo>
                      <a:pt x="0" y="29681"/>
                      <a:pt x="29681" y="0"/>
                      <a:pt x="66294" y="0"/>
                    </a:cubicBezTo>
                    <a:close/>
                  </a:path>
                </a:pathLst>
              </a:custGeom>
              <a:solidFill>
                <a:srgbClr val="37D5D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9" name="TextBox 31"/>
            <p:cNvSpPr txBox="1"/>
            <p:nvPr/>
          </p:nvSpPr>
          <p:spPr>
            <a:xfrm>
              <a:off x="2189813" y="1265131"/>
              <a:ext cx="759397" cy="4992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US" sz="2400" b="1" dirty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rPr>
                <a:t>10%</a:t>
              </a:r>
              <a:endParaRPr lang="en-US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154" name="Group 1"/>
          <p:cNvGrpSpPr/>
          <p:nvPr/>
        </p:nvGrpSpPr>
        <p:grpSpPr>
          <a:xfrm>
            <a:off x="1476256" y="4791667"/>
            <a:ext cx="5181600" cy="793510"/>
            <a:chOff x="1981200" y="1054997"/>
            <a:chExt cx="5181600" cy="858139"/>
          </a:xfrm>
        </p:grpSpPr>
        <p:grpSp>
          <p:nvGrpSpPr>
            <p:cNvPr id="155" name="Group 14"/>
            <p:cNvGrpSpPr/>
            <p:nvPr/>
          </p:nvGrpSpPr>
          <p:grpSpPr>
            <a:xfrm>
              <a:off x="1981200" y="1054997"/>
              <a:ext cx="5181600" cy="858139"/>
              <a:chOff x="1981200" y="1054997"/>
              <a:chExt cx="5181600" cy="858139"/>
            </a:xfrm>
          </p:grpSpPr>
          <p:sp>
            <p:nvSpPr>
              <p:cNvPr id="157" name="Rounded Rectangle 4"/>
              <p:cNvSpPr/>
              <p:nvPr/>
            </p:nvSpPr>
            <p:spPr>
              <a:xfrm>
                <a:off x="1981200" y="1054997"/>
                <a:ext cx="5181600" cy="858139"/>
              </a:xfrm>
              <a:prstGeom prst="roundRect">
                <a:avLst>
                  <a:gd name="adj" fmla="val 7394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8" name="Rounded Rectangle 6"/>
              <p:cNvSpPr/>
              <p:nvPr/>
            </p:nvSpPr>
            <p:spPr>
              <a:xfrm>
                <a:off x="2135176" y="1207512"/>
                <a:ext cx="868670" cy="576903"/>
              </a:xfrm>
              <a:prstGeom prst="roundRect">
                <a:avLst>
                  <a:gd name="adj" fmla="val 13219"/>
                </a:avLst>
              </a:prstGeom>
              <a:solidFill>
                <a:srgbClr val="37D5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9" name="Rounded Rectangle 7"/>
              <p:cNvSpPr/>
              <p:nvPr/>
            </p:nvSpPr>
            <p:spPr>
              <a:xfrm>
                <a:off x="3197418" y="1399813"/>
                <a:ext cx="3806236" cy="19230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0" name="Freeform 10"/>
              <p:cNvSpPr/>
              <p:nvPr/>
            </p:nvSpPr>
            <p:spPr>
              <a:xfrm>
                <a:off x="3197416" y="1399813"/>
                <a:ext cx="378000" cy="192301"/>
              </a:xfrm>
              <a:custGeom>
                <a:avLst/>
                <a:gdLst>
                  <a:gd name="connsiteX0" fmla="*/ 66294 w 1001268"/>
                  <a:gd name="connsiteY0" fmla="*/ 0 h 132588"/>
                  <a:gd name="connsiteX1" fmla="*/ 1001268 w 1001268"/>
                  <a:gd name="connsiteY1" fmla="*/ 0 h 132588"/>
                  <a:gd name="connsiteX2" fmla="*/ 1001268 w 1001268"/>
                  <a:gd name="connsiteY2" fmla="*/ 132588 h 132588"/>
                  <a:gd name="connsiteX3" fmla="*/ 66294 w 1001268"/>
                  <a:gd name="connsiteY3" fmla="*/ 132588 h 132588"/>
                  <a:gd name="connsiteX4" fmla="*/ 0 w 1001268"/>
                  <a:gd name="connsiteY4" fmla="*/ 66294 h 132588"/>
                  <a:gd name="connsiteX5" fmla="*/ 66294 w 1001268"/>
                  <a:gd name="connsiteY5" fmla="*/ 0 h 132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1268" h="132588">
                    <a:moveTo>
                      <a:pt x="66294" y="0"/>
                    </a:moveTo>
                    <a:lnTo>
                      <a:pt x="1001268" y="0"/>
                    </a:lnTo>
                    <a:lnTo>
                      <a:pt x="1001268" y="132588"/>
                    </a:lnTo>
                    <a:lnTo>
                      <a:pt x="66294" y="132588"/>
                    </a:lnTo>
                    <a:cubicBezTo>
                      <a:pt x="29681" y="132588"/>
                      <a:pt x="0" y="102907"/>
                      <a:pt x="0" y="66294"/>
                    </a:cubicBezTo>
                    <a:cubicBezTo>
                      <a:pt x="0" y="29681"/>
                      <a:pt x="29681" y="0"/>
                      <a:pt x="66294" y="0"/>
                    </a:cubicBezTo>
                    <a:close/>
                  </a:path>
                </a:pathLst>
              </a:custGeom>
              <a:solidFill>
                <a:srgbClr val="37D5D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56" name="TextBox 31"/>
            <p:cNvSpPr txBox="1"/>
            <p:nvPr/>
          </p:nvSpPr>
          <p:spPr>
            <a:xfrm>
              <a:off x="2189813" y="1265131"/>
              <a:ext cx="759397" cy="4992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US" sz="2400" b="1" dirty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rPr>
                <a:t>30%</a:t>
              </a:r>
              <a:endParaRPr lang="en-US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endParaRPr>
            </a:p>
          </p:txBody>
        </p:sp>
      </p:grpSp>
      <p:sp>
        <p:nvSpPr>
          <p:cNvPr id="175" name="CaixaDeTexto 174"/>
          <p:cNvSpPr txBox="1"/>
          <p:nvPr/>
        </p:nvSpPr>
        <p:spPr>
          <a:xfrm>
            <a:off x="6797840" y="4000441"/>
            <a:ext cx="2861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Desenho da Solução</a:t>
            </a:r>
            <a:endParaRPr lang="pt-BR" dirty="0"/>
          </a:p>
        </p:txBody>
      </p:sp>
      <p:sp>
        <p:nvSpPr>
          <p:cNvPr id="176" name="CaixaDeTexto 175"/>
          <p:cNvSpPr txBox="1"/>
          <p:nvPr/>
        </p:nvSpPr>
        <p:spPr>
          <a:xfrm>
            <a:off x="6889917" y="5023778"/>
            <a:ext cx="2659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Desenho da Solução</a:t>
            </a:r>
            <a:endParaRPr lang="pt-BR" dirty="0"/>
          </a:p>
        </p:txBody>
      </p:sp>
      <p:grpSp>
        <p:nvGrpSpPr>
          <p:cNvPr id="69" name="Grupo 68"/>
          <p:cNvGrpSpPr/>
          <p:nvPr/>
        </p:nvGrpSpPr>
        <p:grpSpPr>
          <a:xfrm>
            <a:off x="184517" y="5815065"/>
            <a:ext cx="11795097" cy="807249"/>
            <a:chOff x="184517" y="3713800"/>
            <a:chExt cx="11795097" cy="807249"/>
          </a:xfrm>
        </p:grpSpPr>
        <p:sp>
          <p:nvSpPr>
            <p:cNvPr id="70" name="TextBox 10"/>
            <p:cNvSpPr txBox="1"/>
            <p:nvPr/>
          </p:nvSpPr>
          <p:spPr>
            <a:xfrm>
              <a:off x="184517" y="3871716"/>
              <a:ext cx="12627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 err="1"/>
                <a:t>Estatístisca</a:t>
              </a:r>
              <a:r>
                <a:rPr kumimoji="0" lang="en-US" b="0" i="0" u="none" strike="noStrike" kern="1200" cap="none" spc="0" normalizeH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+ ECC</a:t>
              </a:r>
              <a:endPara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Rounded Rectangle 4"/>
            <p:cNvSpPr/>
            <p:nvPr/>
          </p:nvSpPr>
          <p:spPr>
            <a:xfrm>
              <a:off x="6771247" y="3745603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Rounded Rectangle 4"/>
            <p:cNvSpPr/>
            <p:nvPr/>
          </p:nvSpPr>
          <p:spPr>
            <a:xfrm>
              <a:off x="9759602" y="3745603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CaixaDeTexto 72"/>
            <p:cNvSpPr txBox="1"/>
            <p:nvPr/>
          </p:nvSpPr>
          <p:spPr>
            <a:xfrm>
              <a:off x="9931901" y="3933904"/>
              <a:ext cx="178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Set/15</a:t>
              </a:r>
              <a:endParaRPr lang="pt-BR" dirty="0"/>
            </a:p>
          </p:txBody>
        </p:sp>
        <p:grpSp>
          <p:nvGrpSpPr>
            <p:cNvPr id="74" name="Group 1"/>
            <p:cNvGrpSpPr/>
            <p:nvPr/>
          </p:nvGrpSpPr>
          <p:grpSpPr>
            <a:xfrm>
              <a:off x="1486822" y="3713800"/>
              <a:ext cx="5181600" cy="793510"/>
              <a:chOff x="1981200" y="1054997"/>
              <a:chExt cx="5181600" cy="858139"/>
            </a:xfrm>
          </p:grpSpPr>
          <p:grpSp>
            <p:nvGrpSpPr>
              <p:cNvPr id="76" name="Group 14"/>
              <p:cNvGrpSpPr/>
              <p:nvPr/>
            </p:nvGrpSpPr>
            <p:grpSpPr>
              <a:xfrm>
                <a:off x="1981200" y="1054997"/>
                <a:ext cx="5181600" cy="858139"/>
                <a:chOff x="1981200" y="1054997"/>
                <a:chExt cx="5181600" cy="858139"/>
              </a:xfrm>
            </p:grpSpPr>
            <p:sp>
              <p:nvSpPr>
                <p:cNvPr id="78" name="Rounded Rectangle 4"/>
                <p:cNvSpPr/>
                <p:nvPr/>
              </p:nvSpPr>
              <p:spPr>
                <a:xfrm>
                  <a:off x="1981200" y="1054997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ounded Rectangle 6"/>
                <p:cNvSpPr/>
                <p:nvPr/>
              </p:nvSpPr>
              <p:spPr>
                <a:xfrm>
                  <a:off x="2135176" y="1207512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37D5DD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ounded Rectangle 7"/>
                <p:cNvSpPr/>
                <p:nvPr/>
              </p:nvSpPr>
              <p:spPr>
                <a:xfrm>
                  <a:off x="3197418" y="1399813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 10"/>
                <p:cNvSpPr/>
                <p:nvPr/>
              </p:nvSpPr>
              <p:spPr>
                <a:xfrm>
                  <a:off x="3197416" y="1399813"/>
                  <a:ext cx="1141200" cy="192301"/>
                </a:xfrm>
                <a:custGeom>
                  <a:avLst/>
                  <a:gdLst>
                    <a:gd name="connsiteX0" fmla="*/ 66294 w 1001268"/>
                    <a:gd name="connsiteY0" fmla="*/ 0 h 132588"/>
                    <a:gd name="connsiteX1" fmla="*/ 1001268 w 1001268"/>
                    <a:gd name="connsiteY1" fmla="*/ 0 h 132588"/>
                    <a:gd name="connsiteX2" fmla="*/ 1001268 w 1001268"/>
                    <a:gd name="connsiteY2" fmla="*/ 132588 h 132588"/>
                    <a:gd name="connsiteX3" fmla="*/ 66294 w 1001268"/>
                    <a:gd name="connsiteY3" fmla="*/ 132588 h 132588"/>
                    <a:gd name="connsiteX4" fmla="*/ 0 w 1001268"/>
                    <a:gd name="connsiteY4" fmla="*/ 66294 h 132588"/>
                    <a:gd name="connsiteX5" fmla="*/ 66294 w 1001268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1268" h="132588">
                      <a:moveTo>
                        <a:pt x="66294" y="0"/>
                      </a:moveTo>
                      <a:lnTo>
                        <a:pt x="1001268" y="0"/>
                      </a:lnTo>
                      <a:lnTo>
                        <a:pt x="1001268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37D5DD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7" name="TextBox 31"/>
              <p:cNvSpPr txBox="1"/>
              <p:nvPr/>
            </p:nvSpPr>
            <p:spPr>
              <a:xfrm>
                <a:off x="2189813" y="1265131"/>
                <a:ext cx="759397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30%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gency FB" panose="020B0503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5" name="CaixaDeTexto 74"/>
            <p:cNvSpPr txBox="1"/>
            <p:nvPr/>
          </p:nvSpPr>
          <p:spPr>
            <a:xfrm>
              <a:off x="6797841" y="4000441"/>
              <a:ext cx="26595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Desenho de Solução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37796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Arquitetura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9" name="TextBox 31"/>
          <p:cNvSpPr txBox="1"/>
          <p:nvPr/>
        </p:nvSpPr>
        <p:spPr>
          <a:xfrm>
            <a:off x="1616241" y="107787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0" name="TextBox 31"/>
          <p:cNvSpPr txBox="1"/>
          <p:nvPr/>
        </p:nvSpPr>
        <p:spPr>
          <a:xfrm>
            <a:off x="7351293" y="1048951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1" name="TextBox 31"/>
          <p:cNvSpPr txBox="1"/>
          <p:nvPr/>
        </p:nvSpPr>
        <p:spPr>
          <a:xfrm>
            <a:off x="10118441" y="1021956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80" name="TextBox 10"/>
          <p:cNvSpPr txBox="1"/>
          <p:nvPr/>
        </p:nvSpPr>
        <p:spPr>
          <a:xfrm>
            <a:off x="595210" y="2908900"/>
            <a:ext cx="494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API</a:t>
            </a:r>
          </a:p>
        </p:txBody>
      </p:sp>
      <p:sp>
        <p:nvSpPr>
          <p:cNvPr id="82" name="TextBox 10"/>
          <p:cNvSpPr txBox="1"/>
          <p:nvPr/>
        </p:nvSpPr>
        <p:spPr>
          <a:xfrm>
            <a:off x="397271" y="1782475"/>
            <a:ext cx="889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lvl1pPr>
          </a:lstStyle>
          <a:p>
            <a:r>
              <a:rPr lang="en-US" dirty="0"/>
              <a:t>SAP AIF</a:t>
            </a:r>
          </a:p>
        </p:txBody>
      </p:sp>
      <p:grpSp>
        <p:nvGrpSpPr>
          <p:cNvPr id="83" name="Group 1"/>
          <p:cNvGrpSpPr/>
          <p:nvPr/>
        </p:nvGrpSpPr>
        <p:grpSpPr>
          <a:xfrm>
            <a:off x="1459828" y="1588167"/>
            <a:ext cx="5181600" cy="793510"/>
            <a:chOff x="1981200" y="1054997"/>
            <a:chExt cx="5181600" cy="858139"/>
          </a:xfrm>
        </p:grpSpPr>
        <p:grpSp>
          <p:nvGrpSpPr>
            <p:cNvPr id="84" name="Group 14"/>
            <p:cNvGrpSpPr/>
            <p:nvPr/>
          </p:nvGrpSpPr>
          <p:grpSpPr>
            <a:xfrm>
              <a:off x="1981200" y="1054997"/>
              <a:ext cx="5181600" cy="858139"/>
              <a:chOff x="1981200" y="1054997"/>
              <a:chExt cx="5181600" cy="858139"/>
            </a:xfrm>
          </p:grpSpPr>
          <p:sp>
            <p:nvSpPr>
              <p:cNvPr id="86" name="Rounded Rectangle 4"/>
              <p:cNvSpPr/>
              <p:nvPr/>
            </p:nvSpPr>
            <p:spPr>
              <a:xfrm>
                <a:off x="1981200" y="1054997"/>
                <a:ext cx="5181600" cy="858139"/>
              </a:xfrm>
              <a:prstGeom prst="roundRect">
                <a:avLst>
                  <a:gd name="adj" fmla="val 7394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7" name="Rounded Rectangle 6"/>
              <p:cNvSpPr/>
              <p:nvPr/>
            </p:nvSpPr>
            <p:spPr>
              <a:xfrm>
                <a:off x="2135176" y="1207512"/>
                <a:ext cx="868670" cy="576903"/>
              </a:xfrm>
              <a:prstGeom prst="roundRect">
                <a:avLst>
                  <a:gd name="adj" fmla="val 13219"/>
                </a:avLst>
              </a:prstGeom>
              <a:solidFill>
                <a:srgbClr val="37D5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8" name="Rounded Rectangle 7"/>
              <p:cNvSpPr/>
              <p:nvPr/>
            </p:nvSpPr>
            <p:spPr>
              <a:xfrm>
                <a:off x="3197418" y="1399813"/>
                <a:ext cx="3806236" cy="19230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9" name="Freeform 10"/>
              <p:cNvSpPr/>
              <p:nvPr/>
            </p:nvSpPr>
            <p:spPr>
              <a:xfrm>
                <a:off x="3197416" y="1399813"/>
                <a:ext cx="1141200" cy="192301"/>
              </a:xfrm>
              <a:custGeom>
                <a:avLst/>
                <a:gdLst>
                  <a:gd name="connsiteX0" fmla="*/ 66294 w 1001268"/>
                  <a:gd name="connsiteY0" fmla="*/ 0 h 132588"/>
                  <a:gd name="connsiteX1" fmla="*/ 1001268 w 1001268"/>
                  <a:gd name="connsiteY1" fmla="*/ 0 h 132588"/>
                  <a:gd name="connsiteX2" fmla="*/ 1001268 w 1001268"/>
                  <a:gd name="connsiteY2" fmla="*/ 132588 h 132588"/>
                  <a:gd name="connsiteX3" fmla="*/ 66294 w 1001268"/>
                  <a:gd name="connsiteY3" fmla="*/ 132588 h 132588"/>
                  <a:gd name="connsiteX4" fmla="*/ 0 w 1001268"/>
                  <a:gd name="connsiteY4" fmla="*/ 66294 h 132588"/>
                  <a:gd name="connsiteX5" fmla="*/ 66294 w 1001268"/>
                  <a:gd name="connsiteY5" fmla="*/ 0 h 132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1268" h="132588">
                    <a:moveTo>
                      <a:pt x="66294" y="0"/>
                    </a:moveTo>
                    <a:lnTo>
                      <a:pt x="1001268" y="0"/>
                    </a:lnTo>
                    <a:lnTo>
                      <a:pt x="1001268" y="132588"/>
                    </a:lnTo>
                    <a:lnTo>
                      <a:pt x="66294" y="132588"/>
                    </a:lnTo>
                    <a:cubicBezTo>
                      <a:pt x="29681" y="132588"/>
                      <a:pt x="0" y="102907"/>
                      <a:pt x="0" y="66294"/>
                    </a:cubicBezTo>
                    <a:cubicBezTo>
                      <a:pt x="0" y="29681"/>
                      <a:pt x="29681" y="0"/>
                      <a:pt x="66294" y="0"/>
                    </a:cubicBezTo>
                    <a:close/>
                  </a:path>
                </a:pathLst>
              </a:custGeom>
              <a:solidFill>
                <a:srgbClr val="37D5D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5" name="TextBox 31"/>
            <p:cNvSpPr txBox="1"/>
            <p:nvPr/>
          </p:nvSpPr>
          <p:spPr>
            <a:xfrm>
              <a:off x="2189813" y="1265131"/>
              <a:ext cx="759397" cy="4992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rPr>
                <a:t>30</a:t>
              </a:r>
              <a:r>
                <a:rPr lang="en-US" sz="2400" b="1" noProof="0" dirty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rPr>
                <a:t>%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20" name="Rounded Rectangle 4"/>
          <p:cNvSpPr/>
          <p:nvPr/>
        </p:nvSpPr>
        <p:spPr>
          <a:xfrm>
            <a:off x="6771247" y="1588166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Rounded Rectangle 4"/>
          <p:cNvSpPr/>
          <p:nvPr/>
        </p:nvSpPr>
        <p:spPr>
          <a:xfrm>
            <a:off x="9759602" y="1588166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ounded Rectangle 4"/>
          <p:cNvSpPr/>
          <p:nvPr/>
        </p:nvSpPr>
        <p:spPr>
          <a:xfrm>
            <a:off x="6771247" y="2622703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9759602" y="2622703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CaixaDeTexto 129"/>
          <p:cNvSpPr txBox="1"/>
          <p:nvPr/>
        </p:nvSpPr>
        <p:spPr>
          <a:xfrm>
            <a:off x="6843529" y="1782475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Em execução</a:t>
            </a:r>
            <a:endParaRPr lang="pt-BR" dirty="0"/>
          </a:p>
        </p:txBody>
      </p:sp>
      <p:sp>
        <p:nvSpPr>
          <p:cNvPr id="131" name="CaixaDeTexto 130"/>
          <p:cNvSpPr txBox="1"/>
          <p:nvPr/>
        </p:nvSpPr>
        <p:spPr>
          <a:xfrm>
            <a:off x="9931901" y="177646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Jan/16</a:t>
            </a:r>
            <a:endParaRPr lang="pt-BR" dirty="0"/>
          </a:p>
        </p:txBody>
      </p:sp>
      <p:sp>
        <p:nvSpPr>
          <p:cNvPr id="132" name="CaixaDeTexto 131"/>
          <p:cNvSpPr txBox="1"/>
          <p:nvPr/>
        </p:nvSpPr>
        <p:spPr>
          <a:xfrm>
            <a:off x="6889496" y="2675676"/>
            <a:ext cx="2659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Desenho de solução/Busca CN</a:t>
            </a:r>
            <a:endParaRPr lang="pt-BR" dirty="0"/>
          </a:p>
        </p:txBody>
      </p:sp>
      <p:sp>
        <p:nvSpPr>
          <p:cNvPr id="133" name="CaixaDeTexto 132"/>
          <p:cNvSpPr txBox="1"/>
          <p:nvPr/>
        </p:nvSpPr>
        <p:spPr>
          <a:xfrm>
            <a:off x="9931901" y="2825760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Dez/15</a:t>
            </a:r>
            <a:endParaRPr lang="pt-BR" dirty="0"/>
          </a:p>
        </p:txBody>
      </p:sp>
      <p:grpSp>
        <p:nvGrpSpPr>
          <p:cNvPr id="140" name="Group 1"/>
          <p:cNvGrpSpPr/>
          <p:nvPr/>
        </p:nvGrpSpPr>
        <p:grpSpPr>
          <a:xfrm>
            <a:off x="1465304" y="2666034"/>
            <a:ext cx="5181600" cy="793510"/>
            <a:chOff x="1981200" y="1054997"/>
            <a:chExt cx="5181600" cy="858139"/>
          </a:xfrm>
        </p:grpSpPr>
        <p:grpSp>
          <p:nvGrpSpPr>
            <p:cNvPr id="141" name="Group 14"/>
            <p:cNvGrpSpPr/>
            <p:nvPr/>
          </p:nvGrpSpPr>
          <p:grpSpPr>
            <a:xfrm>
              <a:off x="1981200" y="1054997"/>
              <a:ext cx="5181600" cy="858139"/>
              <a:chOff x="1981200" y="1054997"/>
              <a:chExt cx="5181600" cy="858139"/>
            </a:xfrm>
          </p:grpSpPr>
          <p:sp>
            <p:nvSpPr>
              <p:cNvPr id="143" name="Rounded Rectangle 4"/>
              <p:cNvSpPr/>
              <p:nvPr/>
            </p:nvSpPr>
            <p:spPr>
              <a:xfrm>
                <a:off x="1981200" y="1054997"/>
                <a:ext cx="5181600" cy="858139"/>
              </a:xfrm>
              <a:prstGeom prst="roundRect">
                <a:avLst>
                  <a:gd name="adj" fmla="val 7394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4" name="Rounded Rectangle 6"/>
              <p:cNvSpPr/>
              <p:nvPr/>
            </p:nvSpPr>
            <p:spPr>
              <a:xfrm>
                <a:off x="2135176" y="1207512"/>
                <a:ext cx="868670" cy="576903"/>
              </a:xfrm>
              <a:prstGeom prst="roundRect">
                <a:avLst>
                  <a:gd name="adj" fmla="val 13219"/>
                </a:avLst>
              </a:prstGeom>
              <a:solidFill>
                <a:srgbClr val="37D5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5" name="Rounded Rectangle 7"/>
              <p:cNvSpPr/>
              <p:nvPr/>
            </p:nvSpPr>
            <p:spPr>
              <a:xfrm>
                <a:off x="3197418" y="1399813"/>
                <a:ext cx="3806236" cy="19230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6" name="Freeform 10"/>
              <p:cNvSpPr/>
              <p:nvPr/>
            </p:nvSpPr>
            <p:spPr>
              <a:xfrm>
                <a:off x="3197416" y="1399813"/>
                <a:ext cx="378000" cy="192301"/>
              </a:xfrm>
              <a:custGeom>
                <a:avLst/>
                <a:gdLst>
                  <a:gd name="connsiteX0" fmla="*/ 66294 w 1001268"/>
                  <a:gd name="connsiteY0" fmla="*/ 0 h 132588"/>
                  <a:gd name="connsiteX1" fmla="*/ 1001268 w 1001268"/>
                  <a:gd name="connsiteY1" fmla="*/ 0 h 132588"/>
                  <a:gd name="connsiteX2" fmla="*/ 1001268 w 1001268"/>
                  <a:gd name="connsiteY2" fmla="*/ 132588 h 132588"/>
                  <a:gd name="connsiteX3" fmla="*/ 66294 w 1001268"/>
                  <a:gd name="connsiteY3" fmla="*/ 132588 h 132588"/>
                  <a:gd name="connsiteX4" fmla="*/ 0 w 1001268"/>
                  <a:gd name="connsiteY4" fmla="*/ 66294 h 132588"/>
                  <a:gd name="connsiteX5" fmla="*/ 66294 w 1001268"/>
                  <a:gd name="connsiteY5" fmla="*/ 0 h 132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1268" h="132588">
                    <a:moveTo>
                      <a:pt x="66294" y="0"/>
                    </a:moveTo>
                    <a:lnTo>
                      <a:pt x="1001268" y="0"/>
                    </a:lnTo>
                    <a:lnTo>
                      <a:pt x="1001268" y="132588"/>
                    </a:lnTo>
                    <a:lnTo>
                      <a:pt x="66294" y="132588"/>
                    </a:lnTo>
                    <a:cubicBezTo>
                      <a:pt x="29681" y="132588"/>
                      <a:pt x="0" y="102907"/>
                      <a:pt x="0" y="66294"/>
                    </a:cubicBezTo>
                    <a:cubicBezTo>
                      <a:pt x="0" y="29681"/>
                      <a:pt x="29681" y="0"/>
                      <a:pt x="66294" y="0"/>
                    </a:cubicBezTo>
                    <a:close/>
                  </a:path>
                </a:pathLst>
              </a:custGeom>
              <a:solidFill>
                <a:srgbClr val="37D5D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2" name="TextBox 31"/>
            <p:cNvSpPr txBox="1"/>
            <p:nvPr/>
          </p:nvSpPr>
          <p:spPr>
            <a:xfrm>
              <a:off x="2189813" y="1265131"/>
              <a:ext cx="759397" cy="4992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rPr>
                <a:t>10%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6" name="Grupo 55"/>
          <p:cNvGrpSpPr/>
          <p:nvPr/>
        </p:nvGrpSpPr>
        <p:grpSpPr>
          <a:xfrm>
            <a:off x="400062" y="3716996"/>
            <a:ext cx="11579552" cy="793510"/>
            <a:chOff x="400062" y="5928007"/>
            <a:chExt cx="11579552" cy="793510"/>
          </a:xfrm>
        </p:grpSpPr>
        <p:sp>
          <p:nvSpPr>
            <p:cNvPr id="57" name="TextBox 10"/>
            <p:cNvSpPr txBox="1"/>
            <p:nvPr/>
          </p:nvSpPr>
          <p:spPr>
            <a:xfrm>
              <a:off x="400062" y="6047215"/>
              <a:ext cx="884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/>
                <a:t>Archive</a:t>
              </a:r>
            </a:p>
          </p:txBody>
        </p:sp>
        <p:sp>
          <p:nvSpPr>
            <p:cNvPr id="58" name="Rounded Rectangle 4"/>
            <p:cNvSpPr/>
            <p:nvPr/>
          </p:nvSpPr>
          <p:spPr>
            <a:xfrm>
              <a:off x="6771247" y="5940457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Rounded Rectangle 4"/>
            <p:cNvSpPr/>
            <p:nvPr/>
          </p:nvSpPr>
          <p:spPr>
            <a:xfrm>
              <a:off x="9759602" y="5940457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CaixaDeTexto 62"/>
            <p:cNvSpPr txBox="1"/>
            <p:nvPr/>
          </p:nvSpPr>
          <p:spPr>
            <a:xfrm>
              <a:off x="9931901" y="6018352"/>
              <a:ext cx="178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Mar/16</a:t>
              </a:r>
              <a:endParaRPr lang="pt-BR" dirty="0"/>
            </a:p>
          </p:txBody>
        </p:sp>
        <p:grpSp>
          <p:nvGrpSpPr>
            <p:cNvPr id="64" name="Group 1"/>
            <p:cNvGrpSpPr/>
            <p:nvPr/>
          </p:nvGrpSpPr>
          <p:grpSpPr>
            <a:xfrm>
              <a:off x="1465690" y="5928007"/>
              <a:ext cx="5181600" cy="793510"/>
              <a:chOff x="1981200" y="1054997"/>
              <a:chExt cx="5181600" cy="858139"/>
            </a:xfrm>
          </p:grpSpPr>
          <p:grpSp>
            <p:nvGrpSpPr>
              <p:cNvPr id="66" name="Group 14"/>
              <p:cNvGrpSpPr/>
              <p:nvPr/>
            </p:nvGrpSpPr>
            <p:grpSpPr>
              <a:xfrm>
                <a:off x="1981200" y="1054997"/>
                <a:ext cx="5181600" cy="858139"/>
                <a:chOff x="1981200" y="1054997"/>
                <a:chExt cx="5181600" cy="858139"/>
              </a:xfrm>
            </p:grpSpPr>
            <p:sp>
              <p:nvSpPr>
                <p:cNvPr id="68" name="Rounded Rectangle 4"/>
                <p:cNvSpPr/>
                <p:nvPr/>
              </p:nvSpPr>
              <p:spPr>
                <a:xfrm>
                  <a:off x="1981200" y="1054997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ounded Rectangle 6"/>
                <p:cNvSpPr/>
                <p:nvPr/>
              </p:nvSpPr>
              <p:spPr>
                <a:xfrm>
                  <a:off x="2135176" y="1207512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37D5DD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ounded Rectangle 7"/>
                <p:cNvSpPr/>
                <p:nvPr/>
              </p:nvSpPr>
              <p:spPr>
                <a:xfrm>
                  <a:off x="3197418" y="1399813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Freeform 10"/>
                <p:cNvSpPr/>
                <p:nvPr/>
              </p:nvSpPr>
              <p:spPr>
                <a:xfrm>
                  <a:off x="3197416" y="1399813"/>
                  <a:ext cx="486000" cy="192301"/>
                </a:xfrm>
                <a:custGeom>
                  <a:avLst/>
                  <a:gdLst>
                    <a:gd name="connsiteX0" fmla="*/ 66294 w 1001268"/>
                    <a:gd name="connsiteY0" fmla="*/ 0 h 132588"/>
                    <a:gd name="connsiteX1" fmla="*/ 1001268 w 1001268"/>
                    <a:gd name="connsiteY1" fmla="*/ 0 h 132588"/>
                    <a:gd name="connsiteX2" fmla="*/ 1001268 w 1001268"/>
                    <a:gd name="connsiteY2" fmla="*/ 132588 h 132588"/>
                    <a:gd name="connsiteX3" fmla="*/ 66294 w 1001268"/>
                    <a:gd name="connsiteY3" fmla="*/ 132588 h 132588"/>
                    <a:gd name="connsiteX4" fmla="*/ 0 w 1001268"/>
                    <a:gd name="connsiteY4" fmla="*/ 66294 h 132588"/>
                    <a:gd name="connsiteX5" fmla="*/ 66294 w 1001268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1268" h="132588">
                      <a:moveTo>
                        <a:pt x="66294" y="0"/>
                      </a:moveTo>
                      <a:lnTo>
                        <a:pt x="1001268" y="0"/>
                      </a:lnTo>
                      <a:lnTo>
                        <a:pt x="1001268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37D5DD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7" name="TextBox 31"/>
              <p:cNvSpPr txBox="1"/>
              <p:nvPr/>
            </p:nvSpPr>
            <p:spPr>
              <a:xfrm>
                <a:off x="2189813" y="1265131"/>
                <a:ext cx="759397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15%</a:t>
                </a:r>
                <a:endParaRPr lang="en-US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65" name="CaixaDeTexto 64"/>
            <p:cNvSpPr txBox="1"/>
            <p:nvPr/>
          </p:nvSpPr>
          <p:spPr>
            <a:xfrm>
              <a:off x="6885470" y="6168481"/>
              <a:ext cx="26595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Em execução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80581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179" name="Rounded Rectangle 110"/>
          <p:cNvSpPr/>
          <p:nvPr/>
        </p:nvSpPr>
        <p:spPr>
          <a:xfrm rot="5400000">
            <a:off x="1259256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A0D5EA"/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180" name="Rectangle 111"/>
          <p:cNvSpPr/>
          <p:nvPr/>
        </p:nvSpPr>
        <p:spPr>
          <a:xfrm>
            <a:off x="1494975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Referência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As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Pace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Futura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movimentos para 2015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Movimentos para 2016</a:t>
            </a:r>
          </a:p>
        </p:txBody>
      </p:sp>
      <p:sp>
        <p:nvSpPr>
          <p:cNvPr id="177" name="Oval 3"/>
          <p:cNvSpPr/>
          <p:nvPr/>
        </p:nvSpPr>
        <p:spPr>
          <a:xfrm rot="21238514">
            <a:off x="202570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8" name="Oval 3"/>
          <p:cNvSpPr/>
          <p:nvPr/>
        </p:nvSpPr>
        <p:spPr>
          <a:xfrm>
            <a:off x="291655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35A5D2">
                  <a:lumMod val="60000"/>
                  <a:lumOff val="40000"/>
                </a:srgbClr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176" name="Oval 6"/>
          <p:cNvSpPr/>
          <p:nvPr/>
        </p:nvSpPr>
        <p:spPr>
          <a:xfrm>
            <a:off x="395256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372" name="Rectangle 108"/>
          <p:cNvSpPr/>
          <p:nvPr/>
        </p:nvSpPr>
        <p:spPr>
          <a:xfrm>
            <a:off x="1748772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Arquitetura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23" name="Rounded Rectangle 110"/>
          <p:cNvSpPr/>
          <p:nvPr/>
        </p:nvSpPr>
        <p:spPr>
          <a:xfrm rot="5400000">
            <a:off x="5201074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DE3A1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24" name="Rectangle 111"/>
          <p:cNvSpPr/>
          <p:nvPr/>
        </p:nvSpPr>
        <p:spPr>
          <a:xfrm>
            <a:off x="5436793" y="2007881"/>
            <a:ext cx="25500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desenvolvimento de aplicação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Projetos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</p:txBody>
      </p:sp>
      <p:sp>
        <p:nvSpPr>
          <p:cNvPr id="421" name="Oval 3"/>
          <p:cNvSpPr/>
          <p:nvPr/>
        </p:nvSpPr>
        <p:spPr>
          <a:xfrm rot="21238514">
            <a:off x="4144388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2" name="Oval 3"/>
          <p:cNvSpPr/>
          <p:nvPr/>
        </p:nvSpPr>
        <p:spPr>
          <a:xfrm>
            <a:off x="4233473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BD168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20" name="Oval 6"/>
          <p:cNvSpPr/>
          <p:nvPr/>
        </p:nvSpPr>
        <p:spPr>
          <a:xfrm>
            <a:off x="4337074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00" name="Rectangle 108"/>
          <p:cNvSpPr/>
          <p:nvPr/>
        </p:nvSpPr>
        <p:spPr>
          <a:xfrm>
            <a:off x="5690590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Forma de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Atuação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50" name="Rounded Rectangle 110"/>
          <p:cNvSpPr/>
          <p:nvPr/>
        </p:nvSpPr>
        <p:spPr>
          <a:xfrm rot="5400000">
            <a:off x="9142893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AC6B4"/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51" name="Rectangle 111"/>
          <p:cNvSpPr/>
          <p:nvPr/>
        </p:nvSpPr>
        <p:spPr>
          <a:xfrm>
            <a:off x="9378612" y="2007881"/>
            <a:ext cx="2550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Sustentação – Situação Atual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testes (fábrica, ferramenta, abordagens,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49" name="Oval 3"/>
          <p:cNvSpPr/>
          <p:nvPr/>
        </p:nvSpPr>
        <p:spPr>
          <a:xfrm>
            <a:off x="8175292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47" name="Oval 6"/>
          <p:cNvSpPr/>
          <p:nvPr/>
        </p:nvSpPr>
        <p:spPr>
          <a:xfrm>
            <a:off x="8278893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7" name="Rectangle 108"/>
          <p:cNvSpPr/>
          <p:nvPr/>
        </p:nvSpPr>
        <p:spPr>
          <a:xfrm>
            <a:off x="9632409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Qualidade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77" name="Rounded Rectangle 110"/>
          <p:cNvSpPr/>
          <p:nvPr/>
        </p:nvSpPr>
        <p:spPr>
          <a:xfrm rot="5400000">
            <a:off x="1259256" y="3284382"/>
            <a:ext cx="1821522" cy="3557056"/>
          </a:xfrm>
          <a:prstGeom prst="roundRect">
            <a:avLst>
              <a:gd name="adj" fmla="val 7102"/>
            </a:avLst>
          </a:prstGeom>
          <a:gradFill flip="none" rotWithShape="1">
            <a:gsLst>
              <a:gs pos="0">
                <a:srgbClr val="EC9EC5"/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78" name="Rectangle 111"/>
          <p:cNvSpPr/>
          <p:nvPr/>
        </p:nvSpPr>
        <p:spPr>
          <a:xfrm>
            <a:off x="1494975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– Evolução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- Sustentação</a:t>
            </a:r>
          </a:p>
        </p:txBody>
      </p:sp>
      <p:sp>
        <p:nvSpPr>
          <p:cNvPr id="475" name="Oval 3"/>
          <p:cNvSpPr/>
          <p:nvPr/>
        </p:nvSpPr>
        <p:spPr>
          <a:xfrm rot="21238514">
            <a:off x="202570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76" name="Oval 3"/>
          <p:cNvSpPr/>
          <p:nvPr/>
        </p:nvSpPr>
        <p:spPr>
          <a:xfrm>
            <a:off x="291655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74" name="Oval 6"/>
          <p:cNvSpPr/>
          <p:nvPr/>
        </p:nvSpPr>
        <p:spPr>
          <a:xfrm>
            <a:off x="395256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54" name="Rectangle 108"/>
          <p:cNvSpPr/>
          <p:nvPr/>
        </p:nvSpPr>
        <p:spPr>
          <a:xfrm>
            <a:off x="1748772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Sourcing</a:t>
            </a:r>
          </a:p>
        </p:txBody>
      </p:sp>
      <p:sp>
        <p:nvSpPr>
          <p:cNvPr id="504" name="Rounded Rectangle 110"/>
          <p:cNvSpPr/>
          <p:nvPr/>
        </p:nvSpPr>
        <p:spPr>
          <a:xfrm rot="5400000">
            <a:off x="5201074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61BFFF"/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05" name="Rectangle 111"/>
          <p:cNvSpPr/>
          <p:nvPr/>
        </p:nvSpPr>
        <p:spPr>
          <a:xfrm>
            <a:off x="5436793" y="4664488"/>
            <a:ext cx="25500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Atuação DA Projetos X Sustentação X 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Implantação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" name="Oval 3"/>
          <p:cNvSpPr/>
          <p:nvPr/>
        </p:nvSpPr>
        <p:spPr>
          <a:xfrm rot="21238514">
            <a:off x="4144388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3" name="Oval 3"/>
          <p:cNvSpPr/>
          <p:nvPr/>
        </p:nvSpPr>
        <p:spPr>
          <a:xfrm>
            <a:off x="4233473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01" name="Oval 6"/>
          <p:cNvSpPr/>
          <p:nvPr/>
        </p:nvSpPr>
        <p:spPr>
          <a:xfrm>
            <a:off x="4337074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81" name="Rectangle 108"/>
          <p:cNvSpPr/>
          <p:nvPr/>
        </p:nvSpPr>
        <p:spPr>
          <a:xfrm>
            <a:off x="5690590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Gestão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531" name="Rounded Rectangle 110"/>
          <p:cNvSpPr/>
          <p:nvPr/>
        </p:nvSpPr>
        <p:spPr>
          <a:xfrm rot="5400000">
            <a:off x="9142893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B1D9AF"/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32" name="Rectangle 111"/>
          <p:cNvSpPr/>
          <p:nvPr/>
        </p:nvSpPr>
        <p:spPr>
          <a:xfrm>
            <a:off x="9378612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 Estrutura Organizacional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Clusterização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Papéis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Equipe Engajada</a:t>
            </a:r>
          </a:p>
        </p:txBody>
      </p:sp>
      <p:sp>
        <p:nvSpPr>
          <p:cNvPr id="529" name="Oval 3"/>
          <p:cNvSpPr/>
          <p:nvPr/>
        </p:nvSpPr>
        <p:spPr>
          <a:xfrm rot="21238514">
            <a:off x="8086207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30" name="Oval 3"/>
          <p:cNvSpPr/>
          <p:nvPr/>
        </p:nvSpPr>
        <p:spPr>
          <a:xfrm>
            <a:off x="8175292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28" name="Oval 6"/>
          <p:cNvSpPr/>
          <p:nvPr/>
        </p:nvSpPr>
        <p:spPr>
          <a:xfrm>
            <a:off x="8278893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8" name="Rectangle 108"/>
          <p:cNvSpPr/>
          <p:nvPr/>
        </p:nvSpPr>
        <p:spPr>
          <a:xfrm>
            <a:off x="9632409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Pessoas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7035" y="4031022"/>
            <a:ext cx="955131" cy="76557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532" y="4126722"/>
            <a:ext cx="811860" cy="6765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878" y="1441363"/>
            <a:ext cx="705444" cy="7054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715" y="1494618"/>
            <a:ext cx="814483" cy="58673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810" y="1446403"/>
            <a:ext cx="649097" cy="70318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036" y="4203878"/>
            <a:ext cx="863848" cy="493627"/>
          </a:xfrm>
          <a:prstGeom prst="rect">
            <a:avLst/>
          </a:prstGeom>
        </p:spPr>
      </p:pic>
      <p:grpSp>
        <p:nvGrpSpPr>
          <p:cNvPr id="46" name="Group 17"/>
          <p:cNvGrpSpPr/>
          <p:nvPr/>
        </p:nvGrpSpPr>
        <p:grpSpPr>
          <a:xfrm rot="20982921">
            <a:off x="3836586" y="-218255"/>
            <a:ext cx="5898587" cy="6370917"/>
            <a:chOff x="2096675" y="2151531"/>
            <a:chExt cx="3320213" cy="3650616"/>
          </a:xfrm>
        </p:grpSpPr>
        <p:grpSp>
          <p:nvGrpSpPr>
            <p:cNvPr id="47" name="Group 18"/>
            <p:cNvGrpSpPr/>
            <p:nvPr/>
          </p:nvGrpSpPr>
          <p:grpSpPr>
            <a:xfrm rot="917479">
              <a:off x="3974404" y="4617145"/>
              <a:ext cx="1442484" cy="1185002"/>
              <a:chOff x="4865732" y="4818670"/>
              <a:chExt cx="2275476" cy="1869308"/>
            </a:xfrm>
          </p:grpSpPr>
          <p:sp>
            <p:nvSpPr>
              <p:cNvPr id="56" name="Rounded Rectangle 7"/>
              <p:cNvSpPr/>
              <p:nvPr/>
            </p:nvSpPr>
            <p:spPr>
              <a:xfrm rot="2330230">
                <a:off x="4865732" y="4818670"/>
                <a:ext cx="350135" cy="308370"/>
              </a:xfrm>
              <a:custGeom>
                <a:avLst/>
                <a:gdLst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281612 w 331456"/>
                  <a:gd name="connsiteY5" fmla="*/ 299057 h 299057"/>
                  <a:gd name="connsiteX6" fmla="*/ 49844 w 331456"/>
                  <a:gd name="connsiteY6" fmla="*/ 299057 h 299057"/>
                  <a:gd name="connsiteX7" fmla="*/ 0 w 331456"/>
                  <a:gd name="connsiteY7" fmla="*/ 249213 h 299057"/>
                  <a:gd name="connsiteX8" fmla="*/ 0 w 331456"/>
                  <a:gd name="connsiteY8" fmla="*/ 49844 h 299057"/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49844 w 331456"/>
                  <a:gd name="connsiteY5" fmla="*/ 299057 h 299057"/>
                  <a:gd name="connsiteX6" fmla="*/ 0 w 331456"/>
                  <a:gd name="connsiteY6" fmla="*/ 249213 h 299057"/>
                  <a:gd name="connsiteX7" fmla="*/ 0 w 331456"/>
                  <a:gd name="connsiteY7" fmla="*/ 49844 h 299057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281612 w 331456"/>
                  <a:gd name="connsiteY2" fmla="*/ 0 h 315093"/>
                  <a:gd name="connsiteX3" fmla="*/ 331456 w 331456"/>
                  <a:gd name="connsiteY3" fmla="*/ 49844 h 315093"/>
                  <a:gd name="connsiteX4" fmla="*/ 324543 w 331456"/>
                  <a:gd name="connsiteY4" fmla="*/ 295729 h 315093"/>
                  <a:gd name="connsiteX5" fmla="*/ 49844 w 331456"/>
                  <a:gd name="connsiteY5" fmla="*/ 299057 h 315093"/>
                  <a:gd name="connsiteX6" fmla="*/ 0 w 331456"/>
                  <a:gd name="connsiteY6" fmla="*/ 249213 h 315093"/>
                  <a:gd name="connsiteX7" fmla="*/ 0 w 331456"/>
                  <a:gd name="connsiteY7" fmla="*/ 49844 h 315093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331456 w 331456"/>
                  <a:gd name="connsiteY2" fmla="*/ 49844 h 315093"/>
                  <a:gd name="connsiteX3" fmla="*/ 324543 w 331456"/>
                  <a:gd name="connsiteY3" fmla="*/ 295729 h 315093"/>
                  <a:gd name="connsiteX4" fmla="*/ 49844 w 331456"/>
                  <a:gd name="connsiteY4" fmla="*/ 299057 h 315093"/>
                  <a:gd name="connsiteX5" fmla="*/ 0 w 331456"/>
                  <a:gd name="connsiteY5" fmla="*/ 249213 h 315093"/>
                  <a:gd name="connsiteX6" fmla="*/ 0 w 331456"/>
                  <a:gd name="connsiteY6" fmla="*/ 49844 h 315093"/>
                  <a:gd name="connsiteX0" fmla="*/ 0 w 324543"/>
                  <a:gd name="connsiteY0" fmla="*/ 49844 h 315093"/>
                  <a:gd name="connsiteX1" fmla="*/ 49844 w 324543"/>
                  <a:gd name="connsiteY1" fmla="*/ 0 h 315093"/>
                  <a:gd name="connsiteX2" fmla="*/ 319682 w 324543"/>
                  <a:gd name="connsiteY2" fmla="*/ 1309 h 315093"/>
                  <a:gd name="connsiteX3" fmla="*/ 324543 w 324543"/>
                  <a:gd name="connsiteY3" fmla="*/ 295729 h 315093"/>
                  <a:gd name="connsiteX4" fmla="*/ 49844 w 324543"/>
                  <a:gd name="connsiteY4" fmla="*/ 299057 h 315093"/>
                  <a:gd name="connsiteX5" fmla="*/ 0 w 324543"/>
                  <a:gd name="connsiteY5" fmla="*/ 249213 h 315093"/>
                  <a:gd name="connsiteX6" fmla="*/ 0 w 324543"/>
                  <a:gd name="connsiteY6" fmla="*/ 49844 h 315093"/>
                  <a:gd name="connsiteX0" fmla="*/ 0 w 324543"/>
                  <a:gd name="connsiteY0" fmla="*/ 49844 h 299057"/>
                  <a:gd name="connsiteX1" fmla="*/ 49844 w 324543"/>
                  <a:gd name="connsiteY1" fmla="*/ 0 h 299057"/>
                  <a:gd name="connsiteX2" fmla="*/ 319682 w 324543"/>
                  <a:gd name="connsiteY2" fmla="*/ 1309 h 299057"/>
                  <a:gd name="connsiteX3" fmla="*/ 324543 w 324543"/>
                  <a:gd name="connsiteY3" fmla="*/ 295729 h 299057"/>
                  <a:gd name="connsiteX4" fmla="*/ 49844 w 324543"/>
                  <a:gd name="connsiteY4" fmla="*/ 299057 h 299057"/>
                  <a:gd name="connsiteX5" fmla="*/ 0 w 324543"/>
                  <a:gd name="connsiteY5" fmla="*/ 249213 h 299057"/>
                  <a:gd name="connsiteX6" fmla="*/ 0 w 32454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7133"/>
                  <a:gd name="connsiteY0" fmla="*/ 49844 h 299057"/>
                  <a:gd name="connsiteX1" fmla="*/ 49844 w 337133"/>
                  <a:gd name="connsiteY1" fmla="*/ 0 h 299057"/>
                  <a:gd name="connsiteX2" fmla="*/ 325489 w 337133"/>
                  <a:gd name="connsiteY2" fmla="*/ 46 h 299057"/>
                  <a:gd name="connsiteX3" fmla="*/ 336563 w 337133"/>
                  <a:gd name="connsiteY3" fmla="*/ 289465 h 299057"/>
                  <a:gd name="connsiteX4" fmla="*/ 49844 w 337133"/>
                  <a:gd name="connsiteY4" fmla="*/ 299057 h 299057"/>
                  <a:gd name="connsiteX5" fmla="*/ 0 w 337133"/>
                  <a:gd name="connsiteY5" fmla="*/ 249213 h 299057"/>
                  <a:gd name="connsiteX6" fmla="*/ 0 w 33713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25489 w 336563"/>
                  <a:gd name="connsiteY2" fmla="*/ 46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5353"/>
                  <a:gd name="connsiteY0" fmla="*/ 49844 h 300677"/>
                  <a:gd name="connsiteX1" fmla="*/ 49844 w 335353"/>
                  <a:gd name="connsiteY1" fmla="*/ 0 h 300677"/>
                  <a:gd name="connsiteX2" fmla="*/ 325489 w 335353"/>
                  <a:gd name="connsiteY2" fmla="*/ 46 h 300677"/>
                  <a:gd name="connsiteX3" fmla="*/ 335353 w 335353"/>
                  <a:gd name="connsiteY3" fmla="*/ 300677 h 300677"/>
                  <a:gd name="connsiteX4" fmla="*/ 49844 w 335353"/>
                  <a:gd name="connsiteY4" fmla="*/ 299057 h 300677"/>
                  <a:gd name="connsiteX5" fmla="*/ 0 w 335353"/>
                  <a:gd name="connsiteY5" fmla="*/ 249213 h 300677"/>
                  <a:gd name="connsiteX6" fmla="*/ 0 w 335353"/>
                  <a:gd name="connsiteY6" fmla="*/ 49844 h 300677"/>
                  <a:gd name="connsiteX0" fmla="*/ 0 w 337158"/>
                  <a:gd name="connsiteY0" fmla="*/ 52398 h 303231"/>
                  <a:gd name="connsiteX1" fmla="*/ 49844 w 337158"/>
                  <a:gd name="connsiteY1" fmla="*/ 2554 h 303231"/>
                  <a:gd name="connsiteX2" fmla="*/ 332547 w 337158"/>
                  <a:gd name="connsiteY2" fmla="*/ 0 h 303231"/>
                  <a:gd name="connsiteX3" fmla="*/ 335353 w 337158"/>
                  <a:gd name="connsiteY3" fmla="*/ 303231 h 303231"/>
                  <a:gd name="connsiteX4" fmla="*/ 49844 w 337158"/>
                  <a:gd name="connsiteY4" fmla="*/ 301611 h 303231"/>
                  <a:gd name="connsiteX5" fmla="*/ 0 w 337158"/>
                  <a:gd name="connsiteY5" fmla="*/ 251767 h 303231"/>
                  <a:gd name="connsiteX6" fmla="*/ 0 w 337158"/>
                  <a:gd name="connsiteY6" fmla="*/ 52398 h 303231"/>
                  <a:gd name="connsiteX0" fmla="*/ 0 w 335353"/>
                  <a:gd name="connsiteY0" fmla="*/ 52398 h 303231"/>
                  <a:gd name="connsiteX1" fmla="*/ 49844 w 335353"/>
                  <a:gd name="connsiteY1" fmla="*/ 2554 h 303231"/>
                  <a:gd name="connsiteX2" fmla="*/ 332547 w 335353"/>
                  <a:gd name="connsiteY2" fmla="*/ 0 h 303231"/>
                  <a:gd name="connsiteX3" fmla="*/ 335353 w 335353"/>
                  <a:gd name="connsiteY3" fmla="*/ 303231 h 303231"/>
                  <a:gd name="connsiteX4" fmla="*/ 49844 w 335353"/>
                  <a:gd name="connsiteY4" fmla="*/ 301611 h 303231"/>
                  <a:gd name="connsiteX5" fmla="*/ 0 w 335353"/>
                  <a:gd name="connsiteY5" fmla="*/ 251767 h 303231"/>
                  <a:gd name="connsiteX6" fmla="*/ 0 w 335353"/>
                  <a:gd name="connsiteY6" fmla="*/ 52398 h 303231"/>
                  <a:gd name="connsiteX0" fmla="*/ 0 w 336162"/>
                  <a:gd name="connsiteY0" fmla="*/ 53970 h 304803"/>
                  <a:gd name="connsiteX1" fmla="*/ 49844 w 336162"/>
                  <a:gd name="connsiteY1" fmla="*/ 4126 h 304803"/>
                  <a:gd name="connsiteX2" fmla="*/ 334520 w 336162"/>
                  <a:gd name="connsiteY2" fmla="*/ 0 h 304803"/>
                  <a:gd name="connsiteX3" fmla="*/ 335353 w 336162"/>
                  <a:gd name="connsiteY3" fmla="*/ 304803 h 304803"/>
                  <a:gd name="connsiteX4" fmla="*/ 49844 w 336162"/>
                  <a:gd name="connsiteY4" fmla="*/ 303183 h 304803"/>
                  <a:gd name="connsiteX5" fmla="*/ 0 w 336162"/>
                  <a:gd name="connsiteY5" fmla="*/ 253339 h 304803"/>
                  <a:gd name="connsiteX6" fmla="*/ 0 w 336162"/>
                  <a:gd name="connsiteY6" fmla="*/ 53970 h 304803"/>
                  <a:gd name="connsiteX0" fmla="*/ 0 w 350135"/>
                  <a:gd name="connsiteY0" fmla="*/ 54483 h 305316"/>
                  <a:gd name="connsiteX1" fmla="*/ 49844 w 350135"/>
                  <a:gd name="connsiteY1" fmla="*/ 4639 h 305316"/>
                  <a:gd name="connsiteX2" fmla="*/ 349601 w 350135"/>
                  <a:gd name="connsiteY2" fmla="*/ 0 h 305316"/>
                  <a:gd name="connsiteX3" fmla="*/ 335353 w 350135"/>
                  <a:gd name="connsiteY3" fmla="*/ 305316 h 305316"/>
                  <a:gd name="connsiteX4" fmla="*/ 49844 w 350135"/>
                  <a:gd name="connsiteY4" fmla="*/ 303696 h 305316"/>
                  <a:gd name="connsiteX5" fmla="*/ 0 w 350135"/>
                  <a:gd name="connsiteY5" fmla="*/ 253852 h 305316"/>
                  <a:gd name="connsiteX6" fmla="*/ 0 w 350135"/>
                  <a:gd name="connsiteY6" fmla="*/ 54483 h 30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135" h="305316">
                    <a:moveTo>
                      <a:pt x="0" y="54483"/>
                    </a:moveTo>
                    <a:cubicBezTo>
                      <a:pt x="0" y="26955"/>
                      <a:pt x="22316" y="4639"/>
                      <a:pt x="49844" y="4639"/>
                    </a:cubicBezTo>
                    <a:lnTo>
                      <a:pt x="349601" y="0"/>
                    </a:lnTo>
                    <a:cubicBezTo>
                      <a:pt x="353607" y="3828"/>
                      <a:pt x="333733" y="207176"/>
                      <a:pt x="335353" y="305316"/>
                    </a:cubicBezTo>
                    <a:cubicBezTo>
                      <a:pt x="328968" y="303967"/>
                      <a:pt x="105087" y="303696"/>
                      <a:pt x="49844" y="303696"/>
                    </a:cubicBezTo>
                    <a:cubicBezTo>
                      <a:pt x="22316" y="303696"/>
                      <a:pt x="0" y="281380"/>
                      <a:pt x="0" y="253852"/>
                    </a:cubicBezTo>
                    <a:lnTo>
                      <a:pt x="0" y="54483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Text" lastClr="000000"/>
                  </a:gs>
                  <a:gs pos="68000">
                    <a:srgbClr val="FFFFFF"/>
                  </a:gs>
                  <a:gs pos="49000">
                    <a:srgbClr val="FFFFFF">
                      <a:lumMod val="65000"/>
                    </a:srgbClr>
                  </a:gs>
                  <a:gs pos="24000">
                    <a:srgbClr val="FFFFFF"/>
                  </a:gs>
                  <a:gs pos="0">
                    <a:sysClr val="windowText" lastClr="000000"/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28"/>
              <p:cNvGrpSpPr/>
              <p:nvPr/>
            </p:nvGrpSpPr>
            <p:grpSpPr>
              <a:xfrm>
                <a:off x="4974562" y="4867989"/>
                <a:ext cx="2166646" cy="1819989"/>
                <a:chOff x="4974562" y="5085699"/>
                <a:chExt cx="2166646" cy="1819989"/>
              </a:xfrm>
            </p:grpSpPr>
            <p:grpSp>
              <p:nvGrpSpPr>
                <p:cNvPr id="58" name="Group 29"/>
                <p:cNvGrpSpPr/>
                <p:nvPr/>
              </p:nvGrpSpPr>
              <p:grpSpPr>
                <a:xfrm>
                  <a:off x="4974562" y="5581632"/>
                  <a:ext cx="2166646" cy="1324056"/>
                  <a:chOff x="4969838" y="5578202"/>
                  <a:chExt cx="2166646" cy="1324056"/>
                </a:xfrm>
              </p:grpSpPr>
              <p:sp>
                <p:nvSpPr>
                  <p:cNvPr id="60" name="Rounded Rectangle 8"/>
                  <p:cNvSpPr/>
                  <p:nvPr/>
                </p:nvSpPr>
                <p:spPr>
                  <a:xfrm rot="2360230">
                    <a:off x="4969838" y="5578202"/>
                    <a:ext cx="1914676" cy="565673"/>
                  </a:xfrm>
                  <a:custGeom>
                    <a:avLst/>
                    <a:gdLst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821083 w 1903057"/>
                      <a:gd name="connsiteY2" fmla="*/ 0 h 491832"/>
                      <a:gd name="connsiteX3" fmla="*/ 1903057 w 1903057"/>
                      <a:gd name="connsiteY3" fmla="*/ 81974 h 491832"/>
                      <a:gd name="connsiteX4" fmla="*/ 1903057 w 1903057"/>
                      <a:gd name="connsiteY4" fmla="*/ 409858 h 491832"/>
                      <a:gd name="connsiteX5" fmla="*/ 1821083 w 1903057"/>
                      <a:gd name="connsiteY5" fmla="*/ 491832 h 491832"/>
                      <a:gd name="connsiteX6" fmla="*/ 81974 w 1903057"/>
                      <a:gd name="connsiteY6" fmla="*/ 491832 h 491832"/>
                      <a:gd name="connsiteX7" fmla="*/ 0 w 1903057"/>
                      <a:gd name="connsiteY7" fmla="*/ 409858 h 491832"/>
                      <a:gd name="connsiteX8" fmla="*/ 0 w 1903057"/>
                      <a:gd name="connsiteY8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1821083 w 1903057"/>
                      <a:gd name="connsiteY4" fmla="*/ 491832 h 491832"/>
                      <a:gd name="connsiteX5" fmla="*/ 81974 w 1903057"/>
                      <a:gd name="connsiteY5" fmla="*/ 491832 h 491832"/>
                      <a:gd name="connsiteX6" fmla="*/ 0 w 1903057"/>
                      <a:gd name="connsiteY6" fmla="*/ 409858 h 491832"/>
                      <a:gd name="connsiteX7" fmla="*/ 0 w 1903057"/>
                      <a:gd name="connsiteY7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81974 w 1903057"/>
                      <a:gd name="connsiteY4" fmla="*/ 491832 h 491832"/>
                      <a:gd name="connsiteX5" fmla="*/ 0 w 1903057"/>
                      <a:gd name="connsiteY5" fmla="*/ 409858 h 491832"/>
                      <a:gd name="connsiteX6" fmla="*/ 0 w 1903057"/>
                      <a:gd name="connsiteY6" fmla="*/ 81974 h 491832"/>
                      <a:gd name="connsiteX0" fmla="*/ 0 w 1903057"/>
                      <a:gd name="connsiteY0" fmla="*/ 151951 h 561809"/>
                      <a:gd name="connsiteX1" fmla="*/ 81974 w 1903057"/>
                      <a:gd name="connsiteY1" fmla="*/ 69977 h 561809"/>
                      <a:gd name="connsiteX2" fmla="*/ 1889359 w 1903057"/>
                      <a:gd name="connsiteY2" fmla="*/ 0 h 561809"/>
                      <a:gd name="connsiteX3" fmla="*/ 1903057 w 1903057"/>
                      <a:gd name="connsiteY3" fmla="*/ 479835 h 561809"/>
                      <a:gd name="connsiteX4" fmla="*/ 81974 w 1903057"/>
                      <a:gd name="connsiteY4" fmla="*/ 561809 h 561809"/>
                      <a:gd name="connsiteX5" fmla="*/ 0 w 1903057"/>
                      <a:gd name="connsiteY5" fmla="*/ 479835 h 561809"/>
                      <a:gd name="connsiteX6" fmla="*/ 0 w 1903057"/>
                      <a:gd name="connsiteY6" fmla="*/ 151951 h 561809"/>
                      <a:gd name="connsiteX0" fmla="*/ 0 w 1908305"/>
                      <a:gd name="connsiteY0" fmla="*/ 151951 h 581306"/>
                      <a:gd name="connsiteX1" fmla="*/ 81974 w 1908305"/>
                      <a:gd name="connsiteY1" fmla="*/ 69977 h 581306"/>
                      <a:gd name="connsiteX2" fmla="*/ 1889359 w 1908305"/>
                      <a:gd name="connsiteY2" fmla="*/ 0 h 581306"/>
                      <a:gd name="connsiteX3" fmla="*/ 1908305 w 1908305"/>
                      <a:gd name="connsiteY3" fmla="*/ 546345 h 581306"/>
                      <a:gd name="connsiteX4" fmla="*/ 81974 w 1908305"/>
                      <a:gd name="connsiteY4" fmla="*/ 561809 h 581306"/>
                      <a:gd name="connsiteX5" fmla="*/ 0 w 1908305"/>
                      <a:gd name="connsiteY5" fmla="*/ 479835 h 581306"/>
                      <a:gd name="connsiteX6" fmla="*/ 0 w 1908305"/>
                      <a:gd name="connsiteY6" fmla="*/ 151951 h 581306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3128 h 562986"/>
                      <a:gd name="connsiteX1" fmla="*/ 81974 w 1908305"/>
                      <a:gd name="connsiteY1" fmla="*/ 71154 h 562986"/>
                      <a:gd name="connsiteX2" fmla="*/ 1894551 w 1908305"/>
                      <a:gd name="connsiteY2" fmla="*/ 0 h 562986"/>
                      <a:gd name="connsiteX3" fmla="*/ 1908305 w 1908305"/>
                      <a:gd name="connsiteY3" fmla="*/ 547522 h 562986"/>
                      <a:gd name="connsiteX4" fmla="*/ 81974 w 1908305"/>
                      <a:gd name="connsiteY4" fmla="*/ 562986 h 562986"/>
                      <a:gd name="connsiteX5" fmla="*/ 0 w 1908305"/>
                      <a:gd name="connsiteY5" fmla="*/ 481012 h 562986"/>
                      <a:gd name="connsiteX6" fmla="*/ 0 w 1908305"/>
                      <a:gd name="connsiteY6" fmla="*/ 153128 h 562986"/>
                      <a:gd name="connsiteX0" fmla="*/ 0 w 1907641"/>
                      <a:gd name="connsiteY0" fmla="*/ 153128 h 562986"/>
                      <a:gd name="connsiteX1" fmla="*/ 81974 w 1907641"/>
                      <a:gd name="connsiteY1" fmla="*/ 71154 h 562986"/>
                      <a:gd name="connsiteX2" fmla="*/ 1894551 w 1907641"/>
                      <a:gd name="connsiteY2" fmla="*/ 0 h 562986"/>
                      <a:gd name="connsiteX3" fmla="*/ 1907641 w 1907641"/>
                      <a:gd name="connsiteY3" fmla="*/ 554224 h 562986"/>
                      <a:gd name="connsiteX4" fmla="*/ 81974 w 1907641"/>
                      <a:gd name="connsiteY4" fmla="*/ 562986 h 562986"/>
                      <a:gd name="connsiteX5" fmla="*/ 0 w 1907641"/>
                      <a:gd name="connsiteY5" fmla="*/ 481012 h 562986"/>
                      <a:gd name="connsiteX6" fmla="*/ 0 w 1907641"/>
                      <a:gd name="connsiteY6" fmla="*/ 153128 h 562986"/>
                      <a:gd name="connsiteX0" fmla="*/ 0 w 1907641"/>
                      <a:gd name="connsiteY0" fmla="*/ 155815 h 565673"/>
                      <a:gd name="connsiteX1" fmla="*/ 81974 w 1907641"/>
                      <a:gd name="connsiteY1" fmla="*/ 73841 h 565673"/>
                      <a:gd name="connsiteX2" fmla="*/ 1901585 w 1907641"/>
                      <a:gd name="connsiteY2" fmla="*/ 0 h 565673"/>
                      <a:gd name="connsiteX3" fmla="*/ 1907641 w 1907641"/>
                      <a:gd name="connsiteY3" fmla="*/ 556911 h 565673"/>
                      <a:gd name="connsiteX4" fmla="*/ 81974 w 1907641"/>
                      <a:gd name="connsiteY4" fmla="*/ 565673 h 565673"/>
                      <a:gd name="connsiteX5" fmla="*/ 0 w 1907641"/>
                      <a:gd name="connsiteY5" fmla="*/ 483699 h 565673"/>
                      <a:gd name="connsiteX6" fmla="*/ 0 w 1907641"/>
                      <a:gd name="connsiteY6" fmla="*/ 155815 h 565673"/>
                      <a:gd name="connsiteX0" fmla="*/ 0 w 1914676"/>
                      <a:gd name="connsiteY0" fmla="*/ 155815 h 565673"/>
                      <a:gd name="connsiteX1" fmla="*/ 81974 w 1914676"/>
                      <a:gd name="connsiteY1" fmla="*/ 73841 h 565673"/>
                      <a:gd name="connsiteX2" fmla="*/ 1901585 w 1914676"/>
                      <a:gd name="connsiteY2" fmla="*/ 0 h 565673"/>
                      <a:gd name="connsiteX3" fmla="*/ 1914676 w 1914676"/>
                      <a:gd name="connsiteY3" fmla="*/ 554224 h 565673"/>
                      <a:gd name="connsiteX4" fmla="*/ 81974 w 1914676"/>
                      <a:gd name="connsiteY4" fmla="*/ 565673 h 565673"/>
                      <a:gd name="connsiteX5" fmla="*/ 0 w 1914676"/>
                      <a:gd name="connsiteY5" fmla="*/ 483699 h 565673"/>
                      <a:gd name="connsiteX6" fmla="*/ 0 w 1914676"/>
                      <a:gd name="connsiteY6" fmla="*/ 155815 h 565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14676" h="565673">
                        <a:moveTo>
                          <a:pt x="0" y="155815"/>
                        </a:moveTo>
                        <a:cubicBezTo>
                          <a:pt x="0" y="110542"/>
                          <a:pt x="36701" y="73841"/>
                          <a:pt x="81974" y="73841"/>
                        </a:cubicBezTo>
                        <a:lnTo>
                          <a:pt x="1901585" y="0"/>
                        </a:lnTo>
                        <a:cubicBezTo>
                          <a:pt x="1903604" y="185637"/>
                          <a:pt x="1912657" y="368587"/>
                          <a:pt x="1914676" y="554224"/>
                        </a:cubicBezTo>
                        <a:cubicBezTo>
                          <a:pt x="1638428" y="569400"/>
                          <a:pt x="427288" y="554926"/>
                          <a:pt x="81974" y="565673"/>
                        </a:cubicBezTo>
                        <a:cubicBezTo>
                          <a:pt x="36701" y="565673"/>
                          <a:pt x="0" y="528972"/>
                          <a:pt x="0" y="483699"/>
                        </a:cubicBezTo>
                        <a:lnTo>
                          <a:pt x="0" y="15581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92000">
                        <a:sysClr val="windowText" lastClr="000000"/>
                      </a:gs>
                      <a:gs pos="28000">
                        <a:sysClr val="windowText" lastClr="000000"/>
                      </a:gs>
                      <a:gs pos="77000">
                        <a:srgbClr val="FFFFFF">
                          <a:lumMod val="50000"/>
                        </a:srgbClr>
                      </a:gs>
                      <a:gs pos="74000">
                        <a:srgbClr val="FFFFFF">
                          <a:lumMod val="65000"/>
                        </a:srgbClr>
                      </a:gs>
                      <a:gs pos="5000">
                        <a:sysClr val="windowText" lastClr="000000"/>
                      </a:gs>
                    </a:gsLst>
                    <a:lin ang="162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Teardrop 22"/>
                  <p:cNvSpPr/>
                  <p:nvPr/>
                </p:nvSpPr>
                <p:spPr>
                  <a:xfrm rot="16200000">
                    <a:off x="6499102" y="6264875"/>
                    <a:ext cx="659696" cy="615069"/>
                  </a:xfrm>
                  <a:custGeom>
                    <a:avLst/>
                    <a:gdLst>
                      <a:gd name="connsiteX0" fmla="*/ 0 w 626029"/>
                      <a:gd name="connsiteY0" fmla="*/ 309916 h 619831"/>
                      <a:gd name="connsiteX1" fmla="*/ 313015 w 626029"/>
                      <a:gd name="connsiteY1" fmla="*/ 0 h 619831"/>
                      <a:gd name="connsiteX2" fmla="*/ 626029 w 626029"/>
                      <a:gd name="connsiteY2" fmla="*/ 0 h 619831"/>
                      <a:gd name="connsiteX3" fmla="*/ 626029 w 626029"/>
                      <a:gd name="connsiteY3" fmla="*/ 309916 h 619831"/>
                      <a:gd name="connsiteX4" fmla="*/ 313014 w 626029"/>
                      <a:gd name="connsiteY4" fmla="*/ 619832 h 619831"/>
                      <a:gd name="connsiteX5" fmla="*/ -1 w 626029"/>
                      <a:gd name="connsiteY5" fmla="*/ 309916 h 619831"/>
                      <a:gd name="connsiteX6" fmla="*/ 0 w 626029"/>
                      <a:gd name="connsiteY6" fmla="*/ 309916 h 619831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370 w 647831"/>
                      <a:gd name="connsiteY0" fmla="*/ 309916 h 619832"/>
                      <a:gd name="connsiteX1" fmla="*/ 149079 w 647831"/>
                      <a:gd name="connsiteY1" fmla="*/ 23812 h 619832"/>
                      <a:gd name="connsiteX2" fmla="*/ 626399 w 647831"/>
                      <a:gd name="connsiteY2" fmla="*/ 0 h 619832"/>
                      <a:gd name="connsiteX3" fmla="*/ 647831 w 647831"/>
                      <a:gd name="connsiteY3" fmla="*/ 393260 h 619832"/>
                      <a:gd name="connsiteX4" fmla="*/ 313384 w 647831"/>
                      <a:gd name="connsiteY4" fmla="*/ 619832 h 619832"/>
                      <a:gd name="connsiteX5" fmla="*/ 369 w 647831"/>
                      <a:gd name="connsiteY5" fmla="*/ 309916 h 619832"/>
                      <a:gd name="connsiteX6" fmla="*/ 370 w 647831"/>
                      <a:gd name="connsiteY6" fmla="*/ 309916 h 619832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286104 h 598404"/>
                      <a:gd name="connsiteX1" fmla="*/ 149079 w 647831"/>
                      <a:gd name="connsiteY1" fmla="*/ 0 h 598404"/>
                      <a:gd name="connsiteX2" fmla="*/ 647831 w 647831"/>
                      <a:gd name="connsiteY2" fmla="*/ 369448 h 598404"/>
                      <a:gd name="connsiteX3" fmla="*/ 313384 w 647831"/>
                      <a:gd name="connsiteY3" fmla="*/ 598404 h 598404"/>
                      <a:gd name="connsiteX4" fmla="*/ 369 w 647831"/>
                      <a:gd name="connsiteY4" fmla="*/ 286104 h 598404"/>
                      <a:gd name="connsiteX5" fmla="*/ 370 w 647831"/>
                      <a:gd name="connsiteY5" fmla="*/ 286104 h 598404"/>
                      <a:gd name="connsiteX0" fmla="*/ 329 w 647790"/>
                      <a:gd name="connsiteY0" fmla="*/ 288484 h 600784"/>
                      <a:gd name="connsiteX1" fmla="*/ 156182 w 647790"/>
                      <a:gd name="connsiteY1" fmla="*/ 0 h 600784"/>
                      <a:gd name="connsiteX2" fmla="*/ 647790 w 647790"/>
                      <a:gd name="connsiteY2" fmla="*/ 371828 h 600784"/>
                      <a:gd name="connsiteX3" fmla="*/ 313343 w 647790"/>
                      <a:gd name="connsiteY3" fmla="*/ 600784 h 600784"/>
                      <a:gd name="connsiteX4" fmla="*/ 328 w 647790"/>
                      <a:gd name="connsiteY4" fmla="*/ 288484 h 600784"/>
                      <a:gd name="connsiteX5" fmla="*/ 329 w 647790"/>
                      <a:gd name="connsiteY5" fmla="*/ 288484 h 600784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59696"/>
                      <a:gd name="connsiteY0" fmla="*/ 302769 h 615069"/>
                      <a:gd name="connsiteX1" fmla="*/ 156183 w 659696"/>
                      <a:gd name="connsiteY1" fmla="*/ 0 h 615069"/>
                      <a:gd name="connsiteX2" fmla="*/ 659696 w 659696"/>
                      <a:gd name="connsiteY2" fmla="*/ 374210 h 615069"/>
                      <a:gd name="connsiteX3" fmla="*/ 313343 w 659696"/>
                      <a:gd name="connsiteY3" fmla="*/ 615069 h 615069"/>
                      <a:gd name="connsiteX4" fmla="*/ 328 w 659696"/>
                      <a:gd name="connsiteY4" fmla="*/ 302769 h 615069"/>
                      <a:gd name="connsiteX5" fmla="*/ 329 w 659696"/>
                      <a:gd name="connsiteY5" fmla="*/ 302769 h 615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9696" h="615069">
                        <a:moveTo>
                          <a:pt x="329" y="302769"/>
                        </a:moveTo>
                        <a:cubicBezTo>
                          <a:pt x="-4870" y="187557"/>
                          <a:pt x="51845" y="115214"/>
                          <a:pt x="156183" y="0"/>
                        </a:cubicBezTo>
                        <a:cubicBezTo>
                          <a:pt x="320052" y="128704"/>
                          <a:pt x="495827" y="245506"/>
                          <a:pt x="659696" y="374210"/>
                        </a:cubicBezTo>
                        <a:cubicBezTo>
                          <a:pt x="550159" y="512035"/>
                          <a:pt x="500617" y="600674"/>
                          <a:pt x="313343" y="615069"/>
                        </a:cubicBezTo>
                        <a:cubicBezTo>
                          <a:pt x="145232" y="605547"/>
                          <a:pt x="328" y="473931"/>
                          <a:pt x="328" y="302769"/>
                        </a:cubicBezTo>
                        <a:lnTo>
                          <a:pt x="329" y="3027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88000">
                        <a:srgbClr val="FFFFFF">
                          <a:lumMod val="95000"/>
                        </a:srgbClr>
                      </a:gs>
                      <a:gs pos="77000">
                        <a:sysClr val="windowText" lastClr="000000"/>
                      </a:gs>
                      <a:gs pos="63000">
                        <a:srgbClr val="FFFFFF"/>
                      </a:gs>
                      <a:gs pos="29000">
                        <a:srgbClr val="FFFFFF"/>
                      </a:gs>
                      <a:gs pos="37000">
                        <a:srgbClr val="B9B9B9"/>
                      </a:gs>
                      <a:gs pos="47000">
                        <a:srgbClr val="FFFFFF">
                          <a:lumMod val="65000"/>
                        </a:srgbClr>
                      </a:gs>
                      <a:gs pos="13000">
                        <a:sysClr val="windowText" lastClr="000000"/>
                      </a:gs>
                    </a:gsLst>
                    <a:lin ang="2400000" scaled="0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63500" dist="50800" dir="66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25"/>
                  <p:cNvSpPr/>
                  <p:nvPr/>
                </p:nvSpPr>
                <p:spPr>
                  <a:xfrm rot="2177856">
                    <a:off x="5123158" y="5745913"/>
                    <a:ext cx="1811797" cy="121318"/>
                  </a:xfrm>
                  <a:custGeom>
                    <a:avLst/>
                    <a:gdLst>
                      <a:gd name="connsiteX0" fmla="*/ 0 w 1773563"/>
                      <a:gd name="connsiteY0" fmla="*/ 0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0 w 1773563"/>
                      <a:gd name="connsiteY4" fmla="*/ 0 h 125004"/>
                      <a:gd name="connsiteX0" fmla="*/ 2311 w 1773563"/>
                      <a:gd name="connsiteY0" fmla="*/ 7167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2311 w 1773563"/>
                      <a:gd name="connsiteY4" fmla="*/ 7167 h 125004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73563 w 1784960"/>
                      <a:gd name="connsiteY2" fmla="*/ 1215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84059 w 1784960"/>
                      <a:gd name="connsiteY2" fmla="*/ 1197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38 w 1794592"/>
                      <a:gd name="connsiteY0" fmla="*/ 3600 h 121556"/>
                      <a:gd name="connsiteX1" fmla="*/ 1794592 w 1794592"/>
                      <a:gd name="connsiteY1" fmla="*/ 0 h 121556"/>
                      <a:gd name="connsiteX2" fmla="*/ 1793691 w 1794592"/>
                      <a:gd name="connsiteY2" fmla="*/ 119756 h 121556"/>
                      <a:gd name="connsiteX3" fmla="*/ 9632 w 1794592"/>
                      <a:gd name="connsiteY3" fmla="*/ 121556 h 121556"/>
                      <a:gd name="connsiteX4" fmla="*/ 38 w 1794592"/>
                      <a:gd name="connsiteY4" fmla="*/ 3600 h 121556"/>
                      <a:gd name="connsiteX0" fmla="*/ 14217 w 1808771"/>
                      <a:gd name="connsiteY0" fmla="*/ 3600 h 121318"/>
                      <a:gd name="connsiteX1" fmla="*/ 1808771 w 1808771"/>
                      <a:gd name="connsiteY1" fmla="*/ 0 h 121318"/>
                      <a:gd name="connsiteX2" fmla="*/ 1807870 w 1808771"/>
                      <a:gd name="connsiteY2" fmla="*/ 119756 h 121318"/>
                      <a:gd name="connsiteX3" fmla="*/ 0 w 1808771"/>
                      <a:gd name="connsiteY3" fmla="*/ 121318 h 121318"/>
                      <a:gd name="connsiteX4" fmla="*/ 14217 w 1808771"/>
                      <a:gd name="connsiteY4" fmla="*/ 3600 h 121318"/>
                      <a:gd name="connsiteX0" fmla="*/ 89 w 1811797"/>
                      <a:gd name="connsiteY0" fmla="*/ 4380 h 121318"/>
                      <a:gd name="connsiteX1" fmla="*/ 1811797 w 1811797"/>
                      <a:gd name="connsiteY1" fmla="*/ 0 h 121318"/>
                      <a:gd name="connsiteX2" fmla="*/ 1810896 w 1811797"/>
                      <a:gd name="connsiteY2" fmla="*/ 119756 h 121318"/>
                      <a:gd name="connsiteX3" fmla="*/ 3026 w 1811797"/>
                      <a:gd name="connsiteY3" fmla="*/ 121318 h 121318"/>
                      <a:gd name="connsiteX4" fmla="*/ 89 w 1811797"/>
                      <a:gd name="connsiteY4" fmla="*/ 4380 h 1213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1797" h="121318">
                        <a:moveTo>
                          <a:pt x="89" y="4380"/>
                        </a:moveTo>
                        <a:lnTo>
                          <a:pt x="1811797" y="0"/>
                        </a:lnTo>
                        <a:cubicBezTo>
                          <a:pt x="1811497" y="39919"/>
                          <a:pt x="1811196" y="79837"/>
                          <a:pt x="1810896" y="119756"/>
                        </a:cubicBezTo>
                        <a:lnTo>
                          <a:pt x="3026" y="121318"/>
                        </a:lnTo>
                        <a:cubicBezTo>
                          <a:pt x="3796" y="82039"/>
                          <a:pt x="-681" y="43659"/>
                          <a:pt x="89" y="438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rgbClr val="FFFFFF">
                          <a:lumMod val="65000"/>
                        </a:srgbClr>
                      </a:gs>
                      <a:gs pos="44000">
                        <a:srgbClr val="FFFFFF">
                          <a:lumMod val="95000"/>
                        </a:srgbClr>
                      </a:gs>
                    </a:gsLst>
                    <a:lin ang="54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28"/>
                  <p:cNvSpPr/>
                  <p:nvPr/>
                </p:nvSpPr>
                <p:spPr>
                  <a:xfrm rot="18540000">
                    <a:off x="6405656" y="6483727"/>
                    <a:ext cx="625743" cy="36567"/>
                  </a:xfrm>
                  <a:custGeom>
                    <a:avLst/>
                    <a:gdLst>
                      <a:gd name="connsiteX0" fmla="*/ 0 w 609600"/>
                      <a:gd name="connsiteY0" fmla="*/ 0 h 33699"/>
                      <a:gd name="connsiteX1" fmla="*/ 609600 w 609600"/>
                      <a:gd name="connsiteY1" fmla="*/ 0 h 33699"/>
                      <a:gd name="connsiteX2" fmla="*/ 609600 w 609600"/>
                      <a:gd name="connsiteY2" fmla="*/ 33699 h 33699"/>
                      <a:gd name="connsiteX3" fmla="*/ 0 w 609600"/>
                      <a:gd name="connsiteY3" fmla="*/ 33699 h 33699"/>
                      <a:gd name="connsiteX4" fmla="*/ 0 w 609600"/>
                      <a:gd name="connsiteY4" fmla="*/ 0 h 3369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09600 w 623312"/>
                      <a:gd name="connsiteY2" fmla="*/ 3587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21488 w 623312"/>
                      <a:gd name="connsiteY2" fmla="*/ 3522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1488"/>
                      <a:gd name="connsiteY0" fmla="*/ 0 h 33699"/>
                      <a:gd name="connsiteX1" fmla="*/ 616310 w 621488"/>
                      <a:gd name="connsiteY1" fmla="*/ 587 h 33699"/>
                      <a:gd name="connsiteX2" fmla="*/ 621488 w 621488"/>
                      <a:gd name="connsiteY2" fmla="*/ 33049 h 33699"/>
                      <a:gd name="connsiteX3" fmla="*/ 0 w 621488"/>
                      <a:gd name="connsiteY3" fmla="*/ 33699 h 33699"/>
                      <a:gd name="connsiteX4" fmla="*/ 0 w 621488"/>
                      <a:gd name="connsiteY4" fmla="*/ 0 h 33699"/>
                      <a:gd name="connsiteX0" fmla="*/ 1237 w 621488"/>
                      <a:gd name="connsiteY0" fmla="*/ 4591 h 33112"/>
                      <a:gd name="connsiteX1" fmla="*/ 616310 w 621488"/>
                      <a:gd name="connsiteY1" fmla="*/ 0 h 33112"/>
                      <a:gd name="connsiteX2" fmla="*/ 621488 w 621488"/>
                      <a:gd name="connsiteY2" fmla="*/ 32462 h 33112"/>
                      <a:gd name="connsiteX3" fmla="*/ 0 w 621488"/>
                      <a:gd name="connsiteY3" fmla="*/ 33112 h 33112"/>
                      <a:gd name="connsiteX4" fmla="*/ 1237 w 621488"/>
                      <a:gd name="connsiteY4" fmla="*/ 4591 h 33112"/>
                      <a:gd name="connsiteX0" fmla="*/ 1237 w 616310"/>
                      <a:gd name="connsiteY0" fmla="*/ 4591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1237 w 616310"/>
                      <a:gd name="connsiteY4" fmla="*/ 4591 h 33112"/>
                      <a:gd name="connsiteX0" fmla="*/ 7946 w 616310"/>
                      <a:gd name="connsiteY0" fmla="*/ 5178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7946 w 616310"/>
                      <a:gd name="connsiteY4" fmla="*/ 5178 h 33112"/>
                      <a:gd name="connsiteX0" fmla="*/ 57 w 608421"/>
                      <a:gd name="connsiteY0" fmla="*/ 5178 h 25458"/>
                      <a:gd name="connsiteX1" fmla="*/ 608421 w 608421"/>
                      <a:gd name="connsiteY1" fmla="*/ 0 h 25458"/>
                      <a:gd name="connsiteX2" fmla="*/ 607477 w 608421"/>
                      <a:gd name="connsiteY2" fmla="*/ 25165 h 25458"/>
                      <a:gd name="connsiteX3" fmla="*/ 1233 w 608421"/>
                      <a:gd name="connsiteY3" fmla="*/ 25458 h 25458"/>
                      <a:gd name="connsiteX4" fmla="*/ 57 w 608421"/>
                      <a:gd name="connsiteY4" fmla="*/ 5178 h 25458"/>
                      <a:gd name="connsiteX0" fmla="*/ 14068 w 622432"/>
                      <a:gd name="connsiteY0" fmla="*/ 5178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14068 w 622432"/>
                      <a:gd name="connsiteY4" fmla="*/ 5178 h 25815"/>
                      <a:gd name="connsiteX0" fmla="*/ 5534 w 622432"/>
                      <a:gd name="connsiteY0" fmla="*/ 6121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5534 w 622432"/>
                      <a:gd name="connsiteY4" fmla="*/ 6121 h 25815"/>
                      <a:gd name="connsiteX0" fmla="*/ 31 w 625463"/>
                      <a:gd name="connsiteY0" fmla="*/ 7064 h 25815"/>
                      <a:gd name="connsiteX1" fmla="*/ 625463 w 625463"/>
                      <a:gd name="connsiteY1" fmla="*/ 0 h 25815"/>
                      <a:gd name="connsiteX2" fmla="*/ 624519 w 625463"/>
                      <a:gd name="connsiteY2" fmla="*/ 25165 h 25815"/>
                      <a:gd name="connsiteX3" fmla="*/ 3031 w 625463"/>
                      <a:gd name="connsiteY3" fmla="*/ 25815 h 25815"/>
                      <a:gd name="connsiteX4" fmla="*/ 31 w 625463"/>
                      <a:gd name="connsiteY4" fmla="*/ 7064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16896 w 622432"/>
                      <a:gd name="connsiteY2" fmla="*/ 19693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301 w 622432"/>
                      <a:gd name="connsiteY0" fmla="*/ 7294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301 w 622432"/>
                      <a:gd name="connsiteY4" fmla="*/ 7294 h 25815"/>
                      <a:gd name="connsiteX0" fmla="*/ 4002 w 626133"/>
                      <a:gd name="connsiteY0" fmla="*/ 7294 h 28812"/>
                      <a:gd name="connsiteX1" fmla="*/ 626133 w 626133"/>
                      <a:gd name="connsiteY1" fmla="*/ 0 h 28812"/>
                      <a:gd name="connsiteX2" fmla="*/ 625775 w 626133"/>
                      <a:gd name="connsiteY2" fmla="*/ 18456 h 28812"/>
                      <a:gd name="connsiteX3" fmla="*/ 0 w 626133"/>
                      <a:gd name="connsiteY3" fmla="*/ 28812 h 28812"/>
                      <a:gd name="connsiteX4" fmla="*/ 4002 w 626133"/>
                      <a:gd name="connsiteY4" fmla="*/ 7294 h 28812"/>
                      <a:gd name="connsiteX0" fmla="*/ 35 w 622166"/>
                      <a:gd name="connsiteY0" fmla="*/ 7294 h 29516"/>
                      <a:gd name="connsiteX1" fmla="*/ 622166 w 622166"/>
                      <a:gd name="connsiteY1" fmla="*/ 0 h 29516"/>
                      <a:gd name="connsiteX2" fmla="*/ 621808 w 622166"/>
                      <a:gd name="connsiteY2" fmla="*/ 18456 h 29516"/>
                      <a:gd name="connsiteX3" fmla="*/ 2665 w 622166"/>
                      <a:gd name="connsiteY3" fmla="*/ 29516 h 29516"/>
                      <a:gd name="connsiteX4" fmla="*/ 35 w 622166"/>
                      <a:gd name="connsiteY4" fmla="*/ 7294 h 29516"/>
                      <a:gd name="connsiteX0" fmla="*/ 35 w 621832"/>
                      <a:gd name="connsiteY0" fmla="*/ 14345 h 36567"/>
                      <a:gd name="connsiteX1" fmla="*/ 619548 w 621832"/>
                      <a:gd name="connsiteY1" fmla="*/ 0 h 36567"/>
                      <a:gd name="connsiteX2" fmla="*/ 621808 w 621832"/>
                      <a:gd name="connsiteY2" fmla="*/ 25507 h 36567"/>
                      <a:gd name="connsiteX3" fmla="*/ 2665 w 621832"/>
                      <a:gd name="connsiteY3" fmla="*/ 36567 h 36567"/>
                      <a:gd name="connsiteX4" fmla="*/ 35 w 621832"/>
                      <a:gd name="connsiteY4" fmla="*/ 14345 h 36567"/>
                      <a:gd name="connsiteX0" fmla="*/ 35 w 619548"/>
                      <a:gd name="connsiteY0" fmla="*/ 14345 h 36567"/>
                      <a:gd name="connsiteX1" fmla="*/ 619548 w 619548"/>
                      <a:gd name="connsiteY1" fmla="*/ 0 h 36567"/>
                      <a:gd name="connsiteX2" fmla="*/ 612210 w 619548"/>
                      <a:gd name="connsiteY2" fmla="*/ 21101 h 36567"/>
                      <a:gd name="connsiteX3" fmla="*/ 2665 w 619548"/>
                      <a:gd name="connsiteY3" fmla="*/ 36567 h 36567"/>
                      <a:gd name="connsiteX4" fmla="*/ 35 w 619548"/>
                      <a:gd name="connsiteY4" fmla="*/ 14345 h 365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9548" h="36567">
                        <a:moveTo>
                          <a:pt x="35" y="14345"/>
                        </a:moveTo>
                        <a:lnTo>
                          <a:pt x="619548" y="0"/>
                        </a:lnTo>
                        <a:cubicBezTo>
                          <a:pt x="619233" y="8388"/>
                          <a:pt x="612525" y="12713"/>
                          <a:pt x="612210" y="21101"/>
                        </a:cubicBezTo>
                        <a:lnTo>
                          <a:pt x="2665" y="36567"/>
                        </a:lnTo>
                        <a:cubicBezTo>
                          <a:pt x="3077" y="27060"/>
                          <a:pt x="-377" y="23852"/>
                          <a:pt x="35" y="1434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ysClr val="windowText" lastClr="000000">
                          <a:lumMod val="65000"/>
                          <a:lumOff val="35000"/>
                        </a:sysClr>
                      </a:gs>
                      <a:gs pos="91000">
                        <a:sysClr val="windowText" lastClr="000000"/>
                      </a:gs>
                      <a:gs pos="83000">
                        <a:srgbClr val="FFFFFF"/>
                      </a:gs>
                      <a:gs pos="46000">
                        <a:srgbClr val="00B0F0">
                          <a:lumMod val="75000"/>
                        </a:srgbClr>
                      </a:gs>
                      <a:gs pos="16000">
                        <a:srgbClr val="FFFFFF"/>
                      </a:gs>
                      <a:gs pos="0">
                        <a:sysClr val="windowText" lastClr="000000"/>
                      </a:gs>
                    </a:gsLst>
                    <a:lin ang="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ounded Rectangle 23"/>
                  <p:cNvSpPr/>
                  <p:nvPr/>
                </p:nvSpPr>
                <p:spPr>
                  <a:xfrm rot="18525404">
                    <a:off x="6367971" y="6443465"/>
                    <a:ext cx="642564" cy="81245"/>
                  </a:xfrm>
                  <a:custGeom>
                    <a:avLst/>
                    <a:gdLst>
                      <a:gd name="connsiteX0" fmla="*/ 0 w 642563"/>
                      <a:gd name="connsiteY0" fmla="*/ 36713 h 73425"/>
                      <a:gd name="connsiteX1" fmla="*/ 36713 w 642563"/>
                      <a:gd name="connsiteY1" fmla="*/ 0 h 73425"/>
                      <a:gd name="connsiteX2" fmla="*/ 605851 w 642563"/>
                      <a:gd name="connsiteY2" fmla="*/ 0 h 73425"/>
                      <a:gd name="connsiteX3" fmla="*/ 642564 w 642563"/>
                      <a:gd name="connsiteY3" fmla="*/ 36713 h 73425"/>
                      <a:gd name="connsiteX4" fmla="*/ 642563 w 642563"/>
                      <a:gd name="connsiteY4" fmla="*/ 36713 h 73425"/>
                      <a:gd name="connsiteX5" fmla="*/ 605850 w 642563"/>
                      <a:gd name="connsiteY5" fmla="*/ 73426 h 73425"/>
                      <a:gd name="connsiteX6" fmla="*/ 36713 w 642563"/>
                      <a:gd name="connsiteY6" fmla="*/ 73425 h 73425"/>
                      <a:gd name="connsiteX7" fmla="*/ 0 w 642563"/>
                      <a:gd name="connsiteY7" fmla="*/ 36712 h 73425"/>
                      <a:gd name="connsiteX8" fmla="*/ 0 w 642563"/>
                      <a:gd name="connsiteY8" fmla="*/ 36713 h 73425"/>
                      <a:gd name="connsiteX0" fmla="*/ 0 w 642564"/>
                      <a:gd name="connsiteY0" fmla="*/ 36713 h 81245"/>
                      <a:gd name="connsiteX1" fmla="*/ 36713 w 642564"/>
                      <a:gd name="connsiteY1" fmla="*/ 0 h 81245"/>
                      <a:gd name="connsiteX2" fmla="*/ 605851 w 642564"/>
                      <a:gd name="connsiteY2" fmla="*/ 0 h 81245"/>
                      <a:gd name="connsiteX3" fmla="*/ 642564 w 642564"/>
                      <a:gd name="connsiteY3" fmla="*/ 36713 h 81245"/>
                      <a:gd name="connsiteX4" fmla="*/ 642563 w 642564"/>
                      <a:gd name="connsiteY4" fmla="*/ 36713 h 81245"/>
                      <a:gd name="connsiteX5" fmla="*/ 605850 w 642564"/>
                      <a:gd name="connsiteY5" fmla="*/ 73426 h 81245"/>
                      <a:gd name="connsiteX6" fmla="*/ 30776 w 642564"/>
                      <a:gd name="connsiteY6" fmla="*/ 81245 h 81245"/>
                      <a:gd name="connsiteX7" fmla="*/ 0 w 642564"/>
                      <a:gd name="connsiteY7" fmla="*/ 36712 h 81245"/>
                      <a:gd name="connsiteX8" fmla="*/ 0 w 642564"/>
                      <a:gd name="connsiteY8" fmla="*/ 36713 h 81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2564" h="81245">
                        <a:moveTo>
                          <a:pt x="0" y="36713"/>
                        </a:moveTo>
                        <a:cubicBezTo>
                          <a:pt x="0" y="16437"/>
                          <a:pt x="16437" y="0"/>
                          <a:pt x="36713" y="0"/>
                        </a:cubicBezTo>
                        <a:lnTo>
                          <a:pt x="605851" y="0"/>
                        </a:lnTo>
                        <a:cubicBezTo>
                          <a:pt x="626127" y="0"/>
                          <a:pt x="642564" y="16437"/>
                          <a:pt x="642564" y="36713"/>
                        </a:cubicBezTo>
                        <a:lnTo>
                          <a:pt x="642563" y="36713"/>
                        </a:lnTo>
                        <a:cubicBezTo>
                          <a:pt x="642563" y="56989"/>
                          <a:pt x="626126" y="73426"/>
                          <a:pt x="605850" y="73426"/>
                        </a:cubicBezTo>
                        <a:cubicBezTo>
                          <a:pt x="416138" y="73426"/>
                          <a:pt x="220488" y="81245"/>
                          <a:pt x="30776" y="81245"/>
                        </a:cubicBezTo>
                        <a:cubicBezTo>
                          <a:pt x="10500" y="81245"/>
                          <a:pt x="0" y="56988"/>
                          <a:pt x="0" y="36712"/>
                        </a:cubicBezTo>
                        <a:lnTo>
                          <a:pt x="0" y="36713"/>
                        </a:lnTo>
                        <a:close/>
                      </a:path>
                    </a:pathLst>
                  </a:custGeom>
                  <a:gradFill>
                    <a:gsLst>
                      <a:gs pos="99000">
                        <a:sysClr val="windowText" lastClr="000000"/>
                      </a:gs>
                      <a:gs pos="68000">
                        <a:srgbClr val="FFFFFF"/>
                      </a:gs>
                      <a:gs pos="49000">
                        <a:srgbClr val="FFFFFF">
                          <a:lumMod val="65000"/>
                        </a:srgbClr>
                      </a:gs>
                      <a:gs pos="24000">
                        <a:srgbClr val="FFFFFF"/>
                      </a:gs>
                      <a:gs pos="3000">
                        <a:sysClr val="windowText" lastClr="000000"/>
                      </a:gs>
                    </a:gsLst>
                    <a:lin ang="0" scaled="1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254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9" name="Rounded Rectangle 30"/>
                <p:cNvSpPr/>
                <p:nvPr/>
              </p:nvSpPr>
              <p:spPr>
                <a:xfrm rot="18501092">
                  <a:off x="4975463" y="5275507"/>
                  <a:ext cx="490181" cy="11056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Text" lastClr="000000"/>
                    </a:gs>
                    <a:gs pos="68000">
                      <a:srgbClr val="FFFFFF"/>
                    </a:gs>
                    <a:gs pos="49000">
                      <a:srgbClr val="FFFFFF">
                        <a:lumMod val="65000"/>
                      </a:srgbClr>
                    </a:gs>
                    <a:gs pos="24000">
                      <a:srgbClr val="FFFFFF"/>
                    </a:gs>
                    <a:gs pos="0">
                      <a:sysClr val="windowText" lastClr="000000"/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8" name="Group 19"/>
            <p:cNvGrpSpPr/>
            <p:nvPr/>
          </p:nvGrpSpPr>
          <p:grpSpPr>
            <a:xfrm>
              <a:off x="2096675" y="2151531"/>
              <a:ext cx="2620430" cy="2616668"/>
              <a:chOff x="3448050" y="1123950"/>
              <a:chExt cx="2733676" cy="2729753"/>
            </a:xfrm>
          </p:grpSpPr>
          <p:grpSp>
            <p:nvGrpSpPr>
              <p:cNvPr id="49" name="Group 20"/>
              <p:cNvGrpSpPr/>
              <p:nvPr/>
            </p:nvGrpSpPr>
            <p:grpSpPr>
              <a:xfrm>
                <a:off x="3448050" y="1123950"/>
                <a:ext cx="2733676" cy="2729753"/>
                <a:chOff x="3448050" y="1123950"/>
                <a:chExt cx="2733676" cy="2729753"/>
              </a:xfrm>
            </p:grpSpPr>
            <p:sp>
              <p:nvSpPr>
                <p:cNvPr id="51" name="Donut 22"/>
                <p:cNvSpPr/>
                <p:nvPr/>
              </p:nvSpPr>
              <p:spPr>
                <a:xfrm>
                  <a:off x="3448050" y="1123950"/>
                  <a:ext cx="2667000" cy="2667000"/>
                </a:xfrm>
                <a:prstGeom prst="donut">
                  <a:avLst>
                    <a:gd name="adj" fmla="val 4457"/>
                  </a:avLst>
                </a:prstGeom>
                <a:gradFill>
                  <a:gsLst>
                    <a:gs pos="100000">
                      <a:sysClr val="windowText" lastClr="000000"/>
                    </a:gs>
                    <a:gs pos="83000">
                      <a:srgbClr val="FFFFFF"/>
                    </a:gs>
                    <a:gs pos="46000">
                      <a:srgbClr val="FFFFFF">
                        <a:lumMod val="65000"/>
                      </a:srgbClr>
                    </a:gs>
                    <a:gs pos="16000">
                      <a:srgbClr val="FFFFFF"/>
                    </a:gs>
                    <a:gs pos="0">
                      <a:sysClr val="windowText" lastClr="000000"/>
                    </a:gs>
                  </a:gsLst>
                  <a:lin ang="13500000" scaled="1"/>
                </a:gradFill>
                <a:ln w="12700" cap="flat" cmpd="sng" algn="ctr">
                  <a:solidFill>
                    <a:srgbClr val="FFFFFF">
                      <a:lumMod val="6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103"/>
                <p:cNvSpPr/>
                <p:nvPr/>
              </p:nvSpPr>
              <p:spPr>
                <a:xfrm>
                  <a:off x="3551970" y="1241899"/>
                  <a:ext cx="2438522" cy="2429855"/>
                </a:xfrm>
                <a:custGeom>
                  <a:avLst/>
                  <a:gdLst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65529"/>
                    <a:gd name="connsiteY0" fmla="*/ 1193274 h 2369733"/>
                    <a:gd name="connsiteX1" fmla="*/ 1193274 w 2365529"/>
                    <a:gd name="connsiteY1" fmla="*/ 0 h 2369733"/>
                    <a:gd name="connsiteX2" fmla="*/ 2365529 w 2365529"/>
                    <a:gd name="connsiteY2" fmla="*/ 1184867 h 2369733"/>
                    <a:gd name="connsiteX3" fmla="*/ 1193274 w 2365529"/>
                    <a:gd name="connsiteY3" fmla="*/ 2369733 h 2369733"/>
                    <a:gd name="connsiteX4" fmla="*/ 0 w 2365529"/>
                    <a:gd name="connsiteY4" fmla="*/ 1193274 h 2369733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5529" h="2357121">
                      <a:moveTo>
                        <a:pt x="0" y="1180662"/>
                      </a:moveTo>
                      <a:cubicBezTo>
                        <a:pt x="0" y="521635"/>
                        <a:pt x="542655" y="0"/>
                        <a:pt x="1201682" y="0"/>
                      </a:cubicBezTo>
                      <a:cubicBezTo>
                        <a:pt x="1860709" y="0"/>
                        <a:pt x="2348713" y="521637"/>
                        <a:pt x="2365529" y="1172255"/>
                      </a:cubicBezTo>
                      <a:cubicBezTo>
                        <a:pt x="2365529" y="1831282"/>
                        <a:pt x="1852301" y="2357121"/>
                        <a:pt x="1193274" y="2357121"/>
                      </a:cubicBezTo>
                      <a:cubicBezTo>
                        <a:pt x="559470" y="2336101"/>
                        <a:pt x="0" y="1839689"/>
                        <a:pt x="0" y="118066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90000">
                      <a:schemeClr val="bg1">
                        <a:alpha val="20000"/>
                      </a:schemeClr>
                    </a:gs>
                    <a:gs pos="2000">
                      <a:schemeClr val="bg1">
                        <a:lumMod val="95000"/>
                        <a:alpha val="18000"/>
                      </a:schemeClr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23"/>
                <p:cNvSpPr/>
                <p:nvPr/>
              </p:nvSpPr>
              <p:spPr>
                <a:xfrm>
                  <a:off x="3590439" y="2005543"/>
                  <a:ext cx="2591287" cy="1848160"/>
                </a:xfrm>
                <a:custGeom>
                  <a:avLst/>
                  <a:gdLst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91287" h="1848160">
                      <a:moveTo>
                        <a:pt x="2441615" y="0"/>
                      </a:moveTo>
                      <a:cubicBezTo>
                        <a:pt x="2537709" y="172615"/>
                        <a:pt x="2591287" y="368773"/>
                        <a:pt x="2591287" y="590019"/>
                      </a:cubicBezTo>
                      <a:cubicBezTo>
                        <a:pt x="2544222" y="1191444"/>
                        <a:pt x="2012951" y="1834714"/>
                        <a:pt x="1217725" y="1848160"/>
                      </a:cubicBezTo>
                      <a:cubicBezTo>
                        <a:pt x="646051" y="1848160"/>
                        <a:pt x="169795" y="1535106"/>
                        <a:pt x="0" y="1057894"/>
                      </a:cubicBezTo>
                      <a:cubicBezTo>
                        <a:pt x="224987" y="1470666"/>
                        <a:pt x="645305" y="1766357"/>
                        <a:pt x="1176824" y="1766357"/>
                      </a:cubicBezTo>
                      <a:cubicBezTo>
                        <a:pt x="1931708" y="1766357"/>
                        <a:pt x="2456256" y="1217219"/>
                        <a:pt x="2530215" y="488045"/>
                      </a:cubicBezTo>
                      <a:cubicBezTo>
                        <a:pt x="2530215" y="317603"/>
                        <a:pt x="2507616" y="148269"/>
                        <a:pt x="2441615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Oval 59"/>
                <p:cNvSpPr/>
                <p:nvPr/>
              </p:nvSpPr>
              <p:spPr>
                <a:xfrm>
                  <a:off x="3550159" y="1238250"/>
                  <a:ext cx="2193274" cy="2093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3274" h="2093560">
                      <a:moveTo>
                        <a:pt x="1231392" y="0"/>
                      </a:moveTo>
                      <a:cubicBezTo>
                        <a:pt x="1620939" y="0"/>
                        <a:pt x="1968237" y="179092"/>
                        <a:pt x="2193274" y="459140"/>
                      </a:cubicBezTo>
                      <a:cubicBezTo>
                        <a:pt x="1972059" y="245503"/>
                        <a:pt x="1669589" y="114300"/>
                        <a:pt x="1336167" y="114300"/>
                      </a:cubicBezTo>
                      <a:cubicBezTo>
                        <a:pt x="656088" y="114300"/>
                        <a:pt x="104775" y="660154"/>
                        <a:pt x="104775" y="1333500"/>
                      </a:cubicBezTo>
                      <a:cubicBezTo>
                        <a:pt x="104775" y="1621156"/>
                        <a:pt x="205392" y="1885545"/>
                        <a:pt x="374285" y="2093560"/>
                      </a:cubicBezTo>
                      <a:cubicBezTo>
                        <a:pt x="143246" y="1872526"/>
                        <a:pt x="0" y="1562426"/>
                        <a:pt x="0" y="1219200"/>
                      </a:cubicBezTo>
                      <a:cubicBezTo>
                        <a:pt x="0" y="545854"/>
                        <a:pt x="551313" y="0"/>
                        <a:pt x="1231392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2"/>
                <p:cNvSpPr/>
                <p:nvPr/>
              </p:nvSpPr>
              <p:spPr>
                <a:xfrm>
                  <a:off x="3711515" y="2233357"/>
                  <a:ext cx="164311" cy="980624"/>
                </a:xfrm>
                <a:custGeom>
                  <a:avLst/>
                  <a:gdLst>
                    <a:gd name="connsiteX0" fmla="*/ 0 w 586946"/>
                    <a:gd name="connsiteY0" fmla="*/ 0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0 w 586946"/>
                    <a:gd name="connsiteY4" fmla="*/ 0 h 1130643"/>
                    <a:gd name="connsiteX0" fmla="*/ 164306 w 586946"/>
                    <a:gd name="connsiteY0" fmla="*/ 142875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164306 w 586946"/>
                    <a:gd name="connsiteY4" fmla="*/ 142875 h 1130643"/>
                    <a:gd name="connsiteX0" fmla="*/ 164306 w 586946"/>
                    <a:gd name="connsiteY0" fmla="*/ 0 h 987768"/>
                    <a:gd name="connsiteX1" fmla="*/ 370252 w 586946"/>
                    <a:gd name="connsiteY1" fmla="*/ 71437 h 987768"/>
                    <a:gd name="connsiteX2" fmla="*/ 586946 w 586946"/>
                    <a:gd name="connsiteY2" fmla="*/ 987768 h 987768"/>
                    <a:gd name="connsiteX3" fmla="*/ 0 w 586946"/>
                    <a:gd name="connsiteY3" fmla="*/ 987768 h 987768"/>
                    <a:gd name="connsiteX4" fmla="*/ 164306 w 586946"/>
                    <a:gd name="connsiteY4" fmla="*/ 0 h 987768"/>
                    <a:gd name="connsiteX0" fmla="*/ 0 w 422640"/>
                    <a:gd name="connsiteY0" fmla="*/ 0 h 987768"/>
                    <a:gd name="connsiteX1" fmla="*/ 205946 w 422640"/>
                    <a:gd name="connsiteY1" fmla="*/ 71437 h 987768"/>
                    <a:gd name="connsiteX2" fmla="*/ 422640 w 422640"/>
                    <a:gd name="connsiteY2" fmla="*/ 987768 h 987768"/>
                    <a:gd name="connsiteX3" fmla="*/ 0 w 422640"/>
                    <a:gd name="connsiteY3" fmla="*/ 0 h 987768"/>
                    <a:gd name="connsiteX0" fmla="*/ 0 w 205946"/>
                    <a:gd name="connsiteY0" fmla="*/ 0 h 980624"/>
                    <a:gd name="connsiteX1" fmla="*/ 205946 w 205946"/>
                    <a:gd name="connsiteY1" fmla="*/ 71437 h 980624"/>
                    <a:gd name="connsiteX2" fmla="*/ 124984 w 205946"/>
                    <a:gd name="connsiteY2" fmla="*/ 980624 h 980624"/>
                    <a:gd name="connsiteX3" fmla="*/ 0 w 205946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191" h="980624">
                      <a:moveTo>
                        <a:pt x="73245" y="0"/>
                      </a:moveTo>
                      <a:lnTo>
                        <a:pt x="279191" y="71437"/>
                      </a:lnTo>
                      <a:cubicBezTo>
                        <a:pt x="147429" y="243530"/>
                        <a:pt x="49003" y="525162"/>
                        <a:pt x="198229" y="980624"/>
                      </a:cubicBezTo>
                      <a:cubicBezTo>
                        <a:pt x="-105369" y="510874"/>
                        <a:pt x="14893" y="145900"/>
                        <a:pt x="732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Chord 31"/>
              <p:cNvSpPr/>
              <p:nvPr/>
            </p:nvSpPr>
            <p:spPr>
              <a:xfrm rot="1866441">
                <a:off x="3583640" y="1343373"/>
                <a:ext cx="1130298" cy="1890132"/>
              </a:xfrm>
              <a:custGeom>
                <a:avLst/>
                <a:gdLst>
                  <a:gd name="connsiteX0" fmla="*/ 2070314 w 2425524"/>
                  <a:gd name="connsiteY0" fmla="*/ 2070314 h 2425524"/>
                  <a:gd name="connsiteX1" fmla="*/ 606381 w 2425524"/>
                  <a:gd name="connsiteY1" fmla="*/ 2263044 h 2425524"/>
                  <a:gd name="connsiteX2" fmla="*/ 41324 w 2425524"/>
                  <a:gd name="connsiteY2" fmla="*/ 898875 h 2425524"/>
                  <a:gd name="connsiteX3" fmla="*/ 1212762 w 2425524"/>
                  <a:gd name="connsiteY3" fmla="*/ -1 h 2425524"/>
                  <a:gd name="connsiteX4" fmla="*/ 2070314 w 2425524"/>
                  <a:gd name="connsiteY4" fmla="*/ 2070314 h 2425524"/>
                  <a:gd name="connsiteX0" fmla="*/ 2070423 w 2070423"/>
                  <a:gd name="connsiteY0" fmla="*/ 2070315 h 2425553"/>
                  <a:gd name="connsiteX1" fmla="*/ 606490 w 2070423"/>
                  <a:gd name="connsiteY1" fmla="*/ 2263045 h 2425553"/>
                  <a:gd name="connsiteX2" fmla="*/ 41433 w 2070423"/>
                  <a:gd name="connsiteY2" fmla="*/ 898876 h 2425553"/>
                  <a:gd name="connsiteX3" fmla="*/ 1212871 w 2070423"/>
                  <a:gd name="connsiteY3" fmla="*/ 0 h 2425553"/>
                  <a:gd name="connsiteX4" fmla="*/ 2070423 w 2070423"/>
                  <a:gd name="connsiteY4" fmla="*/ 2070315 h 2425553"/>
                  <a:gd name="connsiteX0" fmla="*/ 2070423 w 2070423"/>
                  <a:gd name="connsiteY0" fmla="*/ 2070315 h 2362424"/>
                  <a:gd name="connsiteX1" fmla="*/ 606490 w 2070423"/>
                  <a:gd name="connsiteY1" fmla="*/ 2263045 h 2362424"/>
                  <a:gd name="connsiteX2" fmla="*/ 41433 w 2070423"/>
                  <a:gd name="connsiteY2" fmla="*/ 898876 h 2362424"/>
                  <a:gd name="connsiteX3" fmla="*/ 1212871 w 2070423"/>
                  <a:gd name="connsiteY3" fmla="*/ 0 h 2362424"/>
                  <a:gd name="connsiteX4" fmla="*/ 2070423 w 2070423"/>
                  <a:gd name="connsiteY4" fmla="*/ 2070315 h 2362424"/>
                  <a:gd name="connsiteX0" fmla="*/ 2070423 w 2070423"/>
                  <a:gd name="connsiteY0" fmla="*/ 2070315 h 2263045"/>
                  <a:gd name="connsiteX1" fmla="*/ 606490 w 2070423"/>
                  <a:gd name="connsiteY1" fmla="*/ 2263045 h 2263045"/>
                  <a:gd name="connsiteX2" fmla="*/ 41433 w 2070423"/>
                  <a:gd name="connsiteY2" fmla="*/ 898876 h 2263045"/>
                  <a:gd name="connsiteX3" fmla="*/ 1212871 w 2070423"/>
                  <a:gd name="connsiteY3" fmla="*/ 0 h 2263045"/>
                  <a:gd name="connsiteX4" fmla="*/ 2070423 w 2070423"/>
                  <a:gd name="connsiteY4" fmla="*/ 2070315 h 2263045"/>
                  <a:gd name="connsiteX0" fmla="*/ 2028990 w 2028990"/>
                  <a:gd name="connsiteY0" fmla="*/ 2070315 h 2263045"/>
                  <a:gd name="connsiteX1" fmla="*/ 565057 w 2028990"/>
                  <a:gd name="connsiteY1" fmla="*/ 2263045 h 2263045"/>
                  <a:gd name="connsiteX2" fmla="*/ 0 w 2028990"/>
                  <a:gd name="connsiteY2" fmla="*/ 898876 h 2263045"/>
                  <a:gd name="connsiteX3" fmla="*/ 1171438 w 2028990"/>
                  <a:gd name="connsiteY3" fmla="*/ 0 h 2263045"/>
                  <a:gd name="connsiteX4" fmla="*/ 2028990 w 2028990"/>
                  <a:gd name="connsiteY4" fmla="*/ 2070315 h 2263045"/>
                  <a:gd name="connsiteX0" fmla="*/ 2083060 w 2083060"/>
                  <a:gd name="connsiteY0" fmla="*/ 2070315 h 2263045"/>
                  <a:gd name="connsiteX1" fmla="*/ 619127 w 2083060"/>
                  <a:gd name="connsiteY1" fmla="*/ 2263045 h 2263045"/>
                  <a:gd name="connsiteX2" fmla="*/ 54070 w 2083060"/>
                  <a:gd name="connsiteY2" fmla="*/ 898876 h 2263045"/>
                  <a:gd name="connsiteX3" fmla="*/ 1225508 w 2083060"/>
                  <a:gd name="connsiteY3" fmla="*/ 0 h 2263045"/>
                  <a:gd name="connsiteX4" fmla="*/ 2083060 w 2083060"/>
                  <a:gd name="connsiteY4" fmla="*/ 2070315 h 2263045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35729 w 1735729"/>
                  <a:gd name="connsiteY0" fmla="*/ 1844935 h 1992589"/>
                  <a:gd name="connsiteX1" fmla="*/ 606647 w 1735729"/>
                  <a:gd name="connsiteY1" fmla="*/ 1992589 h 1992589"/>
                  <a:gd name="connsiteX2" fmla="*/ 41590 w 1735729"/>
                  <a:gd name="connsiteY2" fmla="*/ 628420 h 1992589"/>
                  <a:gd name="connsiteX3" fmla="*/ 478932 w 1735729"/>
                  <a:gd name="connsiteY3" fmla="*/ 0 h 1992589"/>
                  <a:gd name="connsiteX4" fmla="*/ 1735729 w 1735729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2027490"/>
                  <a:gd name="connsiteX1" fmla="*/ 617379 w 1746461"/>
                  <a:gd name="connsiteY1" fmla="*/ 2027490 h 2027490"/>
                  <a:gd name="connsiteX2" fmla="*/ 40415 w 1746461"/>
                  <a:gd name="connsiteY2" fmla="*/ 626039 h 2027490"/>
                  <a:gd name="connsiteX3" fmla="*/ 489664 w 1746461"/>
                  <a:gd name="connsiteY3" fmla="*/ 0 h 2027490"/>
                  <a:gd name="connsiteX4" fmla="*/ 1746461 w 1746461"/>
                  <a:gd name="connsiteY4" fmla="*/ 1844935 h 2027490"/>
                  <a:gd name="connsiteX0" fmla="*/ 1739990 w 1739990"/>
                  <a:gd name="connsiteY0" fmla="*/ 1844935 h 2027490"/>
                  <a:gd name="connsiteX1" fmla="*/ 610908 w 1739990"/>
                  <a:gd name="connsiteY1" fmla="*/ 2027490 h 2027490"/>
                  <a:gd name="connsiteX2" fmla="*/ 33944 w 1739990"/>
                  <a:gd name="connsiteY2" fmla="*/ 626039 h 2027490"/>
                  <a:gd name="connsiteX3" fmla="*/ 483193 w 1739990"/>
                  <a:gd name="connsiteY3" fmla="*/ 0 h 2027490"/>
                  <a:gd name="connsiteX4" fmla="*/ 1739990 w 1739990"/>
                  <a:gd name="connsiteY4" fmla="*/ 1844935 h 2027490"/>
                  <a:gd name="connsiteX0" fmla="*/ 1766030 w 1766030"/>
                  <a:gd name="connsiteY0" fmla="*/ 1844935 h 2027490"/>
                  <a:gd name="connsiteX1" fmla="*/ 636948 w 1766030"/>
                  <a:gd name="connsiteY1" fmla="*/ 2027490 h 2027490"/>
                  <a:gd name="connsiteX2" fmla="*/ 32063 w 1766030"/>
                  <a:gd name="connsiteY2" fmla="*/ 605099 h 2027490"/>
                  <a:gd name="connsiteX3" fmla="*/ 509233 w 1766030"/>
                  <a:gd name="connsiteY3" fmla="*/ 0 h 2027490"/>
                  <a:gd name="connsiteX4" fmla="*/ 1766030 w 1766030"/>
                  <a:gd name="connsiteY4" fmla="*/ 1844935 h 2027490"/>
                  <a:gd name="connsiteX0" fmla="*/ 1766030 w 1766030"/>
                  <a:gd name="connsiteY0" fmla="*/ 1844935 h 2034470"/>
                  <a:gd name="connsiteX1" fmla="*/ 636948 w 1766030"/>
                  <a:gd name="connsiteY1" fmla="*/ 2034470 h 2034470"/>
                  <a:gd name="connsiteX2" fmla="*/ 32063 w 1766030"/>
                  <a:gd name="connsiteY2" fmla="*/ 605099 h 2034470"/>
                  <a:gd name="connsiteX3" fmla="*/ 509233 w 1766030"/>
                  <a:gd name="connsiteY3" fmla="*/ 0 h 2034470"/>
                  <a:gd name="connsiteX4" fmla="*/ 1766030 w 1766030"/>
                  <a:gd name="connsiteY4" fmla="*/ 1844935 h 2034470"/>
                  <a:gd name="connsiteX0" fmla="*/ 1763311 w 1763311"/>
                  <a:gd name="connsiteY0" fmla="*/ 1844935 h 2034470"/>
                  <a:gd name="connsiteX1" fmla="*/ 634229 w 1763311"/>
                  <a:gd name="connsiteY1" fmla="*/ 2034470 h 2034470"/>
                  <a:gd name="connsiteX2" fmla="*/ 29344 w 1763311"/>
                  <a:gd name="connsiteY2" fmla="*/ 605099 h 2034470"/>
                  <a:gd name="connsiteX3" fmla="*/ 506514 w 1763311"/>
                  <a:gd name="connsiteY3" fmla="*/ 0 h 2034470"/>
                  <a:gd name="connsiteX4" fmla="*/ 1763311 w 1763311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61148 w 1761148"/>
                  <a:gd name="connsiteY0" fmla="*/ 1844935 h 2034470"/>
                  <a:gd name="connsiteX1" fmla="*/ 632066 w 1761148"/>
                  <a:gd name="connsiteY1" fmla="*/ 2034470 h 2034470"/>
                  <a:gd name="connsiteX2" fmla="*/ 27181 w 1761148"/>
                  <a:gd name="connsiteY2" fmla="*/ 605099 h 2034470"/>
                  <a:gd name="connsiteX3" fmla="*/ 504351 w 1761148"/>
                  <a:gd name="connsiteY3" fmla="*/ 0 h 2034470"/>
                  <a:gd name="connsiteX4" fmla="*/ 1761148 w 1761148"/>
                  <a:gd name="connsiteY4" fmla="*/ 1844935 h 2034470"/>
                  <a:gd name="connsiteX0" fmla="*/ 1737873 w 1737873"/>
                  <a:gd name="connsiteY0" fmla="*/ 1844935 h 2034470"/>
                  <a:gd name="connsiteX1" fmla="*/ 608791 w 1737873"/>
                  <a:gd name="connsiteY1" fmla="*/ 2034470 h 2034470"/>
                  <a:gd name="connsiteX2" fmla="*/ 28508 w 1737873"/>
                  <a:gd name="connsiteY2" fmla="*/ 605099 h 2034470"/>
                  <a:gd name="connsiteX3" fmla="*/ 481076 w 1737873"/>
                  <a:gd name="connsiteY3" fmla="*/ 0 h 2034470"/>
                  <a:gd name="connsiteX4" fmla="*/ 1737873 w 1737873"/>
                  <a:gd name="connsiteY4" fmla="*/ 1844935 h 2034470"/>
                  <a:gd name="connsiteX0" fmla="*/ 1731095 w 1731095"/>
                  <a:gd name="connsiteY0" fmla="*/ 1844935 h 2005766"/>
                  <a:gd name="connsiteX1" fmla="*/ 757830 w 1731095"/>
                  <a:gd name="connsiteY1" fmla="*/ 2005766 h 2005766"/>
                  <a:gd name="connsiteX2" fmla="*/ 21730 w 1731095"/>
                  <a:gd name="connsiteY2" fmla="*/ 605099 h 2005766"/>
                  <a:gd name="connsiteX3" fmla="*/ 474298 w 1731095"/>
                  <a:gd name="connsiteY3" fmla="*/ 0 h 2005766"/>
                  <a:gd name="connsiteX4" fmla="*/ 1731095 w 1731095"/>
                  <a:gd name="connsiteY4" fmla="*/ 1844935 h 2005766"/>
                  <a:gd name="connsiteX0" fmla="*/ 1719212 w 1719212"/>
                  <a:gd name="connsiteY0" fmla="*/ 1844935 h 2005766"/>
                  <a:gd name="connsiteX1" fmla="*/ 745947 w 1719212"/>
                  <a:gd name="connsiteY1" fmla="*/ 2005766 h 2005766"/>
                  <a:gd name="connsiteX2" fmla="*/ 22149 w 1719212"/>
                  <a:gd name="connsiteY2" fmla="*/ 600998 h 2005766"/>
                  <a:gd name="connsiteX3" fmla="*/ 462415 w 1719212"/>
                  <a:gd name="connsiteY3" fmla="*/ 0 h 2005766"/>
                  <a:gd name="connsiteX4" fmla="*/ 1719212 w 1719212"/>
                  <a:gd name="connsiteY4" fmla="*/ 1844935 h 2005766"/>
                  <a:gd name="connsiteX0" fmla="*/ 1697830 w 1697830"/>
                  <a:gd name="connsiteY0" fmla="*/ 1844935 h 2005766"/>
                  <a:gd name="connsiteX1" fmla="*/ 724565 w 1697830"/>
                  <a:gd name="connsiteY1" fmla="*/ 2005766 h 2005766"/>
                  <a:gd name="connsiteX2" fmla="*/ 767 w 1697830"/>
                  <a:gd name="connsiteY2" fmla="*/ 600998 h 2005766"/>
                  <a:gd name="connsiteX3" fmla="*/ 441033 w 1697830"/>
                  <a:gd name="connsiteY3" fmla="*/ 0 h 2005766"/>
                  <a:gd name="connsiteX4" fmla="*/ 1697830 w 1697830"/>
                  <a:gd name="connsiteY4" fmla="*/ 1844935 h 2005766"/>
                  <a:gd name="connsiteX0" fmla="*/ 1697860 w 1697860"/>
                  <a:gd name="connsiteY0" fmla="*/ 1844935 h 2005766"/>
                  <a:gd name="connsiteX1" fmla="*/ 724595 w 1697860"/>
                  <a:gd name="connsiteY1" fmla="*/ 2005766 h 2005766"/>
                  <a:gd name="connsiteX2" fmla="*/ 797 w 1697860"/>
                  <a:gd name="connsiteY2" fmla="*/ 600998 h 2005766"/>
                  <a:gd name="connsiteX3" fmla="*/ 441063 w 1697860"/>
                  <a:gd name="connsiteY3" fmla="*/ 0 h 2005766"/>
                  <a:gd name="connsiteX4" fmla="*/ 1697860 w 1697860"/>
                  <a:gd name="connsiteY4" fmla="*/ 1844935 h 2005766"/>
                  <a:gd name="connsiteX0" fmla="*/ 1310663 w 1310663"/>
                  <a:gd name="connsiteY0" fmla="*/ 1844935 h 2005766"/>
                  <a:gd name="connsiteX1" fmla="*/ 337398 w 1310663"/>
                  <a:gd name="connsiteY1" fmla="*/ 2005766 h 2005766"/>
                  <a:gd name="connsiteX2" fmla="*/ 53866 w 1310663"/>
                  <a:gd name="connsiteY2" fmla="*/ 0 h 2005766"/>
                  <a:gd name="connsiteX3" fmla="*/ 1310663 w 1310663"/>
                  <a:gd name="connsiteY3" fmla="*/ 1844935 h 2005766"/>
                  <a:gd name="connsiteX0" fmla="*/ 1547182 w 1547182"/>
                  <a:gd name="connsiteY0" fmla="*/ 1844935 h 2005766"/>
                  <a:gd name="connsiteX1" fmla="*/ 573917 w 1547182"/>
                  <a:gd name="connsiteY1" fmla="*/ 2005766 h 2005766"/>
                  <a:gd name="connsiteX2" fmla="*/ 290385 w 1547182"/>
                  <a:gd name="connsiteY2" fmla="*/ 0 h 2005766"/>
                  <a:gd name="connsiteX3" fmla="*/ 1547182 w 1547182"/>
                  <a:gd name="connsiteY3" fmla="*/ 1844935 h 2005766"/>
                  <a:gd name="connsiteX0" fmla="*/ 1535283 w 1535283"/>
                  <a:gd name="connsiteY0" fmla="*/ 1844935 h 1997565"/>
                  <a:gd name="connsiteX1" fmla="*/ 619424 w 1535283"/>
                  <a:gd name="connsiteY1" fmla="*/ 1997565 h 1997565"/>
                  <a:gd name="connsiteX2" fmla="*/ 278486 w 1535283"/>
                  <a:gd name="connsiteY2" fmla="*/ 0 h 1997565"/>
                  <a:gd name="connsiteX3" fmla="*/ 1535283 w 1535283"/>
                  <a:gd name="connsiteY3" fmla="*/ 1844935 h 1997565"/>
                  <a:gd name="connsiteX0" fmla="*/ 1256797 w 1256797"/>
                  <a:gd name="connsiteY0" fmla="*/ 1844935 h 1844935"/>
                  <a:gd name="connsiteX1" fmla="*/ 0 w 1256797"/>
                  <a:gd name="connsiteY1" fmla="*/ 0 h 1844935"/>
                  <a:gd name="connsiteX2" fmla="*/ 1256797 w 1256797"/>
                  <a:gd name="connsiteY2" fmla="*/ 1844935 h 1844935"/>
                  <a:gd name="connsiteX0" fmla="*/ 1256797 w 1256797"/>
                  <a:gd name="connsiteY0" fmla="*/ 1844935 h 1860120"/>
                  <a:gd name="connsiteX1" fmla="*/ 0 w 1256797"/>
                  <a:gd name="connsiteY1" fmla="*/ 0 h 1860120"/>
                  <a:gd name="connsiteX2" fmla="*/ 1256797 w 1256797"/>
                  <a:gd name="connsiteY2" fmla="*/ 1844935 h 1860120"/>
                  <a:gd name="connsiteX0" fmla="*/ 1560885 w 1560885"/>
                  <a:gd name="connsiteY0" fmla="*/ 1844935 h 1857836"/>
                  <a:gd name="connsiteX1" fmla="*/ 304088 w 1560885"/>
                  <a:gd name="connsiteY1" fmla="*/ 0 h 1857836"/>
                  <a:gd name="connsiteX2" fmla="*/ 1560885 w 1560885"/>
                  <a:gd name="connsiteY2" fmla="*/ 1844935 h 1857836"/>
                  <a:gd name="connsiteX0" fmla="*/ 1547179 w 1547179"/>
                  <a:gd name="connsiteY0" fmla="*/ 1906441 h 1918920"/>
                  <a:gd name="connsiteX1" fmla="*/ 310884 w 1547179"/>
                  <a:gd name="connsiteY1" fmla="*/ 0 h 1918920"/>
                  <a:gd name="connsiteX2" fmla="*/ 1547179 w 1547179"/>
                  <a:gd name="connsiteY2" fmla="*/ 1906441 h 1918920"/>
                  <a:gd name="connsiteX0" fmla="*/ 1528308 w 1528308"/>
                  <a:gd name="connsiteY0" fmla="*/ 1906441 h 1938005"/>
                  <a:gd name="connsiteX1" fmla="*/ 292013 w 1528308"/>
                  <a:gd name="connsiteY1" fmla="*/ 0 h 1938005"/>
                  <a:gd name="connsiteX2" fmla="*/ 1528308 w 1528308"/>
                  <a:gd name="connsiteY2" fmla="*/ 1906441 h 1938005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634630 w 1634630"/>
                  <a:gd name="connsiteY0" fmla="*/ 1906441 h 2065595"/>
                  <a:gd name="connsiteX1" fmla="*/ 398335 w 1634630"/>
                  <a:gd name="connsiteY1" fmla="*/ 0 h 2065595"/>
                  <a:gd name="connsiteX2" fmla="*/ 1634630 w 1634630"/>
                  <a:gd name="connsiteY2" fmla="*/ 1906441 h 2065595"/>
                  <a:gd name="connsiteX0" fmla="*/ 1738350 w 1738350"/>
                  <a:gd name="connsiteY0" fmla="*/ 1906441 h 2071671"/>
                  <a:gd name="connsiteX1" fmla="*/ 502055 w 1738350"/>
                  <a:gd name="connsiteY1" fmla="*/ 0 h 2071671"/>
                  <a:gd name="connsiteX2" fmla="*/ 1738350 w 1738350"/>
                  <a:gd name="connsiteY2" fmla="*/ 1906441 h 2071671"/>
                  <a:gd name="connsiteX0" fmla="*/ 1716657 w 1716657"/>
                  <a:gd name="connsiteY0" fmla="*/ 1906441 h 2019965"/>
                  <a:gd name="connsiteX1" fmla="*/ 480362 w 1716657"/>
                  <a:gd name="connsiteY1" fmla="*/ 0 h 2019965"/>
                  <a:gd name="connsiteX2" fmla="*/ 1716657 w 1716657"/>
                  <a:gd name="connsiteY2" fmla="*/ 1906441 h 2019965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68938 w 1768938"/>
                  <a:gd name="connsiteY0" fmla="*/ 1864945 h 1963334"/>
                  <a:gd name="connsiteX1" fmla="*/ 463873 w 1768938"/>
                  <a:gd name="connsiteY1" fmla="*/ 0 h 1963334"/>
                  <a:gd name="connsiteX2" fmla="*/ 1768938 w 1768938"/>
                  <a:gd name="connsiteY2" fmla="*/ 1864945 h 1963334"/>
                  <a:gd name="connsiteX0" fmla="*/ 1778189 w 1778189"/>
                  <a:gd name="connsiteY0" fmla="*/ 1864945 h 1977575"/>
                  <a:gd name="connsiteX1" fmla="*/ 473124 w 1778189"/>
                  <a:gd name="connsiteY1" fmla="*/ 0 h 1977575"/>
                  <a:gd name="connsiteX2" fmla="*/ 1778189 w 1778189"/>
                  <a:gd name="connsiteY2" fmla="*/ 1864945 h 1977575"/>
                  <a:gd name="connsiteX0" fmla="*/ 1772553 w 1772553"/>
                  <a:gd name="connsiteY0" fmla="*/ 1864945 h 1980049"/>
                  <a:gd name="connsiteX1" fmla="*/ 467488 w 1772553"/>
                  <a:gd name="connsiteY1" fmla="*/ 0 h 1980049"/>
                  <a:gd name="connsiteX2" fmla="*/ 1772553 w 1772553"/>
                  <a:gd name="connsiteY2" fmla="*/ 1864945 h 1980049"/>
                  <a:gd name="connsiteX0" fmla="*/ 1780606 w 1780606"/>
                  <a:gd name="connsiteY0" fmla="*/ 1864945 h 1962324"/>
                  <a:gd name="connsiteX1" fmla="*/ 475541 w 1780606"/>
                  <a:gd name="connsiteY1" fmla="*/ 0 h 1962324"/>
                  <a:gd name="connsiteX2" fmla="*/ 1780606 w 1780606"/>
                  <a:gd name="connsiteY2" fmla="*/ 1864945 h 196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80606" h="1962324">
                    <a:moveTo>
                      <a:pt x="1780606" y="1864945"/>
                    </a:moveTo>
                    <a:cubicBezTo>
                      <a:pt x="-328568" y="2417276"/>
                      <a:pt x="-280107" y="460227"/>
                      <a:pt x="475541" y="0"/>
                    </a:cubicBezTo>
                    <a:cubicBezTo>
                      <a:pt x="420907" y="581428"/>
                      <a:pt x="598317" y="1203785"/>
                      <a:pt x="1780606" y="1864945"/>
                    </a:cubicBezTo>
                    <a:close/>
                  </a:path>
                </a:pathLst>
              </a:custGeom>
              <a:gradFill flip="none" rotWithShape="1">
                <a:gsLst>
                  <a:gs pos="70000">
                    <a:srgbClr val="FFFFFF">
                      <a:alpha val="0"/>
                    </a:srgbClr>
                  </a:gs>
                  <a:gs pos="10000">
                    <a:srgbClr val="FFFFFF">
                      <a:alpha val="58824"/>
                    </a:srgbClr>
                  </a:gs>
                </a:gsLst>
                <a:lin ang="2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923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968367" y="1662697"/>
            <a:ext cx="6255266" cy="3532607"/>
            <a:chOff x="2769092" y="1582488"/>
            <a:chExt cx="6255266" cy="3532607"/>
          </a:xfrm>
        </p:grpSpPr>
        <p:grpSp>
          <p:nvGrpSpPr>
            <p:cNvPr id="37" name="Grupo 36"/>
            <p:cNvGrpSpPr/>
            <p:nvPr/>
          </p:nvGrpSpPr>
          <p:grpSpPr>
            <a:xfrm>
              <a:off x="2769092" y="1582488"/>
              <a:ext cx="5468017" cy="3218400"/>
              <a:chOff x="4144388" y="1167818"/>
              <a:chExt cx="3745975" cy="2149246"/>
            </a:xfrm>
          </p:grpSpPr>
          <p:sp>
            <p:nvSpPr>
              <p:cNvPr id="38" name="Rounded Rectangle 110"/>
              <p:cNvSpPr/>
              <p:nvPr/>
            </p:nvSpPr>
            <p:spPr>
              <a:xfrm rot="5400000">
                <a:off x="5201074" y="627775"/>
                <a:ext cx="1821522" cy="3557056"/>
              </a:xfrm>
              <a:prstGeom prst="roundRect">
                <a:avLst>
                  <a:gd name="adj" fmla="val 7102"/>
                </a:avLst>
              </a:prstGeom>
              <a:gradFill>
                <a:gsLst>
                  <a:gs pos="0">
                    <a:srgbClr val="FDE3A1"/>
                  </a:gs>
                  <a:gs pos="100000">
                    <a:srgbClr val="FBD168">
                      <a:lumMod val="75000"/>
                    </a:srgbClr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14400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 dirty="0"/>
              </a:p>
            </p:txBody>
          </p:sp>
          <p:sp>
            <p:nvSpPr>
              <p:cNvPr id="39" name="Rectangle 111"/>
              <p:cNvSpPr/>
              <p:nvPr/>
            </p:nvSpPr>
            <p:spPr>
              <a:xfrm>
                <a:off x="5436793" y="2007881"/>
                <a:ext cx="2127721" cy="7810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Ciclo de desenvolvimento de aplicação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Releases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 err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Check</a:t>
                </a: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sz="1400" kern="0" dirty="0" err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List</a:t>
                </a: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Projetos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Requisitos</a:t>
                </a:r>
              </a:p>
            </p:txBody>
          </p:sp>
          <p:sp>
            <p:nvSpPr>
              <p:cNvPr id="40" name="Oval 3"/>
              <p:cNvSpPr/>
              <p:nvPr/>
            </p:nvSpPr>
            <p:spPr>
              <a:xfrm rot="21238514">
                <a:off x="4144388" y="1167818"/>
                <a:ext cx="1264225" cy="1494425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99"/>
                  <a:gd name="connsiteX1" fmla="*/ 344482 w 688986"/>
                  <a:gd name="connsiteY1" fmla="*/ 0 h 814199"/>
                  <a:gd name="connsiteX2" fmla="*/ 688964 w 688986"/>
                  <a:gd name="connsiteY2" fmla="*/ 344482 h 814199"/>
                  <a:gd name="connsiteX3" fmla="*/ 358770 w 688986"/>
                  <a:gd name="connsiteY3" fmla="*/ 688964 h 814199"/>
                  <a:gd name="connsiteX4" fmla="*/ 296382 w 688986"/>
                  <a:gd name="connsiteY4" fmla="*/ 813796 h 814199"/>
                  <a:gd name="connsiteX5" fmla="*/ 141601 w 688986"/>
                  <a:gd name="connsiteY5" fmla="*/ 625677 h 814199"/>
                  <a:gd name="connsiteX6" fmla="*/ 0 w 688986"/>
                  <a:gd name="connsiteY6" fmla="*/ 344482 h 814199"/>
                  <a:gd name="connsiteX0" fmla="*/ 0 w 688986"/>
                  <a:gd name="connsiteY0" fmla="*/ 344482 h 809377"/>
                  <a:gd name="connsiteX1" fmla="*/ 344482 w 688986"/>
                  <a:gd name="connsiteY1" fmla="*/ 0 h 809377"/>
                  <a:gd name="connsiteX2" fmla="*/ 688964 w 688986"/>
                  <a:gd name="connsiteY2" fmla="*/ 344482 h 809377"/>
                  <a:gd name="connsiteX3" fmla="*/ 358770 w 688986"/>
                  <a:gd name="connsiteY3" fmla="*/ 688964 h 809377"/>
                  <a:gd name="connsiteX4" fmla="*/ 292461 w 688986"/>
                  <a:gd name="connsiteY4" fmla="*/ 808950 h 809377"/>
                  <a:gd name="connsiteX5" fmla="*/ 141601 w 688986"/>
                  <a:gd name="connsiteY5" fmla="*/ 625677 h 809377"/>
                  <a:gd name="connsiteX6" fmla="*/ 0 w 688986"/>
                  <a:gd name="connsiteY6" fmla="*/ 344482 h 809377"/>
                  <a:gd name="connsiteX0" fmla="*/ 0 w 688986"/>
                  <a:gd name="connsiteY0" fmla="*/ 344482 h 809317"/>
                  <a:gd name="connsiteX1" fmla="*/ 344482 w 688986"/>
                  <a:gd name="connsiteY1" fmla="*/ 0 h 809317"/>
                  <a:gd name="connsiteX2" fmla="*/ 688964 w 688986"/>
                  <a:gd name="connsiteY2" fmla="*/ 344482 h 809317"/>
                  <a:gd name="connsiteX3" fmla="*/ 358770 w 688986"/>
                  <a:gd name="connsiteY3" fmla="*/ 688964 h 809317"/>
                  <a:gd name="connsiteX4" fmla="*/ 292461 w 688986"/>
                  <a:gd name="connsiteY4" fmla="*/ 808950 h 809317"/>
                  <a:gd name="connsiteX5" fmla="*/ 141601 w 688986"/>
                  <a:gd name="connsiteY5" fmla="*/ 625677 h 809317"/>
                  <a:gd name="connsiteX6" fmla="*/ 0 w 688986"/>
                  <a:gd name="connsiteY6" fmla="*/ 344482 h 809317"/>
                  <a:gd name="connsiteX0" fmla="*/ 0 w 688986"/>
                  <a:gd name="connsiteY0" fmla="*/ 344482 h 809309"/>
                  <a:gd name="connsiteX1" fmla="*/ 344482 w 688986"/>
                  <a:gd name="connsiteY1" fmla="*/ 0 h 809309"/>
                  <a:gd name="connsiteX2" fmla="*/ 688964 w 688986"/>
                  <a:gd name="connsiteY2" fmla="*/ 344482 h 809309"/>
                  <a:gd name="connsiteX3" fmla="*/ 358770 w 688986"/>
                  <a:gd name="connsiteY3" fmla="*/ 688964 h 809309"/>
                  <a:gd name="connsiteX4" fmla="*/ 292461 w 688986"/>
                  <a:gd name="connsiteY4" fmla="*/ 808950 h 809309"/>
                  <a:gd name="connsiteX5" fmla="*/ 150925 w 688986"/>
                  <a:gd name="connsiteY5" fmla="*/ 623626 h 809309"/>
                  <a:gd name="connsiteX6" fmla="*/ 0 w 688986"/>
                  <a:gd name="connsiteY6" fmla="*/ 344482 h 809309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4403"/>
                  <a:gd name="connsiteX1" fmla="*/ 344482 w 688986"/>
                  <a:gd name="connsiteY1" fmla="*/ 0 h 814403"/>
                  <a:gd name="connsiteX2" fmla="*/ 688964 w 688986"/>
                  <a:gd name="connsiteY2" fmla="*/ 344482 h 814403"/>
                  <a:gd name="connsiteX3" fmla="*/ 358770 w 688986"/>
                  <a:gd name="connsiteY3" fmla="*/ 688964 h 814403"/>
                  <a:gd name="connsiteX4" fmla="*/ 300994 w 688986"/>
                  <a:gd name="connsiteY4" fmla="*/ 814403 h 814403"/>
                  <a:gd name="connsiteX5" fmla="*/ 150925 w 688986"/>
                  <a:gd name="connsiteY5" fmla="*/ 623626 h 814403"/>
                  <a:gd name="connsiteX6" fmla="*/ 0 w 688986"/>
                  <a:gd name="connsiteY6" fmla="*/ 344482 h 814403"/>
                  <a:gd name="connsiteX0" fmla="*/ 0 w 688986"/>
                  <a:gd name="connsiteY0" fmla="*/ 344482 h 814443"/>
                  <a:gd name="connsiteX1" fmla="*/ 344482 w 688986"/>
                  <a:gd name="connsiteY1" fmla="*/ 0 h 814443"/>
                  <a:gd name="connsiteX2" fmla="*/ 688964 w 688986"/>
                  <a:gd name="connsiteY2" fmla="*/ 344482 h 814443"/>
                  <a:gd name="connsiteX3" fmla="*/ 358770 w 688986"/>
                  <a:gd name="connsiteY3" fmla="*/ 688964 h 814443"/>
                  <a:gd name="connsiteX4" fmla="*/ 300994 w 688986"/>
                  <a:gd name="connsiteY4" fmla="*/ 814403 h 814443"/>
                  <a:gd name="connsiteX5" fmla="*/ 150925 w 688986"/>
                  <a:gd name="connsiteY5" fmla="*/ 623626 h 814443"/>
                  <a:gd name="connsiteX6" fmla="*/ 0 w 688986"/>
                  <a:gd name="connsiteY6" fmla="*/ 344482 h 81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443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5439" y="808627"/>
                      <a:pt x="300994" y="814403"/>
                    </a:cubicBezTo>
                    <a:cubicBezTo>
                      <a:pt x="250814" y="816517"/>
                      <a:pt x="161317" y="735413"/>
                      <a:pt x="150925" y="623626"/>
                    </a:cubicBezTo>
                    <a:cubicBezTo>
                      <a:pt x="91898" y="579118"/>
                      <a:pt x="12224" y="492814"/>
                      <a:pt x="0" y="344482"/>
                    </a:cubicBezTo>
                    <a:close/>
                  </a:path>
                </a:pathLst>
              </a:custGeom>
              <a:gradFill flip="none" rotWithShape="1">
                <a:gsLst>
                  <a:gs pos="87000">
                    <a:schemeClr val="bg2">
                      <a:lumMod val="65000"/>
                    </a:schemeClr>
                  </a:gs>
                  <a:gs pos="23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Oval 3"/>
              <p:cNvSpPr/>
              <p:nvPr/>
            </p:nvSpPr>
            <p:spPr>
              <a:xfrm>
                <a:off x="4233473" y="1172538"/>
                <a:ext cx="1264225" cy="1493920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168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0827" y="808020"/>
                      <a:pt x="296382" y="813796"/>
                    </a:cubicBezTo>
                    <a:cubicBezTo>
                      <a:pt x="247229" y="820572"/>
                      <a:pt x="164011" y="734058"/>
                      <a:pt x="141601" y="625677"/>
                    </a:cubicBezTo>
                    <a:cubicBezTo>
                      <a:pt x="82574" y="581169"/>
                      <a:pt x="12224" y="492814"/>
                      <a:pt x="0" y="34448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D168"/>
                  </a:gs>
                  <a:gs pos="100000">
                    <a:srgbClr val="FBD168">
                      <a:lumMod val="75000"/>
                    </a:srgbClr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14400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Oval 6"/>
              <p:cNvSpPr/>
              <p:nvPr/>
            </p:nvSpPr>
            <p:spPr>
              <a:xfrm>
                <a:off x="4337074" y="1269487"/>
                <a:ext cx="1057024" cy="10570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Rectangle 108"/>
              <p:cNvSpPr/>
              <p:nvPr/>
            </p:nvSpPr>
            <p:spPr>
              <a:xfrm>
                <a:off x="5690590" y="1609419"/>
                <a:ext cx="1877863" cy="30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Agency FB" panose="020B0503020202020204" pitchFamily="34" charset="0"/>
                    <a:cs typeface="Andalus" panose="02020603050405020304" pitchFamily="18" charset="-78"/>
                  </a:rPr>
                  <a:t>Forma de </a:t>
                </a:r>
                <a:r>
                  <a:rPr kumimoji="0" lang="en-US" sz="2400" b="1" i="0" u="none" strike="noStrike" kern="0" cap="none" spc="0" normalizeH="0" baseline="0" noProof="0" dirty="0" err="1" smtClean="0">
                    <a:ln>
                      <a:noFill/>
                    </a:ln>
                    <a:effectLst/>
                    <a:uLnTx/>
                    <a:uFillTx/>
                    <a:latin typeface="Agency FB" panose="020B0503020202020204" pitchFamily="34" charset="0"/>
                    <a:cs typeface="Andalus" panose="02020603050405020304" pitchFamily="18" charset="-78"/>
                  </a:rPr>
                  <a:t>Atuação</a:t>
                </a:r>
                <a:endParaRPr kumimoji="0" lang="en-US" sz="24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endParaRPr>
              </a:p>
            </p:txBody>
          </p:sp>
          <p:pic>
            <p:nvPicPr>
              <p:cNvPr id="44" name="Imagem 43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443715" y="1494618"/>
                <a:ext cx="814483" cy="586737"/>
              </a:xfrm>
              <a:prstGeom prst="rect">
                <a:avLst/>
              </a:prstGeom>
            </p:spPr>
          </p:pic>
        </p:grpSp>
        <p:grpSp>
          <p:nvGrpSpPr>
            <p:cNvPr id="47" name="Group 252"/>
            <p:cNvGrpSpPr/>
            <p:nvPr/>
          </p:nvGrpSpPr>
          <p:grpSpPr>
            <a:xfrm>
              <a:off x="6974218" y="2840445"/>
              <a:ext cx="2050140" cy="2274650"/>
              <a:chOff x="3069681" y="2079111"/>
              <a:chExt cx="3001989" cy="3824888"/>
            </a:xfrm>
          </p:grpSpPr>
          <p:sp>
            <p:nvSpPr>
              <p:cNvPr id="54" name="Rectangle 1"/>
              <p:cNvSpPr/>
              <p:nvPr/>
            </p:nvSpPr>
            <p:spPr>
              <a:xfrm>
                <a:off x="3782158" y="2957681"/>
                <a:ext cx="1621764" cy="2683965"/>
              </a:xfrm>
              <a:custGeom>
                <a:avLst/>
                <a:gdLst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0 w 1692188"/>
                  <a:gd name="connsiteY3" fmla="*/ 2808312 h 2808312"/>
                  <a:gd name="connsiteX4" fmla="*/ 0 w 1692188"/>
                  <a:gd name="connsiteY4" fmla="*/ 0 h 2808312"/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14068 w 1692188"/>
                  <a:gd name="connsiteY3" fmla="*/ 2709838 h 2808312"/>
                  <a:gd name="connsiteX4" fmla="*/ 0 w 1692188"/>
                  <a:gd name="connsiteY4" fmla="*/ 0 h 2808312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0 w 1692188"/>
                  <a:gd name="connsiteY0" fmla="*/ 0 h 2724516"/>
                  <a:gd name="connsiteX1" fmla="*/ 1692188 w 1692188"/>
                  <a:gd name="connsiteY1" fmla="*/ 0 h 2724516"/>
                  <a:gd name="connsiteX2" fmla="*/ 1678120 w 1692188"/>
                  <a:gd name="connsiteY2" fmla="*/ 2653567 h 2724516"/>
                  <a:gd name="connsiteX3" fmla="*/ 806134 w 1692188"/>
                  <a:gd name="connsiteY3" fmla="*/ 2724516 h 2724516"/>
                  <a:gd name="connsiteX4" fmla="*/ 14068 w 1692188"/>
                  <a:gd name="connsiteY4" fmla="*/ 2709838 h 2724516"/>
                  <a:gd name="connsiteX5" fmla="*/ 0 w 1692188"/>
                  <a:gd name="connsiteY5" fmla="*/ 0 h 2724516"/>
                  <a:gd name="connsiteX0" fmla="*/ 0 w 1692188"/>
                  <a:gd name="connsiteY0" fmla="*/ 0 h 2921464"/>
                  <a:gd name="connsiteX1" fmla="*/ 1692188 w 1692188"/>
                  <a:gd name="connsiteY1" fmla="*/ 0 h 2921464"/>
                  <a:gd name="connsiteX2" fmla="*/ 1678120 w 1692188"/>
                  <a:gd name="connsiteY2" fmla="*/ 2653567 h 2921464"/>
                  <a:gd name="connsiteX3" fmla="*/ 792066 w 1692188"/>
                  <a:gd name="connsiteY3" fmla="*/ 2921464 h 2921464"/>
                  <a:gd name="connsiteX4" fmla="*/ 14068 w 1692188"/>
                  <a:gd name="connsiteY4" fmla="*/ 2709838 h 2921464"/>
                  <a:gd name="connsiteX5" fmla="*/ 0 w 1692188"/>
                  <a:gd name="connsiteY5" fmla="*/ 0 h 2921464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9035 w 1701223"/>
                  <a:gd name="connsiteY0" fmla="*/ 0 h 2653567"/>
                  <a:gd name="connsiteX1" fmla="*/ 1701223 w 1701223"/>
                  <a:gd name="connsiteY1" fmla="*/ 0 h 2653567"/>
                  <a:gd name="connsiteX2" fmla="*/ 1687155 w 1701223"/>
                  <a:gd name="connsiteY2" fmla="*/ 2653567 h 2653567"/>
                  <a:gd name="connsiteX3" fmla="*/ 801 w 1701223"/>
                  <a:gd name="connsiteY3" fmla="*/ 2538853 h 2653567"/>
                  <a:gd name="connsiteX4" fmla="*/ 9035 w 1701223"/>
                  <a:gd name="connsiteY4" fmla="*/ 0 h 2653567"/>
                  <a:gd name="connsiteX0" fmla="*/ 9035 w 1710258"/>
                  <a:gd name="connsiteY0" fmla="*/ 0 h 2538853"/>
                  <a:gd name="connsiteX1" fmla="*/ 1701223 w 1710258"/>
                  <a:gd name="connsiteY1" fmla="*/ 0 h 2538853"/>
                  <a:gd name="connsiteX2" fmla="*/ 1709457 w 1710258"/>
                  <a:gd name="connsiteY2" fmla="*/ 2534621 h 2538853"/>
                  <a:gd name="connsiteX3" fmla="*/ 801 w 1710258"/>
                  <a:gd name="connsiteY3" fmla="*/ 2538853 h 2538853"/>
                  <a:gd name="connsiteX4" fmla="*/ 9035 w 1710258"/>
                  <a:gd name="connsiteY4" fmla="*/ 0 h 2538853"/>
                  <a:gd name="connsiteX0" fmla="*/ 9035 w 1710258"/>
                  <a:gd name="connsiteY0" fmla="*/ 0 h 2726018"/>
                  <a:gd name="connsiteX1" fmla="*/ 1701223 w 1710258"/>
                  <a:gd name="connsiteY1" fmla="*/ 0 h 2726018"/>
                  <a:gd name="connsiteX2" fmla="*/ 1709457 w 1710258"/>
                  <a:gd name="connsiteY2" fmla="*/ 2534621 h 2726018"/>
                  <a:gd name="connsiteX3" fmla="*/ 801 w 1710258"/>
                  <a:gd name="connsiteY3" fmla="*/ 2538853 h 2726018"/>
                  <a:gd name="connsiteX4" fmla="*/ 9035 w 1710258"/>
                  <a:gd name="connsiteY4" fmla="*/ 0 h 2726018"/>
                  <a:gd name="connsiteX0" fmla="*/ 0 w 1701223"/>
                  <a:gd name="connsiteY0" fmla="*/ 0 h 2726018"/>
                  <a:gd name="connsiteX1" fmla="*/ 1692188 w 1701223"/>
                  <a:gd name="connsiteY1" fmla="*/ 0 h 2726018"/>
                  <a:gd name="connsiteX2" fmla="*/ 1700422 w 1701223"/>
                  <a:gd name="connsiteY2" fmla="*/ 2534621 h 2726018"/>
                  <a:gd name="connsiteX3" fmla="*/ 6635 w 1701223"/>
                  <a:gd name="connsiteY3" fmla="*/ 2538853 h 2726018"/>
                  <a:gd name="connsiteX4" fmla="*/ 0 w 1701223"/>
                  <a:gd name="connsiteY4" fmla="*/ 0 h 2726018"/>
                  <a:gd name="connsiteX0" fmla="*/ 0 w 1701223"/>
                  <a:gd name="connsiteY0" fmla="*/ 0 h 2725051"/>
                  <a:gd name="connsiteX1" fmla="*/ 1692188 w 1701223"/>
                  <a:gd name="connsiteY1" fmla="*/ 0 h 2725051"/>
                  <a:gd name="connsiteX2" fmla="*/ 1700422 w 1701223"/>
                  <a:gd name="connsiteY2" fmla="*/ 2534621 h 2725051"/>
                  <a:gd name="connsiteX3" fmla="*/ 28937 w 1701223"/>
                  <a:gd name="connsiteY3" fmla="*/ 2535136 h 2725051"/>
                  <a:gd name="connsiteX4" fmla="*/ 0 w 1701223"/>
                  <a:gd name="connsiteY4" fmla="*/ 0 h 2725051"/>
                  <a:gd name="connsiteX0" fmla="*/ 0 w 1701223"/>
                  <a:gd name="connsiteY0" fmla="*/ 0 h 2781201"/>
                  <a:gd name="connsiteX1" fmla="*/ 1692188 w 1701223"/>
                  <a:gd name="connsiteY1" fmla="*/ 0 h 2781201"/>
                  <a:gd name="connsiteX2" fmla="*/ 1700422 w 1701223"/>
                  <a:gd name="connsiteY2" fmla="*/ 2534621 h 2781201"/>
                  <a:gd name="connsiteX3" fmla="*/ 28937 w 1701223"/>
                  <a:gd name="connsiteY3" fmla="*/ 2535136 h 2781201"/>
                  <a:gd name="connsiteX4" fmla="*/ 0 w 1701223"/>
                  <a:gd name="connsiteY4" fmla="*/ 0 h 2781201"/>
                  <a:gd name="connsiteX0" fmla="*/ 0 w 1701223"/>
                  <a:gd name="connsiteY0" fmla="*/ 0 h 2794120"/>
                  <a:gd name="connsiteX1" fmla="*/ 1692188 w 1701223"/>
                  <a:gd name="connsiteY1" fmla="*/ 0 h 2794120"/>
                  <a:gd name="connsiteX2" fmla="*/ 1700422 w 1701223"/>
                  <a:gd name="connsiteY2" fmla="*/ 2534621 h 2794120"/>
                  <a:gd name="connsiteX3" fmla="*/ 28937 w 1701223"/>
                  <a:gd name="connsiteY3" fmla="*/ 2535136 h 2794120"/>
                  <a:gd name="connsiteX4" fmla="*/ 0 w 1701223"/>
                  <a:gd name="connsiteY4" fmla="*/ 0 h 2794120"/>
                  <a:gd name="connsiteX0" fmla="*/ 0 w 1692188"/>
                  <a:gd name="connsiteY0" fmla="*/ 0 h 2789744"/>
                  <a:gd name="connsiteX1" fmla="*/ 1692188 w 1692188"/>
                  <a:gd name="connsiteY1" fmla="*/ 0 h 2789744"/>
                  <a:gd name="connsiteX2" fmla="*/ 1681837 w 1692188"/>
                  <a:gd name="connsiteY2" fmla="*/ 2527187 h 2789744"/>
                  <a:gd name="connsiteX3" fmla="*/ 28937 w 1692188"/>
                  <a:gd name="connsiteY3" fmla="*/ 2535136 h 2789744"/>
                  <a:gd name="connsiteX4" fmla="*/ 0 w 1692188"/>
                  <a:gd name="connsiteY4" fmla="*/ 0 h 2789744"/>
                  <a:gd name="connsiteX0" fmla="*/ 0 w 1692188"/>
                  <a:gd name="connsiteY0" fmla="*/ 0 h 2800515"/>
                  <a:gd name="connsiteX1" fmla="*/ 1692188 w 1692188"/>
                  <a:gd name="connsiteY1" fmla="*/ 0 h 2800515"/>
                  <a:gd name="connsiteX2" fmla="*/ 1681837 w 1692188"/>
                  <a:gd name="connsiteY2" fmla="*/ 2527187 h 2800515"/>
                  <a:gd name="connsiteX3" fmla="*/ 28937 w 1692188"/>
                  <a:gd name="connsiteY3" fmla="*/ 2535136 h 2800515"/>
                  <a:gd name="connsiteX4" fmla="*/ 0 w 1692188"/>
                  <a:gd name="connsiteY4" fmla="*/ 0 h 280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2188" h="2800515">
                    <a:moveTo>
                      <a:pt x="0" y="0"/>
                    </a:moveTo>
                    <a:lnTo>
                      <a:pt x="1692188" y="0"/>
                    </a:lnTo>
                    <a:cubicBezTo>
                      <a:pt x="1687499" y="884522"/>
                      <a:pt x="1686526" y="1642665"/>
                      <a:pt x="1681837" y="2527187"/>
                    </a:cubicBezTo>
                    <a:cubicBezTo>
                      <a:pt x="1168042" y="2982080"/>
                      <a:pt x="278820" y="2786486"/>
                      <a:pt x="28937" y="2535136"/>
                    </a:cubicBezTo>
                    <a:cubicBezTo>
                      <a:pt x="24248" y="1631857"/>
                      <a:pt x="4689" y="903279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55400">
                    <a:sysClr val="windowText" lastClr="000000">
                      <a:lumMod val="65000"/>
                      <a:lumOff val="35000"/>
                    </a:sysClr>
                  </a:gs>
                  <a:gs pos="100000">
                    <a:sysClr val="windowText" lastClr="000000">
                      <a:lumMod val="85000"/>
                      <a:lumOff val="15000"/>
                    </a:sysClr>
                  </a:gs>
                  <a:gs pos="0">
                    <a:sysClr val="windowText" lastClr="000000">
                      <a:lumMod val="95000"/>
                      <a:lumOff val="5000"/>
                    </a:sys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aphicFrame>
            <p:nvGraphicFramePr>
              <p:cNvPr id="55" name="Chart 254"/>
              <p:cNvGraphicFramePr/>
              <p:nvPr>
                <p:extLst>
                  <p:ext uri="{D42A27DB-BD31-4B8C-83A1-F6EECF244321}">
                    <p14:modId xmlns:p14="http://schemas.microsoft.com/office/powerpoint/2010/main" val="1345646097"/>
                  </p:ext>
                </p:extLst>
              </p:nvPr>
            </p:nvGraphicFramePr>
            <p:xfrm>
              <a:off x="3069681" y="2079111"/>
              <a:ext cx="3001989" cy="382488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56" name="Rectangle 1"/>
              <p:cNvSpPr/>
              <p:nvPr/>
            </p:nvSpPr>
            <p:spPr>
              <a:xfrm>
                <a:off x="3857415" y="3013717"/>
                <a:ext cx="391663" cy="2564552"/>
              </a:xfrm>
              <a:custGeom>
                <a:avLst/>
                <a:gdLst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73089"/>
                  <a:gd name="connsiteX1" fmla="*/ 504056 w 504056"/>
                  <a:gd name="connsiteY1" fmla="*/ 0 h 2773089"/>
                  <a:gd name="connsiteX2" fmla="*/ 492333 w 504056"/>
                  <a:gd name="connsiteY2" fmla="*/ 2773089 h 2773089"/>
                  <a:gd name="connsiteX3" fmla="*/ 28937 w 504056"/>
                  <a:gd name="connsiteY3" fmla="*/ 2535136 h 2773089"/>
                  <a:gd name="connsiteX4" fmla="*/ 0 w 504056"/>
                  <a:gd name="connsiteY4" fmla="*/ 0 h 2773089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8425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492332"/>
                  <a:gd name="connsiteY0" fmla="*/ 0 h 2784812"/>
                  <a:gd name="connsiteX1" fmla="*/ 492332 w 492332"/>
                  <a:gd name="connsiteY1" fmla="*/ 246185 h 2784812"/>
                  <a:gd name="connsiteX2" fmla="*/ 488425 w 492332"/>
                  <a:gd name="connsiteY2" fmla="*/ 2784812 h 2784812"/>
                  <a:gd name="connsiteX3" fmla="*/ 28937 w 492332"/>
                  <a:gd name="connsiteY3" fmla="*/ 2535136 h 2784812"/>
                  <a:gd name="connsiteX4" fmla="*/ 0 w 492332"/>
                  <a:gd name="connsiteY4" fmla="*/ 0 h 27848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75663"/>
                  <a:gd name="connsiteY0" fmla="*/ 0 h 2683212"/>
                  <a:gd name="connsiteX1" fmla="*/ 475663 w 475663"/>
                  <a:gd name="connsiteY1" fmla="*/ 136770 h 2683212"/>
                  <a:gd name="connsiteX2" fmla="*/ 460032 w 475663"/>
                  <a:gd name="connsiteY2" fmla="*/ 2683212 h 2683212"/>
                  <a:gd name="connsiteX3" fmla="*/ 544 w 475663"/>
                  <a:gd name="connsiteY3" fmla="*/ 2433536 h 2683212"/>
                  <a:gd name="connsiteX4" fmla="*/ 18499 w 475663"/>
                  <a:gd name="connsiteY4" fmla="*/ 0 h 2683212"/>
                  <a:gd name="connsiteX0" fmla="*/ 18499 w 460032"/>
                  <a:gd name="connsiteY0" fmla="*/ 0 h 2683212"/>
                  <a:gd name="connsiteX1" fmla="*/ 456124 w 460032"/>
                  <a:gd name="connsiteY1" fmla="*/ 136770 h 2683212"/>
                  <a:gd name="connsiteX2" fmla="*/ 460032 w 460032"/>
                  <a:gd name="connsiteY2" fmla="*/ 2683212 h 2683212"/>
                  <a:gd name="connsiteX3" fmla="*/ 544 w 460032"/>
                  <a:gd name="connsiteY3" fmla="*/ 2433536 h 2683212"/>
                  <a:gd name="connsiteX4" fmla="*/ 18499 w 460032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72154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79918"/>
                  <a:gd name="connsiteY0" fmla="*/ 0 h 2659623"/>
                  <a:gd name="connsiteX1" fmla="*/ 479918 w 479918"/>
                  <a:gd name="connsiteY1" fmla="*/ 166354 h 2659623"/>
                  <a:gd name="connsiteX2" fmla="*/ 469237 w 479918"/>
                  <a:gd name="connsiteY2" fmla="*/ 2659623 h 2659623"/>
                  <a:gd name="connsiteX3" fmla="*/ 544 w 479918"/>
                  <a:gd name="connsiteY3" fmla="*/ 2433536 h 2659623"/>
                  <a:gd name="connsiteX4" fmla="*/ 18499 w 479918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1948"/>
                  <a:gd name="connsiteY0" fmla="*/ 0 h 2680423"/>
                  <a:gd name="connsiteX1" fmla="*/ 470865 w 471948"/>
                  <a:gd name="connsiteY1" fmla="*/ 166354 h 2680423"/>
                  <a:gd name="connsiteX2" fmla="*/ 471948 w 471948"/>
                  <a:gd name="connsiteY2" fmla="*/ 2680423 h 2680423"/>
                  <a:gd name="connsiteX3" fmla="*/ 544 w 471948"/>
                  <a:gd name="connsiteY3" fmla="*/ 2433536 h 2680423"/>
                  <a:gd name="connsiteX4" fmla="*/ 18499 w 471948"/>
                  <a:gd name="connsiteY4" fmla="*/ 0 h 2680423"/>
                  <a:gd name="connsiteX0" fmla="*/ 18499 w 470865"/>
                  <a:gd name="connsiteY0" fmla="*/ 0 h 2687357"/>
                  <a:gd name="connsiteX1" fmla="*/ 470865 w 470865"/>
                  <a:gd name="connsiteY1" fmla="*/ 166354 h 2687357"/>
                  <a:gd name="connsiteX2" fmla="*/ 466528 w 470865"/>
                  <a:gd name="connsiteY2" fmla="*/ 2687357 h 2687357"/>
                  <a:gd name="connsiteX3" fmla="*/ 544 w 470865"/>
                  <a:gd name="connsiteY3" fmla="*/ 2433536 h 2687357"/>
                  <a:gd name="connsiteX4" fmla="*/ 18499 w 470865"/>
                  <a:gd name="connsiteY4" fmla="*/ 0 h 2687357"/>
                  <a:gd name="connsiteX0" fmla="*/ 13196 w 470983"/>
                  <a:gd name="connsiteY0" fmla="*/ 0 h 2597219"/>
                  <a:gd name="connsiteX1" fmla="*/ 470983 w 470983"/>
                  <a:gd name="connsiteY1" fmla="*/ 76216 h 2597219"/>
                  <a:gd name="connsiteX2" fmla="*/ 466646 w 470983"/>
                  <a:gd name="connsiteY2" fmla="*/ 2597219 h 2597219"/>
                  <a:gd name="connsiteX3" fmla="*/ 662 w 470983"/>
                  <a:gd name="connsiteY3" fmla="*/ 2343398 h 2597219"/>
                  <a:gd name="connsiteX4" fmla="*/ 13196 w 47098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105" h="2597219">
                    <a:moveTo>
                      <a:pt x="10028" y="0"/>
                    </a:moveTo>
                    <a:cubicBezTo>
                      <a:pt x="227080" y="90632"/>
                      <a:pt x="307305" y="107232"/>
                      <a:pt x="465105" y="129374"/>
                    </a:cubicBezTo>
                    <a:cubicBezTo>
                      <a:pt x="465105" y="1048527"/>
                      <a:pt x="463478" y="1678066"/>
                      <a:pt x="463478" y="2597219"/>
                    </a:cubicBezTo>
                    <a:cubicBezTo>
                      <a:pt x="219163" y="2553742"/>
                      <a:pt x="46402" y="2465216"/>
                      <a:pt x="764" y="2351767"/>
                    </a:cubicBezTo>
                    <a:cubicBezTo>
                      <a:pt x="-3925" y="1448488"/>
                      <a:pt x="14717" y="903279"/>
                      <a:pt x="10028" y="0"/>
                    </a:cubicBezTo>
                    <a:close/>
                  </a:path>
                </a:pathLst>
              </a:custGeom>
              <a:gradFill flip="none" rotWithShape="1">
                <a:gsLst>
                  <a:gs pos="35000">
                    <a:srgbClr val="FFFFFF">
                      <a:alpha val="20000"/>
                    </a:srgbClr>
                  </a:gs>
                  <a:gs pos="100000">
                    <a:srgbClr val="FFFFFF">
                      <a:alpha val="57000"/>
                    </a:srgb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Rectangle 1"/>
              <p:cNvSpPr/>
              <p:nvPr/>
            </p:nvSpPr>
            <p:spPr>
              <a:xfrm>
                <a:off x="5090709" y="3006386"/>
                <a:ext cx="261284" cy="2529450"/>
              </a:xfrm>
              <a:custGeom>
                <a:avLst/>
                <a:gdLst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8866 w 306898"/>
                  <a:gd name="connsiteY0" fmla="*/ 0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8866 w 306898"/>
                  <a:gd name="connsiteY4" fmla="*/ 0 h 2711332"/>
                  <a:gd name="connsiteX0" fmla="*/ 11138 w 306898"/>
                  <a:gd name="connsiteY0" fmla="*/ 167426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1138 w 306898"/>
                  <a:gd name="connsiteY4" fmla="*/ 167426 h 2711332"/>
                  <a:gd name="connsiteX0" fmla="*/ 11138 w 309474"/>
                  <a:gd name="connsiteY0" fmla="*/ 113334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13334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0 w 300993"/>
                  <a:gd name="connsiteY0" fmla="*/ 112037 h 2681679"/>
                  <a:gd name="connsiteX1" fmla="*/ 300993 w 300993"/>
                  <a:gd name="connsiteY1" fmla="*/ 0 h 2681679"/>
                  <a:gd name="connsiteX2" fmla="*/ 288066 w 300993"/>
                  <a:gd name="connsiteY2" fmla="*/ 2473095 h 2681679"/>
                  <a:gd name="connsiteX3" fmla="*/ 1902 w 300993"/>
                  <a:gd name="connsiteY3" fmla="*/ 2681679 h 2681679"/>
                  <a:gd name="connsiteX4" fmla="*/ 0 w 300993"/>
                  <a:gd name="connsiteY4" fmla="*/ 112037 h 2681679"/>
                  <a:gd name="connsiteX0" fmla="*/ 0 w 311620"/>
                  <a:gd name="connsiteY0" fmla="*/ 87745 h 2681679"/>
                  <a:gd name="connsiteX1" fmla="*/ 311620 w 311620"/>
                  <a:gd name="connsiteY1" fmla="*/ 0 h 2681679"/>
                  <a:gd name="connsiteX2" fmla="*/ 298693 w 311620"/>
                  <a:gd name="connsiteY2" fmla="*/ 2473095 h 2681679"/>
                  <a:gd name="connsiteX3" fmla="*/ 12529 w 311620"/>
                  <a:gd name="connsiteY3" fmla="*/ 2681679 h 2681679"/>
                  <a:gd name="connsiteX4" fmla="*/ 0 w 311620"/>
                  <a:gd name="connsiteY4" fmla="*/ 87745 h 2681679"/>
                  <a:gd name="connsiteX0" fmla="*/ 0 w 299534"/>
                  <a:gd name="connsiteY0" fmla="*/ 96981 h 2690915"/>
                  <a:gd name="connsiteX1" fmla="*/ 291418 w 299534"/>
                  <a:gd name="connsiteY1" fmla="*/ 0 h 2690915"/>
                  <a:gd name="connsiteX2" fmla="*/ 298693 w 299534"/>
                  <a:gd name="connsiteY2" fmla="*/ 2482331 h 2690915"/>
                  <a:gd name="connsiteX3" fmla="*/ 12529 w 299534"/>
                  <a:gd name="connsiteY3" fmla="*/ 2690915 h 2690915"/>
                  <a:gd name="connsiteX4" fmla="*/ 0 w 299534"/>
                  <a:gd name="connsiteY4" fmla="*/ 96981 h 2690915"/>
                  <a:gd name="connsiteX0" fmla="*/ 0 w 299534"/>
                  <a:gd name="connsiteY0" fmla="*/ 104269 h 2698203"/>
                  <a:gd name="connsiteX1" fmla="*/ 291419 w 299534"/>
                  <a:gd name="connsiteY1" fmla="*/ 0 h 2698203"/>
                  <a:gd name="connsiteX2" fmla="*/ 298693 w 299534"/>
                  <a:gd name="connsiteY2" fmla="*/ 2489619 h 2698203"/>
                  <a:gd name="connsiteX3" fmla="*/ 12529 w 299534"/>
                  <a:gd name="connsiteY3" fmla="*/ 2698203 h 2698203"/>
                  <a:gd name="connsiteX4" fmla="*/ 0 w 299534"/>
                  <a:gd name="connsiteY4" fmla="*/ 104269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2123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2123 h 2698203"/>
                  <a:gd name="connsiteX0" fmla="*/ 0 w 310161"/>
                  <a:gd name="connsiteY0" fmla="*/ 92123 h 2692340"/>
                  <a:gd name="connsiteX1" fmla="*/ 302046 w 310161"/>
                  <a:gd name="connsiteY1" fmla="*/ 0 h 2692340"/>
                  <a:gd name="connsiteX2" fmla="*/ 309320 w 310161"/>
                  <a:gd name="connsiteY2" fmla="*/ 2489619 h 2692340"/>
                  <a:gd name="connsiteX3" fmla="*/ 16742 w 310161"/>
                  <a:gd name="connsiteY3" fmla="*/ 2692340 h 2692340"/>
                  <a:gd name="connsiteX4" fmla="*/ 0 w 310161"/>
                  <a:gd name="connsiteY4" fmla="*/ 92123 h 2692340"/>
                  <a:gd name="connsiteX0" fmla="*/ 0 w 304168"/>
                  <a:gd name="connsiteY0" fmla="*/ 92123 h 2692340"/>
                  <a:gd name="connsiteX1" fmla="*/ 302046 w 304168"/>
                  <a:gd name="connsiteY1" fmla="*/ 0 h 2692340"/>
                  <a:gd name="connsiteX2" fmla="*/ 302907 w 304168"/>
                  <a:gd name="connsiteY2" fmla="*/ 2483756 h 2692340"/>
                  <a:gd name="connsiteX3" fmla="*/ 16742 w 304168"/>
                  <a:gd name="connsiteY3" fmla="*/ 2692340 h 2692340"/>
                  <a:gd name="connsiteX4" fmla="*/ 0 w 304168"/>
                  <a:gd name="connsiteY4" fmla="*/ 92123 h 2692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168" h="2692340">
                    <a:moveTo>
                      <a:pt x="0" y="92123"/>
                    </a:moveTo>
                    <a:cubicBezTo>
                      <a:pt x="102300" y="65076"/>
                      <a:pt x="202601" y="45505"/>
                      <a:pt x="302046" y="0"/>
                    </a:cubicBezTo>
                    <a:cubicBezTo>
                      <a:pt x="297357" y="884522"/>
                      <a:pt x="307596" y="1599234"/>
                      <a:pt x="302907" y="2483756"/>
                    </a:cubicBezTo>
                    <a:cubicBezTo>
                      <a:pt x="274318" y="2575838"/>
                      <a:pt x="138984" y="2644941"/>
                      <a:pt x="16742" y="2692340"/>
                    </a:cubicBezTo>
                    <a:cubicBezTo>
                      <a:pt x="16742" y="1792694"/>
                      <a:pt x="0" y="991769"/>
                      <a:pt x="0" y="92123"/>
                    </a:cubicBezTo>
                    <a:close/>
                  </a:path>
                </a:pathLst>
              </a:custGeom>
              <a:gradFill flip="none" rotWithShape="1">
                <a:gsLst>
                  <a:gs pos="37000">
                    <a:srgbClr val="FFFFFF">
                      <a:alpha val="0"/>
                    </a:srgbClr>
                  </a:gs>
                  <a:gs pos="100000">
                    <a:srgbClr val="FFFFFF">
                      <a:alpha val="49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" name="Group 257"/>
              <p:cNvGrpSpPr/>
              <p:nvPr/>
            </p:nvGrpSpPr>
            <p:grpSpPr>
              <a:xfrm>
                <a:off x="3750695" y="2346162"/>
                <a:ext cx="1680054" cy="709126"/>
                <a:chOff x="818091" y="1385258"/>
                <a:chExt cx="1753009" cy="739919"/>
              </a:xfrm>
            </p:grpSpPr>
            <p:grpSp>
              <p:nvGrpSpPr>
                <p:cNvPr id="60" name="Group 259"/>
                <p:cNvGrpSpPr/>
                <p:nvPr/>
              </p:nvGrpSpPr>
              <p:grpSpPr>
                <a:xfrm>
                  <a:off x="818091" y="1426500"/>
                  <a:ext cx="1753009" cy="698677"/>
                  <a:chOff x="2276681" y="2113677"/>
                  <a:chExt cx="2120354" cy="845084"/>
                </a:xfrm>
              </p:grpSpPr>
              <p:sp>
                <p:nvSpPr>
                  <p:cNvPr id="66" name="Oval 4"/>
                  <p:cNvSpPr/>
                  <p:nvPr/>
                </p:nvSpPr>
                <p:spPr>
                  <a:xfrm>
                    <a:off x="2276681" y="2113677"/>
                    <a:ext cx="2120354" cy="845084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ysClr val="window" lastClr="FFFFFF">
                          <a:lumMod val="75000"/>
                        </a:sysClr>
                      </a:gs>
                      <a:gs pos="0">
                        <a:sysClr val="window" lastClr="FFFFFF">
                          <a:lumMod val="75000"/>
                        </a:sysClr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88900">
                      <a:srgbClr val="FFFFE5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Oval 266"/>
                  <p:cNvSpPr/>
                  <p:nvPr/>
                </p:nvSpPr>
                <p:spPr>
                  <a:xfrm>
                    <a:off x="2711642" y="2281899"/>
                    <a:ext cx="1210538" cy="436772"/>
                  </a:xfrm>
                  <a:prstGeom prst="ellipse">
                    <a:avLst/>
                  </a:prstGeom>
                  <a:gradFill flip="none" rotWithShape="1">
                    <a:gsLst>
                      <a:gs pos="82000">
                        <a:sysClr val="window" lastClr="FFFFFF">
                          <a:lumMod val="50000"/>
                        </a:sysClr>
                      </a:gs>
                      <a:gs pos="13000">
                        <a:sysClr val="window" lastClr="FFFFFF"/>
                      </a:gs>
                    </a:gsLst>
                    <a:lin ang="18000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38100" dist="50800" dir="16800000">
                      <a:sysClr val="windowText" lastClr="000000">
                        <a:alpha val="80000"/>
                      </a:sys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Rectangle 1"/>
                  <p:cNvSpPr/>
                  <p:nvPr/>
                </p:nvSpPr>
                <p:spPr>
                  <a:xfrm>
                    <a:off x="3278452" y="2708209"/>
                    <a:ext cx="366643" cy="244347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44473 h 376601"/>
                      <a:gd name="connsiteX1" fmla="*/ 283975 w 621801"/>
                      <a:gd name="connsiteY1" fmla="*/ 0 h 376601"/>
                      <a:gd name="connsiteX2" fmla="*/ 621801 w 621801"/>
                      <a:gd name="connsiteY2" fmla="*/ 303773 h 376601"/>
                      <a:gd name="connsiteX3" fmla="*/ 105196 w 621801"/>
                      <a:gd name="connsiteY3" fmla="*/ 376601 h 376601"/>
                      <a:gd name="connsiteX4" fmla="*/ 0 w 621801"/>
                      <a:gd name="connsiteY4" fmla="*/ 44473 h 376601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8755 h 328976"/>
                      <a:gd name="connsiteX1" fmla="*/ 300643 w 621801"/>
                      <a:gd name="connsiteY1" fmla="*/ 0 h 328976"/>
                      <a:gd name="connsiteX2" fmla="*/ 621801 w 621801"/>
                      <a:gd name="connsiteY2" fmla="*/ 256148 h 328976"/>
                      <a:gd name="connsiteX3" fmla="*/ 105196 w 621801"/>
                      <a:gd name="connsiteY3" fmla="*/ 328976 h 328976"/>
                      <a:gd name="connsiteX4" fmla="*/ 0 w 621801"/>
                      <a:gd name="connsiteY4" fmla="*/ 8755 h 328976"/>
                      <a:gd name="connsiteX0" fmla="*/ 0 w 621801"/>
                      <a:gd name="connsiteY0" fmla="*/ 8755 h 305163"/>
                      <a:gd name="connsiteX1" fmla="*/ 300643 w 621801"/>
                      <a:gd name="connsiteY1" fmla="*/ 0 h 305163"/>
                      <a:gd name="connsiteX2" fmla="*/ 621801 w 621801"/>
                      <a:gd name="connsiteY2" fmla="*/ 256148 h 305163"/>
                      <a:gd name="connsiteX3" fmla="*/ 105196 w 621801"/>
                      <a:gd name="connsiteY3" fmla="*/ 305163 h 305163"/>
                      <a:gd name="connsiteX4" fmla="*/ 0 w 621801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0400"/>
                      <a:gd name="connsiteX1" fmla="*/ 300643 w 636089"/>
                      <a:gd name="connsiteY1" fmla="*/ 0 h 300400"/>
                      <a:gd name="connsiteX2" fmla="*/ 636089 w 636089"/>
                      <a:gd name="connsiteY2" fmla="*/ 263292 h 300400"/>
                      <a:gd name="connsiteX3" fmla="*/ 98052 w 636089"/>
                      <a:gd name="connsiteY3" fmla="*/ 300400 h 300400"/>
                      <a:gd name="connsiteX4" fmla="*/ 0 w 636089"/>
                      <a:gd name="connsiteY4" fmla="*/ 8755 h 300400"/>
                      <a:gd name="connsiteX0" fmla="*/ 0 w 624183"/>
                      <a:gd name="connsiteY0" fmla="*/ 8755 h 300400"/>
                      <a:gd name="connsiteX1" fmla="*/ 300643 w 624183"/>
                      <a:gd name="connsiteY1" fmla="*/ 0 h 300400"/>
                      <a:gd name="connsiteX2" fmla="*/ 624183 w 624183"/>
                      <a:gd name="connsiteY2" fmla="*/ 263292 h 300400"/>
                      <a:gd name="connsiteX3" fmla="*/ 98052 w 624183"/>
                      <a:gd name="connsiteY3" fmla="*/ 300400 h 300400"/>
                      <a:gd name="connsiteX4" fmla="*/ 0 w 624183"/>
                      <a:gd name="connsiteY4" fmla="*/ 8755 h 300400"/>
                      <a:gd name="connsiteX0" fmla="*/ 0 w 617039"/>
                      <a:gd name="connsiteY0" fmla="*/ 8755 h 300400"/>
                      <a:gd name="connsiteX1" fmla="*/ 300643 w 617039"/>
                      <a:gd name="connsiteY1" fmla="*/ 0 h 300400"/>
                      <a:gd name="connsiteX2" fmla="*/ 617039 w 617039"/>
                      <a:gd name="connsiteY2" fmla="*/ 263292 h 300400"/>
                      <a:gd name="connsiteX3" fmla="*/ 98052 w 617039"/>
                      <a:gd name="connsiteY3" fmla="*/ 300400 h 300400"/>
                      <a:gd name="connsiteX4" fmla="*/ 0 w 617039"/>
                      <a:gd name="connsiteY4" fmla="*/ 8755 h 300400"/>
                      <a:gd name="connsiteX0" fmla="*/ 0 w 617039"/>
                      <a:gd name="connsiteY0" fmla="*/ 8755 h 289726"/>
                      <a:gd name="connsiteX1" fmla="*/ 300643 w 617039"/>
                      <a:gd name="connsiteY1" fmla="*/ 0 h 289726"/>
                      <a:gd name="connsiteX2" fmla="*/ 617039 w 617039"/>
                      <a:gd name="connsiteY2" fmla="*/ 263292 h 289726"/>
                      <a:gd name="connsiteX3" fmla="*/ 98052 w 617039"/>
                      <a:gd name="connsiteY3" fmla="*/ 289726 h 289726"/>
                      <a:gd name="connsiteX4" fmla="*/ 0 w 617039"/>
                      <a:gd name="connsiteY4" fmla="*/ 8755 h 289726"/>
                      <a:gd name="connsiteX0" fmla="*/ 0 w 617039"/>
                      <a:gd name="connsiteY0" fmla="*/ 8755 h 289735"/>
                      <a:gd name="connsiteX1" fmla="*/ 300643 w 617039"/>
                      <a:gd name="connsiteY1" fmla="*/ 0 h 289735"/>
                      <a:gd name="connsiteX2" fmla="*/ 617039 w 617039"/>
                      <a:gd name="connsiteY2" fmla="*/ 263292 h 289735"/>
                      <a:gd name="connsiteX3" fmla="*/ 98052 w 617039"/>
                      <a:gd name="connsiteY3" fmla="*/ 289726 h 289735"/>
                      <a:gd name="connsiteX4" fmla="*/ 0 w 617039"/>
                      <a:gd name="connsiteY4" fmla="*/ 8755 h 289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7039" h="289735">
                        <a:moveTo>
                          <a:pt x="0" y="8755"/>
                        </a:moveTo>
                        <a:cubicBezTo>
                          <a:pt x="100214" y="9806"/>
                          <a:pt x="207572" y="13237"/>
                          <a:pt x="300643" y="0"/>
                        </a:cubicBezTo>
                        <a:lnTo>
                          <a:pt x="617039" y="263292"/>
                        </a:lnTo>
                        <a:cubicBezTo>
                          <a:pt x="447219" y="284393"/>
                          <a:pt x="298994" y="290001"/>
                          <a:pt x="98052" y="289726"/>
                        </a:cubicBezTo>
                        <a:lnTo>
                          <a:pt x="0" y="8755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Rectangle 1"/>
                  <p:cNvSpPr/>
                  <p:nvPr/>
                </p:nvSpPr>
                <p:spPr>
                  <a:xfrm>
                    <a:off x="3529954" y="2690060"/>
                    <a:ext cx="476308" cy="202389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3666"/>
                      <a:gd name="connsiteX1" fmla="*/ 273843 w 621801"/>
                      <a:gd name="connsiteY1" fmla="*/ 0 h 393666"/>
                      <a:gd name="connsiteX2" fmla="*/ 621801 w 621801"/>
                      <a:gd name="connsiteY2" fmla="*/ 324036 h 393666"/>
                      <a:gd name="connsiteX3" fmla="*/ 389747 w 621801"/>
                      <a:gd name="connsiteY3" fmla="*/ 393666 h 393666"/>
                      <a:gd name="connsiteX4" fmla="*/ 0 w 621801"/>
                      <a:gd name="connsiteY4" fmla="*/ 64736 h 393666"/>
                      <a:gd name="connsiteX0" fmla="*/ 0 w 717717"/>
                      <a:gd name="connsiteY0" fmla="*/ 64736 h 393666"/>
                      <a:gd name="connsiteX1" fmla="*/ 273843 w 717717"/>
                      <a:gd name="connsiteY1" fmla="*/ 0 h 393666"/>
                      <a:gd name="connsiteX2" fmla="*/ 717717 w 717717"/>
                      <a:gd name="connsiteY2" fmla="*/ 317642 h 393666"/>
                      <a:gd name="connsiteX3" fmla="*/ 389747 w 717717"/>
                      <a:gd name="connsiteY3" fmla="*/ 393666 h 393666"/>
                      <a:gd name="connsiteX4" fmla="*/ 0 w 717717"/>
                      <a:gd name="connsiteY4" fmla="*/ 64736 h 393666"/>
                      <a:gd name="connsiteX0" fmla="*/ 0 w 618603"/>
                      <a:gd name="connsiteY0" fmla="*/ 77525 h 393666"/>
                      <a:gd name="connsiteX1" fmla="*/ 174729 w 618603"/>
                      <a:gd name="connsiteY1" fmla="*/ 0 h 393666"/>
                      <a:gd name="connsiteX2" fmla="*/ 618603 w 618603"/>
                      <a:gd name="connsiteY2" fmla="*/ 317642 h 393666"/>
                      <a:gd name="connsiteX3" fmla="*/ 290633 w 618603"/>
                      <a:gd name="connsiteY3" fmla="*/ 393666 h 393666"/>
                      <a:gd name="connsiteX4" fmla="*/ 0 w 618603"/>
                      <a:gd name="connsiteY4" fmla="*/ 77525 h 393666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76078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63290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04144"/>
                      <a:gd name="connsiteX1" fmla="*/ 78813 w 618603"/>
                      <a:gd name="connsiteY1" fmla="*/ 0 h 304144"/>
                      <a:gd name="connsiteX2" fmla="*/ 618603 w 618603"/>
                      <a:gd name="connsiteY2" fmla="*/ 263290 h 304144"/>
                      <a:gd name="connsiteX3" fmla="*/ 447296 w 618603"/>
                      <a:gd name="connsiteY3" fmla="*/ 304144 h 304144"/>
                      <a:gd name="connsiteX4" fmla="*/ 0 w 618603"/>
                      <a:gd name="connsiteY4" fmla="*/ 35961 h 304144"/>
                      <a:gd name="connsiteX0" fmla="*/ 0 w 618603"/>
                      <a:gd name="connsiteY0" fmla="*/ 35961 h 300947"/>
                      <a:gd name="connsiteX1" fmla="*/ 78813 w 618603"/>
                      <a:gd name="connsiteY1" fmla="*/ 0 h 300947"/>
                      <a:gd name="connsiteX2" fmla="*/ 618603 w 618603"/>
                      <a:gd name="connsiteY2" fmla="*/ 263290 h 300947"/>
                      <a:gd name="connsiteX3" fmla="*/ 460085 w 618603"/>
                      <a:gd name="connsiteY3" fmla="*/ 300947 h 300947"/>
                      <a:gd name="connsiteX4" fmla="*/ 0 w 618603"/>
                      <a:gd name="connsiteY4" fmla="*/ 35961 h 300947"/>
                      <a:gd name="connsiteX0" fmla="*/ 0 w 609011"/>
                      <a:gd name="connsiteY0" fmla="*/ 35961 h 300947"/>
                      <a:gd name="connsiteX1" fmla="*/ 78813 w 609011"/>
                      <a:gd name="connsiteY1" fmla="*/ 0 h 300947"/>
                      <a:gd name="connsiteX2" fmla="*/ 609011 w 609011"/>
                      <a:gd name="connsiteY2" fmla="*/ 259541 h 300947"/>
                      <a:gd name="connsiteX3" fmla="*/ 460085 w 609011"/>
                      <a:gd name="connsiteY3" fmla="*/ 300947 h 300947"/>
                      <a:gd name="connsiteX4" fmla="*/ 0 w 609011"/>
                      <a:gd name="connsiteY4" fmla="*/ 35961 h 300947"/>
                      <a:gd name="connsiteX0" fmla="*/ 0 w 609011"/>
                      <a:gd name="connsiteY0" fmla="*/ 24792 h 289778"/>
                      <a:gd name="connsiteX1" fmla="*/ 97863 w 609011"/>
                      <a:gd name="connsiteY1" fmla="*/ 0 h 289778"/>
                      <a:gd name="connsiteX2" fmla="*/ 609011 w 609011"/>
                      <a:gd name="connsiteY2" fmla="*/ 248372 h 289778"/>
                      <a:gd name="connsiteX3" fmla="*/ 460085 w 609011"/>
                      <a:gd name="connsiteY3" fmla="*/ 289778 h 289778"/>
                      <a:gd name="connsiteX4" fmla="*/ 0 w 609011"/>
                      <a:gd name="connsiteY4" fmla="*/ 24792 h 289778"/>
                      <a:gd name="connsiteX0" fmla="*/ 0 w 609011"/>
                      <a:gd name="connsiteY0" fmla="*/ 8038 h 273024"/>
                      <a:gd name="connsiteX1" fmla="*/ 119295 w 609011"/>
                      <a:gd name="connsiteY1" fmla="*/ 0 h 273024"/>
                      <a:gd name="connsiteX2" fmla="*/ 609011 w 609011"/>
                      <a:gd name="connsiteY2" fmla="*/ 231618 h 273024"/>
                      <a:gd name="connsiteX3" fmla="*/ 460085 w 609011"/>
                      <a:gd name="connsiteY3" fmla="*/ 273024 h 273024"/>
                      <a:gd name="connsiteX4" fmla="*/ 0 w 609011"/>
                      <a:gd name="connsiteY4" fmla="*/ 8038 h 273024"/>
                      <a:gd name="connsiteX0" fmla="*/ 0 w 589961"/>
                      <a:gd name="connsiteY0" fmla="*/ 27584 h 273024"/>
                      <a:gd name="connsiteX1" fmla="*/ 100245 w 589961"/>
                      <a:gd name="connsiteY1" fmla="*/ 0 h 273024"/>
                      <a:gd name="connsiteX2" fmla="*/ 589961 w 589961"/>
                      <a:gd name="connsiteY2" fmla="*/ 231618 h 273024"/>
                      <a:gd name="connsiteX3" fmla="*/ 441035 w 589961"/>
                      <a:gd name="connsiteY3" fmla="*/ 273024 h 273024"/>
                      <a:gd name="connsiteX4" fmla="*/ 0 w 589961"/>
                      <a:gd name="connsiteY4" fmla="*/ 27584 h 273024"/>
                      <a:gd name="connsiteX0" fmla="*/ 0 w 594724"/>
                      <a:gd name="connsiteY0" fmla="*/ 19208 h 273024"/>
                      <a:gd name="connsiteX1" fmla="*/ 105008 w 594724"/>
                      <a:gd name="connsiteY1" fmla="*/ 0 h 273024"/>
                      <a:gd name="connsiteX2" fmla="*/ 594724 w 594724"/>
                      <a:gd name="connsiteY2" fmla="*/ 231618 h 273024"/>
                      <a:gd name="connsiteX3" fmla="*/ 445798 w 594724"/>
                      <a:gd name="connsiteY3" fmla="*/ 273024 h 273024"/>
                      <a:gd name="connsiteX4" fmla="*/ 0 w 594724"/>
                      <a:gd name="connsiteY4" fmla="*/ 19208 h 273024"/>
                      <a:gd name="connsiteX0" fmla="*/ 0 w 594724"/>
                      <a:gd name="connsiteY0" fmla="*/ 27584 h 281400"/>
                      <a:gd name="connsiteX1" fmla="*/ 107389 w 594724"/>
                      <a:gd name="connsiteY1" fmla="*/ 0 h 281400"/>
                      <a:gd name="connsiteX2" fmla="*/ 594724 w 594724"/>
                      <a:gd name="connsiteY2" fmla="*/ 239994 h 281400"/>
                      <a:gd name="connsiteX3" fmla="*/ 445798 w 594724"/>
                      <a:gd name="connsiteY3" fmla="*/ 281400 h 281400"/>
                      <a:gd name="connsiteX4" fmla="*/ 0 w 594724"/>
                      <a:gd name="connsiteY4" fmla="*/ 27584 h 281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4724" h="281400">
                        <a:moveTo>
                          <a:pt x="0" y="27584"/>
                        </a:moveTo>
                        <a:lnTo>
                          <a:pt x="107389" y="0"/>
                        </a:lnTo>
                        <a:lnTo>
                          <a:pt x="594724" y="239994"/>
                        </a:lnTo>
                        <a:lnTo>
                          <a:pt x="445798" y="281400"/>
                        </a:lnTo>
                        <a:lnTo>
                          <a:pt x="0" y="27584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1" name="Group 260"/>
                <p:cNvGrpSpPr/>
                <p:nvPr/>
              </p:nvGrpSpPr>
              <p:grpSpPr>
                <a:xfrm>
                  <a:off x="1401846" y="1385258"/>
                  <a:ext cx="566987" cy="435222"/>
                  <a:chOff x="4187768" y="440728"/>
                  <a:chExt cx="1095211" cy="723559"/>
                </a:xfrm>
                <a:effectLst/>
              </p:grpSpPr>
              <p:sp>
                <p:nvSpPr>
                  <p:cNvPr id="62" name="Rectangle 17"/>
                  <p:cNvSpPr/>
                  <p:nvPr/>
                </p:nvSpPr>
                <p:spPr>
                  <a:xfrm>
                    <a:off x="4187768" y="440728"/>
                    <a:ext cx="1095211" cy="723559"/>
                  </a:xfrm>
                  <a:custGeom>
                    <a:avLst/>
                    <a:gdLst>
                      <a:gd name="connsiteX0" fmla="*/ 0 w 914400"/>
                      <a:gd name="connsiteY0" fmla="*/ 0 h 609600"/>
                      <a:gd name="connsiteX1" fmla="*/ 914400 w 914400"/>
                      <a:gd name="connsiteY1" fmla="*/ 0 h 609600"/>
                      <a:gd name="connsiteX2" fmla="*/ 914400 w 914400"/>
                      <a:gd name="connsiteY2" fmla="*/ 609600 h 609600"/>
                      <a:gd name="connsiteX3" fmla="*/ 0 w 914400"/>
                      <a:gd name="connsiteY3" fmla="*/ 609600 h 609600"/>
                      <a:gd name="connsiteX4" fmla="*/ 0 w 914400"/>
                      <a:gd name="connsiteY4" fmla="*/ 0 h 609600"/>
                      <a:gd name="connsiteX0" fmla="*/ 0 w 1043553"/>
                      <a:gd name="connsiteY0" fmla="*/ 0 h 609600"/>
                      <a:gd name="connsiteX1" fmla="*/ 914400 w 1043553"/>
                      <a:gd name="connsiteY1" fmla="*/ 0 h 609600"/>
                      <a:gd name="connsiteX2" fmla="*/ 1043553 w 1043553"/>
                      <a:gd name="connsiteY2" fmla="*/ 495945 h 609600"/>
                      <a:gd name="connsiteX3" fmla="*/ 0 w 1043553"/>
                      <a:gd name="connsiteY3" fmla="*/ 609600 h 609600"/>
                      <a:gd name="connsiteX4" fmla="*/ 0 w 1043553"/>
                      <a:gd name="connsiteY4" fmla="*/ 0 h 609600"/>
                      <a:gd name="connsiteX0" fmla="*/ 46495 w 1090048"/>
                      <a:gd name="connsiteY0" fmla="*/ 0 h 495945"/>
                      <a:gd name="connsiteX1" fmla="*/ 960895 w 1090048"/>
                      <a:gd name="connsiteY1" fmla="*/ 0 h 495945"/>
                      <a:gd name="connsiteX2" fmla="*/ 1090048 w 1090048"/>
                      <a:gd name="connsiteY2" fmla="*/ 495945 h 495945"/>
                      <a:gd name="connsiteX3" fmla="*/ 0 w 1090048"/>
                      <a:gd name="connsiteY3" fmla="*/ 490779 h 495945"/>
                      <a:gd name="connsiteX4" fmla="*/ 46495 w 1090048"/>
                      <a:gd name="connsiteY4" fmla="*/ 0 h 495945"/>
                      <a:gd name="connsiteX0" fmla="*/ 0 w 1043553"/>
                      <a:gd name="connsiteY0" fmla="*/ 0 h 563104"/>
                      <a:gd name="connsiteX1" fmla="*/ 914400 w 1043553"/>
                      <a:gd name="connsiteY1" fmla="*/ 0 h 563104"/>
                      <a:gd name="connsiteX2" fmla="*/ 1043553 w 1043553"/>
                      <a:gd name="connsiteY2" fmla="*/ 495945 h 563104"/>
                      <a:gd name="connsiteX3" fmla="*/ 5166 w 1043553"/>
                      <a:gd name="connsiteY3" fmla="*/ 563104 h 563104"/>
                      <a:gd name="connsiteX4" fmla="*/ 0 w 1043553"/>
                      <a:gd name="connsiteY4" fmla="*/ 0 h 563104"/>
                      <a:gd name="connsiteX0" fmla="*/ 5166 w 1048719"/>
                      <a:gd name="connsiteY0" fmla="*/ 0 h 521775"/>
                      <a:gd name="connsiteX1" fmla="*/ 919566 w 1048719"/>
                      <a:gd name="connsiteY1" fmla="*/ 0 h 521775"/>
                      <a:gd name="connsiteX2" fmla="*/ 1048719 w 1048719"/>
                      <a:gd name="connsiteY2" fmla="*/ 495945 h 521775"/>
                      <a:gd name="connsiteX3" fmla="*/ 0 w 1048719"/>
                      <a:gd name="connsiteY3" fmla="*/ 521775 h 521775"/>
                      <a:gd name="connsiteX4" fmla="*/ 5166 w 1048719"/>
                      <a:gd name="connsiteY4" fmla="*/ 0 h 521775"/>
                      <a:gd name="connsiteX0" fmla="*/ 41328 w 1084881"/>
                      <a:gd name="connsiteY0" fmla="*/ 0 h 511443"/>
                      <a:gd name="connsiteX1" fmla="*/ 955728 w 1084881"/>
                      <a:gd name="connsiteY1" fmla="*/ 0 h 511443"/>
                      <a:gd name="connsiteX2" fmla="*/ 1084881 w 1084881"/>
                      <a:gd name="connsiteY2" fmla="*/ 495945 h 511443"/>
                      <a:gd name="connsiteX3" fmla="*/ 0 w 1084881"/>
                      <a:gd name="connsiteY3" fmla="*/ 511443 h 511443"/>
                      <a:gd name="connsiteX4" fmla="*/ 41328 w 1084881"/>
                      <a:gd name="connsiteY4" fmla="*/ 0 h 511443"/>
                      <a:gd name="connsiteX0" fmla="*/ 41328 w 1084881"/>
                      <a:gd name="connsiteY0" fmla="*/ 0 h 600508"/>
                      <a:gd name="connsiteX1" fmla="*/ 955728 w 1084881"/>
                      <a:gd name="connsiteY1" fmla="*/ 0 h 600508"/>
                      <a:gd name="connsiteX2" fmla="*/ 1084881 w 1084881"/>
                      <a:gd name="connsiteY2" fmla="*/ 495945 h 600508"/>
                      <a:gd name="connsiteX3" fmla="*/ 0 w 1084881"/>
                      <a:gd name="connsiteY3" fmla="*/ 511443 h 600508"/>
                      <a:gd name="connsiteX4" fmla="*/ 41328 w 1084881"/>
                      <a:gd name="connsiteY4" fmla="*/ 0 h 600508"/>
                      <a:gd name="connsiteX0" fmla="*/ 41328 w 1079715"/>
                      <a:gd name="connsiteY0" fmla="*/ 0 h 595741"/>
                      <a:gd name="connsiteX1" fmla="*/ 955728 w 1079715"/>
                      <a:gd name="connsiteY1" fmla="*/ 0 h 595741"/>
                      <a:gd name="connsiteX2" fmla="*/ 1079715 w 1079715"/>
                      <a:gd name="connsiteY2" fmla="*/ 475280 h 595741"/>
                      <a:gd name="connsiteX3" fmla="*/ 0 w 1079715"/>
                      <a:gd name="connsiteY3" fmla="*/ 511443 h 595741"/>
                      <a:gd name="connsiteX4" fmla="*/ 41328 w 1079715"/>
                      <a:gd name="connsiteY4" fmla="*/ 0 h 595741"/>
                      <a:gd name="connsiteX0" fmla="*/ 41328 w 1079715"/>
                      <a:gd name="connsiteY0" fmla="*/ 0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41328 w 1079715"/>
                      <a:gd name="connsiteY4" fmla="*/ 0 h 632824"/>
                      <a:gd name="connsiteX0" fmla="*/ 144650 w 1079715"/>
                      <a:gd name="connsiteY0" fmla="*/ 36163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144650 w 1079715"/>
                      <a:gd name="connsiteY4" fmla="*/ 36163 h 632824"/>
                      <a:gd name="connsiteX0" fmla="*/ 144650 w 1079715"/>
                      <a:gd name="connsiteY0" fmla="*/ 98219 h 694880"/>
                      <a:gd name="connsiteX1" fmla="*/ 955728 w 1079715"/>
                      <a:gd name="connsiteY1" fmla="*/ 62056 h 694880"/>
                      <a:gd name="connsiteX2" fmla="*/ 1079715 w 1079715"/>
                      <a:gd name="connsiteY2" fmla="*/ 537336 h 694880"/>
                      <a:gd name="connsiteX3" fmla="*/ 0 w 1079715"/>
                      <a:gd name="connsiteY3" fmla="*/ 573499 h 694880"/>
                      <a:gd name="connsiteX4" fmla="*/ 144650 w 1079715"/>
                      <a:gd name="connsiteY4" fmla="*/ 98219 h 694880"/>
                      <a:gd name="connsiteX0" fmla="*/ 144650 w 1079715"/>
                      <a:gd name="connsiteY0" fmla="*/ 124397 h 721058"/>
                      <a:gd name="connsiteX1" fmla="*/ 955728 w 1079715"/>
                      <a:gd name="connsiteY1" fmla="*/ 88234 h 721058"/>
                      <a:gd name="connsiteX2" fmla="*/ 1079715 w 1079715"/>
                      <a:gd name="connsiteY2" fmla="*/ 563514 h 721058"/>
                      <a:gd name="connsiteX3" fmla="*/ 0 w 1079715"/>
                      <a:gd name="connsiteY3" fmla="*/ 599677 h 721058"/>
                      <a:gd name="connsiteX4" fmla="*/ 144650 w 1079715"/>
                      <a:gd name="connsiteY4" fmla="*/ 124397 h 721058"/>
                      <a:gd name="connsiteX0" fmla="*/ 144650 w 1079715"/>
                      <a:gd name="connsiteY0" fmla="*/ 128833 h 725494"/>
                      <a:gd name="connsiteX1" fmla="*/ 955728 w 1079715"/>
                      <a:gd name="connsiteY1" fmla="*/ 92670 h 725494"/>
                      <a:gd name="connsiteX2" fmla="*/ 1079715 w 1079715"/>
                      <a:gd name="connsiteY2" fmla="*/ 567950 h 725494"/>
                      <a:gd name="connsiteX3" fmla="*/ 0 w 1079715"/>
                      <a:gd name="connsiteY3" fmla="*/ 604113 h 725494"/>
                      <a:gd name="connsiteX4" fmla="*/ 144650 w 1079715"/>
                      <a:gd name="connsiteY4" fmla="*/ 128833 h 725494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5213" h="723561">
                        <a:moveTo>
                          <a:pt x="144650" y="128833"/>
                        </a:moveTo>
                        <a:cubicBezTo>
                          <a:pt x="223864" y="8291"/>
                          <a:pt x="731864" y="-70924"/>
                          <a:pt x="955728" y="92670"/>
                        </a:cubicBezTo>
                        <a:lnTo>
                          <a:pt x="1095213" y="562784"/>
                        </a:lnTo>
                        <a:cubicBezTo>
                          <a:pt x="1007389" y="717767"/>
                          <a:pt x="273803" y="810758"/>
                          <a:pt x="0" y="604113"/>
                        </a:cubicBezTo>
                        <a:lnTo>
                          <a:pt x="144650" y="12883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7800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  <a:gs pos="0">
                        <a:sysClr val="window" lastClr="FFFFFF">
                          <a:lumMod val="85000"/>
                        </a:sysClr>
                      </a:gs>
                    </a:gsLst>
                    <a:lin ang="21594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outerShdw blurRad="38100" sx="102000" sy="102000" algn="ctr" rotWithShape="0">
                      <a:prstClr val="black">
                        <a:alpha val="8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18"/>
                  <p:cNvSpPr/>
                  <p:nvPr/>
                </p:nvSpPr>
                <p:spPr>
                  <a:xfrm rot="790316">
                    <a:off x="4272878" y="616463"/>
                    <a:ext cx="913120" cy="526020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58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ectangle 18"/>
                  <p:cNvSpPr/>
                  <p:nvPr/>
                </p:nvSpPr>
                <p:spPr>
                  <a:xfrm rot="790316">
                    <a:off x="4293635" y="658792"/>
                    <a:ext cx="860201" cy="448601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" lastClr="FFFFFF">
                          <a:lumMod val="6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264"/>
                  <p:cNvSpPr/>
                  <p:nvPr/>
                </p:nvSpPr>
                <p:spPr>
                  <a:xfrm>
                    <a:off x="4385894" y="468899"/>
                    <a:ext cx="715431" cy="187564"/>
                  </a:xfrm>
                  <a:prstGeom prst="ellipse">
                    <a:avLst/>
                  </a:prstGeom>
                  <a:gradFill>
                    <a:gsLst>
                      <a:gs pos="42000">
                        <a:sysClr val="window" lastClr="FFFFFF">
                          <a:lumMod val="50000"/>
                          <a:alpha val="1800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186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9" name="Rectangle 2"/>
              <p:cNvSpPr/>
              <p:nvPr/>
            </p:nvSpPr>
            <p:spPr>
              <a:xfrm>
                <a:off x="3752108" y="2749073"/>
                <a:ext cx="1681742" cy="2945944"/>
              </a:xfrm>
              <a:custGeom>
                <a:avLst/>
                <a:gdLst>
                  <a:gd name="connsiteX0" fmla="*/ 2005372 w 2122486"/>
                  <a:gd name="connsiteY0" fmla="*/ 315416 h 3718008"/>
                  <a:gd name="connsiteX1" fmla="*/ 1093233 w 2122486"/>
                  <a:gd name="connsiteY1" fmla="*/ 531553 h 3718008"/>
                  <a:gd name="connsiteX2" fmla="*/ 143269 w 2122486"/>
                  <a:gd name="connsiteY2" fmla="*/ 322824 h 3718008"/>
                  <a:gd name="connsiteX3" fmla="*/ 138577 w 2122486"/>
                  <a:gd name="connsiteY3" fmla="*/ 3192409 h 3718008"/>
                  <a:gd name="connsiteX4" fmla="*/ 135179 w 2122486"/>
                  <a:gd name="connsiteY4" fmla="*/ 3220762 h 3718008"/>
                  <a:gd name="connsiteX5" fmla="*/ 1087494 w 2122486"/>
                  <a:gd name="connsiteY5" fmla="*/ 3597444 h 3718008"/>
                  <a:gd name="connsiteX6" fmla="*/ 2011663 w 2122486"/>
                  <a:gd name="connsiteY6" fmla="*/ 3220762 h 3718008"/>
                  <a:gd name="connsiteX7" fmla="*/ 2010423 w 2122486"/>
                  <a:gd name="connsiteY7" fmla="*/ 3192409 h 3718008"/>
                  <a:gd name="connsiteX8" fmla="*/ 2005372 w 2122486"/>
                  <a:gd name="connsiteY8" fmla="*/ 315416 h 3718008"/>
                  <a:gd name="connsiteX9" fmla="*/ 0 w 2122486"/>
                  <a:gd name="connsiteY9" fmla="*/ 0 h 3718008"/>
                  <a:gd name="connsiteX10" fmla="*/ 2787 w 2122486"/>
                  <a:gd name="connsiteY10" fmla="*/ 0 h 3718008"/>
                  <a:gd name="connsiteX11" fmla="*/ 1058394 w 2122486"/>
                  <a:gd name="connsiteY11" fmla="*/ 386465 h 3718008"/>
                  <a:gd name="connsiteX12" fmla="*/ 2114001 w 2122486"/>
                  <a:gd name="connsiteY12" fmla="*/ 0 h 3718008"/>
                  <a:gd name="connsiteX13" fmla="*/ 2121085 w 2122486"/>
                  <a:gd name="connsiteY13" fmla="*/ 0 h 3718008"/>
                  <a:gd name="connsiteX14" fmla="*/ 2121085 w 2122486"/>
                  <a:gd name="connsiteY14" fmla="*/ 3265169 h 3718008"/>
                  <a:gd name="connsiteX15" fmla="*/ 2122486 w 2122486"/>
                  <a:gd name="connsiteY15" fmla="*/ 3295465 h 3718008"/>
                  <a:gd name="connsiteX16" fmla="*/ 1062308 w 2122486"/>
                  <a:gd name="connsiteY16" fmla="*/ 3718008 h 3718008"/>
                  <a:gd name="connsiteX17" fmla="*/ 2130 w 2122486"/>
                  <a:gd name="connsiteY17" fmla="*/ 3295465 h 3718008"/>
                  <a:gd name="connsiteX18" fmla="*/ 5969 w 2122486"/>
                  <a:gd name="connsiteY18" fmla="*/ 3265169 h 3718008"/>
                  <a:gd name="connsiteX19" fmla="*/ 0 w 2122486"/>
                  <a:gd name="connsiteY19" fmla="*/ 0 h 3718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22486" h="3718008">
                    <a:moveTo>
                      <a:pt x="2005372" y="315416"/>
                    </a:moveTo>
                    <a:cubicBezTo>
                      <a:pt x="1825352" y="415037"/>
                      <a:pt x="1403584" y="530318"/>
                      <a:pt x="1093233" y="531553"/>
                    </a:cubicBezTo>
                    <a:cubicBezTo>
                      <a:pt x="782883" y="532787"/>
                      <a:pt x="393422" y="491045"/>
                      <a:pt x="143269" y="322824"/>
                    </a:cubicBezTo>
                    <a:lnTo>
                      <a:pt x="138577" y="3192409"/>
                    </a:lnTo>
                    <a:lnTo>
                      <a:pt x="135179" y="3220762"/>
                    </a:lnTo>
                    <a:cubicBezTo>
                      <a:pt x="135179" y="3439161"/>
                      <a:pt x="569318" y="3597444"/>
                      <a:pt x="1087494" y="3597444"/>
                    </a:cubicBezTo>
                    <a:cubicBezTo>
                      <a:pt x="1605671" y="3597444"/>
                      <a:pt x="2011663" y="3439161"/>
                      <a:pt x="2011663" y="3220762"/>
                    </a:cubicBezTo>
                    <a:cubicBezTo>
                      <a:pt x="2011250" y="3211311"/>
                      <a:pt x="2010836" y="3201860"/>
                      <a:pt x="2010423" y="3192409"/>
                    </a:cubicBezTo>
                    <a:cubicBezTo>
                      <a:pt x="2014281" y="2220110"/>
                      <a:pt x="2001514" y="1287714"/>
                      <a:pt x="2005372" y="315416"/>
                    </a:cubicBezTo>
                    <a:close/>
                    <a:moveTo>
                      <a:pt x="0" y="0"/>
                    </a:moveTo>
                    <a:lnTo>
                      <a:pt x="2787" y="0"/>
                    </a:lnTo>
                    <a:cubicBezTo>
                      <a:pt x="48171" y="216558"/>
                      <a:pt x="503498" y="386465"/>
                      <a:pt x="1058394" y="386465"/>
                    </a:cubicBezTo>
                    <a:cubicBezTo>
                      <a:pt x="1613290" y="386465"/>
                      <a:pt x="2068618" y="216558"/>
                      <a:pt x="2114001" y="0"/>
                    </a:cubicBezTo>
                    <a:lnTo>
                      <a:pt x="2121085" y="0"/>
                    </a:lnTo>
                    <a:lnTo>
                      <a:pt x="2121085" y="3265169"/>
                    </a:lnTo>
                    <a:lnTo>
                      <a:pt x="2122486" y="3295465"/>
                    </a:lnTo>
                    <a:cubicBezTo>
                      <a:pt x="2122486" y="3528829"/>
                      <a:pt x="1647828" y="3718008"/>
                      <a:pt x="1062308" y="3718008"/>
                    </a:cubicBezTo>
                    <a:cubicBezTo>
                      <a:pt x="476788" y="3718008"/>
                      <a:pt x="2130" y="3528829"/>
                      <a:pt x="2130" y="3295465"/>
                    </a:cubicBezTo>
                    <a:lnTo>
                      <a:pt x="5969" y="3265169"/>
                    </a:lnTo>
                    <a:cubicBezTo>
                      <a:pt x="3979" y="2176779"/>
                      <a:pt x="1990" y="1088390"/>
                      <a:pt x="0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50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88900" dist="38100" dir="5400000" sx="101000" sy="101000" algn="t" rotWithShape="0">
                  <a:prstClr val="black">
                    <a:alpha val="25000"/>
                  </a:prstClr>
                </a:outerShdw>
              </a:effectLst>
              <a:scene3d>
                <a:camera prst="orthographicFront"/>
                <a:lightRig rig="balanced" dir="t"/>
              </a:scene3d>
              <a:sp3d>
                <a:bevelT w="508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476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428" y="4259980"/>
            <a:ext cx="790575" cy="838200"/>
          </a:xfrm>
          <a:prstGeom prst="rect">
            <a:avLst/>
          </a:prstGeom>
        </p:spPr>
      </p:pic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Forma de Atuação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67" name="TextBox 31"/>
          <p:cNvSpPr txBox="1"/>
          <p:nvPr/>
        </p:nvSpPr>
        <p:spPr>
          <a:xfrm>
            <a:off x="1616241" y="108176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8" name="TextBox 31"/>
          <p:cNvSpPr txBox="1"/>
          <p:nvPr/>
        </p:nvSpPr>
        <p:spPr>
          <a:xfrm>
            <a:off x="6905772" y="1081763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9" name="TextBox 31"/>
          <p:cNvSpPr txBox="1"/>
          <p:nvPr/>
        </p:nvSpPr>
        <p:spPr>
          <a:xfrm>
            <a:off x="9969389" y="1081763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74680" y="1641094"/>
            <a:ext cx="11842640" cy="954107"/>
            <a:chOff x="146159" y="1518968"/>
            <a:chExt cx="11842640" cy="954107"/>
          </a:xfrm>
        </p:grpSpPr>
        <p:grpSp>
          <p:nvGrpSpPr>
            <p:cNvPr id="54" name="Group 5"/>
            <p:cNvGrpSpPr/>
            <p:nvPr/>
          </p:nvGrpSpPr>
          <p:grpSpPr>
            <a:xfrm>
              <a:off x="1509519" y="1599267"/>
              <a:ext cx="5181600" cy="793510"/>
              <a:chOff x="1981200" y="4153365"/>
              <a:chExt cx="5181600" cy="858139"/>
            </a:xfrm>
          </p:grpSpPr>
          <p:grpSp>
            <p:nvGrpSpPr>
              <p:cNvPr id="55" name="Group 64"/>
              <p:cNvGrpSpPr/>
              <p:nvPr/>
            </p:nvGrpSpPr>
            <p:grpSpPr>
              <a:xfrm>
                <a:off x="1981200" y="4153365"/>
                <a:ext cx="5181600" cy="858139"/>
                <a:chOff x="1981200" y="4153365"/>
                <a:chExt cx="5181600" cy="858139"/>
              </a:xfrm>
            </p:grpSpPr>
            <p:sp>
              <p:nvSpPr>
                <p:cNvPr id="57" name="Rounded Rectangle 23"/>
                <p:cNvSpPr/>
                <p:nvPr/>
              </p:nvSpPr>
              <p:spPr>
                <a:xfrm>
                  <a:off x="1981200" y="4153365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ounded Rectangle 24"/>
                <p:cNvSpPr/>
                <p:nvPr/>
              </p:nvSpPr>
              <p:spPr>
                <a:xfrm>
                  <a:off x="2129815" y="4305880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FFCC2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ounded Rectangle 25"/>
                <p:cNvSpPr/>
                <p:nvPr/>
              </p:nvSpPr>
              <p:spPr>
                <a:xfrm>
                  <a:off x="3197418" y="4498181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Freeform 43"/>
                <p:cNvSpPr/>
                <p:nvPr/>
              </p:nvSpPr>
              <p:spPr>
                <a:xfrm>
                  <a:off x="3197418" y="4498181"/>
                  <a:ext cx="518331" cy="192301"/>
                </a:xfrm>
                <a:custGeom>
                  <a:avLst/>
                  <a:gdLst>
                    <a:gd name="connsiteX0" fmla="*/ 66294 w 2243012"/>
                    <a:gd name="connsiteY0" fmla="*/ 0 h 132588"/>
                    <a:gd name="connsiteX1" fmla="*/ 2243012 w 2243012"/>
                    <a:gd name="connsiteY1" fmla="*/ 0 h 132588"/>
                    <a:gd name="connsiteX2" fmla="*/ 2243012 w 2243012"/>
                    <a:gd name="connsiteY2" fmla="*/ 132588 h 132588"/>
                    <a:gd name="connsiteX3" fmla="*/ 66294 w 2243012"/>
                    <a:gd name="connsiteY3" fmla="*/ 132588 h 132588"/>
                    <a:gd name="connsiteX4" fmla="*/ 0 w 2243012"/>
                    <a:gd name="connsiteY4" fmla="*/ 66294 h 132588"/>
                    <a:gd name="connsiteX5" fmla="*/ 66294 w 2243012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43012" h="132588">
                      <a:moveTo>
                        <a:pt x="66294" y="0"/>
                      </a:moveTo>
                      <a:lnTo>
                        <a:pt x="2243012" y="0"/>
                      </a:lnTo>
                      <a:lnTo>
                        <a:pt x="2243012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FFCC29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6" name="TextBox 35"/>
              <p:cNvSpPr txBox="1"/>
              <p:nvPr/>
            </p:nvSpPr>
            <p:spPr>
              <a:xfrm>
                <a:off x="2192764" y="4363499"/>
                <a:ext cx="742772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15%</a:t>
                </a:r>
                <a:endParaRPr lang="en-US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61" name="TextBox 10"/>
            <p:cNvSpPr txBox="1"/>
            <p:nvPr/>
          </p:nvSpPr>
          <p:spPr>
            <a:xfrm>
              <a:off x="146159" y="1518968"/>
              <a:ext cx="13318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 err="1"/>
                <a:t>Governança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de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ambiente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</a:t>
              </a:r>
              <a:r>
                <a:rPr lang="en-US" sz="1400" dirty="0" err="1">
                  <a:solidFill>
                    <a:sysClr val="windowText" lastClr="000000"/>
                  </a:solidFill>
                </a:rPr>
                <a:t>n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ão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produtivo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e deployment</a:t>
              </a:r>
            </a:p>
          </p:txBody>
        </p:sp>
        <p:sp>
          <p:nvSpPr>
            <p:cNvPr id="62" name="Rounded Rectangle 4"/>
            <p:cNvSpPr/>
            <p:nvPr/>
          </p:nvSpPr>
          <p:spPr>
            <a:xfrm>
              <a:off x="6772812" y="1576901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Rounded Rectangle 4"/>
            <p:cNvSpPr/>
            <p:nvPr/>
          </p:nvSpPr>
          <p:spPr>
            <a:xfrm>
              <a:off x="9768787" y="1570820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0" name="CaixaDeTexto 99"/>
            <p:cNvSpPr txBox="1"/>
            <p:nvPr/>
          </p:nvSpPr>
          <p:spPr>
            <a:xfrm>
              <a:off x="6736671" y="1622479"/>
              <a:ext cx="2999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POC de produtos + </a:t>
              </a:r>
              <a:r>
                <a:rPr lang="pt-BR" sz="1200" dirty="0" smtClean="0"/>
                <a:t>revisão </a:t>
              </a:r>
              <a:r>
                <a:rPr lang="pt-BR" sz="1200" dirty="0"/>
                <a:t>de processos (planejamento e operação de ambientes em </a:t>
              </a:r>
              <a:r>
                <a:rPr lang="pt-BR" sz="1200" dirty="0" smtClean="0"/>
                <a:t>época </a:t>
              </a:r>
              <a:r>
                <a:rPr lang="pt-BR" sz="1200" dirty="0"/>
                <a:t>de projetos) envolvendo DA e DI</a:t>
              </a:r>
            </a:p>
          </p:txBody>
        </p:sp>
        <p:sp>
          <p:nvSpPr>
            <p:cNvPr id="101" name="CaixaDeTexto 100"/>
            <p:cNvSpPr txBox="1"/>
            <p:nvPr/>
          </p:nvSpPr>
          <p:spPr>
            <a:xfrm>
              <a:off x="9940868" y="1776150"/>
              <a:ext cx="19437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Set/15 – Jan/2016</a:t>
              </a:r>
              <a:endParaRPr lang="pt-BR" dirty="0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170013" y="2775954"/>
            <a:ext cx="11824905" cy="821957"/>
            <a:chOff x="132420" y="2493587"/>
            <a:chExt cx="11824905" cy="821957"/>
          </a:xfrm>
        </p:grpSpPr>
        <p:grpSp>
          <p:nvGrpSpPr>
            <p:cNvPr id="70" name="Group 5"/>
            <p:cNvGrpSpPr/>
            <p:nvPr/>
          </p:nvGrpSpPr>
          <p:grpSpPr>
            <a:xfrm>
              <a:off x="1478045" y="2522034"/>
              <a:ext cx="5181600" cy="793510"/>
              <a:chOff x="1981200" y="4153365"/>
              <a:chExt cx="5181600" cy="858139"/>
            </a:xfrm>
          </p:grpSpPr>
          <p:grpSp>
            <p:nvGrpSpPr>
              <p:cNvPr id="71" name="Group 64"/>
              <p:cNvGrpSpPr/>
              <p:nvPr/>
            </p:nvGrpSpPr>
            <p:grpSpPr>
              <a:xfrm>
                <a:off x="1981200" y="4153365"/>
                <a:ext cx="5181600" cy="858139"/>
                <a:chOff x="1981200" y="4153365"/>
                <a:chExt cx="5181600" cy="858139"/>
              </a:xfrm>
            </p:grpSpPr>
            <p:sp>
              <p:nvSpPr>
                <p:cNvPr id="73" name="Rounded Rectangle 23"/>
                <p:cNvSpPr/>
                <p:nvPr/>
              </p:nvSpPr>
              <p:spPr>
                <a:xfrm>
                  <a:off x="1981200" y="4153365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Rounded Rectangle 24"/>
                <p:cNvSpPr/>
                <p:nvPr/>
              </p:nvSpPr>
              <p:spPr>
                <a:xfrm>
                  <a:off x="2129815" y="4305880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FFCC2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ounded Rectangle 25"/>
                <p:cNvSpPr/>
                <p:nvPr/>
              </p:nvSpPr>
              <p:spPr>
                <a:xfrm>
                  <a:off x="3197418" y="4498181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Freeform 43"/>
                <p:cNvSpPr/>
                <p:nvPr/>
              </p:nvSpPr>
              <p:spPr>
                <a:xfrm>
                  <a:off x="3197418" y="4498181"/>
                  <a:ext cx="1141200" cy="192301"/>
                </a:xfrm>
                <a:custGeom>
                  <a:avLst/>
                  <a:gdLst>
                    <a:gd name="connsiteX0" fmla="*/ 66294 w 2243012"/>
                    <a:gd name="connsiteY0" fmla="*/ 0 h 132588"/>
                    <a:gd name="connsiteX1" fmla="*/ 2243012 w 2243012"/>
                    <a:gd name="connsiteY1" fmla="*/ 0 h 132588"/>
                    <a:gd name="connsiteX2" fmla="*/ 2243012 w 2243012"/>
                    <a:gd name="connsiteY2" fmla="*/ 132588 h 132588"/>
                    <a:gd name="connsiteX3" fmla="*/ 66294 w 2243012"/>
                    <a:gd name="connsiteY3" fmla="*/ 132588 h 132588"/>
                    <a:gd name="connsiteX4" fmla="*/ 0 w 2243012"/>
                    <a:gd name="connsiteY4" fmla="*/ 66294 h 132588"/>
                    <a:gd name="connsiteX5" fmla="*/ 66294 w 2243012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43012" h="132588">
                      <a:moveTo>
                        <a:pt x="66294" y="0"/>
                      </a:moveTo>
                      <a:lnTo>
                        <a:pt x="2243012" y="0"/>
                      </a:lnTo>
                      <a:lnTo>
                        <a:pt x="2243012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FFCC29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2" name="TextBox 35"/>
              <p:cNvSpPr txBox="1"/>
              <p:nvPr/>
            </p:nvSpPr>
            <p:spPr>
              <a:xfrm>
                <a:off x="2192764" y="4363499"/>
                <a:ext cx="742772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30%</a:t>
                </a:r>
                <a:endParaRPr lang="en-US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77" name="TextBox 10"/>
            <p:cNvSpPr txBox="1"/>
            <p:nvPr/>
          </p:nvSpPr>
          <p:spPr>
            <a:xfrm>
              <a:off x="132420" y="2540021"/>
              <a:ext cx="13318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Plano de </a:t>
              </a:r>
              <a:r>
                <a:rPr lang="en-US" sz="1400" dirty="0"/>
                <a:t>release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de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cada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plataforma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Rounded Rectangle 4"/>
            <p:cNvSpPr/>
            <p:nvPr/>
          </p:nvSpPr>
          <p:spPr>
            <a:xfrm>
              <a:off x="6741338" y="2499668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Rounded Rectangle 4"/>
            <p:cNvSpPr/>
            <p:nvPr/>
          </p:nvSpPr>
          <p:spPr>
            <a:xfrm>
              <a:off x="9737313" y="2493587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2" name="CaixaDeTexto 101"/>
            <p:cNvSpPr txBox="1"/>
            <p:nvPr/>
          </p:nvSpPr>
          <p:spPr>
            <a:xfrm>
              <a:off x="6808260" y="2702461"/>
              <a:ext cx="2649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Em execução</a:t>
              </a:r>
              <a:endParaRPr lang="pt-BR" dirty="0"/>
            </a:p>
          </p:txBody>
        </p:sp>
        <p:sp>
          <p:nvSpPr>
            <p:cNvPr id="103" name="CaixaDeTexto 102"/>
            <p:cNvSpPr txBox="1"/>
            <p:nvPr/>
          </p:nvSpPr>
          <p:spPr>
            <a:xfrm>
              <a:off x="9896632" y="2696454"/>
              <a:ext cx="178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Jan/16</a:t>
              </a:r>
              <a:endParaRPr lang="pt-BR" dirty="0"/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170013" y="5118566"/>
            <a:ext cx="11811166" cy="821957"/>
            <a:chOff x="132420" y="3446897"/>
            <a:chExt cx="11811166" cy="821957"/>
          </a:xfrm>
        </p:grpSpPr>
        <p:grpSp>
          <p:nvGrpSpPr>
            <p:cNvPr id="80" name="Group 5"/>
            <p:cNvGrpSpPr/>
            <p:nvPr/>
          </p:nvGrpSpPr>
          <p:grpSpPr>
            <a:xfrm>
              <a:off x="1464306" y="3475344"/>
              <a:ext cx="5181600" cy="793510"/>
              <a:chOff x="1981200" y="4153365"/>
              <a:chExt cx="5181600" cy="858139"/>
            </a:xfrm>
          </p:grpSpPr>
          <p:grpSp>
            <p:nvGrpSpPr>
              <p:cNvPr id="81" name="Group 64"/>
              <p:cNvGrpSpPr/>
              <p:nvPr/>
            </p:nvGrpSpPr>
            <p:grpSpPr>
              <a:xfrm>
                <a:off x="1981200" y="4153365"/>
                <a:ext cx="5181600" cy="858139"/>
                <a:chOff x="1981200" y="4153365"/>
                <a:chExt cx="5181600" cy="858139"/>
              </a:xfrm>
            </p:grpSpPr>
            <p:sp>
              <p:nvSpPr>
                <p:cNvPr id="83" name="Rounded Rectangle 23"/>
                <p:cNvSpPr/>
                <p:nvPr/>
              </p:nvSpPr>
              <p:spPr>
                <a:xfrm>
                  <a:off x="1981200" y="4153365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ounded Rectangle 24"/>
                <p:cNvSpPr/>
                <p:nvPr/>
              </p:nvSpPr>
              <p:spPr>
                <a:xfrm>
                  <a:off x="2129815" y="4305880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FFCC2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ounded Rectangle 25"/>
                <p:cNvSpPr/>
                <p:nvPr/>
              </p:nvSpPr>
              <p:spPr>
                <a:xfrm>
                  <a:off x="3197418" y="4498181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 43"/>
                <p:cNvSpPr/>
                <p:nvPr/>
              </p:nvSpPr>
              <p:spPr>
                <a:xfrm>
                  <a:off x="3197418" y="4498181"/>
                  <a:ext cx="1519200" cy="192301"/>
                </a:xfrm>
                <a:custGeom>
                  <a:avLst/>
                  <a:gdLst>
                    <a:gd name="connsiteX0" fmla="*/ 66294 w 2243012"/>
                    <a:gd name="connsiteY0" fmla="*/ 0 h 132588"/>
                    <a:gd name="connsiteX1" fmla="*/ 2243012 w 2243012"/>
                    <a:gd name="connsiteY1" fmla="*/ 0 h 132588"/>
                    <a:gd name="connsiteX2" fmla="*/ 2243012 w 2243012"/>
                    <a:gd name="connsiteY2" fmla="*/ 132588 h 132588"/>
                    <a:gd name="connsiteX3" fmla="*/ 66294 w 2243012"/>
                    <a:gd name="connsiteY3" fmla="*/ 132588 h 132588"/>
                    <a:gd name="connsiteX4" fmla="*/ 0 w 2243012"/>
                    <a:gd name="connsiteY4" fmla="*/ 66294 h 132588"/>
                    <a:gd name="connsiteX5" fmla="*/ 66294 w 2243012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43012" h="132588">
                      <a:moveTo>
                        <a:pt x="66294" y="0"/>
                      </a:moveTo>
                      <a:lnTo>
                        <a:pt x="2243012" y="0"/>
                      </a:lnTo>
                      <a:lnTo>
                        <a:pt x="2243012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FFCC29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2" name="TextBox 35"/>
              <p:cNvSpPr txBox="1"/>
              <p:nvPr/>
            </p:nvSpPr>
            <p:spPr>
              <a:xfrm>
                <a:off x="2192764" y="4363499"/>
                <a:ext cx="742772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40%</a:t>
                </a:r>
                <a:endParaRPr lang="en-US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87" name="TextBox 10"/>
            <p:cNvSpPr txBox="1"/>
            <p:nvPr/>
          </p:nvSpPr>
          <p:spPr>
            <a:xfrm>
              <a:off x="132420" y="3573010"/>
              <a:ext cx="1331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 err="1"/>
                <a:t>Integração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contínua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Rounded Rectangle 4"/>
            <p:cNvSpPr/>
            <p:nvPr/>
          </p:nvSpPr>
          <p:spPr>
            <a:xfrm>
              <a:off x="6727599" y="3452978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ounded Rectangle 4"/>
            <p:cNvSpPr/>
            <p:nvPr/>
          </p:nvSpPr>
          <p:spPr>
            <a:xfrm>
              <a:off x="9723574" y="3446897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CaixaDeTexto 103"/>
            <p:cNvSpPr txBox="1"/>
            <p:nvPr/>
          </p:nvSpPr>
          <p:spPr>
            <a:xfrm>
              <a:off x="6808260" y="3633580"/>
              <a:ext cx="2649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Desenho da Solução</a:t>
              </a:r>
              <a:endParaRPr lang="pt-BR" dirty="0"/>
            </a:p>
          </p:txBody>
        </p:sp>
        <p:sp>
          <p:nvSpPr>
            <p:cNvPr id="105" name="CaixaDeTexto 104"/>
            <p:cNvSpPr txBox="1"/>
            <p:nvPr/>
          </p:nvSpPr>
          <p:spPr>
            <a:xfrm>
              <a:off x="9896632" y="3627573"/>
              <a:ext cx="178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Out/15</a:t>
              </a:r>
              <a:endParaRPr lang="pt-BR" dirty="0"/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80366" y="3834774"/>
            <a:ext cx="11900813" cy="821957"/>
            <a:chOff x="42773" y="4579738"/>
            <a:chExt cx="11900813" cy="821957"/>
          </a:xfrm>
        </p:grpSpPr>
        <p:grpSp>
          <p:nvGrpSpPr>
            <p:cNvPr id="119" name="Group 5"/>
            <p:cNvGrpSpPr/>
            <p:nvPr/>
          </p:nvGrpSpPr>
          <p:grpSpPr>
            <a:xfrm>
              <a:off x="1464306" y="4608185"/>
              <a:ext cx="5181600" cy="793510"/>
              <a:chOff x="1981200" y="4153365"/>
              <a:chExt cx="5181600" cy="858139"/>
            </a:xfrm>
          </p:grpSpPr>
          <p:grpSp>
            <p:nvGrpSpPr>
              <p:cNvPr id="125" name="Group 64"/>
              <p:cNvGrpSpPr/>
              <p:nvPr/>
            </p:nvGrpSpPr>
            <p:grpSpPr>
              <a:xfrm>
                <a:off x="1981200" y="4153365"/>
                <a:ext cx="5181600" cy="858139"/>
                <a:chOff x="1981200" y="4153365"/>
                <a:chExt cx="5181600" cy="858139"/>
              </a:xfrm>
            </p:grpSpPr>
            <p:sp>
              <p:nvSpPr>
                <p:cNvPr id="127" name="Rounded Rectangle 23"/>
                <p:cNvSpPr/>
                <p:nvPr/>
              </p:nvSpPr>
              <p:spPr>
                <a:xfrm>
                  <a:off x="1981200" y="4153365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ounded Rectangle 24"/>
                <p:cNvSpPr/>
                <p:nvPr/>
              </p:nvSpPr>
              <p:spPr>
                <a:xfrm>
                  <a:off x="2129815" y="4305880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FFCC2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ounded Rectangle 25"/>
                <p:cNvSpPr/>
                <p:nvPr/>
              </p:nvSpPr>
              <p:spPr>
                <a:xfrm>
                  <a:off x="3197418" y="4498181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 43"/>
                <p:cNvSpPr/>
                <p:nvPr/>
              </p:nvSpPr>
              <p:spPr>
                <a:xfrm>
                  <a:off x="3197418" y="4498181"/>
                  <a:ext cx="2896620" cy="192301"/>
                </a:xfrm>
                <a:custGeom>
                  <a:avLst/>
                  <a:gdLst>
                    <a:gd name="connsiteX0" fmla="*/ 66294 w 2243012"/>
                    <a:gd name="connsiteY0" fmla="*/ 0 h 132588"/>
                    <a:gd name="connsiteX1" fmla="*/ 2243012 w 2243012"/>
                    <a:gd name="connsiteY1" fmla="*/ 0 h 132588"/>
                    <a:gd name="connsiteX2" fmla="*/ 2243012 w 2243012"/>
                    <a:gd name="connsiteY2" fmla="*/ 132588 h 132588"/>
                    <a:gd name="connsiteX3" fmla="*/ 66294 w 2243012"/>
                    <a:gd name="connsiteY3" fmla="*/ 132588 h 132588"/>
                    <a:gd name="connsiteX4" fmla="*/ 0 w 2243012"/>
                    <a:gd name="connsiteY4" fmla="*/ 66294 h 132588"/>
                    <a:gd name="connsiteX5" fmla="*/ 66294 w 2243012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43012" h="132588">
                      <a:moveTo>
                        <a:pt x="66294" y="0"/>
                      </a:moveTo>
                      <a:lnTo>
                        <a:pt x="2243012" y="0"/>
                      </a:lnTo>
                      <a:lnTo>
                        <a:pt x="2243012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FFCC29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6" name="TextBox 35"/>
              <p:cNvSpPr txBox="1"/>
              <p:nvPr/>
            </p:nvSpPr>
            <p:spPr>
              <a:xfrm>
                <a:off x="2192764" y="4363499"/>
                <a:ext cx="742772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75%</a:t>
                </a:r>
                <a:endParaRPr lang="en-US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120" name="TextBox 10"/>
            <p:cNvSpPr txBox="1"/>
            <p:nvPr/>
          </p:nvSpPr>
          <p:spPr>
            <a:xfrm>
              <a:off x="42773" y="4621832"/>
              <a:ext cx="147042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 err="1" smtClean="0"/>
                <a:t>Gestão</a:t>
              </a:r>
              <a:r>
                <a:rPr lang="en-US" sz="1400" dirty="0" smtClean="0"/>
                <a:t> de </a:t>
              </a:r>
              <a:r>
                <a:rPr lang="en-US" sz="1400" dirty="0" err="1" smtClean="0"/>
                <a:t>Desenvolvimento</a:t>
              </a:r>
              <a:r>
                <a:rPr lang="en-US" sz="1400" dirty="0" smtClean="0"/>
                <a:t> </a:t>
              </a:r>
              <a:r>
                <a:rPr lang="en-US" sz="1400" dirty="0" err="1"/>
                <a:t>Á</a:t>
              </a:r>
              <a:r>
                <a:rPr lang="en-US" sz="1400" dirty="0" err="1" smtClean="0"/>
                <a:t>gil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Rounded Rectangle 4"/>
            <p:cNvSpPr/>
            <p:nvPr/>
          </p:nvSpPr>
          <p:spPr>
            <a:xfrm>
              <a:off x="6727599" y="4585819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2" name="Rounded Rectangle 4"/>
            <p:cNvSpPr/>
            <p:nvPr/>
          </p:nvSpPr>
          <p:spPr>
            <a:xfrm>
              <a:off x="9723574" y="4579738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3" name="CaixaDeTexto 122"/>
            <p:cNvSpPr txBox="1"/>
            <p:nvPr/>
          </p:nvSpPr>
          <p:spPr>
            <a:xfrm>
              <a:off x="6808260" y="4802493"/>
              <a:ext cx="2649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Migração</a:t>
              </a:r>
            </a:p>
          </p:txBody>
        </p:sp>
        <p:sp>
          <p:nvSpPr>
            <p:cNvPr id="124" name="CaixaDeTexto 123"/>
            <p:cNvSpPr txBox="1"/>
            <p:nvPr/>
          </p:nvSpPr>
          <p:spPr>
            <a:xfrm>
              <a:off x="9896632" y="4796486"/>
              <a:ext cx="178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mtClean="0"/>
                <a:t>Set/15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4335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E:\Users\BR92457\Desktop\Apresentação TD\Fotos\CINZA_MORNO.pn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0639"/>
          <a:stretch/>
        </p:blipFill>
        <p:spPr bwMode="auto">
          <a:xfrm>
            <a:off x="162562" y="164639"/>
            <a:ext cx="588197" cy="62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3"/>
          <p:cNvSpPr txBox="1"/>
          <p:nvPr/>
        </p:nvSpPr>
        <p:spPr>
          <a:xfrm>
            <a:off x="2135560" y="349010"/>
            <a:ext cx="9823949" cy="532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24018"/>
            <a:r>
              <a:rPr lang="en-US" sz="2857" dirty="0">
                <a:solidFill>
                  <a:srgbClr val="6E6259"/>
                </a:solidFill>
                <a:latin typeface="Gill Sans Std Light" pitchFamily="34" charset="0"/>
              </a:rPr>
              <a:t>VISÃO DO PROCESSO DE DESENVOLVIMENTO</a:t>
            </a:r>
            <a:endParaRPr lang="pt-BR" sz="2857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487272" y="1423063"/>
            <a:ext cx="8083511" cy="5380371"/>
            <a:chOff x="2701752" y="1632248"/>
            <a:chExt cx="11316915" cy="753251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01752" y="1632248"/>
              <a:ext cx="11316915" cy="753251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8318377" y="1776265"/>
              <a:ext cx="3648372" cy="867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024018"/>
              <a:r>
                <a:rPr lang="en-US" sz="1714" dirty="0" err="1">
                  <a:solidFill>
                    <a:prstClr val="black"/>
                  </a:solidFill>
                </a:rPr>
                <a:t>Proceso</a:t>
              </a:r>
              <a:r>
                <a:rPr lang="en-US" sz="1714" dirty="0">
                  <a:solidFill>
                    <a:prstClr val="black"/>
                  </a:solidFill>
                </a:rPr>
                <a:t> </a:t>
              </a:r>
              <a:r>
                <a:rPr lang="en-US" sz="1714" dirty="0" err="1">
                  <a:solidFill>
                    <a:prstClr val="black"/>
                  </a:solidFill>
                </a:rPr>
                <a:t>automatizado</a:t>
              </a:r>
              <a:r>
                <a:rPr lang="en-US" sz="1714" dirty="0">
                  <a:solidFill>
                    <a:prstClr val="black"/>
                  </a:solidFill>
                </a:rPr>
                <a:t>, </a:t>
              </a:r>
              <a:r>
                <a:rPr lang="en-US" sz="1714" dirty="0" err="1">
                  <a:solidFill>
                    <a:prstClr val="black"/>
                  </a:solidFill>
                </a:rPr>
                <a:t>frequente</a:t>
              </a:r>
              <a:r>
                <a:rPr lang="en-US" sz="1714" dirty="0">
                  <a:solidFill>
                    <a:prstClr val="black"/>
                  </a:solidFill>
                </a:rPr>
                <a:t> e </a:t>
              </a:r>
              <a:r>
                <a:rPr lang="en-US" sz="1714" dirty="0" err="1">
                  <a:solidFill>
                    <a:prstClr val="black"/>
                  </a:solidFill>
                </a:rPr>
                <a:t>transparente</a:t>
              </a:r>
              <a:endParaRPr lang="en-US" sz="1714" dirty="0">
                <a:solidFill>
                  <a:prstClr val="black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046568" y="8256984"/>
              <a:ext cx="1944216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018"/>
              <a:endParaRPr lang="en-US" sz="2016">
                <a:solidFill>
                  <a:prstClr val="white"/>
                </a:solidFill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2230101" y="1456634"/>
            <a:ext cx="1954503" cy="5243931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endParaRPr lang="en-US" sz="2016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3995" y="3783488"/>
            <a:ext cx="1393075" cy="6199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 defTabSz="1024018"/>
            <a:r>
              <a:rPr lang="en-US" sz="1714" dirty="0">
                <a:solidFill>
                  <a:prstClr val="black"/>
                </a:solidFill>
              </a:rPr>
              <a:t>JIRA</a:t>
            </a:r>
          </a:p>
          <a:p>
            <a:pPr algn="ctr" defTabSz="1024018"/>
            <a:r>
              <a:rPr lang="en-US" sz="1714" dirty="0">
                <a:solidFill>
                  <a:prstClr val="black"/>
                </a:solidFill>
              </a:rPr>
              <a:t>CONFLUENCE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7552" y="1063023"/>
            <a:ext cx="1175322" cy="3561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defTabSz="1024018"/>
            <a:r>
              <a:rPr lang="en-US" sz="1714">
                <a:solidFill>
                  <a:prstClr val="black"/>
                </a:solidFill>
              </a:rPr>
              <a:t>BITBUCKET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376" y="2866848"/>
            <a:ext cx="918841" cy="3561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defTabSz="1024018"/>
            <a:r>
              <a:rPr lang="en-US" sz="1714" dirty="0">
                <a:solidFill>
                  <a:prstClr val="black"/>
                </a:solidFill>
              </a:rPr>
              <a:t>JENKINS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095" y="4920594"/>
            <a:ext cx="819455" cy="3561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defTabSz="1024018"/>
            <a:r>
              <a:rPr lang="en-US" sz="1714" dirty="0">
                <a:solidFill>
                  <a:prstClr val="black"/>
                </a:solidFill>
              </a:rPr>
              <a:t>SONAR</a:t>
            </a:r>
          </a:p>
        </p:txBody>
      </p:sp>
    </p:spTree>
    <p:extLst>
      <p:ext uri="{BB962C8B-B14F-4D97-AF65-F5344CB8AC3E}">
        <p14:creationId xmlns:p14="http://schemas.microsoft.com/office/powerpoint/2010/main" val="339487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E:\Users\BR92457\Desktop\Apresentação TD\Fotos\CINZA_MORNO.pn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0639"/>
          <a:stretch/>
        </p:blipFill>
        <p:spPr bwMode="auto">
          <a:xfrm>
            <a:off x="162562" y="164639"/>
            <a:ext cx="588197" cy="62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3"/>
          <p:cNvSpPr txBox="1"/>
          <p:nvPr/>
        </p:nvSpPr>
        <p:spPr>
          <a:xfrm>
            <a:off x="2135560" y="349010"/>
            <a:ext cx="9823949" cy="532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24018"/>
            <a:r>
              <a:rPr lang="en-US" sz="2857" dirty="0">
                <a:solidFill>
                  <a:srgbClr val="6E6259"/>
                </a:solidFill>
                <a:latin typeface="Gill Sans Std Light" pitchFamily="34" charset="0"/>
              </a:rPr>
              <a:t>COMPOSIÇÃO DE FERRAMENTAS DE GESTÃO E CONTROLE</a:t>
            </a:r>
            <a:endParaRPr lang="pt-BR" sz="2857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41097" y="1731669"/>
            <a:ext cx="11212674" cy="12344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2016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CA CLARITY</a:t>
            </a:r>
          </a:p>
          <a:p>
            <a:pPr algn="ctr" defTabSz="1024018"/>
            <a:r>
              <a:rPr lang="en-US" sz="1429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Gestão</a:t>
            </a:r>
            <a:r>
              <a:rPr lang="en-US" sz="1429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429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Portfólio</a:t>
            </a:r>
            <a:r>
              <a:rPr lang="en-US" sz="1429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lang="en-US" sz="1429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Idéias</a:t>
            </a:r>
            <a:r>
              <a:rPr lang="en-US" sz="1429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lang="en-US" sz="1429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Projetos</a:t>
            </a:r>
            <a:r>
              <a:rPr lang="en-US" sz="1429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e </a:t>
            </a:r>
            <a:r>
              <a:rPr lang="en-US" sz="1429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documentação</a:t>
            </a:r>
            <a:r>
              <a:rPr lang="en-US" sz="1429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429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projeto</a:t>
            </a:r>
            <a:endParaRPr lang="en-US" sz="1429" dirty="0">
              <a:solidFill>
                <a:prstClr val="white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1097" y="3223263"/>
            <a:ext cx="1748766" cy="97725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1714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JIRA</a:t>
            </a:r>
          </a:p>
          <a:p>
            <a:pPr algn="ctr" defTabSz="1024018"/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Gestão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Pipeline de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desenvolvimento</a:t>
            </a:r>
            <a:endParaRPr lang="en-US" sz="1143" dirty="0">
              <a:solidFill>
                <a:prstClr val="white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44166" y="3223263"/>
            <a:ext cx="1748766" cy="97725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1714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CONFLUENCE</a:t>
            </a:r>
          </a:p>
          <a:p>
            <a:pPr algn="ctr" defTabSz="1024018"/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Repositório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documentação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para Product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7234" y="3223263"/>
            <a:ext cx="1748766" cy="97725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1714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BITBUCKET</a:t>
            </a:r>
          </a:p>
          <a:p>
            <a:pPr algn="ctr" defTabSz="1024018"/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Repositório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Código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Fontes</a:t>
            </a:r>
            <a:endParaRPr lang="en-US" sz="1143" dirty="0">
              <a:solidFill>
                <a:prstClr val="white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41097" y="4241964"/>
            <a:ext cx="5657771" cy="63718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1429" dirty="0" err="1">
                <a:solidFill>
                  <a:prstClr val="white"/>
                </a:solidFill>
              </a:rPr>
              <a:t>Gestão</a:t>
            </a:r>
            <a:r>
              <a:rPr lang="en-US" sz="1429" dirty="0">
                <a:solidFill>
                  <a:prstClr val="white"/>
                </a:solidFill>
              </a:rPr>
              <a:t> do </a:t>
            </a:r>
            <a:r>
              <a:rPr lang="en-US" sz="1429" dirty="0" err="1">
                <a:solidFill>
                  <a:prstClr val="white"/>
                </a:solidFill>
              </a:rPr>
              <a:t>Desenvolvimento</a:t>
            </a:r>
            <a:r>
              <a:rPr lang="en-US" sz="1429" dirty="0">
                <a:solidFill>
                  <a:prstClr val="white"/>
                </a:solidFill>
              </a:rPr>
              <a:t>  (Feature to Code)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886" y="3223263"/>
            <a:ext cx="2777451" cy="977251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1714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JENKINS</a:t>
            </a:r>
          </a:p>
          <a:p>
            <a:pPr algn="ctr" defTabSz="1024018"/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Integracão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contínua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, testes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unitários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automatizado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análise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boas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práticas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, de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código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e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integração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do build)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301737" y="4241964"/>
            <a:ext cx="5400600" cy="63718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1429" dirty="0" err="1">
                <a:solidFill>
                  <a:prstClr val="white"/>
                </a:solidFill>
              </a:rPr>
              <a:t>Integração</a:t>
            </a:r>
            <a:r>
              <a:rPr lang="en-US" sz="1429" dirty="0">
                <a:solidFill>
                  <a:prstClr val="white"/>
                </a:solidFill>
              </a:rPr>
              <a:t> </a:t>
            </a:r>
            <a:r>
              <a:rPr lang="en-US" sz="1429" dirty="0" err="1">
                <a:solidFill>
                  <a:prstClr val="white"/>
                </a:solidFill>
              </a:rPr>
              <a:t>contínua</a:t>
            </a:r>
            <a:r>
              <a:rPr lang="en-US" sz="1429" dirty="0">
                <a:solidFill>
                  <a:prstClr val="white"/>
                </a:solidFill>
              </a:rPr>
              <a:t>  (Code to Deploy)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2464" y="3223263"/>
            <a:ext cx="2478120" cy="977251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24018"/>
            <a:r>
              <a:rPr lang="en-US" sz="1714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SONAR</a:t>
            </a:r>
          </a:p>
          <a:p>
            <a:pPr algn="ctr" defTabSz="1024018"/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Monitoramento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qualidade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código</a:t>
            </a:r>
            <a:r>
              <a:rPr lang="en-US" sz="1143" dirty="0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143" dirty="0" err="1">
                <a:solidFill>
                  <a:prstClr val="white"/>
                </a:solidFill>
                <a:latin typeface="Gill Sans" charset="0"/>
                <a:ea typeface="Gill Sans" charset="0"/>
                <a:cs typeface="Gill Sans" charset="0"/>
              </a:rPr>
              <a:t>fonte</a:t>
            </a:r>
            <a:endParaRPr lang="en-US" sz="1143" dirty="0">
              <a:solidFill>
                <a:prstClr val="white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55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8" grpId="0" animBg="1"/>
      <p:bldP spid="19" grpId="0" animBg="1"/>
      <p:bldP spid="22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m 1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717" y="3080441"/>
            <a:ext cx="790575" cy="838200"/>
          </a:xfrm>
          <a:prstGeom prst="rect">
            <a:avLst/>
          </a:prstGeom>
        </p:spPr>
      </p:pic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Forma de Atuação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67" name="TextBox 31"/>
          <p:cNvSpPr txBox="1"/>
          <p:nvPr/>
        </p:nvSpPr>
        <p:spPr>
          <a:xfrm>
            <a:off x="1616241" y="108176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8" name="TextBox 31"/>
          <p:cNvSpPr txBox="1"/>
          <p:nvPr/>
        </p:nvSpPr>
        <p:spPr>
          <a:xfrm>
            <a:off x="6905772" y="1081763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9" name="TextBox 31"/>
          <p:cNvSpPr txBox="1"/>
          <p:nvPr/>
        </p:nvSpPr>
        <p:spPr>
          <a:xfrm>
            <a:off x="9969389" y="1081763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138539" y="1711890"/>
            <a:ext cx="11842640" cy="821957"/>
            <a:chOff x="100946" y="4579738"/>
            <a:chExt cx="11842640" cy="821957"/>
          </a:xfrm>
        </p:grpSpPr>
        <p:grpSp>
          <p:nvGrpSpPr>
            <p:cNvPr id="90" name="Group 5"/>
            <p:cNvGrpSpPr/>
            <p:nvPr/>
          </p:nvGrpSpPr>
          <p:grpSpPr>
            <a:xfrm>
              <a:off x="1464306" y="4608185"/>
              <a:ext cx="5181600" cy="793510"/>
              <a:chOff x="1981200" y="4153365"/>
              <a:chExt cx="5181600" cy="858139"/>
            </a:xfrm>
          </p:grpSpPr>
          <p:grpSp>
            <p:nvGrpSpPr>
              <p:cNvPr id="91" name="Group 64"/>
              <p:cNvGrpSpPr/>
              <p:nvPr/>
            </p:nvGrpSpPr>
            <p:grpSpPr>
              <a:xfrm>
                <a:off x="1981200" y="4153365"/>
                <a:ext cx="5181600" cy="858139"/>
                <a:chOff x="1981200" y="4153365"/>
                <a:chExt cx="5181600" cy="858139"/>
              </a:xfrm>
            </p:grpSpPr>
            <p:sp>
              <p:nvSpPr>
                <p:cNvPr id="93" name="Rounded Rectangle 23"/>
                <p:cNvSpPr/>
                <p:nvPr/>
              </p:nvSpPr>
              <p:spPr>
                <a:xfrm>
                  <a:off x="1981200" y="4153365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ounded Rectangle 24"/>
                <p:cNvSpPr/>
                <p:nvPr/>
              </p:nvSpPr>
              <p:spPr>
                <a:xfrm>
                  <a:off x="2129815" y="4305880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FFCC2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ounded Rectangle 25"/>
                <p:cNvSpPr/>
                <p:nvPr/>
              </p:nvSpPr>
              <p:spPr>
                <a:xfrm>
                  <a:off x="3197418" y="4498181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Freeform 43"/>
                <p:cNvSpPr/>
                <p:nvPr/>
              </p:nvSpPr>
              <p:spPr>
                <a:xfrm>
                  <a:off x="3197418" y="4498181"/>
                  <a:ext cx="36000" cy="192301"/>
                </a:xfrm>
                <a:custGeom>
                  <a:avLst/>
                  <a:gdLst>
                    <a:gd name="connsiteX0" fmla="*/ 66294 w 2243012"/>
                    <a:gd name="connsiteY0" fmla="*/ 0 h 132588"/>
                    <a:gd name="connsiteX1" fmla="*/ 2243012 w 2243012"/>
                    <a:gd name="connsiteY1" fmla="*/ 0 h 132588"/>
                    <a:gd name="connsiteX2" fmla="*/ 2243012 w 2243012"/>
                    <a:gd name="connsiteY2" fmla="*/ 132588 h 132588"/>
                    <a:gd name="connsiteX3" fmla="*/ 66294 w 2243012"/>
                    <a:gd name="connsiteY3" fmla="*/ 132588 h 132588"/>
                    <a:gd name="connsiteX4" fmla="*/ 0 w 2243012"/>
                    <a:gd name="connsiteY4" fmla="*/ 66294 h 132588"/>
                    <a:gd name="connsiteX5" fmla="*/ 66294 w 2243012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43012" h="132588">
                      <a:moveTo>
                        <a:pt x="66294" y="0"/>
                      </a:moveTo>
                      <a:lnTo>
                        <a:pt x="2243012" y="0"/>
                      </a:lnTo>
                      <a:lnTo>
                        <a:pt x="2243012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FFCC29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2" name="TextBox 35"/>
              <p:cNvSpPr txBox="1"/>
              <p:nvPr/>
            </p:nvSpPr>
            <p:spPr>
              <a:xfrm>
                <a:off x="2192764" y="4363499"/>
                <a:ext cx="742772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0%</a:t>
                </a:r>
                <a:endParaRPr lang="en-US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97" name="TextBox 10"/>
            <p:cNvSpPr txBox="1"/>
            <p:nvPr/>
          </p:nvSpPr>
          <p:spPr>
            <a:xfrm>
              <a:off x="100946" y="4705851"/>
              <a:ext cx="1331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/>
                <a:t>Release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– 4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movimentos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Rounded Rectangle 4"/>
            <p:cNvSpPr/>
            <p:nvPr/>
          </p:nvSpPr>
          <p:spPr>
            <a:xfrm>
              <a:off x="6727599" y="4585819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Rounded Rectangle 4"/>
            <p:cNvSpPr/>
            <p:nvPr/>
          </p:nvSpPr>
          <p:spPr>
            <a:xfrm>
              <a:off x="9723574" y="4579738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CaixaDeTexto 105"/>
            <p:cNvSpPr txBox="1"/>
            <p:nvPr/>
          </p:nvSpPr>
          <p:spPr>
            <a:xfrm>
              <a:off x="6808260" y="4802493"/>
              <a:ext cx="2649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Não Iniciado</a:t>
              </a:r>
              <a:endParaRPr lang="pt-BR" dirty="0"/>
            </a:p>
          </p:txBody>
        </p:sp>
        <p:sp>
          <p:nvSpPr>
            <p:cNvPr id="107" name="CaixaDeTexto 106"/>
            <p:cNvSpPr txBox="1"/>
            <p:nvPr/>
          </p:nvSpPr>
          <p:spPr>
            <a:xfrm>
              <a:off x="9896632" y="4796486"/>
              <a:ext cx="178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Dez/15</a:t>
              </a:r>
              <a:endParaRPr lang="pt-BR" dirty="0"/>
            </a:p>
          </p:txBody>
        </p:sp>
      </p:grpSp>
      <p:grpSp>
        <p:nvGrpSpPr>
          <p:cNvPr id="64" name="Grupo 63"/>
          <p:cNvGrpSpPr/>
          <p:nvPr/>
        </p:nvGrpSpPr>
        <p:grpSpPr>
          <a:xfrm>
            <a:off x="170013" y="2677584"/>
            <a:ext cx="11811166" cy="821957"/>
            <a:chOff x="132420" y="3446897"/>
            <a:chExt cx="11811166" cy="821957"/>
          </a:xfrm>
        </p:grpSpPr>
        <p:grpSp>
          <p:nvGrpSpPr>
            <p:cNvPr id="65" name="Group 5"/>
            <p:cNvGrpSpPr/>
            <p:nvPr/>
          </p:nvGrpSpPr>
          <p:grpSpPr>
            <a:xfrm>
              <a:off x="1464306" y="3475344"/>
              <a:ext cx="5181600" cy="793510"/>
              <a:chOff x="1981200" y="4153365"/>
              <a:chExt cx="5181600" cy="858139"/>
            </a:xfrm>
          </p:grpSpPr>
          <p:grpSp>
            <p:nvGrpSpPr>
              <p:cNvPr id="112" name="Group 64"/>
              <p:cNvGrpSpPr/>
              <p:nvPr/>
            </p:nvGrpSpPr>
            <p:grpSpPr>
              <a:xfrm>
                <a:off x="1981200" y="4153365"/>
                <a:ext cx="5181600" cy="858139"/>
                <a:chOff x="1981200" y="4153365"/>
                <a:chExt cx="5181600" cy="858139"/>
              </a:xfrm>
            </p:grpSpPr>
            <p:sp>
              <p:nvSpPr>
                <p:cNvPr id="114" name="Rounded Rectangle 23"/>
                <p:cNvSpPr/>
                <p:nvPr/>
              </p:nvSpPr>
              <p:spPr>
                <a:xfrm>
                  <a:off x="1981200" y="4153365"/>
                  <a:ext cx="5181600" cy="858139"/>
                </a:xfrm>
                <a:prstGeom prst="roundRect">
                  <a:avLst>
                    <a:gd name="adj" fmla="val 7394"/>
                  </a:avLst>
                </a:prstGeom>
                <a:solidFill>
                  <a:srgbClr val="000000">
                    <a:lumMod val="65000"/>
                    <a:lumOff val="3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Rounded Rectangle 24"/>
                <p:cNvSpPr/>
                <p:nvPr/>
              </p:nvSpPr>
              <p:spPr>
                <a:xfrm>
                  <a:off x="2129815" y="4305880"/>
                  <a:ext cx="868670" cy="576903"/>
                </a:xfrm>
                <a:prstGeom prst="roundRect">
                  <a:avLst>
                    <a:gd name="adj" fmla="val 13219"/>
                  </a:avLst>
                </a:prstGeom>
                <a:solidFill>
                  <a:srgbClr val="FFCC2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Rounded Rectangle 25"/>
                <p:cNvSpPr/>
                <p:nvPr/>
              </p:nvSpPr>
              <p:spPr>
                <a:xfrm>
                  <a:off x="3197418" y="4498181"/>
                  <a:ext cx="3806236" cy="1923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lumMod val="9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43"/>
                <p:cNvSpPr/>
                <p:nvPr/>
              </p:nvSpPr>
              <p:spPr>
                <a:xfrm>
                  <a:off x="3197418" y="4498181"/>
                  <a:ext cx="1070004" cy="192301"/>
                </a:xfrm>
                <a:custGeom>
                  <a:avLst/>
                  <a:gdLst>
                    <a:gd name="connsiteX0" fmla="*/ 66294 w 2243012"/>
                    <a:gd name="connsiteY0" fmla="*/ 0 h 132588"/>
                    <a:gd name="connsiteX1" fmla="*/ 2243012 w 2243012"/>
                    <a:gd name="connsiteY1" fmla="*/ 0 h 132588"/>
                    <a:gd name="connsiteX2" fmla="*/ 2243012 w 2243012"/>
                    <a:gd name="connsiteY2" fmla="*/ 132588 h 132588"/>
                    <a:gd name="connsiteX3" fmla="*/ 66294 w 2243012"/>
                    <a:gd name="connsiteY3" fmla="*/ 132588 h 132588"/>
                    <a:gd name="connsiteX4" fmla="*/ 0 w 2243012"/>
                    <a:gd name="connsiteY4" fmla="*/ 66294 h 132588"/>
                    <a:gd name="connsiteX5" fmla="*/ 66294 w 2243012"/>
                    <a:gd name="connsiteY5" fmla="*/ 0 h 13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43012" h="132588">
                      <a:moveTo>
                        <a:pt x="66294" y="0"/>
                      </a:moveTo>
                      <a:lnTo>
                        <a:pt x="2243012" y="0"/>
                      </a:lnTo>
                      <a:lnTo>
                        <a:pt x="2243012" y="132588"/>
                      </a:lnTo>
                      <a:lnTo>
                        <a:pt x="66294" y="132588"/>
                      </a:lnTo>
                      <a:cubicBezTo>
                        <a:pt x="29681" y="132588"/>
                        <a:pt x="0" y="102907"/>
                        <a:pt x="0" y="66294"/>
                      </a:cubicBezTo>
                      <a:cubicBezTo>
                        <a:pt x="0" y="29681"/>
                        <a:pt x="29681" y="0"/>
                        <a:pt x="66294" y="0"/>
                      </a:cubicBezTo>
                      <a:close/>
                    </a:path>
                  </a:pathLst>
                </a:custGeom>
                <a:solidFill>
                  <a:srgbClr val="FFCC29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3" name="TextBox 35"/>
              <p:cNvSpPr txBox="1"/>
              <p:nvPr/>
            </p:nvSpPr>
            <p:spPr>
              <a:xfrm>
                <a:off x="2192764" y="4363499"/>
                <a:ext cx="742772" cy="4992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en-US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gency FB" panose="020B0503020202020204" pitchFamily="34" charset="0"/>
                  </a:rPr>
                  <a:t>30%</a:t>
                </a:r>
                <a:endParaRPr lang="en-US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66" name="TextBox 10"/>
            <p:cNvSpPr txBox="1"/>
            <p:nvPr/>
          </p:nvSpPr>
          <p:spPr>
            <a:xfrm>
              <a:off x="132420" y="3573010"/>
              <a:ext cx="1331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 smtClean="0"/>
                <a:t>Check list de </a:t>
              </a:r>
              <a:r>
                <a:rPr lang="en-US" sz="1400" dirty="0" err="1" smtClean="0"/>
                <a:t>projetos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Rounded Rectangle 4"/>
            <p:cNvSpPr/>
            <p:nvPr/>
          </p:nvSpPr>
          <p:spPr>
            <a:xfrm>
              <a:off x="6727599" y="3452978"/>
              <a:ext cx="2888044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Rounded Rectangle 4"/>
            <p:cNvSpPr/>
            <p:nvPr/>
          </p:nvSpPr>
          <p:spPr>
            <a:xfrm>
              <a:off x="9723574" y="3446897"/>
              <a:ext cx="2220012" cy="775446"/>
            </a:xfrm>
            <a:prstGeom prst="roundRect">
              <a:avLst>
                <a:gd name="adj" fmla="val 7394"/>
              </a:avLst>
            </a:prstGeom>
            <a:noFill/>
            <a:ln w="1270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CaixaDeTexto 109"/>
            <p:cNvSpPr txBox="1"/>
            <p:nvPr/>
          </p:nvSpPr>
          <p:spPr>
            <a:xfrm>
              <a:off x="6808260" y="3633580"/>
              <a:ext cx="2649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Implantação</a:t>
              </a:r>
              <a:endParaRPr lang="pt-BR" dirty="0"/>
            </a:p>
          </p:txBody>
        </p:sp>
        <p:sp>
          <p:nvSpPr>
            <p:cNvPr id="111" name="CaixaDeTexto 110"/>
            <p:cNvSpPr txBox="1"/>
            <p:nvPr/>
          </p:nvSpPr>
          <p:spPr>
            <a:xfrm>
              <a:off x="9896632" y="3627573"/>
              <a:ext cx="178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Dez/15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99277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5" name="Título 11"/>
          <p:cNvSpPr txBox="1">
            <a:spLocks/>
          </p:cNvSpPr>
          <p:nvPr/>
        </p:nvSpPr>
        <p:spPr>
          <a:xfrm>
            <a:off x="288758" y="148394"/>
            <a:ext cx="10515600" cy="708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mtClean="0">
                <a:solidFill>
                  <a:srgbClr val="FFC000"/>
                </a:solidFill>
                <a:latin typeface="Gill Sans Std Light" pitchFamily="34" charset="0"/>
              </a:rPr>
              <a:t>Forma de Atuação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88758" y="929260"/>
            <a:ext cx="4053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Oque é?</a:t>
            </a:r>
            <a:endParaRPr lang="pt-BR" sz="44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88758" y="2542882"/>
            <a:ext cx="4053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Porque fazer?</a:t>
            </a:r>
            <a:endParaRPr lang="pt-BR" sz="44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417095" y="1828485"/>
            <a:ext cx="965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G</a:t>
            </a:r>
            <a:r>
              <a:rPr lang="pt-BR" sz="2800" dirty="0" err="1" smtClean="0"/>
              <a:t>uideline</a:t>
            </a:r>
            <a:r>
              <a:rPr lang="pt-BR" sz="2800" dirty="0" smtClean="0"/>
              <a:t> </a:t>
            </a:r>
            <a:r>
              <a:rPr lang="pt-BR" sz="2800" dirty="0"/>
              <a:t>para execução de projetos, orientado pelas </a:t>
            </a:r>
            <a:r>
              <a:rPr lang="pt-BR" sz="2800" dirty="0" smtClean="0"/>
              <a:t>tecnologias</a:t>
            </a:r>
            <a:endParaRPr lang="pt-BR" sz="28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417095" y="3335890"/>
            <a:ext cx="115640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Padronização de projetos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Garantia de que tudo está sendo lembrado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Boas práticas de projetos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Entrega com mais qualidade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Contratação correta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Facilidade para geração de indicadores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33800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5" name="Título 11"/>
          <p:cNvSpPr txBox="1">
            <a:spLocks/>
          </p:cNvSpPr>
          <p:nvPr/>
        </p:nvSpPr>
        <p:spPr>
          <a:xfrm>
            <a:off x="288758" y="148394"/>
            <a:ext cx="10515600" cy="708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mtClean="0">
                <a:solidFill>
                  <a:srgbClr val="FFC000"/>
                </a:solidFill>
                <a:latin typeface="Gill Sans Std Light" pitchFamily="34" charset="0"/>
              </a:rPr>
              <a:t>Forma de Atuação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53690" y="1440782"/>
            <a:ext cx="6867525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786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5" name="Título 11"/>
          <p:cNvSpPr txBox="1">
            <a:spLocks/>
          </p:cNvSpPr>
          <p:nvPr/>
        </p:nvSpPr>
        <p:spPr>
          <a:xfrm>
            <a:off x="288758" y="148394"/>
            <a:ext cx="10515600" cy="708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mtClean="0">
                <a:solidFill>
                  <a:srgbClr val="FFC000"/>
                </a:solidFill>
                <a:latin typeface="Gill Sans Std Light" pitchFamily="34" charset="0"/>
              </a:rPr>
              <a:t>Forma de Atuação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8362" y="1524000"/>
            <a:ext cx="791527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176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179" name="Rounded Rectangle 110"/>
          <p:cNvSpPr/>
          <p:nvPr/>
        </p:nvSpPr>
        <p:spPr>
          <a:xfrm rot="5400000">
            <a:off x="1259256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A0D5EA"/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180" name="Rectangle 111"/>
          <p:cNvSpPr/>
          <p:nvPr/>
        </p:nvSpPr>
        <p:spPr>
          <a:xfrm>
            <a:off x="1494975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Referência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As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Pace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Futura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movimentos para 2015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Movimentos para 2016</a:t>
            </a:r>
          </a:p>
        </p:txBody>
      </p:sp>
      <p:sp>
        <p:nvSpPr>
          <p:cNvPr id="177" name="Oval 3"/>
          <p:cNvSpPr/>
          <p:nvPr/>
        </p:nvSpPr>
        <p:spPr>
          <a:xfrm rot="21238514">
            <a:off x="202570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8" name="Oval 3"/>
          <p:cNvSpPr/>
          <p:nvPr/>
        </p:nvSpPr>
        <p:spPr>
          <a:xfrm>
            <a:off x="291655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35A5D2">
                  <a:lumMod val="60000"/>
                  <a:lumOff val="40000"/>
                </a:srgbClr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176" name="Oval 6"/>
          <p:cNvSpPr/>
          <p:nvPr/>
        </p:nvSpPr>
        <p:spPr>
          <a:xfrm>
            <a:off x="395256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372" name="Rectangle 108"/>
          <p:cNvSpPr/>
          <p:nvPr/>
        </p:nvSpPr>
        <p:spPr>
          <a:xfrm>
            <a:off x="1748772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Arquitetura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23" name="Rounded Rectangle 110"/>
          <p:cNvSpPr/>
          <p:nvPr/>
        </p:nvSpPr>
        <p:spPr>
          <a:xfrm rot="5400000">
            <a:off x="5201074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DE3A1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24" name="Rectangle 111"/>
          <p:cNvSpPr/>
          <p:nvPr/>
        </p:nvSpPr>
        <p:spPr>
          <a:xfrm>
            <a:off x="5436793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desenvolvimento de aplicação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Projetos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" name="Oval 3"/>
          <p:cNvSpPr/>
          <p:nvPr/>
        </p:nvSpPr>
        <p:spPr>
          <a:xfrm rot="21238514">
            <a:off x="4144388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2" name="Oval 3"/>
          <p:cNvSpPr/>
          <p:nvPr/>
        </p:nvSpPr>
        <p:spPr>
          <a:xfrm>
            <a:off x="4233473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BD168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20" name="Oval 6"/>
          <p:cNvSpPr/>
          <p:nvPr/>
        </p:nvSpPr>
        <p:spPr>
          <a:xfrm>
            <a:off x="4337074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00" name="Rectangle 108"/>
          <p:cNvSpPr/>
          <p:nvPr/>
        </p:nvSpPr>
        <p:spPr>
          <a:xfrm>
            <a:off x="5690590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Forma de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Atuação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50" name="Rounded Rectangle 110"/>
          <p:cNvSpPr/>
          <p:nvPr/>
        </p:nvSpPr>
        <p:spPr>
          <a:xfrm rot="5400000">
            <a:off x="9142893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AC6B4"/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51" name="Rectangle 111"/>
          <p:cNvSpPr/>
          <p:nvPr/>
        </p:nvSpPr>
        <p:spPr>
          <a:xfrm>
            <a:off x="9378612" y="2007881"/>
            <a:ext cx="2550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Sustentação – Situação Atual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testes (fábrica, ferramenta, abordagens,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49" name="Oval 3"/>
          <p:cNvSpPr/>
          <p:nvPr/>
        </p:nvSpPr>
        <p:spPr>
          <a:xfrm>
            <a:off x="8175292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47" name="Oval 6"/>
          <p:cNvSpPr/>
          <p:nvPr/>
        </p:nvSpPr>
        <p:spPr>
          <a:xfrm>
            <a:off x="8278893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7" name="Rectangle 108"/>
          <p:cNvSpPr/>
          <p:nvPr/>
        </p:nvSpPr>
        <p:spPr>
          <a:xfrm>
            <a:off x="9632409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Qualidade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77" name="Rounded Rectangle 110"/>
          <p:cNvSpPr/>
          <p:nvPr/>
        </p:nvSpPr>
        <p:spPr>
          <a:xfrm rot="5400000">
            <a:off x="1259256" y="3284382"/>
            <a:ext cx="1821522" cy="3557056"/>
          </a:xfrm>
          <a:prstGeom prst="roundRect">
            <a:avLst>
              <a:gd name="adj" fmla="val 7102"/>
            </a:avLst>
          </a:prstGeom>
          <a:gradFill flip="none" rotWithShape="1">
            <a:gsLst>
              <a:gs pos="0">
                <a:srgbClr val="EC9EC5"/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78" name="Rectangle 111"/>
          <p:cNvSpPr/>
          <p:nvPr/>
        </p:nvSpPr>
        <p:spPr>
          <a:xfrm>
            <a:off x="1494975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– Evolução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- Sustentação</a:t>
            </a:r>
          </a:p>
        </p:txBody>
      </p:sp>
      <p:sp>
        <p:nvSpPr>
          <p:cNvPr id="475" name="Oval 3"/>
          <p:cNvSpPr/>
          <p:nvPr/>
        </p:nvSpPr>
        <p:spPr>
          <a:xfrm rot="21238514">
            <a:off x="202570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76" name="Oval 3"/>
          <p:cNvSpPr/>
          <p:nvPr/>
        </p:nvSpPr>
        <p:spPr>
          <a:xfrm>
            <a:off x="291655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74" name="Oval 6"/>
          <p:cNvSpPr/>
          <p:nvPr/>
        </p:nvSpPr>
        <p:spPr>
          <a:xfrm>
            <a:off x="395256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54" name="Rectangle 108"/>
          <p:cNvSpPr/>
          <p:nvPr/>
        </p:nvSpPr>
        <p:spPr>
          <a:xfrm>
            <a:off x="1748772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Sourcing</a:t>
            </a:r>
          </a:p>
        </p:txBody>
      </p:sp>
      <p:sp>
        <p:nvSpPr>
          <p:cNvPr id="504" name="Rounded Rectangle 110"/>
          <p:cNvSpPr/>
          <p:nvPr/>
        </p:nvSpPr>
        <p:spPr>
          <a:xfrm rot="5400000">
            <a:off x="5201074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61BFFF"/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05" name="Rectangle 111"/>
          <p:cNvSpPr/>
          <p:nvPr/>
        </p:nvSpPr>
        <p:spPr>
          <a:xfrm>
            <a:off x="5436793" y="4664488"/>
            <a:ext cx="25500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Atuação DA Projetos X Sustentação X 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Implantação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" name="Oval 3"/>
          <p:cNvSpPr/>
          <p:nvPr/>
        </p:nvSpPr>
        <p:spPr>
          <a:xfrm rot="21238514">
            <a:off x="4144388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3" name="Oval 3"/>
          <p:cNvSpPr/>
          <p:nvPr/>
        </p:nvSpPr>
        <p:spPr>
          <a:xfrm>
            <a:off x="4233473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01" name="Oval 6"/>
          <p:cNvSpPr/>
          <p:nvPr/>
        </p:nvSpPr>
        <p:spPr>
          <a:xfrm>
            <a:off x="4337074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81" name="Rectangle 108"/>
          <p:cNvSpPr/>
          <p:nvPr/>
        </p:nvSpPr>
        <p:spPr>
          <a:xfrm>
            <a:off x="5690590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Gestão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531" name="Rounded Rectangle 110"/>
          <p:cNvSpPr/>
          <p:nvPr/>
        </p:nvSpPr>
        <p:spPr>
          <a:xfrm rot="5400000">
            <a:off x="9142893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B1D9AF"/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32" name="Rectangle 111"/>
          <p:cNvSpPr/>
          <p:nvPr/>
        </p:nvSpPr>
        <p:spPr>
          <a:xfrm>
            <a:off x="9378612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 Estrutura Organizacional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Clusterização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Papéis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Equipe Engajada</a:t>
            </a:r>
          </a:p>
        </p:txBody>
      </p:sp>
      <p:sp>
        <p:nvSpPr>
          <p:cNvPr id="529" name="Oval 3"/>
          <p:cNvSpPr/>
          <p:nvPr/>
        </p:nvSpPr>
        <p:spPr>
          <a:xfrm rot="21238514">
            <a:off x="8086207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30" name="Oval 3"/>
          <p:cNvSpPr/>
          <p:nvPr/>
        </p:nvSpPr>
        <p:spPr>
          <a:xfrm>
            <a:off x="8175292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28" name="Oval 6"/>
          <p:cNvSpPr/>
          <p:nvPr/>
        </p:nvSpPr>
        <p:spPr>
          <a:xfrm>
            <a:off x="8278893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8" name="Rectangle 108"/>
          <p:cNvSpPr/>
          <p:nvPr/>
        </p:nvSpPr>
        <p:spPr>
          <a:xfrm>
            <a:off x="9632409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Pessoas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7035" y="4031022"/>
            <a:ext cx="955131" cy="76557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532" y="4126722"/>
            <a:ext cx="811860" cy="6765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878" y="1441363"/>
            <a:ext cx="705444" cy="7054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715" y="1494618"/>
            <a:ext cx="814483" cy="58673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810" y="1446403"/>
            <a:ext cx="649097" cy="70318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036" y="4203878"/>
            <a:ext cx="863848" cy="493627"/>
          </a:xfrm>
          <a:prstGeom prst="rect">
            <a:avLst/>
          </a:prstGeom>
        </p:spPr>
      </p:pic>
      <p:grpSp>
        <p:nvGrpSpPr>
          <p:cNvPr id="46" name="Group 17"/>
          <p:cNvGrpSpPr/>
          <p:nvPr/>
        </p:nvGrpSpPr>
        <p:grpSpPr>
          <a:xfrm rot="4309144">
            <a:off x="6436125" y="22752"/>
            <a:ext cx="5898587" cy="6370917"/>
            <a:chOff x="2096675" y="2151531"/>
            <a:chExt cx="3320213" cy="3650616"/>
          </a:xfrm>
        </p:grpSpPr>
        <p:grpSp>
          <p:nvGrpSpPr>
            <p:cNvPr id="47" name="Group 18"/>
            <p:cNvGrpSpPr/>
            <p:nvPr/>
          </p:nvGrpSpPr>
          <p:grpSpPr>
            <a:xfrm rot="917479">
              <a:off x="3974404" y="4617145"/>
              <a:ext cx="1442484" cy="1185002"/>
              <a:chOff x="4865732" y="4818670"/>
              <a:chExt cx="2275476" cy="1869308"/>
            </a:xfrm>
          </p:grpSpPr>
          <p:sp>
            <p:nvSpPr>
              <p:cNvPr id="56" name="Rounded Rectangle 7"/>
              <p:cNvSpPr/>
              <p:nvPr/>
            </p:nvSpPr>
            <p:spPr>
              <a:xfrm rot="2330230">
                <a:off x="4865732" y="4818670"/>
                <a:ext cx="350135" cy="308370"/>
              </a:xfrm>
              <a:custGeom>
                <a:avLst/>
                <a:gdLst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281612 w 331456"/>
                  <a:gd name="connsiteY5" fmla="*/ 299057 h 299057"/>
                  <a:gd name="connsiteX6" fmla="*/ 49844 w 331456"/>
                  <a:gd name="connsiteY6" fmla="*/ 299057 h 299057"/>
                  <a:gd name="connsiteX7" fmla="*/ 0 w 331456"/>
                  <a:gd name="connsiteY7" fmla="*/ 249213 h 299057"/>
                  <a:gd name="connsiteX8" fmla="*/ 0 w 331456"/>
                  <a:gd name="connsiteY8" fmla="*/ 49844 h 299057"/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49844 w 331456"/>
                  <a:gd name="connsiteY5" fmla="*/ 299057 h 299057"/>
                  <a:gd name="connsiteX6" fmla="*/ 0 w 331456"/>
                  <a:gd name="connsiteY6" fmla="*/ 249213 h 299057"/>
                  <a:gd name="connsiteX7" fmla="*/ 0 w 331456"/>
                  <a:gd name="connsiteY7" fmla="*/ 49844 h 299057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281612 w 331456"/>
                  <a:gd name="connsiteY2" fmla="*/ 0 h 315093"/>
                  <a:gd name="connsiteX3" fmla="*/ 331456 w 331456"/>
                  <a:gd name="connsiteY3" fmla="*/ 49844 h 315093"/>
                  <a:gd name="connsiteX4" fmla="*/ 324543 w 331456"/>
                  <a:gd name="connsiteY4" fmla="*/ 295729 h 315093"/>
                  <a:gd name="connsiteX5" fmla="*/ 49844 w 331456"/>
                  <a:gd name="connsiteY5" fmla="*/ 299057 h 315093"/>
                  <a:gd name="connsiteX6" fmla="*/ 0 w 331456"/>
                  <a:gd name="connsiteY6" fmla="*/ 249213 h 315093"/>
                  <a:gd name="connsiteX7" fmla="*/ 0 w 331456"/>
                  <a:gd name="connsiteY7" fmla="*/ 49844 h 315093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331456 w 331456"/>
                  <a:gd name="connsiteY2" fmla="*/ 49844 h 315093"/>
                  <a:gd name="connsiteX3" fmla="*/ 324543 w 331456"/>
                  <a:gd name="connsiteY3" fmla="*/ 295729 h 315093"/>
                  <a:gd name="connsiteX4" fmla="*/ 49844 w 331456"/>
                  <a:gd name="connsiteY4" fmla="*/ 299057 h 315093"/>
                  <a:gd name="connsiteX5" fmla="*/ 0 w 331456"/>
                  <a:gd name="connsiteY5" fmla="*/ 249213 h 315093"/>
                  <a:gd name="connsiteX6" fmla="*/ 0 w 331456"/>
                  <a:gd name="connsiteY6" fmla="*/ 49844 h 315093"/>
                  <a:gd name="connsiteX0" fmla="*/ 0 w 324543"/>
                  <a:gd name="connsiteY0" fmla="*/ 49844 h 315093"/>
                  <a:gd name="connsiteX1" fmla="*/ 49844 w 324543"/>
                  <a:gd name="connsiteY1" fmla="*/ 0 h 315093"/>
                  <a:gd name="connsiteX2" fmla="*/ 319682 w 324543"/>
                  <a:gd name="connsiteY2" fmla="*/ 1309 h 315093"/>
                  <a:gd name="connsiteX3" fmla="*/ 324543 w 324543"/>
                  <a:gd name="connsiteY3" fmla="*/ 295729 h 315093"/>
                  <a:gd name="connsiteX4" fmla="*/ 49844 w 324543"/>
                  <a:gd name="connsiteY4" fmla="*/ 299057 h 315093"/>
                  <a:gd name="connsiteX5" fmla="*/ 0 w 324543"/>
                  <a:gd name="connsiteY5" fmla="*/ 249213 h 315093"/>
                  <a:gd name="connsiteX6" fmla="*/ 0 w 324543"/>
                  <a:gd name="connsiteY6" fmla="*/ 49844 h 315093"/>
                  <a:gd name="connsiteX0" fmla="*/ 0 w 324543"/>
                  <a:gd name="connsiteY0" fmla="*/ 49844 h 299057"/>
                  <a:gd name="connsiteX1" fmla="*/ 49844 w 324543"/>
                  <a:gd name="connsiteY1" fmla="*/ 0 h 299057"/>
                  <a:gd name="connsiteX2" fmla="*/ 319682 w 324543"/>
                  <a:gd name="connsiteY2" fmla="*/ 1309 h 299057"/>
                  <a:gd name="connsiteX3" fmla="*/ 324543 w 324543"/>
                  <a:gd name="connsiteY3" fmla="*/ 295729 h 299057"/>
                  <a:gd name="connsiteX4" fmla="*/ 49844 w 324543"/>
                  <a:gd name="connsiteY4" fmla="*/ 299057 h 299057"/>
                  <a:gd name="connsiteX5" fmla="*/ 0 w 324543"/>
                  <a:gd name="connsiteY5" fmla="*/ 249213 h 299057"/>
                  <a:gd name="connsiteX6" fmla="*/ 0 w 32454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7133"/>
                  <a:gd name="connsiteY0" fmla="*/ 49844 h 299057"/>
                  <a:gd name="connsiteX1" fmla="*/ 49844 w 337133"/>
                  <a:gd name="connsiteY1" fmla="*/ 0 h 299057"/>
                  <a:gd name="connsiteX2" fmla="*/ 325489 w 337133"/>
                  <a:gd name="connsiteY2" fmla="*/ 46 h 299057"/>
                  <a:gd name="connsiteX3" fmla="*/ 336563 w 337133"/>
                  <a:gd name="connsiteY3" fmla="*/ 289465 h 299057"/>
                  <a:gd name="connsiteX4" fmla="*/ 49844 w 337133"/>
                  <a:gd name="connsiteY4" fmla="*/ 299057 h 299057"/>
                  <a:gd name="connsiteX5" fmla="*/ 0 w 337133"/>
                  <a:gd name="connsiteY5" fmla="*/ 249213 h 299057"/>
                  <a:gd name="connsiteX6" fmla="*/ 0 w 33713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25489 w 336563"/>
                  <a:gd name="connsiteY2" fmla="*/ 46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5353"/>
                  <a:gd name="connsiteY0" fmla="*/ 49844 h 300677"/>
                  <a:gd name="connsiteX1" fmla="*/ 49844 w 335353"/>
                  <a:gd name="connsiteY1" fmla="*/ 0 h 300677"/>
                  <a:gd name="connsiteX2" fmla="*/ 325489 w 335353"/>
                  <a:gd name="connsiteY2" fmla="*/ 46 h 300677"/>
                  <a:gd name="connsiteX3" fmla="*/ 335353 w 335353"/>
                  <a:gd name="connsiteY3" fmla="*/ 300677 h 300677"/>
                  <a:gd name="connsiteX4" fmla="*/ 49844 w 335353"/>
                  <a:gd name="connsiteY4" fmla="*/ 299057 h 300677"/>
                  <a:gd name="connsiteX5" fmla="*/ 0 w 335353"/>
                  <a:gd name="connsiteY5" fmla="*/ 249213 h 300677"/>
                  <a:gd name="connsiteX6" fmla="*/ 0 w 335353"/>
                  <a:gd name="connsiteY6" fmla="*/ 49844 h 300677"/>
                  <a:gd name="connsiteX0" fmla="*/ 0 w 337158"/>
                  <a:gd name="connsiteY0" fmla="*/ 52398 h 303231"/>
                  <a:gd name="connsiteX1" fmla="*/ 49844 w 337158"/>
                  <a:gd name="connsiteY1" fmla="*/ 2554 h 303231"/>
                  <a:gd name="connsiteX2" fmla="*/ 332547 w 337158"/>
                  <a:gd name="connsiteY2" fmla="*/ 0 h 303231"/>
                  <a:gd name="connsiteX3" fmla="*/ 335353 w 337158"/>
                  <a:gd name="connsiteY3" fmla="*/ 303231 h 303231"/>
                  <a:gd name="connsiteX4" fmla="*/ 49844 w 337158"/>
                  <a:gd name="connsiteY4" fmla="*/ 301611 h 303231"/>
                  <a:gd name="connsiteX5" fmla="*/ 0 w 337158"/>
                  <a:gd name="connsiteY5" fmla="*/ 251767 h 303231"/>
                  <a:gd name="connsiteX6" fmla="*/ 0 w 337158"/>
                  <a:gd name="connsiteY6" fmla="*/ 52398 h 303231"/>
                  <a:gd name="connsiteX0" fmla="*/ 0 w 335353"/>
                  <a:gd name="connsiteY0" fmla="*/ 52398 h 303231"/>
                  <a:gd name="connsiteX1" fmla="*/ 49844 w 335353"/>
                  <a:gd name="connsiteY1" fmla="*/ 2554 h 303231"/>
                  <a:gd name="connsiteX2" fmla="*/ 332547 w 335353"/>
                  <a:gd name="connsiteY2" fmla="*/ 0 h 303231"/>
                  <a:gd name="connsiteX3" fmla="*/ 335353 w 335353"/>
                  <a:gd name="connsiteY3" fmla="*/ 303231 h 303231"/>
                  <a:gd name="connsiteX4" fmla="*/ 49844 w 335353"/>
                  <a:gd name="connsiteY4" fmla="*/ 301611 h 303231"/>
                  <a:gd name="connsiteX5" fmla="*/ 0 w 335353"/>
                  <a:gd name="connsiteY5" fmla="*/ 251767 h 303231"/>
                  <a:gd name="connsiteX6" fmla="*/ 0 w 335353"/>
                  <a:gd name="connsiteY6" fmla="*/ 52398 h 303231"/>
                  <a:gd name="connsiteX0" fmla="*/ 0 w 336162"/>
                  <a:gd name="connsiteY0" fmla="*/ 53970 h 304803"/>
                  <a:gd name="connsiteX1" fmla="*/ 49844 w 336162"/>
                  <a:gd name="connsiteY1" fmla="*/ 4126 h 304803"/>
                  <a:gd name="connsiteX2" fmla="*/ 334520 w 336162"/>
                  <a:gd name="connsiteY2" fmla="*/ 0 h 304803"/>
                  <a:gd name="connsiteX3" fmla="*/ 335353 w 336162"/>
                  <a:gd name="connsiteY3" fmla="*/ 304803 h 304803"/>
                  <a:gd name="connsiteX4" fmla="*/ 49844 w 336162"/>
                  <a:gd name="connsiteY4" fmla="*/ 303183 h 304803"/>
                  <a:gd name="connsiteX5" fmla="*/ 0 w 336162"/>
                  <a:gd name="connsiteY5" fmla="*/ 253339 h 304803"/>
                  <a:gd name="connsiteX6" fmla="*/ 0 w 336162"/>
                  <a:gd name="connsiteY6" fmla="*/ 53970 h 304803"/>
                  <a:gd name="connsiteX0" fmla="*/ 0 w 350135"/>
                  <a:gd name="connsiteY0" fmla="*/ 54483 h 305316"/>
                  <a:gd name="connsiteX1" fmla="*/ 49844 w 350135"/>
                  <a:gd name="connsiteY1" fmla="*/ 4639 h 305316"/>
                  <a:gd name="connsiteX2" fmla="*/ 349601 w 350135"/>
                  <a:gd name="connsiteY2" fmla="*/ 0 h 305316"/>
                  <a:gd name="connsiteX3" fmla="*/ 335353 w 350135"/>
                  <a:gd name="connsiteY3" fmla="*/ 305316 h 305316"/>
                  <a:gd name="connsiteX4" fmla="*/ 49844 w 350135"/>
                  <a:gd name="connsiteY4" fmla="*/ 303696 h 305316"/>
                  <a:gd name="connsiteX5" fmla="*/ 0 w 350135"/>
                  <a:gd name="connsiteY5" fmla="*/ 253852 h 305316"/>
                  <a:gd name="connsiteX6" fmla="*/ 0 w 350135"/>
                  <a:gd name="connsiteY6" fmla="*/ 54483 h 30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135" h="305316">
                    <a:moveTo>
                      <a:pt x="0" y="54483"/>
                    </a:moveTo>
                    <a:cubicBezTo>
                      <a:pt x="0" y="26955"/>
                      <a:pt x="22316" y="4639"/>
                      <a:pt x="49844" y="4639"/>
                    </a:cubicBezTo>
                    <a:lnTo>
                      <a:pt x="349601" y="0"/>
                    </a:lnTo>
                    <a:cubicBezTo>
                      <a:pt x="353607" y="3828"/>
                      <a:pt x="333733" y="207176"/>
                      <a:pt x="335353" y="305316"/>
                    </a:cubicBezTo>
                    <a:cubicBezTo>
                      <a:pt x="328968" y="303967"/>
                      <a:pt x="105087" y="303696"/>
                      <a:pt x="49844" y="303696"/>
                    </a:cubicBezTo>
                    <a:cubicBezTo>
                      <a:pt x="22316" y="303696"/>
                      <a:pt x="0" y="281380"/>
                      <a:pt x="0" y="253852"/>
                    </a:cubicBezTo>
                    <a:lnTo>
                      <a:pt x="0" y="54483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Text" lastClr="000000"/>
                  </a:gs>
                  <a:gs pos="68000">
                    <a:srgbClr val="FFFFFF"/>
                  </a:gs>
                  <a:gs pos="49000">
                    <a:srgbClr val="FFFFFF">
                      <a:lumMod val="65000"/>
                    </a:srgbClr>
                  </a:gs>
                  <a:gs pos="24000">
                    <a:srgbClr val="FFFFFF"/>
                  </a:gs>
                  <a:gs pos="0">
                    <a:sysClr val="windowText" lastClr="000000"/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28"/>
              <p:cNvGrpSpPr/>
              <p:nvPr/>
            </p:nvGrpSpPr>
            <p:grpSpPr>
              <a:xfrm>
                <a:off x="4974562" y="4867989"/>
                <a:ext cx="2166646" cy="1819989"/>
                <a:chOff x="4974562" y="5085699"/>
                <a:chExt cx="2166646" cy="1819989"/>
              </a:xfrm>
            </p:grpSpPr>
            <p:grpSp>
              <p:nvGrpSpPr>
                <p:cNvPr id="58" name="Group 29"/>
                <p:cNvGrpSpPr/>
                <p:nvPr/>
              </p:nvGrpSpPr>
              <p:grpSpPr>
                <a:xfrm>
                  <a:off x="4974562" y="5581632"/>
                  <a:ext cx="2166646" cy="1324056"/>
                  <a:chOff x="4969838" y="5578202"/>
                  <a:chExt cx="2166646" cy="1324056"/>
                </a:xfrm>
              </p:grpSpPr>
              <p:sp>
                <p:nvSpPr>
                  <p:cNvPr id="60" name="Rounded Rectangle 8"/>
                  <p:cNvSpPr/>
                  <p:nvPr/>
                </p:nvSpPr>
                <p:spPr>
                  <a:xfrm rot="2360230">
                    <a:off x="4969838" y="5578202"/>
                    <a:ext cx="1914676" cy="565673"/>
                  </a:xfrm>
                  <a:custGeom>
                    <a:avLst/>
                    <a:gdLst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821083 w 1903057"/>
                      <a:gd name="connsiteY2" fmla="*/ 0 h 491832"/>
                      <a:gd name="connsiteX3" fmla="*/ 1903057 w 1903057"/>
                      <a:gd name="connsiteY3" fmla="*/ 81974 h 491832"/>
                      <a:gd name="connsiteX4" fmla="*/ 1903057 w 1903057"/>
                      <a:gd name="connsiteY4" fmla="*/ 409858 h 491832"/>
                      <a:gd name="connsiteX5" fmla="*/ 1821083 w 1903057"/>
                      <a:gd name="connsiteY5" fmla="*/ 491832 h 491832"/>
                      <a:gd name="connsiteX6" fmla="*/ 81974 w 1903057"/>
                      <a:gd name="connsiteY6" fmla="*/ 491832 h 491832"/>
                      <a:gd name="connsiteX7" fmla="*/ 0 w 1903057"/>
                      <a:gd name="connsiteY7" fmla="*/ 409858 h 491832"/>
                      <a:gd name="connsiteX8" fmla="*/ 0 w 1903057"/>
                      <a:gd name="connsiteY8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1821083 w 1903057"/>
                      <a:gd name="connsiteY4" fmla="*/ 491832 h 491832"/>
                      <a:gd name="connsiteX5" fmla="*/ 81974 w 1903057"/>
                      <a:gd name="connsiteY5" fmla="*/ 491832 h 491832"/>
                      <a:gd name="connsiteX6" fmla="*/ 0 w 1903057"/>
                      <a:gd name="connsiteY6" fmla="*/ 409858 h 491832"/>
                      <a:gd name="connsiteX7" fmla="*/ 0 w 1903057"/>
                      <a:gd name="connsiteY7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81974 w 1903057"/>
                      <a:gd name="connsiteY4" fmla="*/ 491832 h 491832"/>
                      <a:gd name="connsiteX5" fmla="*/ 0 w 1903057"/>
                      <a:gd name="connsiteY5" fmla="*/ 409858 h 491832"/>
                      <a:gd name="connsiteX6" fmla="*/ 0 w 1903057"/>
                      <a:gd name="connsiteY6" fmla="*/ 81974 h 491832"/>
                      <a:gd name="connsiteX0" fmla="*/ 0 w 1903057"/>
                      <a:gd name="connsiteY0" fmla="*/ 151951 h 561809"/>
                      <a:gd name="connsiteX1" fmla="*/ 81974 w 1903057"/>
                      <a:gd name="connsiteY1" fmla="*/ 69977 h 561809"/>
                      <a:gd name="connsiteX2" fmla="*/ 1889359 w 1903057"/>
                      <a:gd name="connsiteY2" fmla="*/ 0 h 561809"/>
                      <a:gd name="connsiteX3" fmla="*/ 1903057 w 1903057"/>
                      <a:gd name="connsiteY3" fmla="*/ 479835 h 561809"/>
                      <a:gd name="connsiteX4" fmla="*/ 81974 w 1903057"/>
                      <a:gd name="connsiteY4" fmla="*/ 561809 h 561809"/>
                      <a:gd name="connsiteX5" fmla="*/ 0 w 1903057"/>
                      <a:gd name="connsiteY5" fmla="*/ 479835 h 561809"/>
                      <a:gd name="connsiteX6" fmla="*/ 0 w 1903057"/>
                      <a:gd name="connsiteY6" fmla="*/ 151951 h 561809"/>
                      <a:gd name="connsiteX0" fmla="*/ 0 w 1908305"/>
                      <a:gd name="connsiteY0" fmla="*/ 151951 h 581306"/>
                      <a:gd name="connsiteX1" fmla="*/ 81974 w 1908305"/>
                      <a:gd name="connsiteY1" fmla="*/ 69977 h 581306"/>
                      <a:gd name="connsiteX2" fmla="*/ 1889359 w 1908305"/>
                      <a:gd name="connsiteY2" fmla="*/ 0 h 581306"/>
                      <a:gd name="connsiteX3" fmla="*/ 1908305 w 1908305"/>
                      <a:gd name="connsiteY3" fmla="*/ 546345 h 581306"/>
                      <a:gd name="connsiteX4" fmla="*/ 81974 w 1908305"/>
                      <a:gd name="connsiteY4" fmla="*/ 561809 h 581306"/>
                      <a:gd name="connsiteX5" fmla="*/ 0 w 1908305"/>
                      <a:gd name="connsiteY5" fmla="*/ 479835 h 581306"/>
                      <a:gd name="connsiteX6" fmla="*/ 0 w 1908305"/>
                      <a:gd name="connsiteY6" fmla="*/ 151951 h 581306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3128 h 562986"/>
                      <a:gd name="connsiteX1" fmla="*/ 81974 w 1908305"/>
                      <a:gd name="connsiteY1" fmla="*/ 71154 h 562986"/>
                      <a:gd name="connsiteX2" fmla="*/ 1894551 w 1908305"/>
                      <a:gd name="connsiteY2" fmla="*/ 0 h 562986"/>
                      <a:gd name="connsiteX3" fmla="*/ 1908305 w 1908305"/>
                      <a:gd name="connsiteY3" fmla="*/ 547522 h 562986"/>
                      <a:gd name="connsiteX4" fmla="*/ 81974 w 1908305"/>
                      <a:gd name="connsiteY4" fmla="*/ 562986 h 562986"/>
                      <a:gd name="connsiteX5" fmla="*/ 0 w 1908305"/>
                      <a:gd name="connsiteY5" fmla="*/ 481012 h 562986"/>
                      <a:gd name="connsiteX6" fmla="*/ 0 w 1908305"/>
                      <a:gd name="connsiteY6" fmla="*/ 153128 h 562986"/>
                      <a:gd name="connsiteX0" fmla="*/ 0 w 1907641"/>
                      <a:gd name="connsiteY0" fmla="*/ 153128 h 562986"/>
                      <a:gd name="connsiteX1" fmla="*/ 81974 w 1907641"/>
                      <a:gd name="connsiteY1" fmla="*/ 71154 h 562986"/>
                      <a:gd name="connsiteX2" fmla="*/ 1894551 w 1907641"/>
                      <a:gd name="connsiteY2" fmla="*/ 0 h 562986"/>
                      <a:gd name="connsiteX3" fmla="*/ 1907641 w 1907641"/>
                      <a:gd name="connsiteY3" fmla="*/ 554224 h 562986"/>
                      <a:gd name="connsiteX4" fmla="*/ 81974 w 1907641"/>
                      <a:gd name="connsiteY4" fmla="*/ 562986 h 562986"/>
                      <a:gd name="connsiteX5" fmla="*/ 0 w 1907641"/>
                      <a:gd name="connsiteY5" fmla="*/ 481012 h 562986"/>
                      <a:gd name="connsiteX6" fmla="*/ 0 w 1907641"/>
                      <a:gd name="connsiteY6" fmla="*/ 153128 h 562986"/>
                      <a:gd name="connsiteX0" fmla="*/ 0 w 1907641"/>
                      <a:gd name="connsiteY0" fmla="*/ 155815 h 565673"/>
                      <a:gd name="connsiteX1" fmla="*/ 81974 w 1907641"/>
                      <a:gd name="connsiteY1" fmla="*/ 73841 h 565673"/>
                      <a:gd name="connsiteX2" fmla="*/ 1901585 w 1907641"/>
                      <a:gd name="connsiteY2" fmla="*/ 0 h 565673"/>
                      <a:gd name="connsiteX3" fmla="*/ 1907641 w 1907641"/>
                      <a:gd name="connsiteY3" fmla="*/ 556911 h 565673"/>
                      <a:gd name="connsiteX4" fmla="*/ 81974 w 1907641"/>
                      <a:gd name="connsiteY4" fmla="*/ 565673 h 565673"/>
                      <a:gd name="connsiteX5" fmla="*/ 0 w 1907641"/>
                      <a:gd name="connsiteY5" fmla="*/ 483699 h 565673"/>
                      <a:gd name="connsiteX6" fmla="*/ 0 w 1907641"/>
                      <a:gd name="connsiteY6" fmla="*/ 155815 h 565673"/>
                      <a:gd name="connsiteX0" fmla="*/ 0 w 1914676"/>
                      <a:gd name="connsiteY0" fmla="*/ 155815 h 565673"/>
                      <a:gd name="connsiteX1" fmla="*/ 81974 w 1914676"/>
                      <a:gd name="connsiteY1" fmla="*/ 73841 h 565673"/>
                      <a:gd name="connsiteX2" fmla="*/ 1901585 w 1914676"/>
                      <a:gd name="connsiteY2" fmla="*/ 0 h 565673"/>
                      <a:gd name="connsiteX3" fmla="*/ 1914676 w 1914676"/>
                      <a:gd name="connsiteY3" fmla="*/ 554224 h 565673"/>
                      <a:gd name="connsiteX4" fmla="*/ 81974 w 1914676"/>
                      <a:gd name="connsiteY4" fmla="*/ 565673 h 565673"/>
                      <a:gd name="connsiteX5" fmla="*/ 0 w 1914676"/>
                      <a:gd name="connsiteY5" fmla="*/ 483699 h 565673"/>
                      <a:gd name="connsiteX6" fmla="*/ 0 w 1914676"/>
                      <a:gd name="connsiteY6" fmla="*/ 155815 h 565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14676" h="565673">
                        <a:moveTo>
                          <a:pt x="0" y="155815"/>
                        </a:moveTo>
                        <a:cubicBezTo>
                          <a:pt x="0" y="110542"/>
                          <a:pt x="36701" y="73841"/>
                          <a:pt x="81974" y="73841"/>
                        </a:cubicBezTo>
                        <a:lnTo>
                          <a:pt x="1901585" y="0"/>
                        </a:lnTo>
                        <a:cubicBezTo>
                          <a:pt x="1903604" y="185637"/>
                          <a:pt x="1912657" y="368587"/>
                          <a:pt x="1914676" y="554224"/>
                        </a:cubicBezTo>
                        <a:cubicBezTo>
                          <a:pt x="1638428" y="569400"/>
                          <a:pt x="427288" y="554926"/>
                          <a:pt x="81974" y="565673"/>
                        </a:cubicBezTo>
                        <a:cubicBezTo>
                          <a:pt x="36701" y="565673"/>
                          <a:pt x="0" y="528972"/>
                          <a:pt x="0" y="483699"/>
                        </a:cubicBezTo>
                        <a:lnTo>
                          <a:pt x="0" y="15581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92000">
                        <a:sysClr val="windowText" lastClr="000000"/>
                      </a:gs>
                      <a:gs pos="28000">
                        <a:sysClr val="windowText" lastClr="000000"/>
                      </a:gs>
                      <a:gs pos="77000">
                        <a:srgbClr val="FFFFFF">
                          <a:lumMod val="50000"/>
                        </a:srgbClr>
                      </a:gs>
                      <a:gs pos="74000">
                        <a:srgbClr val="FFFFFF">
                          <a:lumMod val="65000"/>
                        </a:srgbClr>
                      </a:gs>
                      <a:gs pos="5000">
                        <a:sysClr val="windowText" lastClr="000000"/>
                      </a:gs>
                    </a:gsLst>
                    <a:lin ang="162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Teardrop 22"/>
                  <p:cNvSpPr/>
                  <p:nvPr/>
                </p:nvSpPr>
                <p:spPr>
                  <a:xfrm rot="16200000">
                    <a:off x="6499102" y="6264875"/>
                    <a:ext cx="659696" cy="615069"/>
                  </a:xfrm>
                  <a:custGeom>
                    <a:avLst/>
                    <a:gdLst>
                      <a:gd name="connsiteX0" fmla="*/ 0 w 626029"/>
                      <a:gd name="connsiteY0" fmla="*/ 309916 h 619831"/>
                      <a:gd name="connsiteX1" fmla="*/ 313015 w 626029"/>
                      <a:gd name="connsiteY1" fmla="*/ 0 h 619831"/>
                      <a:gd name="connsiteX2" fmla="*/ 626029 w 626029"/>
                      <a:gd name="connsiteY2" fmla="*/ 0 h 619831"/>
                      <a:gd name="connsiteX3" fmla="*/ 626029 w 626029"/>
                      <a:gd name="connsiteY3" fmla="*/ 309916 h 619831"/>
                      <a:gd name="connsiteX4" fmla="*/ 313014 w 626029"/>
                      <a:gd name="connsiteY4" fmla="*/ 619832 h 619831"/>
                      <a:gd name="connsiteX5" fmla="*/ -1 w 626029"/>
                      <a:gd name="connsiteY5" fmla="*/ 309916 h 619831"/>
                      <a:gd name="connsiteX6" fmla="*/ 0 w 626029"/>
                      <a:gd name="connsiteY6" fmla="*/ 309916 h 619831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370 w 647831"/>
                      <a:gd name="connsiteY0" fmla="*/ 309916 h 619832"/>
                      <a:gd name="connsiteX1" fmla="*/ 149079 w 647831"/>
                      <a:gd name="connsiteY1" fmla="*/ 23812 h 619832"/>
                      <a:gd name="connsiteX2" fmla="*/ 626399 w 647831"/>
                      <a:gd name="connsiteY2" fmla="*/ 0 h 619832"/>
                      <a:gd name="connsiteX3" fmla="*/ 647831 w 647831"/>
                      <a:gd name="connsiteY3" fmla="*/ 393260 h 619832"/>
                      <a:gd name="connsiteX4" fmla="*/ 313384 w 647831"/>
                      <a:gd name="connsiteY4" fmla="*/ 619832 h 619832"/>
                      <a:gd name="connsiteX5" fmla="*/ 369 w 647831"/>
                      <a:gd name="connsiteY5" fmla="*/ 309916 h 619832"/>
                      <a:gd name="connsiteX6" fmla="*/ 370 w 647831"/>
                      <a:gd name="connsiteY6" fmla="*/ 309916 h 619832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286104 h 598404"/>
                      <a:gd name="connsiteX1" fmla="*/ 149079 w 647831"/>
                      <a:gd name="connsiteY1" fmla="*/ 0 h 598404"/>
                      <a:gd name="connsiteX2" fmla="*/ 647831 w 647831"/>
                      <a:gd name="connsiteY2" fmla="*/ 369448 h 598404"/>
                      <a:gd name="connsiteX3" fmla="*/ 313384 w 647831"/>
                      <a:gd name="connsiteY3" fmla="*/ 598404 h 598404"/>
                      <a:gd name="connsiteX4" fmla="*/ 369 w 647831"/>
                      <a:gd name="connsiteY4" fmla="*/ 286104 h 598404"/>
                      <a:gd name="connsiteX5" fmla="*/ 370 w 647831"/>
                      <a:gd name="connsiteY5" fmla="*/ 286104 h 598404"/>
                      <a:gd name="connsiteX0" fmla="*/ 329 w 647790"/>
                      <a:gd name="connsiteY0" fmla="*/ 288484 h 600784"/>
                      <a:gd name="connsiteX1" fmla="*/ 156182 w 647790"/>
                      <a:gd name="connsiteY1" fmla="*/ 0 h 600784"/>
                      <a:gd name="connsiteX2" fmla="*/ 647790 w 647790"/>
                      <a:gd name="connsiteY2" fmla="*/ 371828 h 600784"/>
                      <a:gd name="connsiteX3" fmla="*/ 313343 w 647790"/>
                      <a:gd name="connsiteY3" fmla="*/ 600784 h 600784"/>
                      <a:gd name="connsiteX4" fmla="*/ 328 w 647790"/>
                      <a:gd name="connsiteY4" fmla="*/ 288484 h 600784"/>
                      <a:gd name="connsiteX5" fmla="*/ 329 w 647790"/>
                      <a:gd name="connsiteY5" fmla="*/ 288484 h 600784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59696"/>
                      <a:gd name="connsiteY0" fmla="*/ 302769 h 615069"/>
                      <a:gd name="connsiteX1" fmla="*/ 156183 w 659696"/>
                      <a:gd name="connsiteY1" fmla="*/ 0 h 615069"/>
                      <a:gd name="connsiteX2" fmla="*/ 659696 w 659696"/>
                      <a:gd name="connsiteY2" fmla="*/ 374210 h 615069"/>
                      <a:gd name="connsiteX3" fmla="*/ 313343 w 659696"/>
                      <a:gd name="connsiteY3" fmla="*/ 615069 h 615069"/>
                      <a:gd name="connsiteX4" fmla="*/ 328 w 659696"/>
                      <a:gd name="connsiteY4" fmla="*/ 302769 h 615069"/>
                      <a:gd name="connsiteX5" fmla="*/ 329 w 659696"/>
                      <a:gd name="connsiteY5" fmla="*/ 302769 h 615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9696" h="615069">
                        <a:moveTo>
                          <a:pt x="329" y="302769"/>
                        </a:moveTo>
                        <a:cubicBezTo>
                          <a:pt x="-4870" y="187557"/>
                          <a:pt x="51845" y="115214"/>
                          <a:pt x="156183" y="0"/>
                        </a:cubicBezTo>
                        <a:cubicBezTo>
                          <a:pt x="320052" y="128704"/>
                          <a:pt x="495827" y="245506"/>
                          <a:pt x="659696" y="374210"/>
                        </a:cubicBezTo>
                        <a:cubicBezTo>
                          <a:pt x="550159" y="512035"/>
                          <a:pt x="500617" y="600674"/>
                          <a:pt x="313343" y="615069"/>
                        </a:cubicBezTo>
                        <a:cubicBezTo>
                          <a:pt x="145232" y="605547"/>
                          <a:pt x="328" y="473931"/>
                          <a:pt x="328" y="302769"/>
                        </a:cubicBezTo>
                        <a:lnTo>
                          <a:pt x="329" y="3027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88000">
                        <a:srgbClr val="FFFFFF">
                          <a:lumMod val="95000"/>
                        </a:srgbClr>
                      </a:gs>
                      <a:gs pos="77000">
                        <a:sysClr val="windowText" lastClr="000000"/>
                      </a:gs>
                      <a:gs pos="63000">
                        <a:srgbClr val="FFFFFF"/>
                      </a:gs>
                      <a:gs pos="29000">
                        <a:srgbClr val="FFFFFF"/>
                      </a:gs>
                      <a:gs pos="37000">
                        <a:srgbClr val="B9B9B9"/>
                      </a:gs>
                      <a:gs pos="47000">
                        <a:srgbClr val="FFFFFF">
                          <a:lumMod val="65000"/>
                        </a:srgbClr>
                      </a:gs>
                      <a:gs pos="13000">
                        <a:sysClr val="windowText" lastClr="000000"/>
                      </a:gs>
                    </a:gsLst>
                    <a:lin ang="2400000" scaled="0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63500" dist="50800" dir="66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25"/>
                  <p:cNvSpPr/>
                  <p:nvPr/>
                </p:nvSpPr>
                <p:spPr>
                  <a:xfrm rot="2177856">
                    <a:off x="5123158" y="5745913"/>
                    <a:ext cx="1811797" cy="121318"/>
                  </a:xfrm>
                  <a:custGeom>
                    <a:avLst/>
                    <a:gdLst>
                      <a:gd name="connsiteX0" fmla="*/ 0 w 1773563"/>
                      <a:gd name="connsiteY0" fmla="*/ 0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0 w 1773563"/>
                      <a:gd name="connsiteY4" fmla="*/ 0 h 125004"/>
                      <a:gd name="connsiteX0" fmla="*/ 2311 w 1773563"/>
                      <a:gd name="connsiteY0" fmla="*/ 7167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2311 w 1773563"/>
                      <a:gd name="connsiteY4" fmla="*/ 7167 h 125004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73563 w 1784960"/>
                      <a:gd name="connsiteY2" fmla="*/ 1215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84059 w 1784960"/>
                      <a:gd name="connsiteY2" fmla="*/ 1197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38 w 1794592"/>
                      <a:gd name="connsiteY0" fmla="*/ 3600 h 121556"/>
                      <a:gd name="connsiteX1" fmla="*/ 1794592 w 1794592"/>
                      <a:gd name="connsiteY1" fmla="*/ 0 h 121556"/>
                      <a:gd name="connsiteX2" fmla="*/ 1793691 w 1794592"/>
                      <a:gd name="connsiteY2" fmla="*/ 119756 h 121556"/>
                      <a:gd name="connsiteX3" fmla="*/ 9632 w 1794592"/>
                      <a:gd name="connsiteY3" fmla="*/ 121556 h 121556"/>
                      <a:gd name="connsiteX4" fmla="*/ 38 w 1794592"/>
                      <a:gd name="connsiteY4" fmla="*/ 3600 h 121556"/>
                      <a:gd name="connsiteX0" fmla="*/ 14217 w 1808771"/>
                      <a:gd name="connsiteY0" fmla="*/ 3600 h 121318"/>
                      <a:gd name="connsiteX1" fmla="*/ 1808771 w 1808771"/>
                      <a:gd name="connsiteY1" fmla="*/ 0 h 121318"/>
                      <a:gd name="connsiteX2" fmla="*/ 1807870 w 1808771"/>
                      <a:gd name="connsiteY2" fmla="*/ 119756 h 121318"/>
                      <a:gd name="connsiteX3" fmla="*/ 0 w 1808771"/>
                      <a:gd name="connsiteY3" fmla="*/ 121318 h 121318"/>
                      <a:gd name="connsiteX4" fmla="*/ 14217 w 1808771"/>
                      <a:gd name="connsiteY4" fmla="*/ 3600 h 121318"/>
                      <a:gd name="connsiteX0" fmla="*/ 89 w 1811797"/>
                      <a:gd name="connsiteY0" fmla="*/ 4380 h 121318"/>
                      <a:gd name="connsiteX1" fmla="*/ 1811797 w 1811797"/>
                      <a:gd name="connsiteY1" fmla="*/ 0 h 121318"/>
                      <a:gd name="connsiteX2" fmla="*/ 1810896 w 1811797"/>
                      <a:gd name="connsiteY2" fmla="*/ 119756 h 121318"/>
                      <a:gd name="connsiteX3" fmla="*/ 3026 w 1811797"/>
                      <a:gd name="connsiteY3" fmla="*/ 121318 h 121318"/>
                      <a:gd name="connsiteX4" fmla="*/ 89 w 1811797"/>
                      <a:gd name="connsiteY4" fmla="*/ 4380 h 1213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1797" h="121318">
                        <a:moveTo>
                          <a:pt x="89" y="4380"/>
                        </a:moveTo>
                        <a:lnTo>
                          <a:pt x="1811797" y="0"/>
                        </a:lnTo>
                        <a:cubicBezTo>
                          <a:pt x="1811497" y="39919"/>
                          <a:pt x="1811196" y="79837"/>
                          <a:pt x="1810896" y="119756"/>
                        </a:cubicBezTo>
                        <a:lnTo>
                          <a:pt x="3026" y="121318"/>
                        </a:lnTo>
                        <a:cubicBezTo>
                          <a:pt x="3796" y="82039"/>
                          <a:pt x="-681" y="43659"/>
                          <a:pt x="89" y="438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rgbClr val="FFFFFF">
                          <a:lumMod val="65000"/>
                        </a:srgbClr>
                      </a:gs>
                      <a:gs pos="44000">
                        <a:srgbClr val="FFFFFF">
                          <a:lumMod val="95000"/>
                        </a:srgbClr>
                      </a:gs>
                    </a:gsLst>
                    <a:lin ang="54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28"/>
                  <p:cNvSpPr/>
                  <p:nvPr/>
                </p:nvSpPr>
                <p:spPr>
                  <a:xfrm rot="18540000">
                    <a:off x="6405656" y="6483727"/>
                    <a:ext cx="625743" cy="36567"/>
                  </a:xfrm>
                  <a:custGeom>
                    <a:avLst/>
                    <a:gdLst>
                      <a:gd name="connsiteX0" fmla="*/ 0 w 609600"/>
                      <a:gd name="connsiteY0" fmla="*/ 0 h 33699"/>
                      <a:gd name="connsiteX1" fmla="*/ 609600 w 609600"/>
                      <a:gd name="connsiteY1" fmla="*/ 0 h 33699"/>
                      <a:gd name="connsiteX2" fmla="*/ 609600 w 609600"/>
                      <a:gd name="connsiteY2" fmla="*/ 33699 h 33699"/>
                      <a:gd name="connsiteX3" fmla="*/ 0 w 609600"/>
                      <a:gd name="connsiteY3" fmla="*/ 33699 h 33699"/>
                      <a:gd name="connsiteX4" fmla="*/ 0 w 609600"/>
                      <a:gd name="connsiteY4" fmla="*/ 0 h 3369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09600 w 623312"/>
                      <a:gd name="connsiteY2" fmla="*/ 3587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21488 w 623312"/>
                      <a:gd name="connsiteY2" fmla="*/ 3522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1488"/>
                      <a:gd name="connsiteY0" fmla="*/ 0 h 33699"/>
                      <a:gd name="connsiteX1" fmla="*/ 616310 w 621488"/>
                      <a:gd name="connsiteY1" fmla="*/ 587 h 33699"/>
                      <a:gd name="connsiteX2" fmla="*/ 621488 w 621488"/>
                      <a:gd name="connsiteY2" fmla="*/ 33049 h 33699"/>
                      <a:gd name="connsiteX3" fmla="*/ 0 w 621488"/>
                      <a:gd name="connsiteY3" fmla="*/ 33699 h 33699"/>
                      <a:gd name="connsiteX4" fmla="*/ 0 w 621488"/>
                      <a:gd name="connsiteY4" fmla="*/ 0 h 33699"/>
                      <a:gd name="connsiteX0" fmla="*/ 1237 w 621488"/>
                      <a:gd name="connsiteY0" fmla="*/ 4591 h 33112"/>
                      <a:gd name="connsiteX1" fmla="*/ 616310 w 621488"/>
                      <a:gd name="connsiteY1" fmla="*/ 0 h 33112"/>
                      <a:gd name="connsiteX2" fmla="*/ 621488 w 621488"/>
                      <a:gd name="connsiteY2" fmla="*/ 32462 h 33112"/>
                      <a:gd name="connsiteX3" fmla="*/ 0 w 621488"/>
                      <a:gd name="connsiteY3" fmla="*/ 33112 h 33112"/>
                      <a:gd name="connsiteX4" fmla="*/ 1237 w 621488"/>
                      <a:gd name="connsiteY4" fmla="*/ 4591 h 33112"/>
                      <a:gd name="connsiteX0" fmla="*/ 1237 w 616310"/>
                      <a:gd name="connsiteY0" fmla="*/ 4591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1237 w 616310"/>
                      <a:gd name="connsiteY4" fmla="*/ 4591 h 33112"/>
                      <a:gd name="connsiteX0" fmla="*/ 7946 w 616310"/>
                      <a:gd name="connsiteY0" fmla="*/ 5178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7946 w 616310"/>
                      <a:gd name="connsiteY4" fmla="*/ 5178 h 33112"/>
                      <a:gd name="connsiteX0" fmla="*/ 57 w 608421"/>
                      <a:gd name="connsiteY0" fmla="*/ 5178 h 25458"/>
                      <a:gd name="connsiteX1" fmla="*/ 608421 w 608421"/>
                      <a:gd name="connsiteY1" fmla="*/ 0 h 25458"/>
                      <a:gd name="connsiteX2" fmla="*/ 607477 w 608421"/>
                      <a:gd name="connsiteY2" fmla="*/ 25165 h 25458"/>
                      <a:gd name="connsiteX3" fmla="*/ 1233 w 608421"/>
                      <a:gd name="connsiteY3" fmla="*/ 25458 h 25458"/>
                      <a:gd name="connsiteX4" fmla="*/ 57 w 608421"/>
                      <a:gd name="connsiteY4" fmla="*/ 5178 h 25458"/>
                      <a:gd name="connsiteX0" fmla="*/ 14068 w 622432"/>
                      <a:gd name="connsiteY0" fmla="*/ 5178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14068 w 622432"/>
                      <a:gd name="connsiteY4" fmla="*/ 5178 h 25815"/>
                      <a:gd name="connsiteX0" fmla="*/ 5534 w 622432"/>
                      <a:gd name="connsiteY0" fmla="*/ 6121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5534 w 622432"/>
                      <a:gd name="connsiteY4" fmla="*/ 6121 h 25815"/>
                      <a:gd name="connsiteX0" fmla="*/ 31 w 625463"/>
                      <a:gd name="connsiteY0" fmla="*/ 7064 h 25815"/>
                      <a:gd name="connsiteX1" fmla="*/ 625463 w 625463"/>
                      <a:gd name="connsiteY1" fmla="*/ 0 h 25815"/>
                      <a:gd name="connsiteX2" fmla="*/ 624519 w 625463"/>
                      <a:gd name="connsiteY2" fmla="*/ 25165 h 25815"/>
                      <a:gd name="connsiteX3" fmla="*/ 3031 w 625463"/>
                      <a:gd name="connsiteY3" fmla="*/ 25815 h 25815"/>
                      <a:gd name="connsiteX4" fmla="*/ 31 w 625463"/>
                      <a:gd name="connsiteY4" fmla="*/ 7064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16896 w 622432"/>
                      <a:gd name="connsiteY2" fmla="*/ 19693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301 w 622432"/>
                      <a:gd name="connsiteY0" fmla="*/ 7294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301 w 622432"/>
                      <a:gd name="connsiteY4" fmla="*/ 7294 h 25815"/>
                      <a:gd name="connsiteX0" fmla="*/ 4002 w 626133"/>
                      <a:gd name="connsiteY0" fmla="*/ 7294 h 28812"/>
                      <a:gd name="connsiteX1" fmla="*/ 626133 w 626133"/>
                      <a:gd name="connsiteY1" fmla="*/ 0 h 28812"/>
                      <a:gd name="connsiteX2" fmla="*/ 625775 w 626133"/>
                      <a:gd name="connsiteY2" fmla="*/ 18456 h 28812"/>
                      <a:gd name="connsiteX3" fmla="*/ 0 w 626133"/>
                      <a:gd name="connsiteY3" fmla="*/ 28812 h 28812"/>
                      <a:gd name="connsiteX4" fmla="*/ 4002 w 626133"/>
                      <a:gd name="connsiteY4" fmla="*/ 7294 h 28812"/>
                      <a:gd name="connsiteX0" fmla="*/ 35 w 622166"/>
                      <a:gd name="connsiteY0" fmla="*/ 7294 h 29516"/>
                      <a:gd name="connsiteX1" fmla="*/ 622166 w 622166"/>
                      <a:gd name="connsiteY1" fmla="*/ 0 h 29516"/>
                      <a:gd name="connsiteX2" fmla="*/ 621808 w 622166"/>
                      <a:gd name="connsiteY2" fmla="*/ 18456 h 29516"/>
                      <a:gd name="connsiteX3" fmla="*/ 2665 w 622166"/>
                      <a:gd name="connsiteY3" fmla="*/ 29516 h 29516"/>
                      <a:gd name="connsiteX4" fmla="*/ 35 w 622166"/>
                      <a:gd name="connsiteY4" fmla="*/ 7294 h 29516"/>
                      <a:gd name="connsiteX0" fmla="*/ 35 w 621832"/>
                      <a:gd name="connsiteY0" fmla="*/ 14345 h 36567"/>
                      <a:gd name="connsiteX1" fmla="*/ 619548 w 621832"/>
                      <a:gd name="connsiteY1" fmla="*/ 0 h 36567"/>
                      <a:gd name="connsiteX2" fmla="*/ 621808 w 621832"/>
                      <a:gd name="connsiteY2" fmla="*/ 25507 h 36567"/>
                      <a:gd name="connsiteX3" fmla="*/ 2665 w 621832"/>
                      <a:gd name="connsiteY3" fmla="*/ 36567 h 36567"/>
                      <a:gd name="connsiteX4" fmla="*/ 35 w 621832"/>
                      <a:gd name="connsiteY4" fmla="*/ 14345 h 36567"/>
                      <a:gd name="connsiteX0" fmla="*/ 35 w 619548"/>
                      <a:gd name="connsiteY0" fmla="*/ 14345 h 36567"/>
                      <a:gd name="connsiteX1" fmla="*/ 619548 w 619548"/>
                      <a:gd name="connsiteY1" fmla="*/ 0 h 36567"/>
                      <a:gd name="connsiteX2" fmla="*/ 612210 w 619548"/>
                      <a:gd name="connsiteY2" fmla="*/ 21101 h 36567"/>
                      <a:gd name="connsiteX3" fmla="*/ 2665 w 619548"/>
                      <a:gd name="connsiteY3" fmla="*/ 36567 h 36567"/>
                      <a:gd name="connsiteX4" fmla="*/ 35 w 619548"/>
                      <a:gd name="connsiteY4" fmla="*/ 14345 h 365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9548" h="36567">
                        <a:moveTo>
                          <a:pt x="35" y="14345"/>
                        </a:moveTo>
                        <a:lnTo>
                          <a:pt x="619548" y="0"/>
                        </a:lnTo>
                        <a:cubicBezTo>
                          <a:pt x="619233" y="8388"/>
                          <a:pt x="612525" y="12713"/>
                          <a:pt x="612210" y="21101"/>
                        </a:cubicBezTo>
                        <a:lnTo>
                          <a:pt x="2665" y="36567"/>
                        </a:lnTo>
                        <a:cubicBezTo>
                          <a:pt x="3077" y="27060"/>
                          <a:pt x="-377" y="23852"/>
                          <a:pt x="35" y="1434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ysClr val="windowText" lastClr="000000">
                          <a:lumMod val="65000"/>
                          <a:lumOff val="35000"/>
                        </a:sysClr>
                      </a:gs>
                      <a:gs pos="91000">
                        <a:sysClr val="windowText" lastClr="000000"/>
                      </a:gs>
                      <a:gs pos="83000">
                        <a:srgbClr val="FFFFFF"/>
                      </a:gs>
                      <a:gs pos="46000">
                        <a:srgbClr val="00B0F0">
                          <a:lumMod val="75000"/>
                        </a:srgbClr>
                      </a:gs>
                      <a:gs pos="16000">
                        <a:srgbClr val="FFFFFF"/>
                      </a:gs>
                      <a:gs pos="0">
                        <a:sysClr val="windowText" lastClr="000000"/>
                      </a:gs>
                    </a:gsLst>
                    <a:lin ang="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ounded Rectangle 23"/>
                  <p:cNvSpPr/>
                  <p:nvPr/>
                </p:nvSpPr>
                <p:spPr>
                  <a:xfrm rot="18525404">
                    <a:off x="6367971" y="6443465"/>
                    <a:ext cx="642564" cy="81245"/>
                  </a:xfrm>
                  <a:custGeom>
                    <a:avLst/>
                    <a:gdLst>
                      <a:gd name="connsiteX0" fmla="*/ 0 w 642563"/>
                      <a:gd name="connsiteY0" fmla="*/ 36713 h 73425"/>
                      <a:gd name="connsiteX1" fmla="*/ 36713 w 642563"/>
                      <a:gd name="connsiteY1" fmla="*/ 0 h 73425"/>
                      <a:gd name="connsiteX2" fmla="*/ 605851 w 642563"/>
                      <a:gd name="connsiteY2" fmla="*/ 0 h 73425"/>
                      <a:gd name="connsiteX3" fmla="*/ 642564 w 642563"/>
                      <a:gd name="connsiteY3" fmla="*/ 36713 h 73425"/>
                      <a:gd name="connsiteX4" fmla="*/ 642563 w 642563"/>
                      <a:gd name="connsiteY4" fmla="*/ 36713 h 73425"/>
                      <a:gd name="connsiteX5" fmla="*/ 605850 w 642563"/>
                      <a:gd name="connsiteY5" fmla="*/ 73426 h 73425"/>
                      <a:gd name="connsiteX6" fmla="*/ 36713 w 642563"/>
                      <a:gd name="connsiteY6" fmla="*/ 73425 h 73425"/>
                      <a:gd name="connsiteX7" fmla="*/ 0 w 642563"/>
                      <a:gd name="connsiteY7" fmla="*/ 36712 h 73425"/>
                      <a:gd name="connsiteX8" fmla="*/ 0 w 642563"/>
                      <a:gd name="connsiteY8" fmla="*/ 36713 h 73425"/>
                      <a:gd name="connsiteX0" fmla="*/ 0 w 642564"/>
                      <a:gd name="connsiteY0" fmla="*/ 36713 h 81245"/>
                      <a:gd name="connsiteX1" fmla="*/ 36713 w 642564"/>
                      <a:gd name="connsiteY1" fmla="*/ 0 h 81245"/>
                      <a:gd name="connsiteX2" fmla="*/ 605851 w 642564"/>
                      <a:gd name="connsiteY2" fmla="*/ 0 h 81245"/>
                      <a:gd name="connsiteX3" fmla="*/ 642564 w 642564"/>
                      <a:gd name="connsiteY3" fmla="*/ 36713 h 81245"/>
                      <a:gd name="connsiteX4" fmla="*/ 642563 w 642564"/>
                      <a:gd name="connsiteY4" fmla="*/ 36713 h 81245"/>
                      <a:gd name="connsiteX5" fmla="*/ 605850 w 642564"/>
                      <a:gd name="connsiteY5" fmla="*/ 73426 h 81245"/>
                      <a:gd name="connsiteX6" fmla="*/ 30776 w 642564"/>
                      <a:gd name="connsiteY6" fmla="*/ 81245 h 81245"/>
                      <a:gd name="connsiteX7" fmla="*/ 0 w 642564"/>
                      <a:gd name="connsiteY7" fmla="*/ 36712 h 81245"/>
                      <a:gd name="connsiteX8" fmla="*/ 0 w 642564"/>
                      <a:gd name="connsiteY8" fmla="*/ 36713 h 81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2564" h="81245">
                        <a:moveTo>
                          <a:pt x="0" y="36713"/>
                        </a:moveTo>
                        <a:cubicBezTo>
                          <a:pt x="0" y="16437"/>
                          <a:pt x="16437" y="0"/>
                          <a:pt x="36713" y="0"/>
                        </a:cubicBezTo>
                        <a:lnTo>
                          <a:pt x="605851" y="0"/>
                        </a:lnTo>
                        <a:cubicBezTo>
                          <a:pt x="626127" y="0"/>
                          <a:pt x="642564" y="16437"/>
                          <a:pt x="642564" y="36713"/>
                        </a:cubicBezTo>
                        <a:lnTo>
                          <a:pt x="642563" y="36713"/>
                        </a:lnTo>
                        <a:cubicBezTo>
                          <a:pt x="642563" y="56989"/>
                          <a:pt x="626126" y="73426"/>
                          <a:pt x="605850" y="73426"/>
                        </a:cubicBezTo>
                        <a:cubicBezTo>
                          <a:pt x="416138" y="73426"/>
                          <a:pt x="220488" y="81245"/>
                          <a:pt x="30776" y="81245"/>
                        </a:cubicBezTo>
                        <a:cubicBezTo>
                          <a:pt x="10500" y="81245"/>
                          <a:pt x="0" y="56988"/>
                          <a:pt x="0" y="36712"/>
                        </a:cubicBezTo>
                        <a:lnTo>
                          <a:pt x="0" y="36713"/>
                        </a:lnTo>
                        <a:close/>
                      </a:path>
                    </a:pathLst>
                  </a:custGeom>
                  <a:gradFill>
                    <a:gsLst>
                      <a:gs pos="99000">
                        <a:sysClr val="windowText" lastClr="000000"/>
                      </a:gs>
                      <a:gs pos="68000">
                        <a:srgbClr val="FFFFFF"/>
                      </a:gs>
                      <a:gs pos="49000">
                        <a:srgbClr val="FFFFFF">
                          <a:lumMod val="65000"/>
                        </a:srgbClr>
                      </a:gs>
                      <a:gs pos="24000">
                        <a:srgbClr val="FFFFFF"/>
                      </a:gs>
                      <a:gs pos="3000">
                        <a:sysClr val="windowText" lastClr="000000"/>
                      </a:gs>
                    </a:gsLst>
                    <a:lin ang="0" scaled="1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254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9" name="Rounded Rectangle 30"/>
                <p:cNvSpPr/>
                <p:nvPr/>
              </p:nvSpPr>
              <p:spPr>
                <a:xfrm rot="18501092">
                  <a:off x="4975463" y="5275507"/>
                  <a:ext cx="490181" cy="11056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Text" lastClr="000000"/>
                    </a:gs>
                    <a:gs pos="68000">
                      <a:srgbClr val="FFFFFF"/>
                    </a:gs>
                    <a:gs pos="49000">
                      <a:srgbClr val="FFFFFF">
                        <a:lumMod val="65000"/>
                      </a:srgbClr>
                    </a:gs>
                    <a:gs pos="24000">
                      <a:srgbClr val="FFFFFF"/>
                    </a:gs>
                    <a:gs pos="0">
                      <a:sysClr val="windowText" lastClr="000000"/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8" name="Group 19"/>
            <p:cNvGrpSpPr/>
            <p:nvPr/>
          </p:nvGrpSpPr>
          <p:grpSpPr>
            <a:xfrm>
              <a:off x="2096675" y="2151531"/>
              <a:ext cx="2620430" cy="2616668"/>
              <a:chOff x="3448050" y="1123950"/>
              <a:chExt cx="2733676" cy="2729753"/>
            </a:xfrm>
          </p:grpSpPr>
          <p:grpSp>
            <p:nvGrpSpPr>
              <p:cNvPr id="49" name="Group 20"/>
              <p:cNvGrpSpPr/>
              <p:nvPr/>
            </p:nvGrpSpPr>
            <p:grpSpPr>
              <a:xfrm>
                <a:off x="3448050" y="1123950"/>
                <a:ext cx="2733676" cy="2729753"/>
                <a:chOff x="3448050" y="1123950"/>
                <a:chExt cx="2733676" cy="2729753"/>
              </a:xfrm>
            </p:grpSpPr>
            <p:sp>
              <p:nvSpPr>
                <p:cNvPr id="51" name="Donut 22"/>
                <p:cNvSpPr/>
                <p:nvPr/>
              </p:nvSpPr>
              <p:spPr>
                <a:xfrm>
                  <a:off x="3448050" y="1123950"/>
                  <a:ext cx="2667000" cy="2667000"/>
                </a:xfrm>
                <a:prstGeom prst="donut">
                  <a:avLst>
                    <a:gd name="adj" fmla="val 4457"/>
                  </a:avLst>
                </a:prstGeom>
                <a:gradFill>
                  <a:gsLst>
                    <a:gs pos="100000">
                      <a:sysClr val="windowText" lastClr="000000"/>
                    </a:gs>
                    <a:gs pos="83000">
                      <a:srgbClr val="FFFFFF"/>
                    </a:gs>
                    <a:gs pos="46000">
                      <a:srgbClr val="FFFFFF">
                        <a:lumMod val="65000"/>
                      </a:srgbClr>
                    </a:gs>
                    <a:gs pos="16000">
                      <a:srgbClr val="FFFFFF"/>
                    </a:gs>
                    <a:gs pos="0">
                      <a:sysClr val="windowText" lastClr="000000"/>
                    </a:gs>
                  </a:gsLst>
                  <a:lin ang="13500000" scaled="1"/>
                </a:gradFill>
                <a:ln w="12700" cap="flat" cmpd="sng" algn="ctr">
                  <a:solidFill>
                    <a:srgbClr val="FFFFFF">
                      <a:lumMod val="6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103"/>
                <p:cNvSpPr/>
                <p:nvPr/>
              </p:nvSpPr>
              <p:spPr>
                <a:xfrm>
                  <a:off x="3551970" y="1241899"/>
                  <a:ext cx="2438522" cy="2429855"/>
                </a:xfrm>
                <a:custGeom>
                  <a:avLst/>
                  <a:gdLst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65529"/>
                    <a:gd name="connsiteY0" fmla="*/ 1193274 h 2369733"/>
                    <a:gd name="connsiteX1" fmla="*/ 1193274 w 2365529"/>
                    <a:gd name="connsiteY1" fmla="*/ 0 h 2369733"/>
                    <a:gd name="connsiteX2" fmla="*/ 2365529 w 2365529"/>
                    <a:gd name="connsiteY2" fmla="*/ 1184867 h 2369733"/>
                    <a:gd name="connsiteX3" fmla="*/ 1193274 w 2365529"/>
                    <a:gd name="connsiteY3" fmla="*/ 2369733 h 2369733"/>
                    <a:gd name="connsiteX4" fmla="*/ 0 w 2365529"/>
                    <a:gd name="connsiteY4" fmla="*/ 1193274 h 2369733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5529" h="2357121">
                      <a:moveTo>
                        <a:pt x="0" y="1180662"/>
                      </a:moveTo>
                      <a:cubicBezTo>
                        <a:pt x="0" y="521635"/>
                        <a:pt x="542655" y="0"/>
                        <a:pt x="1201682" y="0"/>
                      </a:cubicBezTo>
                      <a:cubicBezTo>
                        <a:pt x="1860709" y="0"/>
                        <a:pt x="2348713" y="521637"/>
                        <a:pt x="2365529" y="1172255"/>
                      </a:cubicBezTo>
                      <a:cubicBezTo>
                        <a:pt x="2365529" y="1831282"/>
                        <a:pt x="1852301" y="2357121"/>
                        <a:pt x="1193274" y="2357121"/>
                      </a:cubicBezTo>
                      <a:cubicBezTo>
                        <a:pt x="559470" y="2336101"/>
                        <a:pt x="0" y="1839689"/>
                        <a:pt x="0" y="118066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90000">
                      <a:schemeClr val="bg1">
                        <a:alpha val="20000"/>
                      </a:schemeClr>
                    </a:gs>
                    <a:gs pos="2000">
                      <a:schemeClr val="bg1">
                        <a:lumMod val="95000"/>
                        <a:alpha val="18000"/>
                      </a:schemeClr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23"/>
                <p:cNvSpPr/>
                <p:nvPr/>
              </p:nvSpPr>
              <p:spPr>
                <a:xfrm>
                  <a:off x="3590439" y="2005543"/>
                  <a:ext cx="2591287" cy="1848160"/>
                </a:xfrm>
                <a:custGeom>
                  <a:avLst/>
                  <a:gdLst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91287" h="1848160">
                      <a:moveTo>
                        <a:pt x="2441615" y="0"/>
                      </a:moveTo>
                      <a:cubicBezTo>
                        <a:pt x="2537709" y="172615"/>
                        <a:pt x="2591287" y="368773"/>
                        <a:pt x="2591287" y="590019"/>
                      </a:cubicBezTo>
                      <a:cubicBezTo>
                        <a:pt x="2544222" y="1191444"/>
                        <a:pt x="2012951" y="1834714"/>
                        <a:pt x="1217725" y="1848160"/>
                      </a:cubicBezTo>
                      <a:cubicBezTo>
                        <a:pt x="646051" y="1848160"/>
                        <a:pt x="169795" y="1535106"/>
                        <a:pt x="0" y="1057894"/>
                      </a:cubicBezTo>
                      <a:cubicBezTo>
                        <a:pt x="224987" y="1470666"/>
                        <a:pt x="645305" y="1766357"/>
                        <a:pt x="1176824" y="1766357"/>
                      </a:cubicBezTo>
                      <a:cubicBezTo>
                        <a:pt x="1931708" y="1766357"/>
                        <a:pt x="2456256" y="1217219"/>
                        <a:pt x="2530215" y="488045"/>
                      </a:cubicBezTo>
                      <a:cubicBezTo>
                        <a:pt x="2530215" y="317603"/>
                        <a:pt x="2507616" y="148269"/>
                        <a:pt x="2441615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Oval 59"/>
                <p:cNvSpPr/>
                <p:nvPr/>
              </p:nvSpPr>
              <p:spPr>
                <a:xfrm>
                  <a:off x="3550159" y="1238250"/>
                  <a:ext cx="2193274" cy="2093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3274" h="2093560">
                      <a:moveTo>
                        <a:pt x="1231392" y="0"/>
                      </a:moveTo>
                      <a:cubicBezTo>
                        <a:pt x="1620939" y="0"/>
                        <a:pt x="1968237" y="179092"/>
                        <a:pt x="2193274" y="459140"/>
                      </a:cubicBezTo>
                      <a:cubicBezTo>
                        <a:pt x="1972059" y="245503"/>
                        <a:pt x="1669589" y="114300"/>
                        <a:pt x="1336167" y="114300"/>
                      </a:cubicBezTo>
                      <a:cubicBezTo>
                        <a:pt x="656088" y="114300"/>
                        <a:pt x="104775" y="660154"/>
                        <a:pt x="104775" y="1333500"/>
                      </a:cubicBezTo>
                      <a:cubicBezTo>
                        <a:pt x="104775" y="1621156"/>
                        <a:pt x="205392" y="1885545"/>
                        <a:pt x="374285" y="2093560"/>
                      </a:cubicBezTo>
                      <a:cubicBezTo>
                        <a:pt x="143246" y="1872526"/>
                        <a:pt x="0" y="1562426"/>
                        <a:pt x="0" y="1219200"/>
                      </a:cubicBezTo>
                      <a:cubicBezTo>
                        <a:pt x="0" y="545854"/>
                        <a:pt x="551313" y="0"/>
                        <a:pt x="1231392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2"/>
                <p:cNvSpPr/>
                <p:nvPr/>
              </p:nvSpPr>
              <p:spPr>
                <a:xfrm>
                  <a:off x="3711515" y="2233357"/>
                  <a:ext cx="164311" cy="980624"/>
                </a:xfrm>
                <a:custGeom>
                  <a:avLst/>
                  <a:gdLst>
                    <a:gd name="connsiteX0" fmla="*/ 0 w 586946"/>
                    <a:gd name="connsiteY0" fmla="*/ 0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0 w 586946"/>
                    <a:gd name="connsiteY4" fmla="*/ 0 h 1130643"/>
                    <a:gd name="connsiteX0" fmla="*/ 164306 w 586946"/>
                    <a:gd name="connsiteY0" fmla="*/ 142875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164306 w 586946"/>
                    <a:gd name="connsiteY4" fmla="*/ 142875 h 1130643"/>
                    <a:gd name="connsiteX0" fmla="*/ 164306 w 586946"/>
                    <a:gd name="connsiteY0" fmla="*/ 0 h 987768"/>
                    <a:gd name="connsiteX1" fmla="*/ 370252 w 586946"/>
                    <a:gd name="connsiteY1" fmla="*/ 71437 h 987768"/>
                    <a:gd name="connsiteX2" fmla="*/ 586946 w 586946"/>
                    <a:gd name="connsiteY2" fmla="*/ 987768 h 987768"/>
                    <a:gd name="connsiteX3" fmla="*/ 0 w 586946"/>
                    <a:gd name="connsiteY3" fmla="*/ 987768 h 987768"/>
                    <a:gd name="connsiteX4" fmla="*/ 164306 w 586946"/>
                    <a:gd name="connsiteY4" fmla="*/ 0 h 987768"/>
                    <a:gd name="connsiteX0" fmla="*/ 0 w 422640"/>
                    <a:gd name="connsiteY0" fmla="*/ 0 h 987768"/>
                    <a:gd name="connsiteX1" fmla="*/ 205946 w 422640"/>
                    <a:gd name="connsiteY1" fmla="*/ 71437 h 987768"/>
                    <a:gd name="connsiteX2" fmla="*/ 422640 w 422640"/>
                    <a:gd name="connsiteY2" fmla="*/ 987768 h 987768"/>
                    <a:gd name="connsiteX3" fmla="*/ 0 w 422640"/>
                    <a:gd name="connsiteY3" fmla="*/ 0 h 987768"/>
                    <a:gd name="connsiteX0" fmla="*/ 0 w 205946"/>
                    <a:gd name="connsiteY0" fmla="*/ 0 h 980624"/>
                    <a:gd name="connsiteX1" fmla="*/ 205946 w 205946"/>
                    <a:gd name="connsiteY1" fmla="*/ 71437 h 980624"/>
                    <a:gd name="connsiteX2" fmla="*/ 124984 w 205946"/>
                    <a:gd name="connsiteY2" fmla="*/ 980624 h 980624"/>
                    <a:gd name="connsiteX3" fmla="*/ 0 w 205946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191" h="980624">
                      <a:moveTo>
                        <a:pt x="73245" y="0"/>
                      </a:moveTo>
                      <a:lnTo>
                        <a:pt x="279191" y="71437"/>
                      </a:lnTo>
                      <a:cubicBezTo>
                        <a:pt x="147429" y="243530"/>
                        <a:pt x="49003" y="525162"/>
                        <a:pt x="198229" y="980624"/>
                      </a:cubicBezTo>
                      <a:cubicBezTo>
                        <a:pt x="-105369" y="510874"/>
                        <a:pt x="14893" y="145900"/>
                        <a:pt x="732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Chord 31"/>
              <p:cNvSpPr/>
              <p:nvPr/>
            </p:nvSpPr>
            <p:spPr>
              <a:xfrm rot="1866441">
                <a:off x="3583640" y="1343373"/>
                <a:ext cx="1130298" cy="1890132"/>
              </a:xfrm>
              <a:custGeom>
                <a:avLst/>
                <a:gdLst>
                  <a:gd name="connsiteX0" fmla="*/ 2070314 w 2425524"/>
                  <a:gd name="connsiteY0" fmla="*/ 2070314 h 2425524"/>
                  <a:gd name="connsiteX1" fmla="*/ 606381 w 2425524"/>
                  <a:gd name="connsiteY1" fmla="*/ 2263044 h 2425524"/>
                  <a:gd name="connsiteX2" fmla="*/ 41324 w 2425524"/>
                  <a:gd name="connsiteY2" fmla="*/ 898875 h 2425524"/>
                  <a:gd name="connsiteX3" fmla="*/ 1212762 w 2425524"/>
                  <a:gd name="connsiteY3" fmla="*/ -1 h 2425524"/>
                  <a:gd name="connsiteX4" fmla="*/ 2070314 w 2425524"/>
                  <a:gd name="connsiteY4" fmla="*/ 2070314 h 2425524"/>
                  <a:gd name="connsiteX0" fmla="*/ 2070423 w 2070423"/>
                  <a:gd name="connsiteY0" fmla="*/ 2070315 h 2425553"/>
                  <a:gd name="connsiteX1" fmla="*/ 606490 w 2070423"/>
                  <a:gd name="connsiteY1" fmla="*/ 2263045 h 2425553"/>
                  <a:gd name="connsiteX2" fmla="*/ 41433 w 2070423"/>
                  <a:gd name="connsiteY2" fmla="*/ 898876 h 2425553"/>
                  <a:gd name="connsiteX3" fmla="*/ 1212871 w 2070423"/>
                  <a:gd name="connsiteY3" fmla="*/ 0 h 2425553"/>
                  <a:gd name="connsiteX4" fmla="*/ 2070423 w 2070423"/>
                  <a:gd name="connsiteY4" fmla="*/ 2070315 h 2425553"/>
                  <a:gd name="connsiteX0" fmla="*/ 2070423 w 2070423"/>
                  <a:gd name="connsiteY0" fmla="*/ 2070315 h 2362424"/>
                  <a:gd name="connsiteX1" fmla="*/ 606490 w 2070423"/>
                  <a:gd name="connsiteY1" fmla="*/ 2263045 h 2362424"/>
                  <a:gd name="connsiteX2" fmla="*/ 41433 w 2070423"/>
                  <a:gd name="connsiteY2" fmla="*/ 898876 h 2362424"/>
                  <a:gd name="connsiteX3" fmla="*/ 1212871 w 2070423"/>
                  <a:gd name="connsiteY3" fmla="*/ 0 h 2362424"/>
                  <a:gd name="connsiteX4" fmla="*/ 2070423 w 2070423"/>
                  <a:gd name="connsiteY4" fmla="*/ 2070315 h 2362424"/>
                  <a:gd name="connsiteX0" fmla="*/ 2070423 w 2070423"/>
                  <a:gd name="connsiteY0" fmla="*/ 2070315 h 2263045"/>
                  <a:gd name="connsiteX1" fmla="*/ 606490 w 2070423"/>
                  <a:gd name="connsiteY1" fmla="*/ 2263045 h 2263045"/>
                  <a:gd name="connsiteX2" fmla="*/ 41433 w 2070423"/>
                  <a:gd name="connsiteY2" fmla="*/ 898876 h 2263045"/>
                  <a:gd name="connsiteX3" fmla="*/ 1212871 w 2070423"/>
                  <a:gd name="connsiteY3" fmla="*/ 0 h 2263045"/>
                  <a:gd name="connsiteX4" fmla="*/ 2070423 w 2070423"/>
                  <a:gd name="connsiteY4" fmla="*/ 2070315 h 2263045"/>
                  <a:gd name="connsiteX0" fmla="*/ 2028990 w 2028990"/>
                  <a:gd name="connsiteY0" fmla="*/ 2070315 h 2263045"/>
                  <a:gd name="connsiteX1" fmla="*/ 565057 w 2028990"/>
                  <a:gd name="connsiteY1" fmla="*/ 2263045 h 2263045"/>
                  <a:gd name="connsiteX2" fmla="*/ 0 w 2028990"/>
                  <a:gd name="connsiteY2" fmla="*/ 898876 h 2263045"/>
                  <a:gd name="connsiteX3" fmla="*/ 1171438 w 2028990"/>
                  <a:gd name="connsiteY3" fmla="*/ 0 h 2263045"/>
                  <a:gd name="connsiteX4" fmla="*/ 2028990 w 2028990"/>
                  <a:gd name="connsiteY4" fmla="*/ 2070315 h 2263045"/>
                  <a:gd name="connsiteX0" fmla="*/ 2083060 w 2083060"/>
                  <a:gd name="connsiteY0" fmla="*/ 2070315 h 2263045"/>
                  <a:gd name="connsiteX1" fmla="*/ 619127 w 2083060"/>
                  <a:gd name="connsiteY1" fmla="*/ 2263045 h 2263045"/>
                  <a:gd name="connsiteX2" fmla="*/ 54070 w 2083060"/>
                  <a:gd name="connsiteY2" fmla="*/ 898876 h 2263045"/>
                  <a:gd name="connsiteX3" fmla="*/ 1225508 w 2083060"/>
                  <a:gd name="connsiteY3" fmla="*/ 0 h 2263045"/>
                  <a:gd name="connsiteX4" fmla="*/ 2083060 w 2083060"/>
                  <a:gd name="connsiteY4" fmla="*/ 2070315 h 2263045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35729 w 1735729"/>
                  <a:gd name="connsiteY0" fmla="*/ 1844935 h 1992589"/>
                  <a:gd name="connsiteX1" fmla="*/ 606647 w 1735729"/>
                  <a:gd name="connsiteY1" fmla="*/ 1992589 h 1992589"/>
                  <a:gd name="connsiteX2" fmla="*/ 41590 w 1735729"/>
                  <a:gd name="connsiteY2" fmla="*/ 628420 h 1992589"/>
                  <a:gd name="connsiteX3" fmla="*/ 478932 w 1735729"/>
                  <a:gd name="connsiteY3" fmla="*/ 0 h 1992589"/>
                  <a:gd name="connsiteX4" fmla="*/ 1735729 w 1735729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2027490"/>
                  <a:gd name="connsiteX1" fmla="*/ 617379 w 1746461"/>
                  <a:gd name="connsiteY1" fmla="*/ 2027490 h 2027490"/>
                  <a:gd name="connsiteX2" fmla="*/ 40415 w 1746461"/>
                  <a:gd name="connsiteY2" fmla="*/ 626039 h 2027490"/>
                  <a:gd name="connsiteX3" fmla="*/ 489664 w 1746461"/>
                  <a:gd name="connsiteY3" fmla="*/ 0 h 2027490"/>
                  <a:gd name="connsiteX4" fmla="*/ 1746461 w 1746461"/>
                  <a:gd name="connsiteY4" fmla="*/ 1844935 h 2027490"/>
                  <a:gd name="connsiteX0" fmla="*/ 1739990 w 1739990"/>
                  <a:gd name="connsiteY0" fmla="*/ 1844935 h 2027490"/>
                  <a:gd name="connsiteX1" fmla="*/ 610908 w 1739990"/>
                  <a:gd name="connsiteY1" fmla="*/ 2027490 h 2027490"/>
                  <a:gd name="connsiteX2" fmla="*/ 33944 w 1739990"/>
                  <a:gd name="connsiteY2" fmla="*/ 626039 h 2027490"/>
                  <a:gd name="connsiteX3" fmla="*/ 483193 w 1739990"/>
                  <a:gd name="connsiteY3" fmla="*/ 0 h 2027490"/>
                  <a:gd name="connsiteX4" fmla="*/ 1739990 w 1739990"/>
                  <a:gd name="connsiteY4" fmla="*/ 1844935 h 2027490"/>
                  <a:gd name="connsiteX0" fmla="*/ 1766030 w 1766030"/>
                  <a:gd name="connsiteY0" fmla="*/ 1844935 h 2027490"/>
                  <a:gd name="connsiteX1" fmla="*/ 636948 w 1766030"/>
                  <a:gd name="connsiteY1" fmla="*/ 2027490 h 2027490"/>
                  <a:gd name="connsiteX2" fmla="*/ 32063 w 1766030"/>
                  <a:gd name="connsiteY2" fmla="*/ 605099 h 2027490"/>
                  <a:gd name="connsiteX3" fmla="*/ 509233 w 1766030"/>
                  <a:gd name="connsiteY3" fmla="*/ 0 h 2027490"/>
                  <a:gd name="connsiteX4" fmla="*/ 1766030 w 1766030"/>
                  <a:gd name="connsiteY4" fmla="*/ 1844935 h 2027490"/>
                  <a:gd name="connsiteX0" fmla="*/ 1766030 w 1766030"/>
                  <a:gd name="connsiteY0" fmla="*/ 1844935 h 2034470"/>
                  <a:gd name="connsiteX1" fmla="*/ 636948 w 1766030"/>
                  <a:gd name="connsiteY1" fmla="*/ 2034470 h 2034470"/>
                  <a:gd name="connsiteX2" fmla="*/ 32063 w 1766030"/>
                  <a:gd name="connsiteY2" fmla="*/ 605099 h 2034470"/>
                  <a:gd name="connsiteX3" fmla="*/ 509233 w 1766030"/>
                  <a:gd name="connsiteY3" fmla="*/ 0 h 2034470"/>
                  <a:gd name="connsiteX4" fmla="*/ 1766030 w 1766030"/>
                  <a:gd name="connsiteY4" fmla="*/ 1844935 h 2034470"/>
                  <a:gd name="connsiteX0" fmla="*/ 1763311 w 1763311"/>
                  <a:gd name="connsiteY0" fmla="*/ 1844935 h 2034470"/>
                  <a:gd name="connsiteX1" fmla="*/ 634229 w 1763311"/>
                  <a:gd name="connsiteY1" fmla="*/ 2034470 h 2034470"/>
                  <a:gd name="connsiteX2" fmla="*/ 29344 w 1763311"/>
                  <a:gd name="connsiteY2" fmla="*/ 605099 h 2034470"/>
                  <a:gd name="connsiteX3" fmla="*/ 506514 w 1763311"/>
                  <a:gd name="connsiteY3" fmla="*/ 0 h 2034470"/>
                  <a:gd name="connsiteX4" fmla="*/ 1763311 w 1763311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61148 w 1761148"/>
                  <a:gd name="connsiteY0" fmla="*/ 1844935 h 2034470"/>
                  <a:gd name="connsiteX1" fmla="*/ 632066 w 1761148"/>
                  <a:gd name="connsiteY1" fmla="*/ 2034470 h 2034470"/>
                  <a:gd name="connsiteX2" fmla="*/ 27181 w 1761148"/>
                  <a:gd name="connsiteY2" fmla="*/ 605099 h 2034470"/>
                  <a:gd name="connsiteX3" fmla="*/ 504351 w 1761148"/>
                  <a:gd name="connsiteY3" fmla="*/ 0 h 2034470"/>
                  <a:gd name="connsiteX4" fmla="*/ 1761148 w 1761148"/>
                  <a:gd name="connsiteY4" fmla="*/ 1844935 h 2034470"/>
                  <a:gd name="connsiteX0" fmla="*/ 1737873 w 1737873"/>
                  <a:gd name="connsiteY0" fmla="*/ 1844935 h 2034470"/>
                  <a:gd name="connsiteX1" fmla="*/ 608791 w 1737873"/>
                  <a:gd name="connsiteY1" fmla="*/ 2034470 h 2034470"/>
                  <a:gd name="connsiteX2" fmla="*/ 28508 w 1737873"/>
                  <a:gd name="connsiteY2" fmla="*/ 605099 h 2034470"/>
                  <a:gd name="connsiteX3" fmla="*/ 481076 w 1737873"/>
                  <a:gd name="connsiteY3" fmla="*/ 0 h 2034470"/>
                  <a:gd name="connsiteX4" fmla="*/ 1737873 w 1737873"/>
                  <a:gd name="connsiteY4" fmla="*/ 1844935 h 2034470"/>
                  <a:gd name="connsiteX0" fmla="*/ 1731095 w 1731095"/>
                  <a:gd name="connsiteY0" fmla="*/ 1844935 h 2005766"/>
                  <a:gd name="connsiteX1" fmla="*/ 757830 w 1731095"/>
                  <a:gd name="connsiteY1" fmla="*/ 2005766 h 2005766"/>
                  <a:gd name="connsiteX2" fmla="*/ 21730 w 1731095"/>
                  <a:gd name="connsiteY2" fmla="*/ 605099 h 2005766"/>
                  <a:gd name="connsiteX3" fmla="*/ 474298 w 1731095"/>
                  <a:gd name="connsiteY3" fmla="*/ 0 h 2005766"/>
                  <a:gd name="connsiteX4" fmla="*/ 1731095 w 1731095"/>
                  <a:gd name="connsiteY4" fmla="*/ 1844935 h 2005766"/>
                  <a:gd name="connsiteX0" fmla="*/ 1719212 w 1719212"/>
                  <a:gd name="connsiteY0" fmla="*/ 1844935 h 2005766"/>
                  <a:gd name="connsiteX1" fmla="*/ 745947 w 1719212"/>
                  <a:gd name="connsiteY1" fmla="*/ 2005766 h 2005766"/>
                  <a:gd name="connsiteX2" fmla="*/ 22149 w 1719212"/>
                  <a:gd name="connsiteY2" fmla="*/ 600998 h 2005766"/>
                  <a:gd name="connsiteX3" fmla="*/ 462415 w 1719212"/>
                  <a:gd name="connsiteY3" fmla="*/ 0 h 2005766"/>
                  <a:gd name="connsiteX4" fmla="*/ 1719212 w 1719212"/>
                  <a:gd name="connsiteY4" fmla="*/ 1844935 h 2005766"/>
                  <a:gd name="connsiteX0" fmla="*/ 1697830 w 1697830"/>
                  <a:gd name="connsiteY0" fmla="*/ 1844935 h 2005766"/>
                  <a:gd name="connsiteX1" fmla="*/ 724565 w 1697830"/>
                  <a:gd name="connsiteY1" fmla="*/ 2005766 h 2005766"/>
                  <a:gd name="connsiteX2" fmla="*/ 767 w 1697830"/>
                  <a:gd name="connsiteY2" fmla="*/ 600998 h 2005766"/>
                  <a:gd name="connsiteX3" fmla="*/ 441033 w 1697830"/>
                  <a:gd name="connsiteY3" fmla="*/ 0 h 2005766"/>
                  <a:gd name="connsiteX4" fmla="*/ 1697830 w 1697830"/>
                  <a:gd name="connsiteY4" fmla="*/ 1844935 h 2005766"/>
                  <a:gd name="connsiteX0" fmla="*/ 1697860 w 1697860"/>
                  <a:gd name="connsiteY0" fmla="*/ 1844935 h 2005766"/>
                  <a:gd name="connsiteX1" fmla="*/ 724595 w 1697860"/>
                  <a:gd name="connsiteY1" fmla="*/ 2005766 h 2005766"/>
                  <a:gd name="connsiteX2" fmla="*/ 797 w 1697860"/>
                  <a:gd name="connsiteY2" fmla="*/ 600998 h 2005766"/>
                  <a:gd name="connsiteX3" fmla="*/ 441063 w 1697860"/>
                  <a:gd name="connsiteY3" fmla="*/ 0 h 2005766"/>
                  <a:gd name="connsiteX4" fmla="*/ 1697860 w 1697860"/>
                  <a:gd name="connsiteY4" fmla="*/ 1844935 h 2005766"/>
                  <a:gd name="connsiteX0" fmla="*/ 1310663 w 1310663"/>
                  <a:gd name="connsiteY0" fmla="*/ 1844935 h 2005766"/>
                  <a:gd name="connsiteX1" fmla="*/ 337398 w 1310663"/>
                  <a:gd name="connsiteY1" fmla="*/ 2005766 h 2005766"/>
                  <a:gd name="connsiteX2" fmla="*/ 53866 w 1310663"/>
                  <a:gd name="connsiteY2" fmla="*/ 0 h 2005766"/>
                  <a:gd name="connsiteX3" fmla="*/ 1310663 w 1310663"/>
                  <a:gd name="connsiteY3" fmla="*/ 1844935 h 2005766"/>
                  <a:gd name="connsiteX0" fmla="*/ 1547182 w 1547182"/>
                  <a:gd name="connsiteY0" fmla="*/ 1844935 h 2005766"/>
                  <a:gd name="connsiteX1" fmla="*/ 573917 w 1547182"/>
                  <a:gd name="connsiteY1" fmla="*/ 2005766 h 2005766"/>
                  <a:gd name="connsiteX2" fmla="*/ 290385 w 1547182"/>
                  <a:gd name="connsiteY2" fmla="*/ 0 h 2005766"/>
                  <a:gd name="connsiteX3" fmla="*/ 1547182 w 1547182"/>
                  <a:gd name="connsiteY3" fmla="*/ 1844935 h 2005766"/>
                  <a:gd name="connsiteX0" fmla="*/ 1535283 w 1535283"/>
                  <a:gd name="connsiteY0" fmla="*/ 1844935 h 1997565"/>
                  <a:gd name="connsiteX1" fmla="*/ 619424 w 1535283"/>
                  <a:gd name="connsiteY1" fmla="*/ 1997565 h 1997565"/>
                  <a:gd name="connsiteX2" fmla="*/ 278486 w 1535283"/>
                  <a:gd name="connsiteY2" fmla="*/ 0 h 1997565"/>
                  <a:gd name="connsiteX3" fmla="*/ 1535283 w 1535283"/>
                  <a:gd name="connsiteY3" fmla="*/ 1844935 h 1997565"/>
                  <a:gd name="connsiteX0" fmla="*/ 1256797 w 1256797"/>
                  <a:gd name="connsiteY0" fmla="*/ 1844935 h 1844935"/>
                  <a:gd name="connsiteX1" fmla="*/ 0 w 1256797"/>
                  <a:gd name="connsiteY1" fmla="*/ 0 h 1844935"/>
                  <a:gd name="connsiteX2" fmla="*/ 1256797 w 1256797"/>
                  <a:gd name="connsiteY2" fmla="*/ 1844935 h 1844935"/>
                  <a:gd name="connsiteX0" fmla="*/ 1256797 w 1256797"/>
                  <a:gd name="connsiteY0" fmla="*/ 1844935 h 1860120"/>
                  <a:gd name="connsiteX1" fmla="*/ 0 w 1256797"/>
                  <a:gd name="connsiteY1" fmla="*/ 0 h 1860120"/>
                  <a:gd name="connsiteX2" fmla="*/ 1256797 w 1256797"/>
                  <a:gd name="connsiteY2" fmla="*/ 1844935 h 1860120"/>
                  <a:gd name="connsiteX0" fmla="*/ 1560885 w 1560885"/>
                  <a:gd name="connsiteY0" fmla="*/ 1844935 h 1857836"/>
                  <a:gd name="connsiteX1" fmla="*/ 304088 w 1560885"/>
                  <a:gd name="connsiteY1" fmla="*/ 0 h 1857836"/>
                  <a:gd name="connsiteX2" fmla="*/ 1560885 w 1560885"/>
                  <a:gd name="connsiteY2" fmla="*/ 1844935 h 1857836"/>
                  <a:gd name="connsiteX0" fmla="*/ 1547179 w 1547179"/>
                  <a:gd name="connsiteY0" fmla="*/ 1906441 h 1918920"/>
                  <a:gd name="connsiteX1" fmla="*/ 310884 w 1547179"/>
                  <a:gd name="connsiteY1" fmla="*/ 0 h 1918920"/>
                  <a:gd name="connsiteX2" fmla="*/ 1547179 w 1547179"/>
                  <a:gd name="connsiteY2" fmla="*/ 1906441 h 1918920"/>
                  <a:gd name="connsiteX0" fmla="*/ 1528308 w 1528308"/>
                  <a:gd name="connsiteY0" fmla="*/ 1906441 h 1938005"/>
                  <a:gd name="connsiteX1" fmla="*/ 292013 w 1528308"/>
                  <a:gd name="connsiteY1" fmla="*/ 0 h 1938005"/>
                  <a:gd name="connsiteX2" fmla="*/ 1528308 w 1528308"/>
                  <a:gd name="connsiteY2" fmla="*/ 1906441 h 1938005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634630 w 1634630"/>
                  <a:gd name="connsiteY0" fmla="*/ 1906441 h 2065595"/>
                  <a:gd name="connsiteX1" fmla="*/ 398335 w 1634630"/>
                  <a:gd name="connsiteY1" fmla="*/ 0 h 2065595"/>
                  <a:gd name="connsiteX2" fmla="*/ 1634630 w 1634630"/>
                  <a:gd name="connsiteY2" fmla="*/ 1906441 h 2065595"/>
                  <a:gd name="connsiteX0" fmla="*/ 1738350 w 1738350"/>
                  <a:gd name="connsiteY0" fmla="*/ 1906441 h 2071671"/>
                  <a:gd name="connsiteX1" fmla="*/ 502055 w 1738350"/>
                  <a:gd name="connsiteY1" fmla="*/ 0 h 2071671"/>
                  <a:gd name="connsiteX2" fmla="*/ 1738350 w 1738350"/>
                  <a:gd name="connsiteY2" fmla="*/ 1906441 h 2071671"/>
                  <a:gd name="connsiteX0" fmla="*/ 1716657 w 1716657"/>
                  <a:gd name="connsiteY0" fmla="*/ 1906441 h 2019965"/>
                  <a:gd name="connsiteX1" fmla="*/ 480362 w 1716657"/>
                  <a:gd name="connsiteY1" fmla="*/ 0 h 2019965"/>
                  <a:gd name="connsiteX2" fmla="*/ 1716657 w 1716657"/>
                  <a:gd name="connsiteY2" fmla="*/ 1906441 h 2019965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68938 w 1768938"/>
                  <a:gd name="connsiteY0" fmla="*/ 1864945 h 1963334"/>
                  <a:gd name="connsiteX1" fmla="*/ 463873 w 1768938"/>
                  <a:gd name="connsiteY1" fmla="*/ 0 h 1963334"/>
                  <a:gd name="connsiteX2" fmla="*/ 1768938 w 1768938"/>
                  <a:gd name="connsiteY2" fmla="*/ 1864945 h 1963334"/>
                  <a:gd name="connsiteX0" fmla="*/ 1778189 w 1778189"/>
                  <a:gd name="connsiteY0" fmla="*/ 1864945 h 1977575"/>
                  <a:gd name="connsiteX1" fmla="*/ 473124 w 1778189"/>
                  <a:gd name="connsiteY1" fmla="*/ 0 h 1977575"/>
                  <a:gd name="connsiteX2" fmla="*/ 1778189 w 1778189"/>
                  <a:gd name="connsiteY2" fmla="*/ 1864945 h 1977575"/>
                  <a:gd name="connsiteX0" fmla="*/ 1772553 w 1772553"/>
                  <a:gd name="connsiteY0" fmla="*/ 1864945 h 1980049"/>
                  <a:gd name="connsiteX1" fmla="*/ 467488 w 1772553"/>
                  <a:gd name="connsiteY1" fmla="*/ 0 h 1980049"/>
                  <a:gd name="connsiteX2" fmla="*/ 1772553 w 1772553"/>
                  <a:gd name="connsiteY2" fmla="*/ 1864945 h 1980049"/>
                  <a:gd name="connsiteX0" fmla="*/ 1780606 w 1780606"/>
                  <a:gd name="connsiteY0" fmla="*/ 1864945 h 1962324"/>
                  <a:gd name="connsiteX1" fmla="*/ 475541 w 1780606"/>
                  <a:gd name="connsiteY1" fmla="*/ 0 h 1962324"/>
                  <a:gd name="connsiteX2" fmla="*/ 1780606 w 1780606"/>
                  <a:gd name="connsiteY2" fmla="*/ 1864945 h 196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80606" h="1962324">
                    <a:moveTo>
                      <a:pt x="1780606" y="1864945"/>
                    </a:moveTo>
                    <a:cubicBezTo>
                      <a:pt x="-328568" y="2417276"/>
                      <a:pt x="-280107" y="460227"/>
                      <a:pt x="475541" y="0"/>
                    </a:cubicBezTo>
                    <a:cubicBezTo>
                      <a:pt x="420907" y="581428"/>
                      <a:pt x="598317" y="1203785"/>
                      <a:pt x="1780606" y="1864945"/>
                    </a:cubicBezTo>
                    <a:close/>
                  </a:path>
                </a:pathLst>
              </a:custGeom>
              <a:gradFill flip="none" rotWithShape="1">
                <a:gsLst>
                  <a:gs pos="70000">
                    <a:srgbClr val="FFFFFF">
                      <a:alpha val="0"/>
                    </a:srgbClr>
                  </a:gs>
                  <a:gs pos="10000">
                    <a:srgbClr val="FFFFFF">
                      <a:alpha val="58824"/>
                    </a:srgbClr>
                  </a:gs>
                </a:gsLst>
                <a:lin ang="2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0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924900" y="1664854"/>
            <a:ext cx="6342201" cy="3528292"/>
            <a:chOff x="2026314" y="2214528"/>
            <a:chExt cx="6342201" cy="3528292"/>
          </a:xfrm>
        </p:grpSpPr>
        <p:grpSp>
          <p:nvGrpSpPr>
            <p:cNvPr id="37" name="Grupo 36"/>
            <p:cNvGrpSpPr/>
            <p:nvPr/>
          </p:nvGrpSpPr>
          <p:grpSpPr>
            <a:xfrm>
              <a:off x="2026314" y="2214528"/>
              <a:ext cx="5464676" cy="3218400"/>
              <a:chOff x="8175292" y="1172538"/>
              <a:chExt cx="3656890" cy="2144526"/>
            </a:xfrm>
          </p:grpSpPr>
          <p:sp>
            <p:nvSpPr>
              <p:cNvPr id="38" name="Rounded Rectangle 110"/>
              <p:cNvSpPr/>
              <p:nvPr/>
            </p:nvSpPr>
            <p:spPr>
              <a:xfrm rot="5400000">
                <a:off x="9142893" y="627775"/>
                <a:ext cx="1821522" cy="3557056"/>
              </a:xfrm>
              <a:prstGeom prst="roundRect">
                <a:avLst>
                  <a:gd name="adj" fmla="val 7102"/>
                </a:avLst>
              </a:prstGeom>
              <a:gradFill>
                <a:gsLst>
                  <a:gs pos="0">
                    <a:srgbClr val="FAC6B4"/>
                  </a:gs>
                  <a:gs pos="100000">
                    <a:srgbClr val="F46A3C"/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 dirty="0"/>
              </a:p>
            </p:txBody>
          </p:sp>
          <p:sp>
            <p:nvSpPr>
              <p:cNvPr id="39" name="Rectangle 111"/>
              <p:cNvSpPr/>
              <p:nvPr/>
            </p:nvSpPr>
            <p:spPr>
              <a:xfrm>
                <a:off x="9378612" y="2007881"/>
                <a:ext cx="2005139" cy="492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Sustentação – Situação Atual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Evolução testes (fábrica, ferramenta, abordagens, </a:t>
                </a:r>
                <a:r>
                  <a:rPr lang="pt-BR" sz="1400" kern="0" dirty="0" err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etc</a:t>
                </a: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40" name="Oval 3"/>
              <p:cNvSpPr/>
              <p:nvPr/>
            </p:nvSpPr>
            <p:spPr>
              <a:xfrm>
                <a:off x="8175292" y="1172538"/>
                <a:ext cx="1264225" cy="1493920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168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0827" y="808020"/>
                      <a:pt x="296382" y="813796"/>
                    </a:cubicBezTo>
                    <a:cubicBezTo>
                      <a:pt x="247229" y="820572"/>
                      <a:pt x="164011" y="734058"/>
                      <a:pt x="141601" y="625677"/>
                    </a:cubicBezTo>
                    <a:cubicBezTo>
                      <a:pt x="82574" y="581169"/>
                      <a:pt x="12224" y="492814"/>
                      <a:pt x="0" y="34448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46A3C">
                      <a:lumMod val="60000"/>
                      <a:lumOff val="40000"/>
                    </a:srgbClr>
                  </a:gs>
                  <a:gs pos="100000">
                    <a:srgbClr val="F46A3C"/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Oval 6"/>
              <p:cNvSpPr/>
              <p:nvPr/>
            </p:nvSpPr>
            <p:spPr>
              <a:xfrm>
                <a:off x="8278893" y="1269487"/>
                <a:ext cx="1057024" cy="10570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Rectangle 108"/>
              <p:cNvSpPr/>
              <p:nvPr/>
            </p:nvSpPr>
            <p:spPr>
              <a:xfrm>
                <a:off x="9632409" y="1609419"/>
                <a:ext cx="1877863" cy="3076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 err="1" smtClean="0">
                    <a:ln>
                      <a:noFill/>
                    </a:ln>
                    <a:effectLst/>
                    <a:uLnTx/>
                    <a:uFillTx/>
                    <a:latin typeface="Agency FB" panose="020B0503020202020204" pitchFamily="34" charset="0"/>
                    <a:cs typeface="Andalus" panose="02020603050405020304" pitchFamily="18" charset="-78"/>
                  </a:rPr>
                  <a:t>Qualidade</a:t>
                </a:r>
                <a:endParaRPr kumimoji="0" lang="en-US" sz="24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endParaRPr>
              </a:p>
            </p:txBody>
          </p:sp>
          <p:pic>
            <p:nvPicPr>
              <p:cNvPr id="43" name="Imagem 42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451878" y="1441363"/>
                <a:ext cx="705444" cy="705444"/>
              </a:xfrm>
              <a:prstGeom prst="rect">
                <a:avLst/>
              </a:prstGeom>
            </p:spPr>
          </p:pic>
        </p:grpSp>
        <p:grpSp>
          <p:nvGrpSpPr>
            <p:cNvPr id="47" name="Group 252"/>
            <p:cNvGrpSpPr/>
            <p:nvPr/>
          </p:nvGrpSpPr>
          <p:grpSpPr>
            <a:xfrm>
              <a:off x="6318375" y="3468170"/>
              <a:ext cx="2050140" cy="2274650"/>
              <a:chOff x="3069681" y="2079111"/>
              <a:chExt cx="3001989" cy="3824888"/>
            </a:xfrm>
          </p:grpSpPr>
          <p:sp>
            <p:nvSpPr>
              <p:cNvPr id="54" name="Rectangle 1"/>
              <p:cNvSpPr/>
              <p:nvPr/>
            </p:nvSpPr>
            <p:spPr>
              <a:xfrm>
                <a:off x="3782158" y="2957681"/>
                <a:ext cx="1621764" cy="2683965"/>
              </a:xfrm>
              <a:custGeom>
                <a:avLst/>
                <a:gdLst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0 w 1692188"/>
                  <a:gd name="connsiteY3" fmla="*/ 2808312 h 2808312"/>
                  <a:gd name="connsiteX4" fmla="*/ 0 w 1692188"/>
                  <a:gd name="connsiteY4" fmla="*/ 0 h 2808312"/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14068 w 1692188"/>
                  <a:gd name="connsiteY3" fmla="*/ 2709838 h 2808312"/>
                  <a:gd name="connsiteX4" fmla="*/ 0 w 1692188"/>
                  <a:gd name="connsiteY4" fmla="*/ 0 h 2808312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0 w 1692188"/>
                  <a:gd name="connsiteY0" fmla="*/ 0 h 2724516"/>
                  <a:gd name="connsiteX1" fmla="*/ 1692188 w 1692188"/>
                  <a:gd name="connsiteY1" fmla="*/ 0 h 2724516"/>
                  <a:gd name="connsiteX2" fmla="*/ 1678120 w 1692188"/>
                  <a:gd name="connsiteY2" fmla="*/ 2653567 h 2724516"/>
                  <a:gd name="connsiteX3" fmla="*/ 806134 w 1692188"/>
                  <a:gd name="connsiteY3" fmla="*/ 2724516 h 2724516"/>
                  <a:gd name="connsiteX4" fmla="*/ 14068 w 1692188"/>
                  <a:gd name="connsiteY4" fmla="*/ 2709838 h 2724516"/>
                  <a:gd name="connsiteX5" fmla="*/ 0 w 1692188"/>
                  <a:gd name="connsiteY5" fmla="*/ 0 h 2724516"/>
                  <a:gd name="connsiteX0" fmla="*/ 0 w 1692188"/>
                  <a:gd name="connsiteY0" fmla="*/ 0 h 2921464"/>
                  <a:gd name="connsiteX1" fmla="*/ 1692188 w 1692188"/>
                  <a:gd name="connsiteY1" fmla="*/ 0 h 2921464"/>
                  <a:gd name="connsiteX2" fmla="*/ 1678120 w 1692188"/>
                  <a:gd name="connsiteY2" fmla="*/ 2653567 h 2921464"/>
                  <a:gd name="connsiteX3" fmla="*/ 792066 w 1692188"/>
                  <a:gd name="connsiteY3" fmla="*/ 2921464 h 2921464"/>
                  <a:gd name="connsiteX4" fmla="*/ 14068 w 1692188"/>
                  <a:gd name="connsiteY4" fmla="*/ 2709838 h 2921464"/>
                  <a:gd name="connsiteX5" fmla="*/ 0 w 1692188"/>
                  <a:gd name="connsiteY5" fmla="*/ 0 h 2921464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9035 w 1701223"/>
                  <a:gd name="connsiteY0" fmla="*/ 0 h 2653567"/>
                  <a:gd name="connsiteX1" fmla="*/ 1701223 w 1701223"/>
                  <a:gd name="connsiteY1" fmla="*/ 0 h 2653567"/>
                  <a:gd name="connsiteX2" fmla="*/ 1687155 w 1701223"/>
                  <a:gd name="connsiteY2" fmla="*/ 2653567 h 2653567"/>
                  <a:gd name="connsiteX3" fmla="*/ 801 w 1701223"/>
                  <a:gd name="connsiteY3" fmla="*/ 2538853 h 2653567"/>
                  <a:gd name="connsiteX4" fmla="*/ 9035 w 1701223"/>
                  <a:gd name="connsiteY4" fmla="*/ 0 h 2653567"/>
                  <a:gd name="connsiteX0" fmla="*/ 9035 w 1710258"/>
                  <a:gd name="connsiteY0" fmla="*/ 0 h 2538853"/>
                  <a:gd name="connsiteX1" fmla="*/ 1701223 w 1710258"/>
                  <a:gd name="connsiteY1" fmla="*/ 0 h 2538853"/>
                  <a:gd name="connsiteX2" fmla="*/ 1709457 w 1710258"/>
                  <a:gd name="connsiteY2" fmla="*/ 2534621 h 2538853"/>
                  <a:gd name="connsiteX3" fmla="*/ 801 w 1710258"/>
                  <a:gd name="connsiteY3" fmla="*/ 2538853 h 2538853"/>
                  <a:gd name="connsiteX4" fmla="*/ 9035 w 1710258"/>
                  <a:gd name="connsiteY4" fmla="*/ 0 h 2538853"/>
                  <a:gd name="connsiteX0" fmla="*/ 9035 w 1710258"/>
                  <a:gd name="connsiteY0" fmla="*/ 0 h 2726018"/>
                  <a:gd name="connsiteX1" fmla="*/ 1701223 w 1710258"/>
                  <a:gd name="connsiteY1" fmla="*/ 0 h 2726018"/>
                  <a:gd name="connsiteX2" fmla="*/ 1709457 w 1710258"/>
                  <a:gd name="connsiteY2" fmla="*/ 2534621 h 2726018"/>
                  <a:gd name="connsiteX3" fmla="*/ 801 w 1710258"/>
                  <a:gd name="connsiteY3" fmla="*/ 2538853 h 2726018"/>
                  <a:gd name="connsiteX4" fmla="*/ 9035 w 1710258"/>
                  <a:gd name="connsiteY4" fmla="*/ 0 h 2726018"/>
                  <a:gd name="connsiteX0" fmla="*/ 0 w 1701223"/>
                  <a:gd name="connsiteY0" fmla="*/ 0 h 2726018"/>
                  <a:gd name="connsiteX1" fmla="*/ 1692188 w 1701223"/>
                  <a:gd name="connsiteY1" fmla="*/ 0 h 2726018"/>
                  <a:gd name="connsiteX2" fmla="*/ 1700422 w 1701223"/>
                  <a:gd name="connsiteY2" fmla="*/ 2534621 h 2726018"/>
                  <a:gd name="connsiteX3" fmla="*/ 6635 w 1701223"/>
                  <a:gd name="connsiteY3" fmla="*/ 2538853 h 2726018"/>
                  <a:gd name="connsiteX4" fmla="*/ 0 w 1701223"/>
                  <a:gd name="connsiteY4" fmla="*/ 0 h 2726018"/>
                  <a:gd name="connsiteX0" fmla="*/ 0 w 1701223"/>
                  <a:gd name="connsiteY0" fmla="*/ 0 h 2725051"/>
                  <a:gd name="connsiteX1" fmla="*/ 1692188 w 1701223"/>
                  <a:gd name="connsiteY1" fmla="*/ 0 h 2725051"/>
                  <a:gd name="connsiteX2" fmla="*/ 1700422 w 1701223"/>
                  <a:gd name="connsiteY2" fmla="*/ 2534621 h 2725051"/>
                  <a:gd name="connsiteX3" fmla="*/ 28937 w 1701223"/>
                  <a:gd name="connsiteY3" fmla="*/ 2535136 h 2725051"/>
                  <a:gd name="connsiteX4" fmla="*/ 0 w 1701223"/>
                  <a:gd name="connsiteY4" fmla="*/ 0 h 2725051"/>
                  <a:gd name="connsiteX0" fmla="*/ 0 w 1701223"/>
                  <a:gd name="connsiteY0" fmla="*/ 0 h 2781201"/>
                  <a:gd name="connsiteX1" fmla="*/ 1692188 w 1701223"/>
                  <a:gd name="connsiteY1" fmla="*/ 0 h 2781201"/>
                  <a:gd name="connsiteX2" fmla="*/ 1700422 w 1701223"/>
                  <a:gd name="connsiteY2" fmla="*/ 2534621 h 2781201"/>
                  <a:gd name="connsiteX3" fmla="*/ 28937 w 1701223"/>
                  <a:gd name="connsiteY3" fmla="*/ 2535136 h 2781201"/>
                  <a:gd name="connsiteX4" fmla="*/ 0 w 1701223"/>
                  <a:gd name="connsiteY4" fmla="*/ 0 h 2781201"/>
                  <a:gd name="connsiteX0" fmla="*/ 0 w 1701223"/>
                  <a:gd name="connsiteY0" fmla="*/ 0 h 2794120"/>
                  <a:gd name="connsiteX1" fmla="*/ 1692188 w 1701223"/>
                  <a:gd name="connsiteY1" fmla="*/ 0 h 2794120"/>
                  <a:gd name="connsiteX2" fmla="*/ 1700422 w 1701223"/>
                  <a:gd name="connsiteY2" fmla="*/ 2534621 h 2794120"/>
                  <a:gd name="connsiteX3" fmla="*/ 28937 w 1701223"/>
                  <a:gd name="connsiteY3" fmla="*/ 2535136 h 2794120"/>
                  <a:gd name="connsiteX4" fmla="*/ 0 w 1701223"/>
                  <a:gd name="connsiteY4" fmla="*/ 0 h 2794120"/>
                  <a:gd name="connsiteX0" fmla="*/ 0 w 1692188"/>
                  <a:gd name="connsiteY0" fmla="*/ 0 h 2789744"/>
                  <a:gd name="connsiteX1" fmla="*/ 1692188 w 1692188"/>
                  <a:gd name="connsiteY1" fmla="*/ 0 h 2789744"/>
                  <a:gd name="connsiteX2" fmla="*/ 1681837 w 1692188"/>
                  <a:gd name="connsiteY2" fmla="*/ 2527187 h 2789744"/>
                  <a:gd name="connsiteX3" fmla="*/ 28937 w 1692188"/>
                  <a:gd name="connsiteY3" fmla="*/ 2535136 h 2789744"/>
                  <a:gd name="connsiteX4" fmla="*/ 0 w 1692188"/>
                  <a:gd name="connsiteY4" fmla="*/ 0 h 2789744"/>
                  <a:gd name="connsiteX0" fmla="*/ 0 w 1692188"/>
                  <a:gd name="connsiteY0" fmla="*/ 0 h 2800515"/>
                  <a:gd name="connsiteX1" fmla="*/ 1692188 w 1692188"/>
                  <a:gd name="connsiteY1" fmla="*/ 0 h 2800515"/>
                  <a:gd name="connsiteX2" fmla="*/ 1681837 w 1692188"/>
                  <a:gd name="connsiteY2" fmla="*/ 2527187 h 2800515"/>
                  <a:gd name="connsiteX3" fmla="*/ 28937 w 1692188"/>
                  <a:gd name="connsiteY3" fmla="*/ 2535136 h 2800515"/>
                  <a:gd name="connsiteX4" fmla="*/ 0 w 1692188"/>
                  <a:gd name="connsiteY4" fmla="*/ 0 h 280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2188" h="2800515">
                    <a:moveTo>
                      <a:pt x="0" y="0"/>
                    </a:moveTo>
                    <a:lnTo>
                      <a:pt x="1692188" y="0"/>
                    </a:lnTo>
                    <a:cubicBezTo>
                      <a:pt x="1687499" y="884522"/>
                      <a:pt x="1686526" y="1642665"/>
                      <a:pt x="1681837" y="2527187"/>
                    </a:cubicBezTo>
                    <a:cubicBezTo>
                      <a:pt x="1168042" y="2982080"/>
                      <a:pt x="278820" y="2786486"/>
                      <a:pt x="28937" y="2535136"/>
                    </a:cubicBezTo>
                    <a:cubicBezTo>
                      <a:pt x="24248" y="1631857"/>
                      <a:pt x="4689" y="903279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55400">
                    <a:sysClr val="windowText" lastClr="000000">
                      <a:lumMod val="65000"/>
                      <a:lumOff val="35000"/>
                    </a:sysClr>
                  </a:gs>
                  <a:gs pos="100000">
                    <a:sysClr val="windowText" lastClr="000000">
                      <a:lumMod val="85000"/>
                      <a:lumOff val="15000"/>
                    </a:sysClr>
                  </a:gs>
                  <a:gs pos="0">
                    <a:sysClr val="windowText" lastClr="000000">
                      <a:lumMod val="95000"/>
                      <a:lumOff val="5000"/>
                    </a:sys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aphicFrame>
            <p:nvGraphicFramePr>
              <p:cNvPr id="55" name="Chart 254"/>
              <p:cNvGraphicFramePr/>
              <p:nvPr>
                <p:extLst>
                  <p:ext uri="{D42A27DB-BD31-4B8C-83A1-F6EECF244321}">
                    <p14:modId xmlns:p14="http://schemas.microsoft.com/office/powerpoint/2010/main" val="514969424"/>
                  </p:ext>
                </p:extLst>
              </p:nvPr>
            </p:nvGraphicFramePr>
            <p:xfrm>
              <a:off x="3069681" y="2079111"/>
              <a:ext cx="3001989" cy="382488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56" name="Rectangle 1"/>
              <p:cNvSpPr/>
              <p:nvPr/>
            </p:nvSpPr>
            <p:spPr>
              <a:xfrm>
                <a:off x="3857415" y="3013717"/>
                <a:ext cx="391663" cy="2564552"/>
              </a:xfrm>
              <a:custGeom>
                <a:avLst/>
                <a:gdLst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73089"/>
                  <a:gd name="connsiteX1" fmla="*/ 504056 w 504056"/>
                  <a:gd name="connsiteY1" fmla="*/ 0 h 2773089"/>
                  <a:gd name="connsiteX2" fmla="*/ 492333 w 504056"/>
                  <a:gd name="connsiteY2" fmla="*/ 2773089 h 2773089"/>
                  <a:gd name="connsiteX3" fmla="*/ 28937 w 504056"/>
                  <a:gd name="connsiteY3" fmla="*/ 2535136 h 2773089"/>
                  <a:gd name="connsiteX4" fmla="*/ 0 w 504056"/>
                  <a:gd name="connsiteY4" fmla="*/ 0 h 2773089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8425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492332"/>
                  <a:gd name="connsiteY0" fmla="*/ 0 h 2784812"/>
                  <a:gd name="connsiteX1" fmla="*/ 492332 w 492332"/>
                  <a:gd name="connsiteY1" fmla="*/ 246185 h 2784812"/>
                  <a:gd name="connsiteX2" fmla="*/ 488425 w 492332"/>
                  <a:gd name="connsiteY2" fmla="*/ 2784812 h 2784812"/>
                  <a:gd name="connsiteX3" fmla="*/ 28937 w 492332"/>
                  <a:gd name="connsiteY3" fmla="*/ 2535136 h 2784812"/>
                  <a:gd name="connsiteX4" fmla="*/ 0 w 492332"/>
                  <a:gd name="connsiteY4" fmla="*/ 0 h 27848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75663"/>
                  <a:gd name="connsiteY0" fmla="*/ 0 h 2683212"/>
                  <a:gd name="connsiteX1" fmla="*/ 475663 w 475663"/>
                  <a:gd name="connsiteY1" fmla="*/ 136770 h 2683212"/>
                  <a:gd name="connsiteX2" fmla="*/ 460032 w 475663"/>
                  <a:gd name="connsiteY2" fmla="*/ 2683212 h 2683212"/>
                  <a:gd name="connsiteX3" fmla="*/ 544 w 475663"/>
                  <a:gd name="connsiteY3" fmla="*/ 2433536 h 2683212"/>
                  <a:gd name="connsiteX4" fmla="*/ 18499 w 475663"/>
                  <a:gd name="connsiteY4" fmla="*/ 0 h 2683212"/>
                  <a:gd name="connsiteX0" fmla="*/ 18499 w 460032"/>
                  <a:gd name="connsiteY0" fmla="*/ 0 h 2683212"/>
                  <a:gd name="connsiteX1" fmla="*/ 456124 w 460032"/>
                  <a:gd name="connsiteY1" fmla="*/ 136770 h 2683212"/>
                  <a:gd name="connsiteX2" fmla="*/ 460032 w 460032"/>
                  <a:gd name="connsiteY2" fmla="*/ 2683212 h 2683212"/>
                  <a:gd name="connsiteX3" fmla="*/ 544 w 460032"/>
                  <a:gd name="connsiteY3" fmla="*/ 2433536 h 2683212"/>
                  <a:gd name="connsiteX4" fmla="*/ 18499 w 460032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72154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79918"/>
                  <a:gd name="connsiteY0" fmla="*/ 0 h 2659623"/>
                  <a:gd name="connsiteX1" fmla="*/ 479918 w 479918"/>
                  <a:gd name="connsiteY1" fmla="*/ 166354 h 2659623"/>
                  <a:gd name="connsiteX2" fmla="*/ 469237 w 479918"/>
                  <a:gd name="connsiteY2" fmla="*/ 2659623 h 2659623"/>
                  <a:gd name="connsiteX3" fmla="*/ 544 w 479918"/>
                  <a:gd name="connsiteY3" fmla="*/ 2433536 h 2659623"/>
                  <a:gd name="connsiteX4" fmla="*/ 18499 w 479918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1948"/>
                  <a:gd name="connsiteY0" fmla="*/ 0 h 2680423"/>
                  <a:gd name="connsiteX1" fmla="*/ 470865 w 471948"/>
                  <a:gd name="connsiteY1" fmla="*/ 166354 h 2680423"/>
                  <a:gd name="connsiteX2" fmla="*/ 471948 w 471948"/>
                  <a:gd name="connsiteY2" fmla="*/ 2680423 h 2680423"/>
                  <a:gd name="connsiteX3" fmla="*/ 544 w 471948"/>
                  <a:gd name="connsiteY3" fmla="*/ 2433536 h 2680423"/>
                  <a:gd name="connsiteX4" fmla="*/ 18499 w 471948"/>
                  <a:gd name="connsiteY4" fmla="*/ 0 h 2680423"/>
                  <a:gd name="connsiteX0" fmla="*/ 18499 w 470865"/>
                  <a:gd name="connsiteY0" fmla="*/ 0 h 2687357"/>
                  <a:gd name="connsiteX1" fmla="*/ 470865 w 470865"/>
                  <a:gd name="connsiteY1" fmla="*/ 166354 h 2687357"/>
                  <a:gd name="connsiteX2" fmla="*/ 466528 w 470865"/>
                  <a:gd name="connsiteY2" fmla="*/ 2687357 h 2687357"/>
                  <a:gd name="connsiteX3" fmla="*/ 544 w 470865"/>
                  <a:gd name="connsiteY3" fmla="*/ 2433536 h 2687357"/>
                  <a:gd name="connsiteX4" fmla="*/ 18499 w 470865"/>
                  <a:gd name="connsiteY4" fmla="*/ 0 h 2687357"/>
                  <a:gd name="connsiteX0" fmla="*/ 13196 w 470983"/>
                  <a:gd name="connsiteY0" fmla="*/ 0 h 2597219"/>
                  <a:gd name="connsiteX1" fmla="*/ 470983 w 470983"/>
                  <a:gd name="connsiteY1" fmla="*/ 76216 h 2597219"/>
                  <a:gd name="connsiteX2" fmla="*/ 466646 w 470983"/>
                  <a:gd name="connsiteY2" fmla="*/ 2597219 h 2597219"/>
                  <a:gd name="connsiteX3" fmla="*/ 662 w 470983"/>
                  <a:gd name="connsiteY3" fmla="*/ 2343398 h 2597219"/>
                  <a:gd name="connsiteX4" fmla="*/ 13196 w 47098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105" h="2597219">
                    <a:moveTo>
                      <a:pt x="10028" y="0"/>
                    </a:moveTo>
                    <a:cubicBezTo>
                      <a:pt x="227080" y="90632"/>
                      <a:pt x="307305" y="107232"/>
                      <a:pt x="465105" y="129374"/>
                    </a:cubicBezTo>
                    <a:cubicBezTo>
                      <a:pt x="465105" y="1048527"/>
                      <a:pt x="463478" y="1678066"/>
                      <a:pt x="463478" y="2597219"/>
                    </a:cubicBezTo>
                    <a:cubicBezTo>
                      <a:pt x="219163" y="2553742"/>
                      <a:pt x="46402" y="2465216"/>
                      <a:pt x="764" y="2351767"/>
                    </a:cubicBezTo>
                    <a:cubicBezTo>
                      <a:pt x="-3925" y="1448488"/>
                      <a:pt x="14717" y="903279"/>
                      <a:pt x="10028" y="0"/>
                    </a:cubicBezTo>
                    <a:close/>
                  </a:path>
                </a:pathLst>
              </a:custGeom>
              <a:gradFill flip="none" rotWithShape="1">
                <a:gsLst>
                  <a:gs pos="35000">
                    <a:srgbClr val="FFFFFF">
                      <a:alpha val="20000"/>
                    </a:srgbClr>
                  </a:gs>
                  <a:gs pos="100000">
                    <a:srgbClr val="FFFFFF">
                      <a:alpha val="57000"/>
                    </a:srgb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Rectangle 1"/>
              <p:cNvSpPr/>
              <p:nvPr/>
            </p:nvSpPr>
            <p:spPr>
              <a:xfrm>
                <a:off x="5090709" y="3006386"/>
                <a:ext cx="261284" cy="2529450"/>
              </a:xfrm>
              <a:custGeom>
                <a:avLst/>
                <a:gdLst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8866 w 306898"/>
                  <a:gd name="connsiteY0" fmla="*/ 0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8866 w 306898"/>
                  <a:gd name="connsiteY4" fmla="*/ 0 h 2711332"/>
                  <a:gd name="connsiteX0" fmla="*/ 11138 w 306898"/>
                  <a:gd name="connsiteY0" fmla="*/ 167426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1138 w 306898"/>
                  <a:gd name="connsiteY4" fmla="*/ 167426 h 2711332"/>
                  <a:gd name="connsiteX0" fmla="*/ 11138 w 309474"/>
                  <a:gd name="connsiteY0" fmla="*/ 113334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13334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0 w 300993"/>
                  <a:gd name="connsiteY0" fmla="*/ 112037 h 2681679"/>
                  <a:gd name="connsiteX1" fmla="*/ 300993 w 300993"/>
                  <a:gd name="connsiteY1" fmla="*/ 0 h 2681679"/>
                  <a:gd name="connsiteX2" fmla="*/ 288066 w 300993"/>
                  <a:gd name="connsiteY2" fmla="*/ 2473095 h 2681679"/>
                  <a:gd name="connsiteX3" fmla="*/ 1902 w 300993"/>
                  <a:gd name="connsiteY3" fmla="*/ 2681679 h 2681679"/>
                  <a:gd name="connsiteX4" fmla="*/ 0 w 300993"/>
                  <a:gd name="connsiteY4" fmla="*/ 112037 h 2681679"/>
                  <a:gd name="connsiteX0" fmla="*/ 0 w 311620"/>
                  <a:gd name="connsiteY0" fmla="*/ 87745 h 2681679"/>
                  <a:gd name="connsiteX1" fmla="*/ 311620 w 311620"/>
                  <a:gd name="connsiteY1" fmla="*/ 0 h 2681679"/>
                  <a:gd name="connsiteX2" fmla="*/ 298693 w 311620"/>
                  <a:gd name="connsiteY2" fmla="*/ 2473095 h 2681679"/>
                  <a:gd name="connsiteX3" fmla="*/ 12529 w 311620"/>
                  <a:gd name="connsiteY3" fmla="*/ 2681679 h 2681679"/>
                  <a:gd name="connsiteX4" fmla="*/ 0 w 311620"/>
                  <a:gd name="connsiteY4" fmla="*/ 87745 h 2681679"/>
                  <a:gd name="connsiteX0" fmla="*/ 0 w 299534"/>
                  <a:gd name="connsiteY0" fmla="*/ 96981 h 2690915"/>
                  <a:gd name="connsiteX1" fmla="*/ 291418 w 299534"/>
                  <a:gd name="connsiteY1" fmla="*/ 0 h 2690915"/>
                  <a:gd name="connsiteX2" fmla="*/ 298693 w 299534"/>
                  <a:gd name="connsiteY2" fmla="*/ 2482331 h 2690915"/>
                  <a:gd name="connsiteX3" fmla="*/ 12529 w 299534"/>
                  <a:gd name="connsiteY3" fmla="*/ 2690915 h 2690915"/>
                  <a:gd name="connsiteX4" fmla="*/ 0 w 299534"/>
                  <a:gd name="connsiteY4" fmla="*/ 96981 h 2690915"/>
                  <a:gd name="connsiteX0" fmla="*/ 0 w 299534"/>
                  <a:gd name="connsiteY0" fmla="*/ 104269 h 2698203"/>
                  <a:gd name="connsiteX1" fmla="*/ 291419 w 299534"/>
                  <a:gd name="connsiteY1" fmla="*/ 0 h 2698203"/>
                  <a:gd name="connsiteX2" fmla="*/ 298693 w 299534"/>
                  <a:gd name="connsiteY2" fmla="*/ 2489619 h 2698203"/>
                  <a:gd name="connsiteX3" fmla="*/ 12529 w 299534"/>
                  <a:gd name="connsiteY3" fmla="*/ 2698203 h 2698203"/>
                  <a:gd name="connsiteX4" fmla="*/ 0 w 299534"/>
                  <a:gd name="connsiteY4" fmla="*/ 104269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2123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2123 h 2698203"/>
                  <a:gd name="connsiteX0" fmla="*/ 0 w 310161"/>
                  <a:gd name="connsiteY0" fmla="*/ 92123 h 2692340"/>
                  <a:gd name="connsiteX1" fmla="*/ 302046 w 310161"/>
                  <a:gd name="connsiteY1" fmla="*/ 0 h 2692340"/>
                  <a:gd name="connsiteX2" fmla="*/ 309320 w 310161"/>
                  <a:gd name="connsiteY2" fmla="*/ 2489619 h 2692340"/>
                  <a:gd name="connsiteX3" fmla="*/ 16742 w 310161"/>
                  <a:gd name="connsiteY3" fmla="*/ 2692340 h 2692340"/>
                  <a:gd name="connsiteX4" fmla="*/ 0 w 310161"/>
                  <a:gd name="connsiteY4" fmla="*/ 92123 h 2692340"/>
                  <a:gd name="connsiteX0" fmla="*/ 0 w 304168"/>
                  <a:gd name="connsiteY0" fmla="*/ 92123 h 2692340"/>
                  <a:gd name="connsiteX1" fmla="*/ 302046 w 304168"/>
                  <a:gd name="connsiteY1" fmla="*/ 0 h 2692340"/>
                  <a:gd name="connsiteX2" fmla="*/ 302907 w 304168"/>
                  <a:gd name="connsiteY2" fmla="*/ 2483756 h 2692340"/>
                  <a:gd name="connsiteX3" fmla="*/ 16742 w 304168"/>
                  <a:gd name="connsiteY3" fmla="*/ 2692340 h 2692340"/>
                  <a:gd name="connsiteX4" fmla="*/ 0 w 304168"/>
                  <a:gd name="connsiteY4" fmla="*/ 92123 h 2692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168" h="2692340">
                    <a:moveTo>
                      <a:pt x="0" y="92123"/>
                    </a:moveTo>
                    <a:cubicBezTo>
                      <a:pt x="102300" y="65076"/>
                      <a:pt x="202601" y="45505"/>
                      <a:pt x="302046" y="0"/>
                    </a:cubicBezTo>
                    <a:cubicBezTo>
                      <a:pt x="297357" y="884522"/>
                      <a:pt x="307596" y="1599234"/>
                      <a:pt x="302907" y="2483756"/>
                    </a:cubicBezTo>
                    <a:cubicBezTo>
                      <a:pt x="274318" y="2575838"/>
                      <a:pt x="138984" y="2644941"/>
                      <a:pt x="16742" y="2692340"/>
                    </a:cubicBezTo>
                    <a:cubicBezTo>
                      <a:pt x="16742" y="1792694"/>
                      <a:pt x="0" y="991769"/>
                      <a:pt x="0" y="92123"/>
                    </a:cubicBezTo>
                    <a:close/>
                  </a:path>
                </a:pathLst>
              </a:custGeom>
              <a:gradFill flip="none" rotWithShape="1">
                <a:gsLst>
                  <a:gs pos="37000">
                    <a:srgbClr val="FFFFFF">
                      <a:alpha val="0"/>
                    </a:srgbClr>
                  </a:gs>
                  <a:gs pos="100000">
                    <a:srgbClr val="FFFFFF">
                      <a:alpha val="49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" name="Group 257"/>
              <p:cNvGrpSpPr/>
              <p:nvPr/>
            </p:nvGrpSpPr>
            <p:grpSpPr>
              <a:xfrm>
                <a:off x="3750695" y="2346162"/>
                <a:ext cx="1680054" cy="709126"/>
                <a:chOff x="818091" y="1385258"/>
                <a:chExt cx="1753009" cy="739919"/>
              </a:xfrm>
            </p:grpSpPr>
            <p:grpSp>
              <p:nvGrpSpPr>
                <p:cNvPr id="60" name="Group 259"/>
                <p:cNvGrpSpPr/>
                <p:nvPr/>
              </p:nvGrpSpPr>
              <p:grpSpPr>
                <a:xfrm>
                  <a:off x="818091" y="1426500"/>
                  <a:ext cx="1753009" cy="698677"/>
                  <a:chOff x="2276681" y="2113677"/>
                  <a:chExt cx="2120354" cy="845084"/>
                </a:xfrm>
              </p:grpSpPr>
              <p:sp>
                <p:nvSpPr>
                  <p:cNvPr id="66" name="Oval 4"/>
                  <p:cNvSpPr/>
                  <p:nvPr/>
                </p:nvSpPr>
                <p:spPr>
                  <a:xfrm>
                    <a:off x="2276681" y="2113677"/>
                    <a:ext cx="2120354" cy="845084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ysClr val="window" lastClr="FFFFFF">
                          <a:lumMod val="75000"/>
                        </a:sysClr>
                      </a:gs>
                      <a:gs pos="0">
                        <a:sysClr val="window" lastClr="FFFFFF">
                          <a:lumMod val="75000"/>
                        </a:sysClr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88900">
                      <a:srgbClr val="FFFFE5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Oval 266"/>
                  <p:cNvSpPr/>
                  <p:nvPr/>
                </p:nvSpPr>
                <p:spPr>
                  <a:xfrm>
                    <a:off x="2711642" y="2281899"/>
                    <a:ext cx="1210538" cy="436772"/>
                  </a:xfrm>
                  <a:prstGeom prst="ellipse">
                    <a:avLst/>
                  </a:prstGeom>
                  <a:gradFill flip="none" rotWithShape="1">
                    <a:gsLst>
                      <a:gs pos="82000">
                        <a:sysClr val="window" lastClr="FFFFFF">
                          <a:lumMod val="50000"/>
                        </a:sysClr>
                      </a:gs>
                      <a:gs pos="13000">
                        <a:sysClr val="window" lastClr="FFFFFF"/>
                      </a:gs>
                    </a:gsLst>
                    <a:lin ang="18000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38100" dist="50800" dir="16800000">
                      <a:sysClr val="windowText" lastClr="000000">
                        <a:alpha val="80000"/>
                      </a:sys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Rectangle 1"/>
                  <p:cNvSpPr/>
                  <p:nvPr/>
                </p:nvSpPr>
                <p:spPr>
                  <a:xfrm>
                    <a:off x="3278452" y="2708209"/>
                    <a:ext cx="366643" cy="244347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44473 h 376601"/>
                      <a:gd name="connsiteX1" fmla="*/ 283975 w 621801"/>
                      <a:gd name="connsiteY1" fmla="*/ 0 h 376601"/>
                      <a:gd name="connsiteX2" fmla="*/ 621801 w 621801"/>
                      <a:gd name="connsiteY2" fmla="*/ 303773 h 376601"/>
                      <a:gd name="connsiteX3" fmla="*/ 105196 w 621801"/>
                      <a:gd name="connsiteY3" fmla="*/ 376601 h 376601"/>
                      <a:gd name="connsiteX4" fmla="*/ 0 w 621801"/>
                      <a:gd name="connsiteY4" fmla="*/ 44473 h 376601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8755 h 328976"/>
                      <a:gd name="connsiteX1" fmla="*/ 300643 w 621801"/>
                      <a:gd name="connsiteY1" fmla="*/ 0 h 328976"/>
                      <a:gd name="connsiteX2" fmla="*/ 621801 w 621801"/>
                      <a:gd name="connsiteY2" fmla="*/ 256148 h 328976"/>
                      <a:gd name="connsiteX3" fmla="*/ 105196 w 621801"/>
                      <a:gd name="connsiteY3" fmla="*/ 328976 h 328976"/>
                      <a:gd name="connsiteX4" fmla="*/ 0 w 621801"/>
                      <a:gd name="connsiteY4" fmla="*/ 8755 h 328976"/>
                      <a:gd name="connsiteX0" fmla="*/ 0 w 621801"/>
                      <a:gd name="connsiteY0" fmla="*/ 8755 h 305163"/>
                      <a:gd name="connsiteX1" fmla="*/ 300643 w 621801"/>
                      <a:gd name="connsiteY1" fmla="*/ 0 h 305163"/>
                      <a:gd name="connsiteX2" fmla="*/ 621801 w 621801"/>
                      <a:gd name="connsiteY2" fmla="*/ 256148 h 305163"/>
                      <a:gd name="connsiteX3" fmla="*/ 105196 w 621801"/>
                      <a:gd name="connsiteY3" fmla="*/ 305163 h 305163"/>
                      <a:gd name="connsiteX4" fmla="*/ 0 w 621801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0400"/>
                      <a:gd name="connsiteX1" fmla="*/ 300643 w 636089"/>
                      <a:gd name="connsiteY1" fmla="*/ 0 h 300400"/>
                      <a:gd name="connsiteX2" fmla="*/ 636089 w 636089"/>
                      <a:gd name="connsiteY2" fmla="*/ 263292 h 300400"/>
                      <a:gd name="connsiteX3" fmla="*/ 98052 w 636089"/>
                      <a:gd name="connsiteY3" fmla="*/ 300400 h 300400"/>
                      <a:gd name="connsiteX4" fmla="*/ 0 w 636089"/>
                      <a:gd name="connsiteY4" fmla="*/ 8755 h 300400"/>
                      <a:gd name="connsiteX0" fmla="*/ 0 w 624183"/>
                      <a:gd name="connsiteY0" fmla="*/ 8755 h 300400"/>
                      <a:gd name="connsiteX1" fmla="*/ 300643 w 624183"/>
                      <a:gd name="connsiteY1" fmla="*/ 0 h 300400"/>
                      <a:gd name="connsiteX2" fmla="*/ 624183 w 624183"/>
                      <a:gd name="connsiteY2" fmla="*/ 263292 h 300400"/>
                      <a:gd name="connsiteX3" fmla="*/ 98052 w 624183"/>
                      <a:gd name="connsiteY3" fmla="*/ 300400 h 300400"/>
                      <a:gd name="connsiteX4" fmla="*/ 0 w 624183"/>
                      <a:gd name="connsiteY4" fmla="*/ 8755 h 300400"/>
                      <a:gd name="connsiteX0" fmla="*/ 0 w 617039"/>
                      <a:gd name="connsiteY0" fmla="*/ 8755 h 300400"/>
                      <a:gd name="connsiteX1" fmla="*/ 300643 w 617039"/>
                      <a:gd name="connsiteY1" fmla="*/ 0 h 300400"/>
                      <a:gd name="connsiteX2" fmla="*/ 617039 w 617039"/>
                      <a:gd name="connsiteY2" fmla="*/ 263292 h 300400"/>
                      <a:gd name="connsiteX3" fmla="*/ 98052 w 617039"/>
                      <a:gd name="connsiteY3" fmla="*/ 300400 h 300400"/>
                      <a:gd name="connsiteX4" fmla="*/ 0 w 617039"/>
                      <a:gd name="connsiteY4" fmla="*/ 8755 h 300400"/>
                      <a:gd name="connsiteX0" fmla="*/ 0 w 617039"/>
                      <a:gd name="connsiteY0" fmla="*/ 8755 h 289726"/>
                      <a:gd name="connsiteX1" fmla="*/ 300643 w 617039"/>
                      <a:gd name="connsiteY1" fmla="*/ 0 h 289726"/>
                      <a:gd name="connsiteX2" fmla="*/ 617039 w 617039"/>
                      <a:gd name="connsiteY2" fmla="*/ 263292 h 289726"/>
                      <a:gd name="connsiteX3" fmla="*/ 98052 w 617039"/>
                      <a:gd name="connsiteY3" fmla="*/ 289726 h 289726"/>
                      <a:gd name="connsiteX4" fmla="*/ 0 w 617039"/>
                      <a:gd name="connsiteY4" fmla="*/ 8755 h 289726"/>
                      <a:gd name="connsiteX0" fmla="*/ 0 w 617039"/>
                      <a:gd name="connsiteY0" fmla="*/ 8755 h 289735"/>
                      <a:gd name="connsiteX1" fmla="*/ 300643 w 617039"/>
                      <a:gd name="connsiteY1" fmla="*/ 0 h 289735"/>
                      <a:gd name="connsiteX2" fmla="*/ 617039 w 617039"/>
                      <a:gd name="connsiteY2" fmla="*/ 263292 h 289735"/>
                      <a:gd name="connsiteX3" fmla="*/ 98052 w 617039"/>
                      <a:gd name="connsiteY3" fmla="*/ 289726 h 289735"/>
                      <a:gd name="connsiteX4" fmla="*/ 0 w 617039"/>
                      <a:gd name="connsiteY4" fmla="*/ 8755 h 289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7039" h="289735">
                        <a:moveTo>
                          <a:pt x="0" y="8755"/>
                        </a:moveTo>
                        <a:cubicBezTo>
                          <a:pt x="100214" y="9806"/>
                          <a:pt x="207572" y="13237"/>
                          <a:pt x="300643" y="0"/>
                        </a:cubicBezTo>
                        <a:lnTo>
                          <a:pt x="617039" y="263292"/>
                        </a:lnTo>
                        <a:cubicBezTo>
                          <a:pt x="447219" y="284393"/>
                          <a:pt x="298994" y="290001"/>
                          <a:pt x="98052" y="289726"/>
                        </a:cubicBezTo>
                        <a:lnTo>
                          <a:pt x="0" y="8755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Rectangle 1"/>
                  <p:cNvSpPr/>
                  <p:nvPr/>
                </p:nvSpPr>
                <p:spPr>
                  <a:xfrm>
                    <a:off x="3529954" y="2690060"/>
                    <a:ext cx="476308" cy="202389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3666"/>
                      <a:gd name="connsiteX1" fmla="*/ 273843 w 621801"/>
                      <a:gd name="connsiteY1" fmla="*/ 0 h 393666"/>
                      <a:gd name="connsiteX2" fmla="*/ 621801 w 621801"/>
                      <a:gd name="connsiteY2" fmla="*/ 324036 h 393666"/>
                      <a:gd name="connsiteX3" fmla="*/ 389747 w 621801"/>
                      <a:gd name="connsiteY3" fmla="*/ 393666 h 393666"/>
                      <a:gd name="connsiteX4" fmla="*/ 0 w 621801"/>
                      <a:gd name="connsiteY4" fmla="*/ 64736 h 393666"/>
                      <a:gd name="connsiteX0" fmla="*/ 0 w 717717"/>
                      <a:gd name="connsiteY0" fmla="*/ 64736 h 393666"/>
                      <a:gd name="connsiteX1" fmla="*/ 273843 w 717717"/>
                      <a:gd name="connsiteY1" fmla="*/ 0 h 393666"/>
                      <a:gd name="connsiteX2" fmla="*/ 717717 w 717717"/>
                      <a:gd name="connsiteY2" fmla="*/ 317642 h 393666"/>
                      <a:gd name="connsiteX3" fmla="*/ 389747 w 717717"/>
                      <a:gd name="connsiteY3" fmla="*/ 393666 h 393666"/>
                      <a:gd name="connsiteX4" fmla="*/ 0 w 717717"/>
                      <a:gd name="connsiteY4" fmla="*/ 64736 h 393666"/>
                      <a:gd name="connsiteX0" fmla="*/ 0 w 618603"/>
                      <a:gd name="connsiteY0" fmla="*/ 77525 h 393666"/>
                      <a:gd name="connsiteX1" fmla="*/ 174729 w 618603"/>
                      <a:gd name="connsiteY1" fmla="*/ 0 h 393666"/>
                      <a:gd name="connsiteX2" fmla="*/ 618603 w 618603"/>
                      <a:gd name="connsiteY2" fmla="*/ 317642 h 393666"/>
                      <a:gd name="connsiteX3" fmla="*/ 290633 w 618603"/>
                      <a:gd name="connsiteY3" fmla="*/ 393666 h 393666"/>
                      <a:gd name="connsiteX4" fmla="*/ 0 w 618603"/>
                      <a:gd name="connsiteY4" fmla="*/ 77525 h 393666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76078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63290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04144"/>
                      <a:gd name="connsiteX1" fmla="*/ 78813 w 618603"/>
                      <a:gd name="connsiteY1" fmla="*/ 0 h 304144"/>
                      <a:gd name="connsiteX2" fmla="*/ 618603 w 618603"/>
                      <a:gd name="connsiteY2" fmla="*/ 263290 h 304144"/>
                      <a:gd name="connsiteX3" fmla="*/ 447296 w 618603"/>
                      <a:gd name="connsiteY3" fmla="*/ 304144 h 304144"/>
                      <a:gd name="connsiteX4" fmla="*/ 0 w 618603"/>
                      <a:gd name="connsiteY4" fmla="*/ 35961 h 304144"/>
                      <a:gd name="connsiteX0" fmla="*/ 0 w 618603"/>
                      <a:gd name="connsiteY0" fmla="*/ 35961 h 300947"/>
                      <a:gd name="connsiteX1" fmla="*/ 78813 w 618603"/>
                      <a:gd name="connsiteY1" fmla="*/ 0 h 300947"/>
                      <a:gd name="connsiteX2" fmla="*/ 618603 w 618603"/>
                      <a:gd name="connsiteY2" fmla="*/ 263290 h 300947"/>
                      <a:gd name="connsiteX3" fmla="*/ 460085 w 618603"/>
                      <a:gd name="connsiteY3" fmla="*/ 300947 h 300947"/>
                      <a:gd name="connsiteX4" fmla="*/ 0 w 618603"/>
                      <a:gd name="connsiteY4" fmla="*/ 35961 h 300947"/>
                      <a:gd name="connsiteX0" fmla="*/ 0 w 609011"/>
                      <a:gd name="connsiteY0" fmla="*/ 35961 h 300947"/>
                      <a:gd name="connsiteX1" fmla="*/ 78813 w 609011"/>
                      <a:gd name="connsiteY1" fmla="*/ 0 h 300947"/>
                      <a:gd name="connsiteX2" fmla="*/ 609011 w 609011"/>
                      <a:gd name="connsiteY2" fmla="*/ 259541 h 300947"/>
                      <a:gd name="connsiteX3" fmla="*/ 460085 w 609011"/>
                      <a:gd name="connsiteY3" fmla="*/ 300947 h 300947"/>
                      <a:gd name="connsiteX4" fmla="*/ 0 w 609011"/>
                      <a:gd name="connsiteY4" fmla="*/ 35961 h 300947"/>
                      <a:gd name="connsiteX0" fmla="*/ 0 w 609011"/>
                      <a:gd name="connsiteY0" fmla="*/ 24792 h 289778"/>
                      <a:gd name="connsiteX1" fmla="*/ 97863 w 609011"/>
                      <a:gd name="connsiteY1" fmla="*/ 0 h 289778"/>
                      <a:gd name="connsiteX2" fmla="*/ 609011 w 609011"/>
                      <a:gd name="connsiteY2" fmla="*/ 248372 h 289778"/>
                      <a:gd name="connsiteX3" fmla="*/ 460085 w 609011"/>
                      <a:gd name="connsiteY3" fmla="*/ 289778 h 289778"/>
                      <a:gd name="connsiteX4" fmla="*/ 0 w 609011"/>
                      <a:gd name="connsiteY4" fmla="*/ 24792 h 289778"/>
                      <a:gd name="connsiteX0" fmla="*/ 0 w 609011"/>
                      <a:gd name="connsiteY0" fmla="*/ 8038 h 273024"/>
                      <a:gd name="connsiteX1" fmla="*/ 119295 w 609011"/>
                      <a:gd name="connsiteY1" fmla="*/ 0 h 273024"/>
                      <a:gd name="connsiteX2" fmla="*/ 609011 w 609011"/>
                      <a:gd name="connsiteY2" fmla="*/ 231618 h 273024"/>
                      <a:gd name="connsiteX3" fmla="*/ 460085 w 609011"/>
                      <a:gd name="connsiteY3" fmla="*/ 273024 h 273024"/>
                      <a:gd name="connsiteX4" fmla="*/ 0 w 609011"/>
                      <a:gd name="connsiteY4" fmla="*/ 8038 h 273024"/>
                      <a:gd name="connsiteX0" fmla="*/ 0 w 589961"/>
                      <a:gd name="connsiteY0" fmla="*/ 27584 h 273024"/>
                      <a:gd name="connsiteX1" fmla="*/ 100245 w 589961"/>
                      <a:gd name="connsiteY1" fmla="*/ 0 h 273024"/>
                      <a:gd name="connsiteX2" fmla="*/ 589961 w 589961"/>
                      <a:gd name="connsiteY2" fmla="*/ 231618 h 273024"/>
                      <a:gd name="connsiteX3" fmla="*/ 441035 w 589961"/>
                      <a:gd name="connsiteY3" fmla="*/ 273024 h 273024"/>
                      <a:gd name="connsiteX4" fmla="*/ 0 w 589961"/>
                      <a:gd name="connsiteY4" fmla="*/ 27584 h 273024"/>
                      <a:gd name="connsiteX0" fmla="*/ 0 w 594724"/>
                      <a:gd name="connsiteY0" fmla="*/ 19208 h 273024"/>
                      <a:gd name="connsiteX1" fmla="*/ 105008 w 594724"/>
                      <a:gd name="connsiteY1" fmla="*/ 0 h 273024"/>
                      <a:gd name="connsiteX2" fmla="*/ 594724 w 594724"/>
                      <a:gd name="connsiteY2" fmla="*/ 231618 h 273024"/>
                      <a:gd name="connsiteX3" fmla="*/ 445798 w 594724"/>
                      <a:gd name="connsiteY3" fmla="*/ 273024 h 273024"/>
                      <a:gd name="connsiteX4" fmla="*/ 0 w 594724"/>
                      <a:gd name="connsiteY4" fmla="*/ 19208 h 273024"/>
                      <a:gd name="connsiteX0" fmla="*/ 0 w 594724"/>
                      <a:gd name="connsiteY0" fmla="*/ 27584 h 281400"/>
                      <a:gd name="connsiteX1" fmla="*/ 107389 w 594724"/>
                      <a:gd name="connsiteY1" fmla="*/ 0 h 281400"/>
                      <a:gd name="connsiteX2" fmla="*/ 594724 w 594724"/>
                      <a:gd name="connsiteY2" fmla="*/ 239994 h 281400"/>
                      <a:gd name="connsiteX3" fmla="*/ 445798 w 594724"/>
                      <a:gd name="connsiteY3" fmla="*/ 281400 h 281400"/>
                      <a:gd name="connsiteX4" fmla="*/ 0 w 594724"/>
                      <a:gd name="connsiteY4" fmla="*/ 27584 h 281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4724" h="281400">
                        <a:moveTo>
                          <a:pt x="0" y="27584"/>
                        </a:moveTo>
                        <a:lnTo>
                          <a:pt x="107389" y="0"/>
                        </a:lnTo>
                        <a:lnTo>
                          <a:pt x="594724" y="239994"/>
                        </a:lnTo>
                        <a:lnTo>
                          <a:pt x="445798" y="281400"/>
                        </a:lnTo>
                        <a:lnTo>
                          <a:pt x="0" y="27584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1" name="Group 260"/>
                <p:cNvGrpSpPr/>
                <p:nvPr/>
              </p:nvGrpSpPr>
              <p:grpSpPr>
                <a:xfrm>
                  <a:off x="1401846" y="1385258"/>
                  <a:ext cx="566987" cy="435222"/>
                  <a:chOff x="4187768" y="440728"/>
                  <a:chExt cx="1095211" cy="723559"/>
                </a:xfrm>
                <a:effectLst/>
              </p:grpSpPr>
              <p:sp>
                <p:nvSpPr>
                  <p:cNvPr id="62" name="Rectangle 17"/>
                  <p:cNvSpPr/>
                  <p:nvPr/>
                </p:nvSpPr>
                <p:spPr>
                  <a:xfrm>
                    <a:off x="4187768" y="440728"/>
                    <a:ext cx="1095211" cy="723559"/>
                  </a:xfrm>
                  <a:custGeom>
                    <a:avLst/>
                    <a:gdLst>
                      <a:gd name="connsiteX0" fmla="*/ 0 w 914400"/>
                      <a:gd name="connsiteY0" fmla="*/ 0 h 609600"/>
                      <a:gd name="connsiteX1" fmla="*/ 914400 w 914400"/>
                      <a:gd name="connsiteY1" fmla="*/ 0 h 609600"/>
                      <a:gd name="connsiteX2" fmla="*/ 914400 w 914400"/>
                      <a:gd name="connsiteY2" fmla="*/ 609600 h 609600"/>
                      <a:gd name="connsiteX3" fmla="*/ 0 w 914400"/>
                      <a:gd name="connsiteY3" fmla="*/ 609600 h 609600"/>
                      <a:gd name="connsiteX4" fmla="*/ 0 w 914400"/>
                      <a:gd name="connsiteY4" fmla="*/ 0 h 609600"/>
                      <a:gd name="connsiteX0" fmla="*/ 0 w 1043553"/>
                      <a:gd name="connsiteY0" fmla="*/ 0 h 609600"/>
                      <a:gd name="connsiteX1" fmla="*/ 914400 w 1043553"/>
                      <a:gd name="connsiteY1" fmla="*/ 0 h 609600"/>
                      <a:gd name="connsiteX2" fmla="*/ 1043553 w 1043553"/>
                      <a:gd name="connsiteY2" fmla="*/ 495945 h 609600"/>
                      <a:gd name="connsiteX3" fmla="*/ 0 w 1043553"/>
                      <a:gd name="connsiteY3" fmla="*/ 609600 h 609600"/>
                      <a:gd name="connsiteX4" fmla="*/ 0 w 1043553"/>
                      <a:gd name="connsiteY4" fmla="*/ 0 h 609600"/>
                      <a:gd name="connsiteX0" fmla="*/ 46495 w 1090048"/>
                      <a:gd name="connsiteY0" fmla="*/ 0 h 495945"/>
                      <a:gd name="connsiteX1" fmla="*/ 960895 w 1090048"/>
                      <a:gd name="connsiteY1" fmla="*/ 0 h 495945"/>
                      <a:gd name="connsiteX2" fmla="*/ 1090048 w 1090048"/>
                      <a:gd name="connsiteY2" fmla="*/ 495945 h 495945"/>
                      <a:gd name="connsiteX3" fmla="*/ 0 w 1090048"/>
                      <a:gd name="connsiteY3" fmla="*/ 490779 h 495945"/>
                      <a:gd name="connsiteX4" fmla="*/ 46495 w 1090048"/>
                      <a:gd name="connsiteY4" fmla="*/ 0 h 495945"/>
                      <a:gd name="connsiteX0" fmla="*/ 0 w 1043553"/>
                      <a:gd name="connsiteY0" fmla="*/ 0 h 563104"/>
                      <a:gd name="connsiteX1" fmla="*/ 914400 w 1043553"/>
                      <a:gd name="connsiteY1" fmla="*/ 0 h 563104"/>
                      <a:gd name="connsiteX2" fmla="*/ 1043553 w 1043553"/>
                      <a:gd name="connsiteY2" fmla="*/ 495945 h 563104"/>
                      <a:gd name="connsiteX3" fmla="*/ 5166 w 1043553"/>
                      <a:gd name="connsiteY3" fmla="*/ 563104 h 563104"/>
                      <a:gd name="connsiteX4" fmla="*/ 0 w 1043553"/>
                      <a:gd name="connsiteY4" fmla="*/ 0 h 563104"/>
                      <a:gd name="connsiteX0" fmla="*/ 5166 w 1048719"/>
                      <a:gd name="connsiteY0" fmla="*/ 0 h 521775"/>
                      <a:gd name="connsiteX1" fmla="*/ 919566 w 1048719"/>
                      <a:gd name="connsiteY1" fmla="*/ 0 h 521775"/>
                      <a:gd name="connsiteX2" fmla="*/ 1048719 w 1048719"/>
                      <a:gd name="connsiteY2" fmla="*/ 495945 h 521775"/>
                      <a:gd name="connsiteX3" fmla="*/ 0 w 1048719"/>
                      <a:gd name="connsiteY3" fmla="*/ 521775 h 521775"/>
                      <a:gd name="connsiteX4" fmla="*/ 5166 w 1048719"/>
                      <a:gd name="connsiteY4" fmla="*/ 0 h 521775"/>
                      <a:gd name="connsiteX0" fmla="*/ 41328 w 1084881"/>
                      <a:gd name="connsiteY0" fmla="*/ 0 h 511443"/>
                      <a:gd name="connsiteX1" fmla="*/ 955728 w 1084881"/>
                      <a:gd name="connsiteY1" fmla="*/ 0 h 511443"/>
                      <a:gd name="connsiteX2" fmla="*/ 1084881 w 1084881"/>
                      <a:gd name="connsiteY2" fmla="*/ 495945 h 511443"/>
                      <a:gd name="connsiteX3" fmla="*/ 0 w 1084881"/>
                      <a:gd name="connsiteY3" fmla="*/ 511443 h 511443"/>
                      <a:gd name="connsiteX4" fmla="*/ 41328 w 1084881"/>
                      <a:gd name="connsiteY4" fmla="*/ 0 h 511443"/>
                      <a:gd name="connsiteX0" fmla="*/ 41328 w 1084881"/>
                      <a:gd name="connsiteY0" fmla="*/ 0 h 600508"/>
                      <a:gd name="connsiteX1" fmla="*/ 955728 w 1084881"/>
                      <a:gd name="connsiteY1" fmla="*/ 0 h 600508"/>
                      <a:gd name="connsiteX2" fmla="*/ 1084881 w 1084881"/>
                      <a:gd name="connsiteY2" fmla="*/ 495945 h 600508"/>
                      <a:gd name="connsiteX3" fmla="*/ 0 w 1084881"/>
                      <a:gd name="connsiteY3" fmla="*/ 511443 h 600508"/>
                      <a:gd name="connsiteX4" fmla="*/ 41328 w 1084881"/>
                      <a:gd name="connsiteY4" fmla="*/ 0 h 600508"/>
                      <a:gd name="connsiteX0" fmla="*/ 41328 w 1079715"/>
                      <a:gd name="connsiteY0" fmla="*/ 0 h 595741"/>
                      <a:gd name="connsiteX1" fmla="*/ 955728 w 1079715"/>
                      <a:gd name="connsiteY1" fmla="*/ 0 h 595741"/>
                      <a:gd name="connsiteX2" fmla="*/ 1079715 w 1079715"/>
                      <a:gd name="connsiteY2" fmla="*/ 475280 h 595741"/>
                      <a:gd name="connsiteX3" fmla="*/ 0 w 1079715"/>
                      <a:gd name="connsiteY3" fmla="*/ 511443 h 595741"/>
                      <a:gd name="connsiteX4" fmla="*/ 41328 w 1079715"/>
                      <a:gd name="connsiteY4" fmla="*/ 0 h 595741"/>
                      <a:gd name="connsiteX0" fmla="*/ 41328 w 1079715"/>
                      <a:gd name="connsiteY0" fmla="*/ 0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41328 w 1079715"/>
                      <a:gd name="connsiteY4" fmla="*/ 0 h 632824"/>
                      <a:gd name="connsiteX0" fmla="*/ 144650 w 1079715"/>
                      <a:gd name="connsiteY0" fmla="*/ 36163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144650 w 1079715"/>
                      <a:gd name="connsiteY4" fmla="*/ 36163 h 632824"/>
                      <a:gd name="connsiteX0" fmla="*/ 144650 w 1079715"/>
                      <a:gd name="connsiteY0" fmla="*/ 98219 h 694880"/>
                      <a:gd name="connsiteX1" fmla="*/ 955728 w 1079715"/>
                      <a:gd name="connsiteY1" fmla="*/ 62056 h 694880"/>
                      <a:gd name="connsiteX2" fmla="*/ 1079715 w 1079715"/>
                      <a:gd name="connsiteY2" fmla="*/ 537336 h 694880"/>
                      <a:gd name="connsiteX3" fmla="*/ 0 w 1079715"/>
                      <a:gd name="connsiteY3" fmla="*/ 573499 h 694880"/>
                      <a:gd name="connsiteX4" fmla="*/ 144650 w 1079715"/>
                      <a:gd name="connsiteY4" fmla="*/ 98219 h 694880"/>
                      <a:gd name="connsiteX0" fmla="*/ 144650 w 1079715"/>
                      <a:gd name="connsiteY0" fmla="*/ 124397 h 721058"/>
                      <a:gd name="connsiteX1" fmla="*/ 955728 w 1079715"/>
                      <a:gd name="connsiteY1" fmla="*/ 88234 h 721058"/>
                      <a:gd name="connsiteX2" fmla="*/ 1079715 w 1079715"/>
                      <a:gd name="connsiteY2" fmla="*/ 563514 h 721058"/>
                      <a:gd name="connsiteX3" fmla="*/ 0 w 1079715"/>
                      <a:gd name="connsiteY3" fmla="*/ 599677 h 721058"/>
                      <a:gd name="connsiteX4" fmla="*/ 144650 w 1079715"/>
                      <a:gd name="connsiteY4" fmla="*/ 124397 h 721058"/>
                      <a:gd name="connsiteX0" fmla="*/ 144650 w 1079715"/>
                      <a:gd name="connsiteY0" fmla="*/ 128833 h 725494"/>
                      <a:gd name="connsiteX1" fmla="*/ 955728 w 1079715"/>
                      <a:gd name="connsiteY1" fmla="*/ 92670 h 725494"/>
                      <a:gd name="connsiteX2" fmla="*/ 1079715 w 1079715"/>
                      <a:gd name="connsiteY2" fmla="*/ 567950 h 725494"/>
                      <a:gd name="connsiteX3" fmla="*/ 0 w 1079715"/>
                      <a:gd name="connsiteY3" fmla="*/ 604113 h 725494"/>
                      <a:gd name="connsiteX4" fmla="*/ 144650 w 1079715"/>
                      <a:gd name="connsiteY4" fmla="*/ 128833 h 725494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5213" h="723561">
                        <a:moveTo>
                          <a:pt x="144650" y="128833"/>
                        </a:moveTo>
                        <a:cubicBezTo>
                          <a:pt x="223864" y="8291"/>
                          <a:pt x="731864" y="-70924"/>
                          <a:pt x="955728" y="92670"/>
                        </a:cubicBezTo>
                        <a:lnTo>
                          <a:pt x="1095213" y="562784"/>
                        </a:lnTo>
                        <a:cubicBezTo>
                          <a:pt x="1007389" y="717767"/>
                          <a:pt x="273803" y="810758"/>
                          <a:pt x="0" y="604113"/>
                        </a:cubicBezTo>
                        <a:lnTo>
                          <a:pt x="144650" y="12883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7800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  <a:gs pos="0">
                        <a:sysClr val="window" lastClr="FFFFFF">
                          <a:lumMod val="85000"/>
                        </a:sysClr>
                      </a:gs>
                    </a:gsLst>
                    <a:lin ang="21594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outerShdw blurRad="38100" sx="102000" sy="102000" algn="ctr" rotWithShape="0">
                      <a:prstClr val="black">
                        <a:alpha val="8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18"/>
                  <p:cNvSpPr/>
                  <p:nvPr/>
                </p:nvSpPr>
                <p:spPr>
                  <a:xfrm rot="790316">
                    <a:off x="4272878" y="616463"/>
                    <a:ext cx="913120" cy="526020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58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ectangle 18"/>
                  <p:cNvSpPr/>
                  <p:nvPr/>
                </p:nvSpPr>
                <p:spPr>
                  <a:xfrm rot="790316">
                    <a:off x="4293635" y="658792"/>
                    <a:ext cx="860201" cy="448601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" lastClr="FFFFFF">
                          <a:lumMod val="6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264"/>
                  <p:cNvSpPr/>
                  <p:nvPr/>
                </p:nvSpPr>
                <p:spPr>
                  <a:xfrm>
                    <a:off x="4385894" y="468899"/>
                    <a:ext cx="715431" cy="187564"/>
                  </a:xfrm>
                  <a:prstGeom prst="ellipse">
                    <a:avLst/>
                  </a:prstGeom>
                  <a:gradFill>
                    <a:gsLst>
                      <a:gs pos="42000">
                        <a:sysClr val="window" lastClr="FFFFFF">
                          <a:lumMod val="50000"/>
                          <a:alpha val="1800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186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9" name="Rectangle 2"/>
              <p:cNvSpPr/>
              <p:nvPr/>
            </p:nvSpPr>
            <p:spPr>
              <a:xfrm>
                <a:off x="3752108" y="2749073"/>
                <a:ext cx="1681742" cy="2945944"/>
              </a:xfrm>
              <a:custGeom>
                <a:avLst/>
                <a:gdLst>
                  <a:gd name="connsiteX0" fmla="*/ 2005372 w 2122486"/>
                  <a:gd name="connsiteY0" fmla="*/ 315416 h 3718008"/>
                  <a:gd name="connsiteX1" fmla="*/ 1093233 w 2122486"/>
                  <a:gd name="connsiteY1" fmla="*/ 531553 h 3718008"/>
                  <a:gd name="connsiteX2" fmla="*/ 143269 w 2122486"/>
                  <a:gd name="connsiteY2" fmla="*/ 322824 h 3718008"/>
                  <a:gd name="connsiteX3" fmla="*/ 138577 w 2122486"/>
                  <a:gd name="connsiteY3" fmla="*/ 3192409 h 3718008"/>
                  <a:gd name="connsiteX4" fmla="*/ 135179 w 2122486"/>
                  <a:gd name="connsiteY4" fmla="*/ 3220762 h 3718008"/>
                  <a:gd name="connsiteX5" fmla="*/ 1087494 w 2122486"/>
                  <a:gd name="connsiteY5" fmla="*/ 3597444 h 3718008"/>
                  <a:gd name="connsiteX6" fmla="*/ 2011663 w 2122486"/>
                  <a:gd name="connsiteY6" fmla="*/ 3220762 h 3718008"/>
                  <a:gd name="connsiteX7" fmla="*/ 2010423 w 2122486"/>
                  <a:gd name="connsiteY7" fmla="*/ 3192409 h 3718008"/>
                  <a:gd name="connsiteX8" fmla="*/ 2005372 w 2122486"/>
                  <a:gd name="connsiteY8" fmla="*/ 315416 h 3718008"/>
                  <a:gd name="connsiteX9" fmla="*/ 0 w 2122486"/>
                  <a:gd name="connsiteY9" fmla="*/ 0 h 3718008"/>
                  <a:gd name="connsiteX10" fmla="*/ 2787 w 2122486"/>
                  <a:gd name="connsiteY10" fmla="*/ 0 h 3718008"/>
                  <a:gd name="connsiteX11" fmla="*/ 1058394 w 2122486"/>
                  <a:gd name="connsiteY11" fmla="*/ 386465 h 3718008"/>
                  <a:gd name="connsiteX12" fmla="*/ 2114001 w 2122486"/>
                  <a:gd name="connsiteY12" fmla="*/ 0 h 3718008"/>
                  <a:gd name="connsiteX13" fmla="*/ 2121085 w 2122486"/>
                  <a:gd name="connsiteY13" fmla="*/ 0 h 3718008"/>
                  <a:gd name="connsiteX14" fmla="*/ 2121085 w 2122486"/>
                  <a:gd name="connsiteY14" fmla="*/ 3265169 h 3718008"/>
                  <a:gd name="connsiteX15" fmla="*/ 2122486 w 2122486"/>
                  <a:gd name="connsiteY15" fmla="*/ 3295465 h 3718008"/>
                  <a:gd name="connsiteX16" fmla="*/ 1062308 w 2122486"/>
                  <a:gd name="connsiteY16" fmla="*/ 3718008 h 3718008"/>
                  <a:gd name="connsiteX17" fmla="*/ 2130 w 2122486"/>
                  <a:gd name="connsiteY17" fmla="*/ 3295465 h 3718008"/>
                  <a:gd name="connsiteX18" fmla="*/ 5969 w 2122486"/>
                  <a:gd name="connsiteY18" fmla="*/ 3265169 h 3718008"/>
                  <a:gd name="connsiteX19" fmla="*/ 0 w 2122486"/>
                  <a:gd name="connsiteY19" fmla="*/ 0 h 3718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22486" h="3718008">
                    <a:moveTo>
                      <a:pt x="2005372" y="315416"/>
                    </a:moveTo>
                    <a:cubicBezTo>
                      <a:pt x="1825352" y="415037"/>
                      <a:pt x="1403584" y="530318"/>
                      <a:pt x="1093233" y="531553"/>
                    </a:cubicBezTo>
                    <a:cubicBezTo>
                      <a:pt x="782883" y="532787"/>
                      <a:pt x="393422" y="491045"/>
                      <a:pt x="143269" y="322824"/>
                    </a:cubicBezTo>
                    <a:lnTo>
                      <a:pt x="138577" y="3192409"/>
                    </a:lnTo>
                    <a:lnTo>
                      <a:pt x="135179" y="3220762"/>
                    </a:lnTo>
                    <a:cubicBezTo>
                      <a:pt x="135179" y="3439161"/>
                      <a:pt x="569318" y="3597444"/>
                      <a:pt x="1087494" y="3597444"/>
                    </a:cubicBezTo>
                    <a:cubicBezTo>
                      <a:pt x="1605671" y="3597444"/>
                      <a:pt x="2011663" y="3439161"/>
                      <a:pt x="2011663" y="3220762"/>
                    </a:cubicBezTo>
                    <a:cubicBezTo>
                      <a:pt x="2011250" y="3211311"/>
                      <a:pt x="2010836" y="3201860"/>
                      <a:pt x="2010423" y="3192409"/>
                    </a:cubicBezTo>
                    <a:cubicBezTo>
                      <a:pt x="2014281" y="2220110"/>
                      <a:pt x="2001514" y="1287714"/>
                      <a:pt x="2005372" y="315416"/>
                    </a:cubicBezTo>
                    <a:close/>
                    <a:moveTo>
                      <a:pt x="0" y="0"/>
                    </a:moveTo>
                    <a:lnTo>
                      <a:pt x="2787" y="0"/>
                    </a:lnTo>
                    <a:cubicBezTo>
                      <a:pt x="48171" y="216558"/>
                      <a:pt x="503498" y="386465"/>
                      <a:pt x="1058394" y="386465"/>
                    </a:cubicBezTo>
                    <a:cubicBezTo>
                      <a:pt x="1613290" y="386465"/>
                      <a:pt x="2068618" y="216558"/>
                      <a:pt x="2114001" y="0"/>
                    </a:cubicBezTo>
                    <a:lnTo>
                      <a:pt x="2121085" y="0"/>
                    </a:lnTo>
                    <a:lnTo>
                      <a:pt x="2121085" y="3265169"/>
                    </a:lnTo>
                    <a:lnTo>
                      <a:pt x="2122486" y="3295465"/>
                    </a:lnTo>
                    <a:cubicBezTo>
                      <a:pt x="2122486" y="3528829"/>
                      <a:pt x="1647828" y="3718008"/>
                      <a:pt x="1062308" y="3718008"/>
                    </a:cubicBezTo>
                    <a:cubicBezTo>
                      <a:pt x="476788" y="3718008"/>
                      <a:pt x="2130" y="3528829"/>
                      <a:pt x="2130" y="3295465"/>
                    </a:cubicBezTo>
                    <a:lnTo>
                      <a:pt x="5969" y="3265169"/>
                    </a:lnTo>
                    <a:cubicBezTo>
                      <a:pt x="3979" y="2176779"/>
                      <a:pt x="1990" y="1088390"/>
                      <a:pt x="0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50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88900" dist="38100" dir="5400000" sx="101000" sy="101000" algn="t" rotWithShape="0">
                  <a:prstClr val="black">
                    <a:alpha val="25000"/>
                  </a:prstClr>
                </a:outerShdw>
              </a:effectLst>
              <a:scene3d>
                <a:camera prst="orthographicFront"/>
                <a:lightRig rig="balanced" dir="t"/>
              </a:scene3d>
              <a:sp3d>
                <a:bevelT w="508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860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Qualidade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64" name="TextBox 31"/>
          <p:cNvSpPr txBox="1"/>
          <p:nvPr/>
        </p:nvSpPr>
        <p:spPr>
          <a:xfrm>
            <a:off x="1616241" y="108176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5" name="TextBox 31"/>
          <p:cNvSpPr txBox="1"/>
          <p:nvPr/>
        </p:nvSpPr>
        <p:spPr>
          <a:xfrm>
            <a:off x="6905772" y="1081763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6" name="TextBox 31"/>
          <p:cNvSpPr txBox="1"/>
          <p:nvPr/>
        </p:nvSpPr>
        <p:spPr>
          <a:xfrm>
            <a:off x="9969389" y="1081763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70" name="Rounded Rectangle 23"/>
          <p:cNvSpPr/>
          <p:nvPr/>
        </p:nvSpPr>
        <p:spPr>
          <a:xfrm>
            <a:off x="1534548" y="1754298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ounded Rectangle 24"/>
          <p:cNvSpPr/>
          <p:nvPr/>
        </p:nvSpPr>
        <p:spPr>
          <a:xfrm>
            <a:off x="1683163" y="1895327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72" name="Rounded Rectangle 25"/>
          <p:cNvSpPr/>
          <p:nvPr/>
        </p:nvSpPr>
        <p:spPr>
          <a:xfrm>
            <a:off x="2750766" y="2073145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43"/>
          <p:cNvSpPr/>
          <p:nvPr/>
        </p:nvSpPr>
        <p:spPr>
          <a:xfrm>
            <a:off x="2750766" y="2073145"/>
            <a:ext cx="161232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69" name="TextBox 35"/>
          <p:cNvSpPr txBox="1"/>
          <p:nvPr/>
        </p:nvSpPr>
        <p:spPr>
          <a:xfrm>
            <a:off x="1746112" y="1948606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5</a:t>
            </a: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74" name="TextBox 10"/>
          <p:cNvSpPr txBox="1"/>
          <p:nvPr/>
        </p:nvSpPr>
        <p:spPr>
          <a:xfrm>
            <a:off x="188923" y="1754298"/>
            <a:ext cx="1331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Sustentação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integrada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cilco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de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vida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de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projetos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6797841" y="1731932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9793816" y="1725851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Rounded Rectangle 23"/>
          <p:cNvSpPr/>
          <p:nvPr/>
        </p:nvSpPr>
        <p:spPr>
          <a:xfrm>
            <a:off x="1520809" y="2827928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ounded Rectangle 24"/>
          <p:cNvSpPr/>
          <p:nvPr/>
        </p:nvSpPr>
        <p:spPr>
          <a:xfrm>
            <a:off x="1669424" y="2968957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82" name="Rounded Rectangle 25"/>
          <p:cNvSpPr/>
          <p:nvPr/>
        </p:nvSpPr>
        <p:spPr>
          <a:xfrm>
            <a:off x="2737027" y="3146775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Freeform 43"/>
          <p:cNvSpPr/>
          <p:nvPr/>
        </p:nvSpPr>
        <p:spPr>
          <a:xfrm>
            <a:off x="2737027" y="3146775"/>
            <a:ext cx="1132953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79" name="TextBox 35"/>
          <p:cNvSpPr txBox="1"/>
          <p:nvPr/>
        </p:nvSpPr>
        <p:spPr>
          <a:xfrm>
            <a:off x="1732373" y="3022236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30%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84" name="TextBox 10"/>
          <p:cNvSpPr txBox="1"/>
          <p:nvPr/>
        </p:nvSpPr>
        <p:spPr>
          <a:xfrm>
            <a:off x="188923" y="2925594"/>
            <a:ext cx="1331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Estabilização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Sustentação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Rounded Rectangle 4"/>
          <p:cNvSpPr/>
          <p:nvPr/>
        </p:nvSpPr>
        <p:spPr>
          <a:xfrm>
            <a:off x="6784102" y="2805562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ounded Rectangle 4"/>
          <p:cNvSpPr/>
          <p:nvPr/>
        </p:nvSpPr>
        <p:spPr>
          <a:xfrm>
            <a:off x="9780077" y="2799481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ounded Rectangle 23"/>
          <p:cNvSpPr/>
          <p:nvPr/>
        </p:nvSpPr>
        <p:spPr>
          <a:xfrm>
            <a:off x="1520809" y="3960769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Rounded Rectangle 24"/>
          <p:cNvSpPr/>
          <p:nvPr/>
        </p:nvSpPr>
        <p:spPr>
          <a:xfrm>
            <a:off x="1669424" y="4101798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92" name="Rounded Rectangle 25"/>
          <p:cNvSpPr/>
          <p:nvPr/>
        </p:nvSpPr>
        <p:spPr>
          <a:xfrm>
            <a:off x="2737027" y="4279616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Freeform 43"/>
          <p:cNvSpPr/>
          <p:nvPr/>
        </p:nvSpPr>
        <p:spPr>
          <a:xfrm>
            <a:off x="2737027" y="4279616"/>
            <a:ext cx="1132953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89" name="TextBox 35"/>
          <p:cNvSpPr txBox="1"/>
          <p:nvPr/>
        </p:nvSpPr>
        <p:spPr>
          <a:xfrm>
            <a:off x="1732373" y="4155077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30%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94" name="TextBox 10"/>
          <p:cNvSpPr txBox="1"/>
          <p:nvPr/>
        </p:nvSpPr>
        <p:spPr>
          <a:xfrm>
            <a:off x="157449" y="4058435"/>
            <a:ext cx="1331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Evolução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Testes</a:t>
            </a:r>
          </a:p>
        </p:txBody>
      </p:sp>
      <p:sp>
        <p:nvSpPr>
          <p:cNvPr id="95" name="Rounded Rectangle 4"/>
          <p:cNvSpPr/>
          <p:nvPr/>
        </p:nvSpPr>
        <p:spPr>
          <a:xfrm>
            <a:off x="6784102" y="3938403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9780077" y="3932322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CaixaDeTexto 98"/>
          <p:cNvSpPr txBox="1"/>
          <p:nvPr/>
        </p:nvSpPr>
        <p:spPr>
          <a:xfrm>
            <a:off x="6864763" y="1934725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Planejamento</a:t>
            </a:r>
            <a:endParaRPr lang="pt-BR" dirty="0"/>
          </a:p>
        </p:txBody>
      </p:sp>
      <p:sp>
        <p:nvSpPr>
          <p:cNvPr id="100" name="CaixaDeTexto 99"/>
          <p:cNvSpPr txBox="1"/>
          <p:nvPr/>
        </p:nvSpPr>
        <p:spPr>
          <a:xfrm>
            <a:off x="9953135" y="192871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Dez/15</a:t>
            </a:r>
            <a:endParaRPr lang="pt-BR" dirty="0"/>
          </a:p>
        </p:txBody>
      </p:sp>
      <p:sp>
        <p:nvSpPr>
          <p:cNvPr id="101" name="CaixaDeTexto 100"/>
          <p:cNvSpPr txBox="1"/>
          <p:nvPr/>
        </p:nvSpPr>
        <p:spPr>
          <a:xfrm>
            <a:off x="6864763" y="2986164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102" name="CaixaDeTexto 101"/>
          <p:cNvSpPr txBox="1"/>
          <p:nvPr/>
        </p:nvSpPr>
        <p:spPr>
          <a:xfrm>
            <a:off x="9953135" y="2980157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Dez/15</a:t>
            </a:r>
            <a:endParaRPr lang="pt-BR" dirty="0"/>
          </a:p>
        </p:txBody>
      </p:sp>
      <p:sp>
        <p:nvSpPr>
          <p:cNvPr id="103" name="CaixaDeTexto 102"/>
          <p:cNvSpPr txBox="1"/>
          <p:nvPr/>
        </p:nvSpPr>
        <p:spPr>
          <a:xfrm>
            <a:off x="6864763" y="4155077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Implantação</a:t>
            </a:r>
            <a:endParaRPr lang="pt-BR" dirty="0"/>
          </a:p>
        </p:txBody>
      </p:sp>
      <p:sp>
        <p:nvSpPr>
          <p:cNvPr id="104" name="CaixaDeTexto 103"/>
          <p:cNvSpPr txBox="1"/>
          <p:nvPr/>
        </p:nvSpPr>
        <p:spPr>
          <a:xfrm>
            <a:off x="9953135" y="4149070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157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179" name="Rounded Rectangle 110"/>
          <p:cNvSpPr/>
          <p:nvPr/>
        </p:nvSpPr>
        <p:spPr>
          <a:xfrm rot="5400000">
            <a:off x="1259256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A0D5EA"/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180" name="Rectangle 111"/>
          <p:cNvSpPr/>
          <p:nvPr/>
        </p:nvSpPr>
        <p:spPr>
          <a:xfrm>
            <a:off x="1494975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Referência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As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Pace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Futura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movimentos para 2015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Movimentos para 2016</a:t>
            </a:r>
          </a:p>
        </p:txBody>
      </p:sp>
      <p:sp>
        <p:nvSpPr>
          <p:cNvPr id="177" name="Oval 3"/>
          <p:cNvSpPr/>
          <p:nvPr/>
        </p:nvSpPr>
        <p:spPr>
          <a:xfrm rot="21238514">
            <a:off x="202570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8" name="Oval 3"/>
          <p:cNvSpPr/>
          <p:nvPr/>
        </p:nvSpPr>
        <p:spPr>
          <a:xfrm>
            <a:off x="291655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35A5D2">
                  <a:lumMod val="60000"/>
                  <a:lumOff val="40000"/>
                </a:srgbClr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176" name="Oval 6"/>
          <p:cNvSpPr/>
          <p:nvPr/>
        </p:nvSpPr>
        <p:spPr>
          <a:xfrm>
            <a:off x="395256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372" name="Rectangle 108"/>
          <p:cNvSpPr/>
          <p:nvPr/>
        </p:nvSpPr>
        <p:spPr>
          <a:xfrm>
            <a:off x="1748772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Arquitetura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23" name="Rounded Rectangle 110"/>
          <p:cNvSpPr/>
          <p:nvPr/>
        </p:nvSpPr>
        <p:spPr>
          <a:xfrm rot="5400000">
            <a:off x="5201074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DE3A1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24" name="Rectangle 111"/>
          <p:cNvSpPr/>
          <p:nvPr/>
        </p:nvSpPr>
        <p:spPr>
          <a:xfrm>
            <a:off x="5436793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desenvolvimento de aplicação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Projetos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" name="Oval 3"/>
          <p:cNvSpPr/>
          <p:nvPr/>
        </p:nvSpPr>
        <p:spPr>
          <a:xfrm rot="21238514">
            <a:off x="4144388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2" name="Oval 3"/>
          <p:cNvSpPr/>
          <p:nvPr/>
        </p:nvSpPr>
        <p:spPr>
          <a:xfrm>
            <a:off x="4233473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BD168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20" name="Oval 6"/>
          <p:cNvSpPr/>
          <p:nvPr/>
        </p:nvSpPr>
        <p:spPr>
          <a:xfrm>
            <a:off x="4337074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00" name="Rectangle 108"/>
          <p:cNvSpPr/>
          <p:nvPr/>
        </p:nvSpPr>
        <p:spPr>
          <a:xfrm>
            <a:off x="5690590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Forma de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Atuação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50" name="Rounded Rectangle 110"/>
          <p:cNvSpPr/>
          <p:nvPr/>
        </p:nvSpPr>
        <p:spPr>
          <a:xfrm rot="5400000">
            <a:off x="9142893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AC6B4"/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51" name="Rectangle 111"/>
          <p:cNvSpPr/>
          <p:nvPr/>
        </p:nvSpPr>
        <p:spPr>
          <a:xfrm>
            <a:off x="9378612" y="2007881"/>
            <a:ext cx="2550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Sustentação – Situação Atual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testes (fábrica, ferramenta, abordagens,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49" name="Oval 3"/>
          <p:cNvSpPr/>
          <p:nvPr/>
        </p:nvSpPr>
        <p:spPr>
          <a:xfrm>
            <a:off x="8175292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47" name="Oval 6"/>
          <p:cNvSpPr/>
          <p:nvPr/>
        </p:nvSpPr>
        <p:spPr>
          <a:xfrm>
            <a:off x="8278893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7" name="Rectangle 108"/>
          <p:cNvSpPr/>
          <p:nvPr/>
        </p:nvSpPr>
        <p:spPr>
          <a:xfrm>
            <a:off x="9632409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Qualidade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77" name="Rounded Rectangle 110"/>
          <p:cNvSpPr/>
          <p:nvPr/>
        </p:nvSpPr>
        <p:spPr>
          <a:xfrm rot="5400000">
            <a:off x="1259256" y="3284382"/>
            <a:ext cx="1821522" cy="3557056"/>
          </a:xfrm>
          <a:prstGeom prst="roundRect">
            <a:avLst>
              <a:gd name="adj" fmla="val 7102"/>
            </a:avLst>
          </a:prstGeom>
          <a:gradFill flip="none" rotWithShape="1">
            <a:gsLst>
              <a:gs pos="0">
                <a:srgbClr val="EC9EC5"/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78" name="Rectangle 111"/>
          <p:cNvSpPr/>
          <p:nvPr/>
        </p:nvSpPr>
        <p:spPr>
          <a:xfrm>
            <a:off x="1494975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– Evolução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- Sustentação</a:t>
            </a:r>
          </a:p>
        </p:txBody>
      </p:sp>
      <p:sp>
        <p:nvSpPr>
          <p:cNvPr id="475" name="Oval 3"/>
          <p:cNvSpPr/>
          <p:nvPr/>
        </p:nvSpPr>
        <p:spPr>
          <a:xfrm rot="21238514">
            <a:off x="202570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76" name="Oval 3"/>
          <p:cNvSpPr/>
          <p:nvPr/>
        </p:nvSpPr>
        <p:spPr>
          <a:xfrm>
            <a:off x="291655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74" name="Oval 6"/>
          <p:cNvSpPr/>
          <p:nvPr/>
        </p:nvSpPr>
        <p:spPr>
          <a:xfrm>
            <a:off x="395256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54" name="Rectangle 108"/>
          <p:cNvSpPr/>
          <p:nvPr/>
        </p:nvSpPr>
        <p:spPr>
          <a:xfrm>
            <a:off x="1748772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Sourcing</a:t>
            </a:r>
          </a:p>
        </p:txBody>
      </p:sp>
      <p:sp>
        <p:nvSpPr>
          <p:cNvPr id="504" name="Rounded Rectangle 110"/>
          <p:cNvSpPr/>
          <p:nvPr/>
        </p:nvSpPr>
        <p:spPr>
          <a:xfrm rot="5400000">
            <a:off x="5201074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61BFFF"/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05" name="Rectangle 111"/>
          <p:cNvSpPr/>
          <p:nvPr/>
        </p:nvSpPr>
        <p:spPr>
          <a:xfrm>
            <a:off x="5436793" y="4664488"/>
            <a:ext cx="25500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Atuação DA Projetos X Sustentação X 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Implantação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" name="Oval 3"/>
          <p:cNvSpPr/>
          <p:nvPr/>
        </p:nvSpPr>
        <p:spPr>
          <a:xfrm rot="21238514">
            <a:off x="4144388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3" name="Oval 3"/>
          <p:cNvSpPr/>
          <p:nvPr/>
        </p:nvSpPr>
        <p:spPr>
          <a:xfrm>
            <a:off x="4233473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01" name="Oval 6"/>
          <p:cNvSpPr/>
          <p:nvPr/>
        </p:nvSpPr>
        <p:spPr>
          <a:xfrm>
            <a:off x="4337074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81" name="Rectangle 108"/>
          <p:cNvSpPr/>
          <p:nvPr/>
        </p:nvSpPr>
        <p:spPr>
          <a:xfrm>
            <a:off x="5690590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Gestão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531" name="Rounded Rectangle 110"/>
          <p:cNvSpPr/>
          <p:nvPr/>
        </p:nvSpPr>
        <p:spPr>
          <a:xfrm rot="5400000">
            <a:off x="9142893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B1D9AF"/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32" name="Rectangle 111"/>
          <p:cNvSpPr/>
          <p:nvPr/>
        </p:nvSpPr>
        <p:spPr>
          <a:xfrm>
            <a:off x="9378612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 Estrutura Organizacional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Clusterização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Papéis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Equipe Engajada</a:t>
            </a:r>
          </a:p>
        </p:txBody>
      </p:sp>
      <p:sp>
        <p:nvSpPr>
          <p:cNvPr id="529" name="Oval 3"/>
          <p:cNvSpPr/>
          <p:nvPr/>
        </p:nvSpPr>
        <p:spPr>
          <a:xfrm rot="21238514">
            <a:off x="8086207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30" name="Oval 3"/>
          <p:cNvSpPr/>
          <p:nvPr/>
        </p:nvSpPr>
        <p:spPr>
          <a:xfrm>
            <a:off x="8175292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28" name="Oval 6"/>
          <p:cNvSpPr/>
          <p:nvPr/>
        </p:nvSpPr>
        <p:spPr>
          <a:xfrm>
            <a:off x="8278893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8" name="Rectangle 108"/>
          <p:cNvSpPr/>
          <p:nvPr/>
        </p:nvSpPr>
        <p:spPr>
          <a:xfrm>
            <a:off x="9632409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Pessoas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7035" y="4031022"/>
            <a:ext cx="955131" cy="76557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532" y="4126722"/>
            <a:ext cx="811860" cy="6765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878" y="1441363"/>
            <a:ext cx="705444" cy="7054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715" y="1494618"/>
            <a:ext cx="814483" cy="58673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810" y="1446403"/>
            <a:ext cx="649097" cy="70318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036" y="4203878"/>
            <a:ext cx="863848" cy="493627"/>
          </a:xfrm>
          <a:prstGeom prst="rect">
            <a:avLst/>
          </a:prstGeom>
        </p:spPr>
      </p:pic>
      <p:grpSp>
        <p:nvGrpSpPr>
          <p:cNvPr id="46" name="Group 17"/>
          <p:cNvGrpSpPr/>
          <p:nvPr/>
        </p:nvGrpSpPr>
        <p:grpSpPr>
          <a:xfrm rot="19582479">
            <a:off x="127226" y="2034819"/>
            <a:ext cx="5898587" cy="6370917"/>
            <a:chOff x="2096675" y="2151531"/>
            <a:chExt cx="3320213" cy="3650616"/>
          </a:xfrm>
        </p:grpSpPr>
        <p:grpSp>
          <p:nvGrpSpPr>
            <p:cNvPr id="47" name="Group 18"/>
            <p:cNvGrpSpPr/>
            <p:nvPr/>
          </p:nvGrpSpPr>
          <p:grpSpPr>
            <a:xfrm rot="917479">
              <a:off x="3974404" y="4617145"/>
              <a:ext cx="1442484" cy="1185002"/>
              <a:chOff x="4865732" y="4818670"/>
              <a:chExt cx="2275476" cy="1869308"/>
            </a:xfrm>
          </p:grpSpPr>
          <p:sp>
            <p:nvSpPr>
              <p:cNvPr id="56" name="Rounded Rectangle 7"/>
              <p:cNvSpPr/>
              <p:nvPr/>
            </p:nvSpPr>
            <p:spPr>
              <a:xfrm rot="2330230">
                <a:off x="4865732" y="4818670"/>
                <a:ext cx="350135" cy="308370"/>
              </a:xfrm>
              <a:custGeom>
                <a:avLst/>
                <a:gdLst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281612 w 331456"/>
                  <a:gd name="connsiteY5" fmla="*/ 299057 h 299057"/>
                  <a:gd name="connsiteX6" fmla="*/ 49844 w 331456"/>
                  <a:gd name="connsiteY6" fmla="*/ 299057 h 299057"/>
                  <a:gd name="connsiteX7" fmla="*/ 0 w 331456"/>
                  <a:gd name="connsiteY7" fmla="*/ 249213 h 299057"/>
                  <a:gd name="connsiteX8" fmla="*/ 0 w 331456"/>
                  <a:gd name="connsiteY8" fmla="*/ 49844 h 299057"/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49844 w 331456"/>
                  <a:gd name="connsiteY5" fmla="*/ 299057 h 299057"/>
                  <a:gd name="connsiteX6" fmla="*/ 0 w 331456"/>
                  <a:gd name="connsiteY6" fmla="*/ 249213 h 299057"/>
                  <a:gd name="connsiteX7" fmla="*/ 0 w 331456"/>
                  <a:gd name="connsiteY7" fmla="*/ 49844 h 299057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281612 w 331456"/>
                  <a:gd name="connsiteY2" fmla="*/ 0 h 315093"/>
                  <a:gd name="connsiteX3" fmla="*/ 331456 w 331456"/>
                  <a:gd name="connsiteY3" fmla="*/ 49844 h 315093"/>
                  <a:gd name="connsiteX4" fmla="*/ 324543 w 331456"/>
                  <a:gd name="connsiteY4" fmla="*/ 295729 h 315093"/>
                  <a:gd name="connsiteX5" fmla="*/ 49844 w 331456"/>
                  <a:gd name="connsiteY5" fmla="*/ 299057 h 315093"/>
                  <a:gd name="connsiteX6" fmla="*/ 0 w 331456"/>
                  <a:gd name="connsiteY6" fmla="*/ 249213 h 315093"/>
                  <a:gd name="connsiteX7" fmla="*/ 0 w 331456"/>
                  <a:gd name="connsiteY7" fmla="*/ 49844 h 315093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331456 w 331456"/>
                  <a:gd name="connsiteY2" fmla="*/ 49844 h 315093"/>
                  <a:gd name="connsiteX3" fmla="*/ 324543 w 331456"/>
                  <a:gd name="connsiteY3" fmla="*/ 295729 h 315093"/>
                  <a:gd name="connsiteX4" fmla="*/ 49844 w 331456"/>
                  <a:gd name="connsiteY4" fmla="*/ 299057 h 315093"/>
                  <a:gd name="connsiteX5" fmla="*/ 0 w 331456"/>
                  <a:gd name="connsiteY5" fmla="*/ 249213 h 315093"/>
                  <a:gd name="connsiteX6" fmla="*/ 0 w 331456"/>
                  <a:gd name="connsiteY6" fmla="*/ 49844 h 315093"/>
                  <a:gd name="connsiteX0" fmla="*/ 0 w 324543"/>
                  <a:gd name="connsiteY0" fmla="*/ 49844 h 315093"/>
                  <a:gd name="connsiteX1" fmla="*/ 49844 w 324543"/>
                  <a:gd name="connsiteY1" fmla="*/ 0 h 315093"/>
                  <a:gd name="connsiteX2" fmla="*/ 319682 w 324543"/>
                  <a:gd name="connsiteY2" fmla="*/ 1309 h 315093"/>
                  <a:gd name="connsiteX3" fmla="*/ 324543 w 324543"/>
                  <a:gd name="connsiteY3" fmla="*/ 295729 h 315093"/>
                  <a:gd name="connsiteX4" fmla="*/ 49844 w 324543"/>
                  <a:gd name="connsiteY4" fmla="*/ 299057 h 315093"/>
                  <a:gd name="connsiteX5" fmla="*/ 0 w 324543"/>
                  <a:gd name="connsiteY5" fmla="*/ 249213 h 315093"/>
                  <a:gd name="connsiteX6" fmla="*/ 0 w 324543"/>
                  <a:gd name="connsiteY6" fmla="*/ 49844 h 315093"/>
                  <a:gd name="connsiteX0" fmla="*/ 0 w 324543"/>
                  <a:gd name="connsiteY0" fmla="*/ 49844 h 299057"/>
                  <a:gd name="connsiteX1" fmla="*/ 49844 w 324543"/>
                  <a:gd name="connsiteY1" fmla="*/ 0 h 299057"/>
                  <a:gd name="connsiteX2" fmla="*/ 319682 w 324543"/>
                  <a:gd name="connsiteY2" fmla="*/ 1309 h 299057"/>
                  <a:gd name="connsiteX3" fmla="*/ 324543 w 324543"/>
                  <a:gd name="connsiteY3" fmla="*/ 295729 h 299057"/>
                  <a:gd name="connsiteX4" fmla="*/ 49844 w 324543"/>
                  <a:gd name="connsiteY4" fmla="*/ 299057 h 299057"/>
                  <a:gd name="connsiteX5" fmla="*/ 0 w 324543"/>
                  <a:gd name="connsiteY5" fmla="*/ 249213 h 299057"/>
                  <a:gd name="connsiteX6" fmla="*/ 0 w 32454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7133"/>
                  <a:gd name="connsiteY0" fmla="*/ 49844 h 299057"/>
                  <a:gd name="connsiteX1" fmla="*/ 49844 w 337133"/>
                  <a:gd name="connsiteY1" fmla="*/ 0 h 299057"/>
                  <a:gd name="connsiteX2" fmla="*/ 325489 w 337133"/>
                  <a:gd name="connsiteY2" fmla="*/ 46 h 299057"/>
                  <a:gd name="connsiteX3" fmla="*/ 336563 w 337133"/>
                  <a:gd name="connsiteY3" fmla="*/ 289465 h 299057"/>
                  <a:gd name="connsiteX4" fmla="*/ 49844 w 337133"/>
                  <a:gd name="connsiteY4" fmla="*/ 299057 h 299057"/>
                  <a:gd name="connsiteX5" fmla="*/ 0 w 337133"/>
                  <a:gd name="connsiteY5" fmla="*/ 249213 h 299057"/>
                  <a:gd name="connsiteX6" fmla="*/ 0 w 33713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25489 w 336563"/>
                  <a:gd name="connsiteY2" fmla="*/ 46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5353"/>
                  <a:gd name="connsiteY0" fmla="*/ 49844 h 300677"/>
                  <a:gd name="connsiteX1" fmla="*/ 49844 w 335353"/>
                  <a:gd name="connsiteY1" fmla="*/ 0 h 300677"/>
                  <a:gd name="connsiteX2" fmla="*/ 325489 w 335353"/>
                  <a:gd name="connsiteY2" fmla="*/ 46 h 300677"/>
                  <a:gd name="connsiteX3" fmla="*/ 335353 w 335353"/>
                  <a:gd name="connsiteY3" fmla="*/ 300677 h 300677"/>
                  <a:gd name="connsiteX4" fmla="*/ 49844 w 335353"/>
                  <a:gd name="connsiteY4" fmla="*/ 299057 h 300677"/>
                  <a:gd name="connsiteX5" fmla="*/ 0 w 335353"/>
                  <a:gd name="connsiteY5" fmla="*/ 249213 h 300677"/>
                  <a:gd name="connsiteX6" fmla="*/ 0 w 335353"/>
                  <a:gd name="connsiteY6" fmla="*/ 49844 h 300677"/>
                  <a:gd name="connsiteX0" fmla="*/ 0 w 337158"/>
                  <a:gd name="connsiteY0" fmla="*/ 52398 h 303231"/>
                  <a:gd name="connsiteX1" fmla="*/ 49844 w 337158"/>
                  <a:gd name="connsiteY1" fmla="*/ 2554 h 303231"/>
                  <a:gd name="connsiteX2" fmla="*/ 332547 w 337158"/>
                  <a:gd name="connsiteY2" fmla="*/ 0 h 303231"/>
                  <a:gd name="connsiteX3" fmla="*/ 335353 w 337158"/>
                  <a:gd name="connsiteY3" fmla="*/ 303231 h 303231"/>
                  <a:gd name="connsiteX4" fmla="*/ 49844 w 337158"/>
                  <a:gd name="connsiteY4" fmla="*/ 301611 h 303231"/>
                  <a:gd name="connsiteX5" fmla="*/ 0 w 337158"/>
                  <a:gd name="connsiteY5" fmla="*/ 251767 h 303231"/>
                  <a:gd name="connsiteX6" fmla="*/ 0 w 337158"/>
                  <a:gd name="connsiteY6" fmla="*/ 52398 h 303231"/>
                  <a:gd name="connsiteX0" fmla="*/ 0 w 335353"/>
                  <a:gd name="connsiteY0" fmla="*/ 52398 h 303231"/>
                  <a:gd name="connsiteX1" fmla="*/ 49844 w 335353"/>
                  <a:gd name="connsiteY1" fmla="*/ 2554 h 303231"/>
                  <a:gd name="connsiteX2" fmla="*/ 332547 w 335353"/>
                  <a:gd name="connsiteY2" fmla="*/ 0 h 303231"/>
                  <a:gd name="connsiteX3" fmla="*/ 335353 w 335353"/>
                  <a:gd name="connsiteY3" fmla="*/ 303231 h 303231"/>
                  <a:gd name="connsiteX4" fmla="*/ 49844 w 335353"/>
                  <a:gd name="connsiteY4" fmla="*/ 301611 h 303231"/>
                  <a:gd name="connsiteX5" fmla="*/ 0 w 335353"/>
                  <a:gd name="connsiteY5" fmla="*/ 251767 h 303231"/>
                  <a:gd name="connsiteX6" fmla="*/ 0 w 335353"/>
                  <a:gd name="connsiteY6" fmla="*/ 52398 h 303231"/>
                  <a:gd name="connsiteX0" fmla="*/ 0 w 336162"/>
                  <a:gd name="connsiteY0" fmla="*/ 53970 h 304803"/>
                  <a:gd name="connsiteX1" fmla="*/ 49844 w 336162"/>
                  <a:gd name="connsiteY1" fmla="*/ 4126 h 304803"/>
                  <a:gd name="connsiteX2" fmla="*/ 334520 w 336162"/>
                  <a:gd name="connsiteY2" fmla="*/ 0 h 304803"/>
                  <a:gd name="connsiteX3" fmla="*/ 335353 w 336162"/>
                  <a:gd name="connsiteY3" fmla="*/ 304803 h 304803"/>
                  <a:gd name="connsiteX4" fmla="*/ 49844 w 336162"/>
                  <a:gd name="connsiteY4" fmla="*/ 303183 h 304803"/>
                  <a:gd name="connsiteX5" fmla="*/ 0 w 336162"/>
                  <a:gd name="connsiteY5" fmla="*/ 253339 h 304803"/>
                  <a:gd name="connsiteX6" fmla="*/ 0 w 336162"/>
                  <a:gd name="connsiteY6" fmla="*/ 53970 h 304803"/>
                  <a:gd name="connsiteX0" fmla="*/ 0 w 350135"/>
                  <a:gd name="connsiteY0" fmla="*/ 54483 h 305316"/>
                  <a:gd name="connsiteX1" fmla="*/ 49844 w 350135"/>
                  <a:gd name="connsiteY1" fmla="*/ 4639 h 305316"/>
                  <a:gd name="connsiteX2" fmla="*/ 349601 w 350135"/>
                  <a:gd name="connsiteY2" fmla="*/ 0 h 305316"/>
                  <a:gd name="connsiteX3" fmla="*/ 335353 w 350135"/>
                  <a:gd name="connsiteY3" fmla="*/ 305316 h 305316"/>
                  <a:gd name="connsiteX4" fmla="*/ 49844 w 350135"/>
                  <a:gd name="connsiteY4" fmla="*/ 303696 h 305316"/>
                  <a:gd name="connsiteX5" fmla="*/ 0 w 350135"/>
                  <a:gd name="connsiteY5" fmla="*/ 253852 h 305316"/>
                  <a:gd name="connsiteX6" fmla="*/ 0 w 350135"/>
                  <a:gd name="connsiteY6" fmla="*/ 54483 h 30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135" h="305316">
                    <a:moveTo>
                      <a:pt x="0" y="54483"/>
                    </a:moveTo>
                    <a:cubicBezTo>
                      <a:pt x="0" y="26955"/>
                      <a:pt x="22316" y="4639"/>
                      <a:pt x="49844" y="4639"/>
                    </a:cubicBezTo>
                    <a:lnTo>
                      <a:pt x="349601" y="0"/>
                    </a:lnTo>
                    <a:cubicBezTo>
                      <a:pt x="353607" y="3828"/>
                      <a:pt x="333733" y="207176"/>
                      <a:pt x="335353" y="305316"/>
                    </a:cubicBezTo>
                    <a:cubicBezTo>
                      <a:pt x="328968" y="303967"/>
                      <a:pt x="105087" y="303696"/>
                      <a:pt x="49844" y="303696"/>
                    </a:cubicBezTo>
                    <a:cubicBezTo>
                      <a:pt x="22316" y="303696"/>
                      <a:pt x="0" y="281380"/>
                      <a:pt x="0" y="253852"/>
                    </a:cubicBezTo>
                    <a:lnTo>
                      <a:pt x="0" y="54483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Text" lastClr="000000"/>
                  </a:gs>
                  <a:gs pos="68000">
                    <a:srgbClr val="FFFFFF"/>
                  </a:gs>
                  <a:gs pos="49000">
                    <a:srgbClr val="FFFFFF">
                      <a:lumMod val="65000"/>
                    </a:srgbClr>
                  </a:gs>
                  <a:gs pos="24000">
                    <a:srgbClr val="FFFFFF"/>
                  </a:gs>
                  <a:gs pos="0">
                    <a:sysClr val="windowText" lastClr="000000"/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28"/>
              <p:cNvGrpSpPr/>
              <p:nvPr/>
            </p:nvGrpSpPr>
            <p:grpSpPr>
              <a:xfrm>
                <a:off x="4974562" y="4867989"/>
                <a:ext cx="2166646" cy="1819989"/>
                <a:chOff x="4974562" y="5085699"/>
                <a:chExt cx="2166646" cy="1819989"/>
              </a:xfrm>
            </p:grpSpPr>
            <p:grpSp>
              <p:nvGrpSpPr>
                <p:cNvPr id="58" name="Group 29"/>
                <p:cNvGrpSpPr/>
                <p:nvPr/>
              </p:nvGrpSpPr>
              <p:grpSpPr>
                <a:xfrm>
                  <a:off x="4974562" y="5581632"/>
                  <a:ext cx="2166646" cy="1324056"/>
                  <a:chOff x="4969838" y="5578202"/>
                  <a:chExt cx="2166646" cy="1324056"/>
                </a:xfrm>
              </p:grpSpPr>
              <p:sp>
                <p:nvSpPr>
                  <p:cNvPr id="60" name="Rounded Rectangle 8"/>
                  <p:cNvSpPr/>
                  <p:nvPr/>
                </p:nvSpPr>
                <p:spPr>
                  <a:xfrm rot="2360230">
                    <a:off x="4969838" y="5578202"/>
                    <a:ext cx="1914676" cy="565673"/>
                  </a:xfrm>
                  <a:custGeom>
                    <a:avLst/>
                    <a:gdLst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821083 w 1903057"/>
                      <a:gd name="connsiteY2" fmla="*/ 0 h 491832"/>
                      <a:gd name="connsiteX3" fmla="*/ 1903057 w 1903057"/>
                      <a:gd name="connsiteY3" fmla="*/ 81974 h 491832"/>
                      <a:gd name="connsiteX4" fmla="*/ 1903057 w 1903057"/>
                      <a:gd name="connsiteY4" fmla="*/ 409858 h 491832"/>
                      <a:gd name="connsiteX5" fmla="*/ 1821083 w 1903057"/>
                      <a:gd name="connsiteY5" fmla="*/ 491832 h 491832"/>
                      <a:gd name="connsiteX6" fmla="*/ 81974 w 1903057"/>
                      <a:gd name="connsiteY6" fmla="*/ 491832 h 491832"/>
                      <a:gd name="connsiteX7" fmla="*/ 0 w 1903057"/>
                      <a:gd name="connsiteY7" fmla="*/ 409858 h 491832"/>
                      <a:gd name="connsiteX8" fmla="*/ 0 w 1903057"/>
                      <a:gd name="connsiteY8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1821083 w 1903057"/>
                      <a:gd name="connsiteY4" fmla="*/ 491832 h 491832"/>
                      <a:gd name="connsiteX5" fmla="*/ 81974 w 1903057"/>
                      <a:gd name="connsiteY5" fmla="*/ 491832 h 491832"/>
                      <a:gd name="connsiteX6" fmla="*/ 0 w 1903057"/>
                      <a:gd name="connsiteY6" fmla="*/ 409858 h 491832"/>
                      <a:gd name="connsiteX7" fmla="*/ 0 w 1903057"/>
                      <a:gd name="connsiteY7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81974 w 1903057"/>
                      <a:gd name="connsiteY4" fmla="*/ 491832 h 491832"/>
                      <a:gd name="connsiteX5" fmla="*/ 0 w 1903057"/>
                      <a:gd name="connsiteY5" fmla="*/ 409858 h 491832"/>
                      <a:gd name="connsiteX6" fmla="*/ 0 w 1903057"/>
                      <a:gd name="connsiteY6" fmla="*/ 81974 h 491832"/>
                      <a:gd name="connsiteX0" fmla="*/ 0 w 1903057"/>
                      <a:gd name="connsiteY0" fmla="*/ 151951 h 561809"/>
                      <a:gd name="connsiteX1" fmla="*/ 81974 w 1903057"/>
                      <a:gd name="connsiteY1" fmla="*/ 69977 h 561809"/>
                      <a:gd name="connsiteX2" fmla="*/ 1889359 w 1903057"/>
                      <a:gd name="connsiteY2" fmla="*/ 0 h 561809"/>
                      <a:gd name="connsiteX3" fmla="*/ 1903057 w 1903057"/>
                      <a:gd name="connsiteY3" fmla="*/ 479835 h 561809"/>
                      <a:gd name="connsiteX4" fmla="*/ 81974 w 1903057"/>
                      <a:gd name="connsiteY4" fmla="*/ 561809 h 561809"/>
                      <a:gd name="connsiteX5" fmla="*/ 0 w 1903057"/>
                      <a:gd name="connsiteY5" fmla="*/ 479835 h 561809"/>
                      <a:gd name="connsiteX6" fmla="*/ 0 w 1903057"/>
                      <a:gd name="connsiteY6" fmla="*/ 151951 h 561809"/>
                      <a:gd name="connsiteX0" fmla="*/ 0 w 1908305"/>
                      <a:gd name="connsiteY0" fmla="*/ 151951 h 581306"/>
                      <a:gd name="connsiteX1" fmla="*/ 81974 w 1908305"/>
                      <a:gd name="connsiteY1" fmla="*/ 69977 h 581306"/>
                      <a:gd name="connsiteX2" fmla="*/ 1889359 w 1908305"/>
                      <a:gd name="connsiteY2" fmla="*/ 0 h 581306"/>
                      <a:gd name="connsiteX3" fmla="*/ 1908305 w 1908305"/>
                      <a:gd name="connsiteY3" fmla="*/ 546345 h 581306"/>
                      <a:gd name="connsiteX4" fmla="*/ 81974 w 1908305"/>
                      <a:gd name="connsiteY4" fmla="*/ 561809 h 581306"/>
                      <a:gd name="connsiteX5" fmla="*/ 0 w 1908305"/>
                      <a:gd name="connsiteY5" fmla="*/ 479835 h 581306"/>
                      <a:gd name="connsiteX6" fmla="*/ 0 w 1908305"/>
                      <a:gd name="connsiteY6" fmla="*/ 151951 h 581306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3128 h 562986"/>
                      <a:gd name="connsiteX1" fmla="*/ 81974 w 1908305"/>
                      <a:gd name="connsiteY1" fmla="*/ 71154 h 562986"/>
                      <a:gd name="connsiteX2" fmla="*/ 1894551 w 1908305"/>
                      <a:gd name="connsiteY2" fmla="*/ 0 h 562986"/>
                      <a:gd name="connsiteX3" fmla="*/ 1908305 w 1908305"/>
                      <a:gd name="connsiteY3" fmla="*/ 547522 h 562986"/>
                      <a:gd name="connsiteX4" fmla="*/ 81974 w 1908305"/>
                      <a:gd name="connsiteY4" fmla="*/ 562986 h 562986"/>
                      <a:gd name="connsiteX5" fmla="*/ 0 w 1908305"/>
                      <a:gd name="connsiteY5" fmla="*/ 481012 h 562986"/>
                      <a:gd name="connsiteX6" fmla="*/ 0 w 1908305"/>
                      <a:gd name="connsiteY6" fmla="*/ 153128 h 562986"/>
                      <a:gd name="connsiteX0" fmla="*/ 0 w 1907641"/>
                      <a:gd name="connsiteY0" fmla="*/ 153128 h 562986"/>
                      <a:gd name="connsiteX1" fmla="*/ 81974 w 1907641"/>
                      <a:gd name="connsiteY1" fmla="*/ 71154 h 562986"/>
                      <a:gd name="connsiteX2" fmla="*/ 1894551 w 1907641"/>
                      <a:gd name="connsiteY2" fmla="*/ 0 h 562986"/>
                      <a:gd name="connsiteX3" fmla="*/ 1907641 w 1907641"/>
                      <a:gd name="connsiteY3" fmla="*/ 554224 h 562986"/>
                      <a:gd name="connsiteX4" fmla="*/ 81974 w 1907641"/>
                      <a:gd name="connsiteY4" fmla="*/ 562986 h 562986"/>
                      <a:gd name="connsiteX5" fmla="*/ 0 w 1907641"/>
                      <a:gd name="connsiteY5" fmla="*/ 481012 h 562986"/>
                      <a:gd name="connsiteX6" fmla="*/ 0 w 1907641"/>
                      <a:gd name="connsiteY6" fmla="*/ 153128 h 562986"/>
                      <a:gd name="connsiteX0" fmla="*/ 0 w 1907641"/>
                      <a:gd name="connsiteY0" fmla="*/ 155815 h 565673"/>
                      <a:gd name="connsiteX1" fmla="*/ 81974 w 1907641"/>
                      <a:gd name="connsiteY1" fmla="*/ 73841 h 565673"/>
                      <a:gd name="connsiteX2" fmla="*/ 1901585 w 1907641"/>
                      <a:gd name="connsiteY2" fmla="*/ 0 h 565673"/>
                      <a:gd name="connsiteX3" fmla="*/ 1907641 w 1907641"/>
                      <a:gd name="connsiteY3" fmla="*/ 556911 h 565673"/>
                      <a:gd name="connsiteX4" fmla="*/ 81974 w 1907641"/>
                      <a:gd name="connsiteY4" fmla="*/ 565673 h 565673"/>
                      <a:gd name="connsiteX5" fmla="*/ 0 w 1907641"/>
                      <a:gd name="connsiteY5" fmla="*/ 483699 h 565673"/>
                      <a:gd name="connsiteX6" fmla="*/ 0 w 1907641"/>
                      <a:gd name="connsiteY6" fmla="*/ 155815 h 565673"/>
                      <a:gd name="connsiteX0" fmla="*/ 0 w 1914676"/>
                      <a:gd name="connsiteY0" fmla="*/ 155815 h 565673"/>
                      <a:gd name="connsiteX1" fmla="*/ 81974 w 1914676"/>
                      <a:gd name="connsiteY1" fmla="*/ 73841 h 565673"/>
                      <a:gd name="connsiteX2" fmla="*/ 1901585 w 1914676"/>
                      <a:gd name="connsiteY2" fmla="*/ 0 h 565673"/>
                      <a:gd name="connsiteX3" fmla="*/ 1914676 w 1914676"/>
                      <a:gd name="connsiteY3" fmla="*/ 554224 h 565673"/>
                      <a:gd name="connsiteX4" fmla="*/ 81974 w 1914676"/>
                      <a:gd name="connsiteY4" fmla="*/ 565673 h 565673"/>
                      <a:gd name="connsiteX5" fmla="*/ 0 w 1914676"/>
                      <a:gd name="connsiteY5" fmla="*/ 483699 h 565673"/>
                      <a:gd name="connsiteX6" fmla="*/ 0 w 1914676"/>
                      <a:gd name="connsiteY6" fmla="*/ 155815 h 565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14676" h="565673">
                        <a:moveTo>
                          <a:pt x="0" y="155815"/>
                        </a:moveTo>
                        <a:cubicBezTo>
                          <a:pt x="0" y="110542"/>
                          <a:pt x="36701" y="73841"/>
                          <a:pt x="81974" y="73841"/>
                        </a:cubicBezTo>
                        <a:lnTo>
                          <a:pt x="1901585" y="0"/>
                        </a:lnTo>
                        <a:cubicBezTo>
                          <a:pt x="1903604" y="185637"/>
                          <a:pt x="1912657" y="368587"/>
                          <a:pt x="1914676" y="554224"/>
                        </a:cubicBezTo>
                        <a:cubicBezTo>
                          <a:pt x="1638428" y="569400"/>
                          <a:pt x="427288" y="554926"/>
                          <a:pt x="81974" y="565673"/>
                        </a:cubicBezTo>
                        <a:cubicBezTo>
                          <a:pt x="36701" y="565673"/>
                          <a:pt x="0" y="528972"/>
                          <a:pt x="0" y="483699"/>
                        </a:cubicBezTo>
                        <a:lnTo>
                          <a:pt x="0" y="15581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92000">
                        <a:sysClr val="windowText" lastClr="000000"/>
                      </a:gs>
                      <a:gs pos="28000">
                        <a:sysClr val="windowText" lastClr="000000"/>
                      </a:gs>
                      <a:gs pos="77000">
                        <a:srgbClr val="FFFFFF">
                          <a:lumMod val="50000"/>
                        </a:srgbClr>
                      </a:gs>
                      <a:gs pos="74000">
                        <a:srgbClr val="FFFFFF">
                          <a:lumMod val="65000"/>
                        </a:srgbClr>
                      </a:gs>
                      <a:gs pos="5000">
                        <a:sysClr val="windowText" lastClr="000000"/>
                      </a:gs>
                    </a:gsLst>
                    <a:lin ang="162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Teardrop 22"/>
                  <p:cNvSpPr/>
                  <p:nvPr/>
                </p:nvSpPr>
                <p:spPr>
                  <a:xfrm rot="16200000">
                    <a:off x="6499102" y="6264875"/>
                    <a:ext cx="659696" cy="615069"/>
                  </a:xfrm>
                  <a:custGeom>
                    <a:avLst/>
                    <a:gdLst>
                      <a:gd name="connsiteX0" fmla="*/ 0 w 626029"/>
                      <a:gd name="connsiteY0" fmla="*/ 309916 h 619831"/>
                      <a:gd name="connsiteX1" fmla="*/ 313015 w 626029"/>
                      <a:gd name="connsiteY1" fmla="*/ 0 h 619831"/>
                      <a:gd name="connsiteX2" fmla="*/ 626029 w 626029"/>
                      <a:gd name="connsiteY2" fmla="*/ 0 h 619831"/>
                      <a:gd name="connsiteX3" fmla="*/ 626029 w 626029"/>
                      <a:gd name="connsiteY3" fmla="*/ 309916 h 619831"/>
                      <a:gd name="connsiteX4" fmla="*/ 313014 w 626029"/>
                      <a:gd name="connsiteY4" fmla="*/ 619832 h 619831"/>
                      <a:gd name="connsiteX5" fmla="*/ -1 w 626029"/>
                      <a:gd name="connsiteY5" fmla="*/ 309916 h 619831"/>
                      <a:gd name="connsiteX6" fmla="*/ 0 w 626029"/>
                      <a:gd name="connsiteY6" fmla="*/ 309916 h 619831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370 w 647831"/>
                      <a:gd name="connsiteY0" fmla="*/ 309916 h 619832"/>
                      <a:gd name="connsiteX1" fmla="*/ 149079 w 647831"/>
                      <a:gd name="connsiteY1" fmla="*/ 23812 h 619832"/>
                      <a:gd name="connsiteX2" fmla="*/ 626399 w 647831"/>
                      <a:gd name="connsiteY2" fmla="*/ 0 h 619832"/>
                      <a:gd name="connsiteX3" fmla="*/ 647831 w 647831"/>
                      <a:gd name="connsiteY3" fmla="*/ 393260 h 619832"/>
                      <a:gd name="connsiteX4" fmla="*/ 313384 w 647831"/>
                      <a:gd name="connsiteY4" fmla="*/ 619832 h 619832"/>
                      <a:gd name="connsiteX5" fmla="*/ 369 w 647831"/>
                      <a:gd name="connsiteY5" fmla="*/ 309916 h 619832"/>
                      <a:gd name="connsiteX6" fmla="*/ 370 w 647831"/>
                      <a:gd name="connsiteY6" fmla="*/ 309916 h 619832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286104 h 598404"/>
                      <a:gd name="connsiteX1" fmla="*/ 149079 w 647831"/>
                      <a:gd name="connsiteY1" fmla="*/ 0 h 598404"/>
                      <a:gd name="connsiteX2" fmla="*/ 647831 w 647831"/>
                      <a:gd name="connsiteY2" fmla="*/ 369448 h 598404"/>
                      <a:gd name="connsiteX3" fmla="*/ 313384 w 647831"/>
                      <a:gd name="connsiteY3" fmla="*/ 598404 h 598404"/>
                      <a:gd name="connsiteX4" fmla="*/ 369 w 647831"/>
                      <a:gd name="connsiteY4" fmla="*/ 286104 h 598404"/>
                      <a:gd name="connsiteX5" fmla="*/ 370 w 647831"/>
                      <a:gd name="connsiteY5" fmla="*/ 286104 h 598404"/>
                      <a:gd name="connsiteX0" fmla="*/ 329 w 647790"/>
                      <a:gd name="connsiteY0" fmla="*/ 288484 h 600784"/>
                      <a:gd name="connsiteX1" fmla="*/ 156182 w 647790"/>
                      <a:gd name="connsiteY1" fmla="*/ 0 h 600784"/>
                      <a:gd name="connsiteX2" fmla="*/ 647790 w 647790"/>
                      <a:gd name="connsiteY2" fmla="*/ 371828 h 600784"/>
                      <a:gd name="connsiteX3" fmla="*/ 313343 w 647790"/>
                      <a:gd name="connsiteY3" fmla="*/ 600784 h 600784"/>
                      <a:gd name="connsiteX4" fmla="*/ 328 w 647790"/>
                      <a:gd name="connsiteY4" fmla="*/ 288484 h 600784"/>
                      <a:gd name="connsiteX5" fmla="*/ 329 w 647790"/>
                      <a:gd name="connsiteY5" fmla="*/ 288484 h 600784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59696"/>
                      <a:gd name="connsiteY0" fmla="*/ 302769 h 615069"/>
                      <a:gd name="connsiteX1" fmla="*/ 156183 w 659696"/>
                      <a:gd name="connsiteY1" fmla="*/ 0 h 615069"/>
                      <a:gd name="connsiteX2" fmla="*/ 659696 w 659696"/>
                      <a:gd name="connsiteY2" fmla="*/ 374210 h 615069"/>
                      <a:gd name="connsiteX3" fmla="*/ 313343 w 659696"/>
                      <a:gd name="connsiteY3" fmla="*/ 615069 h 615069"/>
                      <a:gd name="connsiteX4" fmla="*/ 328 w 659696"/>
                      <a:gd name="connsiteY4" fmla="*/ 302769 h 615069"/>
                      <a:gd name="connsiteX5" fmla="*/ 329 w 659696"/>
                      <a:gd name="connsiteY5" fmla="*/ 302769 h 615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9696" h="615069">
                        <a:moveTo>
                          <a:pt x="329" y="302769"/>
                        </a:moveTo>
                        <a:cubicBezTo>
                          <a:pt x="-4870" y="187557"/>
                          <a:pt x="51845" y="115214"/>
                          <a:pt x="156183" y="0"/>
                        </a:cubicBezTo>
                        <a:cubicBezTo>
                          <a:pt x="320052" y="128704"/>
                          <a:pt x="495827" y="245506"/>
                          <a:pt x="659696" y="374210"/>
                        </a:cubicBezTo>
                        <a:cubicBezTo>
                          <a:pt x="550159" y="512035"/>
                          <a:pt x="500617" y="600674"/>
                          <a:pt x="313343" y="615069"/>
                        </a:cubicBezTo>
                        <a:cubicBezTo>
                          <a:pt x="145232" y="605547"/>
                          <a:pt x="328" y="473931"/>
                          <a:pt x="328" y="302769"/>
                        </a:cubicBezTo>
                        <a:lnTo>
                          <a:pt x="329" y="3027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88000">
                        <a:srgbClr val="FFFFFF">
                          <a:lumMod val="95000"/>
                        </a:srgbClr>
                      </a:gs>
                      <a:gs pos="77000">
                        <a:sysClr val="windowText" lastClr="000000"/>
                      </a:gs>
                      <a:gs pos="63000">
                        <a:srgbClr val="FFFFFF"/>
                      </a:gs>
                      <a:gs pos="29000">
                        <a:srgbClr val="FFFFFF"/>
                      </a:gs>
                      <a:gs pos="37000">
                        <a:srgbClr val="B9B9B9"/>
                      </a:gs>
                      <a:gs pos="47000">
                        <a:srgbClr val="FFFFFF">
                          <a:lumMod val="65000"/>
                        </a:srgbClr>
                      </a:gs>
                      <a:gs pos="13000">
                        <a:sysClr val="windowText" lastClr="000000"/>
                      </a:gs>
                    </a:gsLst>
                    <a:lin ang="2400000" scaled="0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63500" dist="50800" dir="66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25"/>
                  <p:cNvSpPr/>
                  <p:nvPr/>
                </p:nvSpPr>
                <p:spPr>
                  <a:xfrm rot="2177856">
                    <a:off x="5123158" y="5745913"/>
                    <a:ext cx="1811797" cy="121318"/>
                  </a:xfrm>
                  <a:custGeom>
                    <a:avLst/>
                    <a:gdLst>
                      <a:gd name="connsiteX0" fmla="*/ 0 w 1773563"/>
                      <a:gd name="connsiteY0" fmla="*/ 0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0 w 1773563"/>
                      <a:gd name="connsiteY4" fmla="*/ 0 h 125004"/>
                      <a:gd name="connsiteX0" fmla="*/ 2311 w 1773563"/>
                      <a:gd name="connsiteY0" fmla="*/ 7167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2311 w 1773563"/>
                      <a:gd name="connsiteY4" fmla="*/ 7167 h 125004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73563 w 1784960"/>
                      <a:gd name="connsiteY2" fmla="*/ 1215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84059 w 1784960"/>
                      <a:gd name="connsiteY2" fmla="*/ 1197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38 w 1794592"/>
                      <a:gd name="connsiteY0" fmla="*/ 3600 h 121556"/>
                      <a:gd name="connsiteX1" fmla="*/ 1794592 w 1794592"/>
                      <a:gd name="connsiteY1" fmla="*/ 0 h 121556"/>
                      <a:gd name="connsiteX2" fmla="*/ 1793691 w 1794592"/>
                      <a:gd name="connsiteY2" fmla="*/ 119756 h 121556"/>
                      <a:gd name="connsiteX3" fmla="*/ 9632 w 1794592"/>
                      <a:gd name="connsiteY3" fmla="*/ 121556 h 121556"/>
                      <a:gd name="connsiteX4" fmla="*/ 38 w 1794592"/>
                      <a:gd name="connsiteY4" fmla="*/ 3600 h 121556"/>
                      <a:gd name="connsiteX0" fmla="*/ 14217 w 1808771"/>
                      <a:gd name="connsiteY0" fmla="*/ 3600 h 121318"/>
                      <a:gd name="connsiteX1" fmla="*/ 1808771 w 1808771"/>
                      <a:gd name="connsiteY1" fmla="*/ 0 h 121318"/>
                      <a:gd name="connsiteX2" fmla="*/ 1807870 w 1808771"/>
                      <a:gd name="connsiteY2" fmla="*/ 119756 h 121318"/>
                      <a:gd name="connsiteX3" fmla="*/ 0 w 1808771"/>
                      <a:gd name="connsiteY3" fmla="*/ 121318 h 121318"/>
                      <a:gd name="connsiteX4" fmla="*/ 14217 w 1808771"/>
                      <a:gd name="connsiteY4" fmla="*/ 3600 h 121318"/>
                      <a:gd name="connsiteX0" fmla="*/ 89 w 1811797"/>
                      <a:gd name="connsiteY0" fmla="*/ 4380 h 121318"/>
                      <a:gd name="connsiteX1" fmla="*/ 1811797 w 1811797"/>
                      <a:gd name="connsiteY1" fmla="*/ 0 h 121318"/>
                      <a:gd name="connsiteX2" fmla="*/ 1810896 w 1811797"/>
                      <a:gd name="connsiteY2" fmla="*/ 119756 h 121318"/>
                      <a:gd name="connsiteX3" fmla="*/ 3026 w 1811797"/>
                      <a:gd name="connsiteY3" fmla="*/ 121318 h 121318"/>
                      <a:gd name="connsiteX4" fmla="*/ 89 w 1811797"/>
                      <a:gd name="connsiteY4" fmla="*/ 4380 h 1213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1797" h="121318">
                        <a:moveTo>
                          <a:pt x="89" y="4380"/>
                        </a:moveTo>
                        <a:lnTo>
                          <a:pt x="1811797" y="0"/>
                        </a:lnTo>
                        <a:cubicBezTo>
                          <a:pt x="1811497" y="39919"/>
                          <a:pt x="1811196" y="79837"/>
                          <a:pt x="1810896" y="119756"/>
                        </a:cubicBezTo>
                        <a:lnTo>
                          <a:pt x="3026" y="121318"/>
                        </a:lnTo>
                        <a:cubicBezTo>
                          <a:pt x="3796" y="82039"/>
                          <a:pt x="-681" y="43659"/>
                          <a:pt x="89" y="438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rgbClr val="FFFFFF">
                          <a:lumMod val="65000"/>
                        </a:srgbClr>
                      </a:gs>
                      <a:gs pos="44000">
                        <a:srgbClr val="FFFFFF">
                          <a:lumMod val="95000"/>
                        </a:srgbClr>
                      </a:gs>
                    </a:gsLst>
                    <a:lin ang="54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28"/>
                  <p:cNvSpPr/>
                  <p:nvPr/>
                </p:nvSpPr>
                <p:spPr>
                  <a:xfrm rot="18540000">
                    <a:off x="6405656" y="6483727"/>
                    <a:ext cx="625743" cy="36567"/>
                  </a:xfrm>
                  <a:custGeom>
                    <a:avLst/>
                    <a:gdLst>
                      <a:gd name="connsiteX0" fmla="*/ 0 w 609600"/>
                      <a:gd name="connsiteY0" fmla="*/ 0 h 33699"/>
                      <a:gd name="connsiteX1" fmla="*/ 609600 w 609600"/>
                      <a:gd name="connsiteY1" fmla="*/ 0 h 33699"/>
                      <a:gd name="connsiteX2" fmla="*/ 609600 w 609600"/>
                      <a:gd name="connsiteY2" fmla="*/ 33699 h 33699"/>
                      <a:gd name="connsiteX3" fmla="*/ 0 w 609600"/>
                      <a:gd name="connsiteY3" fmla="*/ 33699 h 33699"/>
                      <a:gd name="connsiteX4" fmla="*/ 0 w 609600"/>
                      <a:gd name="connsiteY4" fmla="*/ 0 h 3369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09600 w 623312"/>
                      <a:gd name="connsiteY2" fmla="*/ 3587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21488 w 623312"/>
                      <a:gd name="connsiteY2" fmla="*/ 3522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1488"/>
                      <a:gd name="connsiteY0" fmla="*/ 0 h 33699"/>
                      <a:gd name="connsiteX1" fmla="*/ 616310 w 621488"/>
                      <a:gd name="connsiteY1" fmla="*/ 587 h 33699"/>
                      <a:gd name="connsiteX2" fmla="*/ 621488 w 621488"/>
                      <a:gd name="connsiteY2" fmla="*/ 33049 h 33699"/>
                      <a:gd name="connsiteX3" fmla="*/ 0 w 621488"/>
                      <a:gd name="connsiteY3" fmla="*/ 33699 h 33699"/>
                      <a:gd name="connsiteX4" fmla="*/ 0 w 621488"/>
                      <a:gd name="connsiteY4" fmla="*/ 0 h 33699"/>
                      <a:gd name="connsiteX0" fmla="*/ 1237 w 621488"/>
                      <a:gd name="connsiteY0" fmla="*/ 4591 h 33112"/>
                      <a:gd name="connsiteX1" fmla="*/ 616310 w 621488"/>
                      <a:gd name="connsiteY1" fmla="*/ 0 h 33112"/>
                      <a:gd name="connsiteX2" fmla="*/ 621488 w 621488"/>
                      <a:gd name="connsiteY2" fmla="*/ 32462 h 33112"/>
                      <a:gd name="connsiteX3" fmla="*/ 0 w 621488"/>
                      <a:gd name="connsiteY3" fmla="*/ 33112 h 33112"/>
                      <a:gd name="connsiteX4" fmla="*/ 1237 w 621488"/>
                      <a:gd name="connsiteY4" fmla="*/ 4591 h 33112"/>
                      <a:gd name="connsiteX0" fmla="*/ 1237 w 616310"/>
                      <a:gd name="connsiteY0" fmla="*/ 4591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1237 w 616310"/>
                      <a:gd name="connsiteY4" fmla="*/ 4591 h 33112"/>
                      <a:gd name="connsiteX0" fmla="*/ 7946 w 616310"/>
                      <a:gd name="connsiteY0" fmla="*/ 5178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7946 w 616310"/>
                      <a:gd name="connsiteY4" fmla="*/ 5178 h 33112"/>
                      <a:gd name="connsiteX0" fmla="*/ 57 w 608421"/>
                      <a:gd name="connsiteY0" fmla="*/ 5178 h 25458"/>
                      <a:gd name="connsiteX1" fmla="*/ 608421 w 608421"/>
                      <a:gd name="connsiteY1" fmla="*/ 0 h 25458"/>
                      <a:gd name="connsiteX2" fmla="*/ 607477 w 608421"/>
                      <a:gd name="connsiteY2" fmla="*/ 25165 h 25458"/>
                      <a:gd name="connsiteX3" fmla="*/ 1233 w 608421"/>
                      <a:gd name="connsiteY3" fmla="*/ 25458 h 25458"/>
                      <a:gd name="connsiteX4" fmla="*/ 57 w 608421"/>
                      <a:gd name="connsiteY4" fmla="*/ 5178 h 25458"/>
                      <a:gd name="connsiteX0" fmla="*/ 14068 w 622432"/>
                      <a:gd name="connsiteY0" fmla="*/ 5178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14068 w 622432"/>
                      <a:gd name="connsiteY4" fmla="*/ 5178 h 25815"/>
                      <a:gd name="connsiteX0" fmla="*/ 5534 w 622432"/>
                      <a:gd name="connsiteY0" fmla="*/ 6121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5534 w 622432"/>
                      <a:gd name="connsiteY4" fmla="*/ 6121 h 25815"/>
                      <a:gd name="connsiteX0" fmla="*/ 31 w 625463"/>
                      <a:gd name="connsiteY0" fmla="*/ 7064 h 25815"/>
                      <a:gd name="connsiteX1" fmla="*/ 625463 w 625463"/>
                      <a:gd name="connsiteY1" fmla="*/ 0 h 25815"/>
                      <a:gd name="connsiteX2" fmla="*/ 624519 w 625463"/>
                      <a:gd name="connsiteY2" fmla="*/ 25165 h 25815"/>
                      <a:gd name="connsiteX3" fmla="*/ 3031 w 625463"/>
                      <a:gd name="connsiteY3" fmla="*/ 25815 h 25815"/>
                      <a:gd name="connsiteX4" fmla="*/ 31 w 625463"/>
                      <a:gd name="connsiteY4" fmla="*/ 7064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16896 w 622432"/>
                      <a:gd name="connsiteY2" fmla="*/ 19693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301 w 622432"/>
                      <a:gd name="connsiteY0" fmla="*/ 7294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301 w 622432"/>
                      <a:gd name="connsiteY4" fmla="*/ 7294 h 25815"/>
                      <a:gd name="connsiteX0" fmla="*/ 4002 w 626133"/>
                      <a:gd name="connsiteY0" fmla="*/ 7294 h 28812"/>
                      <a:gd name="connsiteX1" fmla="*/ 626133 w 626133"/>
                      <a:gd name="connsiteY1" fmla="*/ 0 h 28812"/>
                      <a:gd name="connsiteX2" fmla="*/ 625775 w 626133"/>
                      <a:gd name="connsiteY2" fmla="*/ 18456 h 28812"/>
                      <a:gd name="connsiteX3" fmla="*/ 0 w 626133"/>
                      <a:gd name="connsiteY3" fmla="*/ 28812 h 28812"/>
                      <a:gd name="connsiteX4" fmla="*/ 4002 w 626133"/>
                      <a:gd name="connsiteY4" fmla="*/ 7294 h 28812"/>
                      <a:gd name="connsiteX0" fmla="*/ 35 w 622166"/>
                      <a:gd name="connsiteY0" fmla="*/ 7294 h 29516"/>
                      <a:gd name="connsiteX1" fmla="*/ 622166 w 622166"/>
                      <a:gd name="connsiteY1" fmla="*/ 0 h 29516"/>
                      <a:gd name="connsiteX2" fmla="*/ 621808 w 622166"/>
                      <a:gd name="connsiteY2" fmla="*/ 18456 h 29516"/>
                      <a:gd name="connsiteX3" fmla="*/ 2665 w 622166"/>
                      <a:gd name="connsiteY3" fmla="*/ 29516 h 29516"/>
                      <a:gd name="connsiteX4" fmla="*/ 35 w 622166"/>
                      <a:gd name="connsiteY4" fmla="*/ 7294 h 29516"/>
                      <a:gd name="connsiteX0" fmla="*/ 35 w 621832"/>
                      <a:gd name="connsiteY0" fmla="*/ 14345 h 36567"/>
                      <a:gd name="connsiteX1" fmla="*/ 619548 w 621832"/>
                      <a:gd name="connsiteY1" fmla="*/ 0 h 36567"/>
                      <a:gd name="connsiteX2" fmla="*/ 621808 w 621832"/>
                      <a:gd name="connsiteY2" fmla="*/ 25507 h 36567"/>
                      <a:gd name="connsiteX3" fmla="*/ 2665 w 621832"/>
                      <a:gd name="connsiteY3" fmla="*/ 36567 h 36567"/>
                      <a:gd name="connsiteX4" fmla="*/ 35 w 621832"/>
                      <a:gd name="connsiteY4" fmla="*/ 14345 h 36567"/>
                      <a:gd name="connsiteX0" fmla="*/ 35 w 619548"/>
                      <a:gd name="connsiteY0" fmla="*/ 14345 h 36567"/>
                      <a:gd name="connsiteX1" fmla="*/ 619548 w 619548"/>
                      <a:gd name="connsiteY1" fmla="*/ 0 h 36567"/>
                      <a:gd name="connsiteX2" fmla="*/ 612210 w 619548"/>
                      <a:gd name="connsiteY2" fmla="*/ 21101 h 36567"/>
                      <a:gd name="connsiteX3" fmla="*/ 2665 w 619548"/>
                      <a:gd name="connsiteY3" fmla="*/ 36567 h 36567"/>
                      <a:gd name="connsiteX4" fmla="*/ 35 w 619548"/>
                      <a:gd name="connsiteY4" fmla="*/ 14345 h 365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9548" h="36567">
                        <a:moveTo>
                          <a:pt x="35" y="14345"/>
                        </a:moveTo>
                        <a:lnTo>
                          <a:pt x="619548" y="0"/>
                        </a:lnTo>
                        <a:cubicBezTo>
                          <a:pt x="619233" y="8388"/>
                          <a:pt x="612525" y="12713"/>
                          <a:pt x="612210" y="21101"/>
                        </a:cubicBezTo>
                        <a:lnTo>
                          <a:pt x="2665" y="36567"/>
                        </a:lnTo>
                        <a:cubicBezTo>
                          <a:pt x="3077" y="27060"/>
                          <a:pt x="-377" y="23852"/>
                          <a:pt x="35" y="1434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ysClr val="windowText" lastClr="000000">
                          <a:lumMod val="65000"/>
                          <a:lumOff val="35000"/>
                        </a:sysClr>
                      </a:gs>
                      <a:gs pos="91000">
                        <a:sysClr val="windowText" lastClr="000000"/>
                      </a:gs>
                      <a:gs pos="83000">
                        <a:srgbClr val="FFFFFF"/>
                      </a:gs>
                      <a:gs pos="46000">
                        <a:srgbClr val="00B0F0">
                          <a:lumMod val="75000"/>
                        </a:srgbClr>
                      </a:gs>
                      <a:gs pos="16000">
                        <a:srgbClr val="FFFFFF"/>
                      </a:gs>
                      <a:gs pos="0">
                        <a:sysClr val="windowText" lastClr="000000"/>
                      </a:gs>
                    </a:gsLst>
                    <a:lin ang="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ounded Rectangle 23"/>
                  <p:cNvSpPr/>
                  <p:nvPr/>
                </p:nvSpPr>
                <p:spPr>
                  <a:xfrm rot="18525404">
                    <a:off x="6367971" y="6443465"/>
                    <a:ext cx="642564" cy="81245"/>
                  </a:xfrm>
                  <a:custGeom>
                    <a:avLst/>
                    <a:gdLst>
                      <a:gd name="connsiteX0" fmla="*/ 0 w 642563"/>
                      <a:gd name="connsiteY0" fmla="*/ 36713 h 73425"/>
                      <a:gd name="connsiteX1" fmla="*/ 36713 w 642563"/>
                      <a:gd name="connsiteY1" fmla="*/ 0 h 73425"/>
                      <a:gd name="connsiteX2" fmla="*/ 605851 w 642563"/>
                      <a:gd name="connsiteY2" fmla="*/ 0 h 73425"/>
                      <a:gd name="connsiteX3" fmla="*/ 642564 w 642563"/>
                      <a:gd name="connsiteY3" fmla="*/ 36713 h 73425"/>
                      <a:gd name="connsiteX4" fmla="*/ 642563 w 642563"/>
                      <a:gd name="connsiteY4" fmla="*/ 36713 h 73425"/>
                      <a:gd name="connsiteX5" fmla="*/ 605850 w 642563"/>
                      <a:gd name="connsiteY5" fmla="*/ 73426 h 73425"/>
                      <a:gd name="connsiteX6" fmla="*/ 36713 w 642563"/>
                      <a:gd name="connsiteY6" fmla="*/ 73425 h 73425"/>
                      <a:gd name="connsiteX7" fmla="*/ 0 w 642563"/>
                      <a:gd name="connsiteY7" fmla="*/ 36712 h 73425"/>
                      <a:gd name="connsiteX8" fmla="*/ 0 w 642563"/>
                      <a:gd name="connsiteY8" fmla="*/ 36713 h 73425"/>
                      <a:gd name="connsiteX0" fmla="*/ 0 w 642564"/>
                      <a:gd name="connsiteY0" fmla="*/ 36713 h 81245"/>
                      <a:gd name="connsiteX1" fmla="*/ 36713 w 642564"/>
                      <a:gd name="connsiteY1" fmla="*/ 0 h 81245"/>
                      <a:gd name="connsiteX2" fmla="*/ 605851 w 642564"/>
                      <a:gd name="connsiteY2" fmla="*/ 0 h 81245"/>
                      <a:gd name="connsiteX3" fmla="*/ 642564 w 642564"/>
                      <a:gd name="connsiteY3" fmla="*/ 36713 h 81245"/>
                      <a:gd name="connsiteX4" fmla="*/ 642563 w 642564"/>
                      <a:gd name="connsiteY4" fmla="*/ 36713 h 81245"/>
                      <a:gd name="connsiteX5" fmla="*/ 605850 w 642564"/>
                      <a:gd name="connsiteY5" fmla="*/ 73426 h 81245"/>
                      <a:gd name="connsiteX6" fmla="*/ 30776 w 642564"/>
                      <a:gd name="connsiteY6" fmla="*/ 81245 h 81245"/>
                      <a:gd name="connsiteX7" fmla="*/ 0 w 642564"/>
                      <a:gd name="connsiteY7" fmla="*/ 36712 h 81245"/>
                      <a:gd name="connsiteX8" fmla="*/ 0 w 642564"/>
                      <a:gd name="connsiteY8" fmla="*/ 36713 h 81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2564" h="81245">
                        <a:moveTo>
                          <a:pt x="0" y="36713"/>
                        </a:moveTo>
                        <a:cubicBezTo>
                          <a:pt x="0" y="16437"/>
                          <a:pt x="16437" y="0"/>
                          <a:pt x="36713" y="0"/>
                        </a:cubicBezTo>
                        <a:lnTo>
                          <a:pt x="605851" y="0"/>
                        </a:lnTo>
                        <a:cubicBezTo>
                          <a:pt x="626127" y="0"/>
                          <a:pt x="642564" y="16437"/>
                          <a:pt x="642564" y="36713"/>
                        </a:cubicBezTo>
                        <a:lnTo>
                          <a:pt x="642563" y="36713"/>
                        </a:lnTo>
                        <a:cubicBezTo>
                          <a:pt x="642563" y="56989"/>
                          <a:pt x="626126" y="73426"/>
                          <a:pt x="605850" y="73426"/>
                        </a:cubicBezTo>
                        <a:cubicBezTo>
                          <a:pt x="416138" y="73426"/>
                          <a:pt x="220488" y="81245"/>
                          <a:pt x="30776" y="81245"/>
                        </a:cubicBezTo>
                        <a:cubicBezTo>
                          <a:pt x="10500" y="81245"/>
                          <a:pt x="0" y="56988"/>
                          <a:pt x="0" y="36712"/>
                        </a:cubicBezTo>
                        <a:lnTo>
                          <a:pt x="0" y="36713"/>
                        </a:lnTo>
                        <a:close/>
                      </a:path>
                    </a:pathLst>
                  </a:custGeom>
                  <a:gradFill>
                    <a:gsLst>
                      <a:gs pos="99000">
                        <a:sysClr val="windowText" lastClr="000000"/>
                      </a:gs>
                      <a:gs pos="68000">
                        <a:srgbClr val="FFFFFF"/>
                      </a:gs>
                      <a:gs pos="49000">
                        <a:srgbClr val="FFFFFF">
                          <a:lumMod val="65000"/>
                        </a:srgbClr>
                      </a:gs>
                      <a:gs pos="24000">
                        <a:srgbClr val="FFFFFF"/>
                      </a:gs>
                      <a:gs pos="3000">
                        <a:sysClr val="windowText" lastClr="000000"/>
                      </a:gs>
                    </a:gsLst>
                    <a:lin ang="0" scaled="1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254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9" name="Rounded Rectangle 30"/>
                <p:cNvSpPr/>
                <p:nvPr/>
              </p:nvSpPr>
              <p:spPr>
                <a:xfrm rot="18501092">
                  <a:off x="4975463" y="5275507"/>
                  <a:ext cx="490181" cy="11056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Text" lastClr="000000"/>
                    </a:gs>
                    <a:gs pos="68000">
                      <a:srgbClr val="FFFFFF"/>
                    </a:gs>
                    <a:gs pos="49000">
                      <a:srgbClr val="FFFFFF">
                        <a:lumMod val="65000"/>
                      </a:srgbClr>
                    </a:gs>
                    <a:gs pos="24000">
                      <a:srgbClr val="FFFFFF"/>
                    </a:gs>
                    <a:gs pos="0">
                      <a:sysClr val="windowText" lastClr="000000"/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8" name="Group 19"/>
            <p:cNvGrpSpPr/>
            <p:nvPr/>
          </p:nvGrpSpPr>
          <p:grpSpPr>
            <a:xfrm>
              <a:off x="2096675" y="2151531"/>
              <a:ext cx="2620430" cy="2616668"/>
              <a:chOff x="3448050" y="1123950"/>
              <a:chExt cx="2733676" cy="2729753"/>
            </a:xfrm>
          </p:grpSpPr>
          <p:grpSp>
            <p:nvGrpSpPr>
              <p:cNvPr id="49" name="Group 20"/>
              <p:cNvGrpSpPr/>
              <p:nvPr/>
            </p:nvGrpSpPr>
            <p:grpSpPr>
              <a:xfrm>
                <a:off x="3448050" y="1123950"/>
                <a:ext cx="2733676" cy="2729753"/>
                <a:chOff x="3448050" y="1123950"/>
                <a:chExt cx="2733676" cy="2729753"/>
              </a:xfrm>
            </p:grpSpPr>
            <p:sp>
              <p:nvSpPr>
                <p:cNvPr id="51" name="Donut 22"/>
                <p:cNvSpPr/>
                <p:nvPr/>
              </p:nvSpPr>
              <p:spPr>
                <a:xfrm>
                  <a:off x="3448050" y="1123950"/>
                  <a:ext cx="2667000" cy="2667000"/>
                </a:xfrm>
                <a:prstGeom prst="donut">
                  <a:avLst>
                    <a:gd name="adj" fmla="val 4457"/>
                  </a:avLst>
                </a:prstGeom>
                <a:gradFill>
                  <a:gsLst>
                    <a:gs pos="100000">
                      <a:sysClr val="windowText" lastClr="000000"/>
                    </a:gs>
                    <a:gs pos="83000">
                      <a:srgbClr val="FFFFFF"/>
                    </a:gs>
                    <a:gs pos="46000">
                      <a:srgbClr val="FFFFFF">
                        <a:lumMod val="65000"/>
                      </a:srgbClr>
                    </a:gs>
                    <a:gs pos="16000">
                      <a:srgbClr val="FFFFFF"/>
                    </a:gs>
                    <a:gs pos="0">
                      <a:sysClr val="windowText" lastClr="000000"/>
                    </a:gs>
                  </a:gsLst>
                  <a:lin ang="13500000" scaled="1"/>
                </a:gradFill>
                <a:ln w="12700" cap="flat" cmpd="sng" algn="ctr">
                  <a:solidFill>
                    <a:srgbClr val="FFFFFF">
                      <a:lumMod val="6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103"/>
                <p:cNvSpPr/>
                <p:nvPr/>
              </p:nvSpPr>
              <p:spPr>
                <a:xfrm>
                  <a:off x="3551970" y="1241899"/>
                  <a:ext cx="2438522" cy="2429855"/>
                </a:xfrm>
                <a:custGeom>
                  <a:avLst/>
                  <a:gdLst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65529"/>
                    <a:gd name="connsiteY0" fmla="*/ 1193274 h 2369733"/>
                    <a:gd name="connsiteX1" fmla="*/ 1193274 w 2365529"/>
                    <a:gd name="connsiteY1" fmla="*/ 0 h 2369733"/>
                    <a:gd name="connsiteX2" fmla="*/ 2365529 w 2365529"/>
                    <a:gd name="connsiteY2" fmla="*/ 1184867 h 2369733"/>
                    <a:gd name="connsiteX3" fmla="*/ 1193274 w 2365529"/>
                    <a:gd name="connsiteY3" fmla="*/ 2369733 h 2369733"/>
                    <a:gd name="connsiteX4" fmla="*/ 0 w 2365529"/>
                    <a:gd name="connsiteY4" fmla="*/ 1193274 h 2369733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5529" h="2357121">
                      <a:moveTo>
                        <a:pt x="0" y="1180662"/>
                      </a:moveTo>
                      <a:cubicBezTo>
                        <a:pt x="0" y="521635"/>
                        <a:pt x="542655" y="0"/>
                        <a:pt x="1201682" y="0"/>
                      </a:cubicBezTo>
                      <a:cubicBezTo>
                        <a:pt x="1860709" y="0"/>
                        <a:pt x="2348713" y="521637"/>
                        <a:pt x="2365529" y="1172255"/>
                      </a:cubicBezTo>
                      <a:cubicBezTo>
                        <a:pt x="2365529" y="1831282"/>
                        <a:pt x="1852301" y="2357121"/>
                        <a:pt x="1193274" y="2357121"/>
                      </a:cubicBezTo>
                      <a:cubicBezTo>
                        <a:pt x="559470" y="2336101"/>
                        <a:pt x="0" y="1839689"/>
                        <a:pt x="0" y="118066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90000">
                      <a:schemeClr val="bg1">
                        <a:alpha val="20000"/>
                      </a:schemeClr>
                    </a:gs>
                    <a:gs pos="2000">
                      <a:schemeClr val="bg1">
                        <a:lumMod val="95000"/>
                        <a:alpha val="18000"/>
                      </a:schemeClr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23"/>
                <p:cNvSpPr/>
                <p:nvPr/>
              </p:nvSpPr>
              <p:spPr>
                <a:xfrm>
                  <a:off x="3590439" y="2005543"/>
                  <a:ext cx="2591287" cy="1848160"/>
                </a:xfrm>
                <a:custGeom>
                  <a:avLst/>
                  <a:gdLst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91287" h="1848160">
                      <a:moveTo>
                        <a:pt x="2441615" y="0"/>
                      </a:moveTo>
                      <a:cubicBezTo>
                        <a:pt x="2537709" y="172615"/>
                        <a:pt x="2591287" y="368773"/>
                        <a:pt x="2591287" y="590019"/>
                      </a:cubicBezTo>
                      <a:cubicBezTo>
                        <a:pt x="2544222" y="1191444"/>
                        <a:pt x="2012951" y="1834714"/>
                        <a:pt x="1217725" y="1848160"/>
                      </a:cubicBezTo>
                      <a:cubicBezTo>
                        <a:pt x="646051" y="1848160"/>
                        <a:pt x="169795" y="1535106"/>
                        <a:pt x="0" y="1057894"/>
                      </a:cubicBezTo>
                      <a:cubicBezTo>
                        <a:pt x="224987" y="1470666"/>
                        <a:pt x="645305" y="1766357"/>
                        <a:pt x="1176824" y="1766357"/>
                      </a:cubicBezTo>
                      <a:cubicBezTo>
                        <a:pt x="1931708" y="1766357"/>
                        <a:pt x="2456256" y="1217219"/>
                        <a:pt x="2530215" y="488045"/>
                      </a:cubicBezTo>
                      <a:cubicBezTo>
                        <a:pt x="2530215" y="317603"/>
                        <a:pt x="2507616" y="148269"/>
                        <a:pt x="2441615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Oval 59"/>
                <p:cNvSpPr/>
                <p:nvPr/>
              </p:nvSpPr>
              <p:spPr>
                <a:xfrm>
                  <a:off x="3550159" y="1238250"/>
                  <a:ext cx="2193274" cy="2093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3274" h="2093560">
                      <a:moveTo>
                        <a:pt x="1231392" y="0"/>
                      </a:moveTo>
                      <a:cubicBezTo>
                        <a:pt x="1620939" y="0"/>
                        <a:pt x="1968237" y="179092"/>
                        <a:pt x="2193274" y="459140"/>
                      </a:cubicBezTo>
                      <a:cubicBezTo>
                        <a:pt x="1972059" y="245503"/>
                        <a:pt x="1669589" y="114300"/>
                        <a:pt x="1336167" y="114300"/>
                      </a:cubicBezTo>
                      <a:cubicBezTo>
                        <a:pt x="656088" y="114300"/>
                        <a:pt x="104775" y="660154"/>
                        <a:pt x="104775" y="1333500"/>
                      </a:cubicBezTo>
                      <a:cubicBezTo>
                        <a:pt x="104775" y="1621156"/>
                        <a:pt x="205392" y="1885545"/>
                        <a:pt x="374285" y="2093560"/>
                      </a:cubicBezTo>
                      <a:cubicBezTo>
                        <a:pt x="143246" y="1872526"/>
                        <a:pt x="0" y="1562426"/>
                        <a:pt x="0" y="1219200"/>
                      </a:cubicBezTo>
                      <a:cubicBezTo>
                        <a:pt x="0" y="545854"/>
                        <a:pt x="551313" y="0"/>
                        <a:pt x="1231392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2"/>
                <p:cNvSpPr/>
                <p:nvPr/>
              </p:nvSpPr>
              <p:spPr>
                <a:xfrm>
                  <a:off x="3711515" y="2233357"/>
                  <a:ext cx="164311" cy="980624"/>
                </a:xfrm>
                <a:custGeom>
                  <a:avLst/>
                  <a:gdLst>
                    <a:gd name="connsiteX0" fmla="*/ 0 w 586946"/>
                    <a:gd name="connsiteY0" fmla="*/ 0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0 w 586946"/>
                    <a:gd name="connsiteY4" fmla="*/ 0 h 1130643"/>
                    <a:gd name="connsiteX0" fmla="*/ 164306 w 586946"/>
                    <a:gd name="connsiteY0" fmla="*/ 142875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164306 w 586946"/>
                    <a:gd name="connsiteY4" fmla="*/ 142875 h 1130643"/>
                    <a:gd name="connsiteX0" fmla="*/ 164306 w 586946"/>
                    <a:gd name="connsiteY0" fmla="*/ 0 h 987768"/>
                    <a:gd name="connsiteX1" fmla="*/ 370252 w 586946"/>
                    <a:gd name="connsiteY1" fmla="*/ 71437 h 987768"/>
                    <a:gd name="connsiteX2" fmla="*/ 586946 w 586946"/>
                    <a:gd name="connsiteY2" fmla="*/ 987768 h 987768"/>
                    <a:gd name="connsiteX3" fmla="*/ 0 w 586946"/>
                    <a:gd name="connsiteY3" fmla="*/ 987768 h 987768"/>
                    <a:gd name="connsiteX4" fmla="*/ 164306 w 586946"/>
                    <a:gd name="connsiteY4" fmla="*/ 0 h 987768"/>
                    <a:gd name="connsiteX0" fmla="*/ 0 w 422640"/>
                    <a:gd name="connsiteY0" fmla="*/ 0 h 987768"/>
                    <a:gd name="connsiteX1" fmla="*/ 205946 w 422640"/>
                    <a:gd name="connsiteY1" fmla="*/ 71437 h 987768"/>
                    <a:gd name="connsiteX2" fmla="*/ 422640 w 422640"/>
                    <a:gd name="connsiteY2" fmla="*/ 987768 h 987768"/>
                    <a:gd name="connsiteX3" fmla="*/ 0 w 422640"/>
                    <a:gd name="connsiteY3" fmla="*/ 0 h 987768"/>
                    <a:gd name="connsiteX0" fmla="*/ 0 w 205946"/>
                    <a:gd name="connsiteY0" fmla="*/ 0 h 980624"/>
                    <a:gd name="connsiteX1" fmla="*/ 205946 w 205946"/>
                    <a:gd name="connsiteY1" fmla="*/ 71437 h 980624"/>
                    <a:gd name="connsiteX2" fmla="*/ 124984 w 205946"/>
                    <a:gd name="connsiteY2" fmla="*/ 980624 h 980624"/>
                    <a:gd name="connsiteX3" fmla="*/ 0 w 205946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191" h="980624">
                      <a:moveTo>
                        <a:pt x="73245" y="0"/>
                      </a:moveTo>
                      <a:lnTo>
                        <a:pt x="279191" y="71437"/>
                      </a:lnTo>
                      <a:cubicBezTo>
                        <a:pt x="147429" y="243530"/>
                        <a:pt x="49003" y="525162"/>
                        <a:pt x="198229" y="980624"/>
                      </a:cubicBezTo>
                      <a:cubicBezTo>
                        <a:pt x="-105369" y="510874"/>
                        <a:pt x="14893" y="145900"/>
                        <a:pt x="732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Chord 31"/>
              <p:cNvSpPr/>
              <p:nvPr/>
            </p:nvSpPr>
            <p:spPr>
              <a:xfrm rot="1866441">
                <a:off x="3583640" y="1343373"/>
                <a:ext cx="1130298" cy="1890132"/>
              </a:xfrm>
              <a:custGeom>
                <a:avLst/>
                <a:gdLst>
                  <a:gd name="connsiteX0" fmla="*/ 2070314 w 2425524"/>
                  <a:gd name="connsiteY0" fmla="*/ 2070314 h 2425524"/>
                  <a:gd name="connsiteX1" fmla="*/ 606381 w 2425524"/>
                  <a:gd name="connsiteY1" fmla="*/ 2263044 h 2425524"/>
                  <a:gd name="connsiteX2" fmla="*/ 41324 w 2425524"/>
                  <a:gd name="connsiteY2" fmla="*/ 898875 h 2425524"/>
                  <a:gd name="connsiteX3" fmla="*/ 1212762 w 2425524"/>
                  <a:gd name="connsiteY3" fmla="*/ -1 h 2425524"/>
                  <a:gd name="connsiteX4" fmla="*/ 2070314 w 2425524"/>
                  <a:gd name="connsiteY4" fmla="*/ 2070314 h 2425524"/>
                  <a:gd name="connsiteX0" fmla="*/ 2070423 w 2070423"/>
                  <a:gd name="connsiteY0" fmla="*/ 2070315 h 2425553"/>
                  <a:gd name="connsiteX1" fmla="*/ 606490 w 2070423"/>
                  <a:gd name="connsiteY1" fmla="*/ 2263045 h 2425553"/>
                  <a:gd name="connsiteX2" fmla="*/ 41433 w 2070423"/>
                  <a:gd name="connsiteY2" fmla="*/ 898876 h 2425553"/>
                  <a:gd name="connsiteX3" fmla="*/ 1212871 w 2070423"/>
                  <a:gd name="connsiteY3" fmla="*/ 0 h 2425553"/>
                  <a:gd name="connsiteX4" fmla="*/ 2070423 w 2070423"/>
                  <a:gd name="connsiteY4" fmla="*/ 2070315 h 2425553"/>
                  <a:gd name="connsiteX0" fmla="*/ 2070423 w 2070423"/>
                  <a:gd name="connsiteY0" fmla="*/ 2070315 h 2362424"/>
                  <a:gd name="connsiteX1" fmla="*/ 606490 w 2070423"/>
                  <a:gd name="connsiteY1" fmla="*/ 2263045 h 2362424"/>
                  <a:gd name="connsiteX2" fmla="*/ 41433 w 2070423"/>
                  <a:gd name="connsiteY2" fmla="*/ 898876 h 2362424"/>
                  <a:gd name="connsiteX3" fmla="*/ 1212871 w 2070423"/>
                  <a:gd name="connsiteY3" fmla="*/ 0 h 2362424"/>
                  <a:gd name="connsiteX4" fmla="*/ 2070423 w 2070423"/>
                  <a:gd name="connsiteY4" fmla="*/ 2070315 h 2362424"/>
                  <a:gd name="connsiteX0" fmla="*/ 2070423 w 2070423"/>
                  <a:gd name="connsiteY0" fmla="*/ 2070315 h 2263045"/>
                  <a:gd name="connsiteX1" fmla="*/ 606490 w 2070423"/>
                  <a:gd name="connsiteY1" fmla="*/ 2263045 h 2263045"/>
                  <a:gd name="connsiteX2" fmla="*/ 41433 w 2070423"/>
                  <a:gd name="connsiteY2" fmla="*/ 898876 h 2263045"/>
                  <a:gd name="connsiteX3" fmla="*/ 1212871 w 2070423"/>
                  <a:gd name="connsiteY3" fmla="*/ 0 h 2263045"/>
                  <a:gd name="connsiteX4" fmla="*/ 2070423 w 2070423"/>
                  <a:gd name="connsiteY4" fmla="*/ 2070315 h 2263045"/>
                  <a:gd name="connsiteX0" fmla="*/ 2028990 w 2028990"/>
                  <a:gd name="connsiteY0" fmla="*/ 2070315 h 2263045"/>
                  <a:gd name="connsiteX1" fmla="*/ 565057 w 2028990"/>
                  <a:gd name="connsiteY1" fmla="*/ 2263045 h 2263045"/>
                  <a:gd name="connsiteX2" fmla="*/ 0 w 2028990"/>
                  <a:gd name="connsiteY2" fmla="*/ 898876 h 2263045"/>
                  <a:gd name="connsiteX3" fmla="*/ 1171438 w 2028990"/>
                  <a:gd name="connsiteY3" fmla="*/ 0 h 2263045"/>
                  <a:gd name="connsiteX4" fmla="*/ 2028990 w 2028990"/>
                  <a:gd name="connsiteY4" fmla="*/ 2070315 h 2263045"/>
                  <a:gd name="connsiteX0" fmla="*/ 2083060 w 2083060"/>
                  <a:gd name="connsiteY0" fmla="*/ 2070315 h 2263045"/>
                  <a:gd name="connsiteX1" fmla="*/ 619127 w 2083060"/>
                  <a:gd name="connsiteY1" fmla="*/ 2263045 h 2263045"/>
                  <a:gd name="connsiteX2" fmla="*/ 54070 w 2083060"/>
                  <a:gd name="connsiteY2" fmla="*/ 898876 h 2263045"/>
                  <a:gd name="connsiteX3" fmla="*/ 1225508 w 2083060"/>
                  <a:gd name="connsiteY3" fmla="*/ 0 h 2263045"/>
                  <a:gd name="connsiteX4" fmla="*/ 2083060 w 2083060"/>
                  <a:gd name="connsiteY4" fmla="*/ 2070315 h 2263045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35729 w 1735729"/>
                  <a:gd name="connsiteY0" fmla="*/ 1844935 h 1992589"/>
                  <a:gd name="connsiteX1" fmla="*/ 606647 w 1735729"/>
                  <a:gd name="connsiteY1" fmla="*/ 1992589 h 1992589"/>
                  <a:gd name="connsiteX2" fmla="*/ 41590 w 1735729"/>
                  <a:gd name="connsiteY2" fmla="*/ 628420 h 1992589"/>
                  <a:gd name="connsiteX3" fmla="*/ 478932 w 1735729"/>
                  <a:gd name="connsiteY3" fmla="*/ 0 h 1992589"/>
                  <a:gd name="connsiteX4" fmla="*/ 1735729 w 1735729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2027490"/>
                  <a:gd name="connsiteX1" fmla="*/ 617379 w 1746461"/>
                  <a:gd name="connsiteY1" fmla="*/ 2027490 h 2027490"/>
                  <a:gd name="connsiteX2" fmla="*/ 40415 w 1746461"/>
                  <a:gd name="connsiteY2" fmla="*/ 626039 h 2027490"/>
                  <a:gd name="connsiteX3" fmla="*/ 489664 w 1746461"/>
                  <a:gd name="connsiteY3" fmla="*/ 0 h 2027490"/>
                  <a:gd name="connsiteX4" fmla="*/ 1746461 w 1746461"/>
                  <a:gd name="connsiteY4" fmla="*/ 1844935 h 2027490"/>
                  <a:gd name="connsiteX0" fmla="*/ 1739990 w 1739990"/>
                  <a:gd name="connsiteY0" fmla="*/ 1844935 h 2027490"/>
                  <a:gd name="connsiteX1" fmla="*/ 610908 w 1739990"/>
                  <a:gd name="connsiteY1" fmla="*/ 2027490 h 2027490"/>
                  <a:gd name="connsiteX2" fmla="*/ 33944 w 1739990"/>
                  <a:gd name="connsiteY2" fmla="*/ 626039 h 2027490"/>
                  <a:gd name="connsiteX3" fmla="*/ 483193 w 1739990"/>
                  <a:gd name="connsiteY3" fmla="*/ 0 h 2027490"/>
                  <a:gd name="connsiteX4" fmla="*/ 1739990 w 1739990"/>
                  <a:gd name="connsiteY4" fmla="*/ 1844935 h 2027490"/>
                  <a:gd name="connsiteX0" fmla="*/ 1766030 w 1766030"/>
                  <a:gd name="connsiteY0" fmla="*/ 1844935 h 2027490"/>
                  <a:gd name="connsiteX1" fmla="*/ 636948 w 1766030"/>
                  <a:gd name="connsiteY1" fmla="*/ 2027490 h 2027490"/>
                  <a:gd name="connsiteX2" fmla="*/ 32063 w 1766030"/>
                  <a:gd name="connsiteY2" fmla="*/ 605099 h 2027490"/>
                  <a:gd name="connsiteX3" fmla="*/ 509233 w 1766030"/>
                  <a:gd name="connsiteY3" fmla="*/ 0 h 2027490"/>
                  <a:gd name="connsiteX4" fmla="*/ 1766030 w 1766030"/>
                  <a:gd name="connsiteY4" fmla="*/ 1844935 h 2027490"/>
                  <a:gd name="connsiteX0" fmla="*/ 1766030 w 1766030"/>
                  <a:gd name="connsiteY0" fmla="*/ 1844935 h 2034470"/>
                  <a:gd name="connsiteX1" fmla="*/ 636948 w 1766030"/>
                  <a:gd name="connsiteY1" fmla="*/ 2034470 h 2034470"/>
                  <a:gd name="connsiteX2" fmla="*/ 32063 w 1766030"/>
                  <a:gd name="connsiteY2" fmla="*/ 605099 h 2034470"/>
                  <a:gd name="connsiteX3" fmla="*/ 509233 w 1766030"/>
                  <a:gd name="connsiteY3" fmla="*/ 0 h 2034470"/>
                  <a:gd name="connsiteX4" fmla="*/ 1766030 w 1766030"/>
                  <a:gd name="connsiteY4" fmla="*/ 1844935 h 2034470"/>
                  <a:gd name="connsiteX0" fmla="*/ 1763311 w 1763311"/>
                  <a:gd name="connsiteY0" fmla="*/ 1844935 h 2034470"/>
                  <a:gd name="connsiteX1" fmla="*/ 634229 w 1763311"/>
                  <a:gd name="connsiteY1" fmla="*/ 2034470 h 2034470"/>
                  <a:gd name="connsiteX2" fmla="*/ 29344 w 1763311"/>
                  <a:gd name="connsiteY2" fmla="*/ 605099 h 2034470"/>
                  <a:gd name="connsiteX3" fmla="*/ 506514 w 1763311"/>
                  <a:gd name="connsiteY3" fmla="*/ 0 h 2034470"/>
                  <a:gd name="connsiteX4" fmla="*/ 1763311 w 1763311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61148 w 1761148"/>
                  <a:gd name="connsiteY0" fmla="*/ 1844935 h 2034470"/>
                  <a:gd name="connsiteX1" fmla="*/ 632066 w 1761148"/>
                  <a:gd name="connsiteY1" fmla="*/ 2034470 h 2034470"/>
                  <a:gd name="connsiteX2" fmla="*/ 27181 w 1761148"/>
                  <a:gd name="connsiteY2" fmla="*/ 605099 h 2034470"/>
                  <a:gd name="connsiteX3" fmla="*/ 504351 w 1761148"/>
                  <a:gd name="connsiteY3" fmla="*/ 0 h 2034470"/>
                  <a:gd name="connsiteX4" fmla="*/ 1761148 w 1761148"/>
                  <a:gd name="connsiteY4" fmla="*/ 1844935 h 2034470"/>
                  <a:gd name="connsiteX0" fmla="*/ 1737873 w 1737873"/>
                  <a:gd name="connsiteY0" fmla="*/ 1844935 h 2034470"/>
                  <a:gd name="connsiteX1" fmla="*/ 608791 w 1737873"/>
                  <a:gd name="connsiteY1" fmla="*/ 2034470 h 2034470"/>
                  <a:gd name="connsiteX2" fmla="*/ 28508 w 1737873"/>
                  <a:gd name="connsiteY2" fmla="*/ 605099 h 2034470"/>
                  <a:gd name="connsiteX3" fmla="*/ 481076 w 1737873"/>
                  <a:gd name="connsiteY3" fmla="*/ 0 h 2034470"/>
                  <a:gd name="connsiteX4" fmla="*/ 1737873 w 1737873"/>
                  <a:gd name="connsiteY4" fmla="*/ 1844935 h 2034470"/>
                  <a:gd name="connsiteX0" fmla="*/ 1731095 w 1731095"/>
                  <a:gd name="connsiteY0" fmla="*/ 1844935 h 2005766"/>
                  <a:gd name="connsiteX1" fmla="*/ 757830 w 1731095"/>
                  <a:gd name="connsiteY1" fmla="*/ 2005766 h 2005766"/>
                  <a:gd name="connsiteX2" fmla="*/ 21730 w 1731095"/>
                  <a:gd name="connsiteY2" fmla="*/ 605099 h 2005766"/>
                  <a:gd name="connsiteX3" fmla="*/ 474298 w 1731095"/>
                  <a:gd name="connsiteY3" fmla="*/ 0 h 2005766"/>
                  <a:gd name="connsiteX4" fmla="*/ 1731095 w 1731095"/>
                  <a:gd name="connsiteY4" fmla="*/ 1844935 h 2005766"/>
                  <a:gd name="connsiteX0" fmla="*/ 1719212 w 1719212"/>
                  <a:gd name="connsiteY0" fmla="*/ 1844935 h 2005766"/>
                  <a:gd name="connsiteX1" fmla="*/ 745947 w 1719212"/>
                  <a:gd name="connsiteY1" fmla="*/ 2005766 h 2005766"/>
                  <a:gd name="connsiteX2" fmla="*/ 22149 w 1719212"/>
                  <a:gd name="connsiteY2" fmla="*/ 600998 h 2005766"/>
                  <a:gd name="connsiteX3" fmla="*/ 462415 w 1719212"/>
                  <a:gd name="connsiteY3" fmla="*/ 0 h 2005766"/>
                  <a:gd name="connsiteX4" fmla="*/ 1719212 w 1719212"/>
                  <a:gd name="connsiteY4" fmla="*/ 1844935 h 2005766"/>
                  <a:gd name="connsiteX0" fmla="*/ 1697830 w 1697830"/>
                  <a:gd name="connsiteY0" fmla="*/ 1844935 h 2005766"/>
                  <a:gd name="connsiteX1" fmla="*/ 724565 w 1697830"/>
                  <a:gd name="connsiteY1" fmla="*/ 2005766 h 2005766"/>
                  <a:gd name="connsiteX2" fmla="*/ 767 w 1697830"/>
                  <a:gd name="connsiteY2" fmla="*/ 600998 h 2005766"/>
                  <a:gd name="connsiteX3" fmla="*/ 441033 w 1697830"/>
                  <a:gd name="connsiteY3" fmla="*/ 0 h 2005766"/>
                  <a:gd name="connsiteX4" fmla="*/ 1697830 w 1697830"/>
                  <a:gd name="connsiteY4" fmla="*/ 1844935 h 2005766"/>
                  <a:gd name="connsiteX0" fmla="*/ 1697860 w 1697860"/>
                  <a:gd name="connsiteY0" fmla="*/ 1844935 h 2005766"/>
                  <a:gd name="connsiteX1" fmla="*/ 724595 w 1697860"/>
                  <a:gd name="connsiteY1" fmla="*/ 2005766 h 2005766"/>
                  <a:gd name="connsiteX2" fmla="*/ 797 w 1697860"/>
                  <a:gd name="connsiteY2" fmla="*/ 600998 h 2005766"/>
                  <a:gd name="connsiteX3" fmla="*/ 441063 w 1697860"/>
                  <a:gd name="connsiteY3" fmla="*/ 0 h 2005766"/>
                  <a:gd name="connsiteX4" fmla="*/ 1697860 w 1697860"/>
                  <a:gd name="connsiteY4" fmla="*/ 1844935 h 2005766"/>
                  <a:gd name="connsiteX0" fmla="*/ 1310663 w 1310663"/>
                  <a:gd name="connsiteY0" fmla="*/ 1844935 h 2005766"/>
                  <a:gd name="connsiteX1" fmla="*/ 337398 w 1310663"/>
                  <a:gd name="connsiteY1" fmla="*/ 2005766 h 2005766"/>
                  <a:gd name="connsiteX2" fmla="*/ 53866 w 1310663"/>
                  <a:gd name="connsiteY2" fmla="*/ 0 h 2005766"/>
                  <a:gd name="connsiteX3" fmla="*/ 1310663 w 1310663"/>
                  <a:gd name="connsiteY3" fmla="*/ 1844935 h 2005766"/>
                  <a:gd name="connsiteX0" fmla="*/ 1547182 w 1547182"/>
                  <a:gd name="connsiteY0" fmla="*/ 1844935 h 2005766"/>
                  <a:gd name="connsiteX1" fmla="*/ 573917 w 1547182"/>
                  <a:gd name="connsiteY1" fmla="*/ 2005766 h 2005766"/>
                  <a:gd name="connsiteX2" fmla="*/ 290385 w 1547182"/>
                  <a:gd name="connsiteY2" fmla="*/ 0 h 2005766"/>
                  <a:gd name="connsiteX3" fmla="*/ 1547182 w 1547182"/>
                  <a:gd name="connsiteY3" fmla="*/ 1844935 h 2005766"/>
                  <a:gd name="connsiteX0" fmla="*/ 1535283 w 1535283"/>
                  <a:gd name="connsiteY0" fmla="*/ 1844935 h 1997565"/>
                  <a:gd name="connsiteX1" fmla="*/ 619424 w 1535283"/>
                  <a:gd name="connsiteY1" fmla="*/ 1997565 h 1997565"/>
                  <a:gd name="connsiteX2" fmla="*/ 278486 w 1535283"/>
                  <a:gd name="connsiteY2" fmla="*/ 0 h 1997565"/>
                  <a:gd name="connsiteX3" fmla="*/ 1535283 w 1535283"/>
                  <a:gd name="connsiteY3" fmla="*/ 1844935 h 1997565"/>
                  <a:gd name="connsiteX0" fmla="*/ 1256797 w 1256797"/>
                  <a:gd name="connsiteY0" fmla="*/ 1844935 h 1844935"/>
                  <a:gd name="connsiteX1" fmla="*/ 0 w 1256797"/>
                  <a:gd name="connsiteY1" fmla="*/ 0 h 1844935"/>
                  <a:gd name="connsiteX2" fmla="*/ 1256797 w 1256797"/>
                  <a:gd name="connsiteY2" fmla="*/ 1844935 h 1844935"/>
                  <a:gd name="connsiteX0" fmla="*/ 1256797 w 1256797"/>
                  <a:gd name="connsiteY0" fmla="*/ 1844935 h 1860120"/>
                  <a:gd name="connsiteX1" fmla="*/ 0 w 1256797"/>
                  <a:gd name="connsiteY1" fmla="*/ 0 h 1860120"/>
                  <a:gd name="connsiteX2" fmla="*/ 1256797 w 1256797"/>
                  <a:gd name="connsiteY2" fmla="*/ 1844935 h 1860120"/>
                  <a:gd name="connsiteX0" fmla="*/ 1560885 w 1560885"/>
                  <a:gd name="connsiteY0" fmla="*/ 1844935 h 1857836"/>
                  <a:gd name="connsiteX1" fmla="*/ 304088 w 1560885"/>
                  <a:gd name="connsiteY1" fmla="*/ 0 h 1857836"/>
                  <a:gd name="connsiteX2" fmla="*/ 1560885 w 1560885"/>
                  <a:gd name="connsiteY2" fmla="*/ 1844935 h 1857836"/>
                  <a:gd name="connsiteX0" fmla="*/ 1547179 w 1547179"/>
                  <a:gd name="connsiteY0" fmla="*/ 1906441 h 1918920"/>
                  <a:gd name="connsiteX1" fmla="*/ 310884 w 1547179"/>
                  <a:gd name="connsiteY1" fmla="*/ 0 h 1918920"/>
                  <a:gd name="connsiteX2" fmla="*/ 1547179 w 1547179"/>
                  <a:gd name="connsiteY2" fmla="*/ 1906441 h 1918920"/>
                  <a:gd name="connsiteX0" fmla="*/ 1528308 w 1528308"/>
                  <a:gd name="connsiteY0" fmla="*/ 1906441 h 1938005"/>
                  <a:gd name="connsiteX1" fmla="*/ 292013 w 1528308"/>
                  <a:gd name="connsiteY1" fmla="*/ 0 h 1938005"/>
                  <a:gd name="connsiteX2" fmla="*/ 1528308 w 1528308"/>
                  <a:gd name="connsiteY2" fmla="*/ 1906441 h 1938005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634630 w 1634630"/>
                  <a:gd name="connsiteY0" fmla="*/ 1906441 h 2065595"/>
                  <a:gd name="connsiteX1" fmla="*/ 398335 w 1634630"/>
                  <a:gd name="connsiteY1" fmla="*/ 0 h 2065595"/>
                  <a:gd name="connsiteX2" fmla="*/ 1634630 w 1634630"/>
                  <a:gd name="connsiteY2" fmla="*/ 1906441 h 2065595"/>
                  <a:gd name="connsiteX0" fmla="*/ 1738350 w 1738350"/>
                  <a:gd name="connsiteY0" fmla="*/ 1906441 h 2071671"/>
                  <a:gd name="connsiteX1" fmla="*/ 502055 w 1738350"/>
                  <a:gd name="connsiteY1" fmla="*/ 0 h 2071671"/>
                  <a:gd name="connsiteX2" fmla="*/ 1738350 w 1738350"/>
                  <a:gd name="connsiteY2" fmla="*/ 1906441 h 2071671"/>
                  <a:gd name="connsiteX0" fmla="*/ 1716657 w 1716657"/>
                  <a:gd name="connsiteY0" fmla="*/ 1906441 h 2019965"/>
                  <a:gd name="connsiteX1" fmla="*/ 480362 w 1716657"/>
                  <a:gd name="connsiteY1" fmla="*/ 0 h 2019965"/>
                  <a:gd name="connsiteX2" fmla="*/ 1716657 w 1716657"/>
                  <a:gd name="connsiteY2" fmla="*/ 1906441 h 2019965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68938 w 1768938"/>
                  <a:gd name="connsiteY0" fmla="*/ 1864945 h 1963334"/>
                  <a:gd name="connsiteX1" fmla="*/ 463873 w 1768938"/>
                  <a:gd name="connsiteY1" fmla="*/ 0 h 1963334"/>
                  <a:gd name="connsiteX2" fmla="*/ 1768938 w 1768938"/>
                  <a:gd name="connsiteY2" fmla="*/ 1864945 h 1963334"/>
                  <a:gd name="connsiteX0" fmla="*/ 1778189 w 1778189"/>
                  <a:gd name="connsiteY0" fmla="*/ 1864945 h 1977575"/>
                  <a:gd name="connsiteX1" fmla="*/ 473124 w 1778189"/>
                  <a:gd name="connsiteY1" fmla="*/ 0 h 1977575"/>
                  <a:gd name="connsiteX2" fmla="*/ 1778189 w 1778189"/>
                  <a:gd name="connsiteY2" fmla="*/ 1864945 h 1977575"/>
                  <a:gd name="connsiteX0" fmla="*/ 1772553 w 1772553"/>
                  <a:gd name="connsiteY0" fmla="*/ 1864945 h 1980049"/>
                  <a:gd name="connsiteX1" fmla="*/ 467488 w 1772553"/>
                  <a:gd name="connsiteY1" fmla="*/ 0 h 1980049"/>
                  <a:gd name="connsiteX2" fmla="*/ 1772553 w 1772553"/>
                  <a:gd name="connsiteY2" fmla="*/ 1864945 h 1980049"/>
                  <a:gd name="connsiteX0" fmla="*/ 1780606 w 1780606"/>
                  <a:gd name="connsiteY0" fmla="*/ 1864945 h 1962324"/>
                  <a:gd name="connsiteX1" fmla="*/ 475541 w 1780606"/>
                  <a:gd name="connsiteY1" fmla="*/ 0 h 1962324"/>
                  <a:gd name="connsiteX2" fmla="*/ 1780606 w 1780606"/>
                  <a:gd name="connsiteY2" fmla="*/ 1864945 h 196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80606" h="1962324">
                    <a:moveTo>
                      <a:pt x="1780606" y="1864945"/>
                    </a:moveTo>
                    <a:cubicBezTo>
                      <a:pt x="-328568" y="2417276"/>
                      <a:pt x="-280107" y="460227"/>
                      <a:pt x="475541" y="0"/>
                    </a:cubicBezTo>
                    <a:cubicBezTo>
                      <a:pt x="420907" y="581428"/>
                      <a:pt x="598317" y="1203785"/>
                      <a:pt x="1780606" y="1864945"/>
                    </a:cubicBezTo>
                    <a:close/>
                  </a:path>
                </a:pathLst>
              </a:custGeom>
              <a:gradFill flip="none" rotWithShape="1">
                <a:gsLst>
                  <a:gs pos="70000">
                    <a:srgbClr val="FFFFFF">
                      <a:alpha val="0"/>
                    </a:srgbClr>
                  </a:gs>
                  <a:gs pos="10000">
                    <a:srgbClr val="FFFFFF">
                      <a:alpha val="58824"/>
                    </a:srgbClr>
                  </a:gs>
                </a:gsLst>
                <a:lin ang="2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060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960646" y="1650547"/>
            <a:ext cx="6270708" cy="3556906"/>
            <a:chOff x="1596144" y="1821971"/>
            <a:chExt cx="6270708" cy="3556906"/>
          </a:xfrm>
        </p:grpSpPr>
        <p:grpSp>
          <p:nvGrpSpPr>
            <p:cNvPr id="37" name="Grupo 36"/>
            <p:cNvGrpSpPr/>
            <p:nvPr/>
          </p:nvGrpSpPr>
          <p:grpSpPr>
            <a:xfrm>
              <a:off x="1596144" y="1821971"/>
              <a:ext cx="5468017" cy="3218400"/>
              <a:chOff x="202570" y="3824425"/>
              <a:chExt cx="3745975" cy="2149246"/>
            </a:xfrm>
          </p:grpSpPr>
          <p:sp>
            <p:nvSpPr>
              <p:cNvPr id="38" name="Rounded Rectangle 110"/>
              <p:cNvSpPr/>
              <p:nvPr/>
            </p:nvSpPr>
            <p:spPr>
              <a:xfrm rot="5400000">
                <a:off x="1259256" y="3284382"/>
                <a:ext cx="1821522" cy="3557056"/>
              </a:xfrm>
              <a:prstGeom prst="roundRect">
                <a:avLst>
                  <a:gd name="adj" fmla="val 7102"/>
                </a:avLst>
              </a:prstGeom>
              <a:gradFill flip="none" rotWithShape="1">
                <a:gsLst>
                  <a:gs pos="0">
                    <a:srgbClr val="EC9EC5"/>
                  </a:gs>
                  <a:gs pos="100000">
                    <a:srgbClr val="C12572"/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kern="0" dirty="0"/>
              </a:p>
            </p:txBody>
          </p:sp>
          <p:sp>
            <p:nvSpPr>
              <p:cNvPr id="39" name="Rectangle 111"/>
              <p:cNvSpPr/>
              <p:nvPr/>
            </p:nvSpPr>
            <p:spPr>
              <a:xfrm>
                <a:off x="1494975" y="4664488"/>
                <a:ext cx="1886366" cy="637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Modelo de Contratação – Evolução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Modelo de Contratação - Sustentação</a:t>
                </a:r>
              </a:p>
            </p:txBody>
          </p:sp>
          <p:sp>
            <p:nvSpPr>
              <p:cNvPr id="40" name="Oval 3"/>
              <p:cNvSpPr/>
              <p:nvPr/>
            </p:nvSpPr>
            <p:spPr>
              <a:xfrm rot="21238514">
                <a:off x="202570" y="3824425"/>
                <a:ext cx="1264225" cy="1494425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99"/>
                  <a:gd name="connsiteX1" fmla="*/ 344482 w 688986"/>
                  <a:gd name="connsiteY1" fmla="*/ 0 h 814199"/>
                  <a:gd name="connsiteX2" fmla="*/ 688964 w 688986"/>
                  <a:gd name="connsiteY2" fmla="*/ 344482 h 814199"/>
                  <a:gd name="connsiteX3" fmla="*/ 358770 w 688986"/>
                  <a:gd name="connsiteY3" fmla="*/ 688964 h 814199"/>
                  <a:gd name="connsiteX4" fmla="*/ 296382 w 688986"/>
                  <a:gd name="connsiteY4" fmla="*/ 813796 h 814199"/>
                  <a:gd name="connsiteX5" fmla="*/ 141601 w 688986"/>
                  <a:gd name="connsiteY5" fmla="*/ 625677 h 814199"/>
                  <a:gd name="connsiteX6" fmla="*/ 0 w 688986"/>
                  <a:gd name="connsiteY6" fmla="*/ 344482 h 814199"/>
                  <a:gd name="connsiteX0" fmla="*/ 0 w 688986"/>
                  <a:gd name="connsiteY0" fmla="*/ 344482 h 809377"/>
                  <a:gd name="connsiteX1" fmla="*/ 344482 w 688986"/>
                  <a:gd name="connsiteY1" fmla="*/ 0 h 809377"/>
                  <a:gd name="connsiteX2" fmla="*/ 688964 w 688986"/>
                  <a:gd name="connsiteY2" fmla="*/ 344482 h 809377"/>
                  <a:gd name="connsiteX3" fmla="*/ 358770 w 688986"/>
                  <a:gd name="connsiteY3" fmla="*/ 688964 h 809377"/>
                  <a:gd name="connsiteX4" fmla="*/ 292461 w 688986"/>
                  <a:gd name="connsiteY4" fmla="*/ 808950 h 809377"/>
                  <a:gd name="connsiteX5" fmla="*/ 141601 w 688986"/>
                  <a:gd name="connsiteY5" fmla="*/ 625677 h 809377"/>
                  <a:gd name="connsiteX6" fmla="*/ 0 w 688986"/>
                  <a:gd name="connsiteY6" fmla="*/ 344482 h 809377"/>
                  <a:gd name="connsiteX0" fmla="*/ 0 w 688986"/>
                  <a:gd name="connsiteY0" fmla="*/ 344482 h 809317"/>
                  <a:gd name="connsiteX1" fmla="*/ 344482 w 688986"/>
                  <a:gd name="connsiteY1" fmla="*/ 0 h 809317"/>
                  <a:gd name="connsiteX2" fmla="*/ 688964 w 688986"/>
                  <a:gd name="connsiteY2" fmla="*/ 344482 h 809317"/>
                  <a:gd name="connsiteX3" fmla="*/ 358770 w 688986"/>
                  <a:gd name="connsiteY3" fmla="*/ 688964 h 809317"/>
                  <a:gd name="connsiteX4" fmla="*/ 292461 w 688986"/>
                  <a:gd name="connsiteY4" fmla="*/ 808950 h 809317"/>
                  <a:gd name="connsiteX5" fmla="*/ 141601 w 688986"/>
                  <a:gd name="connsiteY5" fmla="*/ 625677 h 809317"/>
                  <a:gd name="connsiteX6" fmla="*/ 0 w 688986"/>
                  <a:gd name="connsiteY6" fmla="*/ 344482 h 809317"/>
                  <a:gd name="connsiteX0" fmla="*/ 0 w 688986"/>
                  <a:gd name="connsiteY0" fmla="*/ 344482 h 809309"/>
                  <a:gd name="connsiteX1" fmla="*/ 344482 w 688986"/>
                  <a:gd name="connsiteY1" fmla="*/ 0 h 809309"/>
                  <a:gd name="connsiteX2" fmla="*/ 688964 w 688986"/>
                  <a:gd name="connsiteY2" fmla="*/ 344482 h 809309"/>
                  <a:gd name="connsiteX3" fmla="*/ 358770 w 688986"/>
                  <a:gd name="connsiteY3" fmla="*/ 688964 h 809309"/>
                  <a:gd name="connsiteX4" fmla="*/ 292461 w 688986"/>
                  <a:gd name="connsiteY4" fmla="*/ 808950 h 809309"/>
                  <a:gd name="connsiteX5" fmla="*/ 150925 w 688986"/>
                  <a:gd name="connsiteY5" fmla="*/ 623626 h 809309"/>
                  <a:gd name="connsiteX6" fmla="*/ 0 w 688986"/>
                  <a:gd name="connsiteY6" fmla="*/ 344482 h 809309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4403"/>
                  <a:gd name="connsiteX1" fmla="*/ 344482 w 688986"/>
                  <a:gd name="connsiteY1" fmla="*/ 0 h 814403"/>
                  <a:gd name="connsiteX2" fmla="*/ 688964 w 688986"/>
                  <a:gd name="connsiteY2" fmla="*/ 344482 h 814403"/>
                  <a:gd name="connsiteX3" fmla="*/ 358770 w 688986"/>
                  <a:gd name="connsiteY3" fmla="*/ 688964 h 814403"/>
                  <a:gd name="connsiteX4" fmla="*/ 300994 w 688986"/>
                  <a:gd name="connsiteY4" fmla="*/ 814403 h 814403"/>
                  <a:gd name="connsiteX5" fmla="*/ 150925 w 688986"/>
                  <a:gd name="connsiteY5" fmla="*/ 623626 h 814403"/>
                  <a:gd name="connsiteX6" fmla="*/ 0 w 688986"/>
                  <a:gd name="connsiteY6" fmla="*/ 344482 h 814403"/>
                  <a:gd name="connsiteX0" fmla="*/ 0 w 688986"/>
                  <a:gd name="connsiteY0" fmla="*/ 344482 h 814443"/>
                  <a:gd name="connsiteX1" fmla="*/ 344482 w 688986"/>
                  <a:gd name="connsiteY1" fmla="*/ 0 h 814443"/>
                  <a:gd name="connsiteX2" fmla="*/ 688964 w 688986"/>
                  <a:gd name="connsiteY2" fmla="*/ 344482 h 814443"/>
                  <a:gd name="connsiteX3" fmla="*/ 358770 w 688986"/>
                  <a:gd name="connsiteY3" fmla="*/ 688964 h 814443"/>
                  <a:gd name="connsiteX4" fmla="*/ 300994 w 688986"/>
                  <a:gd name="connsiteY4" fmla="*/ 814403 h 814443"/>
                  <a:gd name="connsiteX5" fmla="*/ 150925 w 688986"/>
                  <a:gd name="connsiteY5" fmla="*/ 623626 h 814443"/>
                  <a:gd name="connsiteX6" fmla="*/ 0 w 688986"/>
                  <a:gd name="connsiteY6" fmla="*/ 344482 h 81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443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5439" y="808627"/>
                      <a:pt x="300994" y="814403"/>
                    </a:cubicBezTo>
                    <a:cubicBezTo>
                      <a:pt x="250814" y="816517"/>
                      <a:pt x="161317" y="735413"/>
                      <a:pt x="150925" y="623626"/>
                    </a:cubicBezTo>
                    <a:cubicBezTo>
                      <a:pt x="91898" y="579118"/>
                      <a:pt x="12224" y="492814"/>
                      <a:pt x="0" y="344482"/>
                    </a:cubicBezTo>
                    <a:close/>
                  </a:path>
                </a:pathLst>
              </a:custGeom>
              <a:gradFill flip="none" rotWithShape="1">
                <a:gsLst>
                  <a:gs pos="87000">
                    <a:schemeClr val="bg2">
                      <a:lumMod val="65000"/>
                    </a:schemeClr>
                  </a:gs>
                  <a:gs pos="23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Oval 3"/>
              <p:cNvSpPr/>
              <p:nvPr/>
            </p:nvSpPr>
            <p:spPr>
              <a:xfrm>
                <a:off x="291655" y="3829145"/>
                <a:ext cx="1264225" cy="1493920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168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0827" y="808020"/>
                      <a:pt x="296382" y="813796"/>
                    </a:cubicBezTo>
                    <a:cubicBezTo>
                      <a:pt x="247229" y="820572"/>
                      <a:pt x="164011" y="734058"/>
                      <a:pt x="141601" y="625677"/>
                    </a:cubicBezTo>
                    <a:cubicBezTo>
                      <a:pt x="82574" y="581169"/>
                      <a:pt x="12224" y="492814"/>
                      <a:pt x="0" y="3444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C12572">
                      <a:lumMod val="60000"/>
                      <a:lumOff val="40000"/>
                    </a:srgbClr>
                  </a:gs>
                  <a:gs pos="100000">
                    <a:srgbClr val="C12572"/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Oval 6"/>
              <p:cNvSpPr/>
              <p:nvPr/>
            </p:nvSpPr>
            <p:spPr>
              <a:xfrm>
                <a:off x="395256" y="3926094"/>
                <a:ext cx="1057024" cy="10570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Rectangle 108"/>
              <p:cNvSpPr/>
              <p:nvPr/>
            </p:nvSpPr>
            <p:spPr>
              <a:xfrm>
                <a:off x="1748772" y="4266026"/>
                <a:ext cx="1877863" cy="30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Agency FB" panose="020B0503020202020204" pitchFamily="34" charset="0"/>
                    <a:cs typeface="Andalus" panose="02020603050405020304" pitchFamily="18" charset="-78"/>
                  </a:rPr>
                  <a:t>Sourcing</a:t>
                </a:r>
              </a:p>
            </p:txBody>
          </p:sp>
          <p:pic>
            <p:nvPicPr>
              <p:cNvPr id="44" name="Imagem 43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14532" y="4126722"/>
                <a:ext cx="811860" cy="676550"/>
              </a:xfrm>
              <a:prstGeom prst="rect">
                <a:avLst/>
              </a:prstGeom>
            </p:spPr>
          </p:pic>
        </p:grpSp>
        <p:grpSp>
          <p:nvGrpSpPr>
            <p:cNvPr id="47" name="Group 252"/>
            <p:cNvGrpSpPr/>
            <p:nvPr/>
          </p:nvGrpSpPr>
          <p:grpSpPr>
            <a:xfrm>
              <a:off x="5816712" y="3104227"/>
              <a:ext cx="2050140" cy="2274650"/>
              <a:chOff x="3069681" y="2079111"/>
              <a:chExt cx="3001989" cy="3824888"/>
            </a:xfrm>
          </p:grpSpPr>
          <p:sp>
            <p:nvSpPr>
              <p:cNvPr id="54" name="Rectangle 1"/>
              <p:cNvSpPr/>
              <p:nvPr/>
            </p:nvSpPr>
            <p:spPr>
              <a:xfrm>
                <a:off x="3782158" y="2957681"/>
                <a:ext cx="1621764" cy="2683965"/>
              </a:xfrm>
              <a:custGeom>
                <a:avLst/>
                <a:gdLst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0 w 1692188"/>
                  <a:gd name="connsiteY3" fmla="*/ 2808312 h 2808312"/>
                  <a:gd name="connsiteX4" fmla="*/ 0 w 1692188"/>
                  <a:gd name="connsiteY4" fmla="*/ 0 h 2808312"/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14068 w 1692188"/>
                  <a:gd name="connsiteY3" fmla="*/ 2709838 h 2808312"/>
                  <a:gd name="connsiteX4" fmla="*/ 0 w 1692188"/>
                  <a:gd name="connsiteY4" fmla="*/ 0 h 2808312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0 w 1692188"/>
                  <a:gd name="connsiteY0" fmla="*/ 0 h 2724516"/>
                  <a:gd name="connsiteX1" fmla="*/ 1692188 w 1692188"/>
                  <a:gd name="connsiteY1" fmla="*/ 0 h 2724516"/>
                  <a:gd name="connsiteX2" fmla="*/ 1678120 w 1692188"/>
                  <a:gd name="connsiteY2" fmla="*/ 2653567 h 2724516"/>
                  <a:gd name="connsiteX3" fmla="*/ 806134 w 1692188"/>
                  <a:gd name="connsiteY3" fmla="*/ 2724516 h 2724516"/>
                  <a:gd name="connsiteX4" fmla="*/ 14068 w 1692188"/>
                  <a:gd name="connsiteY4" fmla="*/ 2709838 h 2724516"/>
                  <a:gd name="connsiteX5" fmla="*/ 0 w 1692188"/>
                  <a:gd name="connsiteY5" fmla="*/ 0 h 2724516"/>
                  <a:gd name="connsiteX0" fmla="*/ 0 w 1692188"/>
                  <a:gd name="connsiteY0" fmla="*/ 0 h 2921464"/>
                  <a:gd name="connsiteX1" fmla="*/ 1692188 w 1692188"/>
                  <a:gd name="connsiteY1" fmla="*/ 0 h 2921464"/>
                  <a:gd name="connsiteX2" fmla="*/ 1678120 w 1692188"/>
                  <a:gd name="connsiteY2" fmla="*/ 2653567 h 2921464"/>
                  <a:gd name="connsiteX3" fmla="*/ 792066 w 1692188"/>
                  <a:gd name="connsiteY3" fmla="*/ 2921464 h 2921464"/>
                  <a:gd name="connsiteX4" fmla="*/ 14068 w 1692188"/>
                  <a:gd name="connsiteY4" fmla="*/ 2709838 h 2921464"/>
                  <a:gd name="connsiteX5" fmla="*/ 0 w 1692188"/>
                  <a:gd name="connsiteY5" fmla="*/ 0 h 2921464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9035 w 1701223"/>
                  <a:gd name="connsiteY0" fmla="*/ 0 h 2653567"/>
                  <a:gd name="connsiteX1" fmla="*/ 1701223 w 1701223"/>
                  <a:gd name="connsiteY1" fmla="*/ 0 h 2653567"/>
                  <a:gd name="connsiteX2" fmla="*/ 1687155 w 1701223"/>
                  <a:gd name="connsiteY2" fmla="*/ 2653567 h 2653567"/>
                  <a:gd name="connsiteX3" fmla="*/ 801 w 1701223"/>
                  <a:gd name="connsiteY3" fmla="*/ 2538853 h 2653567"/>
                  <a:gd name="connsiteX4" fmla="*/ 9035 w 1701223"/>
                  <a:gd name="connsiteY4" fmla="*/ 0 h 2653567"/>
                  <a:gd name="connsiteX0" fmla="*/ 9035 w 1710258"/>
                  <a:gd name="connsiteY0" fmla="*/ 0 h 2538853"/>
                  <a:gd name="connsiteX1" fmla="*/ 1701223 w 1710258"/>
                  <a:gd name="connsiteY1" fmla="*/ 0 h 2538853"/>
                  <a:gd name="connsiteX2" fmla="*/ 1709457 w 1710258"/>
                  <a:gd name="connsiteY2" fmla="*/ 2534621 h 2538853"/>
                  <a:gd name="connsiteX3" fmla="*/ 801 w 1710258"/>
                  <a:gd name="connsiteY3" fmla="*/ 2538853 h 2538853"/>
                  <a:gd name="connsiteX4" fmla="*/ 9035 w 1710258"/>
                  <a:gd name="connsiteY4" fmla="*/ 0 h 2538853"/>
                  <a:gd name="connsiteX0" fmla="*/ 9035 w 1710258"/>
                  <a:gd name="connsiteY0" fmla="*/ 0 h 2726018"/>
                  <a:gd name="connsiteX1" fmla="*/ 1701223 w 1710258"/>
                  <a:gd name="connsiteY1" fmla="*/ 0 h 2726018"/>
                  <a:gd name="connsiteX2" fmla="*/ 1709457 w 1710258"/>
                  <a:gd name="connsiteY2" fmla="*/ 2534621 h 2726018"/>
                  <a:gd name="connsiteX3" fmla="*/ 801 w 1710258"/>
                  <a:gd name="connsiteY3" fmla="*/ 2538853 h 2726018"/>
                  <a:gd name="connsiteX4" fmla="*/ 9035 w 1710258"/>
                  <a:gd name="connsiteY4" fmla="*/ 0 h 2726018"/>
                  <a:gd name="connsiteX0" fmla="*/ 0 w 1701223"/>
                  <a:gd name="connsiteY0" fmla="*/ 0 h 2726018"/>
                  <a:gd name="connsiteX1" fmla="*/ 1692188 w 1701223"/>
                  <a:gd name="connsiteY1" fmla="*/ 0 h 2726018"/>
                  <a:gd name="connsiteX2" fmla="*/ 1700422 w 1701223"/>
                  <a:gd name="connsiteY2" fmla="*/ 2534621 h 2726018"/>
                  <a:gd name="connsiteX3" fmla="*/ 6635 w 1701223"/>
                  <a:gd name="connsiteY3" fmla="*/ 2538853 h 2726018"/>
                  <a:gd name="connsiteX4" fmla="*/ 0 w 1701223"/>
                  <a:gd name="connsiteY4" fmla="*/ 0 h 2726018"/>
                  <a:gd name="connsiteX0" fmla="*/ 0 w 1701223"/>
                  <a:gd name="connsiteY0" fmla="*/ 0 h 2725051"/>
                  <a:gd name="connsiteX1" fmla="*/ 1692188 w 1701223"/>
                  <a:gd name="connsiteY1" fmla="*/ 0 h 2725051"/>
                  <a:gd name="connsiteX2" fmla="*/ 1700422 w 1701223"/>
                  <a:gd name="connsiteY2" fmla="*/ 2534621 h 2725051"/>
                  <a:gd name="connsiteX3" fmla="*/ 28937 w 1701223"/>
                  <a:gd name="connsiteY3" fmla="*/ 2535136 h 2725051"/>
                  <a:gd name="connsiteX4" fmla="*/ 0 w 1701223"/>
                  <a:gd name="connsiteY4" fmla="*/ 0 h 2725051"/>
                  <a:gd name="connsiteX0" fmla="*/ 0 w 1701223"/>
                  <a:gd name="connsiteY0" fmla="*/ 0 h 2781201"/>
                  <a:gd name="connsiteX1" fmla="*/ 1692188 w 1701223"/>
                  <a:gd name="connsiteY1" fmla="*/ 0 h 2781201"/>
                  <a:gd name="connsiteX2" fmla="*/ 1700422 w 1701223"/>
                  <a:gd name="connsiteY2" fmla="*/ 2534621 h 2781201"/>
                  <a:gd name="connsiteX3" fmla="*/ 28937 w 1701223"/>
                  <a:gd name="connsiteY3" fmla="*/ 2535136 h 2781201"/>
                  <a:gd name="connsiteX4" fmla="*/ 0 w 1701223"/>
                  <a:gd name="connsiteY4" fmla="*/ 0 h 2781201"/>
                  <a:gd name="connsiteX0" fmla="*/ 0 w 1701223"/>
                  <a:gd name="connsiteY0" fmla="*/ 0 h 2794120"/>
                  <a:gd name="connsiteX1" fmla="*/ 1692188 w 1701223"/>
                  <a:gd name="connsiteY1" fmla="*/ 0 h 2794120"/>
                  <a:gd name="connsiteX2" fmla="*/ 1700422 w 1701223"/>
                  <a:gd name="connsiteY2" fmla="*/ 2534621 h 2794120"/>
                  <a:gd name="connsiteX3" fmla="*/ 28937 w 1701223"/>
                  <a:gd name="connsiteY3" fmla="*/ 2535136 h 2794120"/>
                  <a:gd name="connsiteX4" fmla="*/ 0 w 1701223"/>
                  <a:gd name="connsiteY4" fmla="*/ 0 h 2794120"/>
                  <a:gd name="connsiteX0" fmla="*/ 0 w 1692188"/>
                  <a:gd name="connsiteY0" fmla="*/ 0 h 2789744"/>
                  <a:gd name="connsiteX1" fmla="*/ 1692188 w 1692188"/>
                  <a:gd name="connsiteY1" fmla="*/ 0 h 2789744"/>
                  <a:gd name="connsiteX2" fmla="*/ 1681837 w 1692188"/>
                  <a:gd name="connsiteY2" fmla="*/ 2527187 h 2789744"/>
                  <a:gd name="connsiteX3" fmla="*/ 28937 w 1692188"/>
                  <a:gd name="connsiteY3" fmla="*/ 2535136 h 2789744"/>
                  <a:gd name="connsiteX4" fmla="*/ 0 w 1692188"/>
                  <a:gd name="connsiteY4" fmla="*/ 0 h 2789744"/>
                  <a:gd name="connsiteX0" fmla="*/ 0 w 1692188"/>
                  <a:gd name="connsiteY0" fmla="*/ 0 h 2800515"/>
                  <a:gd name="connsiteX1" fmla="*/ 1692188 w 1692188"/>
                  <a:gd name="connsiteY1" fmla="*/ 0 h 2800515"/>
                  <a:gd name="connsiteX2" fmla="*/ 1681837 w 1692188"/>
                  <a:gd name="connsiteY2" fmla="*/ 2527187 h 2800515"/>
                  <a:gd name="connsiteX3" fmla="*/ 28937 w 1692188"/>
                  <a:gd name="connsiteY3" fmla="*/ 2535136 h 2800515"/>
                  <a:gd name="connsiteX4" fmla="*/ 0 w 1692188"/>
                  <a:gd name="connsiteY4" fmla="*/ 0 h 280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2188" h="2800515">
                    <a:moveTo>
                      <a:pt x="0" y="0"/>
                    </a:moveTo>
                    <a:lnTo>
                      <a:pt x="1692188" y="0"/>
                    </a:lnTo>
                    <a:cubicBezTo>
                      <a:pt x="1687499" y="884522"/>
                      <a:pt x="1686526" y="1642665"/>
                      <a:pt x="1681837" y="2527187"/>
                    </a:cubicBezTo>
                    <a:cubicBezTo>
                      <a:pt x="1168042" y="2982080"/>
                      <a:pt x="278820" y="2786486"/>
                      <a:pt x="28937" y="2535136"/>
                    </a:cubicBezTo>
                    <a:cubicBezTo>
                      <a:pt x="24248" y="1631857"/>
                      <a:pt x="4689" y="903279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55400">
                    <a:sysClr val="windowText" lastClr="000000">
                      <a:lumMod val="65000"/>
                      <a:lumOff val="35000"/>
                    </a:sysClr>
                  </a:gs>
                  <a:gs pos="100000">
                    <a:sysClr val="windowText" lastClr="000000">
                      <a:lumMod val="85000"/>
                      <a:lumOff val="15000"/>
                    </a:sysClr>
                  </a:gs>
                  <a:gs pos="0">
                    <a:sysClr val="windowText" lastClr="000000">
                      <a:lumMod val="95000"/>
                      <a:lumOff val="5000"/>
                    </a:sys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aphicFrame>
            <p:nvGraphicFramePr>
              <p:cNvPr id="55" name="Chart 254"/>
              <p:cNvGraphicFramePr/>
              <p:nvPr>
                <p:extLst>
                  <p:ext uri="{D42A27DB-BD31-4B8C-83A1-F6EECF244321}">
                    <p14:modId xmlns:p14="http://schemas.microsoft.com/office/powerpoint/2010/main" val="3209877718"/>
                  </p:ext>
                </p:extLst>
              </p:nvPr>
            </p:nvGraphicFramePr>
            <p:xfrm>
              <a:off x="3069681" y="2079111"/>
              <a:ext cx="3001989" cy="382488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56" name="Rectangle 1"/>
              <p:cNvSpPr/>
              <p:nvPr/>
            </p:nvSpPr>
            <p:spPr>
              <a:xfrm>
                <a:off x="3857415" y="3013717"/>
                <a:ext cx="391663" cy="2564552"/>
              </a:xfrm>
              <a:custGeom>
                <a:avLst/>
                <a:gdLst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73089"/>
                  <a:gd name="connsiteX1" fmla="*/ 504056 w 504056"/>
                  <a:gd name="connsiteY1" fmla="*/ 0 h 2773089"/>
                  <a:gd name="connsiteX2" fmla="*/ 492333 w 504056"/>
                  <a:gd name="connsiteY2" fmla="*/ 2773089 h 2773089"/>
                  <a:gd name="connsiteX3" fmla="*/ 28937 w 504056"/>
                  <a:gd name="connsiteY3" fmla="*/ 2535136 h 2773089"/>
                  <a:gd name="connsiteX4" fmla="*/ 0 w 504056"/>
                  <a:gd name="connsiteY4" fmla="*/ 0 h 2773089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8425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492332"/>
                  <a:gd name="connsiteY0" fmla="*/ 0 h 2784812"/>
                  <a:gd name="connsiteX1" fmla="*/ 492332 w 492332"/>
                  <a:gd name="connsiteY1" fmla="*/ 246185 h 2784812"/>
                  <a:gd name="connsiteX2" fmla="*/ 488425 w 492332"/>
                  <a:gd name="connsiteY2" fmla="*/ 2784812 h 2784812"/>
                  <a:gd name="connsiteX3" fmla="*/ 28937 w 492332"/>
                  <a:gd name="connsiteY3" fmla="*/ 2535136 h 2784812"/>
                  <a:gd name="connsiteX4" fmla="*/ 0 w 492332"/>
                  <a:gd name="connsiteY4" fmla="*/ 0 h 27848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75663"/>
                  <a:gd name="connsiteY0" fmla="*/ 0 h 2683212"/>
                  <a:gd name="connsiteX1" fmla="*/ 475663 w 475663"/>
                  <a:gd name="connsiteY1" fmla="*/ 136770 h 2683212"/>
                  <a:gd name="connsiteX2" fmla="*/ 460032 w 475663"/>
                  <a:gd name="connsiteY2" fmla="*/ 2683212 h 2683212"/>
                  <a:gd name="connsiteX3" fmla="*/ 544 w 475663"/>
                  <a:gd name="connsiteY3" fmla="*/ 2433536 h 2683212"/>
                  <a:gd name="connsiteX4" fmla="*/ 18499 w 475663"/>
                  <a:gd name="connsiteY4" fmla="*/ 0 h 2683212"/>
                  <a:gd name="connsiteX0" fmla="*/ 18499 w 460032"/>
                  <a:gd name="connsiteY0" fmla="*/ 0 h 2683212"/>
                  <a:gd name="connsiteX1" fmla="*/ 456124 w 460032"/>
                  <a:gd name="connsiteY1" fmla="*/ 136770 h 2683212"/>
                  <a:gd name="connsiteX2" fmla="*/ 460032 w 460032"/>
                  <a:gd name="connsiteY2" fmla="*/ 2683212 h 2683212"/>
                  <a:gd name="connsiteX3" fmla="*/ 544 w 460032"/>
                  <a:gd name="connsiteY3" fmla="*/ 2433536 h 2683212"/>
                  <a:gd name="connsiteX4" fmla="*/ 18499 w 460032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72154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79918"/>
                  <a:gd name="connsiteY0" fmla="*/ 0 h 2659623"/>
                  <a:gd name="connsiteX1" fmla="*/ 479918 w 479918"/>
                  <a:gd name="connsiteY1" fmla="*/ 166354 h 2659623"/>
                  <a:gd name="connsiteX2" fmla="*/ 469237 w 479918"/>
                  <a:gd name="connsiteY2" fmla="*/ 2659623 h 2659623"/>
                  <a:gd name="connsiteX3" fmla="*/ 544 w 479918"/>
                  <a:gd name="connsiteY3" fmla="*/ 2433536 h 2659623"/>
                  <a:gd name="connsiteX4" fmla="*/ 18499 w 479918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1948"/>
                  <a:gd name="connsiteY0" fmla="*/ 0 h 2680423"/>
                  <a:gd name="connsiteX1" fmla="*/ 470865 w 471948"/>
                  <a:gd name="connsiteY1" fmla="*/ 166354 h 2680423"/>
                  <a:gd name="connsiteX2" fmla="*/ 471948 w 471948"/>
                  <a:gd name="connsiteY2" fmla="*/ 2680423 h 2680423"/>
                  <a:gd name="connsiteX3" fmla="*/ 544 w 471948"/>
                  <a:gd name="connsiteY3" fmla="*/ 2433536 h 2680423"/>
                  <a:gd name="connsiteX4" fmla="*/ 18499 w 471948"/>
                  <a:gd name="connsiteY4" fmla="*/ 0 h 2680423"/>
                  <a:gd name="connsiteX0" fmla="*/ 18499 w 470865"/>
                  <a:gd name="connsiteY0" fmla="*/ 0 h 2687357"/>
                  <a:gd name="connsiteX1" fmla="*/ 470865 w 470865"/>
                  <a:gd name="connsiteY1" fmla="*/ 166354 h 2687357"/>
                  <a:gd name="connsiteX2" fmla="*/ 466528 w 470865"/>
                  <a:gd name="connsiteY2" fmla="*/ 2687357 h 2687357"/>
                  <a:gd name="connsiteX3" fmla="*/ 544 w 470865"/>
                  <a:gd name="connsiteY3" fmla="*/ 2433536 h 2687357"/>
                  <a:gd name="connsiteX4" fmla="*/ 18499 w 470865"/>
                  <a:gd name="connsiteY4" fmla="*/ 0 h 2687357"/>
                  <a:gd name="connsiteX0" fmla="*/ 13196 w 470983"/>
                  <a:gd name="connsiteY0" fmla="*/ 0 h 2597219"/>
                  <a:gd name="connsiteX1" fmla="*/ 470983 w 470983"/>
                  <a:gd name="connsiteY1" fmla="*/ 76216 h 2597219"/>
                  <a:gd name="connsiteX2" fmla="*/ 466646 w 470983"/>
                  <a:gd name="connsiteY2" fmla="*/ 2597219 h 2597219"/>
                  <a:gd name="connsiteX3" fmla="*/ 662 w 470983"/>
                  <a:gd name="connsiteY3" fmla="*/ 2343398 h 2597219"/>
                  <a:gd name="connsiteX4" fmla="*/ 13196 w 47098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105" h="2597219">
                    <a:moveTo>
                      <a:pt x="10028" y="0"/>
                    </a:moveTo>
                    <a:cubicBezTo>
                      <a:pt x="227080" y="90632"/>
                      <a:pt x="307305" y="107232"/>
                      <a:pt x="465105" y="129374"/>
                    </a:cubicBezTo>
                    <a:cubicBezTo>
                      <a:pt x="465105" y="1048527"/>
                      <a:pt x="463478" y="1678066"/>
                      <a:pt x="463478" y="2597219"/>
                    </a:cubicBezTo>
                    <a:cubicBezTo>
                      <a:pt x="219163" y="2553742"/>
                      <a:pt x="46402" y="2465216"/>
                      <a:pt x="764" y="2351767"/>
                    </a:cubicBezTo>
                    <a:cubicBezTo>
                      <a:pt x="-3925" y="1448488"/>
                      <a:pt x="14717" y="903279"/>
                      <a:pt x="10028" y="0"/>
                    </a:cubicBezTo>
                    <a:close/>
                  </a:path>
                </a:pathLst>
              </a:custGeom>
              <a:gradFill flip="none" rotWithShape="1">
                <a:gsLst>
                  <a:gs pos="35000">
                    <a:srgbClr val="FFFFFF">
                      <a:alpha val="20000"/>
                    </a:srgbClr>
                  </a:gs>
                  <a:gs pos="100000">
                    <a:srgbClr val="FFFFFF">
                      <a:alpha val="57000"/>
                    </a:srgb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Rectangle 1"/>
              <p:cNvSpPr/>
              <p:nvPr/>
            </p:nvSpPr>
            <p:spPr>
              <a:xfrm>
                <a:off x="5090709" y="3006386"/>
                <a:ext cx="261284" cy="2529450"/>
              </a:xfrm>
              <a:custGeom>
                <a:avLst/>
                <a:gdLst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8866 w 306898"/>
                  <a:gd name="connsiteY0" fmla="*/ 0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8866 w 306898"/>
                  <a:gd name="connsiteY4" fmla="*/ 0 h 2711332"/>
                  <a:gd name="connsiteX0" fmla="*/ 11138 w 306898"/>
                  <a:gd name="connsiteY0" fmla="*/ 167426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1138 w 306898"/>
                  <a:gd name="connsiteY4" fmla="*/ 167426 h 2711332"/>
                  <a:gd name="connsiteX0" fmla="*/ 11138 w 309474"/>
                  <a:gd name="connsiteY0" fmla="*/ 113334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13334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0 w 300993"/>
                  <a:gd name="connsiteY0" fmla="*/ 112037 h 2681679"/>
                  <a:gd name="connsiteX1" fmla="*/ 300993 w 300993"/>
                  <a:gd name="connsiteY1" fmla="*/ 0 h 2681679"/>
                  <a:gd name="connsiteX2" fmla="*/ 288066 w 300993"/>
                  <a:gd name="connsiteY2" fmla="*/ 2473095 h 2681679"/>
                  <a:gd name="connsiteX3" fmla="*/ 1902 w 300993"/>
                  <a:gd name="connsiteY3" fmla="*/ 2681679 h 2681679"/>
                  <a:gd name="connsiteX4" fmla="*/ 0 w 300993"/>
                  <a:gd name="connsiteY4" fmla="*/ 112037 h 2681679"/>
                  <a:gd name="connsiteX0" fmla="*/ 0 w 311620"/>
                  <a:gd name="connsiteY0" fmla="*/ 87745 h 2681679"/>
                  <a:gd name="connsiteX1" fmla="*/ 311620 w 311620"/>
                  <a:gd name="connsiteY1" fmla="*/ 0 h 2681679"/>
                  <a:gd name="connsiteX2" fmla="*/ 298693 w 311620"/>
                  <a:gd name="connsiteY2" fmla="*/ 2473095 h 2681679"/>
                  <a:gd name="connsiteX3" fmla="*/ 12529 w 311620"/>
                  <a:gd name="connsiteY3" fmla="*/ 2681679 h 2681679"/>
                  <a:gd name="connsiteX4" fmla="*/ 0 w 311620"/>
                  <a:gd name="connsiteY4" fmla="*/ 87745 h 2681679"/>
                  <a:gd name="connsiteX0" fmla="*/ 0 w 299534"/>
                  <a:gd name="connsiteY0" fmla="*/ 96981 h 2690915"/>
                  <a:gd name="connsiteX1" fmla="*/ 291418 w 299534"/>
                  <a:gd name="connsiteY1" fmla="*/ 0 h 2690915"/>
                  <a:gd name="connsiteX2" fmla="*/ 298693 w 299534"/>
                  <a:gd name="connsiteY2" fmla="*/ 2482331 h 2690915"/>
                  <a:gd name="connsiteX3" fmla="*/ 12529 w 299534"/>
                  <a:gd name="connsiteY3" fmla="*/ 2690915 h 2690915"/>
                  <a:gd name="connsiteX4" fmla="*/ 0 w 299534"/>
                  <a:gd name="connsiteY4" fmla="*/ 96981 h 2690915"/>
                  <a:gd name="connsiteX0" fmla="*/ 0 w 299534"/>
                  <a:gd name="connsiteY0" fmla="*/ 104269 h 2698203"/>
                  <a:gd name="connsiteX1" fmla="*/ 291419 w 299534"/>
                  <a:gd name="connsiteY1" fmla="*/ 0 h 2698203"/>
                  <a:gd name="connsiteX2" fmla="*/ 298693 w 299534"/>
                  <a:gd name="connsiteY2" fmla="*/ 2489619 h 2698203"/>
                  <a:gd name="connsiteX3" fmla="*/ 12529 w 299534"/>
                  <a:gd name="connsiteY3" fmla="*/ 2698203 h 2698203"/>
                  <a:gd name="connsiteX4" fmla="*/ 0 w 299534"/>
                  <a:gd name="connsiteY4" fmla="*/ 104269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2123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2123 h 2698203"/>
                  <a:gd name="connsiteX0" fmla="*/ 0 w 310161"/>
                  <a:gd name="connsiteY0" fmla="*/ 92123 h 2692340"/>
                  <a:gd name="connsiteX1" fmla="*/ 302046 w 310161"/>
                  <a:gd name="connsiteY1" fmla="*/ 0 h 2692340"/>
                  <a:gd name="connsiteX2" fmla="*/ 309320 w 310161"/>
                  <a:gd name="connsiteY2" fmla="*/ 2489619 h 2692340"/>
                  <a:gd name="connsiteX3" fmla="*/ 16742 w 310161"/>
                  <a:gd name="connsiteY3" fmla="*/ 2692340 h 2692340"/>
                  <a:gd name="connsiteX4" fmla="*/ 0 w 310161"/>
                  <a:gd name="connsiteY4" fmla="*/ 92123 h 2692340"/>
                  <a:gd name="connsiteX0" fmla="*/ 0 w 304168"/>
                  <a:gd name="connsiteY0" fmla="*/ 92123 h 2692340"/>
                  <a:gd name="connsiteX1" fmla="*/ 302046 w 304168"/>
                  <a:gd name="connsiteY1" fmla="*/ 0 h 2692340"/>
                  <a:gd name="connsiteX2" fmla="*/ 302907 w 304168"/>
                  <a:gd name="connsiteY2" fmla="*/ 2483756 h 2692340"/>
                  <a:gd name="connsiteX3" fmla="*/ 16742 w 304168"/>
                  <a:gd name="connsiteY3" fmla="*/ 2692340 h 2692340"/>
                  <a:gd name="connsiteX4" fmla="*/ 0 w 304168"/>
                  <a:gd name="connsiteY4" fmla="*/ 92123 h 2692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168" h="2692340">
                    <a:moveTo>
                      <a:pt x="0" y="92123"/>
                    </a:moveTo>
                    <a:cubicBezTo>
                      <a:pt x="102300" y="65076"/>
                      <a:pt x="202601" y="45505"/>
                      <a:pt x="302046" y="0"/>
                    </a:cubicBezTo>
                    <a:cubicBezTo>
                      <a:pt x="297357" y="884522"/>
                      <a:pt x="307596" y="1599234"/>
                      <a:pt x="302907" y="2483756"/>
                    </a:cubicBezTo>
                    <a:cubicBezTo>
                      <a:pt x="274318" y="2575838"/>
                      <a:pt x="138984" y="2644941"/>
                      <a:pt x="16742" y="2692340"/>
                    </a:cubicBezTo>
                    <a:cubicBezTo>
                      <a:pt x="16742" y="1792694"/>
                      <a:pt x="0" y="991769"/>
                      <a:pt x="0" y="92123"/>
                    </a:cubicBezTo>
                    <a:close/>
                  </a:path>
                </a:pathLst>
              </a:custGeom>
              <a:gradFill flip="none" rotWithShape="1">
                <a:gsLst>
                  <a:gs pos="37000">
                    <a:srgbClr val="FFFFFF">
                      <a:alpha val="0"/>
                    </a:srgbClr>
                  </a:gs>
                  <a:gs pos="100000">
                    <a:srgbClr val="FFFFFF">
                      <a:alpha val="49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" name="Group 257"/>
              <p:cNvGrpSpPr/>
              <p:nvPr/>
            </p:nvGrpSpPr>
            <p:grpSpPr>
              <a:xfrm>
                <a:off x="3750695" y="2346162"/>
                <a:ext cx="1680054" cy="709126"/>
                <a:chOff x="818091" y="1385258"/>
                <a:chExt cx="1753009" cy="739919"/>
              </a:xfrm>
            </p:grpSpPr>
            <p:grpSp>
              <p:nvGrpSpPr>
                <p:cNvPr id="60" name="Group 259"/>
                <p:cNvGrpSpPr/>
                <p:nvPr/>
              </p:nvGrpSpPr>
              <p:grpSpPr>
                <a:xfrm>
                  <a:off x="818091" y="1426500"/>
                  <a:ext cx="1753009" cy="698677"/>
                  <a:chOff x="2276681" y="2113677"/>
                  <a:chExt cx="2120354" cy="845084"/>
                </a:xfrm>
              </p:grpSpPr>
              <p:sp>
                <p:nvSpPr>
                  <p:cNvPr id="66" name="Oval 4"/>
                  <p:cNvSpPr/>
                  <p:nvPr/>
                </p:nvSpPr>
                <p:spPr>
                  <a:xfrm>
                    <a:off x="2276681" y="2113677"/>
                    <a:ext cx="2120354" cy="845084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ysClr val="window" lastClr="FFFFFF">
                          <a:lumMod val="75000"/>
                        </a:sysClr>
                      </a:gs>
                      <a:gs pos="0">
                        <a:sysClr val="window" lastClr="FFFFFF">
                          <a:lumMod val="75000"/>
                        </a:sysClr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88900">
                      <a:srgbClr val="FFFFE5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Oval 266"/>
                  <p:cNvSpPr/>
                  <p:nvPr/>
                </p:nvSpPr>
                <p:spPr>
                  <a:xfrm>
                    <a:off x="2711642" y="2281899"/>
                    <a:ext cx="1210538" cy="436772"/>
                  </a:xfrm>
                  <a:prstGeom prst="ellipse">
                    <a:avLst/>
                  </a:prstGeom>
                  <a:gradFill flip="none" rotWithShape="1">
                    <a:gsLst>
                      <a:gs pos="82000">
                        <a:sysClr val="window" lastClr="FFFFFF">
                          <a:lumMod val="50000"/>
                        </a:sysClr>
                      </a:gs>
                      <a:gs pos="13000">
                        <a:sysClr val="window" lastClr="FFFFFF"/>
                      </a:gs>
                    </a:gsLst>
                    <a:lin ang="18000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38100" dist="50800" dir="16800000">
                      <a:sysClr val="windowText" lastClr="000000">
                        <a:alpha val="80000"/>
                      </a:sys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Rectangle 1"/>
                  <p:cNvSpPr/>
                  <p:nvPr/>
                </p:nvSpPr>
                <p:spPr>
                  <a:xfrm>
                    <a:off x="3278452" y="2708209"/>
                    <a:ext cx="366643" cy="244347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44473 h 376601"/>
                      <a:gd name="connsiteX1" fmla="*/ 283975 w 621801"/>
                      <a:gd name="connsiteY1" fmla="*/ 0 h 376601"/>
                      <a:gd name="connsiteX2" fmla="*/ 621801 w 621801"/>
                      <a:gd name="connsiteY2" fmla="*/ 303773 h 376601"/>
                      <a:gd name="connsiteX3" fmla="*/ 105196 w 621801"/>
                      <a:gd name="connsiteY3" fmla="*/ 376601 h 376601"/>
                      <a:gd name="connsiteX4" fmla="*/ 0 w 621801"/>
                      <a:gd name="connsiteY4" fmla="*/ 44473 h 376601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8755 h 328976"/>
                      <a:gd name="connsiteX1" fmla="*/ 300643 w 621801"/>
                      <a:gd name="connsiteY1" fmla="*/ 0 h 328976"/>
                      <a:gd name="connsiteX2" fmla="*/ 621801 w 621801"/>
                      <a:gd name="connsiteY2" fmla="*/ 256148 h 328976"/>
                      <a:gd name="connsiteX3" fmla="*/ 105196 w 621801"/>
                      <a:gd name="connsiteY3" fmla="*/ 328976 h 328976"/>
                      <a:gd name="connsiteX4" fmla="*/ 0 w 621801"/>
                      <a:gd name="connsiteY4" fmla="*/ 8755 h 328976"/>
                      <a:gd name="connsiteX0" fmla="*/ 0 w 621801"/>
                      <a:gd name="connsiteY0" fmla="*/ 8755 h 305163"/>
                      <a:gd name="connsiteX1" fmla="*/ 300643 w 621801"/>
                      <a:gd name="connsiteY1" fmla="*/ 0 h 305163"/>
                      <a:gd name="connsiteX2" fmla="*/ 621801 w 621801"/>
                      <a:gd name="connsiteY2" fmla="*/ 256148 h 305163"/>
                      <a:gd name="connsiteX3" fmla="*/ 105196 w 621801"/>
                      <a:gd name="connsiteY3" fmla="*/ 305163 h 305163"/>
                      <a:gd name="connsiteX4" fmla="*/ 0 w 621801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0400"/>
                      <a:gd name="connsiteX1" fmla="*/ 300643 w 636089"/>
                      <a:gd name="connsiteY1" fmla="*/ 0 h 300400"/>
                      <a:gd name="connsiteX2" fmla="*/ 636089 w 636089"/>
                      <a:gd name="connsiteY2" fmla="*/ 263292 h 300400"/>
                      <a:gd name="connsiteX3" fmla="*/ 98052 w 636089"/>
                      <a:gd name="connsiteY3" fmla="*/ 300400 h 300400"/>
                      <a:gd name="connsiteX4" fmla="*/ 0 w 636089"/>
                      <a:gd name="connsiteY4" fmla="*/ 8755 h 300400"/>
                      <a:gd name="connsiteX0" fmla="*/ 0 w 624183"/>
                      <a:gd name="connsiteY0" fmla="*/ 8755 h 300400"/>
                      <a:gd name="connsiteX1" fmla="*/ 300643 w 624183"/>
                      <a:gd name="connsiteY1" fmla="*/ 0 h 300400"/>
                      <a:gd name="connsiteX2" fmla="*/ 624183 w 624183"/>
                      <a:gd name="connsiteY2" fmla="*/ 263292 h 300400"/>
                      <a:gd name="connsiteX3" fmla="*/ 98052 w 624183"/>
                      <a:gd name="connsiteY3" fmla="*/ 300400 h 300400"/>
                      <a:gd name="connsiteX4" fmla="*/ 0 w 624183"/>
                      <a:gd name="connsiteY4" fmla="*/ 8755 h 300400"/>
                      <a:gd name="connsiteX0" fmla="*/ 0 w 617039"/>
                      <a:gd name="connsiteY0" fmla="*/ 8755 h 300400"/>
                      <a:gd name="connsiteX1" fmla="*/ 300643 w 617039"/>
                      <a:gd name="connsiteY1" fmla="*/ 0 h 300400"/>
                      <a:gd name="connsiteX2" fmla="*/ 617039 w 617039"/>
                      <a:gd name="connsiteY2" fmla="*/ 263292 h 300400"/>
                      <a:gd name="connsiteX3" fmla="*/ 98052 w 617039"/>
                      <a:gd name="connsiteY3" fmla="*/ 300400 h 300400"/>
                      <a:gd name="connsiteX4" fmla="*/ 0 w 617039"/>
                      <a:gd name="connsiteY4" fmla="*/ 8755 h 300400"/>
                      <a:gd name="connsiteX0" fmla="*/ 0 w 617039"/>
                      <a:gd name="connsiteY0" fmla="*/ 8755 h 289726"/>
                      <a:gd name="connsiteX1" fmla="*/ 300643 w 617039"/>
                      <a:gd name="connsiteY1" fmla="*/ 0 h 289726"/>
                      <a:gd name="connsiteX2" fmla="*/ 617039 w 617039"/>
                      <a:gd name="connsiteY2" fmla="*/ 263292 h 289726"/>
                      <a:gd name="connsiteX3" fmla="*/ 98052 w 617039"/>
                      <a:gd name="connsiteY3" fmla="*/ 289726 h 289726"/>
                      <a:gd name="connsiteX4" fmla="*/ 0 w 617039"/>
                      <a:gd name="connsiteY4" fmla="*/ 8755 h 289726"/>
                      <a:gd name="connsiteX0" fmla="*/ 0 w 617039"/>
                      <a:gd name="connsiteY0" fmla="*/ 8755 h 289735"/>
                      <a:gd name="connsiteX1" fmla="*/ 300643 w 617039"/>
                      <a:gd name="connsiteY1" fmla="*/ 0 h 289735"/>
                      <a:gd name="connsiteX2" fmla="*/ 617039 w 617039"/>
                      <a:gd name="connsiteY2" fmla="*/ 263292 h 289735"/>
                      <a:gd name="connsiteX3" fmla="*/ 98052 w 617039"/>
                      <a:gd name="connsiteY3" fmla="*/ 289726 h 289735"/>
                      <a:gd name="connsiteX4" fmla="*/ 0 w 617039"/>
                      <a:gd name="connsiteY4" fmla="*/ 8755 h 289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7039" h="289735">
                        <a:moveTo>
                          <a:pt x="0" y="8755"/>
                        </a:moveTo>
                        <a:cubicBezTo>
                          <a:pt x="100214" y="9806"/>
                          <a:pt x="207572" y="13237"/>
                          <a:pt x="300643" y="0"/>
                        </a:cubicBezTo>
                        <a:lnTo>
                          <a:pt x="617039" y="263292"/>
                        </a:lnTo>
                        <a:cubicBezTo>
                          <a:pt x="447219" y="284393"/>
                          <a:pt x="298994" y="290001"/>
                          <a:pt x="98052" y="289726"/>
                        </a:cubicBezTo>
                        <a:lnTo>
                          <a:pt x="0" y="8755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Rectangle 1"/>
                  <p:cNvSpPr/>
                  <p:nvPr/>
                </p:nvSpPr>
                <p:spPr>
                  <a:xfrm>
                    <a:off x="3529954" y="2690060"/>
                    <a:ext cx="476308" cy="202389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3666"/>
                      <a:gd name="connsiteX1" fmla="*/ 273843 w 621801"/>
                      <a:gd name="connsiteY1" fmla="*/ 0 h 393666"/>
                      <a:gd name="connsiteX2" fmla="*/ 621801 w 621801"/>
                      <a:gd name="connsiteY2" fmla="*/ 324036 h 393666"/>
                      <a:gd name="connsiteX3" fmla="*/ 389747 w 621801"/>
                      <a:gd name="connsiteY3" fmla="*/ 393666 h 393666"/>
                      <a:gd name="connsiteX4" fmla="*/ 0 w 621801"/>
                      <a:gd name="connsiteY4" fmla="*/ 64736 h 393666"/>
                      <a:gd name="connsiteX0" fmla="*/ 0 w 717717"/>
                      <a:gd name="connsiteY0" fmla="*/ 64736 h 393666"/>
                      <a:gd name="connsiteX1" fmla="*/ 273843 w 717717"/>
                      <a:gd name="connsiteY1" fmla="*/ 0 h 393666"/>
                      <a:gd name="connsiteX2" fmla="*/ 717717 w 717717"/>
                      <a:gd name="connsiteY2" fmla="*/ 317642 h 393666"/>
                      <a:gd name="connsiteX3" fmla="*/ 389747 w 717717"/>
                      <a:gd name="connsiteY3" fmla="*/ 393666 h 393666"/>
                      <a:gd name="connsiteX4" fmla="*/ 0 w 717717"/>
                      <a:gd name="connsiteY4" fmla="*/ 64736 h 393666"/>
                      <a:gd name="connsiteX0" fmla="*/ 0 w 618603"/>
                      <a:gd name="connsiteY0" fmla="*/ 77525 h 393666"/>
                      <a:gd name="connsiteX1" fmla="*/ 174729 w 618603"/>
                      <a:gd name="connsiteY1" fmla="*/ 0 h 393666"/>
                      <a:gd name="connsiteX2" fmla="*/ 618603 w 618603"/>
                      <a:gd name="connsiteY2" fmla="*/ 317642 h 393666"/>
                      <a:gd name="connsiteX3" fmla="*/ 290633 w 618603"/>
                      <a:gd name="connsiteY3" fmla="*/ 393666 h 393666"/>
                      <a:gd name="connsiteX4" fmla="*/ 0 w 618603"/>
                      <a:gd name="connsiteY4" fmla="*/ 77525 h 393666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76078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63290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04144"/>
                      <a:gd name="connsiteX1" fmla="*/ 78813 w 618603"/>
                      <a:gd name="connsiteY1" fmla="*/ 0 h 304144"/>
                      <a:gd name="connsiteX2" fmla="*/ 618603 w 618603"/>
                      <a:gd name="connsiteY2" fmla="*/ 263290 h 304144"/>
                      <a:gd name="connsiteX3" fmla="*/ 447296 w 618603"/>
                      <a:gd name="connsiteY3" fmla="*/ 304144 h 304144"/>
                      <a:gd name="connsiteX4" fmla="*/ 0 w 618603"/>
                      <a:gd name="connsiteY4" fmla="*/ 35961 h 304144"/>
                      <a:gd name="connsiteX0" fmla="*/ 0 w 618603"/>
                      <a:gd name="connsiteY0" fmla="*/ 35961 h 300947"/>
                      <a:gd name="connsiteX1" fmla="*/ 78813 w 618603"/>
                      <a:gd name="connsiteY1" fmla="*/ 0 h 300947"/>
                      <a:gd name="connsiteX2" fmla="*/ 618603 w 618603"/>
                      <a:gd name="connsiteY2" fmla="*/ 263290 h 300947"/>
                      <a:gd name="connsiteX3" fmla="*/ 460085 w 618603"/>
                      <a:gd name="connsiteY3" fmla="*/ 300947 h 300947"/>
                      <a:gd name="connsiteX4" fmla="*/ 0 w 618603"/>
                      <a:gd name="connsiteY4" fmla="*/ 35961 h 300947"/>
                      <a:gd name="connsiteX0" fmla="*/ 0 w 609011"/>
                      <a:gd name="connsiteY0" fmla="*/ 35961 h 300947"/>
                      <a:gd name="connsiteX1" fmla="*/ 78813 w 609011"/>
                      <a:gd name="connsiteY1" fmla="*/ 0 h 300947"/>
                      <a:gd name="connsiteX2" fmla="*/ 609011 w 609011"/>
                      <a:gd name="connsiteY2" fmla="*/ 259541 h 300947"/>
                      <a:gd name="connsiteX3" fmla="*/ 460085 w 609011"/>
                      <a:gd name="connsiteY3" fmla="*/ 300947 h 300947"/>
                      <a:gd name="connsiteX4" fmla="*/ 0 w 609011"/>
                      <a:gd name="connsiteY4" fmla="*/ 35961 h 300947"/>
                      <a:gd name="connsiteX0" fmla="*/ 0 w 609011"/>
                      <a:gd name="connsiteY0" fmla="*/ 24792 h 289778"/>
                      <a:gd name="connsiteX1" fmla="*/ 97863 w 609011"/>
                      <a:gd name="connsiteY1" fmla="*/ 0 h 289778"/>
                      <a:gd name="connsiteX2" fmla="*/ 609011 w 609011"/>
                      <a:gd name="connsiteY2" fmla="*/ 248372 h 289778"/>
                      <a:gd name="connsiteX3" fmla="*/ 460085 w 609011"/>
                      <a:gd name="connsiteY3" fmla="*/ 289778 h 289778"/>
                      <a:gd name="connsiteX4" fmla="*/ 0 w 609011"/>
                      <a:gd name="connsiteY4" fmla="*/ 24792 h 289778"/>
                      <a:gd name="connsiteX0" fmla="*/ 0 w 609011"/>
                      <a:gd name="connsiteY0" fmla="*/ 8038 h 273024"/>
                      <a:gd name="connsiteX1" fmla="*/ 119295 w 609011"/>
                      <a:gd name="connsiteY1" fmla="*/ 0 h 273024"/>
                      <a:gd name="connsiteX2" fmla="*/ 609011 w 609011"/>
                      <a:gd name="connsiteY2" fmla="*/ 231618 h 273024"/>
                      <a:gd name="connsiteX3" fmla="*/ 460085 w 609011"/>
                      <a:gd name="connsiteY3" fmla="*/ 273024 h 273024"/>
                      <a:gd name="connsiteX4" fmla="*/ 0 w 609011"/>
                      <a:gd name="connsiteY4" fmla="*/ 8038 h 273024"/>
                      <a:gd name="connsiteX0" fmla="*/ 0 w 589961"/>
                      <a:gd name="connsiteY0" fmla="*/ 27584 h 273024"/>
                      <a:gd name="connsiteX1" fmla="*/ 100245 w 589961"/>
                      <a:gd name="connsiteY1" fmla="*/ 0 h 273024"/>
                      <a:gd name="connsiteX2" fmla="*/ 589961 w 589961"/>
                      <a:gd name="connsiteY2" fmla="*/ 231618 h 273024"/>
                      <a:gd name="connsiteX3" fmla="*/ 441035 w 589961"/>
                      <a:gd name="connsiteY3" fmla="*/ 273024 h 273024"/>
                      <a:gd name="connsiteX4" fmla="*/ 0 w 589961"/>
                      <a:gd name="connsiteY4" fmla="*/ 27584 h 273024"/>
                      <a:gd name="connsiteX0" fmla="*/ 0 w 594724"/>
                      <a:gd name="connsiteY0" fmla="*/ 19208 h 273024"/>
                      <a:gd name="connsiteX1" fmla="*/ 105008 w 594724"/>
                      <a:gd name="connsiteY1" fmla="*/ 0 h 273024"/>
                      <a:gd name="connsiteX2" fmla="*/ 594724 w 594724"/>
                      <a:gd name="connsiteY2" fmla="*/ 231618 h 273024"/>
                      <a:gd name="connsiteX3" fmla="*/ 445798 w 594724"/>
                      <a:gd name="connsiteY3" fmla="*/ 273024 h 273024"/>
                      <a:gd name="connsiteX4" fmla="*/ 0 w 594724"/>
                      <a:gd name="connsiteY4" fmla="*/ 19208 h 273024"/>
                      <a:gd name="connsiteX0" fmla="*/ 0 w 594724"/>
                      <a:gd name="connsiteY0" fmla="*/ 27584 h 281400"/>
                      <a:gd name="connsiteX1" fmla="*/ 107389 w 594724"/>
                      <a:gd name="connsiteY1" fmla="*/ 0 h 281400"/>
                      <a:gd name="connsiteX2" fmla="*/ 594724 w 594724"/>
                      <a:gd name="connsiteY2" fmla="*/ 239994 h 281400"/>
                      <a:gd name="connsiteX3" fmla="*/ 445798 w 594724"/>
                      <a:gd name="connsiteY3" fmla="*/ 281400 h 281400"/>
                      <a:gd name="connsiteX4" fmla="*/ 0 w 594724"/>
                      <a:gd name="connsiteY4" fmla="*/ 27584 h 281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4724" h="281400">
                        <a:moveTo>
                          <a:pt x="0" y="27584"/>
                        </a:moveTo>
                        <a:lnTo>
                          <a:pt x="107389" y="0"/>
                        </a:lnTo>
                        <a:lnTo>
                          <a:pt x="594724" y="239994"/>
                        </a:lnTo>
                        <a:lnTo>
                          <a:pt x="445798" y="281400"/>
                        </a:lnTo>
                        <a:lnTo>
                          <a:pt x="0" y="27584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1" name="Group 260"/>
                <p:cNvGrpSpPr/>
                <p:nvPr/>
              </p:nvGrpSpPr>
              <p:grpSpPr>
                <a:xfrm>
                  <a:off x="1401846" y="1385258"/>
                  <a:ext cx="566987" cy="435222"/>
                  <a:chOff x="4187768" y="440728"/>
                  <a:chExt cx="1095211" cy="723559"/>
                </a:xfrm>
                <a:effectLst/>
              </p:grpSpPr>
              <p:sp>
                <p:nvSpPr>
                  <p:cNvPr id="62" name="Rectangle 17"/>
                  <p:cNvSpPr/>
                  <p:nvPr/>
                </p:nvSpPr>
                <p:spPr>
                  <a:xfrm>
                    <a:off x="4187768" y="440728"/>
                    <a:ext cx="1095211" cy="723559"/>
                  </a:xfrm>
                  <a:custGeom>
                    <a:avLst/>
                    <a:gdLst>
                      <a:gd name="connsiteX0" fmla="*/ 0 w 914400"/>
                      <a:gd name="connsiteY0" fmla="*/ 0 h 609600"/>
                      <a:gd name="connsiteX1" fmla="*/ 914400 w 914400"/>
                      <a:gd name="connsiteY1" fmla="*/ 0 h 609600"/>
                      <a:gd name="connsiteX2" fmla="*/ 914400 w 914400"/>
                      <a:gd name="connsiteY2" fmla="*/ 609600 h 609600"/>
                      <a:gd name="connsiteX3" fmla="*/ 0 w 914400"/>
                      <a:gd name="connsiteY3" fmla="*/ 609600 h 609600"/>
                      <a:gd name="connsiteX4" fmla="*/ 0 w 914400"/>
                      <a:gd name="connsiteY4" fmla="*/ 0 h 609600"/>
                      <a:gd name="connsiteX0" fmla="*/ 0 w 1043553"/>
                      <a:gd name="connsiteY0" fmla="*/ 0 h 609600"/>
                      <a:gd name="connsiteX1" fmla="*/ 914400 w 1043553"/>
                      <a:gd name="connsiteY1" fmla="*/ 0 h 609600"/>
                      <a:gd name="connsiteX2" fmla="*/ 1043553 w 1043553"/>
                      <a:gd name="connsiteY2" fmla="*/ 495945 h 609600"/>
                      <a:gd name="connsiteX3" fmla="*/ 0 w 1043553"/>
                      <a:gd name="connsiteY3" fmla="*/ 609600 h 609600"/>
                      <a:gd name="connsiteX4" fmla="*/ 0 w 1043553"/>
                      <a:gd name="connsiteY4" fmla="*/ 0 h 609600"/>
                      <a:gd name="connsiteX0" fmla="*/ 46495 w 1090048"/>
                      <a:gd name="connsiteY0" fmla="*/ 0 h 495945"/>
                      <a:gd name="connsiteX1" fmla="*/ 960895 w 1090048"/>
                      <a:gd name="connsiteY1" fmla="*/ 0 h 495945"/>
                      <a:gd name="connsiteX2" fmla="*/ 1090048 w 1090048"/>
                      <a:gd name="connsiteY2" fmla="*/ 495945 h 495945"/>
                      <a:gd name="connsiteX3" fmla="*/ 0 w 1090048"/>
                      <a:gd name="connsiteY3" fmla="*/ 490779 h 495945"/>
                      <a:gd name="connsiteX4" fmla="*/ 46495 w 1090048"/>
                      <a:gd name="connsiteY4" fmla="*/ 0 h 495945"/>
                      <a:gd name="connsiteX0" fmla="*/ 0 w 1043553"/>
                      <a:gd name="connsiteY0" fmla="*/ 0 h 563104"/>
                      <a:gd name="connsiteX1" fmla="*/ 914400 w 1043553"/>
                      <a:gd name="connsiteY1" fmla="*/ 0 h 563104"/>
                      <a:gd name="connsiteX2" fmla="*/ 1043553 w 1043553"/>
                      <a:gd name="connsiteY2" fmla="*/ 495945 h 563104"/>
                      <a:gd name="connsiteX3" fmla="*/ 5166 w 1043553"/>
                      <a:gd name="connsiteY3" fmla="*/ 563104 h 563104"/>
                      <a:gd name="connsiteX4" fmla="*/ 0 w 1043553"/>
                      <a:gd name="connsiteY4" fmla="*/ 0 h 563104"/>
                      <a:gd name="connsiteX0" fmla="*/ 5166 w 1048719"/>
                      <a:gd name="connsiteY0" fmla="*/ 0 h 521775"/>
                      <a:gd name="connsiteX1" fmla="*/ 919566 w 1048719"/>
                      <a:gd name="connsiteY1" fmla="*/ 0 h 521775"/>
                      <a:gd name="connsiteX2" fmla="*/ 1048719 w 1048719"/>
                      <a:gd name="connsiteY2" fmla="*/ 495945 h 521775"/>
                      <a:gd name="connsiteX3" fmla="*/ 0 w 1048719"/>
                      <a:gd name="connsiteY3" fmla="*/ 521775 h 521775"/>
                      <a:gd name="connsiteX4" fmla="*/ 5166 w 1048719"/>
                      <a:gd name="connsiteY4" fmla="*/ 0 h 521775"/>
                      <a:gd name="connsiteX0" fmla="*/ 41328 w 1084881"/>
                      <a:gd name="connsiteY0" fmla="*/ 0 h 511443"/>
                      <a:gd name="connsiteX1" fmla="*/ 955728 w 1084881"/>
                      <a:gd name="connsiteY1" fmla="*/ 0 h 511443"/>
                      <a:gd name="connsiteX2" fmla="*/ 1084881 w 1084881"/>
                      <a:gd name="connsiteY2" fmla="*/ 495945 h 511443"/>
                      <a:gd name="connsiteX3" fmla="*/ 0 w 1084881"/>
                      <a:gd name="connsiteY3" fmla="*/ 511443 h 511443"/>
                      <a:gd name="connsiteX4" fmla="*/ 41328 w 1084881"/>
                      <a:gd name="connsiteY4" fmla="*/ 0 h 511443"/>
                      <a:gd name="connsiteX0" fmla="*/ 41328 w 1084881"/>
                      <a:gd name="connsiteY0" fmla="*/ 0 h 600508"/>
                      <a:gd name="connsiteX1" fmla="*/ 955728 w 1084881"/>
                      <a:gd name="connsiteY1" fmla="*/ 0 h 600508"/>
                      <a:gd name="connsiteX2" fmla="*/ 1084881 w 1084881"/>
                      <a:gd name="connsiteY2" fmla="*/ 495945 h 600508"/>
                      <a:gd name="connsiteX3" fmla="*/ 0 w 1084881"/>
                      <a:gd name="connsiteY3" fmla="*/ 511443 h 600508"/>
                      <a:gd name="connsiteX4" fmla="*/ 41328 w 1084881"/>
                      <a:gd name="connsiteY4" fmla="*/ 0 h 600508"/>
                      <a:gd name="connsiteX0" fmla="*/ 41328 w 1079715"/>
                      <a:gd name="connsiteY0" fmla="*/ 0 h 595741"/>
                      <a:gd name="connsiteX1" fmla="*/ 955728 w 1079715"/>
                      <a:gd name="connsiteY1" fmla="*/ 0 h 595741"/>
                      <a:gd name="connsiteX2" fmla="*/ 1079715 w 1079715"/>
                      <a:gd name="connsiteY2" fmla="*/ 475280 h 595741"/>
                      <a:gd name="connsiteX3" fmla="*/ 0 w 1079715"/>
                      <a:gd name="connsiteY3" fmla="*/ 511443 h 595741"/>
                      <a:gd name="connsiteX4" fmla="*/ 41328 w 1079715"/>
                      <a:gd name="connsiteY4" fmla="*/ 0 h 595741"/>
                      <a:gd name="connsiteX0" fmla="*/ 41328 w 1079715"/>
                      <a:gd name="connsiteY0" fmla="*/ 0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41328 w 1079715"/>
                      <a:gd name="connsiteY4" fmla="*/ 0 h 632824"/>
                      <a:gd name="connsiteX0" fmla="*/ 144650 w 1079715"/>
                      <a:gd name="connsiteY0" fmla="*/ 36163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144650 w 1079715"/>
                      <a:gd name="connsiteY4" fmla="*/ 36163 h 632824"/>
                      <a:gd name="connsiteX0" fmla="*/ 144650 w 1079715"/>
                      <a:gd name="connsiteY0" fmla="*/ 98219 h 694880"/>
                      <a:gd name="connsiteX1" fmla="*/ 955728 w 1079715"/>
                      <a:gd name="connsiteY1" fmla="*/ 62056 h 694880"/>
                      <a:gd name="connsiteX2" fmla="*/ 1079715 w 1079715"/>
                      <a:gd name="connsiteY2" fmla="*/ 537336 h 694880"/>
                      <a:gd name="connsiteX3" fmla="*/ 0 w 1079715"/>
                      <a:gd name="connsiteY3" fmla="*/ 573499 h 694880"/>
                      <a:gd name="connsiteX4" fmla="*/ 144650 w 1079715"/>
                      <a:gd name="connsiteY4" fmla="*/ 98219 h 694880"/>
                      <a:gd name="connsiteX0" fmla="*/ 144650 w 1079715"/>
                      <a:gd name="connsiteY0" fmla="*/ 124397 h 721058"/>
                      <a:gd name="connsiteX1" fmla="*/ 955728 w 1079715"/>
                      <a:gd name="connsiteY1" fmla="*/ 88234 h 721058"/>
                      <a:gd name="connsiteX2" fmla="*/ 1079715 w 1079715"/>
                      <a:gd name="connsiteY2" fmla="*/ 563514 h 721058"/>
                      <a:gd name="connsiteX3" fmla="*/ 0 w 1079715"/>
                      <a:gd name="connsiteY3" fmla="*/ 599677 h 721058"/>
                      <a:gd name="connsiteX4" fmla="*/ 144650 w 1079715"/>
                      <a:gd name="connsiteY4" fmla="*/ 124397 h 721058"/>
                      <a:gd name="connsiteX0" fmla="*/ 144650 w 1079715"/>
                      <a:gd name="connsiteY0" fmla="*/ 128833 h 725494"/>
                      <a:gd name="connsiteX1" fmla="*/ 955728 w 1079715"/>
                      <a:gd name="connsiteY1" fmla="*/ 92670 h 725494"/>
                      <a:gd name="connsiteX2" fmla="*/ 1079715 w 1079715"/>
                      <a:gd name="connsiteY2" fmla="*/ 567950 h 725494"/>
                      <a:gd name="connsiteX3" fmla="*/ 0 w 1079715"/>
                      <a:gd name="connsiteY3" fmla="*/ 604113 h 725494"/>
                      <a:gd name="connsiteX4" fmla="*/ 144650 w 1079715"/>
                      <a:gd name="connsiteY4" fmla="*/ 128833 h 725494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5213" h="723561">
                        <a:moveTo>
                          <a:pt x="144650" y="128833"/>
                        </a:moveTo>
                        <a:cubicBezTo>
                          <a:pt x="223864" y="8291"/>
                          <a:pt x="731864" y="-70924"/>
                          <a:pt x="955728" y="92670"/>
                        </a:cubicBezTo>
                        <a:lnTo>
                          <a:pt x="1095213" y="562784"/>
                        </a:lnTo>
                        <a:cubicBezTo>
                          <a:pt x="1007389" y="717767"/>
                          <a:pt x="273803" y="810758"/>
                          <a:pt x="0" y="604113"/>
                        </a:cubicBezTo>
                        <a:lnTo>
                          <a:pt x="144650" y="12883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7800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  <a:gs pos="0">
                        <a:sysClr val="window" lastClr="FFFFFF">
                          <a:lumMod val="85000"/>
                        </a:sysClr>
                      </a:gs>
                    </a:gsLst>
                    <a:lin ang="21594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outerShdw blurRad="38100" sx="102000" sy="102000" algn="ctr" rotWithShape="0">
                      <a:prstClr val="black">
                        <a:alpha val="8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18"/>
                  <p:cNvSpPr/>
                  <p:nvPr/>
                </p:nvSpPr>
                <p:spPr>
                  <a:xfrm rot="790316">
                    <a:off x="4272878" y="616463"/>
                    <a:ext cx="913120" cy="526020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58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ectangle 18"/>
                  <p:cNvSpPr/>
                  <p:nvPr/>
                </p:nvSpPr>
                <p:spPr>
                  <a:xfrm rot="790316">
                    <a:off x="4293635" y="658792"/>
                    <a:ext cx="860201" cy="448601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" lastClr="FFFFFF">
                          <a:lumMod val="6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264"/>
                  <p:cNvSpPr/>
                  <p:nvPr/>
                </p:nvSpPr>
                <p:spPr>
                  <a:xfrm>
                    <a:off x="4385894" y="468899"/>
                    <a:ext cx="715431" cy="187564"/>
                  </a:xfrm>
                  <a:prstGeom prst="ellipse">
                    <a:avLst/>
                  </a:prstGeom>
                  <a:gradFill>
                    <a:gsLst>
                      <a:gs pos="42000">
                        <a:sysClr val="window" lastClr="FFFFFF">
                          <a:lumMod val="50000"/>
                          <a:alpha val="1800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186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9" name="Rectangle 2"/>
              <p:cNvSpPr/>
              <p:nvPr/>
            </p:nvSpPr>
            <p:spPr>
              <a:xfrm>
                <a:off x="3752108" y="2749073"/>
                <a:ext cx="1681742" cy="2945944"/>
              </a:xfrm>
              <a:custGeom>
                <a:avLst/>
                <a:gdLst>
                  <a:gd name="connsiteX0" fmla="*/ 2005372 w 2122486"/>
                  <a:gd name="connsiteY0" fmla="*/ 315416 h 3718008"/>
                  <a:gd name="connsiteX1" fmla="*/ 1093233 w 2122486"/>
                  <a:gd name="connsiteY1" fmla="*/ 531553 h 3718008"/>
                  <a:gd name="connsiteX2" fmla="*/ 143269 w 2122486"/>
                  <a:gd name="connsiteY2" fmla="*/ 322824 h 3718008"/>
                  <a:gd name="connsiteX3" fmla="*/ 138577 w 2122486"/>
                  <a:gd name="connsiteY3" fmla="*/ 3192409 h 3718008"/>
                  <a:gd name="connsiteX4" fmla="*/ 135179 w 2122486"/>
                  <a:gd name="connsiteY4" fmla="*/ 3220762 h 3718008"/>
                  <a:gd name="connsiteX5" fmla="*/ 1087494 w 2122486"/>
                  <a:gd name="connsiteY5" fmla="*/ 3597444 h 3718008"/>
                  <a:gd name="connsiteX6" fmla="*/ 2011663 w 2122486"/>
                  <a:gd name="connsiteY6" fmla="*/ 3220762 h 3718008"/>
                  <a:gd name="connsiteX7" fmla="*/ 2010423 w 2122486"/>
                  <a:gd name="connsiteY7" fmla="*/ 3192409 h 3718008"/>
                  <a:gd name="connsiteX8" fmla="*/ 2005372 w 2122486"/>
                  <a:gd name="connsiteY8" fmla="*/ 315416 h 3718008"/>
                  <a:gd name="connsiteX9" fmla="*/ 0 w 2122486"/>
                  <a:gd name="connsiteY9" fmla="*/ 0 h 3718008"/>
                  <a:gd name="connsiteX10" fmla="*/ 2787 w 2122486"/>
                  <a:gd name="connsiteY10" fmla="*/ 0 h 3718008"/>
                  <a:gd name="connsiteX11" fmla="*/ 1058394 w 2122486"/>
                  <a:gd name="connsiteY11" fmla="*/ 386465 h 3718008"/>
                  <a:gd name="connsiteX12" fmla="*/ 2114001 w 2122486"/>
                  <a:gd name="connsiteY12" fmla="*/ 0 h 3718008"/>
                  <a:gd name="connsiteX13" fmla="*/ 2121085 w 2122486"/>
                  <a:gd name="connsiteY13" fmla="*/ 0 h 3718008"/>
                  <a:gd name="connsiteX14" fmla="*/ 2121085 w 2122486"/>
                  <a:gd name="connsiteY14" fmla="*/ 3265169 h 3718008"/>
                  <a:gd name="connsiteX15" fmla="*/ 2122486 w 2122486"/>
                  <a:gd name="connsiteY15" fmla="*/ 3295465 h 3718008"/>
                  <a:gd name="connsiteX16" fmla="*/ 1062308 w 2122486"/>
                  <a:gd name="connsiteY16" fmla="*/ 3718008 h 3718008"/>
                  <a:gd name="connsiteX17" fmla="*/ 2130 w 2122486"/>
                  <a:gd name="connsiteY17" fmla="*/ 3295465 h 3718008"/>
                  <a:gd name="connsiteX18" fmla="*/ 5969 w 2122486"/>
                  <a:gd name="connsiteY18" fmla="*/ 3265169 h 3718008"/>
                  <a:gd name="connsiteX19" fmla="*/ 0 w 2122486"/>
                  <a:gd name="connsiteY19" fmla="*/ 0 h 3718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22486" h="3718008">
                    <a:moveTo>
                      <a:pt x="2005372" y="315416"/>
                    </a:moveTo>
                    <a:cubicBezTo>
                      <a:pt x="1825352" y="415037"/>
                      <a:pt x="1403584" y="530318"/>
                      <a:pt x="1093233" y="531553"/>
                    </a:cubicBezTo>
                    <a:cubicBezTo>
                      <a:pt x="782883" y="532787"/>
                      <a:pt x="393422" y="491045"/>
                      <a:pt x="143269" y="322824"/>
                    </a:cubicBezTo>
                    <a:lnTo>
                      <a:pt x="138577" y="3192409"/>
                    </a:lnTo>
                    <a:lnTo>
                      <a:pt x="135179" y="3220762"/>
                    </a:lnTo>
                    <a:cubicBezTo>
                      <a:pt x="135179" y="3439161"/>
                      <a:pt x="569318" y="3597444"/>
                      <a:pt x="1087494" y="3597444"/>
                    </a:cubicBezTo>
                    <a:cubicBezTo>
                      <a:pt x="1605671" y="3597444"/>
                      <a:pt x="2011663" y="3439161"/>
                      <a:pt x="2011663" y="3220762"/>
                    </a:cubicBezTo>
                    <a:cubicBezTo>
                      <a:pt x="2011250" y="3211311"/>
                      <a:pt x="2010836" y="3201860"/>
                      <a:pt x="2010423" y="3192409"/>
                    </a:cubicBezTo>
                    <a:cubicBezTo>
                      <a:pt x="2014281" y="2220110"/>
                      <a:pt x="2001514" y="1287714"/>
                      <a:pt x="2005372" y="315416"/>
                    </a:cubicBezTo>
                    <a:close/>
                    <a:moveTo>
                      <a:pt x="0" y="0"/>
                    </a:moveTo>
                    <a:lnTo>
                      <a:pt x="2787" y="0"/>
                    </a:lnTo>
                    <a:cubicBezTo>
                      <a:pt x="48171" y="216558"/>
                      <a:pt x="503498" y="386465"/>
                      <a:pt x="1058394" y="386465"/>
                    </a:cubicBezTo>
                    <a:cubicBezTo>
                      <a:pt x="1613290" y="386465"/>
                      <a:pt x="2068618" y="216558"/>
                      <a:pt x="2114001" y="0"/>
                    </a:cubicBezTo>
                    <a:lnTo>
                      <a:pt x="2121085" y="0"/>
                    </a:lnTo>
                    <a:lnTo>
                      <a:pt x="2121085" y="3265169"/>
                    </a:lnTo>
                    <a:lnTo>
                      <a:pt x="2122486" y="3295465"/>
                    </a:lnTo>
                    <a:cubicBezTo>
                      <a:pt x="2122486" y="3528829"/>
                      <a:pt x="1647828" y="3718008"/>
                      <a:pt x="1062308" y="3718008"/>
                    </a:cubicBezTo>
                    <a:cubicBezTo>
                      <a:pt x="476788" y="3718008"/>
                      <a:pt x="2130" y="3528829"/>
                      <a:pt x="2130" y="3295465"/>
                    </a:cubicBezTo>
                    <a:lnTo>
                      <a:pt x="5969" y="3265169"/>
                    </a:lnTo>
                    <a:cubicBezTo>
                      <a:pt x="3979" y="2176779"/>
                      <a:pt x="1990" y="1088390"/>
                      <a:pt x="0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50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88900" dist="38100" dir="5400000" sx="101000" sy="101000" algn="t" rotWithShape="0">
                  <a:prstClr val="black">
                    <a:alpha val="25000"/>
                  </a:prstClr>
                </a:outerShdw>
              </a:effectLst>
              <a:scene3d>
                <a:camera prst="orthographicFront"/>
                <a:lightRig rig="balanced" dir="t"/>
              </a:scene3d>
              <a:sp3d>
                <a:bevelT w="508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444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err="1" smtClean="0">
                <a:solidFill>
                  <a:srgbClr val="FFC000"/>
                </a:solidFill>
                <a:latin typeface="Gill Sans Std Light" pitchFamily="34" charset="0"/>
              </a:rPr>
              <a:t>Sourcing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7" name="Rounded Rectangle 23"/>
          <p:cNvSpPr/>
          <p:nvPr/>
        </p:nvSpPr>
        <p:spPr>
          <a:xfrm>
            <a:off x="1509519" y="1599267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ounded Rectangle 24"/>
          <p:cNvSpPr/>
          <p:nvPr/>
        </p:nvSpPr>
        <p:spPr>
          <a:xfrm>
            <a:off x="1658134" y="1740296"/>
            <a:ext cx="868670" cy="533455"/>
          </a:xfrm>
          <a:prstGeom prst="roundRect">
            <a:avLst>
              <a:gd name="adj" fmla="val 13219"/>
            </a:avLst>
          </a:pr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9" name="Rounded Rectangle 25"/>
          <p:cNvSpPr/>
          <p:nvPr/>
        </p:nvSpPr>
        <p:spPr>
          <a:xfrm>
            <a:off x="2725737" y="1918114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43"/>
          <p:cNvSpPr/>
          <p:nvPr/>
        </p:nvSpPr>
        <p:spPr>
          <a:xfrm>
            <a:off x="2725737" y="1918114"/>
            <a:ext cx="2937126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6" name="TextBox 35"/>
          <p:cNvSpPr txBox="1"/>
          <p:nvPr/>
        </p:nvSpPr>
        <p:spPr>
          <a:xfrm>
            <a:off x="1721083" y="1793575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80%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61" name="TextBox 10"/>
          <p:cNvSpPr txBox="1"/>
          <p:nvPr/>
        </p:nvSpPr>
        <p:spPr>
          <a:xfrm>
            <a:off x="146159" y="1518968"/>
            <a:ext cx="1331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Modelo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contratação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Sustentação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2" name="Rounded Rectangle 4"/>
          <p:cNvSpPr/>
          <p:nvPr/>
        </p:nvSpPr>
        <p:spPr>
          <a:xfrm>
            <a:off x="6772812" y="1576901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ounded Rectangle 4"/>
          <p:cNvSpPr/>
          <p:nvPr/>
        </p:nvSpPr>
        <p:spPr>
          <a:xfrm>
            <a:off x="9768787" y="1570820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31"/>
          <p:cNvSpPr txBox="1"/>
          <p:nvPr/>
        </p:nvSpPr>
        <p:spPr>
          <a:xfrm>
            <a:off x="1616241" y="108176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5" name="TextBox 31"/>
          <p:cNvSpPr txBox="1"/>
          <p:nvPr/>
        </p:nvSpPr>
        <p:spPr>
          <a:xfrm>
            <a:off x="6905772" y="1081763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6" name="TextBox 31"/>
          <p:cNvSpPr txBox="1"/>
          <p:nvPr/>
        </p:nvSpPr>
        <p:spPr>
          <a:xfrm>
            <a:off x="9969389" y="1081763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70" name="Rounded Rectangle 23"/>
          <p:cNvSpPr/>
          <p:nvPr/>
        </p:nvSpPr>
        <p:spPr>
          <a:xfrm>
            <a:off x="1478045" y="2654386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ounded Rectangle 24"/>
          <p:cNvSpPr/>
          <p:nvPr/>
        </p:nvSpPr>
        <p:spPr>
          <a:xfrm>
            <a:off x="1626660" y="2795415"/>
            <a:ext cx="868670" cy="533455"/>
          </a:xfrm>
          <a:prstGeom prst="roundRect">
            <a:avLst>
              <a:gd name="adj" fmla="val 13219"/>
            </a:avLst>
          </a:pr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72" name="Rounded Rectangle 25"/>
          <p:cNvSpPr/>
          <p:nvPr/>
        </p:nvSpPr>
        <p:spPr>
          <a:xfrm>
            <a:off x="2694263" y="2973233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43"/>
          <p:cNvSpPr/>
          <p:nvPr/>
        </p:nvSpPr>
        <p:spPr>
          <a:xfrm>
            <a:off x="2694263" y="2973232"/>
            <a:ext cx="2968600" cy="177819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69" name="TextBox 35"/>
          <p:cNvSpPr txBox="1"/>
          <p:nvPr/>
        </p:nvSpPr>
        <p:spPr>
          <a:xfrm>
            <a:off x="1689609" y="2848694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80%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74" name="TextBox 10"/>
          <p:cNvSpPr txBox="1"/>
          <p:nvPr/>
        </p:nvSpPr>
        <p:spPr>
          <a:xfrm>
            <a:off x="132420" y="2654386"/>
            <a:ext cx="1331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Modelo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contratação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Evolução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6741338" y="2632020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9737313" y="2625939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6843529" y="1782475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Contratações</a:t>
            </a:r>
            <a:endParaRPr lang="pt-BR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9931901" y="177646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Out/15</a:t>
            </a:r>
            <a:endParaRPr lang="pt-BR" dirty="0"/>
          </a:p>
        </p:txBody>
      </p:sp>
      <p:sp>
        <p:nvSpPr>
          <p:cNvPr id="99" name="CaixaDeTexto 98"/>
          <p:cNvSpPr txBox="1"/>
          <p:nvPr/>
        </p:nvSpPr>
        <p:spPr>
          <a:xfrm>
            <a:off x="6808260" y="2834813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Contratações</a:t>
            </a:r>
            <a:endParaRPr lang="pt-BR" dirty="0"/>
          </a:p>
        </p:txBody>
      </p:sp>
      <p:sp>
        <p:nvSpPr>
          <p:cNvPr id="100" name="CaixaDeTexto 99"/>
          <p:cNvSpPr txBox="1"/>
          <p:nvPr/>
        </p:nvSpPr>
        <p:spPr>
          <a:xfrm>
            <a:off x="9896632" y="2828806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Out/15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3263" y="110880"/>
            <a:ext cx="11216146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sz="4400" dirty="0">
                <a:solidFill>
                  <a:srgbClr val="FFC000"/>
                </a:solidFill>
                <a:latin typeface="Gill Sans Std Light" pitchFamily="34" charset="0"/>
                <a:ea typeface="+mj-ea"/>
                <a:cs typeface="+mj-cs"/>
              </a:rPr>
              <a:t>Modelo de Contratação - Sustentação</a:t>
            </a:r>
          </a:p>
        </p:txBody>
      </p:sp>
      <p:sp>
        <p:nvSpPr>
          <p:cNvPr id="3" name="Rectangle 102"/>
          <p:cNvSpPr/>
          <p:nvPr/>
        </p:nvSpPr>
        <p:spPr>
          <a:xfrm>
            <a:off x="68704" y="4475065"/>
            <a:ext cx="12003980" cy="1735768"/>
          </a:xfrm>
          <a:prstGeom prst="rect">
            <a:avLst/>
          </a:prstGeom>
          <a:solidFill>
            <a:srgbClr val="EEECE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103"/>
          <p:cNvSpPr/>
          <p:nvPr/>
        </p:nvSpPr>
        <p:spPr>
          <a:xfrm>
            <a:off x="68704" y="3000498"/>
            <a:ext cx="12007848" cy="1255015"/>
          </a:xfrm>
          <a:prstGeom prst="rect">
            <a:avLst/>
          </a:prstGeom>
          <a:solidFill>
            <a:srgbClr val="EEECE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104"/>
          <p:cNvSpPr/>
          <p:nvPr/>
        </p:nvSpPr>
        <p:spPr>
          <a:xfrm>
            <a:off x="68704" y="1543658"/>
            <a:ext cx="12003980" cy="1223519"/>
          </a:xfrm>
          <a:prstGeom prst="rect">
            <a:avLst/>
          </a:prstGeom>
          <a:solidFill>
            <a:srgbClr val="EEECE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3"/>
          <p:cNvSpPr/>
          <p:nvPr/>
        </p:nvSpPr>
        <p:spPr>
          <a:xfrm>
            <a:off x="2021741" y="2934182"/>
            <a:ext cx="5060060" cy="1397108"/>
          </a:xfrm>
          <a:prstGeom prst="rect">
            <a:avLst/>
          </a:prstGeom>
          <a:solidFill>
            <a:srgbClr val="88BC80"/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MOTORES DE REGRAS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DE</a:t>
            </a: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  NEGÓCIO</a:t>
            </a:r>
          </a:p>
        </p:txBody>
      </p:sp>
      <p:sp>
        <p:nvSpPr>
          <p:cNvPr id="8" name="Rectangle 5"/>
          <p:cNvSpPr/>
          <p:nvPr/>
        </p:nvSpPr>
        <p:spPr>
          <a:xfrm>
            <a:off x="2021741" y="1472328"/>
            <a:ext cx="8564496" cy="1373781"/>
          </a:xfrm>
          <a:prstGeom prst="rect">
            <a:avLst/>
          </a:prstGeom>
          <a:solidFill>
            <a:srgbClr val="C0504D"/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INTERAÇÃO</a:t>
            </a:r>
          </a:p>
        </p:txBody>
      </p:sp>
      <p:sp>
        <p:nvSpPr>
          <p:cNvPr id="9" name="Rectangle 7"/>
          <p:cNvSpPr/>
          <p:nvPr/>
        </p:nvSpPr>
        <p:spPr>
          <a:xfrm>
            <a:off x="2022929" y="4405598"/>
            <a:ext cx="8563308" cy="91117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TRANSACIONAIS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2895" y="3097415"/>
            <a:ext cx="1642868" cy="63754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ATG MOTOR</a:t>
            </a:r>
          </a:p>
        </p:txBody>
      </p:sp>
      <p:sp>
        <p:nvSpPr>
          <p:cNvPr id="11" name="Rounded Rectangle 12"/>
          <p:cNvSpPr>
            <a:spLocks noChangeAspect="1"/>
          </p:cNvSpPr>
          <p:nvPr/>
        </p:nvSpPr>
        <p:spPr>
          <a:xfrm>
            <a:off x="7543880" y="1634910"/>
            <a:ext cx="865223" cy="321801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SITE CF</a:t>
            </a:r>
          </a:p>
        </p:txBody>
      </p:sp>
      <p:sp>
        <p:nvSpPr>
          <p:cNvPr id="12" name="Rounded Rectangle 14"/>
          <p:cNvSpPr/>
          <p:nvPr/>
        </p:nvSpPr>
        <p:spPr>
          <a:xfrm>
            <a:off x="2618562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SD</a:t>
            </a:r>
          </a:p>
        </p:txBody>
      </p:sp>
      <p:sp>
        <p:nvSpPr>
          <p:cNvPr id="13" name="Rounded Rectangle 15"/>
          <p:cNvSpPr/>
          <p:nvPr/>
        </p:nvSpPr>
        <p:spPr>
          <a:xfrm>
            <a:off x="4912346" y="3804291"/>
            <a:ext cx="513408" cy="315775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PROMO</a:t>
            </a:r>
          </a:p>
        </p:txBody>
      </p:sp>
      <p:sp>
        <p:nvSpPr>
          <p:cNvPr id="14" name="Rounded Rectangle 16"/>
          <p:cNvSpPr/>
          <p:nvPr/>
        </p:nvSpPr>
        <p:spPr>
          <a:xfrm>
            <a:off x="5526712" y="3804291"/>
            <a:ext cx="589021" cy="315775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COTAS</a:t>
            </a:r>
          </a:p>
        </p:txBody>
      </p:sp>
      <p:sp>
        <p:nvSpPr>
          <p:cNvPr id="15" name="Rounded Rectangle 17"/>
          <p:cNvSpPr/>
          <p:nvPr/>
        </p:nvSpPr>
        <p:spPr>
          <a:xfrm>
            <a:off x="6204760" y="3804291"/>
            <a:ext cx="572423" cy="315775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PREÇOS</a:t>
            </a:r>
          </a:p>
        </p:txBody>
      </p:sp>
      <p:sp>
        <p:nvSpPr>
          <p:cNvPr id="16" name="Rounded Rectangle 18"/>
          <p:cNvSpPr/>
          <p:nvPr/>
        </p:nvSpPr>
        <p:spPr>
          <a:xfrm>
            <a:off x="2742895" y="3804291"/>
            <a:ext cx="1642868" cy="315776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MOTOR BIO</a:t>
            </a:r>
          </a:p>
        </p:txBody>
      </p:sp>
      <p:sp>
        <p:nvSpPr>
          <p:cNvPr id="17" name="Rounded Rectangle 30"/>
          <p:cNvSpPr/>
          <p:nvPr/>
        </p:nvSpPr>
        <p:spPr>
          <a:xfrm>
            <a:off x="4751823" y="1594955"/>
            <a:ext cx="2173924" cy="2646789"/>
          </a:xfrm>
          <a:prstGeom prst="roundRect">
            <a:avLst>
              <a:gd name="adj" fmla="val 2400"/>
            </a:avLst>
          </a:prstGeom>
          <a:noFill/>
          <a:ln w="12700" cap="flat" cmpd="sng" algn="ctr">
            <a:solidFill>
              <a:sysClr val="window" lastClr="FFFFFF"/>
            </a:solidFill>
            <a:prstDash val="dash"/>
          </a:ln>
          <a:effectLst/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</a:rPr>
              <a:t>CAPTAÇÃO VENDA DIRETA</a:t>
            </a:r>
          </a:p>
        </p:txBody>
      </p:sp>
      <p:sp>
        <p:nvSpPr>
          <p:cNvPr id="18" name="Rounded Rectangle 31"/>
          <p:cNvSpPr/>
          <p:nvPr/>
        </p:nvSpPr>
        <p:spPr>
          <a:xfrm>
            <a:off x="2588361" y="1594955"/>
            <a:ext cx="1999606" cy="2640854"/>
          </a:xfrm>
          <a:prstGeom prst="roundRect">
            <a:avLst>
              <a:gd name="adj" fmla="val 4366"/>
            </a:avLst>
          </a:prstGeom>
          <a:noFill/>
          <a:ln w="12700" cap="flat" cmpd="sng" algn="ctr">
            <a:solidFill>
              <a:sysClr val="window" lastClr="FFFFFF"/>
            </a:solidFill>
            <a:prstDash val="dash"/>
          </a:ln>
          <a:effectLst/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</a:rPr>
              <a:t>REDE NATURA</a:t>
            </a:r>
          </a:p>
        </p:txBody>
      </p:sp>
      <p:sp>
        <p:nvSpPr>
          <p:cNvPr id="19" name="Rounded Rectangle 34"/>
          <p:cNvSpPr/>
          <p:nvPr/>
        </p:nvSpPr>
        <p:spPr>
          <a:xfrm>
            <a:off x="8545952" y="2032396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FICHA ELETRÔNICA</a:t>
            </a:r>
          </a:p>
        </p:txBody>
      </p:sp>
      <p:sp>
        <p:nvSpPr>
          <p:cNvPr id="20" name="Rectangle 36"/>
          <p:cNvSpPr/>
          <p:nvPr/>
        </p:nvSpPr>
        <p:spPr>
          <a:xfrm>
            <a:off x="7179023" y="2934182"/>
            <a:ext cx="3407215" cy="1397108"/>
          </a:xfrm>
          <a:prstGeom prst="rect">
            <a:avLst/>
          </a:prstGeom>
          <a:solidFill>
            <a:srgbClr val="F7964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GESTÃO DE NEGÓCIO</a:t>
            </a:r>
          </a:p>
        </p:txBody>
      </p:sp>
      <p:sp>
        <p:nvSpPr>
          <p:cNvPr id="21" name="Rounded Rectangle 37"/>
          <p:cNvSpPr/>
          <p:nvPr/>
        </p:nvSpPr>
        <p:spPr>
          <a:xfrm>
            <a:off x="7726202" y="3098281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ESTRUTURA COMERCIAL E CICLOS</a:t>
            </a:r>
          </a:p>
        </p:txBody>
      </p:sp>
      <p:sp>
        <p:nvSpPr>
          <p:cNvPr id="22" name="Rounded Rectangle 38"/>
          <p:cNvSpPr/>
          <p:nvPr/>
        </p:nvSpPr>
        <p:spPr>
          <a:xfrm>
            <a:off x="8630379" y="3926656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ESTATÍSTICA DO CANAL</a:t>
            </a:r>
          </a:p>
        </p:txBody>
      </p:sp>
      <p:sp>
        <p:nvSpPr>
          <p:cNvPr id="23" name="Rounded Rectangle 24"/>
          <p:cNvSpPr/>
          <p:nvPr/>
        </p:nvSpPr>
        <p:spPr>
          <a:xfrm>
            <a:off x="7726065" y="3926656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MDM</a:t>
            </a:r>
          </a:p>
        </p:txBody>
      </p:sp>
      <p:sp>
        <p:nvSpPr>
          <p:cNvPr id="24" name="Rounded Rectangle 42"/>
          <p:cNvSpPr/>
          <p:nvPr/>
        </p:nvSpPr>
        <p:spPr>
          <a:xfrm>
            <a:off x="7543881" y="2034788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CADASTRO CND</a:t>
            </a:r>
          </a:p>
        </p:txBody>
      </p:sp>
      <p:sp>
        <p:nvSpPr>
          <p:cNvPr id="25" name="Rounded Rectangle 57"/>
          <p:cNvSpPr/>
          <p:nvPr/>
        </p:nvSpPr>
        <p:spPr>
          <a:xfrm>
            <a:off x="8543811" y="1649064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SITE CN</a:t>
            </a:r>
          </a:p>
        </p:txBody>
      </p:sp>
      <p:sp>
        <p:nvSpPr>
          <p:cNvPr id="26" name="Rounded Rectangle 58"/>
          <p:cNvSpPr/>
          <p:nvPr/>
        </p:nvSpPr>
        <p:spPr>
          <a:xfrm>
            <a:off x="8642101" y="3501941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CAMPANHAS</a:t>
            </a:r>
          </a:p>
        </p:txBody>
      </p:sp>
      <p:sp>
        <p:nvSpPr>
          <p:cNvPr id="27" name="Rounded Rectangle 35"/>
          <p:cNvSpPr/>
          <p:nvPr/>
        </p:nvSpPr>
        <p:spPr>
          <a:xfrm>
            <a:off x="8642101" y="3100430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SITES FV</a:t>
            </a:r>
          </a:p>
        </p:txBody>
      </p:sp>
      <p:sp>
        <p:nvSpPr>
          <p:cNvPr id="28" name="Rounded Rectangle 41"/>
          <p:cNvSpPr/>
          <p:nvPr/>
        </p:nvSpPr>
        <p:spPr>
          <a:xfrm>
            <a:off x="7543881" y="2418437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PAINEL CND</a:t>
            </a:r>
          </a:p>
        </p:txBody>
      </p:sp>
      <p:sp>
        <p:nvSpPr>
          <p:cNvPr id="29" name="Rounded Rectangle 43"/>
          <p:cNvSpPr/>
          <p:nvPr/>
        </p:nvSpPr>
        <p:spPr>
          <a:xfrm>
            <a:off x="2742894" y="2125393"/>
            <a:ext cx="774722" cy="464507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ATG </a:t>
            </a:r>
          </a:p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WEB</a:t>
            </a:r>
          </a:p>
        </p:txBody>
      </p:sp>
      <p:sp>
        <p:nvSpPr>
          <p:cNvPr id="30" name="Rounded Rectangle 62"/>
          <p:cNvSpPr/>
          <p:nvPr/>
        </p:nvSpPr>
        <p:spPr>
          <a:xfrm>
            <a:off x="4906356" y="3097415"/>
            <a:ext cx="1883113" cy="63754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CAPTA MOTOR</a:t>
            </a:r>
          </a:p>
        </p:txBody>
      </p:sp>
      <p:sp>
        <p:nvSpPr>
          <p:cNvPr id="31" name="Rounded Rectangle 63"/>
          <p:cNvSpPr/>
          <p:nvPr/>
        </p:nvSpPr>
        <p:spPr>
          <a:xfrm>
            <a:off x="5845235" y="2126919"/>
            <a:ext cx="931469" cy="42872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CAPTA MOBILE</a:t>
            </a:r>
          </a:p>
        </p:txBody>
      </p:sp>
      <p:sp>
        <p:nvSpPr>
          <p:cNvPr id="32" name="Rounded Rectangle 64"/>
          <p:cNvSpPr/>
          <p:nvPr/>
        </p:nvSpPr>
        <p:spPr>
          <a:xfrm>
            <a:off x="4906356" y="2125393"/>
            <a:ext cx="855540" cy="42872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CAPTA WEB</a:t>
            </a:r>
          </a:p>
        </p:txBody>
      </p:sp>
      <p:sp>
        <p:nvSpPr>
          <p:cNvPr id="33" name="Rectangle 65"/>
          <p:cNvSpPr/>
          <p:nvPr/>
        </p:nvSpPr>
        <p:spPr>
          <a:xfrm>
            <a:off x="10683458" y="1472328"/>
            <a:ext cx="1279546" cy="3520393"/>
          </a:xfrm>
          <a:prstGeom prst="rect">
            <a:avLst/>
          </a:prstGeom>
          <a:solidFill>
            <a:srgbClr val="8064A2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ANALÍTICOS</a:t>
            </a:r>
          </a:p>
        </p:txBody>
      </p:sp>
      <p:sp>
        <p:nvSpPr>
          <p:cNvPr id="34" name="Rectangle 51"/>
          <p:cNvSpPr/>
          <p:nvPr/>
        </p:nvSpPr>
        <p:spPr>
          <a:xfrm>
            <a:off x="2021740" y="5406181"/>
            <a:ext cx="8563308" cy="879198"/>
          </a:xfrm>
          <a:prstGeom prst="rect">
            <a:avLst/>
          </a:prstGeom>
          <a:solidFill>
            <a:srgbClr val="4F81B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BACKOFFICE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35" name="Rounded Rectangle 73"/>
          <p:cNvSpPr/>
          <p:nvPr/>
        </p:nvSpPr>
        <p:spPr>
          <a:xfrm>
            <a:off x="2794405" y="5706894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HCM</a:t>
            </a:r>
          </a:p>
        </p:txBody>
      </p:sp>
      <p:sp>
        <p:nvSpPr>
          <p:cNvPr id="36" name="Rounded Rectangle 22"/>
          <p:cNvSpPr/>
          <p:nvPr/>
        </p:nvSpPr>
        <p:spPr>
          <a:xfrm>
            <a:off x="9517787" y="3097414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CRM</a:t>
            </a:r>
          </a:p>
        </p:txBody>
      </p:sp>
      <p:sp>
        <p:nvSpPr>
          <p:cNvPr id="37" name="Rounded Rectangle 82"/>
          <p:cNvSpPr/>
          <p:nvPr/>
        </p:nvSpPr>
        <p:spPr>
          <a:xfrm>
            <a:off x="4296891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MM</a:t>
            </a:r>
          </a:p>
        </p:txBody>
      </p:sp>
      <p:sp>
        <p:nvSpPr>
          <p:cNvPr id="38" name="Rounded Rectangle 83"/>
          <p:cNvSpPr/>
          <p:nvPr/>
        </p:nvSpPr>
        <p:spPr>
          <a:xfrm>
            <a:off x="5221045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PP</a:t>
            </a:r>
          </a:p>
        </p:txBody>
      </p:sp>
      <p:sp>
        <p:nvSpPr>
          <p:cNvPr id="39" name="Rounded Rectangle 84"/>
          <p:cNvSpPr/>
          <p:nvPr/>
        </p:nvSpPr>
        <p:spPr>
          <a:xfrm>
            <a:off x="6135586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WM</a:t>
            </a:r>
          </a:p>
        </p:txBody>
      </p:sp>
      <p:sp>
        <p:nvSpPr>
          <p:cNvPr id="40" name="Rounded Rectangle 85"/>
          <p:cNvSpPr/>
          <p:nvPr/>
        </p:nvSpPr>
        <p:spPr>
          <a:xfrm>
            <a:off x="7005386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QM</a:t>
            </a:r>
          </a:p>
        </p:txBody>
      </p:sp>
      <p:sp>
        <p:nvSpPr>
          <p:cNvPr id="41" name="Rounded Rectangle 86"/>
          <p:cNvSpPr/>
          <p:nvPr/>
        </p:nvSpPr>
        <p:spPr>
          <a:xfrm>
            <a:off x="7891228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TRM</a:t>
            </a:r>
          </a:p>
        </p:txBody>
      </p:sp>
      <p:sp>
        <p:nvSpPr>
          <p:cNvPr id="42" name="Rounded Rectangle 87"/>
          <p:cNvSpPr/>
          <p:nvPr/>
        </p:nvSpPr>
        <p:spPr>
          <a:xfrm>
            <a:off x="8841238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KNAPP</a:t>
            </a:r>
          </a:p>
        </p:txBody>
      </p:sp>
      <p:sp>
        <p:nvSpPr>
          <p:cNvPr id="43" name="Rounded Rectangle 88"/>
          <p:cNvSpPr/>
          <p:nvPr/>
        </p:nvSpPr>
        <p:spPr>
          <a:xfrm>
            <a:off x="9701424" y="4713323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WAMAS</a:t>
            </a:r>
          </a:p>
        </p:txBody>
      </p:sp>
      <p:sp>
        <p:nvSpPr>
          <p:cNvPr id="44" name="Rounded Rectangle 89"/>
          <p:cNvSpPr/>
          <p:nvPr/>
        </p:nvSpPr>
        <p:spPr>
          <a:xfrm>
            <a:off x="8022871" y="5704810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NATURA.DOC</a:t>
            </a:r>
          </a:p>
        </p:txBody>
      </p:sp>
      <p:sp>
        <p:nvSpPr>
          <p:cNvPr id="45" name="Rounded Rectangle 90"/>
          <p:cNvSpPr/>
          <p:nvPr/>
        </p:nvSpPr>
        <p:spPr>
          <a:xfrm>
            <a:off x="3830334" y="5696787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SUCCESS FACTOR</a:t>
            </a:r>
          </a:p>
        </p:txBody>
      </p:sp>
      <p:sp>
        <p:nvSpPr>
          <p:cNvPr id="46" name="Rounded Rectangle 91"/>
          <p:cNvSpPr/>
          <p:nvPr/>
        </p:nvSpPr>
        <p:spPr>
          <a:xfrm>
            <a:off x="4860554" y="5696787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FI</a:t>
            </a:r>
          </a:p>
        </p:txBody>
      </p:sp>
      <p:sp>
        <p:nvSpPr>
          <p:cNvPr id="47" name="Rounded Rectangle 92"/>
          <p:cNvSpPr/>
          <p:nvPr/>
        </p:nvSpPr>
        <p:spPr>
          <a:xfrm>
            <a:off x="5936576" y="5704810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PW.SPED</a:t>
            </a:r>
          </a:p>
        </p:txBody>
      </p:sp>
      <p:sp>
        <p:nvSpPr>
          <p:cNvPr id="48" name="Rounded Rectangle 93"/>
          <p:cNvSpPr/>
          <p:nvPr/>
        </p:nvSpPr>
        <p:spPr>
          <a:xfrm>
            <a:off x="9053091" y="5704810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SHAREPOINT</a:t>
            </a:r>
          </a:p>
        </p:txBody>
      </p:sp>
      <p:sp>
        <p:nvSpPr>
          <p:cNvPr id="49" name="Rounded Rectangle 94"/>
          <p:cNvSpPr/>
          <p:nvPr/>
        </p:nvSpPr>
        <p:spPr>
          <a:xfrm>
            <a:off x="9528025" y="2417557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MOVIMENTO NATURA</a:t>
            </a:r>
          </a:p>
        </p:txBody>
      </p:sp>
      <p:sp>
        <p:nvSpPr>
          <p:cNvPr id="50" name="Rounded Rectangle 95"/>
          <p:cNvSpPr/>
          <p:nvPr/>
        </p:nvSpPr>
        <p:spPr>
          <a:xfrm>
            <a:off x="9526954" y="2030533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COCRIANDO</a:t>
            </a:r>
          </a:p>
        </p:txBody>
      </p:sp>
      <p:sp>
        <p:nvSpPr>
          <p:cNvPr id="51" name="Rounded Rectangle 96"/>
          <p:cNvSpPr/>
          <p:nvPr/>
        </p:nvSpPr>
        <p:spPr>
          <a:xfrm>
            <a:off x="9529096" y="1643509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URA</a:t>
            </a:r>
          </a:p>
        </p:txBody>
      </p:sp>
      <p:sp>
        <p:nvSpPr>
          <p:cNvPr id="52" name="Rounded Rectangle 97"/>
          <p:cNvSpPr/>
          <p:nvPr/>
        </p:nvSpPr>
        <p:spPr>
          <a:xfrm>
            <a:off x="3636451" y="2126065"/>
            <a:ext cx="749313" cy="463836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REDE NATURA MOBILE</a:t>
            </a:r>
          </a:p>
        </p:txBody>
      </p:sp>
      <p:sp>
        <p:nvSpPr>
          <p:cNvPr id="53" name="Rounded Rectangle 99"/>
          <p:cNvSpPr/>
          <p:nvPr/>
        </p:nvSpPr>
        <p:spPr>
          <a:xfrm>
            <a:off x="6966796" y="5704810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PW.SATI</a:t>
            </a:r>
          </a:p>
        </p:txBody>
      </p:sp>
      <p:sp>
        <p:nvSpPr>
          <p:cNvPr id="54" name="Chevron 74"/>
          <p:cNvSpPr/>
          <p:nvPr/>
        </p:nvSpPr>
        <p:spPr>
          <a:xfrm>
            <a:off x="745052" y="1795176"/>
            <a:ext cx="607842" cy="329486"/>
          </a:xfrm>
          <a:prstGeom prst="chevron">
            <a:avLst/>
          </a:prstGeom>
          <a:solidFill>
            <a:sysClr val="window" lastClr="FFFFFF"/>
          </a:solidFill>
          <a:ln w="3175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Chevron 75"/>
          <p:cNvSpPr/>
          <p:nvPr/>
        </p:nvSpPr>
        <p:spPr>
          <a:xfrm>
            <a:off x="1207855" y="1795176"/>
            <a:ext cx="607842" cy="329486"/>
          </a:xfrm>
          <a:prstGeom prst="chevron">
            <a:avLst/>
          </a:prstGeom>
          <a:solidFill>
            <a:sysClr val="window" lastClr="FFFFFF"/>
          </a:solidFill>
          <a:ln w="3175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Chevron 76"/>
          <p:cNvSpPr/>
          <p:nvPr/>
        </p:nvSpPr>
        <p:spPr>
          <a:xfrm>
            <a:off x="278634" y="1795176"/>
            <a:ext cx="607842" cy="329486"/>
          </a:xfrm>
          <a:prstGeom prst="chevron">
            <a:avLst/>
          </a:prstGeom>
          <a:solidFill>
            <a:sysClr val="window" lastClr="FFFFFF"/>
          </a:solidFill>
          <a:ln w="3175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77"/>
          <p:cNvSpPr txBox="1"/>
          <p:nvPr/>
        </p:nvSpPr>
        <p:spPr>
          <a:xfrm>
            <a:off x="196946" y="2188295"/>
            <a:ext cx="1694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433596"/>
            <a:r>
              <a:rPr 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Sistemas</a:t>
            </a:r>
            <a:r>
              <a:rPr 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Inovação</a:t>
            </a:r>
            <a:endParaRPr lang="en-US" sz="1200" dirty="0" smtClean="0">
              <a:solidFill>
                <a:prstClr val="black">
                  <a:lumMod val="75000"/>
                  <a:lumOff val="25000"/>
                </a:prstClr>
              </a:solidFill>
              <a:latin typeface="Gill Sans" charset="0"/>
              <a:ea typeface="Gill Sans" charset="0"/>
              <a:cs typeface="Gill Sans" charset="0"/>
            </a:endParaRPr>
          </a:p>
          <a:p>
            <a:pPr algn="ctr" defTabSz="1433596"/>
            <a:r>
              <a:rPr lang="en-US" sz="1200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 Light Italic" charset="0"/>
                <a:ea typeface="Gill Sans Light Italic" charset="0"/>
                <a:cs typeface="Gill Sans Light Italic" charset="0"/>
              </a:rPr>
              <a:t>Extreme Delivery</a:t>
            </a:r>
            <a:endParaRPr lang="en-US" sz="1200" i="1" dirty="0">
              <a:solidFill>
                <a:prstClr val="black">
                  <a:lumMod val="75000"/>
                  <a:lumOff val="25000"/>
                </a:prstClr>
              </a:solidFill>
              <a:latin typeface="Gill Sans Light Italic" charset="0"/>
              <a:ea typeface="Gill Sans Light Italic" charset="0"/>
              <a:cs typeface="Gill Sans Light Italic" charset="0"/>
            </a:endParaRPr>
          </a:p>
        </p:txBody>
      </p:sp>
      <p:sp>
        <p:nvSpPr>
          <p:cNvPr id="58" name="Chevron 78"/>
          <p:cNvSpPr/>
          <p:nvPr/>
        </p:nvSpPr>
        <p:spPr>
          <a:xfrm>
            <a:off x="991521" y="3305146"/>
            <a:ext cx="812153" cy="323055"/>
          </a:xfrm>
          <a:prstGeom prst="chevron">
            <a:avLst/>
          </a:prstGeom>
          <a:solidFill>
            <a:sysClr val="window" lastClr="FFFFFF"/>
          </a:solidFill>
          <a:ln w="3175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Chevron 79"/>
          <p:cNvSpPr/>
          <p:nvPr/>
        </p:nvSpPr>
        <p:spPr>
          <a:xfrm>
            <a:off x="306709" y="3305146"/>
            <a:ext cx="812153" cy="323055"/>
          </a:xfrm>
          <a:prstGeom prst="chevron">
            <a:avLst/>
          </a:prstGeom>
          <a:solidFill>
            <a:sysClr val="window" lastClr="FFFFFF"/>
          </a:solidFill>
          <a:ln w="3175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80"/>
          <p:cNvSpPr txBox="1"/>
          <p:nvPr/>
        </p:nvSpPr>
        <p:spPr>
          <a:xfrm>
            <a:off x="0" y="3670700"/>
            <a:ext cx="2008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433596"/>
            <a:r>
              <a:rPr 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Sistemas</a:t>
            </a:r>
            <a:r>
              <a:rPr 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Diferenciação</a:t>
            </a:r>
            <a:endParaRPr lang="en-US" sz="1200" dirty="0" smtClean="0">
              <a:solidFill>
                <a:prstClr val="black">
                  <a:lumMod val="75000"/>
                  <a:lumOff val="25000"/>
                </a:prstClr>
              </a:solidFill>
              <a:latin typeface="Gill Sans" charset="0"/>
              <a:ea typeface="Gill Sans" charset="0"/>
              <a:cs typeface="Gill Sans" charset="0"/>
            </a:endParaRPr>
          </a:p>
          <a:p>
            <a:pPr algn="ctr" defTabSz="1433596"/>
            <a:r>
              <a:rPr lang="en-US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Gill Sans Light Italic" charset="0"/>
                <a:ea typeface="Gill Sans Light Italic" charset="0"/>
                <a:cs typeface="Gill Sans Light Italic" charset="0"/>
              </a:rPr>
              <a:t>Extreme </a:t>
            </a:r>
            <a:r>
              <a:rPr lang="en-US" sz="1200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 Light Italic" charset="0"/>
                <a:ea typeface="Gill Sans Light Italic" charset="0"/>
                <a:cs typeface="Gill Sans Light Italic" charset="0"/>
              </a:rPr>
              <a:t>Knowledge</a:t>
            </a:r>
            <a:endParaRPr lang="en-US" sz="1200" i="1" dirty="0">
              <a:solidFill>
                <a:prstClr val="black">
                  <a:lumMod val="75000"/>
                  <a:lumOff val="25000"/>
                </a:prstClr>
              </a:solidFill>
              <a:latin typeface="Gill Sans Light Italic" charset="0"/>
              <a:ea typeface="Gill Sans Light Italic" charset="0"/>
              <a:cs typeface="Gill Sans Light Italic" charset="0"/>
            </a:endParaRPr>
          </a:p>
        </p:txBody>
      </p:sp>
      <p:sp>
        <p:nvSpPr>
          <p:cNvPr id="61" name="Chevron 81"/>
          <p:cNvSpPr/>
          <p:nvPr/>
        </p:nvSpPr>
        <p:spPr>
          <a:xfrm>
            <a:off x="275087" y="4992721"/>
            <a:ext cx="1396150" cy="325135"/>
          </a:xfrm>
          <a:prstGeom prst="chevron">
            <a:avLst/>
          </a:prstGeom>
          <a:solidFill>
            <a:sysClr val="window" lastClr="FFFFFF"/>
          </a:solidFill>
          <a:ln w="3175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101"/>
          <p:cNvSpPr txBox="1"/>
          <p:nvPr/>
        </p:nvSpPr>
        <p:spPr>
          <a:xfrm>
            <a:off x="100066" y="5362560"/>
            <a:ext cx="164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433596"/>
            <a:r>
              <a:rPr 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Sistemas</a:t>
            </a:r>
            <a:r>
              <a:rPr 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 de </a:t>
            </a:r>
            <a:r>
              <a:rPr lang="en-U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" charset="0"/>
                <a:ea typeface="Gill Sans" charset="0"/>
                <a:cs typeface="Gill Sans" charset="0"/>
              </a:rPr>
              <a:t>Registro</a:t>
            </a:r>
            <a:endParaRPr lang="en-US" sz="1200" dirty="0" smtClean="0">
              <a:solidFill>
                <a:prstClr val="black">
                  <a:lumMod val="75000"/>
                  <a:lumOff val="25000"/>
                </a:prstClr>
              </a:solidFill>
              <a:latin typeface="Gill Sans" charset="0"/>
              <a:ea typeface="Gill Sans" charset="0"/>
              <a:cs typeface="Gill Sans" charset="0"/>
            </a:endParaRPr>
          </a:p>
          <a:p>
            <a:pPr algn="ctr" defTabSz="1433596"/>
            <a:r>
              <a:rPr lang="en-US" sz="1200" i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Gill Sans Light Italic" charset="0"/>
                <a:ea typeface="Gill Sans Light Italic" charset="0"/>
                <a:cs typeface="Gill Sans Light Italic" charset="0"/>
              </a:rPr>
              <a:t>Extreme Reliability</a:t>
            </a:r>
            <a:endParaRPr lang="en-US" sz="1200" i="1" dirty="0">
              <a:solidFill>
                <a:prstClr val="black">
                  <a:lumMod val="75000"/>
                  <a:lumOff val="25000"/>
                </a:prstClr>
              </a:solidFill>
              <a:latin typeface="Gill Sans Light Italic" charset="0"/>
              <a:ea typeface="Gill Sans Light Italic" charset="0"/>
              <a:cs typeface="Gill Sans Light Italic" charset="0"/>
            </a:endParaRPr>
          </a:p>
        </p:txBody>
      </p:sp>
      <p:sp>
        <p:nvSpPr>
          <p:cNvPr id="63" name="Rounded Rectangle 105"/>
          <p:cNvSpPr/>
          <p:nvPr/>
        </p:nvSpPr>
        <p:spPr>
          <a:xfrm>
            <a:off x="10846173" y="3536783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SAS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64" name="Rounded Rectangle 106"/>
          <p:cNvSpPr/>
          <p:nvPr/>
        </p:nvSpPr>
        <p:spPr>
          <a:xfrm>
            <a:off x="10848745" y="2732131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TABLEAU</a:t>
            </a:r>
          </a:p>
        </p:txBody>
      </p:sp>
      <p:sp>
        <p:nvSpPr>
          <p:cNvPr id="65" name="Can 107"/>
          <p:cNvSpPr/>
          <p:nvPr/>
        </p:nvSpPr>
        <p:spPr>
          <a:xfrm>
            <a:off x="10855210" y="4414446"/>
            <a:ext cx="885038" cy="386837"/>
          </a:xfrm>
          <a:prstGeom prst="can">
            <a:avLst/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DATAWAREHOUSE</a:t>
            </a:r>
          </a:p>
        </p:txBody>
      </p:sp>
      <p:sp>
        <p:nvSpPr>
          <p:cNvPr id="66" name="Can 108"/>
          <p:cNvSpPr/>
          <p:nvPr/>
        </p:nvSpPr>
        <p:spPr>
          <a:xfrm>
            <a:off x="10840573" y="3957908"/>
            <a:ext cx="885038" cy="380048"/>
          </a:xfrm>
          <a:prstGeom prst="can">
            <a:avLst/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BW</a:t>
            </a:r>
          </a:p>
        </p:txBody>
      </p:sp>
      <p:sp>
        <p:nvSpPr>
          <p:cNvPr id="67" name="Rounded Rectangle 109"/>
          <p:cNvSpPr/>
          <p:nvPr/>
        </p:nvSpPr>
        <p:spPr>
          <a:xfrm>
            <a:off x="10837847" y="1852340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WEB ANALYTICS</a:t>
            </a:r>
          </a:p>
        </p:txBody>
      </p:sp>
      <p:sp>
        <p:nvSpPr>
          <p:cNvPr id="68" name="Rounded Rectangle 110"/>
          <p:cNvSpPr/>
          <p:nvPr/>
        </p:nvSpPr>
        <p:spPr>
          <a:xfrm>
            <a:off x="10844780" y="3134457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BO</a:t>
            </a:r>
          </a:p>
        </p:txBody>
      </p:sp>
      <p:sp>
        <p:nvSpPr>
          <p:cNvPr id="69" name="Rounded Rectangle 111"/>
          <p:cNvSpPr/>
          <p:nvPr/>
        </p:nvSpPr>
        <p:spPr>
          <a:xfrm>
            <a:off x="10840419" y="2276980"/>
            <a:ext cx="901342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TEALEAF</a:t>
            </a:r>
          </a:p>
        </p:txBody>
      </p:sp>
      <p:sp>
        <p:nvSpPr>
          <p:cNvPr id="70" name="Rounded Rectangle 70"/>
          <p:cNvSpPr/>
          <p:nvPr/>
        </p:nvSpPr>
        <p:spPr>
          <a:xfrm>
            <a:off x="9525621" y="3926656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Crédito</a:t>
            </a: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 e </a:t>
            </a:r>
            <a:r>
              <a:rPr kumimoji="0" 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Cobrança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71" name="Rounded Rectangle 72"/>
          <p:cNvSpPr/>
          <p:nvPr/>
        </p:nvSpPr>
        <p:spPr>
          <a:xfrm>
            <a:off x="9525621" y="3512893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1433596">
              <a:defRPr/>
            </a:pPr>
            <a:r>
              <a:rPr lang="en-US" sz="900" kern="0" dirty="0">
                <a:solidFill>
                  <a:sysClr val="windowText" lastClr="000000"/>
                </a:solidFill>
                <a:latin typeface="Gill Sans Std Light" pitchFamily="34" charset="0"/>
              </a:rPr>
              <a:t>Hyperion</a:t>
            </a:r>
          </a:p>
        </p:txBody>
      </p:sp>
      <p:sp>
        <p:nvSpPr>
          <p:cNvPr id="72" name="Rounded Rectangle 100"/>
          <p:cNvSpPr/>
          <p:nvPr/>
        </p:nvSpPr>
        <p:spPr>
          <a:xfrm>
            <a:off x="7721608" y="3511387"/>
            <a:ext cx="797223" cy="31725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CADASTRO CN</a:t>
            </a:r>
          </a:p>
        </p:txBody>
      </p:sp>
      <p:sp>
        <p:nvSpPr>
          <p:cNvPr id="73" name="Rounded Rectangle 113"/>
          <p:cNvSpPr/>
          <p:nvPr/>
        </p:nvSpPr>
        <p:spPr>
          <a:xfrm>
            <a:off x="8534271" y="2418437"/>
            <a:ext cx="865223" cy="305572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MPOS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8236" y="4948732"/>
            <a:ext cx="513664" cy="208890"/>
          </a:xfrm>
          <a:prstGeom prst="rect">
            <a:avLst/>
          </a:prstGeom>
        </p:spPr>
      </p:pic>
      <p:pic>
        <p:nvPicPr>
          <p:cNvPr id="74" name="Imagem 73"/>
          <p:cNvPicPr>
            <a:picLocks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3156" y="4948777"/>
            <a:ext cx="514800" cy="208800"/>
          </a:xfrm>
          <a:prstGeom prst="rect">
            <a:avLst/>
          </a:prstGeom>
        </p:spPr>
      </p:pic>
      <p:pic>
        <p:nvPicPr>
          <p:cNvPr id="75" name="Imagem 7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1997" y="4956045"/>
            <a:ext cx="514800" cy="194264"/>
          </a:xfrm>
          <a:prstGeom prst="rect">
            <a:avLst/>
          </a:prstGeom>
        </p:spPr>
      </p:pic>
      <p:pic>
        <p:nvPicPr>
          <p:cNvPr id="76" name="Imagem 7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6332" y="4956045"/>
            <a:ext cx="514800" cy="194264"/>
          </a:xfrm>
          <a:prstGeom prst="rect">
            <a:avLst/>
          </a:prstGeom>
        </p:spPr>
      </p:pic>
      <p:pic>
        <p:nvPicPr>
          <p:cNvPr id="77" name="Imagem 7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700" y="4956045"/>
            <a:ext cx="514800" cy="194264"/>
          </a:xfrm>
          <a:prstGeom prst="rect">
            <a:avLst/>
          </a:prstGeom>
        </p:spPr>
      </p:pic>
      <p:pic>
        <p:nvPicPr>
          <p:cNvPr id="78" name="Imagem 7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1833" y="4956045"/>
            <a:ext cx="514800" cy="194264"/>
          </a:xfrm>
          <a:prstGeom prst="rect">
            <a:avLst/>
          </a:prstGeom>
        </p:spPr>
      </p:pic>
      <p:pic>
        <p:nvPicPr>
          <p:cNvPr id="79" name="Imagem 7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816" y="4956045"/>
            <a:ext cx="514800" cy="194264"/>
          </a:xfrm>
          <a:prstGeom prst="rect">
            <a:avLst/>
          </a:prstGeom>
        </p:spPr>
      </p:pic>
      <p:pic>
        <p:nvPicPr>
          <p:cNvPr id="80" name="Imagem 79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3330" y="4956045"/>
            <a:ext cx="514800" cy="194264"/>
          </a:xfrm>
          <a:prstGeom prst="rect">
            <a:avLst/>
          </a:prstGeom>
        </p:spPr>
      </p:pic>
      <p:pic>
        <p:nvPicPr>
          <p:cNvPr id="84" name="Imagem 8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8510" y="5937269"/>
            <a:ext cx="514800" cy="194264"/>
          </a:xfrm>
          <a:prstGeom prst="rect">
            <a:avLst/>
          </a:prstGeom>
        </p:spPr>
      </p:pic>
      <p:pic>
        <p:nvPicPr>
          <p:cNvPr id="85" name="Imagem 8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6081" y="5927163"/>
            <a:ext cx="514800" cy="194264"/>
          </a:xfrm>
          <a:prstGeom prst="rect">
            <a:avLst/>
          </a:prstGeom>
        </p:spPr>
      </p:pic>
      <p:pic>
        <p:nvPicPr>
          <p:cNvPr id="86" name="Imagem 8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2732" y="5907224"/>
            <a:ext cx="514800" cy="194264"/>
          </a:xfrm>
          <a:prstGeom prst="rect">
            <a:avLst/>
          </a:prstGeom>
        </p:spPr>
      </p:pic>
      <p:pic>
        <p:nvPicPr>
          <p:cNvPr id="87" name="Imagem 86"/>
          <p:cNvPicPr>
            <a:picLocks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3852" y="5933512"/>
            <a:ext cx="514800" cy="208800"/>
          </a:xfrm>
          <a:prstGeom prst="rect">
            <a:avLst/>
          </a:prstGeom>
        </p:spPr>
      </p:pic>
      <p:pic>
        <p:nvPicPr>
          <p:cNvPr id="88" name="Imagem 87"/>
          <p:cNvPicPr>
            <a:picLocks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1518" y="5952143"/>
            <a:ext cx="514800" cy="208800"/>
          </a:xfrm>
          <a:prstGeom prst="rect">
            <a:avLst/>
          </a:prstGeom>
        </p:spPr>
      </p:pic>
      <p:pic>
        <p:nvPicPr>
          <p:cNvPr id="89" name="Imagem 8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8057" y="4015208"/>
            <a:ext cx="514800" cy="194264"/>
          </a:xfrm>
          <a:prstGeom prst="rect">
            <a:avLst/>
          </a:prstGeom>
        </p:spPr>
      </p:pic>
      <p:pic>
        <p:nvPicPr>
          <p:cNvPr id="90" name="Imagem 89"/>
          <p:cNvPicPr>
            <a:picLocks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4744" y="2447217"/>
            <a:ext cx="514800" cy="208800"/>
          </a:xfrm>
          <a:prstGeom prst="rect">
            <a:avLst/>
          </a:prstGeom>
        </p:spPr>
      </p:pic>
      <p:pic>
        <p:nvPicPr>
          <p:cNvPr id="97" name="Imagem 96"/>
          <p:cNvPicPr>
            <a:picLocks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892" y="2449016"/>
            <a:ext cx="514800" cy="208800"/>
          </a:xfrm>
          <a:prstGeom prst="rect">
            <a:avLst/>
          </a:prstGeom>
        </p:spPr>
      </p:pic>
      <p:pic>
        <p:nvPicPr>
          <p:cNvPr id="98" name="Imagem 97"/>
          <p:cNvPicPr>
            <a:picLocks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5262" y="4151306"/>
            <a:ext cx="514800" cy="208800"/>
          </a:xfrm>
          <a:prstGeom prst="rect">
            <a:avLst/>
          </a:prstGeom>
        </p:spPr>
      </p:pic>
      <p:pic>
        <p:nvPicPr>
          <p:cNvPr id="99" name="Imagem 98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4551" y="1833692"/>
            <a:ext cx="514800" cy="208800"/>
          </a:xfrm>
          <a:prstGeom prst="rect">
            <a:avLst/>
          </a:prstGeom>
        </p:spPr>
      </p:pic>
      <p:pic>
        <p:nvPicPr>
          <p:cNvPr id="100" name="Imagem 99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97969" y="3705596"/>
            <a:ext cx="514800" cy="208800"/>
          </a:xfrm>
          <a:prstGeom prst="rect">
            <a:avLst/>
          </a:prstGeom>
        </p:spPr>
      </p:pic>
      <p:pic>
        <p:nvPicPr>
          <p:cNvPr id="101" name="Imagem 10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7180" y="3725593"/>
            <a:ext cx="514800" cy="194264"/>
          </a:xfrm>
          <a:prstGeom prst="rect">
            <a:avLst/>
          </a:prstGeom>
        </p:spPr>
      </p:pic>
      <p:pic>
        <p:nvPicPr>
          <p:cNvPr id="102" name="Imagem 10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6163" y="3313002"/>
            <a:ext cx="514800" cy="194264"/>
          </a:xfrm>
          <a:prstGeom prst="rect">
            <a:avLst/>
          </a:prstGeom>
        </p:spPr>
      </p:pic>
      <p:pic>
        <p:nvPicPr>
          <p:cNvPr id="103" name="Imagem 10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4239" y="3725593"/>
            <a:ext cx="514800" cy="194264"/>
          </a:xfrm>
          <a:prstGeom prst="rect">
            <a:avLst/>
          </a:prstGeom>
        </p:spPr>
      </p:pic>
      <p:pic>
        <p:nvPicPr>
          <p:cNvPr id="104" name="Imagem 10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3222" y="3313002"/>
            <a:ext cx="514800" cy="194264"/>
          </a:xfrm>
          <a:prstGeom prst="rect">
            <a:avLst/>
          </a:prstGeom>
        </p:spPr>
      </p:pic>
      <p:pic>
        <p:nvPicPr>
          <p:cNvPr id="106" name="Imagem 10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6748" y="3313002"/>
            <a:ext cx="514800" cy="194264"/>
          </a:xfrm>
          <a:prstGeom prst="rect">
            <a:avLst/>
          </a:prstGeom>
        </p:spPr>
      </p:pic>
      <p:pic>
        <p:nvPicPr>
          <p:cNvPr id="107" name="Imagem 106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7239" y="110880"/>
            <a:ext cx="863356" cy="788671"/>
          </a:xfrm>
          <a:prstGeom prst="rect">
            <a:avLst/>
          </a:prstGeom>
        </p:spPr>
      </p:pic>
      <p:pic>
        <p:nvPicPr>
          <p:cNvPr id="109" name="Imagem 108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7421" y="2188160"/>
            <a:ext cx="514800" cy="208800"/>
          </a:xfrm>
          <a:prstGeom prst="rect">
            <a:avLst/>
          </a:prstGeom>
        </p:spPr>
      </p:pic>
      <p:pic>
        <p:nvPicPr>
          <p:cNvPr id="110" name="Imagem 109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8003" y="2602414"/>
            <a:ext cx="514800" cy="208800"/>
          </a:xfrm>
          <a:prstGeom prst="rect">
            <a:avLst/>
          </a:prstGeom>
        </p:spPr>
      </p:pic>
      <p:pic>
        <p:nvPicPr>
          <p:cNvPr id="111" name="Imagem 110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6873" y="2197377"/>
            <a:ext cx="514800" cy="208800"/>
          </a:xfrm>
          <a:prstGeom prst="rect">
            <a:avLst/>
          </a:prstGeom>
        </p:spPr>
      </p:pic>
      <p:pic>
        <p:nvPicPr>
          <p:cNvPr id="112" name="Imagem 111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1468" y="2614281"/>
            <a:ext cx="514800" cy="208800"/>
          </a:xfrm>
          <a:prstGeom prst="rect">
            <a:avLst/>
          </a:prstGeom>
        </p:spPr>
      </p:pic>
      <p:pic>
        <p:nvPicPr>
          <p:cNvPr id="113" name="Imagem 112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4433" y="2621805"/>
            <a:ext cx="514800" cy="208800"/>
          </a:xfrm>
          <a:prstGeom prst="rect">
            <a:avLst/>
          </a:prstGeom>
        </p:spPr>
      </p:pic>
      <p:pic>
        <p:nvPicPr>
          <p:cNvPr id="114" name="Imagem 113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1984" y="2179237"/>
            <a:ext cx="514800" cy="208800"/>
          </a:xfrm>
          <a:prstGeom prst="rect">
            <a:avLst/>
          </a:prstGeom>
        </p:spPr>
      </p:pic>
      <p:pic>
        <p:nvPicPr>
          <p:cNvPr id="115" name="Imagem 11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02" y="4133887"/>
            <a:ext cx="514800" cy="194264"/>
          </a:xfrm>
          <a:prstGeom prst="rect">
            <a:avLst/>
          </a:prstGeom>
        </p:spPr>
      </p:pic>
      <p:pic>
        <p:nvPicPr>
          <p:cNvPr id="116" name="Imagem 115"/>
          <p:cNvPicPr>
            <a:picLocks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0435" y="2473262"/>
            <a:ext cx="514800" cy="208800"/>
          </a:xfrm>
          <a:prstGeom prst="rect">
            <a:avLst/>
          </a:prstGeom>
        </p:spPr>
      </p:pic>
      <p:pic>
        <p:nvPicPr>
          <p:cNvPr id="119" name="Imagem 118"/>
          <p:cNvPicPr>
            <a:picLocks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892" y="5907224"/>
            <a:ext cx="514800" cy="208800"/>
          </a:xfrm>
          <a:prstGeom prst="rect">
            <a:avLst/>
          </a:prstGeom>
        </p:spPr>
      </p:pic>
      <p:pic>
        <p:nvPicPr>
          <p:cNvPr id="120" name="Imagem 119"/>
          <p:cNvPicPr>
            <a:picLocks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6186" y="5921222"/>
            <a:ext cx="514800" cy="208800"/>
          </a:xfrm>
          <a:prstGeom prst="rect">
            <a:avLst/>
          </a:prstGeom>
        </p:spPr>
      </p:pic>
      <p:pic>
        <p:nvPicPr>
          <p:cNvPr id="122" name="Imagem 121"/>
          <p:cNvPicPr>
            <a:picLocks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0844" y="3545917"/>
            <a:ext cx="514800" cy="208800"/>
          </a:xfrm>
          <a:prstGeom prst="rect">
            <a:avLst/>
          </a:prstGeom>
        </p:spPr>
      </p:pic>
      <p:pic>
        <p:nvPicPr>
          <p:cNvPr id="117" name="Imagem 116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9514" y="1829423"/>
            <a:ext cx="514800" cy="208800"/>
          </a:xfrm>
          <a:prstGeom prst="rect">
            <a:avLst/>
          </a:prstGeom>
        </p:spPr>
      </p:pic>
      <p:cxnSp>
        <p:nvCxnSpPr>
          <p:cNvPr id="118" name="Conector reto 117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21" name="Imagem 12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4975" y="2450436"/>
            <a:ext cx="514800" cy="147718"/>
          </a:xfrm>
          <a:prstGeom prst="rect">
            <a:avLst/>
          </a:prstGeom>
        </p:spPr>
      </p:pic>
      <p:pic>
        <p:nvPicPr>
          <p:cNvPr id="123" name="Imagem 12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6239" y="3557845"/>
            <a:ext cx="514800" cy="194264"/>
          </a:xfrm>
          <a:prstGeom prst="rect">
            <a:avLst/>
          </a:prstGeom>
        </p:spPr>
      </p:pic>
      <p:pic>
        <p:nvPicPr>
          <p:cNvPr id="124" name="Imagem 12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6207" y="4022927"/>
            <a:ext cx="459620" cy="173441"/>
          </a:xfrm>
          <a:prstGeom prst="rect">
            <a:avLst/>
          </a:prstGeom>
        </p:spPr>
      </p:pic>
      <p:pic>
        <p:nvPicPr>
          <p:cNvPr id="125" name="Imagem 12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0138" y="4040545"/>
            <a:ext cx="514800" cy="194264"/>
          </a:xfrm>
          <a:prstGeom prst="rect">
            <a:avLst/>
          </a:prstGeom>
        </p:spPr>
      </p:pic>
      <p:pic>
        <p:nvPicPr>
          <p:cNvPr id="126" name="Imagem 12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3963" y="4022979"/>
            <a:ext cx="514800" cy="194264"/>
          </a:xfrm>
          <a:prstGeom prst="rect">
            <a:avLst/>
          </a:prstGeom>
        </p:spPr>
      </p:pic>
      <p:sp>
        <p:nvSpPr>
          <p:cNvPr id="127" name="Rounded Rectangle 82"/>
          <p:cNvSpPr/>
          <p:nvPr/>
        </p:nvSpPr>
        <p:spPr>
          <a:xfrm>
            <a:off x="3435932" y="4704015"/>
            <a:ext cx="716608" cy="33785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APO</a:t>
            </a:r>
          </a:p>
        </p:txBody>
      </p:sp>
      <p:pic>
        <p:nvPicPr>
          <p:cNvPr id="82" name="Imagem 81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3263" y="4927059"/>
            <a:ext cx="576000" cy="168825"/>
          </a:xfrm>
          <a:prstGeom prst="rect">
            <a:avLst/>
          </a:prstGeom>
        </p:spPr>
      </p:pic>
      <p:sp>
        <p:nvSpPr>
          <p:cNvPr id="129" name="Rectangle 65"/>
          <p:cNvSpPr/>
          <p:nvPr/>
        </p:nvSpPr>
        <p:spPr>
          <a:xfrm>
            <a:off x="10707812" y="5072535"/>
            <a:ext cx="1279546" cy="1282074"/>
          </a:xfrm>
          <a:prstGeom prst="rect">
            <a:avLst/>
          </a:prstGeom>
          <a:solidFill>
            <a:srgbClr val="8064A2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INTEGRAÇÃO</a:t>
            </a:r>
          </a:p>
        </p:txBody>
      </p:sp>
      <p:sp>
        <p:nvSpPr>
          <p:cNvPr id="130" name="Rounded Rectangle 14"/>
          <p:cNvSpPr/>
          <p:nvPr/>
        </p:nvSpPr>
        <p:spPr>
          <a:xfrm>
            <a:off x="10921105" y="5372687"/>
            <a:ext cx="716608" cy="24240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 dirty="0" smtClean="0">
                <a:solidFill>
                  <a:sysClr val="windowText" lastClr="000000"/>
                </a:solidFill>
                <a:latin typeface="Gill Sans Std Light" pitchFamily="34" charset="0"/>
              </a:rPr>
              <a:t>SOA/ETL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131" name="Rounded Rectangle 14"/>
          <p:cNvSpPr/>
          <p:nvPr/>
        </p:nvSpPr>
        <p:spPr>
          <a:xfrm>
            <a:off x="10924788" y="5743199"/>
            <a:ext cx="716608" cy="24240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 dirty="0" smtClean="0">
                <a:solidFill>
                  <a:sysClr val="windowText" lastClr="000000"/>
                </a:solidFill>
                <a:latin typeface="Gill Sans Std Light" pitchFamily="34" charset="0"/>
              </a:rPr>
              <a:t>ETL BI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132" name="Rounded Rectangle 14"/>
          <p:cNvSpPr/>
          <p:nvPr/>
        </p:nvSpPr>
        <p:spPr>
          <a:xfrm>
            <a:off x="10921105" y="6053551"/>
            <a:ext cx="716608" cy="24240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 dirty="0" smtClean="0">
                <a:solidFill>
                  <a:sysClr val="windowText" lastClr="000000"/>
                </a:solidFill>
                <a:latin typeface="Gill Sans Std Light" pitchFamily="34" charset="0"/>
              </a:rPr>
              <a:t>JOBS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pic>
        <p:nvPicPr>
          <p:cNvPr id="133" name="Imagem 132"/>
          <p:cNvPicPr>
            <a:picLocks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8709" y="5542038"/>
            <a:ext cx="296355" cy="157282"/>
          </a:xfrm>
          <a:prstGeom prst="rect">
            <a:avLst/>
          </a:prstGeom>
        </p:spPr>
      </p:pic>
      <p:pic>
        <p:nvPicPr>
          <p:cNvPr id="134" name="Imagem 13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6812" y="6198828"/>
            <a:ext cx="514800" cy="194264"/>
          </a:xfrm>
          <a:prstGeom prst="rect">
            <a:avLst/>
          </a:prstGeom>
        </p:spPr>
      </p:pic>
      <p:pic>
        <p:nvPicPr>
          <p:cNvPr id="83" name="Imagem 82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78679" y="5533055"/>
            <a:ext cx="443445" cy="15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8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m 7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7239" y="110880"/>
            <a:ext cx="863356" cy="788671"/>
          </a:xfrm>
          <a:prstGeom prst="rect">
            <a:avLst/>
          </a:prstGeom>
        </p:spPr>
      </p:pic>
      <p:sp>
        <p:nvSpPr>
          <p:cNvPr id="76" name="Retângulo de cantos arredondados 75"/>
          <p:cNvSpPr/>
          <p:nvPr/>
        </p:nvSpPr>
        <p:spPr>
          <a:xfrm>
            <a:off x="268927" y="1048585"/>
            <a:ext cx="2018822" cy="40998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 fornecedor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7" name="Retângulo de cantos arredondados 76"/>
          <p:cNvSpPr/>
          <p:nvPr/>
        </p:nvSpPr>
        <p:spPr>
          <a:xfrm>
            <a:off x="143708" y="3490277"/>
            <a:ext cx="2142264" cy="40998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2 fornecedores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Retângulo de cantos arredondados 77"/>
          <p:cNvSpPr/>
          <p:nvPr/>
        </p:nvSpPr>
        <p:spPr>
          <a:xfrm>
            <a:off x="223273" y="5636268"/>
            <a:ext cx="1987022" cy="40998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3 (ou mais) fornecedores</a:t>
            </a:r>
            <a:endParaRPr lang="pt-BR" sz="1400" dirty="0">
              <a:solidFill>
                <a:schemeClr val="tx1"/>
              </a:solidFill>
            </a:endParaRPr>
          </a:p>
        </p:txBody>
      </p:sp>
      <p:grpSp>
        <p:nvGrpSpPr>
          <p:cNvPr id="89" name="Grupo 88"/>
          <p:cNvGrpSpPr/>
          <p:nvPr/>
        </p:nvGrpSpPr>
        <p:grpSpPr>
          <a:xfrm>
            <a:off x="2371230" y="1135336"/>
            <a:ext cx="1012904" cy="180000"/>
            <a:chOff x="606058" y="1930273"/>
            <a:chExt cx="1012904" cy="180000"/>
          </a:xfrm>
        </p:grpSpPr>
        <p:sp>
          <p:nvSpPr>
            <p:cNvPr id="79" name="Elipse 78"/>
            <p:cNvSpPr/>
            <p:nvPr/>
          </p:nvSpPr>
          <p:spPr>
            <a:xfrm>
              <a:off x="606058" y="1930273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1" name="Conector de seta reta 80"/>
            <p:cNvCxnSpPr>
              <a:endCxn id="82" idx="2"/>
            </p:cNvCxnSpPr>
            <p:nvPr/>
          </p:nvCxnSpPr>
          <p:spPr>
            <a:xfrm>
              <a:off x="797441" y="2014307"/>
              <a:ext cx="641521" cy="59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sp>
          <p:nvSpPr>
            <p:cNvPr id="82" name="Elipse 81"/>
            <p:cNvSpPr/>
            <p:nvPr/>
          </p:nvSpPr>
          <p:spPr>
            <a:xfrm>
              <a:off x="1438962" y="1930273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5" name="Grupo 94"/>
          <p:cNvGrpSpPr/>
          <p:nvPr/>
        </p:nvGrpSpPr>
        <p:grpSpPr>
          <a:xfrm>
            <a:off x="2318193" y="3503058"/>
            <a:ext cx="1042363" cy="416953"/>
            <a:chOff x="598011" y="3717551"/>
            <a:chExt cx="1042363" cy="416953"/>
          </a:xfrm>
        </p:grpSpPr>
        <p:sp>
          <p:nvSpPr>
            <p:cNvPr id="83" name="Elipse 82"/>
            <p:cNvSpPr/>
            <p:nvPr/>
          </p:nvSpPr>
          <p:spPr>
            <a:xfrm>
              <a:off x="598011" y="3717551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4" name="Conector de seta reta 83"/>
            <p:cNvCxnSpPr>
              <a:stCxn id="83" idx="6"/>
              <a:endCxn id="85" idx="2"/>
            </p:cNvCxnSpPr>
            <p:nvPr/>
          </p:nvCxnSpPr>
          <p:spPr>
            <a:xfrm>
              <a:off x="778011" y="3807551"/>
              <a:ext cx="682363" cy="1256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sp>
          <p:nvSpPr>
            <p:cNvPr id="85" name="Elipse 84"/>
            <p:cNvSpPr/>
            <p:nvPr/>
          </p:nvSpPr>
          <p:spPr>
            <a:xfrm>
              <a:off x="1460374" y="3843238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Elipse 89"/>
            <p:cNvSpPr/>
            <p:nvPr/>
          </p:nvSpPr>
          <p:spPr>
            <a:xfrm>
              <a:off x="598011" y="3954504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2" name="Conector de seta reta 91"/>
            <p:cNvCxnSpPr>
              <a:stCxn id="90" idx="6"/>
              <a:endCxn id="85" idx="2"/>
            </p:cNvCxnSpPr>
            <p:nvPr/>
          </p:nvCxnSpPr>
          <p:spPr>
            <a:xfrm flipV="1">
              <a:off x="778011" y="3933238"/>
              <a:ext cx="682363" cy="1112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</p:grpSp>
      <p:grpSp>
        <p:nvGrpSpPr>
          <p:cNvPr id="108" name="Grupo 107"/>
          <p:cNvGrpSpPr/>
          <p:nvPr/>
        </p:nvGrpSpPr>
        <p:grpSpPr>
          <a:xfrm>
            <a:off x="2329656" y="5529999"/>
            <a:ext cx="1040488" cy="622518"/>
            <a:chOff x="2049097" y="5339546"/>
            <a:chExt cx="1040488" cy="622518"/>
          </a:xfrm>
        </p:grpSpPr>
        <p:sp>
          <p:nvSpPr>
            <p:cNvPr id="97" name="Elipse 96"/>
            <p:cNvSpPr/>
            <p:nvPr/>
          </p:nvSpPr>
          <p:spPr>
            <a:xfrm>
              <a:off x="2049097" y="5339546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8" name="Conector de seta reta 97"/>
            <p:cNvCxnSpPr>
              <a:stCxn id="97" idx="6"/>
              <a:endCxn id="99" idx="2"/>
            </p:cNvCxnSpPr>
            <p:nvPr/>
          </p:nvCxnSpPr>
          <p:spPr>
            <a:xfrm>
              <a:off x="2229097" y="5429546"/>
              <a:ext cx="680488" cy="2309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sp>
          <p:nvSpPr>
            <p:cNvPr id="99" name="Elipse 98"/>
            <p:cNvSpPr/>
            <p:nvPr/>
          </p:nvSpPr>
          <p:spPr>
            <a:xfrm>
              <a:off x="2909585" y="5570467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0" name="Elipse 99"/>
            <p:cNvSpPr/>
            <p:nvPr/>
          </p:nvSpPr>
          <p:spPr>
            <a:xfrm>
              <a:off x="2049097" y="5560805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1" name="Conector de seta reta 100"/>
            <p:cNvCxnSpPr>
              <a:stCxn id="100" idx="6"/>
              <a:endCxn id="99" idx="2"/>
            </p:cNvCxnSpPr>
            <p:nvPr/>
          </p:nvCxnSpPr>
          <p:spPr>
            <a:xfrm>
              <a:off x="2229097" y="5650805"/>
              <a:ext cx="680488" cy="96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sp>
          <p:nvSpPr>
            <p:cNvPr id="102" name="Elipse 101"/>
            <p:cNvSpPr/>
            <p:nvPr/>
          </p:nvSpPr>
          <p:spPr>
            <a:xfrm>
              <a:off x="2049097" y="5782064"/>
              <a:ext cx="180000" cy="18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3" name="Conector de seta reta 102"/>
            <p:cNvCxnSpPr>
              <a:stCxn id="102" idx="6"/>
              <a:endCxn id="99" idx="2"/>
            </p:cNvCxnSpPr>
            <p:nvPr/>
          </p:nvCxnSpPr>
          <p:spPr>
            <a:xfrm flipV="1">
              <a:off x="2229097" y="5660467"/>
              <a:ext cx="680488" cy="2115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</p:grpSp>
      <p:sp>
        <p:nvSpPr>
          <p:cNvPr id="267" name="Rectangle 3"/>
          <p:cNvSpPr/>
          <p:nvPr/>
        </p:nvSpPr>
        <p:spPr>
          <a:xfrm>
            <a:off x="3525188" y="2748475"/>
            <a:ext cx="4478985" cy="1624600"/>
          </a:xfrm>
          <a:prstGeom prst="rect">
            <a:avLst/>
          </a:prstGeom>
          <a:solidFill>
            <a:srgbClr val="88BC80"/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MOTORES DE REGRAS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DE</a:t>
            </a: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  NEGÓCIO</a:t>
            </a:r>
          </a:p>
        </p:txBody>
      </p:sp>
      <p:sp>
        <p:nvSpPr>
          <p:cNvPr id="268" name="Rectangle 5"/>
          <p:cNvSpPr/>
          <p:nvPr/>
        </p:nvSpPr>
        <p:spPr>
          <a:xfrm>
            <a:off x="3525188" y="1048586"/>
            <a:ext cx="7580986" cy="1597475"/>
          </a:xfrm>
          <a:prstGeom prst="rect">
            <a:avLst/>
          </a:prstGeom>
          <a:solidFill>
            <a:srgbClr val="C0504D"/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INTERAÇÃO</a:t>
            </a:r>
          </a:p>
        </p:txBody>
      </p:sp>
      <p:sp>
        <p:nvSpPr>
          <p:cNvPr id="269" name="Rectangle 7"/>
          <p:cNvSpPr/>
          <p:nvPr/>
        </p:nvSpPr>
        <p:spPr>
          <a:xfrm>
            <a:off x="3526239" y="4459483"/>
            <a:ext cx="7579935" cy="1059546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TRANSACIONAIS</a:t>
            </a:r>
          </a:p>
        </p:txBody>
      </p:sp>
      <p:sp>
        <p:nvSpPr>
          <p:cNvPr id="270" name="Rounded Rectangle 9"/>
          <p:cNvSpPr/>
          <p:nvPr/>
        </p:nvSpPr>
        <p:spPr>
          <a:xfrm>
            <a:off x="4163528" y="2938287"/>
            <a:ext cx="1454208" cy="741355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ATG MOTOR</a:t>
            </a:r>
          </a:p>
        </p:txBody>
      </p:sp>
      <p:sp>
        <p:nvSpPr>
          <p:cNvPr id="271" name="Rounded Rectangle 12"/>
          <p:cNvSpPr>
            <a:spLocks noChangeAspect="1"/>
          </p:cNvSpPr>
          <p:nvPr/>
        </p:nvSpPr>
        <p:spPr>
          <a:xfrm>
            <a:off x="8413188" y="1237641"/>
            <a:ext cx="765865" cy="37420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SITE CF</a:t>
            </a:r>
          </a:p>
        </p:txBody>
      </p:sp>
      <p:sp>
        <p:nvSpPr>
          <p:cNvPr id="272" name="Rounded Rectangle 14"/>
          <p:cNvSpPr/>
          <p:nvPr/>
        </p:nvSpPr>
        <p:spPr>
          <a:xfrm>
            <a:off x="3889953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SD</a:t>
            </a:r>
          </a:p>
        </p:txBody>
      </p:sp>
      <p:sp>
        <p:nvSpPr>
          <p:cNvPr id="273" name="Rounded Rectangle 15"/>
          <p:cNvSpPr/>
          <p:nvPr/>
        </p:nvSpPr>
        <p:spPr>
          <a:xfrm>
            <a:off x="6083848" y="3760264"/>
            <a:ext cx="454450" cy="36719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PROMO</a:t>
            </a:r>
          </a:p>
        </p:txBody>
      </p:sp>
      <p:sp>
        <p:nvSpPr>
          <p:cNvPr id="274" name="Rounded Rectangle 16"/>
          <p:cNvSpPr/>
          <p:nvPr/>
        </p:nvSpPr>
        <p:spPr>
          <a:xfrm>
            <a:off x="6627663" y="3760264"/>
            <a:ext cx="521380" cy="36719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COTAS</a:t>
            </a:r>
          </a:p>
        </p:txBody>
      </p:sp>
      <p:sp>
        <p:nvSpPr>
          <p:cNvPr id="275" name="Rounded Rectangle 17"/>
          <p:cNvSpPr/>
          <p:nvPr/>
        </p:nvSpPr>
        <p:spPr>
          <a:xfrm>
            <a:off x="7227847" y="3760264"/>
            <a:ext cx="506688" cy="36719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PREÇOS</a:t>
            </a:r>
          </a:p>
        </p:txBody>
      </p:sp>
      <p:sp>
        <p:nvSpPr>
          <p:cNvPr id="276" name="Rounded Rectangle 18"/>
          <p:cNvSpPr/>
          <p:nvPr/>
        </p:nvSpPr>
        <p:spPr>
          <a:xfrm>
            <a:off x="4163528" y="3760264"/>
            <a:ext cx="1454208" cy="36719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MOTOR BIO</a:t>
            </a:r>
          </a:p>
        </p:txBody>
      </p:sp>
      <p:sp>
        <p:nvSpPr>
          <p:cNvPr id="277" name="Rounded Rectangle 30"/>
          <p:cNvSpPr/>
          <p:nvPr/>
        </p:nvSpPr>
        <p:spPr>
          <a:xfrm>
            <a:off x="5941759" y="1191180"/>
            <a:ext cx="1924280" cy="3077768"/>
          </a:xfrm>
          <a:prstGeom prst="roundRect">
            <a:avLst>
              <a:gd name="adj" fmla="val 2400"/>
            </a:avLst>
          </a:prstGeom>
          <a:noFill/>
          <a:ln w="12700" cap="flat" cmpd="sng" algn="ctr">
            <a:solidFill>
              <a:sysClr val="window" lastClr="FFFFFF"/>
            </a:solidFill>
            <a:prstDash val="dash"/>
          </a:ln>
          <a:effectLst/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</a:rPr>
              <a:t>CAPTAÇÃO VENDA DIRETA</a:t>
            </a:r>
          </a:p>
        </p:txBody>
      </p:sp>
      <p:sp>
        <p:nvSpPr>
          <p:cNvPr id="278" name="Rounded Rectangle 31"/>
          <p:cNvSpPr/>
          <p:nvPr/>
        </p:nvSpPr>
        <p:spPr>
          <a:xfrm>
            <a:off x="4026740" y="1191180"/>
            <a:ext cx="1769980" cy="3070866"/>
          </a:xfrm>
          <a:prstGeom prst="roundRect">
            <a:avLst>
              <a:gd name="adj" fmla="val 4366"/>
            </a:avLst>
          </a:prstGeom>
          <a:noFill/>
          <a:ln w="12700" cap="flat" cmpd="sng" algn="ctr">
            <a:solidFill>
              <a:sysClr val="window" lastClr="FFFFFF"/>
            </a:solidFill>
            <a:prstDash val="dash"/>
          </a:ln>
          <a:effectLst/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</a:rPr>
              <a:t>REDE NATURA</a:t>
            </a:r>
          </a:p>
        </p:txBody>
      </p:sp>
      <p:sp>
        <p:nvSpPr>
          <p:cNvPr id="279" name="Rounded Rectangle 34"/>
          <p:cNvSpPr/>
          <p:nvPr/>
        </p:nvSpPr>
        <p:spPr>
          <a:xfrm>
            <a:off x="9300187" y="1699850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FICHA ELETRÔNICA</a:t>
            </a:r>
          </a:p>
        </p:txBody>
      </p:sp>
      <p:sp>
        <p:nvSpPr>
          <p:cNvPr id="280" name="Rectangle 36"/>
          <p:cNvSpPr/>
          <p:nvPr/>
        </p:nvSpPr>
        <p:spPr>
          <a:xfrm>
            <a:off x="8090230" y="2748475"/>
            <a:ext cx="3015945" cy="1624600"/>
          </a:xfrm>
          <a:prstGeom prst="rect">
            <a:avLst/>
          </a:prstGeom>
          <a:solidFill>
            <a:srgbClr val="F7964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GESTÃO DE NEGÓCIO</a:t>
            </a:r>
          </a:p>
        </p:txBody>
      </p:sp>
      <p:sp>
        <p:nvSpPr>
          <p:cNvPr id="281" name="Rounded Rectangle 37"/>
          <p:cNvSpPr/>
          <p:nvPr/>
        </p:nvSpPr>
        <p:spPr>
          <a:xfrm>
            <a:off x="8574573" y="2939294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ESTRUTURA COMERCIAL E CICLOS</a:t>
            </a:r>
          </a:p>
        </p:txBody>
      </p:sp>
      <p:sp>
        <p:nvSpPr>
          <p:cNvPr id="282" name="Rounded Rectangle 38"/>
          <p:cNvSpPr/>
          <p:nvPr/>
        </p:nvSpPr>
        <p:spPr>
          <a:xfrm>
            <a:off x="9374918" y="3902554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ESTATÍSTICA DO CANAL</a:t>
            </a:r>
          </a:p>
        </p:txBody>
      </p:sp>
      <p:sp>
        <p:nvSpPr>
          <p:cNvPr id="283" name="Rounded Rectangle 24"/>
          <p:cNvSpPr/>
          <p:nvPr/>
        </p:nvSpPr>
        <p:spPr>
          <a:xfrm>
            <a:off x="8574452" y="3902554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MDM</a:t>
            </a:r>
          </a:p>
        </p:txBody>
      </p:sp>
      <p:sp>
        <p:nvSpPr>
          <p:cNvPr id="284" name="Rounded Rectangle 42"/>
          <p:cNvSpPr/>
          <p:nvPr/>
        </p:nvSpPr>
        <p:spPr>
          <a:xfrm>
            <a:off x="8413189" y="1702632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CADASTRO CND</a:t>
            </a:r>
          </a:p>
        </p:txBody>
      </p:sp>
      <p:sp>
        <p:nvSpPr>
          <p:cNvPr id="285" name="Rounded Rectangle 57"/>
          <p:cNvSpPr/>
          <p:nvPr/>
        </p:nvSpPr>
        <p:spPr>
          <a:xfrm>
            <a:off x="9298292" y="1254100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SITE CN</a:t>
            </a:r>
          </a:p>
        </p:txBody>
      </p:sp>
      <p:sp>
        <p:nvSpPr>
          <p:cNvPr id="286" name="Rounded Rectangle 58"/>
          <p:cNvSpPr/>
          <p:nvPr/>
        </p:nvSpPr>
        <p:spPr>
          <a:xfrm>
            <a:off x="9385294" y="3408683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CAMPANHAS</a:t>
            </a:r>
          </a:p>
        </p:txBody>
      </p:sp>
      <p:sp>
        <p:nvSpPr>
          <p:cNvPr id="287" name="Rounded Rectangle 35"/>
          <p:cNvSpPr/>
          <p:nvPr/>
        </p:nvSpPr>
        <p:spPr>
          <a:xfrm>
            <a:off x="9385294" y="2941793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SITES FV</a:t>
            </a:r>
          </a:p>
        </p:txBody>
      </p:sp>
      <p:sp>
        <p:nvSpPr>
          <p:cNvPr id="288" name="Rounded Rectangle 41"/>
          <p:cNvSpPr/>
          <p:nvPr/>
        </p:nvSpPr>
        <p:spPr>
          <a:xfrm>
            <a:off x="8413189" y="2148751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PAINEL CND</a:t>
            </a:r>
          </a:p>
        </p:txBody>
      </p:sp>
      <p:sp>
        <p:nvSpPr>
          <p:cNvPr id="289" name="Rounded Rectangle 43"/>
          <p:cNvSpPr/>
          <p:nvPr/>
        </p:nvSpPr>
        <p:spPr>
          <a:xfrm>
            <a:off x="4163527" y="1807990"/>
            <a:ext cx="685756" cy="54014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ATG </a:t>
            </a:r>
          </a:p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WEB</a:t>
            </a:r>
          </a:p>
        </p:txBody>
      </p:sp>
      <p:sp>
        <p:nvSpPr>
          <p:cNvPr id="290" name="Rounded Rectangle 62"/>
          <p:cNvSpPr/>
          <p:nvPr/>
        </p:nvSpPr>
        <p:spPr>
          <a:xfrm>
            <a:off x="6078546" y="2938287"/>
            <a:ext cx="1666864" cy="741355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CAPTA MOTOR</a:t>
            </a:r>
          </a:p>
        </p:txBody>
      </p:sp>
      <p:sp>
        <p:nvSpPr>
          <p:cNvPr id="291" name="Rounded Rectangle 63"/>
          <p:cNvSpPr/>
          <p:nvPr/>
        </p:nvSpPr>
        <p:spPr>
          <a:xfrm>
            <a:off x="6909608" y="1809765"/>
            <a:ext cx="824503" cy="49853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CAPTA MOBILE</a:t>
            </a:r>
          </a:p>
        </p:txBody>
      </p:sp>
      <p:sp>
        <p:nvSpPr>
          <p:cNvPr id="292" name="Rounded Rectangle 64"/>
          <p:cNvSpPr/>
          <p:nvPr/>
        </p:nvSpPr>
        <p:spPr>
          <a:xfrm>
            <a:off x="6078546" y="1807990"/>
            <a:ext cx="757293" cy="49853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CAPTA WEB</a:t>
            </a:r>
          </a:p>
        </p:txBody>
      </p:sp>
      <p:sp>
        <p:nvSpPr>
          <p:cNvPr id="293" name="Rectangle 51"/>
          <p:cNvSpPr/>
          <p:nvPr/>
        </p:nvSpPr>
        <p:spPr>
          <a:xfrm>
            <a:off x="3525187" y="5622991"/>
            <a:ext cx="7579935" cy="1022359"/>
          </a:xfrm>
          <a:prstGeom prst="rect">
            <a:avLst/>
          </a:prstGeom>
          <a:solidFill>
            <a:srgbClr val="4F81B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vert270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BACKOFFICE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294" name="Rounded Rectangle 73"/>
          <p:cNvSpPr/>
          <p:nvPr/>
        </p:nvSpPr>
        <p:spPr>
          <a:xfrm>
            <a:off x="4209122" y="5972670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HCM</a:t>
            </a:r>
          </a:p>
        </p:txBody>
      </p:sp>
      <p:sp>
        <p:nvSpPr>
          <p:cNvPr id="295" name="Rounded Rectangle 22"/>
          <p:cNvSpPr/>
          <p:nvPr/>
        </p:nvSpPr>
        <p:spPr>
          <a:xfrm>
            <a:off x="10160420" y="2938286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CRM</a:t>
            </a:r>
          </a:p>
        </p:txBody>
      </p:sp>
      <p:sp>
        <p:nvSpPr>
          <p:cNvPr id="296" name="Rounded Rectangle 82"/>
          <p:cNvSpPr/>
          <p:nvPr/>
        </p:nvSpPr>
        <p:spPr>
          <a:xfrm>
            <a:off x="4779158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MM</a:t>
            </a:r>
          </a:p>
        </p:txBody>
      </p:sp>
      <p:sp>
        <p:nvSpPr>
          <p:cNvPr id="297" name="Rounded Rectangle 83"/>
          <p:cNvSpPr/>
          <p:nvPr/>
        </p:nvSpPr>
        <p:spPr>
          <a:xfrm>
            <a:off x="5668185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PP</a:t>
            </a:r>
          </a:p>
        </p:txBody>
      </p:sp>
      <p:sp>
        <p:nvSpPr>
          <p:cNvPr id="298" name="Rounded Rectangle 84"/>
          <p:cNvSpPr/>
          <p:nvPr/>
        </p:nvSpPr>
        <p:spPr>
          <a:xfrm>
            <a:off x="6534503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WM</a:t>
            </a:r>
          </a:p>
        </p:txBody>
      </p:sp>
      <p:sp>
        <p:nvSpPr>
          <p:cNvPr id="299" name="Rounded Rectangle 85"/>
          <p:cNvSpPr/>
          <p:nvPr/>
        </p:nvSpPr>
        <p:spPr>
          <a:xfrm>
            <a:off x="7446417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QM</a:t>
            </a:r>
          </a:p>
        </p:txBody>
      </p:sp>
      <p:sp>
        <p:nvSpPr>
          <p:cNvPr id="300" name="Rounded Rectangle 86"/>
          <p:cNvSpPr/>
          <p:nvPr/>
        </p:nvSpPr>
        <p:spPr>
          <a:xfrm>
            <a:off x="8358331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TRM</a:t>
            </a:r>
          </a:p>
        </p:txBody>
      </p:sp>
      <p:sp>
        <p:nvSpPr>
          <p:cNvPr id="301" name="Rounded Rectangle 87"/>
          <p:cNvSpPr/>
          <p:nvPr/>
        </p:nvSpPr>
        <p:spPr>
          <a:xfrm>
            <a:off x="9270245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KNAPP</a:t>
            </a:r>
          </a:p>
        </p:txBody>
      </p:sp>
      <p:sp>
        <p:nvSpPr>
          <p:cNvPr id="302" name="Rounded Rectangle 88"/>
          <p:cNvSpPr/>
          <p:nvPr/>
        </p:nvSpPr>
        <p:spPr>
          <a:xfrm>
            <a:off x="10159449" y="481731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WAMAS</a:t>
            </a:r>
          </a:p>
        </p:txBody>
      </p:sp>
      <p:sp>
        <p:nvSpPr>
          <p:cNvPr id="303" name="Rounded Rectangle 89"/>
          <p:cNvSpPr/>
          <p:nvPr/>
        </p:nvSpPr>
        <p:spPr>
          <a:xfrm>
            <a:off x="8837174" y="597024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NATURA.DOC</a:t>
            </a:r>
          </a:p>
        </p:txBody>
      </p:sp>
      <p:sp>
        <p:nvSpPr>
          <p:cNvPr id="304" name="Rounded Rectangle 90"/>
          <p:cNvSpPr/>
          <p:nvPr/>
        </p:nvSpPr>
        <p:spPr>
          <a:xfrm>
            <a:off x="5126090" y="5960917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SUCCESS FACTOR</a:t>
            </a:r>
          </a:p>
        </p:txBody>
      </p:sp>
      <p:sp>
        <p:nvSpPr>
          <p:cNvPr id="305" name="Rounded Rectangle 91"/>
          <p:cNvSpPr/>
          <p:nvPr/>
        </p:nvSpPr>
        <p:spPr>
          <a:xfrm>
            <a:off x="6038004" y="5960917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FI</a:t>
            </a:r>
          </a:p>
        </p:txBody>
      </p:sp>
      <p:sp>
        <p:nvSpPr>
          <p:cNvPr id="306" name="Rounded Rectangle 92"/>
          <p:cNvSpPr/>
          <p:nvPr/>
        </p:nvSpPr>
        <p:spPr>
          <a:xfrm>
            <a:off x="6990460" y="597024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PW.SPED</a:t>
            </a:r>
          </a:p>
        </p:txBody>
      </p:sp>
      <p:sp>
        <p:nvSpPr>
          <p:cNvPr id="307" name="Rounded Rectangle 93"/>
          <p:cNvSpPr/>
          <p:nvPr/>
        </p:nvSpPr>
        <p:spPr>
          <a:xfrm>
            <a:off x="9749088" y="597024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SHAREPOINT</a:t>
            </a:r>
          </a:p>
        </p:txBody>
      </p:sp>
      <p:sp>
        <p:nvSpPr>
          <p:cNvPr id="308" name="Rounded Rectangle 94"/>
          <p:cNvSpPr/>
          <p:nvPr/>
        </p:nvSpPr>
        <p:spPr>
          <a:xfrm>
            <a:off x="10169483" y="2147727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MOVIMENTO NATURA</a:t>
            </a:r>
          </a:p>
        </p:txBody>
      </p:sp>
      <p:sp>
        <p:nvSpPr>
          <p:cNvPr id="309" name="Rounded Rectangle 95"/>
          <p:cNvSpPr/>
          <p:nvPr/>
        </p:nvSpPr>
        <p:spPr>
          <a:xfrm>
            <a:off x="10168535" y="1697684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COCRIANDO</a:t>
            </a:r>
          </a:p>
        </p:txBody>
      </p:sp>
      <p:sp>
        <p:nvSpPr>
          <p:cNvPr id="310" name="Rounded Rectangle 96"/>
          <p:cNvSpPr/>
          <p:nvPr/>
        </p:nvSpPr>
        <p:spPr>
          <a:xfrm>
            <a:off x="10170431" y="1247641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URA</a:t>
            </a:r>
          </a:p>
        </p:txBody>
      </p:sp>
      <p:sp>
        <p:nvSpPr>
          <p:cNvPr id="311" name="Rounded Rectangle 97"/>
          <p:cNvSpPr/>
          <p:nvPr/>
        </p:nvSpPr>
        <p:spPr>
          <a:xfrm>
            <a:off x="4954472" y="1808772"/>
            <a:ext cx="663265" cy="539363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REDE NATURA MOBILE</a:t>
            </a:r>
          </a:p>
        </p:txBody>
      </p:sp>
      <p:sp>
        <p:nvSpPr>
          <p:cNvPr id="312" name="Rounded Rectangle 99"/>
          <p:cNvSpPr/>
          <p:nvPr/>
        </p:nvSpPr>
        <p:spPr>
          <a:xfrm>
            <a:off x="7902374" y="5970246"/>
            <a:ext cx="797836" cy="389820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PW.SATI</a:t>
            </a:r>
          </a:p>
        </p:txBody>
      </p:sp>
      <p:sp>
        <p:nvSpPr>
          <p:cNvPr id="313" name="Rounded Rectangle 70"/>
          <p:cNvSpPr/>
          <p:nvPr/>
        </p:nvSpPr>
        <p:spPr>
          <a:xfrm>
            <a:off x="10167355" y="3902554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Crédito</a:t>
            </a: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 e </a:t>
            </a:r>
            <a:r>
              <a:rPr kumimoji="0" 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Cobranca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314" name="Rounded Rectangle 72"/>
          <p:cNvSpPr/>
          <p:nvPr/>
        </p:nvSpPr>
        <p:spPr>
          <a:xfrm>
            <a:off x="10167355" y="3421418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Hyperion</a:t>
            </a:r>
          </a:p>
        </p:txBody>
      </p:sp>
      <p:sp>
        <p:nvSpPr>
          <p:cNvPr id="315" name="Rounded Rectangle 100"/>
          <p:cNvSpPr/>
          <p:nvPr/>
        </p:nvSpPr>
        <p:spPr>
          <a:xfrm>
            <a:off x="8570507" y="3419667"/>
            <a:ext cx="705673" cy="368908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CADASTRO CN</a:t>
            </a:r>
          </a:p>
        </p:txBody>
      </p:sp>
      <p:sp>
        <p:nvSpPr>
          <p:cNvPr id="316" name="Rounded Rectangle 113"/>
          <p:cNvSpPr/>
          <p:nvPr/>
        </p:nvSpPr>
        <p:spPr>
          <a:xfrm>
            <a:off x="9289847" y="2148751"/>
            <a:ext cx="765865" cy="35532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MPOS</a:t>
            </a:r>
          </a:p>
        </p:txBody>
      </p:sp>
      <p:pic>
        <p:nvPicPr>
          <p:cNvPr id="317" name="Imagem 31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4696" y="5091056"/>
            <a:ext cx="454677" cy="242904"/>
          </a:xfrm>
          <a:prstGeom prst="rect">
            <a:avLst/>
          </a:prstGeom>
        </p:spPr>
      </p:pic>
      <p:pic>
        <p:nvPicPr>
          <p:cNvPr id="318" name="Imagem 317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497" y="5091108"/>
            <a:ext cx="455683" cy="242799"/>
          </a:xfrm>
          <a:prstGeom prst="rect">
            <a:avLst/>
          </a:prstGeom>
        </p:spPr>
      </p:pic>
      <p:pic>
        <p:nvPicPr>
          <p:cNvPr id="319" name="Imagem 31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7804" y="5099559"/>
            <a:ext cx="455683" cy="225896"/>
          </a:xfrm>
          <a:prstGeom prst="rect">
            <a:avLst/>
          </a:prstGeom>
        </p:spPr>
      </p:pic>
      <p:pic>
        <p:nvPicPr>
          <p:cNvPr id="320" name="Imagem 31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1177" y="5099559"/>
            <a:ext cx="455683" cy="225896"/>
          </a:xfrm>
          <a:prstGeom prst="rect">
            <a:avLst/>
          </a:prstGeom>
        </p:spPr>
      </p:pic>
      <p:pic>
        <p:nvPicPr>
          <p:cNvPr id="321" name="Imagem 32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5968" y="5099559"/>
            <a:ext cx="455683" cy="225896"/>
          </a:xfrm>
          <a:prstGeom prst="rect">
            <a:avLst/>
          </a:prstGeom>
        </p:spPr>
      </p:pic>
      <p:pic>
        <p:nvPicPr>
          <p:cNvPr id="322" name="Imagem 32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3695" y="5099559"/>
            <a:ext cx="455683" cy="225896"/>
          </a:xfrm>
          <a:prstGeom prst="rect">
            <a:avLst/>
          </a:prstGeom>
        </p:spPr>
      </p:pic>
      <p:pic>
        <p:nvPicPr>
          <p:cNvPr id="323" name="Imagem 32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9671" y="5099559"/>
            <a:ext cx="455683" cy="225896"/>
          </a:xfrm>
          <a:prstGeom prst="rect">
            <a:avLst/>
          </a:prstGeom>
        </p:spPr>
      </p:pic>
      <p:pic>
        <p:nvPicPr>
          <p:cNvPr id="324" name="Imagem 32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0409" y="5099559"/>
            <a:ext cx="455683" cy="225896"/>
          </a:xfrm>
          <a:prstGeom prst="rect">
            <a:avLst/>
          </a:prstGeom>
        </p:spPr>
      </p:pic>
      <p:pic>
        <p:nvPicPr>
          <p:cNvPr id="325" name="Imagem 32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8783" y="6240557"/>
            <a:ext cx="455683" cy="225896"/>
          </a:xfrm>
          <a:prstGeom prst="rect">
            <a:avLst/>
          </a:prstGeom>
        </p:spPr>
      </p:pic>
      <p:pic>
        <p:nvPicPr>
          <p:cNvPr id="326" name="Imagem 32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1798" y="6228805"/>
            <a:ext cx="455683" cy="225896"/>
          </a:xfrm>
          <a:prstGeom prst="rect">
            <a:avLst/>
          </a:prstGeom>
        </p:spPr>
      </p:pic>
      <p:pic>
        <p:nvPicPr>
          <p:cNvPr id="327" name="Imagem 32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811" y="6205620"/>
            <a:ext cx="455683" cy="225896"/>
          </a:xfrm>
          <a:prstGeom prst="rect">
            <a:avLst/>
          </a:prstGeom>
        </p:spPr>
      </p:pic>
      <p:pic>
        <p:nvPicPr>
          <p:cNvPr id="328" name="Imagem 327"/>
          <p:cNvPicPr>
            <a:picLocks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6366" y="6236188"/>
            <a:ext cx="455683" cy="242799"/>
          </a:xfrm>
          <a:prstGeom prst="rect">
            <a:avLst/>
          </a:prstGeom>
        </p:spPr>
      </p:pic>
      <p:pic>
        <p:nvPicPr>
          <p:cNvPr id="329" name="Imagem 328"/>
          <p:cNvPicPr>
            <a:picLocks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4871" y="6257853"/>
            <a:ext cx="455683" cy="242799"/>
          </a:xfrm>
          <a:prstGeom prst="rect">
            <a:avLst/>
          </a:prstGeom>
        </p:spPr>
      </p:pic>
      <p:pic>
        <p:nvPicPr>
          <p:cNvPr id="330" name="Imagem 32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9146" y="4005525"/>
            <a:ext cx="455683" cy="225896"/>
          </a:xfrm>
          <a:prstGeom prst="rect">
            <a:avLst/>
          </a:prstGeom>
        </p:spPr>
      </p:pic>
      <p:pic>
        <p:nvPicPr>
          <p:cNvPr id="331" name="Imagem 330"/>
          <p:cNvPicPr>
            <a:picLocks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6010" y="2235616"/>
            <a:ext cx="455683" cy="242799"/>
          </a:xfrm>
          <a:prstGeom prst="rect">
            <a:avLst/>
          </a:prstGeom>
        </p:spPr>
      </p:pic>
      <p:pic>
        <p:nvPicPr>
          <p:cNvPr id="337" name="Imagem 336"/>
          <p:cNvPicPr>
            <a:picLocks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5462" y="2226732"/>
            <a:ext cx="455683" cy="242799"/>
          </a:xfrm>
          <a:prstGeom prst="rect">
            <a:avLst/>
          </a:prstGeom>
        </p:spPr>
      </p:pic>
      <p:pic>
        <p:nvPicPr>
          <p:cNvPr id="338" name="Imagem 337"/>
          <p:cNvPicPr>
            <a:picLocks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4697" y="4163784"/>
            <a:ext cx="455683" cy="242799"/>
          </a:xfrm>
          <a:prstGeom prst="rect">
            <a:avLst/>
          </a:prstGeom>
        </p:spPr>
      </p:pic>
      <p:pic>
        <p:nvPicPr>
          <p:cNvPr id="339" name="Imagem 338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2106" y="1468791"/>
            <a:ext cx="455683" cy="242799"/>
          </a:xfrm>
          <a:prstGeom prst="rect">
            <a:avLst/>
          </a:prstGeom>
        </p:spPr>
      </p:pic>
      <p:pic>
        <p:nvPicPr>
          <p:cNvPr id="340" name="Imagem 339"/>
          <p:cNvPicPr>
            <a:picLocks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6944" y="3645499"/>
            <a:ext cx="455683" cy="242799"/>
          </a:xfrm>
          <a:prstGeom prst="rect">
            <a:avLst/>
          </a:prstGeom>
        </p:spPr>
      </p:pic>
      <p:pic>
        <p:nvPicPr>
          <p:cNvPr id="341" name="Imagem 34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4098" y="3668752"/>
            <a:ext cx="455683" cy="225896"/>
          </a:xfrm>
          <a:prstGeom prst="rect">
            <a:avLst/>
          </a:prstGeom>
        </p:spPr>
      </p:pic>
      <p:pic>
        <p:nvPicPr>
          <p:cNvPr id="342" name="Imagem 34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4346" y="3188978"/>
            <a:ext cx="455683" cy="225896"/>
          </a:xfrm>
          <a:prstGeom prst="rect">
            <a:avLst/>
          </a:prstGeom>
        </p:spPr>
      </p:pic>
      <p:pic>
        <p:nvPicPr>
          <p:cNvPr id="343" name="Imagem 34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8143" y="3668752"/>
            <a:ext cx="455683" cy="225896"/>
          </a:xfrm>
          <a:prstGeom prst="rect">
            <a:avLst/>
          </a:prstGeom>
        </p:spPr>
      </p:pic>
      <p:pic>
        <p:nvPicPr>
          <p:cNvPr id="344" name="Imagem 34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8391" y="3188978"/>
            <a:ext cx="455683" cy="225896"/>
          </a:xfrm>
          <a:prstGeom prst="rect">
            <a:avLst/>
          </a:prstGeom>
        </p:spPr>
      </p:pic>
      <p:pic>
        <p:nvPicPr>
          <p:cNvPr id="345" name="Imagem 34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8160" y="3188978"/>
            <a:ext cx="455683" cy="225896"/>
          </a:xfrm>
          <a:prstGeom prst="rect">
            <a:avLst/>
          </a:prstGeom>
        </p:spPr>
      </p:pic>
      <p:pic>
        <p:nvPicPr>
          <p:cNvPr id="346" name="Imagem 345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5795" y="1880978"/>
            <a:ext cx="455683" cy="242799"/>
          </a:xfrm>
          <a:prstGeom prst="rect">
            <a:avLst/>
          </a:prstGeom>
        </p:spPr>
      </p:pic>
      <p:pic>
        <p:nvPicPr>
          <p:cNvPr id="347" name="Imagem 346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8607" y="2362685"/>
            <a:ext cx="455683" cy="242799"/>
          </a:xfrm>
          <a:prstGeom prst="rect">
            <a:avLst/>
          </a:prstGeom>
        </p:spPr>
      </p:pic>
      <p:pic>
        <p:nvPicPr>
          <p:cNvPr id="348" name="Imagem 347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2771" y="1891695"/>
            <a:ext cx="455683" cy="242799"/>
          </a:xfrm>
          <a:prstGeom prst="rect">
            <a:avLst/>
          </a:prstGeom>
        </p:spPr>
      </p:pic>
      <p:pic>
        <p:nvPicPr>
          <p:cNvPr id="349" name="Imagem 348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0283" y="2376484"/>
            <a:ext cx="455683" cy="242799"/>
          </a:xfrm>
          <a:prstGeom prst="rect">
            <a:avLst/>
          </a:prstGeom>
        </p:spPr>
      </p:pic>
      <p:pic>
        <p:nvPicPr>
          <p:cNvPr id="350" name="Imagem 349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924" y="2385233"/>
            <a:ext cx="455683" cy="242799"/>
          </a:xfrm>
          <a:prstGeom prst="rect">
            <a:avLst/>
          </a:prstGeom>
        </p:spPr>
      </p:pic>
      <p:pic>
        <p:nvPicPr>
          <p:cNvPr id="351" name="Imagem 350"/>
          <p:cNvPicPr>
            <a:picLocks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608" y="1870602"/>
            <a:ext cx="455683" cy="242799"/>
          </a:xfrm>
          <a:prstGeom prst="rect">
            <a:avLst/>
          </a:prstGeom>
        </p:spPr>
      </p:pic>
      <p:pic>
        <p:nvPicPr>
          <p:cNvPr id="352" name="Imagem 35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0852" y="4143529"/>
            <a:ext cx="455683" cy="225896"/>
          </a:xfrm>
          <a:prstGeom prst="rect">
            <a:avLst/>
          </a:prstGeom>
        </p:spPr>
      </p:pic>
      <p:pic>
        <p:nvPicPr>
          <p:cNvPr id="353" name="Imagem 352"/>
          <p:cNvPicPr>
            <a:picLocks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2200" y="2212503"/>
            <a:ext cx="455683" cy="242799"/>
          </a:xfrm>
          <a:prstGeom prst="rect">
            <a:avLst/>
          </a:prstGeom>
        </p:spPr>
      </p:pic>
      <p:pic>
        <p:nvPicPr>
          <p:cNvPr id="354" name="Imagem 35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9715" y="1471913"/>
            <a:ext cx="455683" cy="225896"/>
          </a:xfrm>
          <a:prstGeom prst="rect">
            <a:avLst/>
          </a:prstGeom>
        </p:spPr>
      </p:pic>
      <p:pic>
        <p:nvPicPr>
          <p:cNvPr id="355" name="Imagem 354"/>
          <p:cNvPicPr>
            <a:picLocks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2868" y="6205620"/>
            <a:ext cx="455683" cy="242799"/>
          </a:xfrm>
          <a:prstGeom prst="rect">
            <a:avLst/>
          </a:prstGeom>
        </p:spPr>
      </p:pic>
      <p:pic>
        <p:nvPicPr>
          <p:cNvPr id="356" name="Imagem 355"/>
          <p:cNvPicPr>
            <a:picLocks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7861" y="6221897"/>
            <a:ext cx="455683" cy="242799"/>
          </a:xfrm>
          <a:prstGeom prst="rect">
            <a:avLst/>
          </a:prstGeom>
        </p:spPr>
      </p:pic>
      <p:pic>
        <p:nvPicPr>
          <p:cNvPr id="358" name="Imagem 357"/>
          <p:cNvPicPr>
            <a:picLocks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1613" y="3459819"/>
            <a:ext cx="455683" cy="242799"/>
          </a:xfrm>
          <a:prstGeom prst="rect">
            <a:avLst/>
          </a:prstGeom>
        </p:spPr>
      </p:pic>
      <p:grpSp>
        <p:nvGrpSpPr>
          <p:cNvPr id="387" name="Grupo 386"/>
          <p:cNvGrpSpPr/>
          <p:nvPr/>
        </p:nvGrpSpPr>
        <p:grpSpPr>
          <a:xfrm>
            <a:off x="1852307" y="2748475"/>
            <a:ext cx="1527797" cy="360000"/>
            <a:chOff x="251138" y="1568054"/>
            <a:chExt cx="2063624" cy="360000"/>
          </a:xfrm>
        </p:grpSpPr>
        <p:grpSp>
          <p:nvGrpSpPr>
            <p:cNvPr id="260" name="Grupo 259"/>
            <p:cNvGrpSpPr/>
            <p:nvPr/>
          </p:nvGrpSpPr>
          <p:grpSpPr>
            <a:xfrm>
              <a:off x="251138" y="1568054"/>
              <a:ext cx="1195848" cy="360000"/>
              <a:chOff x="251138" y="1514889"/>
              <a:chExt cx="1195848" cy="360000"/>
            </a:xfrm>
          </p:grpSpPr>
          <p:pic>
            <p:nvPicPr>
              <p:cNvPr id="119" name="Imagem 118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138" y="1514889"/>
                <a:ext cx="720000" cy="360000"/>
              </a:xfrm>
              <a:prstGeom prst="rect">
                <a:avLst/>
              </a:prstGeom>
            </p:spPr>
          </p:pic>
          <p:cxnSp>
            <p:nvCxnSpPr>
              <p:cNvPr id="252" name="Conector de seta reta 251"/>
              <p:cNvCxnSpPr/>
              <p:nvPr/>
            </p:nvCxnSpPr>
            <p:spPr>
              <a:xfrm>
                <a:off x="987983" y="1691906"/>
                <a:ext cx="4590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sp>
          <p:nvSpPr>
            <p:cNvPr id="360" name="CaixaDeTexto 359"/>
            <p:cNvSpPr txBox="1"/>
            <p:nvPr/>
          </p:nvSpPr>
          <p:spPr>
            <a:xfrm>
              <a:off x="1380887" y="1589968"/>
              <a:ext cx="9338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err="1" smtClean="0"/>
                <a:t>Wamas</a:t>
              </a:r>
              <a:endParaRPr lang="pt-BR" sz="1200" dirty="0"/>
            </a:p>
          </p:txBody>
        </p:sp>
      </p:grpSp>
      <p:grpSp>
        <p:nvGrpSpPr>
          <p:cNvPr id="388" name="Grupo 387"/>
          <p:cNvGrpSpPr/>
          <p:nvPr/>
        </p:nvGrpSpPr>
        <p:grpSpPr>
          <a:xfrm>
            <a:off x="269705" y="1552939"/>
            <a:ext cx="1732799" cy="360000"/>
            <a:chOff x="263739" y="2035127"/>
            <a:chExt cx="2189362" cy="360000"/>
          </a:xfrm>
        </p:grpSpPr>
        <p:grpSp>
          <p:nvGrpSpPr>
            <p:cNvPr id="262" name="Grupo 261"/>
            <p:cNvGrpSpPr/>
            <p:nvPr/>
          </p:nvGrpSpPr>
          <p:grpSpPr>
            <a:xfrm>
              <a:off x="263739" y="2035127"/>
              <a:ext cx="1148694" cy="360000"/>
              <a:chOff x="251138" y="2067896"/>
              <a:chExt cx="1148694" cy="360000"/>
            </a:xfrm>
          </p:grpSpPr>
          <p:pic>
            <p:nvPicPr>
              <p:cNvPr id="115" name="Imagem 114"/>
              <p:cNvPicPr>
                <a:picLocks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51138" y="2067896"/>
                <a:ext cx="720000" cy="360000"/>
              </a:xfrm>
              <a:prstGeom prst="rect">
                <a:avLst/>
              </a:prstGeom>
            </p:spPr>
          </p:pic>
          <p:cxnSp>
            <p:nvCxnSpPr>
              <p:cNvPr id="254" name="Conector de seta reta 253"/>
              <p:cNvCxnSpPr/>
              <p:nvPr/>
            </p:nvCxnSpPr>
            <p:spPr>
              <a:xfrm>
                <a:off x="940829" y="2263402"/>
                <a:ext cx="4590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sp>
          <p:nvSpPr>
            <p:cNvPr id="361" name="CaixaDeTexto 360"/>
            <p:cNvSpPr txBox="1"/>
            <p:nvPr/>
          </p:nvSpPr>
          <p:spPr>
            <a:xfrm>
              <a:off x="1413857" y="2100082"/>
              <a:ext cx="10392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/>
                <a:t>SAP e GC</a:t>
              </a:r>
              <a:endParaRPr lang="pt-BR" sz="1200" dirty="0"/>
            </a:p>
          </p:txBody>
        </p:sp>
      </p:grpSp>
      <p:grpSp>
        <p:nvGrpSpPr>
          <p:cNvPr id="389" name="Grupo 388"/>
          <p:cNvGrpSpPr/>
          <p:nvPr/>
        </p:nvGrpSpPr>
        <p:grpSpPr>
          <a:xfrm>
            <a:off x="1905636" y="2153308"/>
            <a:ext cx="1698516" cy="360000"/>
            <a:chOff x="255979" y="2550823"/>
            <a:chExt cx="2505301" cy="360000"/>
          </a:xfrm>
        </p:grpSpPr>
        <p:grpSp>
          <p:nvGrpSpPr>
            <p:cNvPr id="264" name="Grupo 263"/>
            <p:cNvGrpSpPr/>
            <p:nvPr/>
          </p:nvGrpSpPr>
          <p:grpSpPr>
            <a:xfrm>
              <a:off x="255979" y="2550823"/>
              <a:ext cx="1179003" cy="360000"/>
              <a:chOff x="267983" y="2688364"/>
              <a:chExt cx="1179003" cy="360000"/>
            </a:xfrm>
          </p:grpSpPr>
          <p:pic>
            <p:nvPicPr>
              <p:cNvPr id="231" name="Imagem 230"/>
              <p:cNvPicPr>
                <a:picLocks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7983" y="2688364"/>
                <a:ext cx="720000" cy="360000"/>
              </a:xfrm>
              <a:prstGeom prst="rect">
                <a:avLst/>
              </a:prstGeom>
            </p:spPr>
          </p:pic>
          <p:cxnSp>
            <p:nvCxnSpPr>
              <p:cNvPr id="255" name="Conector de seta reta 254"/>
              <p:cNvCxnSpPr/>
              <p:nvPr/>
            </p:nvCxnSpPr>
            <p:spPr>
              <a:xfrm>
                <a:off x="987983" y="2873363"/>
                <a:ext cx="4590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sp>
          <p:nvSpPr>
            <p:cNvPr id="362" name="CaixaDeTexto 361"/>
            <p:cNvSpPr txBox="1"/>
            <p:nvPr/>
          </p:nvSpPr>
          <p:spPr>
            <a:xfrm>
              <a:off x="1396316" y="2589386"/>
              <a:ext cx="13649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/>
                <a:t>Sharepoint</a:t>
              </a:r>
              <a:endParaRPr lang="pt-BR" sz="1200" dirty="0"/>
            </a:p>
          </p:txBody>
        </p:sp>
      </p:grpSp>
      <p:grpSp>
        <p:nvGrpSpPr>
          <p:cNvPr id="390" name="Grupo 389"/>
          <p:cNvGrpSpPr/>
          <p:nvPr/>
        </p:nvGrpSpPr>
        <p:grpSpPr>
          <a:xfrm>
            <a:off x="265016" y="3029112"/>
            <a:ext cx="1549278" cy="360000"/>
            <a:chOff x="265015" y="3029112"/>
            <a:chExt cx="2051572" cy="360000"/>
          </a:xfrm>
        </p:grpSpPr>
        <p:grpSp>
          <p:nvGrpSpPr>
            <p:cNvPr id="266" name="Grupo 265"/>
            <p:cNvGrpSpPr/>
            <p:nvPr/>
          </p:nvGrpSpPr>
          <p:grpSpPr>
            <a:xfrm>
              <a:off x="265015" y="3029112"/>
              <a:ext cx="1163880" cy="360000"/>
              <a:chOff x="2098316" y="3177562"/>
              <a:chExt cx="1163880" cy="360000"/>
            </a:xfrm>
          </p:grpSpPr>
          <p:pic>
            <p:nvPicPr>
              <p:cNvPr id="118" name="Imagem 117"/>
              <p:cNvPicPr>
                <a:picLocks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98316" y="3177562"/>
                <a:ext cx="720000" cy="360000"/>
              </a:xfrm>
              <a:prstGeom prst="rect">
                <a:avLst/>
              </a:prstGeom>
            </p:spPr>
          </p:pic>
          <p:cxnSp>
            <p:nvCxnSpPr>
              <p:cNvPr id="259" name="Conector de seta reta 258"/>
              <p:cNvCxnSpPr/>
              <p:nvPr/>
            </p:nvCxnSpPr>
            <p:spPr>
              <a:xfrm>
                <a:off x="2803193" y="3351803"/>
                <a:ext cx="4590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sp>
          <p:nvSpPr>
            <p:cNvPr id="363" name="CaixaDeTexto 362"/>
            <p:cNvSpPr txBox="1"/>
            <p:nvPr/>
          </p:nvSpPr>
          <p:spPr>
            <a:xfrm>
              <a:off x="1382712" y="3047357"/>
              <a:ext cx="9338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err="1" smtClean="0"/>
                <a:t>Knapp</a:t>
              </a:r>
              <a:endParaRPr lang="pt-BR" sz="1200" dirty="0"/>
            </a:p>
          </p:txBody>
        </p:sp>
      </p:grpSp>
      <p:grpSp>
        <p:nvGrpSpPr>
          <p:cNvPr id="391" name="Grupo 390"/>
          <p:cNvGrpSpPr/>
          <p:nvPr/>
        </p:nvGrpSpPr>
        <p:grpSpPr>
          <a:xfrm>
            <a:off x="1913348" y="1593049"/>
            <a:ext cx="1391053" cy="360000"/>
            <a:chOff x="2466258" y="1568054"/>
            <a:chExt cx="2037349" cy="360000"/>
          </a:xfrm>
        </p:grpSpPr>
        <p:grpSp>
          <p:nvGrpSpPr>
            <p:cNvPr id="261" name="Grupo 260"/>
            <p:cNvGrpSpPr/>
            <p:nvPr/>
          </p:nvGrpSpPr>
          <p:grpSpPr>
            <a:xfrm>
              <a:off x="2466258" y="1568054"/>
              <a:ext cx="1163602" cy="360000"/>
              <a:chOff x="2157901" y="1514889"/>
              <a:chExt cx="1163602" cy="360000"/>
            </a:xfrm>
          </p:grpSpPr>
          <p:pic>
            <p:nvPicPr>
              <p:cNvPr id="111" name="Imagem 110"/>
              <p:cNvPicPr>
                <a:picLocks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157901" y="1514889"/>
                <a:ext cx="720000" cy="360000"/>
              </a:xfrm>
              <a:prstGeom prst="rect">
                <a:avLst/>
              </a:prstGeom>
            </p:spPr>
          </p:pic>
          <p:cxnSp>
            <p:nvCxnSpPr>
              <p:cNvPr id="256" name="Conector de seta reta 255"/>
              <p:cNvCxnSpPr/>
              <p:nvPr/>
            </p:nvCxnSpPr>
            <p:spPr>
              <a:xfrm>
                <a:off x="2862500" y="1686147"/>
                <a:ext cx="4590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sp>
          <p:nvSpPr>
            <p:cNvPr id="364" name="CaixaDeTexto 363"/>
            <p:cNvSpPr txBox="1"/>
            <p:nvPr/>
          </p:nvSpPr>
          <p:spPr>
            <a:xfrm>
              <a:off x="3569732" y="1595716"/>
              <a:ext cx="9338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/>
                <a:t>Mobile</a:t>
              </a:r>
              <a:endParaRPr lang="pt-BR" sz="1200" dirty="0"/>
            </a:p>
          </p:txBody>
        </p:sp>
      </p:grpSp>
      <p:grpSp>
        <p:nvGrpSpPr>
          <p:cNvPr id="392" name="Grupo 391"/>
          <p:cNvGrpSpPr/>
          <p:nvPr/>
        </p:nvGrpSpPr>
        <p:grpSpPr>
          <a:xfrm>
            <a:off x="254694" y="2048887"/>
            <a:ext cx="1595097" cy="360000"/>
            <a:chOff x="2465908" y="2024847"/>
            <a:chExt cx="2142426" cy="360000"/>
          </a:xfrm>
        </p:grpSpPr>
        <p:grpSp>
          <p:nvGrpSpPr>
            <p:cNvPr id="263" name="Grupo 262"/>
            <p:cNvGrpSpPr/>
            <p:nvPr/>
          </p:nvGrpSpPr>
          <p:grpSpPr>
            <a:xfrm>
              <a:off x="2465908" y="2024847"/>
              <a:ext cx="1186226" cy="360000"/>
              <a:chOff x="2123777" y="2045855"/>
              <a:chExt cx="1186226" cy="360000"/>
            </a:xfrm>
          </p:grpSpPr>
          <p:pic>
            <p:nvPicPr>
              <p:cNvPr id="117" name="Imagem 116"/>
              <p:cNvPicPr>
                <a:picLocks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123777" y="2045855"/>
                <a:ext cx="720000" cy="360000"/>
              </a:xfrm>
              <a:prstGeom prst="rect">
                <a:avLst/>
              </a:prstGeom>
            </p:spPr>
          </p:pic>
          <p:cxnSp>
            <p:nvCxnSpPr>
              <p:cNvPr id="257" name="Conector de seta reta 256"/>
              <p:cNvCxnSpPr/>
              <p:nvPr/>
            </p:nvCxnSpPr>
            <p:spPr>
              <a:xfrm>
                <a:off x="2851000" y="2237263"/>
                <a:ext cx="4590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sp>
          <p:nvSpPr>
            <p:cNvPr id="365" name="CaixaDeTexto 364"/>
            <p:cNvSpPr txBox="1"/>
            <p:nvPr/>
          </p:nvSpPr>
          <p:spPr>
            <a:xfrm>
              <a:off x="3674460" y="2068634"/>
              <a:ext cx="93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/>
                <a:t>MDM</a:t>
              </a:r>
              <a:endParaRPr lang="pt-BR" sz="1200" dirty="0"/>
            </a:p>
          </p:txBody>
        </p:sp>
      </p:grpSp>
      <p:grpSp>
        <p:nvGrpSpPr>
          <p:cNvPr id="393" name="Grupo 392"/>
          <p:cNvGrpSpPr/>
          <p:nvPr/>
        </p:nvGrpSpPr>
        <p:grpSpPr>
          <a:xfrm>
            <a:off x="279838" y="2522142"/>
            <a:ext cx="1540373" cy="360000"/>
            <a:chOff x="2455625" y="2546066"/>
            <a:chExt cx="2091997" cy="360000"/>
          </a:xfrm>
        </p:grpSpPr>
        <p:grpSp>
          <p:nvGrpSpPr>
            <p:cNvPr id="265" name="Grupo 264"/>
            <p:cNvGrpSpPr/>
            <p:nvPr/>
          </p:nvGrpSpPr>
          <p:grpSpPr>
            <a:xfrm>
              <a:off x="2455625" y="2546066"/>
              <a:ext cx="1163602" cy="360000"/>
              <a:chOff x="2157901" y="2618932"/>
              <a:chExt cx="1163602" cy="360000"/>
            </a:xfrm>
          </p:grpSpPr>
          <p:pic>
            <p:nvPicPr>
              <p:cNvPr id="235" name="Imagem 234"/>
              <p:cNvPicPr>
                <a:picLocks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157901" y="2618932"/>
                <a:ext cx="720000" cy="360000"/>
              </a:xfrm>
              <a:prstGeom prst="rect">
                <a:avLst/>
              </a:prstGeom>
            </p:spPr>
          </p:pic>
          <p:cxnSp>
            <p:nvCxnSpPr>
              <p:cNvPr id="258" name="Conector de seta reta 257"/>
              <p:cNvCxnSpPr/>
              <p:nvPr/>
            </p:nvCxnSpPr>
            <p:spPr>
              <a:xfrm>
                <a:off x="2862500" y="2798932"/>
                <a:ext cx="4590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sp>
          <p:nvSpPr>
            <p:cNvPr id="366" name="CaixaDeTexto 365"/>
            <p:cNvSpPr txBox="1"/>
            <p:nvPr/>
          </p:nvSpPr>
          <p:spPr>
            <a:xfrm>
              <a:off x="3613747" y="2594359"/>
              <a:ext cx="9338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 smtClean="0"/>
                <a:t>TDF</a:t>
              </a:r>
              <a:endParaRPr lang="pt-BR" sz="1200" dirty="0"/>
            </a:p>
          </p:txBody>
        </p:sp>
      </p:grpSp>
      <p:sp>
        <p:nvSpPr>
          <p:cNvPr id="417" name="Retângulo 416"/>
          <p:cNvSpPr/>
          <p:nvPr/>
        </p:nvSpPr>
        <p:spPr>
          <a:xfrm>
            <a:off x="39834" y="111045"/>
            <a:ext cx="11216146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sz="4400" dirty="0">
                <a:solidFill>
                  <a:srgbClr val="FFC000"/>
                </a:solidFill>
                <a:latin typeface="Gill Sans Std Light" pitchFamily="34" charset="0"/>
                <a:ea typeface="+mj-ea"/>
                <a:cs typeface="+mj-cs"/>
              </a:rPr>
              <a:t>Modelo de Contratação - Evolução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187540" y="3984001"/>
            <a:ext cx="3106164" cy="1551639"/>
            <a:chOff x="187540" y="3984001"/>
            <a:chExt cx="3831052" cy="1551639"/>
          </a:xfrm>
        </p:grpSpPr>
        <p:grpSp>
          <p:nvGrpSpPr>
            <p:cNvPr id="395" name="Grupo 394"/>
            <p:cNvGrpSpPr/>
            <p:nvPr/>
          </p:nvGrpSpPr>
          <p:grpSpPr>
            <a:xfrm>
              <a:off x="187540" y="3984001"/>
              <a:ext cx="3831052" cy="457376"/>
              <a:chOff x="187540" y="3984001"/>
              <a:chExt cx="3831052" cy="457376"/>
            </a:xfrm>
          </p:grpSpPr>
          <p:grpSp>
            <p:nvGrpSpPr>
              <p:cNvPr id="384" name="Grupo 383"/>
              <p:cNvGrpSpPr/>
              <p:nvPr/>
            </p:nvGrpSpPr>
            <p:grpSpPr>
              <a:xfrm>
                <a:off x="187540" y="3984001"/>
                <a:ext cx="3831052" cy="457376"/>
                <a:chOff x="38682" y="3984001"/>
                <a:chExt cx="3831052" cy="457376"/>
              </a:xfrm>
            </p:grpSpPr>
            <p:grpSp>
              <p:nvGrpSpPr>
                <p:cNvPr id="382" name="Grupo 381"/>
                <p:cNvGrpSpPr/>
                <p:nvPr/>
              </p:nvGrpSpPr>
              <p:grpSpPr>
                <a:xfrm>
                  <a:off x="38682" y="3984001"/>
                  <a:ext cx="2301114" cy="457376"/>
                  <a:chOff x="38682" y="3984001"/>
                  <a:chExt cx="2301114" cy="457376"/>
                </a:xfrm>
              </p:grpSpPr>
              <p:pic>
                <p:nvPicPr>
                  <p:cNvPr id="116" name="Imagem 115"/>
                  <p:cNvPicPr>
                    <a:picLocks/>
                  </p:cNvPicPr>
                  <p:nvPr/>
                </p:nvPicPr>
                <p:blipFill>
                  <a:blip r:embed="rId19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3708" y="4027331"/>
                    <a:ext cx="720000" cy="360000"/>
                  </a:xfrm>
                  <a:prstGeom prst="rect">
                    <a:avLst/>
                  </a:prstGeom>
                </p:spPr>
              </p:pic>
              <p:cxnSp>
                <p:nvCxnSpPr>
                  <p:cNvPr id="368" name="Conector de seta reta 367"/>
                  <p:cNvCxnSpPr/>
                  <p:nvPr/>
                </p:nvCxnSpPr>
                <p:spPr>
                  <a:xfrm>
                    <a:off x="1880793" y="4224417"/>
                    <a:ext cx="45900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373" name="Retângulo de cantos arredondados 372"/>
                  <p:cNvSpPr/>
                  <p:nvPr/>
                </p:nvSpPr>
                <p:spPr>
                  <a:xfrm>
                    <a:off x="38682" y="3984001"/>
                    <a:ext cx="1834301" cy="457376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376" name="CaixaDeTexto 375"/>
                <p:cNvSpPr txBox="1"/>
                <p:nvPr/>
              </p:nvSpPr>
              <p:spPr>
                <a:xfrm>
                  <a:off x="2386905" y="4043912"/>
                  <a:ext cx="14828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200" dirty="0" smtClean="0"/>
                    <a:t>ATG</a:t>
                  </a:r>
                  <a:endParaRPr lang="pt-BR" sz="1200" dirty="0"/>
                </a:p>
              </p:txBody>
            </p:sp>
          </p:grpSp>
          <p:pic>
            <p:nvPicPr>
              <p:cNvPr id="394" name="Imagem 393"/>
              <p:cNvPicPr>
                <a:picLocks/>
              </p:cNvPicPr>
              <p:nvPr/>
            </p:nvPicPr>
            <p:blipFill>
              <a:blip r:embed="rId2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44117" y="4061221"/>
                <a:ext cx="720000" cy="360000"/>
              </a:xfrm>
              <a:prstGeom prst="rect">
                <a:avLst/>
              </a:prstGeom>
            </p:spPr>
          </p:pic>
        </p:grpSp>
        <p:grpSp>
          <p:nvGrpSpPr>
            <p:cNvPr id="5" name="Grupo 4"/>
            <p:cNvGrpSpPr/>
            <p:nvPr/>
          </p:nvGrpSpPr>
          <p:grpSpPr>
            <a:xfrm>
              <a:off x="187540" y="4536511"/>
              <a:ext cx="3601105" cy="999129"/>
              <a:chOff x="187540" y="4536511"/>
              <a:chExt cx="3601105" cy="999129"/>
            </a:xfrm>
          </p:grpSpPr>
          <p:grpSp>
            <p:nvGrpSpPr>
              <p:cNvPr id="383" name="Grupo 382"/>
              <p:cNvGrpSpPr/>
              <p:nvPr/>
            </p:nvGrpSpPr>
            <p:grpSpPr>
              <a:xfrm>
                <a:off x="187540" y="4536511"/>
                <a:ext cx="3277240" cy="457376"/>
                <a:chOff x="38682" y="4536511"/>
                <a:chExt cx="3277240" cy="457376"/>
              </a:xfrm>
            </p:grpSpPr>
            <p:grpSp>
              <p:nvGrpSpPr>
                <p:cNvPr id="375" name="Grupo 374"/>
                <p:cNvGrpSpPr/>
                <p:nvPr/>
              </p:nvGrpSpPr>
              <p:grpSpPr>
                <a:xfrm>
                  <a:off x="38682" y="4536511"/>
                  <a:ext cx="2301115" cy="457376"/>
                  <a:chOff x="38682" y="4536511"/>
                  <a:chExt cx="2301115" cy="457376"/>
                </a:xfrm>
              </p:grpSpPr>
              <p:pic>
                <p:nvPicPr>
                  <p:cNvPr id="112" name="Imagem 111"/>
                  <p:cNvPicPr>
                    <a:picLocks/>
                  </p:cNvPicPr>
                  <p:nvPr/>
                </p:nvPicPr>
                <p:blipFill>
                  <a:blip r:embed="rId21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3708" y="4592700"/>
                    <a:ext cx="720000" cy="360000"/>
                  </a:xfrm>
                  <a:prstGeom prst="rect">
                    <a:avLst/>
                  </a:prstGeom>
                </p:spPr>
              </p:pic>
              <p:pic>
                <p:nvPicPr>
                  <p:cNvPr id="250" name="Imagem 249"/>
                  <p:cNvPicPr>
                    <a:picLocks/>
                  </p:cNvPicPr>
                  <p:nvPr/>
                </p:nvPicPr>
                <p:blipFill>
                  <a:blip r:embed="rId1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7" y="4592700"/>
                    <a:ext cx="720000" cy="360000"/>
                  </a:xfrm>
                  <a:prstGeom prst="rect">
                    <a:avLst/>
                  </a:prstGeom>
                </p:spPr>
              </p:pic>
              <p:cxnSp>
                <p:nvCxnSpPr>
                  <p:cNvPr id="369" name="Conector de seta reta 368"/>
                  <p:cNvCxnSpPr/>
                  <p:nvPr/>
                </p:nvCxnSpPr>
                <p:spPr>
                  <a:xfrm>
                    <a:off x="1880794" y="4793966"/>
                    <a:ext cx="45900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371" name="Retângulo de cantos arredondados 370"/>
                  <p:cNvSpPr/>
                  <p:nvPr/>
                </p:nvSpPr>
                <p:spPr>
                  <a:xfrm>
                    <a:off x="38682" y="4536511"/>
                    <a:ext cx="1834301" cy="457376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377" name="CaixaDeTexto 376"/>
                <p:cNvSpPr txBox="1"/>
                <p:nvPr/>
              </p:nvSpPr>
              <p:spPr>
                <a:xfrm>
                  <a:off x="2382047" y="4609300"/>
                  <a:ext cx="9338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200" dirty="0" smtClean="0"/>
                    <a:t>Capta</a:t>
                  </a:r>
                  <a:endParaRPr lang="pt-BR" sz="1200" dirty="0"/>
                </a:p>
              </p:txBody>
            </p:sp>
          </p:grpSp>
          <p:grpSp>
            <p:nvGrpSpPr>
              <p:cNvPr id="385" name="Grupo 384"/>
              <p:cNvGrpSpPr/>
              <p:nvPr/>
            </p:nvGrpSpPr>
            <p:grpSpPr>
              <a:xfrm>
                <a:off x="187540" y="5078264"/>
                <a:ext cx="3601105" cy="457376"/>
                <a:chOff x="38682" y="5089022"/>
                <a:chExt cx="3601105" cy="457376"/>
              </a:xfrm>
            </p:grpSpPr>
            <p:pic>
              <p:nvPicPr>
                <p:cNvPr id="123" name="Imagem 122"/>
                <p:cNvPicPr>
                  <a:picLocks/>
                </p:cNvPicPr>
                <p:nvPr/>
              </p:nvPicPr>
              <p:blipFill>
                <a:blip r:embed="rId2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708" y="5177354"/>
                  <a:ext cx="720000" cy="360000"/>
                </a:xfrm>
                <a:prstGeom prst="rect">
                  <a:avLst/>
                </a:prstGeom>
              </p:spPr>
            </p:pic>
            <p:cxnSp>
              <p:nvCxnSpPr>
                <p:cNvPr id="370" name="Conector de seta reta 369"/>
                <p:cNvCxnSpPr/>
                <p:nvPr/>
              </p:nvCxnSpPr>
              <p:spPr>
                <a:xfrm>
                  <a:off x="1872983" y="5325455"/>
                  <a:ext cx="45900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</p:cxnSp>
            <p:sp>
              <p:nvSpPr>
                <p:cNvPr id="374" name="Retângulo de cantos arredondados 373"/>
                <p:cNvSpPr/>
                <p:nvPr/>
              </p:nvSpPr>
              <p:spPr>
                <a:xfrm>
                  <a:off x="38682" y="5089022"/>
                  <a:ext cx="1834301" cy="457376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78" name="CaixaDeTexto 377"/>
                <p:cNvSpPr txBox="1"/>
                <p:nvPr/>
              </p:nvSpPr>
              <p:spPr>
                <a:xfrm>
                  <a:off x="2382944" y="5160667"/>
                  <a:ext cx="1256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200" dirty="0" smtClean="0"/>
                    <a:t>Hyperion</a:t>
                  </a:r>
                  <a:endParaRPr lang="pt-BR" sz="1200" dirty="0"/>
                </a:p>
              </p:txBody>
            </p:sp>
          </p:grpSp>
          <p:sp>
            <p:nvSpPr>
              <p:cNvPr id="3" name="CaixaDeTexto 2"/>
              <p:cNvSpPr txBox="1"/>
              <p:nvPr/>
            </p:nvSpPr>
            <p:spPr>
              <a:xfrm>
                <a:off x="1152253" y="5138927"/>
                <a:ext cx="9365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 smtClean="0"/>
                  <a:t>TBD</a:t>
                </a:r>
                <a:endParaRPr lang="pt-BR" dirty="0"/>
              </a:p>
            </p:txBody>
          </p:sp>
        </p:grpSp>
      </p:grpSp>
      <p:cxnSp>
        <p:nvCxnSpPr>
          <p:cNvPr id="182" name="Conector reto 181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3" name="Rectangle 65"/>
          <p:cNvSpPr/>
          <p:nvPr/>
        </p:nvSpPr>
        <p:spPr>
          <a:xfrm>
            <a:off x="11167724" y="1050420"/>
            <a:ext cx="985198" cy="3520393"/>
          </a:xfrm>
          <a:prstGeom prst="rect">
            <a:avLst/>
          </a:prstGeom>
          <a:solidFill>
            <a:srgbClr val="8064A2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ANALÍTICOS</a:t>
            </a:r>
          </a:p>
        </p:txBody>
      </p:sp>
      <p:sp>
        <p:nvSpPr>
          <p:cNvPr id="184" name="Rounded Rectangle 105"/>
          <p:cNvSpPr/>
          <p:nvPr/>
        </p:nvSpPr>
        <p:spPr>
          <a:xfrm>
            <a:off x="11330439" y="3114875"/>
            <a:ext cx="693666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SAS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185" name="Rounded Rectangle 106"/>
          <p:cNvSpPr/>
          <p:nvPr/>
        </p:nvSpPr>
        <p:spPr>
          <a:xfrm>
            <a:off x="11333011" y="2310223"/>
            <a:ext cx="693666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TABLEAU</a:t>
            </a:r>
          </a:p>
        </p:txBody>
      </p:sp>
      <p:sp>
        <p:nvSpPr>
          <p:cNvPr id="186" name="Can 107"/>
          <p:cNvSpPr/>
          <p:nvPr/>
        </p:nvSpPr>
        <p:spPr>
          <a:xfrm>
            <a:off x="11339476" y="3992538"/>
            <a:ext cx="681119" cy="386837"/>
          </a:xfrm>
          <a:prstGeom prst="can">
            <a:avLst/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DATAWAREHOUSE</a:t>
            </a:r>
          </a:p>
        </p:txBody>
      </p:sp>
      <p:sp>
        <p:nvSpPr>
          <p:cNvPr id="187" name="Can 108"/>
          <p:cNvSpPr/>
          <p:nvPr/>
        </p:nvSpPr>
        <p:spPr>
          <a:xfrm>
            <a:off x="11324839" y="3536000"/>
            <a:ext cx="681119" cy="380048"/>
          </a:xfrm>
          <a:prstGeom prst="can">
            <a:avLst/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BW</a:t>
            </a:r>
          </a:p>
        </p:txBody>
      </p:sp>
      <p:sp>
        <p:nvSpPr>
          <p:cNvPr id="188" name="Rounded Rectangle 109"/>
          <p:cNvSpPr/>
          <p:nvPr/>
        </p:nvSpPr>
        <p:spPr>
          <a:xfrm>
            <a:off x="11322113" y="1430432"/>
            <a:ext cx="693666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WEB ANALYTICS</a:t>
            </a:r>
          </a:p>
        </p:txBody>
      </p:sp>
      <p:sp>
        <p:nvSpPr>
          <p:cNvPr id="189" name="Rounded Rectangle 110"/>
          <p:cNvSpPr/>
          <p:nvPr/>
        </p:nvSpPr>
        <p:spPr>
          <a:xfrm>
            <a:off x="11329046" y="2712549"/>
            <a:ext cx="693666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SAP BO</a:t>
            </a:r>
          </a:p>
        </p:txBody>
      </p:sp>
      <p:sp>
        <p:nvSpPr>
          <p:cNvPr id="190" name="Rounded Rectangle 111"/>
          <p:cNvSpPr/>
          <p:nvPr/>
        </p:nvSpPr>
        <p:spPr>
          <a:xfrm>
            <a:off x="11324685" y="1855072"/>
            <a:ext cx="693666" cy="335234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TEALEAF</a:t>
            </a:r>
          </a:p>
        </p:txBody>
      </p:sp>
      <p:sp>
        <p:nvSpPr>
          <p:cNvPr id="191" name="Rectangle 65"/>
          <p:cNvSpPr/>
          <p:nvPr/>
        </p:nvSpPr>
        <p:spPr>
          <a:xfrm>
            <a:off x="11192078" y="4650626"/>
            <a:ext cx="960844" cy="1936845"/>
          </a:xfrm>
          <a:prstGeom prst="rect">
            <a:avLst/>
          </a:prstGeom>
          <a:solidFill>
            <a:srgbClr val="8064A2"/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Std Light" pitchFamily="34" charset="0"/>
                <a:ea typeface="+mn-ea"/>
                <a:cs typeface="+mn-cs"/>
              </a:rPr>
              <a:t>INTEGRAÇÃO</a:t>
            </a:r>
          </a:p>
        </p:txBody>
      </p:sp>
      <p:sp>
        <p:nvSpPr>
          <p:cNvPr id="192" name="Rounded Rectangle 14"/>
          <p:cNvSpPr/>
          <p:nvPr/>
        </p:nvSpPr>
        <p:spPr>
          <a:xfrm>
            <a:off x="11334884" y="4950825"/>
            <a:ext cx="716608" cy="24240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 dirty="0" smtClean="0">
                <a:solidFill>
                  <a:sysClr val="windowText" lastClr="000000"/>
                </a:solidFill>
                <a:latin typeface="Gill Sans Std Light" pitchFamily="34" charset="0"/>
              </a:rPr>
              <a:t>SOA/ETL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193" name="Rounded Rectangle 14"/>
          <p:cNvSpPr/>
          <p:nvPr/>
        </p:nvSpPr>
        <p:spPr>
          <a:xfrm>
            <a:off x="11339476" y="5541487"/>
            <a:ext cx="716608" cy="24240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 dirty="0" smtClean="0">
                <a:solidFill>
                  <a:sysClr val="windowText" lastClr="000000"/>
                </a:solidFill>
                <a:latin typeface="Gill Sans Std Light" pitchFamily="34" charset="0"/>
              </a:rPr>
              <a:t>ETL BI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sp>
        <p:nvSpPr>
          <p:cNvPr id="194" name="Rounded Rectangle 14"/>
          <p:cNvSpPr/>
          <p:nvPr/>
        </p:nvSpPr>
        <p:spPr>
          <a:xfrm>
            <a:off x="11334884" y="6046249"/>
            <a:ext cx="716608" cy="242409"/>
          </a:xfrm>
          <a:prstGeom prst="roundRect">
            <a:avLst>
              <a:gd name="adj" fmla="val 0"/>
            </a:avLst>
          </a:prstGeom>
          <a:solidFill>
            <a:sysClr val="window" lastClr="FFFFFF">
              <a:alpha val="89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4335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 dirty="0" smtClean="0">
                <a:solidFill>
                  <a:sysClr val="windowText" lastClr="000000"/>
                </a:solidFill>
                <a:latin typeface="Gill Sans Std Light" pitchFamily="34" charset="0"/>
              </a:rPr>
              <a:t>JOBS</a:t>
            </a:r>
            <a:endParaRPr kumimoji="0" lang="en-US" sz="9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 Light" pitchFamily="34" charset="0"/>
              <a:ea typeface="+mn-ea"/>
              <a:cs typeface="+mn-cs"/>
            </a:endParaRPr>
          </a:p>
        </p:txBody>
      </p:sp>
      <p:pic>
        <p:nvPicPr>
          <p:cNvPr id="195" name="Imagem 194"/>
          <p:cNvPicPr>
            <a:picLocks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0046" y="5181916"/>
            <a:ext cx="296355" cy="157282"/>
          </a:xfrm>
          <a:prstGeom prst="rect">
            <a:avLst/>
          </a:prstGeom>
        </p:spPr>
      </p:pic>
      <p:pic>
        <p:nvPicPr>
          <p:cNvPr id="196" name="Imagem 195"/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8805" y="6237252"/>
            <a:ext cx="514800" cy="194264"/>
          </a:xfrm>
          <a:prstGeom prst="rect">
            <a:avLst/>
          </a:prstGeom>
        </p:spPr>
      </p:pic>
      <p:pic>
        <p:nvPicPr>
          <p:cNvPr id="197" name="Imagem 196"/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0016" y="5172933"/>
            <a:ext cx="443445" cy="152522"/>
          </a:xfrm>
          <a:prstGeom prst="rect">
            <a:avLst/>
          </a:prstGeom>
        </p:spPr>
      </p:pic>
      <p:pic>
        <p:nvPicPr>
          <p:cNvPr id="198" name="Imagem 197"/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8047" y="5721965"/>
            <a:ext cx="443445" cy="152522"/>
          </a:xfrm>
          <a:prstGeom prst="rect">
            <a:avLst/>
          </a:prstGeom>
        </p:spPr>
      </p:pic>
      <p:grpSp>
        <p:nvGrpSpPr>
          <p:cNvPr id="7" name="Grupo 6"/>
          <p:cNvGrpSpPr/>
          <p:nvPr/>
        </p:nvGrpSpPr>
        <p:grpSpPr>
          <a:xfrm>
            <a:off x="212471" y="6135862"/>
            <a:ext cx="3148085" cy="457376"/>
            <a:chOff x="212471" y="6135862"/>
            <a:chExt cx="3148085" cy="457376"/>
          </a:xfrm>
        </p:grpSpPr>
        <p:grpSp>
          <p:nvGrpSpPr>
            <p:cNvPr id="4" name="Grupo 3"/>
            <p:cNvGrpSpPr/>
            <p:nvPr/>
          </p:nvGrpSpPr>
          <p:grpSpPr>
            <a:xfrm>
              <a:off x="212471" y="6135862"/>
              <a:ext cx="3148085" cy="457376"/>
              <a:chOff x="212471" y="6135862"/>
              <a:chExt cx="3663393" cy="457376"/>
            </a:xfrm>
          </p:grpSpPr>
          <p:grpSp>
            <p:nvGrpSpPr>
              <p:cNvPr id="386" name="Grupo 385"/>
              <p:cNvGrpSpPr/>
              <p:nvPr/>
            </p:nvGrpSpPr>
            <p:grpSpPr>
              <a:xfrm>
                <a:off x="212471" y="6135862"/>
                <a:ext cx="3663393" cy="457376"/>
                <a:chOff x="63613" y="6135862"/>
                <a:chExt cx="3663393" cy="457376"/>
              </a:xfrm>
            </p:grpSpPr>
            <p:pic>
              <p:nvPicPr>
                <p:cNvPr id="114" name="Imagem 113"/>
                <p:cNvPicPr>
                  <a:picLocks/>
                </p:cNvPicPr>
                <p:nvPr/>
              </p:nvPicPr>
              <p:blipFill>
                <a:blip r:embed="rId2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541" y="6196768"/>
                  <a:ext cx="623362" cy="360000"/>
                </a:xfrm>
                <a:prstGeom prst="rect">
                  <a:avLst/>
                </a:prstGeom>
              </p:spPr>
            </p:pic>
            <p:cxnSp>
              <p:nvCxnSpPr>
                <p:cNvPr id="379" name="Conector de seta reta 378"/>
                <p:cNvCxnSpPr/>
                <p:nvPr/>
              </p:nvCxnSpPr>
              <p:spPr>
                <a:xfrm>
                  <a:off x="2331986" y="6381332"/>
                  <a:ext cx="45900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</p:cxnSp>
            <p:sp>
              <p:nvSpPr>
                <p:cNvPr id="380" name="Retângulo de cantos arredondados 379"/>
                <p:cNvSpPr/>
                <p:nvPr/>
              </p:nvSpPr>
              <p:spPr>
                <a:xfrm>
                  <a:off x="63613" y="6135862"/>
                  <a:ext cx="2268373" cy="457376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81" name="CaixaDeTexto 380"/>
                <p:cNvSpPr txBox="1"/>
                <p:nvPr/>
              </p:nvSpPr>
              <p:spPr>
                <a:xfrm>
                  <a:off x="2793131" y="6279769"/>
                  <a:ext cx="9338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200" dirty="0" smtClean="0"/>
                    <a:t>CMS</a:t>
                  </a:r>
                  <a:endParaRPr lang="pt-BR" sz="1200" dirty="0"/>
                </a:p>
              </p:txBody>
            </p:sp>
          </p:grpSp>
          <p:pic>
            <p:nvPicPr>
              <p:cNvPr id="2" name="Imagem 1"/>
              <p:cNvPicPr>
                <a:picLocks noChangeAspect="1"/>
              </p:cNvPicPr>
              <p:nvPr/>
            </p:nvPicPr>
            <p:blipFill>
              <a:blip r:embed="rId2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06827" y="6183933"/>
                <a:ext cx="660624" cy="329637"/>
              </a:xfrm>
              <a:prstGeom prst="rect">
                <a:avLst/>
              </a:prstGeom>
            </p:spPr>
          </p:pic>
        </p:grpSp>
        <p:pic>
          <p:nvPicPr>
            <p:cNvPr id="199" name="Imagem 198"/>
            <p:cNvPicPr>
              <a:picLocks noChangeAspect="1"/>
            </p:cNvPicPr>
            <p:nvPr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1895" y="6216526"/>
              <a:ext cx="566827" cy="320484"/>
            </a:xfrm>
            <a:prstGeom prst="rect">
              <a:avLst/>
            </a:prstGeom>
          </p:spPr>
        </p:pic>
      </p:grpSp>
      <p:pic>
        <p:nvPicPr>
          <p:cNvPr id="200" name="Imagem 19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4813" y="2163808"/>
            <a:ext cx="455683" cy="225896"/>
          </a:xfrm>
          <a:prstGeom prst="rect">
            <a:avLst/>
          </a:prstGeom>
        </p:spPr>
      </p:pic>
      <p:pic>
        <p:nvPicPr>
          <p:cNvPr id="201" name="Imagem 20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9300" y="3463113"/>
            <a:ext cx="455683" cy="225896"/>
          </a:xfrm>
          <a:prstGeom prst="rect">
            <a:avLst/>
          </a:prstGeom>
        </p:spPr>
      </p:pic>
      <p:pic>
        <p:nvPicPr>
          <p:cNvPr id="202" name="Imagem 20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6969" y="4014509"/>
            <a:ext cx="455683" cy="225896"/>
          </a:xfrm>
          <a:prstGeom prst="rect">
            <a:avLst/>
          </a:prstGeom>
        </p:spPr>
      </p:pic>
      <p:pic>
        <p:nvPicPr>
          <p:cNvPr id="203" name="Imagem 20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6778" y="4014509"/>
            <a:ext cx="455683" cy="225896"/>
          </a:xfrm>
          <a:prstGeom prst="rect">
            <a:avLst/>
          </a:prstGeom>
        </p:spPr>
      </p:pic>
      <p:pic>
        <p:nvPicPr>
          <p:cNvPr id="204" name="Imagem 20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9758" y="4014509"/>
            <a:ext cx="455683" cy="2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179" name="Rounded Rectangle 110"/>
          <p:cNvSpPr/>
          <p:nvPr/>
        </p:nvSpPr>
        <p:spPr>
          <a:xfrm rot="5400000">
            <a:off x="1259256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A0D5EA"/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180" name="Rectangle 111"/>
          <p:cNvSpPr/>
          <p:nvPr/>
        </p:nvSpPr>
        <p:spPr>
          <a:xfrm>
            <a:off x="1494975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Referência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As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Pace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Futura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movimentos para 2015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Movimentos para 2016</a:t>
            </a:r>
          </a:p>
        </p:txBody>
      </p:sp>
      <p:sp>
        <p:nvSpPr>
          <p:cNvPr id="177" name="Oval 3"/>
          <p:cNvSpPr/>
          <p:nvPr/>
        </p:nvSpPr>
        <p:spPr>
          <a:xfrm rot="21238514">
            <a:off x="202570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8" name="Oval 3"/>
          <p:cNvSpPr/>
          <p:nvPr/>
        </p:nvSpPr>
        <p:spPr>
          <a:xfrm>
            <a:off x="291655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35A5D2">
                  <a:lumMod val="60000"/>
                  <a:lumOff val="40000"/>
                </a:srgbClr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176" name="Oval 6"/>
          <p:cNvSpPr/>
          <p:nvPr/>
        </p:nvSpPr>
        <p:spPr>
          <a:xfrm>
            <a:off x="395256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372" name="Rectangle 108"/>
          <p:cNvSpPr/>
          <p:nvPr/>
        </p:nvSpPr>
        <p:spPr>
          <a:xfrm>
            <a:off x="1748772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Arquitetura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23" name="Rounded Rectangle 110"/>
          <p:cNvSpPr/>
          <p:nvPr/>
        </p:nvSpPr>
        <p:spPr>
          <a:xfrm rot="5400000">
            <a:off x="5201074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DE3A1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24" name="Rectangle 111"/>
          <p:cNvSpPr/>
          <p:nvPr/>
        </p:nvSpPr>
        <p:spPr>
          <a:xfrm>
            <a:off x="5436793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desenvolvimento de aplicação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Projetos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" name="Oval 3"/>
          <p:cNvSpPr/>
          <p:nvPr/>
        </p:nvSpPr>
        <p:spPr>
          <a:xfrm rot="21238514">
            <a:off x="4144388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2" name="Oval 3"/>
          <p:cNvSpPr/>
          <p:nvPr/>
        </p:nvSpPr>
        <p:spPr>
          <a:xfrm>
            <a:off x="4233473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BD168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20" name="Oval 6"/>
          <p:cNvSpPr/>
          <p:nvPr/>
        </p:nvSpPr>
        <p:spPr>
          <a:xfrm>
            <a:off x="4337074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00" name="Rectangle 108"/>
          <p:cNvSpPr/>
          <p:nvPr/>
        </p:nvSpPr>
        <p:spPr>
          <a:xfrm>
            <a:off x="5690590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Forma de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Atuação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50" name="Rounded Rectangle 110"/>
          <p:cNvSpPr/>
          <p:nvPr/>
        </p:nvSpPr>
        <p:spPr>
          <a:xfrm rot="5400000">
            <a:off x="9142893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AC6B4"/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51" name="Rectangle 111"/>
          <p:cNvSpPr/>
          <p:nvPr/>
        </p:nvSpPr>
        <p:spPr>
          <a:xfrm>
            <a:off x="9378612" y="2007881"/>
            <a:ext cx="2550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Sustentação – Situação Atual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testes (fábrica, ferramenta, abordagens,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49" name="Oval 3"/>
          <p:cNvSpPr/>
          <p:nvPr/>
        </p:nvSpPr>
        <p:spPr>
          <a:xfrm>
            <a:off x="8175292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47" name="Oval 6"/>
          <p:cNvSpPr/>
          <p:nvPr/>
        </p:nvSpPr>
        <p:spPr>
          <a:xfrm>
            <a:off x="8278893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7" name="Rectangle 108"/>
          <p:cNvSpPr/>
          <p:nvPr/>
        </p:nvSpPr>
        <p:spPr>
          <a:xfrm>
            <a:off x="9632409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Qualidade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77" name="Rounded Rectangle 110"/>
          <p:cNvSpPr/>
          <p:nvPr/>
        </p:nvSpPr>
        <p:spPr>
          <a:xfrm rot="5400000">
            <a:off x="1259256" y="3284382"/>
            <a:ext cx="1821522" cy="3557056"/>
          </a:xfrm>
          <a:prstGeom prst="roundRect">
            <a:avLst>
              <a:gd name="adj" fmla="val 7102"/>
            </a:avLst>
          </a:prstGeom>
          <a:gradFill flip="none" rotWithShape="1">
            <a:gsLst>
              <a:gs pos="0">
                <a:srgbClr val="EC9EC5"/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78" name="Rectangle 111"/>
          <p:cNvSpPr/>
          <p:nvPr/>
        </p:nvSpPr>
        <p:spPr>
          <a:xfrm>
            <a:off x="1494975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– Evolução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- Sustentação</a:t>
            </a:r>
          </a:p>
        </p:txBody>
      </p:sp>
      <p:sp>
        <p:nvSpPr>
          <p:cNvPr id="475" name="Oval 3"/>
          <p:cNvSpPr/>
          <p:nvPr/>
        </p:nvSpPr>
        <p:spPr>
          <a:xfrm rot="21238514">
            <a:off x="202570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76" name="Oval 3"/>
          <p:cNvSpPr/>
          <p:nvPr/>
        </p:nvSpPr>
        <p:spPr>
          <a:xfrm>
            <a:off x="291655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74" name="Oval 6"/>
          <p:cNvSpPr/>
          <p:nvPr/>
        </p:nvSpPr>
        <p:spPr>
          <a:xfrm>
            <a:off x="395256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54" name="Rectangle 108"/>
          <p:cNvSpPr/>
          <p:nvPr/>
        </p:nvSpPr>
        <p:spPr>
          <a:xfrm>
            <a:off x="1748772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Sourcing</a:t>
            </a:r>
          </a:p>
        </p:txBody>
      </p:sp>
      <p:sp>
        <p:nvSpPr>
          <p:cNvPr id="504" name="Rounded Rectangle 110"/>
          <p:cNvSpPr/>
          <p:nvPr/>
        </p:nvSpPr>
        <p:spPr>
          <a:xfrm rot="5400000">
            <a:off x="5201074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61BFFF"/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05" name="Rectangle 111"/>
          <p:cNvSpPr/>
          <p:nvPr/>
        </p:nvSpPr>
        <p:spPr>
          <a:xfrm>
            <a:off x="5436793" y="4664488"/>
            <a:ext cx="25500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Atuação DA Projetos X Sustentação X 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Implantação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" name="Oval 3"/>
          <p:cNvSpPr/>
          <p:nvPr/>
        </p:nvSpPr>
        <p:spPr>
          <a:xfrm rot="21238514">
            <a:off x="4144388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3" name="Oval 3"/>
          <p:cNvSpPr/>
          <p:nvPr/>
        </p:nvSpPr>
        <p:spPr>
          <a:xfrm>
            <a:off x="4233473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01" name="Oval 6"/>
          <p:cNvSpPr/>
          <p:nvPr/>
        </p:nvSpPr>
        <p:spPr>
          <a:xfrm>
            <a:off x="4337074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81" name="Rectangle 108"/>
          <p:cNvSpPr/>
          <p:nvPr/>
        </p:nvSpPr>
        <p:spPr>
          <a:xfrm>
            <a:off x="5690590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Gestão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531" name="Rounded Rectangle 110"/>
          <p:cNvSpPr/>
          <p:nvPr/>
        </p:nvSpPr>
        <p:spPr>
          <a:xfrm rot="5400000">
            <a:off x="9142893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B1D9AF"/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32" name="Rectangle 111"/>
          <p:cNvSpPr/>
          <p:nvPr/>
        </p:nvSpPr>
        <p:spPr>
          <a:xfrm>
            <a:off x="9378612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 Estrutura Organizacional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Clusterização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Papéis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Equipe Engajada</a:t>
            </a:r>
          </a:p>
        </p:txBody>
      </p:sp>
      <p:sp>
        <p:nvSpPr>
          <p:cNvPr id="529" name="Oval 3"/>
          <p:cNvSpPr/>
          <p:nvPr/>
        </p:nvSpPr>
        <p:spPr>
          <a:xfrm rot="21238514">
            <a:off x="8086207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30" name="Oval 3"/>
          <p:cNvSpPr/>
          <p:nvPr/>
        </p:nvSpPr>
        <p:spPr>
          <a:xfrm>
            <a:off x="8175292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28" name="Oval 6"/>
          <p:cNvSpPr/>
          <p:nvPr/>
        </p:nvSpPr>
        <p:spPr>
          <a:xfrm>
            <a:off x="8278893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8" name="Rectangle 108"/>
          <p:cNvSpPr/>
          <p:nvPr/>
        </p:nvSpPr>
        <p:spPr>
          <a:xfrm>
            <a:off x="9632409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Pessoas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7035" y="4031022"/>
            <a:ext cx="955131" cy="76557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532" y="4126722"/>
            <a:ext cx="811860" cy="6765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878" y="1441363"/>
            <a:ext cx="705444" cy="7054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715" y="1494618"/>
            <a:ext cx="814483" cy="58673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810" y="1446403"/>
            <a:ext cx="649097" cy="70318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036" y="4203878"/>
            <a:ext cx="863848" cy="493627"/>
          </a:xfrm>
          <a:prstGeom prst="rect">
            <a:avLst/>
          </a:prstGeom>
        </p:spPr>
      </p:pic>
      <p:grpSp>
        <p:nvGrpSpPr>
          <p:cNvPr id="46" name="Group 17"/>
          <p:cNvGrpSpPr/>
          <p:nvPr/>
        </p:nvGrpSpPr>
        <p:grpSpPr>
          <a:xfrm rot="19308068">
            <a:off x="4111857" y="2064890"/>
            <a:ext cx="5898587" cy="6370917"/>
            <a:chOff x="2096675" y="2151531"/>
            <a:chExt cx="3320213" cy="3650616"/>
          </a:xfrm>
        </p:grpSpPr>
        <p:grpSp>
          <p:nvGrpSpPr>
            <p:cNvPr id="47" name="Group 18"/>
            <p:cNvGrpSpPr/>
            <p:nvPr/>
          </p:nvGrpSpPr>
          <p:grpSpPr>
            <a:xfrm rot="917479">
              <a:off x="3974404" y="4617145"/>
              <a:ext cx="1442484" cy="1185002"/>
              <a:chOff x="4865732" y="4818670"/>
              <a:chExt cx="2275476" cy="1869308"/>
            </a:xfrm>
          </p:grpSpPr>
          <p:sp>
            <p:nvSpPr>
              <p:cNvPr id="56" name="Rounded Rectangle 7"/>
              <p:cNvSpPr/>
              <p:nvPr/>
            </p:nvSpPr>
            <p:spPr>
              <a:xfrm rot="2330230">
                <a:off x="4865732" y="4818670"/>
                <a:ext cx="350135" cy="308370"/>
              </a:xfrm>
              <a:custGeom>
                <a:avLst/>
                <a:gdLst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281612 w 331456"/>
                  <a:gd name="connsiteY5" fmla="*/ 299057 h 299057"/>
                  <a:gd name="connsiteX6" fmla="*/ 49844 w 331456"/>
                  <a:gd name="connsiteY6" fmla="*/ 299057 h 299057"/>
                  <a:gd name="connsiteX7" fmla="*/ 0 w 331456"/>
                  <a:gd name="connsiteY7" fmla="*/ 249213 h 299057"/>
                  <a:gd name="connsiteX8" fmla="*/ 0 w 331456"/>
                  <a:gd name="connsiteY8" fmla="*/ 49844 h 299057"/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49844 w 331456"/>
                  <a:gd name="connsiteY5" fmla="*/ 299057 h 299057"/>
                  <a:gd name="connsiteX6" fmla="*/ 0 w 331456"/>
                  <a:gd name="connsiteY6" fmla="*/ 249213 h 299057"/>
                  <a:gd name="connsiteX7" fmla="*/ 0 w 331456"/>
                  <a:gd name="connsiteY7" fmla="*/ 49844 h 299057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281612 w 331456"/>
                  <a:gd name="connsiteY2" fmla="*/ 0 h 315093"/>
                  <a:gd name="connsiteX3" fmla="*/ 331456 w 331456"/>
                  <a:gd name="connsiteY3" fmla="*/ 49844 h 315093"/>
                  <a:gd name="connsiteX4" fmla="*/ 324543 w 331456"/>
                  <a:gd name="connsiteY4" fmla="*/ 295729 h 315093"/>
                  <a:gd name="connsiteX5" fmla="*/ 49844 w 331456"/>
                  <a:gd name="connsiteY5" fmla="*/ 299057 h 315093"/>
                  <a:gd name="connsiteX6" fmla="*/ 0 w 331456"/>
                  <a:gd name="connsiteY6" fmla="*/ 249213 h 315093"/>
                  <a:gd name="connsiteX7" fmla="*/ 0 w 331456"/>
                  <a:gd name="connsiteY7" fmla="*/ 49844 h 315093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331456 w 331456"/>
                  <a:gd name="connsiteY2" fmla="*/ 49844 h 315093"/>
                  <a:gd name="connsiteX3" fmla="*/ 324543 w 331456"/>
                  <a:gd name="connsiteY3" fmla="*/ 295729 h 315093"/>
                  <a:gd name="connsiteX4" fmla="*/ 49844 w 331456"/>
                  <a:gd name="connsiteY4" fmla="*/ 299057 h 315093"/>
                  <a:gd name="connsiteX5" fmla="*/ 0 w 331456"/>
                  <a:gd name="connsiteY5" fmla="*/ 249213 h 315093"/>
                  <a:gd name="connsiteX6" fmla="*/ 0 w 331456"/>
                  <a:gd name="connsiteY6" fmla="*/ 49844 h 315093"/>
                  <a:gd name="connsiteX0" fmla="*/ 0 w 324543"/>
                  <a:gd name="connsiteY0" fmla="*/ 49844 h 315093"/>
                  <a:gd name="connsiteX1" fmla="*/ 49844 w 324543"/>
                  <a:gd name="connsiteY1" fmla="*/ 0 h 315093"/>
                  <a:gd name="connsiteX2" fmla="*/ 319682 w 324543"/>
                  <a:gd name="connsiteY2" fmla="*/ 1309 h 315093"/>
                  <a:gd name="connsiteX3" fmla="*/ 324543 w 324543"/>
                  <a:gd name="connsiteY3" fmla="*/ 295729 h 315093"/>
                  <a:gd name="connsiteX4" fmla="*/ 49844 w 324543"/>
                  <a:gd name="connsiteY4" fmla="*/ 299057 h 315093"/>
                  <a:gd name="connsiteX5" fmla="*/ 0 w 324543"/>
                  <a:gd name="connsiteY5" fmla="*/ 249213 h 315093"/>
                  <a:gd name="connsiteX6" fmla="*/ 0 w 324543"/>
                  <a:gd name="connsiteY6" fmla="*/ 49844 h 315093"/>
                  <a:gd name="connsiteX0" fmla="*/ 0 w 324543"/>
                  <a:gd name="connsiteY0" fmla="*/ 49844 h 299057"/>
                  <a:gd name="connsiteX1" fmla="*/ 49844 w 324543"/>
                  <a:gd name="connsiteY1" fmla="*/ 0 h 299057"/>
                  <a:gd name="connsiteX2" fmla="*/ 319682 w 324543"/>
                  <a:gd name="connsiteY2" fmla="*/ 1309 h 299057"/>
                  <a:gd name="connsiteX3" fmla="*/ 324543 w 324543"/>
                  <a:gd name="connsiteY3" fmla="*/ 295729 h 299057"/>
                  <a:gd name="connsiteX4" fmla="*/ 49844 w 324543"/>
                  <a:gd name="connsiteY4" fmla="*/ 299057 h 299057"/>
                  <a:gd name="connsiteX5" fmla="*/ 0 w 324543"/>
                  <a:gd name="connsiteY5" fmla="*/ 249213 h 299057"/>
                  <a:gd name="connsiteX6" fmla="*/ 0 w 32454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7133"/>
                  <a:gd name="connsiteY0" fmla="*/ 49844 h 299057"/>
                  <a:gd name="connsiteX1" fmla="*/ 49844 w 337133"/>
                  <a:gd name="connsiteY1" fmla="*/ 0 h 299057"/>
                  <a:gd name="connsiteX2" fmla="*/ 325489 w 337133"/>
                  <a:gd name="connsiteY2" fmla="*/ 46 h 299057"/>
                  <a:gd name="connsiteX3" fmla="*/ 336563 w 337133"/>
                  <a:gd name="connsiteY3" fmla="*/ 289465 h 299057"/>
                  <a:gd name="connsiteX4" fmla="*/ 49844 w 337133"/>
                  <a:gd name="connsiteY4" fmla="*/ 299057 h 299057"/>
                  <a:gd name="connsiteX5" fmla="*/ 0 w 337133"/>
                  <a:gd name="connsiteY5" fmla="*/ 249213 h 299057"/>
                  <a:gd name="connsiteX6" fmla="*/ 0 w 33713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25489 w 336563"/>
                  <a:gd name="connsiteY2" fmla="*/ 46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5353"/>
                  <a:gd name="connsiteY0" fmla="*/ 49844 h 300677"/>
                  <a:gd name="connsiteX1" fmla="*/ 49844 w 335353"/>
                  <a:gd name="connsiteY1" fmla="*/ 0 h 300677"/>
                  <a:gd name="connsiteX2" fmla="*/ 325489 w 335353"/>
                  <a:gd name="connsiteY2" fmla="*/ 46 h 300677"/>
                  <a:gd name="connsiteX3" fmla="*/ 335353 w 335353"/>
                  <a:gd name="connsiteY3" fmla="*/ 300677 h 300677"/>
                  <a:gd name="connsiteX4" fmla="*/ 49844 w 335353"/>
                  <a:gd name="connsiteY4" fmla="*/ 299057 h 300677"/>
                  <a:gd name="connsiteX5" fmla="*/ 0 w 335353"/>
                  <a:gd name="connsiteY5" fmla="*/ 249213 h 300677"/>
                  <a:gd name="connsiteX6" fmla="*/ 0 w 335353"/>
                  <a:gd name="connsiteY6" fmla="*/ 49844 h 300677"/>
                  <a:gd name="connsiteX0" fmla="*/ 0 w 337158"/>
                  <a:gd name="connsiteY0" fmla="*/ 52398 h 303231"/>
                  <a:gd name="connsiteX1" fmla="*/ 49844 w 337158"/>
                  <a:gd name="connsiteY1" fmla="*/ 2554 h 303231"/>
                  <a:gd name="connsiteX2" fmla="*/ 332547 w 337158"/>
                  <a:gd name="connsiteY2" fmla="*/ 0 h 303231"/>
                  <a:gd name="connsiteX3" fmla="*/ 335353 w 337158"/>
                  <a:gd name="connsiteY3" fmla="*/ 303231 h 303231"/>
                  <a:gd name="connsiteX4" fmla="*/ 49844 w 337158"/>
                  <a:gd name="connsiteY4" fmla="*/ 301611 h 303231"/>
                  <a:gd name="connsiteX5" fmla="*/ 0 w 337158"/>
                  <a:gd name="connsiteY5" fmla="*/ 251767 h 303231"/>
                  <a:gd name="connsiteX6" fmla="*/ 0 w 337158"/>
                  <a:gd name="connsiteY6" fmla="*/ 52398 h 303231"/>
                  <a:gd name="connsiteX0" fmla="*/ 0 w 335353"/>
                  <a:gd name="connsiteY0" fmla="*/ 52398 h 303231"/>
                  <a:gd name="connsiteX1" fmla="*/ 49844 w 335353"/>
                  <a:gd name="connsiteY1" fmla="*/ 2554 h 303231"/>
                  <a:gd name="connsiteX2" fmla="*/ 332547 w 335353"/>
                  <a:gd name="connsiteY2" fmla="*/ 0 h 303231"/>
                  <a:gd name="connsiteX3" fmla="*/ 335353 w 335353"/>
                  <a:gd name="connsiteY3" fmla="*/ 303231 h 303231"/>
                  <a:gd name="connsiteX4" fmla="*/ 49844 w 335353"/>
                  <a:gd name="connsiteY4" fmla="*/ 301611 h 303231"/>
                  <a:gd name="connsiteX5" fmla="*/ 0 w 335353"/>
                  <a:gd name="connsiteY5" fmla="*/ 251767 h 303231"/>
                  <a:gd name="connsiteX6" fmla="*/ 0 w 335353"/>
                  <a:gd name="connsiteY6" fmla="*/ 52398 h 303231"/>
                  <a:gd name="connsiteX0" fmla="*/ 0 w 336162"/>
                  <a:gd name="connsiteY0" fmla="*/ 53970 h 304803"/>
                  <a:gd name="connsiteX1" fmla="*/ 49844 w 336162"/>
                  <a:gd name="connsiteY1" fmla="*/ 4126 h 304803"/>
                  <a:gd name="connsiteX2" fmla="*/ 334520 w 336162"/>
                  <a:gd name="connsiteY2" fmla="*/ 0 h 304803"/>
                  <a:gd name="connsiteX3" fmla="*/ 335353 w 336162"/>
                  <a:gd name="connsiteY3" fmla="*/ 304803 h 304803"/>
                  <a:gd name="connsiteX4" fmla="*/ 49844 w 336162"/>
                  <a:gd name="connsiteY4" fmla="*/ 303183 h 304803"/>
                  <a:gd name="connsiteX5" fmla="*/ 0 w 336162"/>
                  <a:gd name="connsiteY5" fmla="*/ 253339 h 304803"/>
                  <a:gd name="connsiteX6" fmla="*/ 0 w 336162"/>
                  <a:gd name="connsiteY6" fmla="*/ 53970 h 304803"/>
                  <a:gd name="connsiteX0" fmla="*/ 0 w 350135"/>
                  <a:gd name="connsiteY0" fmla="*/ 54483 h 305316"/>
                  <a:gd name="connsiteX1" fmla="*/ 49844 w 350135"/>
                  <a:gd name="connsiteY1" fmla="*/ 4639 h 305316"/>
                  <a:gd name="connsiteX2" fmla="*/ 349601 w 350135"/>
                  <a:gd name="connsiteY2" fmla="*/ 0 h 305316"/>
                  <a:gd name="connsiteX3" fmla="*/ 335353 w 350135"/>
                  <a:gd name="connsiteY3" fmla="*/ 305316 h 305316"/>
                  <a:gd name="connsiteX4" fmla="*/ 49844 w 350135"/>
                  <a:gd name="connsiteY4" fmla="*/ 303696 h 305316"/>
                  <a:gd name="connsiteX5" fmla="*/ 0 w 350135"/>
                  <a:gd name="connsiteY5" fmla="*/ 253852 h 305316"/>
                  <a:gd name="connsiteX6" fmla="*/ 0 w 350135"/>
                  <a:gd name="connsiteY6" fmla="*/ 54483 h 30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135" h="305316">
                    <a:moveTo>
                      <a:pt x="0" y="54483"/>
                    </a:moveTo>
                    <a:cubicBezTo>
                      <a:pt x="0" y="26955"/>
                      <a:pt x="22316" y="4639"/>
                      <a:pt x="49844" y="4639"/>
                    </a:cubicBezTo>
                    <a:lnTo>
                      <a:pt x="349601" y="0"/>
                    </a:lnTo>
                    <a:cubicBezTo>
                      <a:pt x="353607" y="3828"/>
                      <a:pt x="333733" y="207176"/>
                      <a:pt x="335353" y="305316"/>
                    </a:cubicBezTo>
                    <a:cubicBezTo>
                      <a:pt x="328968" y="303967"/>
                      <a:pt x="105087" y="303696"/>
                      <a:pt x="49844" y="303696"/>
                    </a:cubicBezTo>
                    <a:cubicBezTo>
                      <a:pt x="22316" y="303696"/>
                      <a:pt x="0" y="281380"/>
                      <a:pt x="0" y="253852"/>
                    </a:cubicBezTo>
                    <a:lnTo>
                      <a:pt x="0" y="54483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Text" lastClr="000000"/>
                  </a:gs>
                  <a:gs pos="68000">
                    <a:srgbClr val="FFFFFF"/>
                  </a:gs>
                  <a:gs pos="49000">
                    <a:srgbClr val="FFFFFF">
                      <a:lumMod val="65000"/>
                    </a:srgbClr>
                  </a:gs>
                  <a:gs pos="24000">
                    <a:srgbClr val="FFFFFF"/>
                  </a:gs>
                  <a:gs pos="0">
                    <a:sysClr val="windowText" lastClr="000000"/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28"/>
              <p:cNvGrpSpPr/>
              <p:nvPr/>
            </p:nvGrpSpPr>
            <p:grpSpPr>
              <a:xfrm>
                <a:off x="4974562" y="4867989"/>
                <a:ext cx="2166646" cy="1819989"/>
                <a:chOff x="4974562" y="5085699"/>
                <a:chExt cx="2166646" cy="1819989"/>
              </a:xfrm>
            </p:grpSpPr>
            <p:grpSp>
              <p:nvGrpSpPr>
                <p:cNvPr id="58" name="Group 29"/>
                <p:cNvGrpSpPr/>
                <p:nvPr/>
              </p:nvGrpSpPr>
              <p:grpSpPr>
                <a:xfrm>
                  <a:off x="4974562" y="5581632"/>
                  <a:ext cx="2166646" cy="1324056"/>
                  <a:chOff x="4969838" y="5578202"/>
                  <a:chExt cx="2166646" cy="1324056"/>
                </a:xfrm>
              </p:grpSpPr>
              <p:sp>
                <p:nvSpPr>
                  <p:cNvPr id="60" name="Rounded Rectangle 8"/>
                  <p:cNvSpPr/>
                  <p:nvPr/>
                </p:nvSpPr>
                <p:spPr>
                  <a:xfrm rot="2360230">
                    <a:off x="4969838" y="5578202"/>
                    <a:ext cx="1914676" cy="565673"/>
                  </a:xfrm>
                  <a:custGeom>
                    <a:avLst/>
                    <a:gdLst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821083 w 1903057"/>
                      <a:gd name="connsiteY2" fmla="*/ 0 h 491832"/>
                      <a:gd name="connsiteX3" fmla="*/ 1903057 w 1903057"/>
                      <a:gd name="connsiteY3" fmla="*/ 81974 h 491832"/>
                      <a:gd name="connsiteX4" fmla="*/ 1903057 w 1903057"/>
                      <a:gd name="connsiteY4" fmla="*/ 409858 h 491832"/>
                      <a:gd name="connsiteX5" fmla="*/ 1821083 w 1903057"/>
                      <a:gd name="connsiteY5" fmla="*/ 491832 h 491832"/>
                      <a:gd name="connsiteX6" fmla="*/ 81974 w 1903057"/>
                      <a:gd name="connsiteY6" fmla="*/ 491832 h 491832"/>
                      <a:gd name="connsiteX7" fmla="*/ 0 w 1903057"/>
                      <a:gd name="connsiteY7" fmla="*/ 409858 h 491832"/>
                      <a:gd name="connsiteX8" fmla="*/ 0 w 1903057"/>
                      <a:gd name="connsiteY8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1821083 w 1903057"/>
                      <a:gd name="connsiteY4" fmla="*/ 491832 h 491832"/>
                      <a:gd name="connsiteX5" fmla="*/ 81974 w 1903057"/>
                      <a:gd name="connsiteY5" fmla="*/ 491832 h 491832"/>
                      <a:gd name="connsiteX6" fmla="*/ 0 w 1903057"/>
                      <a:gd name="connsiteY6" fmla="*/ 409858 h 491832"/>
                      <a:gd name="connsiteX7" fmla="*/ 0 w 1903057"/>
                      <a:gd name="connsiteY7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81974 w 1903057"/>
                      <a:gd name="connsiteY4" fmla="*/ 491832 h 491832"/>
                      <a:gd name="connsiteX5" fmla="*/ 0 w 1903057"/>
                      <a:gd name="connsiteY5" fmla="*/ 409858 h 491832"/>
                      <a:gd name="connsiteX6" fmla="*/ 0 w 1903057"/>
                      <a:gd name="connsiteY6" fmla="*/ 81974 h 491832"/>
                      <a:gd name="connsiteX0" fmla="*/ 0 w 1903057"/>
                      <a:gd name="connsiteY0" fmla="*/ 151951 h 561809"/>
                      <a:gd name="connsiteX1" fmla="*/ 81974 w 1903057"/>
                      <a:gd name="connsiteY1" fmla="*/ 69977 h 561809"/>
                      <a:gd name="connsiteX2" fmla="*/ 1889359 w 1903057"/>
                      <a:gd name="connsiteY2" fmla="*/ 0 h 561809"/>
                      <a:gd name="connsiteX3" fmla="*/ 1903057 w 1903057"/>
                      <a:gd name="connsiteY3" fmla="*/ 479835 h 561809"/>
                      <a:gd name="connsiteX4" fmla="*/ 81974 w 1903057"/>
                      <a:gd name="connsiteY4" fmla="*/ 561809 h 561809"/>
                      <a:gd name="connsiteX5" fmla="*/ 0 w 1903057"/>
                      <a:gd name="connsiteY5" fmla="*/ 479835 h 561809"/>
                      <a:gd name="connsiteX6" fmla="*/ 0 w 1903057"/>
                      <a:gd name="connsiteY6" fmla="*/ 151951 h 561809"/>
                      <a:gd name="connsiteX0" fmla="*/ 0 w 1908305"/>
                      <a:gd name="connsiteY0" fmla="*/ 151951 h 581306"/>
                      <a:gd name="connsiteX1" fmla="*/ 81974 w 1908305"/>
                      <a:gd name="connsiteY1" fmla="*/ 69977 h 581306"/>
                      <a:gd name="connsiteX2" fmla="*/ 1889359 w 1908305"/>
                      <a:gd name="connsiteY2" fmla="*/ 0 h 581306"/>
                      <a:gd name="connsiteX3" fmla="*/ 1908305 w 1908305"/>
                      <a:gd name="connsiteY3" fmla="*/ 546345 h 581306"/>
                      <a:gd name="connsiteX4" fmla="*/ 81974 w 1908305"/>
                      <a:gd name="connsiteY4" fmla="*/ 561809 h 581306"/>
                      <a:gd name="connsiteX5" fmla="*/ 0 w 1908305"/>
                      <a:gd name="connsiteY5" fmla="*/ 479835 h 581306"/>
                      <a:gd name="connsiteX6" fmla="*/ 0 w 1908305"/>
                      <a:gd name="connsiteY6" fmla="*/ 151951 h 581306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3128 h 562986"/>
                      <a:gd name="connsiteX1" fmla="*/ 81974 w 1908305"/>
                      <a:gd name="connsiteY1" fmla="*/ 71154 h 562986"/>
                      <a:gd name="connsiteX2" fmla="*/ 1894551 w 1908305"/>
                      <a:gd name="connsiteY2" fmla="*/ 0 h 562986"/>
                      <a:gd name="connsiteX3" fmla="*/ 1908305 w 1908305"/>
                      <a:gd name="connsiteY3" fmla="*/ 547522 h 562986"/>
                      <a:gd name="connsiteX4" fmla="*/ 81974 w 1908305"/>
                      <a:gd name="connsiteY4" fmla="*/ 562986 h 562986"/>
                      <a:gd name="connsiteX5" fmla="*/ 0 w 1908305"/>
                      <a:gd name="connsiteY5" fmla="*/ 481012 h 562986"/>
                      <a:gd name="connsiteX6" fmla="*/ 0 w 1908305"/>
                      <a:gd name="connsiteY6" fmla="*/ 153128 h 562986"/>
                      <a:gd name="connsiteX0" fmla="*/ 0 w 1907641"/>
                      <a:gd name="connsiteY0" fmla="*/ 153128 h 562986"/>
                      <a:gd name="connsiteX1" fmla="*/ 81974 w 1907641"/>
                      <a:gd name="connsiteY1" fmla="*/ 71154 h 562986"/>
                      <a:gd name="connsiteX2" fmla="*/ 1894551 w 1907641"/>
                      <a:gd name="connsiteY2" fmla="*/ 0 h 562986"/>
                      <a:gd name="connsiteX3" fmla="*/ 1907641 w 1907641"/>
                      <a:gd name="connsiteY3" fmla="*/ 554224 h 562986"/>
                      <a:gd name="connsiteX4" fmla="*/ 81974 w 1907641"/>
                      <a:gd name="connsiteY4" fmla="*/ 562986 h 562986"/>
                      <a:gd name="connsiteX5" fmla="*/ 0 w 1907641"/>
                      <a:gd name="connsiteY5" fmla="*/ 481012 h 562986"/>
                      <a:gd name="connsiteX6" fmla="*/ 0 w 1907641"/>
                      <a:gd name="connsiteY6" fmla="*/ 153128 h 562986"/>
                      <a:gd name="connsiteX0" fmla="*/ 0 w 1907641"/>
                      <a:gd name="connsiteY0" fmla="*/ 155815 h 565673"/>
                      <a:gd name="connsiteX1" fmla="*/ 81974 w 1907641"/>
                      <a:gd name="connsiteY1" fmla="*/ 73841 h 565673"/>
                      <a:gd name="connsiteX2" fmla="*/ 1901585 w 1907641"/>
                      <a:gd name="connsiteY2" fmla="*/ 0 h 565673"/>
                      <a:gd name="connsiteX3" fmla="*/ 1907641 w 1907641"/>
                      <a:gd name="connsiteY3" fmla="*/ 556911 h 565673"/>
                      <a:gd name="connsiteX4" fmla="*/ 81974 w 1907641"/>
                      <a:gd name="connsiteY4" fmla="*/ 565673 h 565673"/>
                      <a:gd name="connsiteX5" fmla="*/ 0 w 1907641"/>
                      <a:gd name="connsiteY5" fmla="*/ 483699 h 565673"/>
                      <a:gd name="connsiteX6" fmla="*/ 0 w 1907641"/>
                      <a:gd name="connsiteY6" fmla="*/ 155815 h 565673"/>
                      <a:gd name="connsiteX0" fmla="*/ 0 w 1914676"/>
                      <a:gd name="connsiteY0" fmla="*/ 155815 h 565673"/>
                      <a:gd name="connsiteX1" fmla="*/ 81974 w 1914676"/>
                      <a:gd name="connsiteY1" fmla="*/ 73841 h 565673"/>
                      <a:gd name="connsiteX2" fmla="*/ 1901585 w 1914676"/>
                      <a:gd name="connsiteY2" fmla="*/ 0 h 565673"/>
                      <a:gd name="connsiteX3" fmla="*/ 1914676 w 1914676"/>
                      <a:gd name="connsiteY3" fmla="*/ 554224 h 565673"/>
                      <a:gd name="connsiteX4" fmla="*/ 81974 w 1914676"/>
                      <a:gd name="connsiteY4" fmla="*/ 565673 h 565673"/>
                      <a:gd name="connsiteX5" fmla="*/ 0 w 1914676"/>
                      <a:gd name="connsiteY5" fmla="*/ 483699 h 565673"/>
                      <a:gd name="connsiteX6" fmla="*/ 0 w 1914676"/>
                      <a:gd name="connsiteY6" fmla="*/ 155815 h 565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14676" h="565673">
                        <a:moveTo>
                          <a:pt x="0" y="155815"/>
                        </a:moveTo>
                        <a:cubicBezTo>
                          <a:pt x="0" y="110542"/>
                          <a:pt x="36701" y="73841"/>
                          <a:pt x="81974" y="73841"/>
                        </a:cubicBezTo>
                        <a:lnTo>
                          <a:pt x="1901585" y="0"/>
                        </a:lnTo>
                        <a:cubicBezTo>
                          <a:pt x="1903604" y="185637"/>
                          <a:pt x="1912657" y="368587"/>
                          <a:pt x="1914676" y="554224"/>
                        </a:cubicBezTo>
                        <a:cubicBezTo>
                          <a:pt x="1638428" y="569400"/>
                          <a:pt x="427288" y="554926"/>
                          <a:pt x="81974" y="565673"/>
                        </a:cubicBezTo>
                        <a:cubicBezTo>
                          <a:pt x="36701" y="565673"/>
                          <a:pt x="0" y="528972"/>
                          <a:pt x="0" y="483699"/>
                        </a:cubicBezTo>
                        <a:lnTo>
                          <a:pt x="0" y="15581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92000">
                        <a:sysClr val="windowText" lastClr="000000"/>
                      </a:gs>
                      <a:gs pos="28000">
                        <a:sysClr val="windowText" lastClr="000000"/>
                      </a:gs>
                      <a:gs pos="77000">
                        <a:srgbClr val="FFFFFF">
                          <a:lumMod val="50000"/>
                        </a:srgbClr>
                      </a:gs>
                      <a:gs pos="74000">
                        <a:srgbClr val="FFFFFF">
                          <a:lumMod val="65000"/>
                        </a:srgbClr>
                      </a:gs>
                      <a:gs pos="5000">
                        <a:sysClr val="windowText" lastClr="000000"/>
                      </a:gs>
                    </a:gsLst>
                    <a:lin ang="162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Teardrop 22"/>
                  <p:cNvSpPr/>
                  <p:nvPr/>
                </p:nvSpPr>
                <p:spPr>
                  <a:xfrm rot="16200000">
                    <a:off x="6499102" y="6264875"/>
                    <a:ext cx="659696" cy="615069"/>
                  </a:xfrm>
                  <a:custGeom>
                    <a:avLst/>
                    <a:gdLst>
                      <a:gd name="connsiteX0" fmla="*/ 0 w 626029"/>
                      <a:gd name="connsiteY0" fmla="*/ 309916 h 619831"/>
                      <a:gd name="connsiteX1" fmla="*/ 313015 w 626029"/>
                      <a:gd name="connsiteY1" fmla="*/ 0 h 619831"/>
                      <a:gd name="connsiteX2" fmla="*/ 626029 w 626029"/>
                      <a:gd name="connsiteY2" fmla="*/ 0 h 619831"/>
                      <a:gd name="connsiteX3" fmla="*/ 626029 w 626029"/>
                      <a:gd name="connsiteY3" fmla="*/ 309916 h 619831"/>
                      <a:gd name="connsiteX4" fmla="*/ 313014 w 626029"/>
                      <a:gd name="connsiteY4" fmla="*/ 619832 h 619831"/>
                      <a:gd name="connsiteX5" fmla="*/ -1 w 626029"/>
                      <a:gd name="connsiteY5" fmla="*/ 309916 h 619831"/>
                      <a:gd name="connsiteX6" fmla="*/ 0 w 626029"/>
                      <a:gd name="connsiteY6" fmla="*/ 309916 h 619831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370 w 647831"/>
                      <a:gd name="connsiteY0" fmla="*/ 309916 h 619832"/>
                      <a:gd name="connsiteX1" fmla="*/ 149079 w 647831"/>
                      <a:gd name="connsiteY1" fmla="*/ 23812 h 619832"/>
                      <a:gd name="connsiteX2" fmla="*/ 626399 w 647831"/>
                      <a:gd name="connsiteY2" fmla="*/ 0 h 619832"/>
                      <a:gd name="connsiteX3" fmla="*/ 647831 w 647831"/>
                      <a:gd name="connsiteY3" fmla="*/ 393260 h 619832"/>
                      <a:gd name="connsiteX4" fmla="*/ 313384 w 647831"/>
                      <a:gd name="connsiteY4" fmla="*/ 619832 h 619832"/>
                      <a:gd name="connsiteX5" fmla="*/ 369 w 647831"/>
                      <a:gd name="connsiteY5" fmla="*/ 309916 h 619832"/>
                      <a:gd name="connsiteX6" fmla="*/ 370 w 647831"/>
                      <a:gd name="connsiteY6" fmla="*/ 309916 h 619832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286104 h 598404"/>
                      <a:gd name="connsiteX1" fmla="*/ 149079 w 647831"/>
                      <a:gd name="connsiteY1" fmla="*/ 0 h 598404"/>
                      <a:gd name="connsiteX2" fmla="*/ 647831 w 647831"/>
                      <a:gd name="connsiteY2" fmla="*/ 369448 h 598404"/>
                      <a:gd name="connsiteX3" fmla="*/ 313384 w 647831"/>
                      <a:gd name="connsiteY3" fmla="*/ 598404 h 598404"/>
                      <a:gd name="connsiteX4" fmla="*/ 369 w 647831"/>
                      <a:gd name="connsiteY4" fmla="*/ 286104 h 598404"/>
                      <a:gd name="connsiteX5" fmla="*/ 370 w 647831"/>
                      <a:gd name="connsiteY5" fmla="*/ 286104 h 598404"/>
                      <a:gd name="connsiteX0" fmla="*/ 329 w 647790"/>
                      <a:gd name="connsiteY0" fmla="*/ 288484 h 600784"/>
                      <a:gd name="connsiteX1" fmla="*/ 156182 w 647790"/>
                      <a:gd name="connsiteY1" fmla="*/ 0 h 600784"/>
                      <a:gd name="connsiteX2" fmla="*/ 647790 w 647790"/>
                      <a:gd name="connsiteY2" fmla="*/ 371828 h 600784"/>
                      <a:gd name="connsiteX3" fmla="*/ 313343 w 647790"/>
                      <a:gd name="connsiteY3" fmla="*/ 600784 h 600784"/>
                      <a:gd name="connsiteX4" fmla="*/ 328 w 647790"/>
                      <a:gd name="connsiteY4" fmla="*/ 288484 h 600784"/>
                      <a:gd name="connsiteX5" fmla="*/ 329 w 647790"/>
                      <a:gd name="connsiteY5" fmla="*/ 288484 h 600784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59696"/>
                      <a:gd name="connsiteY0" fmla="*/ 302769 h 615069"/>
                      <a:gd name="connsiteX1" fmla="*/ 156183 w 659696"/>
                      <a:gd name="connsiteY1" fmla="*/ 0 h 615069"/>
                      <a:gd name="connsiteX2" fmla="*/ 659696 w 659696"/>
                      <a:gd name="connsiteY2" fmla="*/ 374210 h 615069"/>
                      <a:gd name="connsiteX3" fmla="*/ 313343 w 659696"/>
                      <a:gd name="connsiteY3" fmla="*/ 615069 h 615069"/>
                      <a:gd name="connsiteX4" fmla="*/ 328 w 659696"/>
                      <a:gd name="connsiteY4" fmla="*/ 302769 h 615069"/>
                      <a:gd name="connsiteX5" fmla="*/ 329 w 659696"/>
                      <a:gd name="connsiteY5" fmla="*/ 302769 h 615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9696" h="615069">
                        <a:moveTo>
                          <a:pt x="329" y="302769"/>
                        </a:moveTo>
                        <a:cubicBezTo>
                          <a:pt x="-4870" y="187557"/>
                          <a:pt x="51845" y="115214"/>
                          <a:pt x="156183" y="0"/>
                        </a:cubicBezTo>
                        <a:cubicBezTo>
                          <a:pt x="320052" y="128704"/>
                          <a:pt x="495827" y="245506"/>
                          <a:pt x="659696" y="374210"/>
                        </a:cubicBezTo>
                        <a:cubicBezTo>
                          <a:pt x="550159" y="512035"/>
                          <a:pt x="500617" y="600674"/>
                          <a:pt x="313343" y="615069"/>
                        </a:cubicBezTo>
                        <a:cubicBezTo>
                          <a:pt x="145232" y="605547"/>
                          <a:pt x="328" y="473931"/>
                          <a:pt x="328" y="302769"/>
                        </a:cubicBezTo>
                        <a:lnTo>
                          <a:pt x="329" y="3027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88000">
                        <a:srgbClr val="FFFFFF">
                          <a:lumMod val="95000"/>
                        </a:srgbClr>
                      </a:gs>
                      <a:gs pos="77000">
                        <a:sysClr val="windowText" lastClr="000000"/>
                      </a:gs>
                      <a:gs pos="63000">
                        <a:srgbClr val="FFFFFF"/>
                      </a:gs>
                      <a:gs pos="29000">
                        <a:srgbClr val="FFFFFF"/>
                      </a:gs>
                      <a:gs pos="37000">
                        <a:srgbClr val="B9B9B9"/>
                      </a:gs>
                      <a:gs pos="47000">
                        <a:srgbClr val="FFFFFF">
                          <a:lumMod val="65000"/>
                        </a:srgbClr>
                      </a:gs>
                      <a:gs pos="13000">
                        <a:sysClr val="windowText" lastClr="000000"/>
                      </a:gs>
                    </a:gsLst>
                    <a:lin ang="2400000" scaled="0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63500" dist="50800" dir="66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25"/>
                  <p:cNvSpPr/>
                  <p:nvPr/>
                </p:nvSpPr>
                <p:spPr>
                  <a:xfrm rot="2177856">
                    <a:off x="5123158" y="5745913"/>
                    <a:ext cx="1811797" cy="121318"/>
                  </a:xfrm>
                  <a:custGeom>
                    <a:avLst/>
                    <a:gdLst>
                      <a:gd name="connsiteX0" fmla="*/ 0 w 1773563"/>
                      <a:gd name="connsiteY0" fmla="*/ 0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0 w 1773563"/>
                      <a:gd name="connsiteY4" fmla="*/ 0 h 125004"/>
                      <a:gd name="connsiteX0" fmla="*/ 2311 w 1773563"/>
                      <a:gd name="connsiteY0" fmla="*/ 7167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2311 w 1773563"/>
                      <a:gd name="connsiteY4" fmla="*/ 7167 h 125004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73563 w 1784960"/>
                      <a:gd name="connsiteY2" fmla="*/ 1215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84059 w 1784960"/>
                      <a:gd name="connsiteY2" fmla="*/ 1197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38 w 1794592"/>
                      <a:gd name="connsiteY0" fmla="*/ 3600 h 121556"/>
                      <a:gd name="connsiteX1" fmla="*/ 1794592 w 1794592"/>
                      <a:gd name="connsiteY1" fmla="*/ 0 h 121556"/>
                      <a:gd name="connsiteX2" fmla="*/ 1793691 w 1794592"/>
                      <a:gd name="connsiteY2" fmla="*/ 119756 h 121556"/>
                      <a:gd name="connsiteX3" fmla="*/ 9632 w 1794592"/>
                      <a:gd name="connsiteY3" fmla="*/ 121556 h 121556"/>
                      <a:gd name="connsiteX4" fmla="*/ 38 w 1794592"/>
                      <a:gd name="connsiteY4" fmla="*/ 3600 h 121556"/>
                      <a:gd name="connsiteX0" fmla="*/ 14217 w 1808771"/>
                      <a:gd name="connsiteY0" fmla="*/ 3600 h 121318"/>
                      <a:gd name="connsiteX1" fmla="*/ 1808771 w 1808771"/>
                      <a:gd name="connsiteY1" fmla="*/ 0 h 121318"/>
                      <a:gd name="connsiteX2" fmla="*/ 1807870 w 1808771"/>
                      <a:gd name="connsiteY2" fmla="*/ 119756 h 121318"/>
                      <a:gd name="connsiteX3" fmla="*/ 0 w 1808771"/>
                      <a:gd name="connsiteY3" fmla="*/ 121318 h 121318"/>
                      <a:gd name="connsiteX4" fmla="*/ 14217 w 1808771"/>
                      <a:gd name="connsiteY4" fmla="*/ 3600 h 121318"/>
                      <a:gd name="connsiteX0" fmla="*/ 89 w 1811797"/>
                      <a:gd name="connsiteY0" fmla="*/ 4380 h 121318"/>
                      <a:gd name="connsiteX1" fmla="*/ 1811797 w 1811797"/>
                      <a:gd name="connsiteY1" fmla="*/ 0 h 121318"/>
                      <a:gd name="connsiteX2" fmla="*/ 1810896 w 1811797"/>
                      <a:gd name="connsiteY2" fmla="*/ 119756 h 121318"/>
                      <a:gd name="connsiteX3" fmla="*/ 3026 w 1811797"/>
                      <a:gd name="connsiteY3" fmla="*/ 121318 h 121318"/>
                      <a:gd name="connsiteX4" fmla="*/ 89 w 1811797"/>
                      <a:gd name="connsiteY4" fmla="*/ 4380 h 1213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1797" h="121318">
                        <a:moveTo>
                          <a:pt x="89" y="4380"/>
                        </a:moveTo>
                        <a:lnTo>
                          <a:pt x="1811797" y="0"/>
                        </a:lnTo>
                        <a:cubicBezTo>
                          <a:pt x="1811497" y="39919"/>
                          <a:pt x="1811196" y="79837"/>
                          <a:pt x="1810896" y="119756"/>
                        </a:cubicBezTo>
                        <a:lnTo>
                          <a:pt x="3026" y="121318"/>
                        </a:lnTo>
                        <a:cubicBezTo>
                          <a:pt x="3796" y="82039"/>
                          <a:pt x="-681" y="43659"/>
                          <a:pt x="89" y="438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rgbClr val="FFFFFF">
                          <a:lumMod val="65000"/>
                        </a:srgbClr>
                      </a:gs>
                      <a:gs pos="44000">
                        <a:srgbClr val="FFFFFF">
                          <a:lumMod val="95000"/>
                        </a:srgbClr>
                      </a:gs>
                    </a:gsLst>
                    <a:lin ang="54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28"/>
                  <p:cNvSpPr/>
                  <p:nvPr/>
                </p:nvSpPr>
                <p:spPr>
                  <a:xfrm rot="18540000">
                    <a:off x="6405656" y="6483727"/>
                    <a:ext cx="625743" cy="36567"/>
                  </a:xfrm>
                  <a:custGeom>
                    <a:avLst/>
                    <a:gdLst>
                      <a:gd name="connsiteX0" fmla="*/ 0 w 609600"/>
                      <a:gd name="connsiteY0" fmla="*/ 0 h 33699"/>
                      <a:gd name="connsiteX1" fmla="*/ 609600 w 609600"/>
                      <a:gd name="connsiteY1" fmla="*/ 0 h 33699"/>
                      <a:gd name="connsiteX2" fmla="*/ 609600 w 609600"/>
                      <a:gd name="connsiteY2" fmla="*/ 33699 h 33699"/>
                      <a:gd name="connsiteX3" fmla="*/ 0 w 609600"/>
                      <a:gd name="connsiteY3" fmla="*/ 33699 h 33699"/>
                      <a:gd name="connsiteX4" fmla="*/ 0 w 609600"/>
                      <a:gd name="connsiteY4" fmla="*/ 0 h 3369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09600 w 623312"/>
                      <a:gd name="connsiteY2" fmla="*/ 3587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21488 w 623312"/>
                      <a:gd name="connsiteY2" fmla="*/ 3522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1488"/>
                      <a:gd name="connsiteY0" fmla="*/ 0 h 33699"/>
                      <a:gd name="connsiteX1" fmla="*/ 616310 w 621488"/>
                      <a:gd name="connsiteY1" fmla="*/ 587 h 33699"/>
                      <a:gd name="connsiteX2" fmla="*/ 621488 w 621488"/>
                      <a:gd name="connsiteY2" fmla="*/ 33049 h 33699"/>
                      <a:gd name="connsiteX3" fmla="*/ 0 w 621488"/>
                      <a:gd name="connsiteY3" fmla="*/ 33699 h 33699"/>
                      <a:gd name="connsiteX4" fmla="*/ 0 w 621488"/>
                      <a:gd name="connsiteY4" fmla="*/ 0 h 33699"/>
                      <a:gd name="connsiteX0" fmla="*/ 1237 w 621488"/>
                      <a:gd name="connsiteY0" fmla="*/ 4591 h 33112"/>
                      <a:gd name="connsiteX1" fmla="*/ 616310 w 621488"/>
                      <a:gd name="connsiteY1" fmla="*/ 0 h 33112"/>
                      <a:gd name="connsiteX2" fmla="*/ 621488 w 621488"/>
                      <a:gd name="connsiteY2" fmla="*/ 32462 h 33112"/>
                      <a:gd name="connsiteX3" fmla="*/ 0 w 621488"/>
                      <a:gd name="connsiteY3" fmla="*/ 33112 h 33112"/>
                      <a:gd name="connsiteX4" fmla="*/ 1237 w 621488"/>
                      <a:gd name="connsiteY4" fmla="*/ 4591 h 33112"/>
                      <a:gd name="connsiteX0" fmla="*/ 1237 w 616310"/>
                      <a:gd name="connsiteY0" fmla="*/ 4591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1237 w 616310"/>
                      <a:gd name="connsiteY4" fmla="*/ 4591 h 33112"/>
                      <a:gd name="connsiteX0" fmla="*/ 7946 w 616310"/>
                      <a:gd name="connsiteY0" fmla="*/ 5178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7946 w 616310"/>
                      <a:gd name="connsiteY4" fmla="*/ 5178 h 33112"/>
                      <a:gd name="connsiteX0" fmla="*/ 57 w 608421"/>
                      <a:gd name="connsiteY0" fmla="*/ 5178 h 25458"/>
                      <a:gd name="connsiteX1" fmla="*/ 608421 w 608421"/>
                      <a:gd name="connsiteY1" fmla="*/ 0 h 25458"/>
                      <a:gd name="connsiteX2" fmla="*/ 607477 w 608421"/>
                      <a:gd name="connsiteY2" fmla="*/ 25165 h 25458"/>
                      <a:gd name="connsiteX3" fmla="*/ 1233 w 608421"/>
                      <a:gd name="connsiteY3" fmla="*/ 25458 h 25458"/>
                      <a:gd name="connsiteX4" fmla="*/ 57 w 608421"/>
                      <a:gd name="connsiteY4" fmla="*/ 5178 h 25458"/>
                      <a:gd name="connsiteX0" fmla="*/ 14068 w 622432"/>
                      <a:gd name="connsiteY0" fmla="*/ 5178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14068 w 622432"/>
                      <a:gd name="connsiteY4" fmla="*/ 5178 h 25815"/>
                      <a:gd name="connsiteX0" fmla="*/ 5534 w 622432"/>
                      <a:gd name="connsiteY0" fmla="*/ 6121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5534 w 622432"/>
                      <a:gd name="connsiteY4" fmla="*/ 6121 h 25815"/>
                      <a:gd name="connsiteX0" fmla="*/ 31 w 625463"/>
                      <a:gd name="connsiteY0" fmla="*/ 7064 h 25815"/>
                      <a:gd name="connsiteX1" fmla="*/ 625463 w 625463"/>
                      <a:gd name="connsiteY1" fmla="*/ 0 h 25815"/>
                      <a:gd name="connsiteX2" fmla="*/ 624519 w 625463"/>
                      <a:gd name="connsiteY2" fmla="*/ 25165 h 25815"/>
                      <a:gd name="connsiteX3" fmla="*/ 3031 w 625463"/>
                      <a:gd name="connsiteY3" fmla="*/ 25815 h 25815"/>
                      <a:gd name="connsiteX4" fmla="*/ 31 w 625463"/>
                      <a:gd name="connsiteY4" fmla="*/ 7064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16896 w 622432"/>
                      <a:gd name="connsiteY2" fmla="*/ 19693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301 w 622432"/>
                      <a:gd name="connsiteY0" fmla="*/ 7294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301 w 622432"/>
                      <a:gd name="connsiteY4" fmla="*/ 7294 h 25815"/>
                      <a:gd name="connsiteX0" fmla="*/ 4002 w 626133"/>
                      <a:gd name="connsiteY0" fmla="*/ 7294 h 28812"/>
                      <a:gd name="connsiteX1" fmla="*/ 626133 w 626133"/>
                      <a:gd name="connsiteY1" fmla="*/ 0 h 28812"/>
                      <a:gd name="connsiteX2" fmla="*/ 625775 w 626133"/>
                      <a:gd name="connsiteY2" fmla="*/ 18456 h 28812"/>
                      <a:gd name="connsiteX3" fmla="*/ 0 w 626133"/>
                      <a:gd name="connsiteY3" fmla="*/ 28812 h 28812"/>
                      <a:gd name="connsiteX4" fmla="*/ 4002 w 626133"/>
                      <a:gd name="connsiteY4" fmla="*/ 7294 h 28812"/>
                      <a:gd name="connsiteX0" fmla="*/ 35 w 622166"/>
                      <a:gd name="connsiteY0" fmla="*/ 7294 h 29516"/>
                      <a:gd name="connsiteX1" fmla="*/ 622166 w 622166"/>
                      <a:gd name="connsiteY1" fmla="*/ 0 h 29516"/>
                      <a:gd name="connsiteX2" fmla="*/ 621808 w 622166"/>
                      <a:gd name="connsiteY2" fmla="*/ 18456 h 29516"/>
                      <a:gd name="connsiteX3" fmla="*/ 2665 w 622166"/>
                      <a:gd name="connsiteY3" fmla="*/ 29516 h 29516"/>
                      <a:gd name="connsiteX4" fmla="*/ 35 w 622166"/>
                      <a:gd name="connsiteY4" fmla="*/ 7294 h 29516"/>
                      <a:gd name="connsiteX0" fmla="*/ 35 w 621832"/>
                      <a:gd name="connsiteY0" fmla="*/ 14345 h 36567"/>
                      <a:gd name="connsiteX1" fmla="*/ 619548 w 621832"/>
                      <a:gd name="connsiteY1" fmla="*/ 0 h 36567"/>
                      <a:gd name="connsiteX2" fmla="*/ 621808 w 621832"/>
                      <a:gd name="connsiteY2" fmla="*/ 25507 h 36567"/>
                      <a:gd name="connsiteX3" fmla="*/ 2665 w 621832"/>
                      <a:gd name="connsiteY3" fmla="*/ 36567 h 36567"/>
                      <a:gd name="connsiteX4" fmla="*/ 35 w 621832"/>
                      <a:gd name="connsiteY4" fmla="*/ 14345 h 36567"/>
                      <a:gd name="connsiteX0" fmla="*/ 35 w 619548"/>
                      <a:gd name="connsiteY0" fmla="*/ 14345 h 36567"/>
                      <a:gd name="connsiteX1" fmla="*/ 619548 w 619548"/>
                      <a:gd name="connsiteY1" fmla="*/ 0 h 36567"/>
                      <a:gd name="connsiteX2" fmla="*/ 612210 w 619548"/>
                      <a:gd name="connsiteY2" fmla="*/ 21101 h 36567"/>
                      <a:gd name="connsiteX3" fmla="*/ 2665 w 619548"/>
                      <a:gd name="connsiteY3" fmla="*/ 36567 h 36567"/>
                      <a:gd name="connsiteX4" fmla="*/ 35 w 619548"/>
                      <a:gd name="connsiteY4" fmla="*/ 14345 h 365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9548" h="36567">
                        <a:moveTo>
                          <a:pt x="35" y="14345"/>
                        </a:moveTo>
                        <a:lnTo>
                          <a:pt x="619548" y="0"/>
                        </a:lnTo>
                        <a:cubicBezTo>
                          <a:pt x="619233" y="8388"/>
                          <a:pt x="612525" y="12713"/>
                          <a:pt x="612210" y="21101"/>
                        </a:cubicBezTo>
                        <a:lnTo>
                          <a:pt x="2665" y="36567"/>
                        </a:lnTo>
                        <a:cubicBezTo>
                          <a:pt x="3077" y="27060"/>
                          <a:pt x="-377" y="23852"/>
                          <a:pt x="35" y="1434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ysClr val="windowText" lastClr="000000">
                          <a:lumMod val="65000"/>
                          <a:lumOff val="35000"/>
                        </a:sysClr>
                      </a:gs>
                      <a:gs pos="91000">
                        <a:sysClr val="windowText" lastClr="000000"/>
                      </a:gs>
                      <a:gs pos="83000">
                        <a:srgbClr val="FFFFFF"/>
                      </a:gs>
                      <a:gs pos="46000">
                        <a:srgbClr val="00B0F0">
                          <a:lumMod val="75000"/>
                        </a:srgbClr>
                      </a:gs>
                      <a:gs pos="16000">
                        <a:srgbClr val="FFFFFF"/>
                      </a:gs>
                      <a:gs pos="0">
                        <a:sysClr val="windowText" lastClr="000000"/>
                      </a:gs>
                    </a:gsLst>
                    <a:lin ang="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ounded Rectangle 23"/>
                  <p:cNvSpPr/>
                  <p:nvPr/>
                </p:nvSpPr>
                <p:spPr>
                  <a:xfrm rot="18525404">
                    <a:off x="6367971" y="6443465"/>
                    <a:ext cx="642564" cy="81245"/>
                  </a:xfrm>
                  <a:custGeom>
                    <a:avLst/>
                    <a:gdLst>
                      <a:gd name="connsiteX0" fmla="*/ 0 w 642563"/>
                      <a:gd name="connsiteY0" fmla="*/ 36713 h 73425"/>
                      <a:gd name="connsiteX1" fmla="*/ 36713 w 642563"/>
                      <a:gd name="connsiteY1" fmla="*/ 0 h 73425"/>
                      <a:gd name="connsiteX2" fmla="*/ 605851 w 642563"/>
                      <a:gd name="connsiteY2" fmla="*/ 0 h 73425"/>
                      <a:gd name="connsiteX3" fmla="*/ 642564 w 642563"/>
                      <a:gd name="connsiteY3" fmla="*/ 36713 h 73425"/>
                      <a:gd name="connsiteX4" fmla="*/ 642563 w 642563"/>
                      <a:gd name="connsiteY4" fmla="*/ 36713 h 73425"/>
                      <a:gd name="connsiteX5" fmla="*/ 605850 w 642563"/>
                      <a:gd name="connsiteY5" fmla="*/ 73426 h 73425"/>
                      <a:gd name="connsiteX6" fmla="*/ 36713 w 642563"/>
                      <a:gd name="connsiteY6" fmla="*/ 73425 h 73425"/>
                      <a:gd name="connsiteX7" fmla="*/ 0 w 642563"/>
                      <a:gd name="connsiteY7" fmla="*/ 36712 h 73425"/>
                      <a:gd name="connsiteX8" fmla="*/ 0 w 642563"/>
                      <a:gd name="connsiteY8" fmla="*/ 36713 h 73425"/>
                      <a:gd name="connsiteX0" fmla="*/ 0 w 642564"/>
                      <a:gd name="connsiteY0" fmla="*/ 36713 h 81245"/>
                      <a:gd name="connsiteX1" fmla="*/ 36713 w 642564"/>
                      <a:gd name="connsiteY1" fmla="*/ 0 h 81245"/>
                      <a:gd name="connsiteX2" fmla="*/ 605851 w 642564"/>
                      <a:gd name="connsiteY2" fmla="*/ 0 h 81245"/>
                      <a:gd name="connsiteX3" fmla="*/ 642564 w 642564"/>
                      <a:gd name="connsiteY3" fmla="*/ 36713 h 81245"/>
                      <a:gd name="connsiteX4" fmla="*/ 642563 w 642564"/>
                      <a:gd name="connsiteY4" fmla="*/ 36713 h 81245"/>
                      <a:gd name="connsiteX5" fmla="*/ 605850 w 642564"/>
                      <a:gd name="connsiteY5" fmla="*/ 73426 h 81245"/>
                      <a:gd name="connsiteX6" fmla="*/ 30776 w 642564"/>
                      <a:gd name="connsiteY6" fmla="*/ 81245 h 81245"/>
                      <a:gd name="connsiteX7" fmla="*/ 0 w 642564"/>
                      <a:gd name="connsiteY7" fmla="*/ 36712 h 81245"/>
                      <a:gd name="connsiteX8" fmla="*/ 0 w 642564"/>
                      <a:gd name="connsiteY8" fmla="*/ 36713 h 81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2564" h="81245">
                        <a:moveTo>
                          <a:pt x="0" y="36713"/>
                        </a:moveTo>
                        <a:cubicBezTo>
                          <a:pt x="0" y="16437"/>
                          <a:pt x="16437" y="0"/>
                          <a:pt x="36713" y="0"/>
                        </a:cubicBezTo>
                        <a:lnTo>
                          <a:pt x="605851" y="0"/>
                        </a:lnTo>
                        <a:cubicBezTo>
                          <a:pt x="626127" y="0"/>
                          <a:pt x="642564" y="16437"/>
                          <a:pt x="642564" y="36713"/>
                        </a:cubicBezTo>
                        <a:lnTo>
                          <a:pt x="642563" y="36713"/>
                        </a:lnTo>
                        <a:cubicBezTo>
                          <a:pt x="642563" y="56989"/>
                          <a:pt x="626126" y="73426"/>
                          <a:pt x="605850" y="73426"/>
                        </a:cubicBezTo>
                        <a:cubicBezTo>
                          <a:pt x="416138" y="73426"/>
                          <a:pt x="220488" y="81245"/>
                          <a:pt x="30776" y="81245"/>
                        </a:cubicBezTo>
                        <a:cubicBezTo>
                          <a:pt x="10500" y="81245"/>
                          <a:pt x="0" y="56988"/>
                          <a:pt x="0" y="36712"/>
                        </a:cubicBezTo>
                        <a:lnTo>
                          <a:pt x="0" y="36713"/>
                        </a:lnTo>
                        <a:close/>
                      </a:path>
                    </a:pathLst>
                  </a:custGeom>
                  <a:gradFill>
                    <a:gsLst>
                      <a:gs pos="99000">
                        <a:sysClr val="windowText" lastClr="000000"/>
                      </a:gs>
                      <a:gs pos="68000">
                        <a:srgbClr val="FFFFFF"/>
                      </a:gs>
                      <a:gs pos="49000">
                        <a:srgbClr val="FFFFFF">
                          <a:lumMod val="65000"/>
                        </a:srgbClr>
                      </a:gs>
                      <a:gs pos="24000">
                        <a:srgbClr val="FFFFFF"/>
                      </a:gs>
                      <a:gs pos="3000">
                        <a:sysClr val="windowText" lastClr="000000"/>
                      </a:gs>
                    </a:gsLst>
                    <a:lin ang="0" scaled="1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254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9" name="Rounded Rectangle 30"/>
                <p:cNvSpPr/>
                <p:nvPr/>
              </p:nvSpPr>
              <p:spPr>
                <a:xfrm rot="18501092">
                  <a:off x="4975463" y="5275507"/>
                  <a:ext cx="490181" cy="11056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Text" lastClr="000000"/>
                    </a:gs>
                    <a:gs pos="68000">
                      <a:srgbClr val="FFFFFF"/>
                    </a:gs>
                    <a:gs pos="49000">
                      <a:srgbClr val="FFFFFF">
                        <a:lumMod val="65000"/>
                      </a:srgbClr>
                    </a:gs>
                    <a:gs pos="24000">
                      <a:srgbClr val="FFFFFF"/>
                    </a:gs>
                    <a:gs pos="0">
                      <a:sysClr val="windowText" lastClr="000000"/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8" name="Group 19"/>
            <p:cNvGrpSpPr/>
            <p:nvPr/>
          </p:nvGrpSpPr>
          <p:grpSpPr>
            <a:xfrm>
              <a:off x="2096675" y="2151531"/>
              <a:ext cx="2620430" cy="2616668"/>
              <a:chOff x="3448050" y="1123950"/>
              <a:chExt cx="2733676" cy="2729753"/>
            </a:xfrm>
          </p:grpSpPr>
          <p:grpSp>
            <p:nvGrpSpPr>
              <p:cNvPr id="49" name="Group 20"/>
              <p:cNvGrpSpPr/>
              <p:nvPr/>
            </p:nvGrpSpPr>
            <p:grpSpPr>
              <a:xfrm>
                <a:off x="3448050" y="1123950"/>
                <a:ext cx="2733676" cy="2729753"/>
                <a:chOff x="3448050" y="1123950"/>
                <a:chExt cx="2733676" cy="2729753"/>
              </a:xfrm>
            </p:grpSpPr>
            <p:sp>
              <p:nvSpPr>
                <p:cNvPr id="51" name="Donut 22"/>
                <p:cNvSpPr/>
                <p:nvPr/>
              </p:nvSpPr>
              <p:spPr>
                <a:xfrm>
                  <a:off x="3448050" y="1123950"/>
                  <a:ext cx="2667000" cy="2667000"/>
                </a:xfrm>
                <a:prstGeom prst="donut">
                  <a:avLst>
                    <a:gd name="adj" fmla="val 4457"/>
                  </a:avLst>
                </a:prstGeom>
                <a:gradFill>
                  <a:gsLst>
                    <a:gs pos="100000">
                      <a:sysClr val="windowText" lastClr="000000"/>
                    </a:gs>
                    <a:gs pos="83000">
                      <a:srgbClr val="FFFFFF"/>
                    </a:gs>
                    <a:gs pos="46000">
                      <a:srgbClr val="FFFFFF">
                        <a:lumMod val="65000"/>
                      </a:srgbClr>
                    </a:gs>
                    <a:gs pos="16000">
                      <a:srgbClr val="FFFFFF"/>
                    </a:gs>
                    <a:gs pos="0">
                      <a:sysClr val="windowText" lastClr="000000"/>
                    </a:gs>
                  </a:gsLst>
                  <a:lin ang="13500000" scaled="1"/>
                </a:gradFill>
                <a:ln w="12700" cap="flat" cmpd="sng" algn="ctr">
                  <a:solidFill>
                    <a:srgbClr val="FFFFFF">
                      <a:lumMod val="6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103"/>
                <p:cNvSpPr/>
                <p:nvPr/>
              </p:nvSpPr>
              <p:spPr>
                <a:xfrm>
                  <a:off x="3551970" y="1241899"/>
                  <a:ext cx="2438522" cy="2429855"/>
                </a:xfrm>
                <a:custGeom>
                  <a:avLst/>
                  <a:gdLst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65529"/>
                    <a:gd name="connsiteY0" fmla="*/ 1193274 h 2369733"/>
                    <a:gd name="connsiteX1" fmla="*/ 1193274 w 2365529"/>
                    <a:gd name="connsiteY1" fmla="*/ 0 h 2369733"/>
                    <a:gd name="connsiteX2" fmla="*/ 2365529 w 2365529"/>
                    <a:gd name="connsiteY2" fmla="*/ 1184867 h 2369733"/>
                    <a:gd name="connsiteX3" fmla="*/ 1193274 w 2365529"/>
                    <a:gd name="connsiteY3" fmla="*/ 2369733 h 2369733"/>
                    <a:gd name="connsiteX4" fmla="*/ 0 w 2365529"/>
                    <a:gd name="connsiteY4" fmla="*/ 1193274 h 2369733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5529" h="2357121">
                      <a:moveTo>
                        <a:pt x="0" y="1180662"/>
                      </a:moveTo>
                      <a:cubicBezTo>
                        <a:pt x="0" y="521635"/>
                        <a:pt x="542655" y="0"/>
                        <a:pt x="1201682" y="0"/>
                      </a:cubicBezTo>
                      <a:cubicBezTo>
                        <a:pt x="1860709" y="0"/>
                        <a:pt x="2348713" y="521637"/>
                        <a:pt x="2365529" y="1172255"/>
                      </a:cubicBezTo>
                      <a:cubicBezTo>
                        <a:pt x="2365529" y="1831282"/>
                        <a:pt x="1852301" y="2357121"/>
                        <a:pt x="1193274" y="2357121"/>
                      </a:cubicBezTo>
                      <a:cubicBezTo>
                        <a:pt x="559470" y="2336101"/>
                        <a:pt x="0" y="1839689"/>
                        <a:pt x="0" y="118066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90000">
                      <a:schemeClr val="bg1">
                        <a:alpha val="20000"/>
                      </a:schemeClr>
                    </a:gs>
                    <a:gs pos="2000">
                      <a:schemeClr val="bg1">
                        <a:lumMod val="95000"/>
                        <a:alpha val="18000"/>
                      </a:schemeClr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23"/>
                <p:cNvSpPr/>
                <p:nvPr/>
              </p:nvSpPr>
              <p:spPr>
                <a:xfrm>
                  <a:off x="3590439" y="2005543"/>
                  <a:ext cx="2591287" cy="1848160"/>
                </a:xfrm>
                <a:custGeom>
                  <a:avLst/>
                  <a:gdLst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91287" h="1848160">
                      <a:moveTo>
                        <a:pt x="2441615" y="0"/>
                      </a:moveTo>
                      <a:cubicBezTo>
                        <a:pt x="2537709" y="172615"/>
                        <a:pt x="2591287" y="368773"/>
                        <a:pt x="2591287" y="590019"/>
                      </a:cubicBezTo>
                      <a:cubicBezTo>
                        <a:pt x="2544222" y="1191444"/>
                        <a:pt x="2012951" y="1834714"/>
                        <a:pt x="1217725" y="1848160"/>
                      </a:cubicBezTo>
                      <a:cubicBezTo>
                        <a:pt x="646051" y="1848160"/>
                        <a:pt x="169795" y="1535106"/>
                        <a:pt x="0" y="1057894"/>
                      </a:cubicBezTo>
                      <a:cubicBezTo>
                        <a:pt x="224987" y="1470666"/>
                        <a:pt x="645305" y="1766357"/>
                        <a:pt x="1176824" y="1766357"/>
                      </a:cubicBezTo>
                      <a:cubicBezTo>
                        <a:pt x="1931708" y="1766357"/>
                        <a:pt x="2456256" y="1217219"/>
                        <a:pt x="2530215" y="488045"/>
                      </a:cubicBezTo>
                      <a:cubicBezTo>
                        <a:pt x="2530215" y="317603"/>
                        <a:pt x="2507616" y="148269"/>
                        <a:pt x="2441615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Oval 59"/>
                <p:cNvSpPr/>
                <p:nvPr/>
              </p:nvSpPr>
              <p:spPr>
                <a:xfrm>
                  <a:off x="3550159" y="1238250"/>
                  <a:ext cx="2193274" cy="2093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3274" h="2093560">
                      <a:moveTo>
                        <a:pt x="1231392" y="0"/>
                      </a:moveTo>
                      <a:cubicBezTo>
                        <a:pt x="1620939" y="0"/>
                        <a:pt x="1968237" y="179092"/>
                        <a:pt x="2193274" y="459140"/>
                      </a:cubicBezTo>
                      <a:cubicBezTo>
                        <a:pt x="1972059" y="245503"/>
                        <a:pt x="1669589" y="114300"/>
                        <a:pt x="1336167" y="114300"/>
                      </a:cubicBezTo>
                      <a:cubicBezTo>
                        <a:pt x="656088" y="114300"/>
                        <a:pt x="104775" y="660154"/>
                        <a:pt x="104775" y="1333500"/>
                      </a:cubicBezTo>
                      <a:cubicBezTo>
                        <a:pt x="104775" y="1621156"/>
                        <a:pt x="205392" y="1885545"/>
                        <a:pt x="374285" y="2093560"/>
                      </a:cubicBezTo>
                      <a:cubicBezTo>
                        <a:pt x="143246" y="1872526"/>
                        <a:pt x="0" y="1562426"/>
                        <a:pt x="0" y="1219200"/>
                      </a:cubicBezTo>
                      <a:cubicBezTo>
                        <a:pt x="0" y="545854"/>
                        <a:pt x="551313" y="0"/>
                        <a:pt x="1231392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2"/>
                <p:cNvSpPr/>
                <p:nvPr/>
              </p:nvSpPr>
              <p:spPr>
                <a:xfrm>
                  <a:off x="3711515" y="2233357"/>
                  <a:ext cx="164311" cy="980624"/>
                </a:xfrm>
                <a:custGeom>
                  <a:avLst/>
                  <a:gdLst>
                    <a:gd name="connsiteX0" fmla="*/ 0 w 586946"/>
                    <a:gd name="connsiteY0" fmla="*/ 0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0 w 586946"/>
                    <a:gd name="connsiteY4" fmla="*/ 0 h 1130643"/>
                    <a:gd name="connsiteX0" fmla="*/ 164306 w 586946"/>
                    <a:gd name="connsiteY0" fmla="*/ 142875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164306 w 586946"/>
                    <a:gd name="connsiteY4" fmla="*/ 142875 h 1130643"/>
                    <a:gd name="connsiteX0" fmla="*/ 164306 w 586946"/>
                    <a:gd name="connsiteY0" fmla="*/ 0 h 987768"/>
                    <a:gd name="connsiteX1" fmla="*/ 370252 w 586946"/>
                    <a:gd name="connsiteY1" fmla="*/ 71437 h 987768"/>
                    <a:gd name="connsiteX2" fmla="*/ 586946 w 586946"/>
                    <a:gd name="connsiteY2" fmla="*/ 987768 h 987768"/>
                    <a:gd name="connsiteX3" fmla="*/ 0 w 586946"/>
                    <a:gd name="connsiteY3" fmla="*/ 987768 h 987768"/>
                    <a:gd name="connsiteX4" fmla="*/ 164306 w 586946"/>
                    <a:gd name="connsiteY4" fmla="*/ 0 h 987768"/>
                    <a:gd name="connsiteX0" fmla="*/ 0 w 422640"/>
                    <a:gd name="connsiteY0" fmla="*/ 0 h 987768"/>
                    <a:gd name="connsiteX1" fmla="*/ 205946 w 422640"/>
                    <a:gd name="connsiteY1" fmla="*/ 71437 h 987768"/>
                    <a:gd name="connsiteX2" fmla="*/ 422640 w 422640"/>
                    <a:gd name="connsiteY2" fmla="*/ 987768 h 987768"/>
                    <a:gd name="connsiteX3" fmla="*/ 0 w 422640"/>
                    <a:gd name="connsiteY3" fmla="*/ 0 h 987768"/>
                    <a:gd name="connsiteX0" fmla="*/ 0 w 205946"/>
                    <a:gd name="connsiteY0" fmla="*/ 0 h 980624"/>
                    <a:gd name="connsiteX1" fmla="*/ 205946 w 205946"/>
                    <a:gd name="connsiteY1" fmla="*/ 71437 h 980624"/>
                    <a:gd name="connsiteX2" fmla="*/ 124984 w 205946"/>
                    <a:gd name="connsiteY2" fmla="*/ 980624 h 980624"/>
                    <a:gd name="connsiteX3" fmla="*/ 0 w 205946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191" h="980624">
                      <a:moveTo>
                        <a:pt x="73245" y="0"/>
                      </a:moveTo>
                      <a:lnTo>
                        <a:pt x="279191" y="71437"/>
                      </a:lnTo>
                      <a:cubicBezTo>
                        <a:pt x="147429" y="243530"/>
                        <a:pt x="49003" y="525162"/>
                        <a:pt x="198229" y="980624"/>
                      </a:cubicBezTo>
                      <a:cubicBezTo>
                        <a:pt x="-105369" y="510874"/>
                        <a:pt x="14893" y="145900"/>
                        <a:pt x="732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Chord 31"/>
              <p:cNvSpPr/>
              <p:nvPr/>
            </p:nvSpPr>
            <p:spPr>
              <a:xfrm rot="1866441">
                <a:off x="3583640" y="1343373"/>
                <a:ext cx="1130298" cy="1890132"/>
              </a:xfrm>
              <a:custGeom>
                <a:avLst/>
                <a:gdLst>
                  <a:gd name="connsiteX0" fmla="*/ 2070314 w 2425524"/>
                  <a:gd name="connsiteY0" fmla="*/ 2070314 h 2425524"/>
                  <a:gd name="connsiteX1" fmla="*/ 606381 w 2425524"/>
                  <a:gd name="connsiteY1" fmla="*/ 2263044 h 2425524"/>
                  <a:gd name="connsiteX2" fmla="*/ 41324 w 2425524"/>
                  <a:gd name="connsiteY2" fmla="*/ 898875 h 2425524"/>
                  <a:gd name="connsiteX3" fmla="*/ 1212762 w 2425524"/>
                  <a:gd name="connsiteY3" fmla="*/ -1 h 2425524"/>
                  <a:gd name="connsiteX4" fmla="*/ 2070314 w 2425524"/>
                  <a:gd name="connsiteY4" fmla="*/ 2070314 h 2425524"/>
                  <a:gd name="connsiteX0" fmla="*/ 2070423 w 2070423"/>
                  <a:gd name="connsiteY0" fmla="*/ 2070315 h 2425553"/>
                  <a:gd name="connsiteX1" fmla="*/ 606490 w 2070423"/>
                  <a:gd name="connsiteY1" fmla="*/ 2263045 h 2425553"/>
                  <a:gd name="connsiteX2" fmla="*/ 41433 w 2070423"/>
                  <a:gd name="connsiteY2" fmla="*/ 898876 h 2425553"/>
                  <a:gd name="connsiteX3" fmla="*/ 1212871 w 2070423"/>
                  <a:gd name="connsiteY3" fmla="*/ 0 h 2425553"/>
                  <a:gd name="connsiteX4" fmla="*/ 2070423 w 2070423"/>
                  <a:gd name="connsiteY4" fmla="*/ 2070315 h 2425553"/>
                  <a:gd name="connsiteX0" fmla="*/ 2070423 w 2070423"/>
                  <a:gd name="connsiteY0" fmla="*/ 2070315 h 2362424"/>
                  <a:gd name="connsiteX1" fmla="*/ 606490 w 2070423"/>
                  <a:gd name="connsiteY1" fmla="*/ 2263045 h 2362424"/>
                  <a:gd name="connsiteX2" fmla="*/ 41433 w 2070423"/>
                  <a:gd name="connsiteY2" fmla="*/ 898876 h 2362424"/>
                  <a:gd name="connsiteX3" fmla="*/ 1212871 w 2070423"/>
                  <a:gd name="connsiteY3" fmla="*/ 0 h 2362424"/>
                  <a:gd name="connsiteX4" fmla="*/ 2070423 w 2070423"/>
                  <a:gd name="connsiteY4" fmla="*/ 2070315 h 2362424"/>
                  <a:gd name="connsiteX0" fmla="*/ 2070423 w 2070423"/>
                  <a:gd name="connsiteY0" fmla="*/ 2070315 h 2263045"/>
                  <a:gd name="connsiteX1" fmla="*/ 606490 w 2070423"/>
                  <a:gd name="connsiteY1" fmla="*/ 2263045 h 2263045"/>
                  <a:gd name="connsiteX2" fmla="*/ 41433 w 2070423"/>
                  <a:gd name="connsiteY2" fmla="*/ 898876 h 2263045"/>
                  <a:gd name="connsiteX3" fmla="*/ 1212871 w 2070423"/>
                  <a:gd name="connsiteY3" fmla="*/ 0 h 2263045"/>
                  <a:gd name="connsiteX4" fmla="*/ 2070423 w 2070423"/>
                  <a:gd name="connsiteY4" fmla="*/ 2070315 h 2263045"/>
                  <a:gd name="connsiteX0" fmla="*/ 2028990 w 2028990"/>
                  <a:gd name="connsiteY0" fmla="*/ 2070315 h 2263045"/>
                  <a:gd name="connsiteX1" fmla="*/ 565057 w 2028990"/>
                  <a:gd name="connsiteY1" fmla="*/ 2263045 h 2263045"/>
                  <a:gd name="connsiteX2" fmla="*/ 0 w 2028990"/>
                  <a:gd name="connsiteY2" fmla="*/ 898876 h 2263045"/>
                  <a:gd name="connsiteX3" fmla="*/ 1171438 w 2028990"/>
                  <a:gd name="connsiteY3" fmla="*/ 0 h 2263045"/>
                  <a:gd name="connsiteX4" fmla="*/ 2028990 w 2028990"/>
                  <a:gd name="connsiteY4" fmla="*/ 2070315 h 2263045"/>
                  <a:gd name="connsiteX0" fmla="*/ 2083060 w 2083060"/>
                  <a:gd name="connsiteY0" fmla="*/ 2070315 h 2263045"/>
                  <a:gd name="connsiteX1" fmla="*/ 619127 w 2083060"/>
                  <a:gd name="connsiteY1" fmla="*/ 2263045 h 2263045"/>
                  <a:gd name="connsiteX2" fmla="*/ 54070 w 2083060"/>
                  <a:gd name="connsiteY2" fmla="*/ 898876 h 2263045"/>
                  <a:gd name="connsiteX3" fmla="*/ 1225508 w 2083060"/>
                  <a:gd name="connsiteY3" fmla="*/ 0 h 2263045"/>
                  <a:gd name="connsiteX4" fmla="*/ 2083060 w 2083060"/>
                  <a:gd name="connsiteY4" fmla="*/ 2070315 h 2263045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35729 w 1735729"/>
                  <a:gd name="connsiteY0" fmla="*/ 1844935 h 1992589"/>
                  <a:gd name="connsiteX1" fmla="*/ 606647 w 1735729"/>
                  <a:gd name="connsiteY1" fmla="*/ 1992589 h 1992589"/>
                  <a:gd name="connsiteX2" fmla="*/ 41590 w 1735729"/>
                  <a:gd name="connsiteY2" fmla="*/ 628420 h 1992589"/>
                  <a:gd name="connsiteX3" fmla="*/ 478932 w 1735729"/>
                  <a:gd name="connsiteY3" fmla="*/ 0 h 1992589"/>
                  <a:gd name="connsiteX4" fmla="*/ 1735729 w 1735729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2027490"/>
                  <a:gd name="connsiteX1" fmla="*/ 617379 w 1746461"/>
                  <a:gd name="connsiteY1" fmla="*/ 2027490 h 2027490"/>
                  <a:gd name="connsiteX2" fmla="*/ 40415 w 1746461"/>
                  <a:gd name="connsiteY2" fmla="*/ 626039 h 2027490"/>
                  <a:gd name="connsiteX3" fmla="*/ 489664 w 1746461"/>
                  <a:gd name="connsiteY3" fmla="*/ 0 h 2027490"/>
                  <a:gd name="connsiteX4" fmla="*/ 1746461 w 1746461"/>
                  <a:gd name="connsiteY4" fmla="*/ 1844935 h 2027490"/>
                  <a:gd name="connsiteX0" fmla="*/ 1739990 w 1739990"/>
                  <a:gd name="connsiteY0" fmla="*/ 1844935 h 2027490"/>
                  <a:gd name="connsiteX1" fmla="*/ 610908 w 1739990"/>
                  <a:gd name="connsiteY1" fmla="*/ 2027490 h 2027490"/>
                  <a:gd name="connsiteX2" fmla="*/ 33944 w 1739990"/>
                  <a:gd name="connsiteY2" fmla="*/ 626039 h 2027490"/>
                  <a:gd name="connsiteX3" fmla="*/ 483193 w 1739990"/>
                  <a:gd name="connsiteY3" fmla="*/ 0 h 2027490"/>
                  <a:gd name="connsiteX4" fmla="*/ 1739990 w 1739990"/>
                  <a:gd name="connsiteY4" fmla="*/ 1844935 h 2027490"/>
                  <a:gd name="connsiteX0" fmla="*/ 1766030 w 1766030"/>
                  <a:gd name="connsiteY0" fmla="*/ 1844935 h 2027490"/>
                  <a:gd name="connsiteX1" fmla="*/ 636948 w 1766030"/>
                  <a:gd name="connsiteY1" fmla="*/ 2027490 h 2027490"/>
                  <a:gd name="connsiteX2" fmla="*/ 32063 w 1766030"/>
                  <a:gd name="connsiteY2" fmla="*/ 605099 h 2027490"/>
                  <a:gd name="connsiteX3" fmla="*/ 509233 w 1766030"/>
                  <a:gd name="connsiteY3" fmla="*/ 0 h 2027490"/>
                  <a:gd name="connsiteX4" fmla="*/ 1766030 w 1766030"/>
                  <a:gd name="connsiteY4" fmla="*/ 1844935 h 2027490"/>
                  <a:gd name="connsiteX0" fmla="*/ 1766030 w 1766030"/>
                  <a:gd name="connsiteY0" fmla="*/ 1844935 h 2034470"/>
                  <a:gd name="connsiteX1" fmla="*/ 636948 w 1766030"/>
                  <a:gd name="connsiteY1" fmla="*/ 2034470 h 2034470"/>
                  <a:gd name="connsiteX2" fmla="*/ 32063 w 1766030"/>
                  <a:gd name="connsiteY2" fmla="*/ 605099 h 2034470"/>
                  <a:gd name="connsiteX3" fmla="*/ 509233 w 1766030"/>
                  <a:gd name="connsiteY3" fmla="*/ 0 h 2034470"/>
                  <a:gd name="connsiteX4" fmla="*/ 1766030 w 1766030"/>
                  <a:gd name="connsiteY4" fmla="*/ 1844935 h 2034470"/>
                  <a:gd name="connsiteX0" fmla="*/ 1763311 w 1763311"/>
                  <a:gd name="connsiteY0" fmla="*/ 1844935 h 2034470"/>
                  <a:gd name="connsiteX1" fmla="*/ 634229 w 1763311"/>
                  <a:gd name="connsiteY1" fmla="*/ 2034470 h 2034470"/>
                  <a:gd name="connsiteX2" fmla="*/ 29344 w 1763311"/>
                  <a:gd name="connsiteY2" fmla="*/ 605099 h 2034470"/>
                  <a:gd name="connsiteX3" fmla="*/ 506514 w 1763311"/>
                  <a:gd name="connsiteY3" fmla="*/ 0 h 2034470"/>
                  <a:gd name="connsiteX4" fmla="*/ 1763311 w 1763311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61148 w 1761148"/>
                  <a:gd name="connsiteY0" fmla="*/ 1844935 h 2034470"/>
                  <a:gd name="connsiteX1" fmla="*/ 632066 w 1761148"/>
                  <a:gd name="connsiteY1" fmla="*/ 2034470 h 2034470"/>
                  <a:gd name="connsiteX2" fmla="*/ 27181 w 1761148"/>
                  <a:gd name="connsiteY2" fmla="*/ 605099 h 2034470"/>
                  <a:gd name="connsiteX3" fmla="*/ 504351 w 1761148"/>
                  <a:gd name="connsiteY3" fmla="*/ 0 h 2034470"/>
                  <a:gd name="connsiteX4" fmla="*/ 1761148 w 1761148"/>
                  <a:gd name="connsiteY4" fmla="*/ 1844935 h 2034470"/>
                  <a:gd name="connsiteX0" fmla="*/ 1737873 w 1737873"/>
                  <a:gd name="connsiteY0" fmla="*/ 1844935 h 2034470"/>
                  <a:gd name="connsiteX1" fmla="*/ 608791 w 1737873"/>
                  <a:gd name="connsiteY1" fmla="*/ 2034470 h 2034470"/>
                  <a:gd name="connsiteX2" fmla="*/ 28508 w 1737873"/>
                  <a:gd name="connsiteY2" fmla="*/ 605099 h 2034470"/>
                  <a:gd name="connsiteX3" fmla="*/ 481076 w 1737873"/>
                  <a:gd name="connsiteY3" fmla="*/ 0 h 2034470"/>
                  <a:gd name="connsiteX4" fmla="*/ 1737873 w 1737873"/>
                  <a:gd name="connsiteY4" fmla="*/ 1844935 h 2034470"/>
                  <a:gd name="connsiteX0" fmla="*/ 1731095 w 1731095"/>
                  <a:gd name="connsiteY0" fmla="*/ 1844935 h 2005766"/>
                  <a:gd name="connsiteX1" fmla="*/ 757830 w 1731095"/>
                  <a:gd name="connsiteY1" fmla="*/ 2005766 h 2005766"/>
                  <a:gd name="connsiteX2" fmla="*/ 21730 w 1731095"/>
                  <a:gd name="connsiteY2" fmla="*/ 605099 h 2005766"/>
                  <a:gd name="connsiteX3" fmla="*/ 474298 w 1731095"/>
                  <a:gd name="connsiteY3" fmla="*/ 0 h 2005766"/>
                  <a:gd name="connsiteX4" fmla="*/ 1731095 w 1731095"/>
                  <a:gd name="connsiteY4" fmla="*/ 1844935 h 2005766"/>
                  <a:gd name="connsiteX0" fmla="*/ 1719212 w 1719212"/>
                  <a:gd name="connsiteY0" fmla="*/ 1844935 h 2005766"/>
                  <a:gd name="connsiteX1" fmla="*/ 745947 w 1719212"/>
                  <a:gd name="connsiteY1" fmla="*/ 2005766 h 2005766"/>
                  <a:gd name="connsiteX2" fmla="*/ 22149 w 1719212"/>
                  <a:gd name="connsiteY2" fmla="*/ 600998 h 2005766"/>
                  <a:gd name="connsiteX3" fmla="*/ 462415 w 1719212"/>
                  <a:gd name="connsiteY3" fmla="*/ 0 h 2005766"/>
                  <a:gd name="connsiteX4" fmla="*/ 1719212 w 1719212"/>
                  <a:gd name="connsiteY4" fmla="*/ 1844935 h 2005766"/>
                  <a:gd name="connsiteX0" fmla="*/ 1697830 w 1697830"/>
                  <a:gd name="connsiteY0" fmla="*/ 1844935 h 2005766"/>
                  <a:gd name="connsiteX1" fmla="*/ 724565 w 1697830"/>
                  <a:gd name="connsiteY1" fmla="*/ 2005766 h 2005766"/>
                  <a:gd name="connsiteX2" fmla="*/ 767 w 1697830"/>
                  <a:gd name="connsiteY2" fmla="*/ 600998 h 2005766"/>
                  <a:gd name="connsiteX3" fmla="*/ 441033 w 1697830"/>
                  <a:gd name="connsiteY3" fmla="*/ 0 h 2005766"/>
                  <a:gd name="connsiteX4" fmla="*/ 1697830 w 1697830"/>
                  <a:gd name="connsiteY4" fmla="*/ 1844935 h 2005766"/>
                  <a:gd name="connsiteX0" fmla="*/ 1697860 w 1697860"/>
                  <a:gd name="connsiteY0" fmla="*/ 1844935 h 2005766"/>
                  <a:gd name="connsiteX1" fmla="*/ 724595 w 1697860"/>
                  <a:gd name="connsiteY1" fmla="*/ 2005766 h 2005766"/>
                  <a:gd name="connsiteX2" fmla="*/ 797 w 1697860"/>
                  <a:gd name="connsiteY2" fmla="*/ 600998 h 2005766"/>
                  <a:gd name="connsiteX3" fmla="*/ 441063 w 1697860"/>
                  <a:gd name="connsiteY3" fmla="*/ 0 h 2005766"/>
                  <a:gd name="connsiteX4" fmla="*/ 1697860 w 1697860"/>
                  <a:gd name="connsiteY4" fmla="*/ 1844935 h 2005766"/>
                  <a:gd name="connsiteX0" fmla="*/ 1310663 w 1310663"/>
                  <a:gd name="connsiteY0" fmla="*/ 1844935 h 2005766"/>
                  <a:gd name="connsiteX1" fmla="*/ 337398 w 1310663"/>
                  <a:gd name="connsiteY1" fmla="*/ 2005766 h 2005766"/>
                  <a:gd name="connsiteX2" fmla="*/ 53866 w 1310663"/>
                  <a:gd name="connsiteY2" fmla="*/ 0 h 2005766"/>
                  <a:gd name="connsiteX3" fmla="*/ 1310663 w 1310663"/>
                  <a:gd name="connsiteY3" fmla="*/ 1844935 h 2005766"/>
                  <a:gd name="connsiteX0" fmla="*/ 1547182 w 1547182"/>
                  <a:gd name="connsiteY0" fmla="*/ 1844935 h 2005766"/>
                  <a:gd name="connsiteX1" fmla="*/ 573917 w 1547182"/>
                  <a:gd name="connsiteY1" fmla="*/ 2005766 h 2005766"/>
                  <a:gd name="connsiteX2" fmla="*/ 290385 w 1547182"/>
                  <a:gd name="connsiteY2" fmla="*/ 0 h 2005766"/>
                  <a:gd name="connsiteX3" fmla="*/ 1547182 w 1547182"/>
                  <a:gd name="connsiteY3" fmla="*/ 1844935 h 2005766"/>
                  <a:gd name="connsiteX0" fmla="*/ 1535283 w 1535283"/>
                  <a:gd name="connsiteY0" fmla="*/ 1844935 h 1997565"/>
                  <a:gd name="connsiteX1" fmla="*/ 619424 w 1535283"/>
                  <a:gd name="connsiteY1" fmla="*/ 1997565 h 1997565"/>
                  <a:gd name="connsiteX2" fmla="*/ 278486 w 1535283"/>
                  <a:gd name="connsiteY2" fmla="*/ 0 h 1997565"/>
                  <a:gd name="connsiteX3" fmla="*/ 1535283 w 1535283"/>
                  <a:gd name="connsiteY3" fmla="*/ 1844935 h 1997565"/>
                  <a:gd name="connsiteX0" fmla="*/ 1256797 w 1256797"/>
                  <a:gd name="connsiteY0" fmla="*/ 1844935 h 1844935"/>
                  <a:gd name="connsiteX1" fmla="*/ 0 w 1256797"/>
                  <a:gd name="connsiteY1" fmla="*/ 0 h 1844935"/>
                  <a:gd name="connsiteX2" fmla="*/ 1256797 w 1256797"/>
                  <a:gd name="connsiteY2" fmla="*/ 1844935 h 1844935"/>
                  <a:gd name="connsiteX0" fmla="*/ 1256797 w 1256797"/>
                  <a:gd name="connsiteY0" fmla="*/ 1844935 h 1860120"/>
                  <a:gd name="connsiteX1" fmla="*/ 0 w 1256797"/>
                  <a:gd name="connsiteY1" fmla="*/ 0 h 1860120"/>
                  <a:gd name="connsiteX2" fmla="*/ 1256797 w 1256797"/>
                  <a:gd name="connsiteY2" fmla="*/ 1844935 h 1860120"/>
                  <a:gd name="connsiteX0" fmla="*/ 1560885 w 1560885"/>
                  <a:gd name="connsiteY0" fmla="*/ 1844935 h 1857836"/>
                  <a:gd name="connsiteX1" fmla="*/ 304088 w 1560885"/>
                  <a:gd name="connsiteY1" fmla="*/ 0 h 1857836"/>
                  <a:gd name="connsiteX2" fmla="*/ 1560885 w 1560885"/>
                  <a:gd name="connsiteY2" fmla="*/ 1844935 h 1857836"/>
                  <a:gd name="connsiteX0" fmla="*/ 1547179 w 1547179"/>
                  <a:gd name="connsiteY0" fmla="*/ 1906441 h 1918920"/>
                  <a:gd name="connsiteX1" fmla="*/ 310884 w 1547179"/>
                  <a:gd name="connsiteY1" fmla="*/ 0 h 1918920"/>
                  <a:gd name="connsiteX2" fmla="*/ 1547179 w 1547179"/>
                  <a:gd name="connsiteY2" fmla="*/ 1906441 h 1918920"/>
                  <a:gd name="connsiteX0" fmla="*/ 1528308 w 1528308"/>
                  <a:gd name="connsiteY0" fmla="*/ 1906441 h 1938005"/>
                  <a:gd name="connsiteX1" fmla="*/ 292013 w 1528308"/>
                  <a:gd name="connsiteY1" fmla="*/ 0 h 1938005"/>
                  <a:gd name="connsiteX2" fmla="*/ 1528308 w 1528308"/>
                  <a:gd name="connsiteY2" fmla="*/ 1906441 h 1938005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634630 w 1634630"/>
                  <a:gd name="connsiteY0" fmla="*/ 1906441 h 2065595"/>
                  <a:gd name="connsiteX1" fmla="*/ 398335 w 1634630"/>
                  <a:gd name="connsiteY1" fmla="*/ 0 h 2065595"/>
                  <a:gd name="connsiteX2" fmla="*/ 1634630 w 1634630"/>
                  <a:gd name="connsiteY2" fmla="*/ 1906441 h 2065595"/>
                  <a:gd name="connsiteX0" fmla="*/ 1738350 w 1738350"/>
                  <a:gd name="connsiteY0" fmla="*/ 1906441 h 2071671"/>
                  <a:gd name="connsiteX1" fmla="*/ 502055 w 1738350"/>
                  <a:gd name="connsiteY1" fmla="*/ 0 h 2071671"/>
                  <a:gd name="connsiteX2" fmla="*/ 1738350 w 1738350"/>
                  <a:gd name="connsiteY2" fmla="*/ 1906441 h 2071671"/>
                  <a:gd name="connsiteX0" fmla="*/ 1716657 w 1716657"/>
                  <a:gd name="connsiteY0" fmla="*/ 1906441 h 2019965"/>
                  <a:gd name="connsiteX1" fmla="*/ 480362 w 1716657"/>
                  <a:gd name="connsiteY1" fmla="*/ 0 h 2019965"/>
                  <a:gd name="connsiteX2" fmla="*/ 1716657 w 1716657"/>
                  <a:gd name="connsiteY2" fmla="*/ 1906441 h 2019965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68938 w 1768938"/>
                  <a:gd name="connsiteY0" fmla="*/ 1864945 h 1963334"/>
                  <a:gd name="connsiteX1" fmla="*/ 463873 w 1768938"/>
                  <a:gd name="connsiteY1" fmla="*/ 0 h 1963334"/>
                  <a:gd name="connsiteX2" fmla="*/ 1768938 w 1768938"/>
                  <a:gd name="connsiteY2" fmla="*/ 1864945 h 1963334"/>
                  <a:gd name="connsiteX0" fmla="*/ 1778189 w 1778189"/>
                  <a:gd name="connsiteY0" fmla="*/ 1864945 h 1977575"/>
                  <a:gd name="connsiteX1" fmla="*/ 473124 w 1778189"/>
                  <a:gd name="connsiteY1" fmla="*/ 0 h 1977575"/>
                  <a:gd name="connsiteX2" fmla="*/ 1778189 w 1778189"/>
                  <a:gd name="connsiteY2" fmla="*/ 1864945 h 1977575"/>
                  <a:gd name="connsiteX0" fmla="*/ 1772553 w 1772553"/>
                  <a:gd name="connsiteY0" fmla="*/ 1864945 h 1980049"/>
                  <a:gd name="connsiteX1" fmla="*/ 467488 w 1772553"/>
                  <a:gd name="connsiteY1" fmla="*/ 0 h 1980049"/>
                  <a:gd name="connsiteX2" fmla="*/ 1772553 w 1772553"/>
                  <a:gd name="connsiteY2" fmla="*/ 1864945 h 1980049"/>
                  <a:gd name="connsiteX0" fmla="*/ 1780606 w 1780606"/>
                  <a:gd name="connsiteY0" fmla="*/ 1864945 h 1962324"/>
                  <a:gd name="connsiteX1" fmla="*/ 475541 w 1780606"/>
                  <a:gd name="connsiteY1" fmla="*/ 0 h 1962324"/>
                  <a:gd name="connsiteX2" fmla="*/ 1780606 w 1780606"/>
                  <a:gd name="connsiteY2" fmla="*/ 1864945 h 196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80606" h="1962324">
                    <a:moveTo>
                      <a:pt x="1780606" y="1864945"/>
                    </a:moveTo>
                    <a:cubicBezTo>
                      <a:pt x="-328568" y="2417276"/>
                      <a:pt x="-280107" y="460227"/>
                      <a:pt x="475541" y="0"/>
                    </a:cubicBezTo>
                    <a:cubicBezTo>
                      <a:pt x="420907" y="581428"/>
                      <a:pt x="598317" y="1203785"/>
                      <a:pt x="1780606" y="1864945"/>
                    </a:cubicBezTo>
                    <a:close/>
                  </a:path>
                </a:pathLst>
              </a:custGeom>
              <a:gradFill flip="none" rotWithShape="1">
                <a:gsLst>
                  <a:gs pos="70000">
                    <a:srgbClr val="FFFFFF">
                      <a:alpha val="0"/>
                    </a:srgbClr>
                  </a:gs>
                  <a:gs pos="10000">
                    <a:srgbClr val="FFFFFF">
                      <a:alpha val="58824"/>
                    </a:srgbClr>
                  </a:gs>
                </a:gsLst>
                <a:lin ang="2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498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940105" y="1674943"/>
            <a:ext cx="6311790" cy="3508115"/>
            <a:chOff x="2067358" y="1812313"/>
            <a:chExt cx="6311790" cy="3508115"/>
          </a:xfrm>
        </p:grpSpPr>
        <p:grpSp>
          <p:nvGrpSpPr>
            <p:cNvPr id="37" name="Grupo 36"/>
            <p:cNvGrpSpPr/>
            <p:nvPr/>
          </p:nvGrpSpPr>
          <p:grpSpPr>
            <a:xfrm>
              <a:off x="2067358" y="1812313"/>
              <a:ext cx="5468017" cy="3218400"/>
              <a:chOff x="4144388" y="3824425"/>
              <a:chExt cx="3745975" cy="2149246"/>
            </a:xfrm>
          </p:grpSpPr>
          <p:sp>
            <p:nvSpPr>
              <p:cNvPr id="38" name="Rounded Rectangle 110"/>
              <p:cNvSpPr/>
              <p:nvPr/>
            </p:nvSpPr>
            <p:spPr>
              <a:xfrm rot="5400000">
                <a:off x="5201074" y="3284382"/>
                <a:ext cx="1821522" cy="3557056"/>
              </a:xfrm>
              <a:prstGeom prst="roundRect">
                <a:avLst>
                  <a:gd name="adj" fmla="val 7102"/>
                </a:avLst>
              </a:prstGeom>
              <a:gradFill>
                <a:gsLst>
                  <a:gs pos="0">
                    <a:srgbClr val="61BFFF"/>
                  </a:gs>
                  <a:gs pos="100000">
                    <a:srgbClr val="0070C0"/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 dirty="0"/>
              </a:p>
            </p:txBody>
          </p:sp>
          <p:sp>
            <p:nvSpPr>
              <p:cNvPr id="39" name="Rectangle 111"/>
              <p:cNvSpPr/>
              <p:nvPr/>
            </p:nvSpPr>
            <p:spPr>
              <a:xfrm>
                <a:off x="5436793" y="4664488"/>
                <a:ext cx="1812412" cy="493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Atuação DA Projetos X Sustentação X </a:t>
                </a:r>
                <a:r>
                  <a:rPr lang="pt-BR" sz="1400" kern="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400" kern="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Implantação </a:t>
                </a:r>
                <a:r>
                  <a:rPr lang="pt-BR" sz="1400" kern="0" dirty="0" err="1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Clarity</a:t>
                </a:r>
                <a:endParaRPr lang="pt-BR" sz="14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3"/>
              <p:cNvSpPr/>
              <p:nvPr/>
            </p:nvSpPr>
            <p:spPr>
              <a:xfrm rot="21238514">
                <a:off x="4144388" y="3824425"/>
                <a:ext cx="1264225" cy="1494425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99"/>
                  <a:gd name="connsiteX1" fmla="*/ 344482 w 688986"/>
                  <a:gd name="connsiteY1" fmla="*/ 0 h 814199"/>
                  <a:gd name="connsiteX2" fmla="*/ 688964 w 688986"/>
                  <a:gd name="connsiteY2" fmla="*/ 344482 h 814199"/>
                  <a:gd name="connsiteX3" fmla="*/ 358770 w 688986"/>
                  <a:gd name="connsiteY3" fmla="*/ 688964 h 814199"/>
                  <a:gd name="connsiteX4" fmla="*/ 296382 w 688986"/>
                  <a:gd name="connsiteY4" fmla="*/ 813796 h 814199"/>
                  <a:gd name="connsiteX5" fmla="*/ 141601 w 688986"/>
                  <a:gd name="connsiteY5" fmla="*/ 625677 h 814199"/>
                  <a:gd name="connsiteX6" fmla="*/ 0 w 688986"/>
                  <a:gd name="connsiteY6" fmla="*/ 344482 h 814199"/>
                  <a:gd name="connsiteX0" fmla="*/ 0 w 688986"/>
                  <a:gd name="connsiteY0" fmla="*/ 344482 h 809377"/>
                  <a:gd name="connsiteX1" fmla="*/ 344482 w 688986"/>
                  <a:gd name="connsiteY1" fmla="*/ 0 h 809377"/>
                  <a:gd name="connsiteX2" fmla="*/ 688964 w 688986"/>
                  <a:gd name="connsiteY2" fmla="*/ 344482 h 809377"/>
                  <a:gd name="connsiteX3" fmla="*/ 358770 w 688986"/>
                  <a:gd name="connsiteY3" fmla="*/ 688964 h 809377"/>
                  <a:gd name="connsiteX4" fmla="*/ 292461 w 688986"/>
                  <a:gd name="connsiteY4" fmla="*/ 808950 h 809377"/>
                  <a:gd name="connsiteX5" fmla="*/ 141601 w 688986"/>
                  <a:gd name="connsiteY5" fmla="*/ 625677 h 809377"/>
                  <a:gd name="connsiteX6" fmla="*/ 0 w 688986"/>
                  <a:gd name="connsiteY6" fmla="*/ 344482 h 809377"/>
                  <a:gd name="connsiteX0" fmla="*/ 0 w 688986"/>
                  <a:gd name="connsiteY0" fmla="*/ 344482 h 809317"/>
                  <a:gd name="connsiteX1" fmla="*/ 344482 w 688986"/>
                  <a:gd name="connsiteY1" fmla="*/ 0 h 809317"/>
                  <a:gd name="connsiteX2" fmla="*/ 688964 w 688986"/>
                  <a:gd name="connsiteY2" fmla="*/ 344482 h 809317"/>
                  <a:gd name="connsiteX3" fmla="*/ 358770 w 688986"/>
                  <a:gd name="connsiteY3" fmla="*/ 688964 h 809317"/>
                  <a:gd name="connsiteX4" fmla="*/ 292461 w 688986"/>
                  <a:gd name="connsiteY4" fmla="*/ 808950 h 809317"/>
                  <a:gd name="connsiteX5" fmla="*/ 141601 w 688986"/>
                  <a:gd name="connsiteY5" fmla="*/ 625677 h 809317"/>
                  <a:gd name="connsiteX6" fmla="*/ 0 w 688986"/>
                  <a:gd name="connsiteY6" fmla="*/ 344482 h 809317"/>
                  <a:gd name="connsiteX0" fmla="*/ 0 w 688986"/>
                  <a:gd name="connsiteY0" fmla="*/ 344482 h 809309"/>
                  <a:gd name="connsiteX1" fmla="*/ 344482 w 688986"/>
                  <a:gd name="connsiteY1" fmla="*/ 0 h 809309"/>
                  <a:gd name="connsiteX2" fmla="*/ 688964 w 688986"/>
                  <a:gd name="connsiteY2" fmla="*/ 344482 h 809309"/>
                  <a:gd name="connsiteX3" fmla="*/ 358770 w 688986"/>
                  <a:gd name="connsiteY3" fmla="*/ 688964 h 809309"/>
                  <a:gd name="connsiteX4" fmla="*/ 292461 w 688986"/>
                  <a:gd name="connsiteY4" fmla="*/ 808950 h 809309"/>
                  <a:gd name="connsiteX5" fmla="*/ 150925 w 688986"/>
                  <a:gd name="connsiteY5" fmla="*/ 623626 h 809309"/>
                  <a:gd name="connsiteX6" fmla="*/ 0 w 688986"/>
                  <a:gd name="connsiteY6" fmla="*/ 344482 h 809309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08950"/>
                  <a:gd name="connsiteX1" fmla="*/ 344482 w 688986"/>
                  <a:gd name="connsiteY1" fmla="*/ 0 h 808950"/>
                  <a:gd name="connsiteX2" fmla="*/ 688964 w 688986"/>
                  <a:gd name="connsiteY2" fmla="*/ 344482 h 808950"/>
                  <a:gd name="connsiteX3" fmla="*/ 358770 w 688986"/>
                  <a:gd name="connsiteY3" fmla="*/ 688964 h 808950"/>
                  <a:gd name="connsiteX4" fmla="*/ 292461 w 688986"/>
                  <a:gd name="connsiteY4" fmla="*/ 808950 h 808950"/>
                  <a:gd name="connsiteX5" fmla="*/ 150925 w 688986"/>
                  <a:gd name="connsiteY5" fmla="*/ 623626 h 808950"/>
                  <a:gd name="connsiteX6" fmla="*/ 0 w 688986"/>
                  <a:gd name="connsiteY6" fmla="*/ 344482 h 808950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5271"/>
                  <a:gd name="connsiteX1" fmla="*/ 344482 w 688986"/>
                  <a:gd name="connsiteY1" fmla="*/ 0 h 815271"/>
                  <a:gd name="connsiteX2" fmla="*/ 688964 w 688986"/>
                  <a:gd name="connsiteY2" fmla="*/ 344482 h 815271"/>
                  <a:gd name="connsiteX3" fmla="*/ 358770 w 688986"/>
                  <a:gd name="connsiteY3" fmla="*/ 688964 h 815271"/>
                  <a:gd name="connsiteX4" fmla="*/ 294830 w 688986"/>
                  <a:gd name="connsiteY4" fmla="*/ 815271 h 815271"/>
                  <a:gd name="connsiteX5" fmla="*/ 150925 w 688986"/>
                  <a:gd name="connsiteY5" fmla="*/ 623626 h 815271"/>
                  <a:gd name="connsiteX6" fmla="*/ 0 w 688986"/>
                  <a:gd name="connsiteY6" fmla="*/ 344482 h 815271"/>
                  <a:gd name="connsiteX0" fmla="*/ 0 w 688986"/>
                  <a:gd name="connsiteY0" fmla="*/ 344482 h 814403"/>
                  <a:gd name="connsiteX1" fmla="*/ 344482 w 688986"/>
                  <a:gd name="connsiteY1" fmla="*/ 0 h 814403"/>
                  <a:gd name="connsiteX2" fmla="*/ 688964 w 688986"/>
                  <a:gd name="connsiteY2" fmla="*/ 344482 h 814403"/>
                  <a:gd name="connsiteX3" fmla="*/ 358770 w 688986"/>
                  <a:gd name="connsiteY3" fmla="*/ 688964 h 814403"/>
                  <a:gd name="connsiteX4" fmla="*/ 300994 w 688986"/>
                  <a:gd name="connsiteY4" fmla="*/ 814403 h 814403"/>
                  <a:gd name="connsiteX5" fmla="*/ 150925 w 688986"/>
                  <a:gd name="connsiteY5" fmla="*/ 623626 h 814403"/>
                  <a:gd name="connsiteX6" fmla="*/ 0 w 688986"/>
                  <a:gd name="connsiteY6" fmla="*/ 344482 h 814403"/>
                  <a:gd name="connsiteX0" fmla="*/ 0 w 688986"/>
                  <a:gd name="connsiteY0" fmla="*/ 344482 h 814443"/>
                  <a:gd name="connsiteX1" fmla="*/ 344482 w 688986"/>
                  <a:gd name="connsiteY1" fmla="*/ 0 h 814443"/>
                  <a:gd name="connsiteX2" fmla="*/ 688964 w 688986"/>
                  <a:gd name="connsiteY2" fmla="*/ 344482 h 814443"/>
                  <a:gd name="connsiteX3" fmla="*/ 358770 w 688986"/>
                  <a:gd name="connsiteY3" fmla="*/ 688964 h 814443"/>
                  <a:gd name="connsiteX4" fmla="*/ 300994 w 688986"/>
                  <a:gd name="connsiteY4" fmla="*/ 814403 h 814443"/>
                  <a:gd name="connsiteX5" fmla="*/ 150925 w 688986"/>
                  <a:gd name="connsiteY5" fmla="*/ 623626 h 814443"/>
                  <a:gd name="connsiteX6" fmla="*/ 0 w 688986"/>
                  <a:gd name="connsiteY6" fmla="*/ 344482 h 81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443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5439" y="808627"/>
                      <a:pt x="300994" y="814403"/>
                    </a:cubicBezTo>
                    <a:cubicBezTo>
                      <a:pt x="250814" y="816517"/>
                      <a:pt x="161317" y="735413"/>
                      <a:pt x="150925" y="623626"/>
                    </a:cubicBezTo>
                    <a:cubicBezTo>
                      <a:pt x="91898" y="579118"/>
                      <a:pt x="12224" y="492814"/>
                      <a:pt x="0" y="344482"/>
                    </a:cubicBezTo>
                    <a:close/>
                  </a:path>
                </a:pathLst>
              </a:custGeom>
              <a:gradFill flip="none" rotWithShape="1">
                <a:gsLst>
                  <a:gs pos="87000">
                    <a:schemeClr val="bg2">
                      <a:lumMod val="65000"/>
                    </a:schemeClr>
                  </a:gs>
                  <a:gs pos="23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Oval 3"/>
              <p:cNvSpPr/>
              <p:nvPr/>
            </p:nvSpPr>
            <p:spPr>
              <a:xfrm>
                <a:off x="4233473" y="3829145"/>
                <a:ext cx="1264225" cy="1493920"/>
              </a:xfrm>
              <a:custGeom>
                <a:avLst/>
                <a:gdLst>
                  <a:gd name="connsiteX0" fmla="*/ 0 w 688963"/>
                  <a:gd name="connsiteY0" fmla="*/ 344482 h 688963"/>
                  <a:gd name="connsiteX1" fmla="*/ 344482 w 688963"/>
                  <a:gd name="connsiteY1" fmla="*/ 0 h 688963"/>
                  <a:gd name="connsiteX2" fmla="*/ 688964 w 688963"/>
                  <a:gd name="connsiteY2" fmla="*/ 344482 h 688963"/>
                  <a:gd name="connsiteX3" fmla="*/ 344482 w 688963"/>
                  <a:gd name="connsiteY3" fmla="*/ 688964 h 688963"/>
                  <a:gd name="connsiteX4" fmla="*/ 0 w 688963"/>
                  <a:gd name="connsiteY4" fmla="*/ 344482 h 688963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0 w 688964"/>
                  <a:gd name="connsiteY0" fmla="*/ 344482 h 688964"/>
                  <a:gd name="connsiteX1" fmla="*/ 344482 w 688964"/>
                  <a:gd name="connsiteY1" fmla="*/ 0 h 688964"/>
                  <a:gd name="connsiteX2" fmla="*/ 688964 w 688964"/>
                  <a:gd name="connsiteY2" fmla="*/ 344482 h 688964"/>
                  <a:gd name="connsiteX3" fmla="*/ 344482 w 688964"/>
                  <a:gd name="connsiteY3" fmla="*/ 688964 h 688964"/>
                  <a:gd name="connsiteX4" fmla="*/ 0 w 688964"/>
                  <a:gd name="connsiteY4" fmla="*/ 344482 h 688964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5577 w 694541"/>
                  <a:gd name="connsiteY0" fmla="*/ 344482 h 708898"/>
                  <a:gd name="connsiteX1" fmla="*/ 350059 w 694541"/>
                  <a:gd name="connsiteY1" fmla="*/ 0 h 708898"/>
                  <a:gd name="connsiteX2" fmla="*/ 694541 w 694541"/>
                  <a:gd name="connsiteY2" fmla="*/ 344482 h 708898"/>
                  <a:gd name="connsiteX3" fmla="*/ 350059 w 694541"/>
                  <a:gd name="connsiteY3" fmla="*/ 688964 h 708898"/>
                  <a:gd name="connsiteX4" fmla="*/ 151940 w 694541"/>
                  <a:gd name="connsiteY4" fmla="*/ 632821 h 708898"/>
                  <a:gd name="connsiteX5" fmla="*/ 5577 w 694541"/>
                  <a:gd name="connsiteY5" fmla="*/ 344482 h 708898"/>
                  <a:gd name="connsiteX0" fmla="*/ 0 w 688964"/>
                  <a:gd name="connsiteY0" fmla="*/ 344482 h 708898"/>
                  <a:gd name="connsiteX1" fmla="*/ 344482 w 688964"/>
                  <a:gd name="connsiteY1" fmla="*/ 0 h 708898"/>
                  <a:gd name="connsiteX2" fmla="*/ 688964 w 688964"/>
                  <a:gd name="connsiteY2" fmla="*/ 344482 h 708898"/>
                  <a:gd name="connsiteX3" fmla="*/ 344482 w 688964"/>
                  <a:gd name="connsiteY3" fmla="*/ 688964 h 708898"/>
                  <a:gd name="connsiteX4" fmla="*/ 146363 w 688964"/>
                  <a:gd name="connsiteY4" fmla="*/ 632821 h 708898"/>
                  <a:gd name="connsiteX5" fmla="*/ 0 w 688964"/>
                  <a:gd name="connsiteY5" fmla="*/ 344482 h 708898"/>
                  <a:gd name="connsiteX0" fmla="*/ 0 w 688964"/>
                  <a:gd name="connsiteY0" fmla="*/ 344482 h 718931"/>
                  <a:gd name="connsiteX1" fmla="*/ 344482 w 688964"/>
                  <a:gd name="connsiteY1" fmla="*/ 0 h 718931"/>
                  <a:gd name="connsiteX2" fmla="*/ 688964 w 688964"/>
                  <a:gd name="connsiteY2" fmla="*/ 344482 h 718931"/>
                  <a:gd name="connsiteX3" fmla="*/ 344482 w 688964"/>
                  <a:gd name="connsiteY3" fmla="*/ 688964 h 718931"/>
                  <a:gd name="connsiteX4" fmla="*/ 220182 w 688964"/>
                  <a:gd name="connsiteY4" fmla="*/ 694733 h 718931"/>
                  <a:gd name="connsiteX5" fmla="*/ 146363 w 688964"/>
                  <a:gd name="connsiteY5" fmla="*/ 632821 h 718931"/>
                  <a:gd name="connsiteX6" fmla="*/ 0 w 688964"/>
                  <a:gd name="connsiteY6" fmla="*/ 344482 h 718931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44482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4584"/>
                  <a:gd name="connsiteX1" fmla="*/ 344482 w 688964"/>
                  <a:gd name="connsiteY1" fmla="*/ 0 h 814584"/>
                  <a:gd name="connsiteX2" fmla="*/ 688964 w 688964"/>
                  <a:gd name="connsiteY2" fmla="*/ 344482 h 814584"/>
                  <a:gd name="connsiteX3" fmla="*/ 358770 w 688964"/>
                  <a:gd name="connsiteY3" fmla="*/ 688964 h 814584"/>
                  <a:gd name="connsiteX4" fmla="*/ 296382 w 688964"/>
                  <a:gd name="connsiteY4" fmla="*/ 813796 h 814584"/>
                  <a:gd name="connsiteX5" fmla="*/ 146363 w 688964"/>
                  <a:gd name="connsiteY5" fmla="*/ 632821 h 814584"/>
                  <a:gd name="connsiteX6" fmla="*/ 0 w 688964"/>
                  <a:gd name="connsiteY6" fmla="*/ 344482 h 814584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64"/>
                  <a:gd name="connsiteY0" fmla="*/ 344482 h 813796"/>
                  <a:gd name="connsiteX1" fmla="*/ 344482 w 688964"/>
                  <a:gd name="connsiteY1" fmla="*/ 0 h 813796"/>
                  <a:gd name="connsiteX2" fmla="*/ 688964 w 688964"/>
                  <a:gd name="connsiteY2" fmla="*/ 344482 h 813796"/>
                  <a:gd name="connsiteX3" fmla="*/ 358770 w 688964"/>
                  <a:gd name="connsiteY3" fmla="*/ 688964 h 813796"/>
                  <a:gd name="connsiteX4" fmla="*/ 296382 w 688964"/>
                  <a:gd name="connsiteY4" fmla="*/ 813796 h 813796"/>
                  <a:gd name="connsiteX5" fmla="*/ 146363 w 688964"/>
                  <a:gd name="connsiteY5" fmla="*/ 632821 h 813796"/>
                  <a:gd name="connsiteX6" fmla="*/ 0 w 688964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6363 w 688986"/>
                  <a:gd name="connsiteY5" fmla="*/ 632821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3796"/>
                  <a:gd name="connsiteX1" fmla="*/ 344482 w 688986"/>
                  <a:gd name="connsiteY1" fmla="*/ 0 h 813796"/>
                  <a:gd name="connsiteX2" fmla="*/ 688964 w 688986"/>
                  <a:gd name="connsiteY2" fmla="*/ 344482 h 813796"/>
                  <a:gd name="connsiteX3" fmla="*/ 358770 w 688986"/>
                  <a:gd name="connsiteY3" fmla="*/ 688964 h 813796"/>
                  <a:gd name="connsiteX4" fmla="*/ 296382 w 688986"/>
                  <a:gd name="connsiteY4" fmla="*/ 813796 h 813796"/>
                  <a:gd name="connsiteX5" fmla="*/ 141601 w 688986"/>
                  <a:gd name="connsiteY5" fmla="*/ 625677 h 813796"/>
                  <a:gd name="connsiteX6" fmla="*/ 0 w 688986"/>
                  <a:gd name="connsiteY6" fmla="*/ 344482 h 813796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  <a:gd name="connsiteX0" fmla="*/ 0 w 688986"/>
                  <a:gd name="connsiteY0" fmla="*/ 344482 h 814168"/>
                  <a:gd name="connsiteX1" fmla="*/ 344482 w 688986"/>
                  <a:gd name="connsiteY1" fmla="*/ 0 h 814168"/>
                  <a:gd name="connsiteX2" fmla="*/ 688964 w 688986"/>
                  <a:gd name="connsiteY2" fmla="*/ 344482 h 814168"/>
                  <a:gd name="connsiteX3" fmla="*/ 358770 w 688986"/>
                  <a:gd name="connsiteY3" fmla="*/ 688964 h 814168"/>
                  <a:gd name="connsiteX4" fmla="*/ 296382 w 688986"/>
                  <a:gd name="connsiteY4" fmla="*/ 813796 h 814168"/>
                  <a:gd name="connsiteX5" fmla="*/ 141601 w 688986"/>
                  <a:gd name="connsiteY5" fmla="*/ 625677 h 814168"/>
                  <a:gd name="connsiteX6" fmla="*/ 0 w 688986"/>
                  <a:gd name="connsiteY6" fmla="*/ 344482 h 8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986" h="814168">
                    <a:moveTo>
                      <a:pt x="0" y="344482"/>
                    </a:moveTo>
                    <a:cubicBezTo>
                      <a:pt x="0" y="154230"/>
                      <a:pt x="154230" y="0"/>
                      <a:pt x="344482" y="0"/>
                    </a:cubicBezTo>
                    <a:cubicBezTo>
                      <a:pt x="534734" y="0"/>
                      <a:pt x="688964" y="154230"/>
                      <a:pt x="688964" y="344482"/>
                    </a:cubicBezTo>
                    <a:cubicBezTo>
                      <a:pt x="691345" y="551402"/>
                      <a:pt x="505957" y="690120"/>
                      <a:pt x="358770" y="688964"/>
                    </a:cubicBezTo>
                    <a:cubicBezTo>
                      <a:pt x="304530" y="717765"/>
                      <a:pt x="300827" y="808020"/>
                      <a:pt x="296382" y="813796"/>
                    </a:cubicBezTo>
                    <a:cubicBezTo>
                      <a:pt x="247229" y="820572"/>
                      <a:pt x="164011" y="734058"/>
                      <a:pt x="141601" y="625677"/>
                    </a:cubicBezTo>
                    <a:cubicBezTo>
                      <a:pt x="82574" y="581169"/>
                      <a:pt x="12224" y="492814"/>
                      <a:pt x="0" y="34448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70C0">
                      <a:lumMod val="60000"/>
                      <a:lumOff val="4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ln w="25400" cap="flat" cmpd="sng" algn="ctr">
                <a:noFill/>
                <a:prstDash val="solid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lIns="0" rIns="0" numCol="1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kern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Oval 6"/>
              <p:cNvSpPr/>
              <p:nvPr/>
            </p:nvSpPr>
            <p:spPr>
              <a:xfrm>
                <a:off x="4337074" y="3926094"/>
                <a:ext cx="1057024" cy="10570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Rectangle 108"/>
              <p:cNvSpPr/>
              <p:nvPr/>
            </p:nvSpPr>
            <p:spPr>
              <a:xfrm>
                <a:off x="5690590" y="4266026"/>
                <a:ext cx="1877863" cy="30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 err="1" smtClean="0">
                    <a:ln>
                      <a:noFill/>
                    </a:ln>
                    <a:effectLst/>
                    <a:uLnTx/>
                    <a:uFillTx/>
                    <a:latin typeface="Agency FB" panose="020B0503020202020204" pitchFamily="34" charset="0"/>
                    <a:cs typeface="Andalus" panose="02020603050405020304" pitchFamily="18" charset="-78"/>
                  </a:rPr>
                  <a:t>Gestão</a:t>
                </a:r>
                <a:endParaRPr kumimoji="0" lang="en-US" sz="24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endParaRPr>
              </a:p>
            </p:txBody>
          </p:sp>
          <p:pic>
            <p:nvPicPr>
              <p:cNvPr id="44" name="Imagem 43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452036" y="4203878"/>
                <a:ext cx="863848" cy="493627"/>
              </a:xfrm>
              <a:prstGeom prst="rect">
                <a:avLst/>
              </a:prstGeom>
            </p:spPr>
          </p:pic>
        </p:grpSp>
        <p:grpSp>
          <p:nvGrpSpPr>
            <p:cNvPr id="47" name="Group 252"/>
            <p:cNvGrpSpPr/>
            <p:nvPr/>
          </p:nvGrpSpPr>
          <p:grpSpPr>
            <a:xfrm>
              <a:off x="6329008" y="3045778"/>
              <a:ext cx="2050140" cy="2274650"/>
              <a:chOff x="3069681" y="2079111"/>
              <a:chExt cx="3001989" cy="3824888"/>
            </a:xfrm>
          </p:grpSpPr>
          <p:sp>
            <p:nvSpPr>
              <p:cNvPr id="54" name="Rectangle 1"/>
              <p:cNvSpPr/>
              <p:nvPr/>
            </p:nvSpPr>
            <p:spPr>
              <a:xfrm>
                <a:off x="3782158" y="2957681"/>
                <a:ext cx="1621764" cy="2683965"/>
              </a:xfrm>
              <a:custGeom>
                <a:avLst/>
                <a:gdLst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0 w 1692188"/>
                  <a:gd name="connsiteY3" fmla="*/ 2808312 h 2808312"/>
                  <a:gd name="connsiteX4" fmla="*/ 0 w 1692188"/>
                  <a:gd name="connsiteY4" fmla="*/ 0 h 2808312"/>
                  <a:gd name="connsiteX0" fmla="*/ 0 w 1692188"/>
                  <a:gd name="connsiteY0" fmla="*/ 0 h 2808312"/>
                  <a:gd name="connsiteX1" fmla="*/ 1692188 w 1692188"/>
                  <a:gd name="connsiteY1" fmla="*/ 0 h 2808312"/>
                  <a:gd name="connsiteX2" fmla="*/ 1692188 w 1692188"/>
                  <a:gd name="connsiteY2" fmla="*/ 2808312 h 2808312"/>
                  <a:gd name="connsiteX3" fmla="*/ 14068 w 1692188"/>
                  <a:gd name="connsiteY3" fmla="*/ 2709838 h 2808312"/>
                  <a:gd name="connsiteX4" fmla="*/ 0 w 1692188"/>
                  <a:gd name="connsiteY4" fmla="*/ 0 h 2808312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0 w 1692188"/>
                  <a:gd name="connsiteY0" fmla="*/ 0 h 2724516"/>
                  <a:gd name="connsiteX1" fmla="*/ 1692188 w 1692188"/>
                  <a:gd name="connsiteY1" fmla="*/ 0 h 2724516"/>
                  <a:gd name="connsiteX2" fmla="*/ 1678120 w 1692188"/>
                  <a:gd name="connsiteY2" fmla="*/ 2653567 h 2724516"/>
                  <a:gd name="connsiteX3" fmla="*/ 806134 w 1692188"/>
                  <a:gd name="connsiteY3" fmla="*/ 2724516 h 2724516"/>
                  <a:gd name="connsiteX4" fmla="*/ 14068 w 1692188"/>
                  <a:gd name="connsiteY4" fmla="*/ 2709838 h 2724516"/>
                  <a:gd name="connsiteX5" fmla="*/ 0 w 1692188"/>
                  <a:gd name="connsiteY5" fmla="*/ 0 h 2724516"/>
                  <a:gd name="connsiteX0" fmla="*/ 0 w 1692188"/>
                  <a:gd name="connsiteY0" fmla="*/ 0 h 2921464"/>
                  <a:gd name="connsiteX1" fmla="*/ 1692188 w 1692188"/>
                  <a:gd name="connsiteY1" fmla="*/ 0 h 2921464"/>
                  <a:gd name="connsiteX2" fmla="*/ 1678120 w 1692188"/>
                  <a:gd name="connsiteY2" fmla="*/ 2653567 h 2921464"/>
                  <a:gd name="connsiteX3" fmla="*/ 792066 w 1692188"/>
                  <a:gd name="connsiteY3" fmla="*/ 2921464 h 2921464"/>
                  <a:gd name="connsiteX4" fmla="*/ 14068 w 1692188"/>
                  <a:gd name="connsiteY4" fmla="*/ 2709838 h 2921464"/>
                  <a:gd name="connsiteX5" fmla="*/ 0 w 1692188"/>
                  <a:gd name="connsiteY5" fmla="*/ 0 h 2921464"/>
                  <a:gd name="connsiteX0" fmla="*/ 0 w 1692188"/>
                  <a:gd name="connsiteY0" fmla="*/ 0 h 2709838"/>
                  <a:gd name="connsiteX1" fmla="*/ 1692188 w 1692188"/>
                  <a:gd name="connsiteY1" fmla="*/ 0 h 2709838"/>
                  <a:gd name="connsiteX2" fmla="*/ 1678120 w 1692188"/>
                  <a:gd name="connsiteY2" fmla="*/ 2653567 h 2709838"/>
                  <a:gd name="connsiteX3" fmla="*/ 14068 w 1692188"/>
                  <a:gd name="connsiteY3" fmla="*/ 2709838 h 2709838"/>
                  <a:gd name="connsiteX4" fmla="*/ 0 w 1692188"/>
                  <a:gd name="connsiteY4" fmla="*/ 0 h 2709838"/>
                  <a:gd name="connsiteX0" fmla="*/ 9035 w 1701223"/>
                  <a:gd name="connsiteY0" fmla="*/ 0 h 2653567"/>
                  <a:gd name="connsiteX1" fmla="*/ 1701223 w 1701223"/>
                  <a:gd name="connsiteY1" fmla="*/ 0 h 2653567"/>
                  <a:gd name="connsiteX2" fmla="*/ 1687155 w 1701223"/>
                  <a:gd name="connsiteY2" fmla="*/ 2653567 h 2653567"/>
                  <a:gd name="connsiteX3" fmla="*/ 801 w 1701223"/>
                  <a:gd name="connsiteY3" fmla="*/ 2538853 h 2653567"/>
                  <a:gd name="connsiteX4" fmla="*/ 9035 w 1701223"/>
                  <a:gd name="connsiteY4" fmla="*/ 0 h 2653567"/>
                  <a:gd name="connsiteX0" fmla="*/ 9035 w 1710258"/>
                  <a:gd name="connsiteY0" fmla="*/ 0 h 2538853"/>
                  <a:gd name="connsiteX1" fmla="*/ 1701223 w 1710258"/>
                  <a:gd name="connsiteY1" fmla="*/ 0 h 2538853"/>
                  <a:gd name="connsiteX2" fmla="*/ 1709457 w 1710258"/>
                  <a:gd name="connsiteY2" fmla="*/ 2534621 h 2538853"/>
                  <a:gd name="connsiteX3" fmla="*/ 801 w 1710258"/>
                  <a:gd name="connsiteY3" fmla="*/ 2538853 h 2538853"/>
                  <a:gd name="connsiteX4" fmla="*/ 9035 w 1710258"/>
                  <a:gd name="connsiteY4" fmla="*/ 0 h 2538853"/>
                  <a:gd name="connsiteX0" fmla="*/ 9035 w 1710258"/>
                  <a:gd name="connsiteY0" fmla="*/ 0 h 2726018"/>
                  <a:gd name="connsiteX1" fmla="*/ 1701223 w 1710258"/>
                  <a:gd name="connsiteY1" fmla="*/ 0 h 2726018"/>
                  <a:gd name="connsiteX2" fmla="*/ 1709457 w 1710258"/>
                  <a:gd name="connsiteY2" fmla="*/ 2534621 h 2726018"/>
                  <a:gd name="connsiteX3" fmla="*/ 801 w 1710258"/>
                  <a:gd name="connsiteY3" fmla="*/ 2538853 h 2726018"/>
                  <a:gd name="connsiteX4" fmla="*/ 9035 w 1710258"/>
                  <a:gd name="connsiteY4" fmla="*/ 0 h 2726018"/>
                  <a:gd name="connsiteX0" fmla="*/ 0 w 1701223"/>
                  <a:gd name="connsiteY0" fmla="*/ 0 h 2726018"/>
                  <a:gd name="connsiteX1" fmla="*/ 1692188 w 1701223"/>
                  <a:gd name="connsiteY1" fmla="*/ 0 h 2726018"/>
                  <a:gd name="connsiteX2" fmla="*/ 1700422 w 1701223"/>
                  <a:gd name="connsiteY2" fmla="*/ 2534621 h 2726018"/>
                  <a:gd name="connsiteX3" fmla="*/ 6635 w 1701223"/>
                  <a:gd name="connsiteY3" fmla="*/ 2538853 h 2726018"/>
                  <a:gd name="connsiteX4" fmla="*/ 0 w 1701223"/>
                  <a:gd name="connsiteY4" fmla="*/ 0 h 2726018"/>
                  <a:gd name="connsiteX0" fmla="*/ 0 w 1701223"/>
                  <a:gd name="connsiteY0" fmla="*/ 0 h 2725051"/>
                  <a:gd name="connsiteX1" fmla="*/ 1692188 w 1701223"/>
                  <a:gd name="connsiteY1" fmla="*/ 0 h 2725051"/>
                  <a:gd name="connsiteX2" fmla="*/ 1700422 w 1701223"/>
                  <a:gd name="connsiteY2" fmla="*/ 2534621 h 2725051"/>
                  <a:gd name="connsiteX3" fmla="*/ 28937 w 1701223"/>
                  <a:gd name="connsiteY3" fmla="*/ 2535136 h 2725051"/>
                  <a:gd name="connsiteX4" fmla="*/ 0 w 1701223"/>
                  <a:gd name="connsiteY4" fmla="*/ 0 h 2725051"/>
                  <a:gd name="connsiteX0" fmla="*/ 0 w 1701223"/>
                  <a:gd name="connsiteY0" fmla="*/ 0 h 2781201"/>
                  <a:gd name="connsiteX1" fmla="*/ 1692188 w 1701223"/>
                  <a:gd name="connsiteY1" fmla="*/ 0 h 2781201"/>
                  <a:gd name="connsiteX2" fmla="*/ 1700422 w 1701223"/>
                  <a:gd name="connsiteY2" fmla="*/ 2534621 h 2781201"/>
                  <a:gd name="connsiteX3" fmla="*/ 28937 w 1701223"/>
                  <a:gd name="connsiteY3" fmla="*/ 2535136 h 2781201"/>
                  <a:gd name="connsiteX4" fmla="*/ 0 w 1701223"/>
                  <a:gd name="connsiteY4" fmla="*/ 0 h 2781201"/>
                  <a:gd name="connsiteX0" fmla="*/ 0 w 1701223"/>
                  <a:gd name="connsiteY0" fmla="*/ 0 h 2794120"/>
                  <a:gd name="connsiteX1" fmla="*/ 1692188 w 1701223"/>
                  <a:gd name="connsiteY1" fmla="*/ 0 h 2794120"/>
                  <a:gd name="connsiteX2" fmla="*/ 1700422 w 1701223"/>
                  <a:gd name="connsiteY2" fmla="*/ 2534621 h 2794120"/>
                  <a:gd name="connsiteX3" fmla="*/ 28937 w 1701223"/>
                  <a:gd name="connsiteY3" fmla="*/ 2535136 h 2794120"/>
                  <a:gd name="connsiteX4" fmla="*/ 0 w 1701223"/>
                  <a:gd name="connsiteY4" fmla="*/ 0 h 2794120"/>
                  <a:gd name="connsiteX0" fmla="*/ 0 w 1692188"/>
                  <a:gd name="connsiteY0" fmla="*/ 0 h 2789744"/>
                  <a:gd name="connsiteX1" fmla="*/ 1692188 w 1692188"/>
                  <a:gd name="connsiteY1" fmla="*/ 0 h 2789744"/>
                  <a:gd name="connsiteX2" fmla="*/ 1681837 w 1692188"/>
                  <a:gd name="connsiteY2" fmla="*/ 2527187 h 2789744"/>
                  <a:gd name="connsiteX3" fmla="*/ 28937 w 1692188"/>
                  <a:gd name="connsiteY3" fmla="*/ 2535136 h 2789744"/>
                  <a:gd name="connsiteX4" fmla="*/ 0 w 1692188"/>
                  <a:gd name="connsiteY4" fmla="*/ 0 h 2789744"/>
                  <a:gd name="connsiteX0" fmla="*/ 0 w 1692188"/>
                  <a:gd name="connsiteY0" fmla="*/ 0 h 2800515"/>
                  <a:gd name="connsiteX1" fmla="*/ 1692188 w 1692188"/>
                  <a:gd name="connsiteY1" fmla="*/ 0 h 2800515"/>
                  <a:gd name="connsiteX2" fmla="*/ 1681837 w 1692188"/>
                  <a:gd name="connsiteY2" fmla="*/ 2527187 h 2800515"/>
                  <a:gd name="connsiteX3" fmla="*/ 28937 w 1692188"/>
                  <a:gd name="connsiteY3" fmla="*/ 2535136 h 2800515"/>
                  <a:gd name="connsiteX4" fmla="*/ 0 w 1692188"/>
                  <a:gd name="connsiteY4" fmla="*/ 0 h 280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2188" h="2800515">
                    <a:moveTo>
                      <a:pt x="0" y="0"/>
                    </a:moveTo>
                    <a:lnTo>
                      <a:pt x="1692188" y="0"/>
                    </a:lnTo>
                    <a:cubicBezTo>
                      <a:pt x="1687499" y="884522"/>
                      <a:pt x="1686526" y="1642665"/>
                      <a:pt x="1681837" y="2527187"/>
                    </a:cubicBezTo>
                    <a:cubicBezTo>
                      <a:pt x="1168042" y="2982080"/>
                      <a:pt x="278820" y="2786486"/>
                      <a:pt x="28937" y="2535136"/>
                    </a:cubicBezTo>
                    <a:cubicBezTo>
                      <a:pt x="24248" y="1631857"/>
                      <a:pt x="4689" y="903279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55400">
                    <a:sysClr val="windowText" lastClr="000000">
                      <a:lumMod val="65000"/>
                      <a:lumOff val="35000"/>
                    </a:sysClr>
                  </a:gs>
                  <a:gs pos="100000">
                    <a:sysClr val="windowText" lastClr="000000">
                      <a:lumMod val="85000"/>
                      <a:lumOff val="15000"/>
                    </a:sysClr>
                  </a:gs>
                  <a:gs pos="0">
                    <a:sysClr val="windowText" lastClr="000000">
                      <a:lumMod val="95000"/>
                      <a:lumOff val="5000"/>
                    </a:sys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aphicFrame>
            <p:nvGraphicFramePr>
              <p:cNvPr id="55" name="Chart 254"/>
              <p:cNvGraphicFramePr/>
              <p:nvPr>
                <p:extLst>
                  <p:ext uri="{D42A27DB-BD31-4B8C-83A1-F6EECF244321}">
                    <p14:modId xmlns:p14="http://schemas.microsoft.com/office/powerpoint/2010/main" val="2958681485"/>
                  </p:ext>
                </p:extLst>
              </p:nvPr>
            </p:nvGraphicFramePr>
            <p:xfrm>
              <a:off x="3069681" y="2079111"/>
              <a:ext cx="3001989" cy="382488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56" name="Rectangle 1"/>
              <p:cNvSpPr/>
              <p:nvPr/>
            </p:nvSpPr>
            <p:spPr>
              <a:xfrm>
                <a:off x="3857415" y="3013717"/>
                <a:ext cx="391663" cy="2564552"/>
              </a:xfrm>
              <a:custGeom>
                <a:avLst/>
                <a:gdLst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4517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504056"/>
                  <a:gd name="connsiteY0" fmla="*/ 0 h 2773089"/>
                  <a:gd name="connsiteX1" fmla="*/ 504056 w 504056"/>
                  <a:gd name="connsiteY1" fmla="*/ 0 h 2773089"/>
                  <a:gd name="connsiteX2" fmla="*/ 492333 w 504056"/>
                  <a:gd name="connsiteY2" fmla="*/ 2773089 h 2773089"/>
                  <a:gd name="connsiteX3" fmla="*/ 28937 w 504056"/>
                  <a:gd name="connsiteY3" fmla="*/ 2535136 h 2773089"/>
                  <a:gd name="connsiteX4" fmla="*/ 0 w 504056"/>
                  <a:gd name="connsiteY4" fmla="*/ 0 h 2773089"/>
                  <a:gd name="connsiteX0" fmla="*/ 0 w 504056"/>
                  <a:gd name="connsiteY0" fmla="*/ 0 h 2784812"/>
                  <a:gd name="connsiteX1" fmla="*/ 504056 w 504056"/>
                  <a:gd name="connsiteY1" fmla="*/ 0 h 2784812"/>
                  <a:gd name="connsiteX2" fmla="*/ 488425 w 504056"/>
                  <a:gd name="connsiteY2" fmla="*/ 2784812 h 2784812"/>
                  <a:gd name="connsiteX3" fmla="*/ 28937 w 504056"/>
                  <a:gd name="connsiteY3" fmla="*/ 2535136 h 2784812"/>
                  <a:gd name="connsiteX4" fmla="*/ 0 w 504056"/>
                  <a:gd name="connsiteY4" fmla="*/ 0 h 2784812"/>
                  <a:gd name="connsiteX0" fmla="*/ 0 w 492332"/>
                  <a:gd name="connsiteY0" fmla="*/ 0 h 2784812"/>
                  <a:gd name="connsiteX1" fmla="*/ 492332 w 492332"/>
                  <a:gd name="connsiteY1" fmla="*/ 246185 h 2784812"/>
                  <a:gd name="connsiteX2" fmla="*/ 488425 w 492332"/>
                  <a:gd name="connsiteY2" fmla="*/ 2784812 h 2784812"/>
                  <a:gd name="connsiteX3" fmla="*/ 28937 w 492332"/>
                  <a:gd name="connsiteY3" fmla="*/ 2535136 h 2784812"/>
                  <a:gd name="connsiteX4" fmla="*/ 0 w 492332"/>
                  <a:gd name="connsiteY4" fmla="*/ 0 h 27848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63939"/>
                  <a:gd name="connsiteY0" fmla="*/ 0 h 2683212"/>
                  <a:gd name="connsiteX1" fmla="*/ 463939 w 463939"/>
                  <a:gd name="connsiteY1" fmla="*/ 144585 h 2683212"/>
                  <a:gd name="connsiteX2" fmla="*/ 460032 w 463939"/>
                  <a:gd name="connsiteY2" fmla="*/ 2683212 h 2683212"/>
                  <a:gd name="connsiteX3" fmla="*/ 544 w 463939"/>
                  <a:gd name="connsiteY3" fmla="*/ 2433536 h 2683212"/>
                  <a:gd name="connsiteX4" fmla="*/ 18499 w 463939"/>
                  <a:gd name="connsiteY4" fmla="*/ 0 h 2683212"/>
                  <a:gd name="connsiteX0" fmla="*/ 18499 w 475663"/>
                  <a:gd name="connsiteY0" fmla="*/ 0 h 2683212"/>
                  <a:gd name="connsiteX1" fmla="*/ 475663 w 475663"/>
                  <a:gd name="connsiteY1" fmla="*/ 136770 h 2683212"/>
                  <a:gd name="connsiteX2" fmla="*/ 460032 w 475663"/>
                  <a:gd name="connsiteY2" fmla="*/ 2683212 h 2683212"/>
                  <a:gd name="connsiteX3" fmla="*/ 544 w 475663"/>
                  <a:gd name="connsiteY3" fmla="*/ 2433536 h 2683212"/>
                  <a:gd name="connsiteX4" fmla="*/ 18499 w 475663"/>
                  <a:gd name="connsiteY4" fmla="*/ 0 h 2683212"/>
                  <a:gd name="connsiteX0" fmla="*/ 18499 w 460032"/>
                  <a:gd name="connsiteY0" fmla="*/ 0 h 2683212"/>
                  <a:gd name="connsiteX1" fmla="*/ 456124 w 460032"/>
                  <a:gd name="connsiteY1" fmla="*/ 136770 h 2683212"/>
                  <a:gd name="connsiteX2" fmla="*/ 460032 w 460032"/>
                  <a:gd name="connsiteY2" fmla="*/ 2683212 h 2683212"/>
                  <a:gd name="connsiteX3" fmla="*/ 544 w 460032"/>
                  <a:gd name="connsiteY3" fmla="*/ 2433536 h 2683212"/>
                  <a:gd name="connsiteX4" fmla="*/ 18499 w 460032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7847"/>
                  <a:gd name="connsiteY0" fmla="*/ 0 h 2683212"/>
                  <a:gd name="connsiteX1" fmla="*/ 467847 w 467847"/>
                  <a:gd name="connsiteY1" fmla="*/ 136770 h 2683212"/>
                  <a:gd name="connsiteX2" fmla="*/ 460032 w 467847"/>
                  <a:gd name="connsiteY2" fmla="*/ 2683212 h 2683212"/>
                  <a:gd name="connsiteX3" fmla="*/ 544 w 467847"/>
                  <a:gd name="connsiteY3" fmla="*/ 2433536 h 2683212"/>
                  <a:gd name="connsiteX4" fmla="*/ 18499 w 467847"/>
                  <a:gd name="connsiteY4" fmla="*/ 0 h 2683212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36770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69237"/>
                  <a:gd name="connsiteY0" fmla="*/ 0 h 2659623"/>
                  <a:gd name="connsiteX1" fmla="*/ 467847 w 469237"/>
                  <a:gd name="connsiteY1" fmla="*/ 172154 h 2659623"/>
                  <a:gd name="connsiteX2" fmla="*/ 469237 w 469237"/>
                  <a:gd name="connsiteY2" fmla="*/ 2659623 h 2659623"/>
                  <a:gd name="connsiteX3" fmla="*/ 544 w 469237"/>
                  <a:gd name="connsiteY3" fmla="*/ 2433536 h 2659623"/>
                  <a:gd name="connsiteX4" fmla="*/ 18499 w 469237"/>
                  <a:gd name="connsiteY4" fmla="*/ 0 h 2659623"/>
                  <a:gd name="connsiteX0" fmla="*/ 18499 w 479918"/>
                  <a:gd name="connsiteY0" fmla="*/ 0 h 2659623"/>
                  <a:gd name="connsiteX1" fmla="*/ 479918 w 479918"/>
                  <a:gd name="connsiteY1" fmla="*/ 166354 h 2659623"/>
                  <a:gd name="connsiteX2" fmla="*/ 469237 w 479918"/>
                  <a:gd name="connsiteY2" fmla="*/ 2659623 h 2659623"/>
                  <a:gd name="connsiteX3" fmla="*/ 544 w 479918"/>
                  <a:gd name="connsiteY3" fmla="*/ 2433536 h 2659623"/>
                  <a:gd name="connsiteX4" fmla="*/ 18499 w 479918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59623"/>
                  <a:gd name="connsiteX1" fmla="*/ 470865 w 470865"/>
                  <a:gd name="connsiteY1" fmla="*/ 166354 h 2659623"/>
                  <a:gd name="connsiteX2" fmla="*/ 469237 w 470865"/>
                  <a:gd name="connsiteY2" fmla="*/ 2659623 h 2659623"/>
                  <a:gd name="connsiteX3" fmla="*/ 544 w 470865"/>
                  <a:gd name="connsiteY3" fmla="*/ 2433536 h 2659623"/>
                  <a:gd name="connsiteX4" fmla="*/ 18499 w 470865"/>
                  <a:gd name="connsiteY4" fmla="*/ 0 h 2659623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0865"/>
                  <a:gd name="connsiteY0" fmla="*/ 0 h 2685046"/>
                  <a:gd name="connsiteX1" fmla="*/ 470865 w 470865"/>
                  <a:gd name="connsiteY1" fmla="*/ 166354 h 2685046"/>
                  <a:gd name="connsiteX2" fmla="*/ 469238 w 470865"/>
                  <a:gd name="connsiteY2" fmla="*/ 2685046 h 2685046"/>
                  <a:gd name="connsiteX3" fmla="*/ 544 w 470865"/>
                  <a:gd name="connsiteY3" fmla="*/ 2433536 h 2685046"/>
                  <a:gd name="connsiteX4" fmla="*/ 18499 w 470865"/>
                  <a:gd name="connsiteY4" fmla="*/ 0 h 2685046"/>
                  <a:gd name="connsiteX0" fmla="*/ 18499 w 471948"/>
                  <a:gd name="connsiteY0" fmla="*/ 0 h 2680423"/>
                  <a:gd name="connsiteX1" fmla="*/ 470865 w 471948"/>
                  <a:gd name="connsiteY1" fmla="*/ 166354 h 2680423"/>
                  <a:gd name="connsiteX2" fmla="*/ 471948 w 471948"/>
                  <a:gd name="connsiteY2" fmla="*/ 2680423 h 2680423"/>
                  <a:gd name="connsiteX3" fmla="*/ 544 w 471948"/>
                  <a:gd name="connsiteY3" fmla="*/ 2433536 h 2680423"/>
                  <a:gd name="connsiteX4" fmla="*/ 18499 w 471948"/>
                  <a:gd name="connsiteY4" fmla="*/ 0 h 2680423"/>
                  <a:gd name="connsiteX0" fmla="*/ 18499 w 470865"/>
                  <a:gd name="connsiteY0" fmla="*/ 0 h 2687357"/>
                  <a:gd name="connsiteX1" fmla="*/ 470865 w 470865"/>
                  <a:gd name="connsiteY1" fmla="*/ 166354 h 2687357"/>
                  <a:gd name="connsiteX2" fmla="*/ 466528 w 470865"/>
                  <a:gd name="connsiteY2" fmla="*/ 2687357 h 2687357"/>
                  <a:gd name="connsiteX3" fmla="*/ 544 w 470865"/>
                  <a:gd name="connsiteY3" fmla="*/ 2433536 h 2687357"/>
                  <a:gd name="connsiteX4" fmla="*/ 18499 w 470865"/>
                  <a:gd name="connsiteY4" fmla="*/ 0 h 2687357"/>
                  <a:gd name="connsiteX0" fmla="*/ 13196 w 470983"/>
                  <a:gd name="connsiteY0" fmla="*/ 0 h 2597219"/>
                  <a:gd name="connsiteX1" fmla="*/ 470983 w 470983"/>
                  <a:gd name="connsiteY1" fmla="*/ 76216 h 2597219"/>
                  <a:gd name="connsiteX2" fmla="*/ 466646 w 470983"/>
                  <a:gd name="connsiteY2" fmla="*/ 2597219 h 2597219"/>
                  <a:gd name="connsiteX3" fmla="*/ 662 w 470983"/>
                  <a:gd name="connsiteY3" fmla="*/ 2343398 h 2597219"/>
                  <a:gd name="connsiteX4" fmla="*/ 13196 w 47098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3196 w 468273"/>
                  <a:gd name="connsiteY0" fmla="*/ 0 h 2597219"/>
                  <a:gd name="connsiteX1" fmla="*/ 468273 w 468273"/>
                  <a:gd name="connsiteY1" fmla="*/ 129374 h 2597219"/>
                  <a:gd name="connsiteX2" fmla="*/ 466646 w 468273"/>
                  <a:gd name="connsiteY2" fmla="*/ 2597219 h 2597219"/>
                  <a:gd name="connsiteX3" fmla="*/ 662 w 468273"/>
                  <a:gd name="connsiteY3" fmla="*/ 2343398 h 2597219"/>
                  <a:gd name="connsiteX4" fmla="*/ 13196 w 468273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  <a:gd name="connsiteX0" fmla="*/ 10028 w 465105"/>
                  <a:gd name="connsiteY0" fmla="*/ 0 h 2597219"/>
                  <a:gd name="connsiteX1" fmla="*/ 465105 w 465105"/>
                  <a:gd name="connsiteY1" fmla="*/ 129374 h 2597219"/>
                  <a:gd name="connsiteX2" fmla="*/ 463478 w 465105"/>
                  <a:gd name="connsiteY2" fmla="*/ 2597219 h 2597219"/>
                  <a:gd name="connsiteX3" fmla="*/ 764 w 465105"/>
                  <a:gd name="connsiteY3" fmla="*/ 2351767 h 2597219"/>
                  <a:gd name="connsiteX4" fmla="*/ 10028 w 465105"/>
                  <a:gd name="connsiteY4" fmla="*/ 0 h 259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105" h="2597219">
                    <a:moveTo>
                      <a:pt x="10028" y="0"/>
                    </a:moveTo>
                    <a:cubicBezTo>
                      <a:pt x="227080" y="90632"/>
                      <a:pt x="307305" y="107232"/>
                      <a:pt x="465105" y="129374"/>
                    </a:cubicBezTo>
                    <a:cubicBezTo>
                      <a:pt x="465105" y="1048527"/>
                      <a:pt x="463478" y="1678066"/>
                      <a:pt x="463478" y="2597219"/>
                    </a:cubicBezTo>
                    <a:cubicBezTo>
                      <a:pt x="219163" y="2553742"/>
                      <a:pt x="46402" y="2465216"/>
                      <a:pt x="764" y="2351767"/>
                    </a:cubicBezTo>
                    <a:cubicBezTo>
                      <a:pt x="-3925" y="1448488"/>
                      <a:pt x="14717" y="903279"/>
                      <a:pt x="10028" y="0"/>
                    </a:cubicBezTo>
                    <a:close/>
                  </a:path>
                </a:pathLst>
              </a:custGeom>
              <a:gradFill flip="none" rotWithShape="1">
                <a:gsLst>
                  <a:gs pos="35000">
                    <a:srgbClr val="FFFFFF">
                      <a:alpha val="20000"/>
                    </a:srgbClr>
                  </a:gs>
                  <a:gs pos="100000">
                    <a:srgbClr val="FFFFFF">
                      <a:alpha val="57000"/>
                    </a:srgbClr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Rectangle 1"/>
              <p:cNvSpPr/>
              <p:nvPr/>
            </p:nvSpPr>
            <p:spPr>
              <a:xfrm>
                <a:off x="5090709" y="3006386"/>
                <a:ext cx="261284" cy="2529450"/>
              </a:xfrm>
              <a:custGeom>
                <a:avLst/>
                <a:gdLst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06753"/>
                  <a:gd name="connsiteX1" fmla="*/ 299755 w 299755"/>
                  <a:gd name="connsiteY1" fmla="*/ 0 h 2706753"/>
                  <a:gd name="connsiteX2" fmla="*/ 289404 w 299755"/>
                  <a:gd name="connsiteY2" fmla="*/ 2527187 h 2706753"/>
                  <a:gd name="connsiteX3" fmla="*/ 0 w 299755"/>
                  <a:gd name="connsiteY3" fmla="*/ 2706753 h 2706753"/>
                  <a:gd name="connsiteX4" fmla="*/ 11723 w 299755"/>
                  <a:gd name="connsiteY4" fmla="*/ 0 h 2706753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1723 w 299755"/>
                  <a:gd name="connsiteY0" fmla="*/ 0 h 2718476"/>
                  <a:gd name="connsiteX1" fmla="*/ 299755 w 299755"/>
                  <a:gd name="connsiteY1" fmla="*/ 0 h 2718476"/>
                  <a:gd name="connsiteX2" fmla="*/ 289404 w 299755"/>
                  <a:gd name="connsiteY2" fmla="*/ 2527187 h 2718476"/>
                  <a:gd name="connsiteX3" fmla="*/ 0 w 299755"/>
                  <a:gd name="connsiteY3" fmla="*/ 2718476 h 2718476"/>
                  <a:gd name="connsiteX4" fmla="*/ 11723 w 299755"/>
                  <a:gd name="connsiteY4" fmla="*/ 0 h 2718476"/>
                  <a:gd name="connsiteX0" fmla="*/ 18866 w 306898"/>
                  <a:gd name="connsiteY0" fmla="*/ 0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8866 w 306898"/>
                  <a:gd name="connsiteY4" fmla="*/ 0 h 2711332"/>
                  <a:gd name="connsiteX0" fmla="*/ 11138 w 306898"/>
                  <a:gd name="connsiteY0" fmla="*/ 167426 h 2711332"/>
                  <a:gd name="connsiteX1" fmla="*/ 306898 w 306898"/>
                  <a:gd name="connsiteY1" fmla="*/ 0 h 2711332"/>
                  <a:gd name="connsiteX2" fmla="*/ 296547 w 306898"/>
                  <a:gd name="connsiteY2" fmla="*/ 2527187 h 2711332"/>
                  <a:gd name="connsiteX3" fmla="*/ 0 w 306898"/>
                  <a:gd name="connsiteY3" fmla="*/ 2711332 h 2711332"/>
                  <a:gd name="connsiteX4" fmla="*/ 11138 w 306898"/>
                  <a:gd name="connsiteY4" fmla="*/ 167426 h 2711332"/>
                  <a:gd name="connsiteX0" fmla="*/ 11138 w 309474"/>
                  <a:gd name="connsiteY0" fmla="*/ 113334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13334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11138 w 309474"/>
                  <a:gd name="connsiteY0" fmla="*/ 105607 h 2657240"/>
                  <a:gd name="connsiteX1" fmla="*/ 309474 w 309474"/>
                  <a:gd name="connsiteY1" fmla="*/ 0 h 2657240"/>
                  <a:gd name="connsiteX2" fmla="*/ 296547 w 309474"/>
                  <a:gd name="connsiteY2" fmla="*/ 2473095 h 2657240"/>
                  <a:gd name="connsiteX3" fmla="*/ 0 w 309474"/>
                  <a:gd name="connsiteY3" fmla="*/ 2657240 h 2657240"/>
                  <a:gd name="connsiteX4" fmla="*/ 11138 w 309474"/>
                  <a:gd name="connsiteY4" fmla="*/ 105607 h 2657240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05607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05607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3411 w 301747"/>
                  <a:gd name="connsiteY0" fmla="*/ 129040 h 2659816"/>
                  <a:gd name="connsiteX1" fmla="*/ 301747 w 301747"/>
                  <a:gd name="connsiteY1" fmla="*/ 0 h 2659816"/>
                  <a:gd name="connsiteX2" fmla="*/ 288820 w 301747"/>
                  <a:gd name="connsiteY2" fmla="*/ 2473095 h 2659816"/>
                  <a:gd name="connsiteX3" fmla="*/ 0 w 301747"/>
                  <a:gd name="connsiteY3" fmla="*/ 2659816 h 2659816"/>
                  <a:gd name="connsiteX4" fmla="*/ 3411 w 301747"/>
                  <a:gd name="connsiteY4" fmla="*/ 129040 h 2659816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755 w 299091"/>
                  <a:gd name="connsiteY0" fmla="*/ 129040 h 2681679"/>
                  <a:gd name="connsiteX1" fmla="*/ 299091 w 299091"/>
                  <a:gd name="connsiteY1" fmla="*/ 0 h 2681679"/>
                  <a:gd name="connsiteX2" fmla="*/ 286164 w 299091"/>
                  <a:gd name="connsiteY2" fmla="*/ 2473095 h 2681679"/>
                  <a:gd name="connsiteX3" fmla="*/ 0 w 299091"/>
                  <a:gd name="connsiteY3" fmla="*/ 2681679 h 2681679"/>
                  <a:gd name="connsiteX4" fmla="*/ 755 w 299091"/>
                  <a:gd name="connsiteY4" fmla="*/ 129040 h 2681679"/>
                  <a:gd name="connsiteX0" fmla="*/ 0 w 300993"/>
                  <a:gd name="connsiteY0" fmla="*/ 112037 h 2681679"/>
                  <a:gd name="connsiteX1" fmla="*/ 300993 w 300993"/>
                  <a:gd name="connsiteY1" fmla="*/ 0 h 2681679"/>
                  <a:gd name="connsiteX2" fmla="*/ 288066 w 300993"/>
                  <a:gd name="connsiteY2" fmla="*/ 2473095 h 2681679"/>
                  <a:gd name="connsiteX3" fmla="*/ 1902 w 300993"/>
                  <a:gd name="connsiteY3" fmla="*/ 2681679 h 2681679"/>
                  <a:gd name="connsiteX4" fmla="*/ 0 w 300993"/>
                  <a:gd name="connsiteY4" fmla="*/ 112037 h 2681679"/>
                  <a:gd name="connsiteX0" fmla="*/ 0 w 311620"/>
                  <a:gd name="connsiteY0" fmla="*/ 87745 h 2681679"/>
                  <a:gd name="connsiteX1" fmla="*/ 311620 w 311620"/>
                  <a:gd name="connsiteY1" fmla="*/ 0 h 2681679"/>
                  <a:gd name="connsiteX2" fmla="*/ 298693 w 311620"/>
                  <a:gd name="connsiteY2" fmla="*/ 2473095 h 2681679"/>
                  <a:gd name="connsiteX3" fmla="*/ 12529 w 311620"/>
                  <a:gd name="connsiteY3" fmla="*/ 2681679 h 2681679"/>
                  <a:gd name="connsiteX4" fmla="*/ 0 w 311620"/>
                  <a:gd name="connsiteY4" fmla="*/ 87745 h 2681679"/>
                  <a:gd name="connsiteX0" fmla="*/ 0 w 299534"/>
                  <a:gd name="connsiteY0" fmla="*/ 96981 h 2690915"/>
                  <a:gd name="connsiteX1" fmla="*/ 291418 w 299534"/>
                  <a:gd name="connsiteY1" fmla="*/ 0 h 2690915"/>
                  <a:gd name="connsiteX2" fmla="*/ 298693 w 299534"/>
                  <a:gd name="connsiteY2" fmla="*/ 2482331 h 2690915"/>
                  <a:gd name="connsiteX3" fmla="*/ 12529 w 299534"/>
                  <a:gd name="connsiteY3" fmla="*/ 2690915 h 2690915"/>
                  <a:gd name="connsiteX4" fmla="*/ 0 w 299534"/>
                  <a:gd name="connsiteY4" fmla="*/ 96981 h 2690915"/>
                  <a:gd name="connsiteX0" fmla="*/ 0 w 299534"/>
                  <a:gd name="connsiteY0" fmla="*/ 104269 h 2698203"/>
                  <a:gd name="connsiteX1" fmla="*/ 291419 w 299534"/>
                  <a:gd name="connsiteY1" fmla="*/ 0 h 2698203"/>
                  <a:gd name="connsiteX2" fmla="*/ 298693 w 299534"/>
                  <a:gd name="connsiteY2" fmla="*/ 2489619 h 2698203"/>
                  <a:gd name="connsiteX3" fmla="*/ 12529 w 299534"/>
                  <a:gd name="connsiteY3" fmla="*/ 2698203 h 2698203"/>
                  <a:gd name="connsiteX4" fmla="*/ 0 w 299534"/>
                  <a:gd name="connsiteY4" fmla="*/ 104269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9411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9411 h 2698203"/>
                  <a:gd name="connsiteX0" fmla="*/ 0 w 310161"/>
                  <a:gd name="connsiteY0" fmla="*/ 92123 h 2698203"/>
                  <a:gd name="connsiteX1" fmla="*/ 302046 w 310161"/>
                  <a:gd name="connsiteY1" fmla="*/ 0 h 2698203"/>
                  <a:gd name="connsiteX2" fmla="*/ 309320 w 310161"/>
                  <a:gd name="connsiteY2" fmla="*/ 2489619 h 2698203"/>
                  <a:gd name="connsiteX3" fmla="*/ 23156 w 310161"/>
                  <a:gd name="connsiteY3" fmla="*/ 2698203 h 2698203"/>
                  <a:gd name="connsiteX4" fmla="*/ 0 w 310161"/>
                  <a:gd name="connsiteY4" fmla="*/ 92123 h 2698203"/>
                  <a:gd name="connsiteX0" fmla="*/ 0 w 310161"/>
                  <a:gd name="connsiteY0" fmla="*/ 92123 h 2692340"/>
                  <a:gd name="connsiteX1" fmla="*/ 302046 w 310161"/>
                  <a:gd name="connsiteY1" fmla="*/ 0 h 2692340"/>
                  <a:gd name="connsiteX2" fmla="*/ 309320 w 310161"/>
                  <a:gd name="connsiteY2" fmla="*/ 2489619 h 2692340"/>
                  <a:gd name="connsiteX3" fmla="*/ 16742 w 310161"/>
                  <a:gd name="connsiteY3" fmla="*/ 2692340 h 2692340"/>
                  <a:gd name="connsiteX4" fmla="*/ 0 w 310161"/>
                  <a:gd name="connsiteY4" fmla="*/ 92123 h 2692340"/>
                  <a:gd name="connsiteX0" fmla="*/ 0 w 304168"/>
                  <a:gd name="connsiteY0" fmla="*/ 92123 h 2692340"/>
                  <a:gd name="connsiteX1" fmla="*/ 302046 w 304168"/>
                  <a:gd name="connsiteY1" fmla="*/ 0 h 2692340"/>
                  <a:gd name="connsiteX2" fmla="*/ 302907 w 304168"/>
                  <a:gd name="connsiteY2" fmla="*/ 2483756 h 2692340"/>
                  <a:gd name="connsiteX3" fmla="*/ 16742 w 304168"/>
                  <a:gd name="connsiteY3" fmla="*/ 2692340 h 2692340"/>
                  <a:gd name="connsiteX4" fmla="*/ 0 w 304168"/>
                  <a:gd name="connsiteY4" fmla="*/ 92123 h 2692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168" h="2692340">
                    <a:moveTo>
                      <a:pt x="0" y="92123"/>
                    </a:moveTo>
                    <a:cubicBezTo>
                      <a:pt x="102300" y="65076"/>
                      <a:pt x="202601" y="45505"/>
                      <a:pt x="302046" y="0"/>
                    </a:cubicBezTo>
                    <a:cubicBezTo>
                      <a:pt x="297357" y="884522"/>
                      <a:pt x="307596" y="1599234"/>
                      <a:pt x="302907" y="2483756"/>
                    </a:cubicBezTo>
                    <a:cubicBezTo>
                      <a:pt x="274318" y="2575838"/>
                      <a:pt x="138984" y="2644941"/>
                      <a:pt x="16742" y="2692340"/>
                    </a:cubicBezTo>
                    <a:cubicBezTo>
                      <a:pt x="16742" y="1792694"/>
                      <a:pt x="0" y="991769"/>
                      <a:pt x="0" y="92123"/>
                    </a:cubicBezTo>
                    <a:close/>
                  </a:path>
                </a:pathLst>
              </a:custGeom>
              <a:gradFill flip="none" rotWithShape="1">
                <a:gsLst>
                  <a:gs pos="37000">
                    <a:srgbClr val="FFFFFF">
                      <a:alpha val="0"/>
                    </a:srgbClr>
                  </a:gs>
                  <a:gs pos="100000">
                    <a:srgbClr val="FFFFFF">
                      <a:alpha val="49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8" name="Group 257"/>
              <p:cNvGrpSpPr/>
              <p:nvPr/>
            </p:nvGrpSpPr>
            <p:grpSpPr>
              <a:xfrm>
                <a:off x="3750695" y="2346162"/>
                <a:ext cx="1680054" cy="709126"/>
                <a:chOff x="818091" y="1385258"/>
                <a:chExt cx="1753009" cy="739919"/>
              </a:xfrm>
            </p:grpSpPr>
            <p:grpSp>
              <p:nvGrpSpPr>
                <p:cNvPr id="60" name="Group 259"/>
                <p:cNvGrpSpPr/>
                <p:nvPr/>
              </p:nvGrpSpPr>
              <p:grpSpPr>
                <a:xfrm>
                  <a:off x="818091" y="1426500"/>
                  <a:ext cx="1753009" cy="698677"/>
                  <a:chOff x="2276681" y="2113677"/>
                  <a:chExt cx="2120354" cy="845084"/>
                </a:xfrm>
              </p:grpSpPr>
              <p:sp>
                <p:nvSpPr>
                  <p:cNvPr id="66" name="Oval 4"/>
                  <p:cNvSpPr/>
                  <p:nvPr/>
                </p:nvSpPr>
                <p:spPr>
                  <a:xfrm>
                    <a:off x="2276681" y="2113677"/>
                    <a:ext cx="2120354" cy="845084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ysClr val="window" lastClr="FFFFFF">
                          <a:lumMod val="75000"/>
                        </a:sysClr>
                      </a:gs>
                      <a:gs pos="0">
                        <a:sysClr val="window" lastClr="FFFFFF">
                          <a:lumMod val="75000"/>
                        </a:sysClr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88900">
                      <a:srgbClr val="FFFFE5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Oval 266"/>
                  <p:cNvSpPr/>
                  <p:nvPr/>
                </p:nvSpPr>
                <p:spPr>
                  <a:xfrm>
                    <a:off x="2711642" y="2281899"/>
                    <a:ext cx="1210538" cy="436772"/>
                  </a:xfrm>
                  <a:prstGeom prst="ellipse">
                    <a:avLst/>
                  </a:prstGeom>
                  <a:gradFill flip="none" rotWithShape="1">
                    <a:gsLst>
                      <a:gs pos="82000">
                        <a:sysClr val="window" lastClr="FFFFFF">
                          <a:lumMod val="50000"/>
                        </a:sysClr>
                      </a:gs>
                      <a:gs pos="13000">
                        <a:sysClr val="window" lastClr="FFFFFF"/>
                      </a:gs>
                    </a:gsLst>
                    <a:lin ang="18000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innerShdw blurRad="38100" dist="50800" dir="16800000">
                      <a:sysClr val="windowText" lastClr="000000">
                        <a:alpha val="80000"/>
                      </a:sys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Rectangle 1"/>
                  <p:cNvSpPr/>
                  <p:nvPr/>
                </p:nvSpPr>
                <p:spPr>
                  <a:xfrm>
                    <a:off x="3278452" y="2708209"/>
                    <a:ext cx="366643" cy="244347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44473 h 376601"/>
                      <a:gd name="connsiteX1" fmla="*/ 283975 w 621801"/>
                      <a:gd name="connsiteY1" fmla="*/ 0 h 376601"/>
                      <a:gd name="connsiteX2" fmla="*/ 621801 w 621801"/>
                      <a:gd name="connsiteY2" fmla="*/ 303773 h 376601"/>
                      <a:gd name="connsiteX3" fmla="*/ 105196 w 621801"/>
                      <a:gd name="connsiteY3" fmla="*/ 376601 h 376601"/>
                      <a:gd name="connsiteX4" fmla="*/ 0 w 621801"/>
                      <a:gd name="connsiteY4" fmla="*/ 44473 h 376601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0 h 332128"/>
                      <a:gd name="connsiteX1" fmla="*/ 300643 w 621801"/>
                      <a:gd name="connsiteY1" fmla="*/ 3152 h 332128"/>
                      <a:gd name="connsiteX2" fmla="*/ 621801 w 621801"/>
                      <a:gd name="connsiteY2" fmla="*/ 259300 h 332128"/>
                      <a:gd name="connsiteX3" fmla="*/ 105196 w 621801"/>
                      <a:gd name="connsiteY3" fmla="*/ 332128 h 332128"/>
                      <a:gd name="connsiteX4" fmla="*/ 0 w 621801"/>
                      <a:gd name="connsiteY4" fmla="*/ 0 h 332128"/>
                      <a:gd name="connsiteX0" fmla="*/ 0 w 621801"/>
                      <a:gd name="connsiteY0" fmla="*/ 8755 h 328976"/>
                      <a:gd name="connsiteX1" fmla="*/ 300643 w 621801"/>
                      <a:gd name="connsiteY1" fmla="*/ 0 h 328976"/>
                      <a:gd name="connsiteX2" fmla="*/ 621801 w 621801"/>
                      <a:gd name="connsiteY2" fmla="*/ 256148 h 328976"/>
                      <a:gd name="connsiteX3" fmla="*/ 105196 w 621801"/>
                      <a:gd name="connsiteY3" fmla="*/ 328976 h 328976"/>
                      <a:gd name="connsiteX4" fmla="*/ 0 w 621801"/>
                      <a:gd name="connsiteY4" fmla="*/ 8755 h 328976"/>
                      <a:gd name="connsiteX0" fmla="*/ 0 w 621801"/>
                      <a:gd name="connsiteY0" fmla="*/ 8755 h 305163"/>
                      <a:gd name="connsiteX1" fmla="*/ 300643 w 621801"/>
                      <a:gd name="connsiteY1" fmla="*/ 0 h 305163"/>
                      <a:gd name="connsiteX2" fmla="*/ 621801 w 621801"/>
                      <a:gd name="connsiteY2" fmla="*/ 256148 h 305163"/>
                      <a:gd name="connsiteX3" fmla="*/ 105196 w 621801"/>
                      <a:gd name="connsiteY3" fmla="*/ 305163 h 305163"/>
                      <a:gd name="connsiteX4" fmla="*/ 0 w 621801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5163"/>
                      <a:gd name="connsiteX1" fmla="*/ 300643 w 636089"/>
                      <a:gd name="connsiteY1" fmla="*/ 0 h 305163"/>
                      <a:gd name="connsiteX2" fmla="*/ 636089 w 636089"/>
                      <a:gd name="connsiteY2" fmla="*/ 263292 h 305163"/>
                      <a:gd name="connsiteX3" fmla="*/ 105196 w 636089"/>
                      <a:gd name="connsiteY3" fmla="*/ 305163 h 305163"/>
                      <a:gd name="connsiteX4" fmla="*/ 0 w 636089"/>
                      <a:gd name="connsiteY4" fmla="*/ 8755 h 305163"/>
                      <a:gd name="connsiteX0" fmla="*/ 0 w 636089"/>
                      <a:gd name="connsiteY0" fmla="*/ 8755 h 300400"/>
                      <a:gd name="connsiteX1" fmla="*/ 300643 w 636089"/>
                      <a:gd name="connsiteY1" fmla="*/ 0 h 300400"/>
                      <a:gd name="connsiteX2" fmla="*/ 636089 w 636089"/>
                      <a:gd name="connsiteY2" fmla="*/ 263292 h 300400"/>
                      <a:gd name="connsiteX3" fmla="*/ 98052 w 636089"/>
                      <a:gd name="connsiteY3" fmla="*/ 300400 h 300400"/>
                      <a:gd name="connsiteX4" fmla="*/ 0 w 636089"/>
                      <a:gd name="connsiteY4" fmla="*/ 8755 h 300400"/>
                      <a:gd name="connsiteX0" fmla="*/ 0 w 624183"/>
                      <a:gd name="connsiteY0" fmla="*/ 8755 h 300400"/>
                      <a:gd name="connsiteX1" fmla="*/ 300643 w 624183"/>
                      <a:gd name="connsiteY1" fmla="*/ 0 h 300400"/>
                      <a:gd name="connsiteX2" fmla="*/ 624183 w 624183"/>
                      <a:gd name="connsiteY2" fmla="*/ 263292 h 300400"/>
                      <a:gd name="connsiteX3" fmla="*/ 98052 w 624183"/>
                      <a:gd name="connsiteY3" fmla="*/ 300400 h 300400"/>
                      <a:gd name="connsiteX4" fmla="*/ 0 w 624183"/>
                      <a:gd name="connsiteY4" fmla="*/ 8755 h 300400"/>
                      <a:gd name="connsiteX0" fmla="*/ 0 w 617039"/>
                      <a:gd name="connsiteY0" fmla="*/ 8755 h 300400"/>
                      <a:gd name="connsiteX1" fmla="*/ 300643 w 617039"/>
                      <a:gd name="connsiteY1" fmla="*/ 0 h 300400"/>
                      <a:gd name="connsiteX2" fmla="*/ 617039 w 617039"/>
                      <a:gd name="connsiteY2" fmla="*/ 263292 h 300400"/>
                      <a:gd name="connsiteX3" fmla="*/ 98052 w 617039"/>
                      <a:gd name="connsiteY3" fmla="*/ 300400 h 300400"/>
                      <a:gd name="connsiteX4" fmla="*/ 0 w 617039"/>
                      <a:gd name="connsiteY4" fmla="*/ 8755 h 300400"/>
                      <a:gd name="connsiteX0" fmla="*/ 0 w 617039"/>
                      <a:gd name="connsiteY0" fmla="*/ 8755 h 289726"/>
                      <a:gd name="connsiteX1" fmla="*/ 300643 w 617039"/>
                      <a:gd name="connsiteY1" fmla="*/ 0 h 289726"/>
                      <a:gd name="connsiteX2" fmla="*/ 617039 w 617039"/>
                      <a:gd name="connsiteY2" fmla="*/ 263292 h 289726"/>
                      <a:gd name="connsiteX3" fmla="*/ 98052 w 617039"/>
                      <a:gd name="connsiteY3" fmla="*/ 289726 h 289726"/>
                      <a:gd name="connsiteX4" fmla="*/ 0 w 617039"/>
                      <a:gd name="connsiteY4" fmla="*/ 8755 h 289726"/>
                      <a:gd name="connsiteX0" fmla="*/ 0 w 617039"/>
                      <a:gd name="connsiteY0" fmla="*/ 8755 h 289735"/>
                      <a:gd name="connsiteX1" fmla="*/ 300643 w 617039"/>
                      <a:gd name="connsiteY1" fmla="*/ 0 h 289735"/>
                      <a:gd name="connsiteX2" fmla="*/ 617039 w 617039"/>
                      <a:gd name="connsiteY2" fmla="*/ 263292 h 289735"/>
                      <a:gd name="connsiteX3" fmla="*/ 98052 w 617039"/>
                      <a:gd name="connsiteY3" fmla="*/ 289726 h 289735"/>
                      <a:gd name="connsiteX4" fmla="*/ 0 w 617039"/>
                      <a:gd name="connsiteY4" fmla="*/ 8755 h 289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7039" h="289735">
                        <a:moveTo>
                          <a:pt x="0" y="8755"/>
                        </a:moveTo>
                        <a:cubicBezTo>
                          <a:pt x="100214" y="9806"/>
                          <a:pt x="207572" y="13237"/>
                          <a:pt x="300643" y="0"/>
                        </a:cubicBezTo>
                        <a:lnTo>
                          <a:pt x="617039" y="263292"/>
                        </a:lnTo>
                        <a:cubicBezTo>
                          <a:pt x="447219" y="284393"/>
                          <a:pt x="298994" y="290001"/>
                          <a:pt x="98052" y="289726"/>
                        </a:cubicBezTo>
                        <a:lnTo>
                          <a:pt x="0" y="8755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Rectangle 1"/>
                  <p:cNvSpPr/>
                  <p:nvPr/>
                </p:nvSpPr>
                <p:spPr>
                  <a:xfrm>
                    <a:off x="3529954" y="2690060"/>
                    <a:ext cx="476308" cy="202389"/>
                  </a:xfrm>
                  <a:custGeom>
                    <a:avLst/>
                    <a:gdLst>
                      <a:gd name="connsiteX0" fmla="*/ 0 w 468052"/>
                      <a:gd name="connsiteY0" fmla="*/ 0 h 324036"/>
                      <a:gd name="connsiteX1" fmla="*/ 468052 w 468052"/>
                      <a:gd name="connsiteY1" fmla="*/ 0 h 324036"/>
                      <a:gd name="connsiteX2" fmla="*/ 468052 w 468052"/>
                      <a:gd name="connsiteY2" fmla="*/ 324036 h 324036"/>
                      <a:gd name="connsiteX3" fmla="*/ 0 w 468052"/>
                      <a:gd name="connsiteY3" fmla="*/ 324036 h 324036"/>
                      <a:gd name="connsiteX4" fmla="*/ 0 w 468052"/>
                      <a:gd name="connsiteY4" fmla="*/ 0 h 324036"/>
                      <a:gd name="connsiteX0" fmla="*/ 0 w 468052"/>
                      <a:gd name="connsiteY0" fmla="*/ 64736 h 388772"/>
                      <a:gd name="connsiteX1" fmla="*/ 298119 w 468052"/>
                      <a:gd name="connsiteY1" fmla="*/ 0 h 388772"/>
                      <a:gd name="connsiteX2" fmla="*/ 468052 w 468052"/>
                      <a:gd name="connsiteY2" fmla="*/ 388772 h 388772"/>
                      <a:gd name="connsiteX3" fmla="*/ 0 w 468052"/>
                      <a:gd name="connsiteY3" fmla="*/ 388772 h 388772"/>
                      <a:gd name="connsiteX4" fmla="*/ 0 w 468052"/>
                      <a:gd name="connsiteY4" fmla="*/ 64736 h 388772"/>
                      <a:gd name="connsiteX0" fmla="*/ 0 w 621801"/>
                      <a:gd name="connsiteY0" fmla="*/ 64736 h 388772"/>
                      <a:gd name="connsiteX1" fmla="*/ 298119 w 621801"/>
                      <a:gd name="connsiteY1" fmla="*/ 0 h 388772"/>
                      <a:gd name="connsiteX2" fmla="*/ 621801 w 621801"/>
                      <a:gd name="connsiteY2" fmla="*/ 324036 h 388772"/>
                      <a:gd name="connsiteX3" fmla="*/ 0 w 621801"/>
                      <a:gd name="connsiteY3" fmla="*/ 388772 h 388772"/>
                      <a:gd name="connsiteX4" fmla="*/ 0 w 621801"/>
                      <a:gd name="connsiteY4" fmla="*/ 64736 h 388772"/>
                      <a:gd name="connsiteX0" fmla="*/ 0 w 621801"/>
                      <a:gd name="connsiteY0" fmla="*/ 64736 h 396864"/>
                      <a:gd name="connsiteX1" fmla="*/ 298119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6864"/>
                      <a:gd name="connsiteX1" fmla="*/ 273843 w 621801"/>
                      <a:gd name="connsiteY1" fmla="*/ 0 h 396864"/>
                      <a:gd name="connsiteX2" fmla="*/ 621801 w 621801"/>
                      <a:gd name="connsiteY2" fmla="*/ 324036 h 396864"/>
                      <a:gd name="connsiteX3" fmla="*/ 105196 w 621801"/>
                      <a:gd name="connsiteY3" fmla="*/ 396864 h 396864"/>
                      <a:gd name="connsiteX4" fmla="*/ 0 w 621801"/>
                      <a:gd name="connsiteY4" fmla="*/ 64736 h 396864"/>
                      <a:gd name="connsiteX0" fmla="*/ 0 w 621801"/>
                      <a:gd name="connsiteY0" fmla="*/ 64736 h 393666"/>
                      <a:gd name="connsiteX1" fmla="*/ 273843 w 621801"/>
                      <a:gd name="connsiteY1" fmla="*/ 0 h 393666"/>
                      <a:gd name="connsiteX2" fmla="*/ 621801 w 621801"/>
                      <a:gd name="connsiteY2" fmla="*/ 324036 h 393666"/>
                      <a:gd name="connsiteX3" fmla="*/ 389747 w 621801"/>
                      <a:gd name="connsiteY3" fmla="*/ 393666 h 393666"/>
                      <a:gd name="connsiteX4" fmla="*/ 0 w 621801"/>
                      <a:gd name="connsiteY4" fmla="*/ 64736 h 393666"/>
                      <a:gd name="connsiteX0" fmla="*/ 0 w 717717"/>
                      <a:gd name="connsiteY0" fmla="*/ 64736 h 393666"/>
                      <a:gd name="connsiteX1" fmla="*/ 273843 w 717717"/>
                      <a:gd name="connsiteY1" fmla="*/ 0 h 393666"/>
                      <a:gd name="connsiteX2" fmla="*/ 717717 w 717717"/>
                      <a:gd name="connsiteY2" fmla="*/ 317642 h 393666"/>
                      <a:gd name="connsiteX3" fmla="*/ 389747 w 717717"/>
                      <a:gd name="connsiteY3" fmla="*/ 393666 h 393666"/>
                      <a:gd name="connsiteX4" fmla="*/ 0 w 717717"/>
                      <a:gd name="connsiteY4" fmla="*/ 64736 h 393666"/>
                      <a:gd name="connsiteX0" fmla="*/ 0 w 618603"/>
                      <a:gd name="connsiteY0" fmla="*/ 77525 h 393666"/>
                      <a:gd name="connsiteX1" fmla="*/ 174729 w 618603"/>
                      <a:gd name="connsiteY1" fmla="*/ 0 h 393666"/>
                      <a:gd name="connsiteX2" fmla="*/ 618603 w 618603"/>
                      <a:gd name="connsiteY2" fmla="*/ 317642 h 393666"/>
                      <a:gd name="connsiteX3" fmla="*/ 290633 w 618603"/>
                      <a:gd name="connsiteY3" fmla="*/ 393666 h 393666"/>
                      <a:gd name="connsiteX4" fmla="*/ 0 w 618603"/>
                      <a:gd name="connsiteY4" fmla="*/ 77525 h 393666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76078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52102"/>
                      <a:gd name="connsiteX1" fmla="*/ 78813 w 618603"/>
                      <a:gd name="connsiteY1" fmla="*/ 0 h 352102"/>
                      <a:gd name="connsiteX2" fmla="*/ 618603 w 618603"/>
                      <a:gd name="connsiteY2" fmla="*/ 263290 h 352102"/>
                      <a:gd name="connsiteX3" fmla="*/ 290633 w 618603"/>
                      <a:gd name="connsiteY3" fmla="*/ 352102 h 352102"/>
                      <a:gd name="connsiteX4" fmla="*/ 0 w 618603"/>
                      <a:gd name="connsiteY4" fmla="*/ 35961 h 352102"/>
                      <a:gd name="connsiteX0" fmla="*/ 0 w 618603"/>
                      <a:gd name="connsiteY0" fmla="*/ 35961 h 304144"/>
                      <a:gd name="connsiteX1" fmla="*/ 78813 w 618603"/>
                      <a:gd name="connsiteY1" fmla="*/ 0 h 304144"/>
                      <a:gd name="connsiteX2" fmla="*/ 618603 w 618603"/>
                      <a:gd name="connsiteY2" fmla="*/ 263290 h 304144"/>
                      <a:gd name="connsiteX3" fmla="*/ 447296 w 618603"/>
                      <a:gd name="connsiteY3" fmla="*/ 304144 h 304144"/>
                      <a:gd name="connsiteX4" fmla="*/ 0 w 618603"/>
                      <a:gd name="connsiteY4" fmla="*/ 35961 h 304144"/>
                      <a:gd name="connsiteX0" fmla="*/ 0 w 618603"/>
                      <a:gd name="connsiteY0" fmla="*/ 35961 h 300947"/>
                      <a:gd name="connsiteX1" fmla="*/ 78813 w 618603"/>
                      <a:gd name="connsiteY1" fmla="*/ 0 h 300947"/>
                      <a:gd name="connsiteX2" fmla="*/ 618603 w 618603"/>
                      <a:gd name="connsiteY2" fmla="*/ 263290 h 300947"/>
                      <a:gd name="connsiteX3" fmla="*/ 460085 w 618603"/>
                      <a:gd name="connsiteY3" fmla="*/ 300947 h 300947"/>
                      <a:gd name="connsiteX4" fmla="*/ 0 w 618603"/>
                      <a:gd name="connsiteY4" fmla="*/ 35961 h 300947"/>
                      <a:gd name="connsiteX0" fmla="*/ 0 w 609011"/>
                      <a:gd name="connsiteY0" fmla="*/ 35961 h 300947"/>
                      <a:gd name="connsiteX1" fmla="*/ 78813 w 609011"/>
                      <a:gd name="connsiteY1" fmla="*/ 0 h 300947"/>
                      <a:gd name="connsiteX2" fmla="*/ 609011 w 609011"/>
                      <a:gd name="connsiteY2" fmla="*/ 259541 h 300947"/>
                      <a:gd name="connsiteX3" fmla="*/ 460085 w 609011"/>
                      <a:gd name="connsiteY3" fmla="*/ 300947 h 300947"/>
                      <a:gd name="connsiteX4" fmla="*/ 0 w 609011"/>
                      <a:gd name="connsiteY4" fmla="*/ 35961 h 300947"/>
                      <a:gd name="connsiteX0" fmla="*/ 0 w 609011"/>
                      <a:gd name="connsiteY0" fmla="*/ 24792 h 289778"/>
                      <a:gd name="connsiteX1" fmla="*/ 97863 w 609011"/>
                      <a:gd name="connsiteY1" fmla="*/ 0 h 289778"/>
                      <a:gd name="connsiteX2" fmla="*/ 609011 w 609011"/>
                      <a:gd name="connsiteY2" fmla="*/ 248372 h 289778"/>
                      <a:gd name="connsiteX3" fmla="*/ 460085 w 609011"/>
                      <a:gd name="connsiteY3" fmla="*/ 289778 h 289778"/>
                      <a:gd name="connsiteX4" fmla="*/ 0 w 609011"/>
                      <a:gd name="connsiteY4" fmla="*/ 24792 h 289778"/>
                      <a:gd name="connsiteX0" fmla="*/ 0 w 609011"/>
                      <a:gd name="connsiteY0" fmla="*/ 8038 h 273024"/>
                      <a:gd name="connsiteX1" fmla="*/ 119295 w 609011"/>
                      <a:gd name="connsiteY1" fmla="*/ 0 h 273024"/>
                      <a:gd name="connsiteX2" fmla="*/ 609011 w 609011"/>
                      <a:gd name="connsiteY2" fmla="*/ 231618 h 273024"/>
                      <a:gd name="connsiteX3" fmla="*/ 460085 w 609011"/>
                      <a:gd name="connsiteY3" fmla="*/ 273024 h 273024"/>
                      <a:gd name="connsiteX4" fmla="*/ 0 w 609011"/>
                      <a:gd name="connsiteY4" fmla="*/ 8038 h 273024"/>
                      <a:gd name="connsiteX0" fmla="*/ 0 w 589961"/>
                      <a:gd name="connsiteY0" fmla="*/ 27584 h 273024"/>
                      <a:gd name="connsiteX1" fmla="*/ 100245 w 589961"/>
                      <a:gd name="connsiteY1" fmla="*/ 0 h 273024"/>
                      <a:gd name="connsiteX2" fmla="*/ 589961 w 589961"/>
                      <a:gd name="connsiteY2" fmla="*/ 231618 h 273024"/>
                      <a:gd name="connsiteX3" fmla="*/ 441035 w 589961"/>
                      <a:gd name="connsiteY3" fmla="*/ 273024 h 273024"/>
                      <a:gd name="connsiteX4" fmla="*/ 0 w 589961"/>
                      <a:gd name="connsiteY4" fmla="*/ 27584 h 273024"/>
                      <a:gd name="connsiteX0" fmla="*/ 0 w 594724"/>
                      <a:gd name="connsiteY0" fmla="*/ 19208 h 273024"/>
                      <a:gd name="connsiteX1" fmla="*/ 105008 w 594724"/>
                      <a:gd name="connsiteY1" fmla="*/ 0 h 273024"/>
                      <a:gd name="connsiteX2" fmla="*/ 594724 w 594724"/>
                      <a:gd name="connsiteY2" fmla="*/ 231618 h 273024"/>
                      <a:gd name="connsiteX3" fmla="*/ 445798 w 594724"/>
                      <a:gd name="connsiteY3" fmla="*/ 273024 h 273024"/>
                      <a:gd name="connsiteX4" fmla="*/ 0 w 594724"/>
                      <a:gd name="connsiteY4" fmla="*/ 19208 h 273024"/>
                      <a:gd name="connsiteX0" fmla="*/ 0 w 594724"/>
                      <a:gd name="connsiteY0" fmla="*/ 27584 h 281400"/>
                      <a:gd name="connsiteX1" fmla="*/ 107389 w 594724"/>
                      <a:gd name="connsiteY1" fmla="*/ 0 h 281400"/>
                      <a:gd name="connsiteX2" fmla="*/ 594724 w 594724"/>
                      <a:gd name="connsiteY2" fmla="*/ 239994 h 281400"/>
                      <a:gd name="connsiteX3" fmla="*/ 445798 w 594724"/>
                      <a:gd name="connsiteY3" fmla="*/ 281400 h 281400"/>
                      <a:gd name="connsiteX4" fmla="*/ 0 w 594724"/>
                      <a:gd name="connsiteY4" fmla="*/ 27584 h 281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4724" h="281400">
                        <a:moveTo>
                          <a:pt x="0" y="27584"/>
                        </a:moveTo>
                        <a:lnTo>
                          <a:pt x="107389" y="0"/>
                        </a:lnTo>
                        <a:lnTo>
                          <a:pt x="594724" y="239994"/>
                        </a:lnTo>
                        <a:lnTo>
                          <a:pt x="445798" y="281400"/>
                        </a:lnTo>
                        <a:lnTo>
                          <a:pt x="0" y="27584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8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1" name="Group 260"/>
                <p:cNvGrpSpPr/>
                <p:nvPr/>
              </p:nvGrpSpPr>
              <p:grpSpPr>
                <a:xfrm>
                  <a:off x="1401846" y="1385258"/>
                  <a:ext cx="566987" cy="435222"/>
                  <a:chOff x="4187768" y="440728"/>
                  <a:chExt cx="1095211" cy="723559"/>
                </a:xfrm>
                <a:effectLst/>
              </p:grpSpPr>
              <p:sp>
                <p:nvSpPr>
                  <p:cNvPr id="62" name="Rectangle 17"/>
                  <p:cNvSpPr/>
                  <p:nvPr/>
                </p:nvSpPr>
                <p:spPr>
                  <a:xfrm>
                    <a:off x="4187768" y="440728"/>
                    <a:ext cx="1095211" cy="723559"/>
                  </a:xfrm>
                  <a:custGeom>
                    <a:avLst/>
                    <a:gdLst>
                      <a:gd name="connsiteX0" fmla="*/ 0 w 914400"/>
                      <a:gd name="connsiteY0" fmla="*/ 0 h 609600"/>
                      <a:gd name="connsiteX1" fmla="*/ 914400 w 914400"/>
                      <a:gd name="connsiteY1" fmla="*/ 0 h 609600"/>
                      <a:gd name="connsiteX2" fmla="*/ 914400 w 914400"/>
                      <a:gd name="connsiteY2" fmla="*/ 609600 h 609600"/>
                      <a:gd name="connsiteX3" fmla="*/ 0 w 914400"/>
                      <a:gd name="connsiteY3" fmla="*/ 609600 h 609600"/>
                      <a:gd name="connsiteX4" fmla="*/ 0 w 914400"/>
                      <a:gd name="connsiteY4" fmla="*/ 0 h 609600"/>
                      <a:gd name="connsiteX0" fmla="*/ 0 w 1043553"/>
                      <a:gd name="connsiteY0" fmla="*/ 0 h 609600"/>
                      <a:gd name="connsiteX1" fmla="*/ 914400 w 1043553"/>
                      <a:gd name="connsiteY1" fmla="*/ 0 h 609600"/>
                      <a:gd name="connsiteX2" fmla="*/ 1043553 w 1043553"/>
                      <a:gd name="connsiteY2" fmla="*/ 495945 h 609600"/>
                      <a:gd name="connsiteX3" fmla="*/ 0 w 1043553"/>
                      <a:gd name="connsiteY3" fmla="*/ 609600 h 609600"/>
                      <a:gd name="connsiteX4" fmla="*/ 0 w 1043553"/>
                      <a:gd name="connsiteY4" fmla="*/ 0 h 609600"/>
                      <a:gd name="connsiteX0" fmla="*/ 46495 w 1090048"/>
                      <a:gd name="connsiteY0" fmla="*/ 0 h 495945"/>
                      <a:gd name="connsiteX1" fmla="*/ 960895 w 1090048"/>
                      <a:gd name="connsiteY1" fmla="*/ 0 h 495945"/>
                      <a:gd name="connsiteX2" fmla="*/ 1090048 w 1090048"/>
                      <a:gd name="connsiteY2" fmla="*/ 495945 h 495945"/>
                      <a:gd name="connsiteX3" fmla="*/ 0 w 1090048"/>
                      <a:gd name="connsiteY3" fmla="*/ 490779 h 495945"/>
                      <a:gd name="connsiteX4" fmla="*/ 46495 w 1090048"/>
                      <a:gd name="connsiteY4" fmla="*/ 0 h 495945"/>
                      <a:gd name="connsiteX0" fmla="*/ 0 w 1043553"/>
                      <a:gd name="connsiteY0" fmla="*/ 0 h 563104"/>
                      <a:gd name="connsiteX1" fmla="*/ 914400 w 1043553"/>
                      <a:gd name="connsiteY1" fmla="*/ 0 h 563104"/>
                      <a:gd name="connsiteX2" fmla="*/ 1043553 w 1043553"/>
                      <a:gd name="connsiteY2" fmla="*/ 495945 h 563104"/>
                      <a:gd name="connsiteX3" fmla="*/ 5166 w 1043553"/>
                      <a:gd name="connsiteY3" fmla="*/ 563104 h 563104"/>
                      <a:gd name="connsiteX4" fmla="*/ 0 w 1043553"/>
                      <a:gd name="connsiteY4" fmla="*/ 0 h 563104"/>
                      <a:gd name="connsiteX0" fmla="*/ 5166 w 1048719"/>
                      <a:gd name="connsiteY0" fmla="*/ 0 h 521775"/>
                      <a:gd name="connsiteX1" fmla="*/ 919566 w 1048719"/>
                      <a:gd name="connsiteY1" fmla="*/ 0 h 521775"/>
                      <a:gd name="connsiteX2" fmla="*/ 1048719 w 1048719"/>
                      <a:gd name="connsiteY2" fmla="*/ 495945 h 521775"/>
                      <a:gd name="connsiteX3" fmla="*/ 0 w 1048719"/>
                      <a:gd name="connsiteY3" fmla="*/ 521775 h 521775"/>
                      <a:gd name="connsiteX4" fmla="*/ 5166 w 1048719"/>
                      <a:gd name="connsiteY4" fmla="*/ 0 h 521775"/>
                      <a:gd name="connsiteX0" fmla="*/ 41328 w 1084881"/>
                      <a:gd name="connsiteY0" fmla="*/ 0 h 511443"/>
                      <a:gd name="connsiteX1" fmla="*/ 955728 w 1084881"/>
                      <a:gd name="connsiteY1" fmla="*/ 0 h 511443"/>
                      <a:gd name="connsiteX2" fmla="*/ 1084881 w 1084881"/>
                      <a:gd name="connsiteY2" fmla="*/ 495945 h 511443"/>
                      <a:gd name="connsiteX3" fmla="*/ 0 w 1084881"/>
                      <a:gd name="connsiteY3" fmla="*/ 511443 h 511443"/>
                      <a:gd name="connsiteX4" fmla="*/ 41328 w 1084881"/>
                      <a:gd name="connsiteY4" fmla="*/ 0 h 511443"/>
                      <a:gd name="connsiteX0" fmla="*/ 41328 w 1084881"/>
                      <a:gd name="connsiteY0" fmla="*/ 0 h 600508"/>
                      <a:gd name="connsiteX1" fmla="*/ 955728 w 1084881"/>
                      <a:gd name="connsiteY1" fmla="*/ 0 h 600508"/>
                      <a:gd name="connsiteX2" fmla="*/ 1084881 w 1084881"/>
                      <a:gd name="connsiteY2" fmla="*/ 495945 h 600508"/>
                      <a:gd name="connsiteX3" fmla="*/ 0 w 1084881"/>
                      <a:gd name="connsiteY3" fmla="*/ 511443 h 600508"/>
                      <a:gd name="connsiteX4" fmla="*/ 41328 w 1084881"/>
                      <a:gd name="connsiteY4" fmla="*/ 0 h 600508"/>
                      <a:gd name="connsiteX0" fmla="*/ 41328 w 1079715"/>
                      <a:gd name="connsiteY0" fmla="*/ 0 h 595741"/>
                      <a:gd name="connsiteX1" fmla="*/ 955728 w 1079715"/>
                      <a:gd name="connsiteY1" fmla="*/ 0 h 595741"/>
                      <a:gd name="connsiteX2" fmla="*/ 1079715 w 1079715"/>
                      <a:gd name="connsiteY2" fmla="*/ 475280 h 595741"/>
                      <a:gd name="connsiteX3" fmla="*/ 0 w 1079715"/>
                      <a:gd name="connsiteY3" fmla="*/ 511443 h 595741"/>
                      <a:gd name="connsiteX4" fmla="*/ 41328 w 1079715"/>
                      <a:gd name="connsiteY4" fmla="*/ 0 h 595741"/>
                      <a:gd name="connsiteX0" fmla="*/ 41328 w 1079715"/>
                      <a:gd name="connsiteY0" fmla="*/ 0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41328 w 1079715"/>
                      <a:gd name="connsiteY4" fmla="*/ 0 h 632824"/>
                      <a:gd name="connsiteX0" fmla="*/ 144650 w 1079715"/>
                      <a:gd name="connsiteY0" fmla="*/ 36163 h 632824"/>
                      <a:gd name="connsiteX1" fmla="*/ 955728 w 1079715"/>
                      <a:gd name="connsiteY1" fmla="*/ 0 h 632824"/>
                      <a:gd name="connsiteX2" fmla="*/ 1079715 w 1079715"/>
                      <a:gd name="connsiteY2" fmla="*/ 475280 h 632824"/>
                      <a:gd name="connsiteX3" fmla="*/ 0 w 1079715"/>
                      <a:gd name="connsiteY3" fmla="*/ 511443 h 632824"/>
                      <a:gd name="connsiteX4" fmla="*/ 144650 w 1079715"/>
                      <a:gd name="connsiteY4" fmla="*/ 36163 h 632824"/>
                      <a:gd name="connsiteX0" fmla="*/ 144650 w 1079715"/>
                      <a:gd name="connsiteY0" fmla="*/ 98219 h 694880"/>
                      <a:gd name="connsiteX1" fmla="*/ 955728 w 1079715"/>
                      <a:gd name="connsiteY1" fmla="*/ 62056 h 694880"/>
                      <a:gd name="connsiteX2" fmla="*/ 1079715 w 1079715"/>
                      <a:gd name="connsiteY2" fmla="*/ 537336 h 694880"/>
                      <a:gd name="connsiteX3" fmla="*/ 0 w 1079715"/>
                      <a:gd name="connsiteY3" fmla="*/ 573499 h 694880"/>
                      <a:gd name="connsiteX4" fmla="*/ 144650 w 1079715"/>
                      <a:gd name="connsiteY4" fmla="*/ 98219 h 694880"/>
                      <a:gd name="connsiteX0" fmla="*/ 144650 w 1079715"/>
                      <a:gd name="connsiteY0" fmla="*/ 124397 h 721058"/>
                      <a:gd name="connsiteX1" fmla="*/ 955728 w 1079715"/>
                      <a:gd name="connsiteY1" fmla="*/ 88234 h 721058"/>
                      <a:gd name="connsiteX2" fmla="*/ 1079715 w 1079715"/>
                      <a:gd name="connsiteY2" fmla="*/ 563514 h 721058"/>
                      <a:gd name="connsiteX3" fmla="*/ 0 w 1079715"/>
                      <a:gd name="connsiteY3" fmla="*/ 599677 h 721058"/>
                      <a:gd name="connsiteX4" fmla="*/ 144650 w 1079715"/>
                      <a:gd name="connsiteY4" fmla="*/ 124397 h 721058"/>
                      <a:gd name="connsiteX0" fmla="*/ 144650 w 1079715"/>
                      <a:gd name="connsiteY0" fmla="*/ 128833 h 725494"/>
                      <a:gd name="connsiteX1" fmla="*/ 955728 w 1079715"/>
                      <a:gd name="connsiteY1" fmla="*/ 92670 h 725494"/>
                      <a:gd name="connsiteX2" fmla="*/ 1079715 w 1079715"/>
                      <a:gd name="connsiteY2" fmla="*/ 567950 h 725494"/>
                      <a:gd name="connsiteX3" fmla="*/ 0 w 1079715"/>
                      <a:gd name="connsiteY3" fmla="*/ 604113 h 725494"/>
                      <a:gd name="connsiteX4" fmla="*/ 144650 w 1079715"/>
                      <a:gd name="connsiteY4" fmla="*/ 128833 h 725494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  <a:gd name="connsiteX0" fmla="*/ 144650 w 1095213"/>
                      <a:gd name="connsiteY0" fmla="*/ 128833 h 723561"/>
                      <a:gd name="connsiteX1" fmla="*/ 955728 w 1095213"/>
                      <a:gd name="connsiteY1" fmla="*/ 92670 h 723561"/>
                      <a:gd name="connsiteX2" fmla="*/ 1095213 w 1095213"/>
                      <a:gd name="connsiteY2" fmla="*/ 562784 h 723561"/>
                      <a:gd name="connsiteX3" fmla="*/ 0 w 1095213"/>
                      <a:gd name="connsiteY3" fmla="*/ 604113 h 723561"/>
                      <a:gd name="connsiteX4" fmla="*/ 144650 w 1095213"/>
                      <a:gd name="connsiteY4" fmla="*/ 128833 h 723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5213" h="723561">
                        <a:moveTo>
                          <a:pt x="144650" y="128833"/>
                        </a:moveTo>
                        <a:cubicBezTo>
                          <a:pt x="223864" y="8291"/>
                          <a:pt x="731864" y="-70924"/>
                          <a:pt x="955728" y="92670"/>
                        </a:cubicBezTo>
                        <a:lnTo>
                          <a:pt x="1095213" y="562784"/>
                        </a:lnTo>
                        <a:cubicBezTo>
                          <a:pt x="1007389" y="717767"/>
                          <a:pt x="273803" y="810758"/>
                          <a:pt x="0" y="604113"/>
                        </a:cubicBezTo>
                        <a:lnTo>
                          <a:pt x="144650" y="12883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7800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  <a:gs pos="0">
                        <a:sysClr val="window" lastClr="FFFFFF">
                          <a:lumMod val="85000"/>
                        </a:sysClr>
                      </a:gs>
                    </a:gsLst>
                    <a:lin ang="21594000" scaled="0"/>
                    <a:tileRect/>
                  </a:gradFill>
                  <a:ln w="25400" cap="flat" cmpd="sng" algn="ctr">
                    <a:noFill/>
                    <a:prstDash val="solid"/>
                  </a:ln>
                  <a:effectLst>
                    <a:outerShdw blurRad="38100" sx="102000" sy="102000" algn="ctr" rotWithShape="0">
                      <a:prstClr val="black">
                        <a:alpha val="8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18"/>
                  <p:cNvSpPr/>
                  <p:nvPr/>
                </p:nvSpPr>
                <p:spPr>
                  <a:xfrm rot="790316">
                    <a:off x="4272878" y="616463"/>
                    <a:ext cx="913120" cy="526020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58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ectangle 18"/>
                  <p:cNvSpPr/>
                  <p:nvPr/>
                </p:nvSpPr>
                <p:spPr>
                  <a:xfrm rot="790316">
                    <a:off x="4293635" y="658792"/>
                    <a:ext cx="860201" cy="448601"/>
                  </a:xfrm>
                  <a:custGeom>
                    <a:avLst/>
                    <a:gdLst>
                      <a:gd name="connsiteX0" fmla="*/ 0 w 762000"/>
                      <a:gd name="connsiteY0" fmla="*/ 0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0 w 762000"/>
                      <a:gd name="connsiteY4" fmla="*/ 0 h 381000"/>
                      <a:gd name="connsiteX0" fmla="*/ 34568 w 762000"/>
                      <a:gd name="connsiteY0" fmla="*/ 34356 h 381000"/>
                      <a:gd name="connsiteX1" fmla="*/ 762000 w 762000"/>
                      <a:gd name="connsiteY1" fmla="*/ 0 h 381000"/>
                      <a:gd name="connsiteX2" fmla="*/ 762000 w 762000"/>
                      <a:gd name="connsiteY2" fmla="*/ 381000 h 381000"/>
                      <a:gd name="connsiteX3" fmla="*/ 0 w 762000"/>
                      <a:gd name="connsiteY3" fmla="*/ 381000 h 381000"/>
                      <a:gd name="connsiteX4" fmla="*/ 34568 w 762000"/>
                      <a:gd name="connsiteY4" fmla="*/ 34356 h 381000"/>
                      <a:gd name="connsiteX0" fmla="*/ 34568 w 784904"/>
                      <a:gd name="connsiteY0" fmla="*/ 140523 h 487167"/>
                      <a:gd name="connsiteX1" fmla="*/ 784904 w 784904"/>
                      <a:gd name="connsiteY1" fmla="*/ 0 h 487167"/>
                      <a:gd name="connsiteX2" fmla="*/ 762000 w 784904"/>
                      <a:gd name="connsiteY2" fmla="*/ 487167 h 487167"/>
                      <a:gd name="connsiteX3" fmla="*/ 0 w 784904"/>
                      <a:gd name="connsiteY3" fmla="*/ 487167 h 487167"/>
                      <a:gd name="connsiteX4" fmla="*/ 34568 w 784904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487167"/>
                      <a:gd name="connsiteX1" fmla="*/ 784904 w 913122"/>
                      <a:gd name="connsiteY1" fmla="*/ 0 h 487167"/>
                      <a:gd name="connsiteX2" fmla="*/ 913122 w 913122"/>
                      <a:gd name="connsiteY2" fmla="*/ 271407 h 487167"/>
                      <a:gd name="connsiteX3" fmla="*/ 0 w 913122"/>
                      <a:gd name="connsiteY3" fmla="*/ 487167 h 487167"/>
                      <a:gd name="connsiteX4" fmla="*/ 34568 w 913122"/>
                      <a:gd name="connsiteY4" fmla="*/ 140523 h 487167"/>
                      <a:gd name="connsiteX0" fmla="*/ 34568 w 913122"/>
                      <a:gd name="connsiteY0" fmla="*/ 140523 h 528633"/>
                      <a:gd name="connsiteX1" fmla="*/ 784904 w 913122"/>
                      <a:gd name="connsiteY1" fmla="*/ 0 h 528633"/>
                      <a:gd name="connsiteX2" fmla="*/ 913122 w 913122"/>
                      <a:gd name="connsiteY2" fmla="*/ 271407 h 528633"/>
                      <a:gd name="connsiteX3" fmla="*/ 0 w 913122"/>
                      <a:gd name="connsiteY3" fmla="*/ 487167 h 528633"/>
                      <a:gd name="connsiteX4" fmla="*/ 34568 w 913122"/>
                      <a:gd name="connsiteY4" fmla="*/ 140523 h 528633"/>
                      <a:gd name="connsiteX0" fmla="*/ 34568 w 913122"/>
                      <a:gd name="connsiteY0" fmla="*/ 140523 h 523831"/>
                      <a:gd name="connsiteX1" fmla="*/ 784904 w 913122"/>
                      <a:gd name="connsiteY1" fmla="*/ 0 h 523831"/>
                      <a:gd name="connsiteX2" fmla="*/ 913122 w 913122"/>
                      <a:gd name="connsiteY2" fmla="*/ 271407 h 523831"/>
                      <a:gd name="connsiteX3" fmla="*/ 0 w 913122"/>
                      <a:gd name="connsiteY3" fmla="*/ 487167 h 523831"/>
                      <a:gd name="connsiteX4" fmla="*/ 34568 w 913122"/>
                      <a:gd name="connsiteY4" fmla="*/ 140523 h 523831"/>
                      <a:gd name="connsiteX0" fmla="*/ 34568 w 913122"/>
                      <a:gd name="connsiteY0" fmla="*/ 140523 h 531810"/>
                      <a:gd name="connsiteX1" fmla="*/ 784904 w 913122"/>
                      <a:gd name="connsiteY1" fmla="*/ 0 h 531810"/>
                      <a:gd name="connsiteX2" fmla="*/ 913122 w 913122"/>
                      <a:gd name="connsiteY2" fmla="*/ 271407 h 531810"/>
                      <a:gd name="connsiteX3" fmla="*/ 0 w 913122"/>
                      <a:gd name="connsiteY3" fmla="*/ 487167 h 531810"/>
                      <a:gd name="connsiteX4" fmla="*/ 34568 w 913122"/>
                      <a:gd name="connsiteY4" fmla="*/ 140523 h 531810"/>
                      <a:gd name="connsiteX0" fmla="*/ 34568 w 913122"/>
                      <a:gd name="connsiteY0" fmla="*/ 140523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34568 w 913122"/>
                      <a:gd name="connsiteY4" fmla="*/ 140523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  <a:gd name="connsiteX0" fmla="*/ 44951 w 913122"/>
                      <a:gd name="connsiteY0" fmla="*/ 116870 h 526021"/>
                      <a:gd name="connsiteX1" fmla="*/ 784904 w 913122"/>
                      <a:gd name="connsiteY1" fmla="*/ 0 h 526021"/>
                      <a:gd name="connsiteX2" fmla="*/ 913122 w 913122"/>
                      <a:gd name="connsiteY2" fmla="*/ 271407 h 526021"/>
                      <a:gd name="connsiteX3" fmla="*/ 0 w 913122"/>
                      <a:gd name="connsiteY3" fmla="*/ 487167 h 526021"/>
                      <a:gd name="connsiteX4" fmla="*/ 44951 w 913122"/>
                      <a:gd name="connsiteY4" fmla="*/ 116870 h 526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3122" h="526021">
                        <a:moveTo>
                          <a:pt x="44951" y="116870"/>
                        </a:moveTo>
                        <a:cubicBezTo>
                          <a:pt x="322852" y="166102"/>
                          <a:pt x="597973" y="67427"/>
                          <a:pt x="784904" y="0"/>
                        </a:cubicBezTo>
                        <a:lnTo>
                          <a:pt x="913122" y="271407"/>
                        </a:lnTo>
                        <a:cubicBezTo>
                          <a:pt x="589801" y="602434"/>
                          <a:pt x="77051" y="532116"/>
                          <a:pt x="0" y="487167"/>
                        </a:cubicBezTo>
                        <a:lnTo>
                          <a:pt x="44951" y="116870"/>
                        </a:lnTo>
                        <a:close/>
                      </a:path>
                    </a:pathLst>
                  </a:custGeom>
                  <a:gradFill>
                    <a:gsLst>
                      <a:gs pos="100000">
                        <a:sysClr val="window" lastClr="FFFFFF">
                          <a:lumMod val="50000"/>
                          <a:alpha val="0"/>
                        </a:sysClr>
                      </a:gs>
                      <a:gs pos="0">
                        <a:sysClr val="window" lastClr="FFFFFF">
                          <a:lumMod val="65000"/>
                        </a:sysClr>
                      </a:gs>
                    </a:gsLst>
                    <a:lin ang="0" scaled="1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264"/>
                  <p:cNvSpPr/>
                  <p:nvPr/>
                </p:nvSpPr>
                <p:spPr>
                  <a:xfrm>
                    <a:off x="4385894" y="468899"/>
                    <a:ext cx="715431" cy="187564"/>
                  </a:xfrm>
                  <a:prstGeom prst="ellipse">
                    <a:avLst/>
                  </a:prstGeom>
                  <a:gradFill>
                    <a:gsLst>
                      <a:gs pos="42000">
                        <a:sysClr val="window" lastClr="FFFFFF">
                          <a:lumMod val="50000"/>
                          <a:alpha val="18000"/>
                        </a:sysClr>
                      </a:gs>
                      <a:gs pos="0">
                        <a:sysClr val="windowText" lastClr="000000">
                          <a:lumMod val="95000"/>
                          <a:lumOff val="5000"/>
                        </a:sysClr>
                      </a:gs>
                    </a:gsLst>
                    <a:lin ang="186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9" name="Rectangle 2"/>
              <p:cNvSpPr/>
              <p:nvPr/>
            </p:nvSpPr>
            <p:spPr>
              <a:xfrm>
                <a:off x="3752108" y="2749073"/>
                <a:ext cx="1681742" cy="2945944"/>
              </a:xfrm>
              <a:custGeom>
                <a:avLst/>
                <a:gdLst>
                  <a:gd name="connsiteX0" fmla="*/ 2005372 w 2122486"/>
                  <a:gd name="connsiteY0" fmla="*/ 315416 h 3718008"/>
                  <a:gd name="connsiteX1" fmla="*/ 1093233 w 2122486"/>
                  <a:gd name="connsiteY1" fmla="*/ 531553 h 3718008"/>
                  <a:gd name="connsiteX2" fmla="*/ 143269 w 2122486"/>
                  <a:gd name="connsiteY2" fmla="*/ 322824 h 3718008"/>
                  <a:gd name="connsiteX3" fmla="*/ 138577 w 2122486"/>
                  <a:gd name="connsiteY3" fmla="*/ 3192409 h 3718008"/>
                  <a:gd name="connsiteX4" fmla="*/ 135179 w 2122486"/>
                  <a:gd name="connsiteY4" fmla="*/ 3220762 h 3718008"/>
                  <a:gd name="connsiteX5" fmla="*/ 1087494 w 2122486"/>
                  <a:gd name="connsiteY5" fmla="*/ 3597444 h 3718008"/>
                  <a:gd name="connsiteX6" fmla="*/ 2011663 w 2122486"/>
                  <a:gd name="connsiteY6" fmla="*/ 3220762 h 3718008"/>
                  <a:gd name="connsiteX7" fmla="*/ 2010423 w 2122486"/>
                  <a:gd name="connsiteY7" fmla="*/ 3192409 h 3718008"/>
                  <a:gd name="connsiteX8" fmla="*/ 2005372 w 2122486"/>
                  <a:gd name="connsiteY8" fmla="*/ 315416 h 3718008"/>
                  <a:gd name="connsiteX9" fmla="*/ 0 w 2122486"/>
                  <a:gd name="connsiteY9" fmla="*/ 0 h 3718008"/>
                  <a:gd name="connsiteX10" fmla="*/ 2787 w 2122486"/>
                  <a:gd name="connsiteY10" fmla="*/ 0 h 3718008"/>
                  <a:gd name="connsiteX11" fmla="*/ 1058394 w 2122486"/>
                  <a:gd name="connsiteY11" fmla="*/ 386465 h 3718008"/>
                  <a:gd name="connsiteX12" fmla="*/ 2114001 w 2122486"/>
                  <a:gd name="connsiteY12" fmla="*/ 0 h 3718008"/>
                  <a:gd name="connsiteX13" fmla="*/ 2121085 w 2122486"/>
                  <a:gd name="connsiteY13" fmla="*/ 0 h 3718008"/>
                  <a:gd name="connsiteX14" fmla="*/ 2121085 w 2122486"/>
                  <a:gd name="connsiteY14" fmla="*/ 3265169 h 3718008"/>
                  <a:gd name="connsiteX15" fmla="*/ 2122486 w 2122486"/>
                  <a:gd name="connsiteY15" fmla="*/ 3295465 h 3718008"/>
                  <a:gd name="connsiteX16" fmla="*/ 1062308 w 2122486"/>
                  <a:gd name="connsiteY16" fmla="*/ 3718008 h 3718008"/>
                  <a:gd name="connsiteX17" fmla="*/ 2130 w 2122486"/>
                  <a:gd name="connsiteY17" fmla="*/ 3295465 h 3718008"/>
                  <a:gd name="connsiteX18" fmla="*/ 5969 w 2122486"/>
                  <a:gd name="connsiteY18" fmla="*/ 3265169 h 3718008"/>
                  <a:gd name="connsiteX19" fmla="*/ 0 w 2122486"/>
                  <a:gd name="connsiteY19" fmla="*/ 0 h 3718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22486" h="3718008">
                    <a:moveTo>
                      <a:pt x="2005372" y="315416"/>
                    </a:moveTo>
                    <a:cubicBezTo>
                      <a:pt x="1825352" y="415037"/>
                      <a:pt x="1403584" y="530318"/>
                      <a:pt x="1093233" y="531553"/>
                    </a:cubicBezTo>
                    <a:cubicBezTo>
                      <a:pt x="782883" y="532787"/>
                      <a:pt x="393422" y="491045"/>
                      <a:pt x="143269" y="322824"/>
                    </a:cubicBezTo>
                    <a:lnTo>
                      <a:pt x="138577" y="3192409"/>
                    </a:lnTo>
                    <a:lnTo>
                      <a:pt x="135179" y="3220762"/>
                    </a:lnTo>
                    <a:cubicBezTo>
                      <a:pt x="135179" y="3439161"/>
                      <a:pt x="569318" y="3597444"/>
                      <a:pt x="1087494" y="3597444"/>
                    </a:cubicBezTo>
                    <a:cubicBezTo>
                      <a:pt x="1605671" y="3597444"/>
                      <a:pt x="2011663" y="3439161"/>
                      <a:pt x="2011663" y="3220762"/>
                    </a:cubicBezTo>
                    <a:cubicBezTo>
                      <a:pt x="2011250" y="3211311"/>
                      <a:pt x="2010836" y="3201860"/>
                      <a:pt x="2010423" y="3192409"/>
                    </a:cubicBezTo>
                    <a:cubicBezTo>
                      <a:pt x="2014281" y="2220110"/>
                      <a:pt x="2001514" y="1287714"/>
                      <a:pt x="2005372" y="315416"/>
                    </a:cubicBezTo>
                    <a:close/>
                    <a:moveTo>
                      <a:pt x="0" y="0"/>
                    </a:moveTo>
                    <a:lnTo>
                      <a:pt x="2787" y="0"/>
                    </a:lnTo>
                    <a:cubicBezTo>
                      <a:pt x="48171" y="216558"/>
                      <a:pt x="503498" y="386465"/>
                      <a:pt x="1058394" y="386465"/>
                    </a:cubicBezTo>
                    <a:cubicBezTo>
                      <a:pt x="1613290" y="386465"/>
                      <a:pt x="2068618" y="216558"/>
                      <a:pt x="2114001" y="0"/>
                    </a:cubicBezTo>
                    <a:lnTo>
                      <a:pt x="2121085" y="0"/>
                    </a:lnTo>
                    <a:lnTo>
                      <a:pt x="2121085" y="3265169"/>
                    </a:lnTo>
                    <a:lnTo>
                      <a:pt x="2122486" y="3295465"/>
                    </a:lnTo>
                    <a:cubicBezTo>
                      <a:pt x="2122486" y="3528829"/>
                      <a:pt x="1647828" y="3718008"/>
                      <a:pt x="1062308" y="3718008"/>
                    </a:cubicBezTo>
                    <a:cubicBezTo>
                      <a:pt x="476788" y="3718008"/>
                      <a:pt x="2130" y="3528829"/>
                      <a:pt x="2130" y="3295465"/>
                    </a:cubicBezTo>
                    <a:lnTo>
                      <a:pt x="5969" y="3265169"/>
                    </a:lnTo>
                    <a:cubicBezTo>
                      <a:pt x="3979" y="2176779"/>
                      <a:pt x="1990" y="1088390"/>
                      <a:pt x="0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50000"/>
                </a:sysClr>
              </a:solidFill>
              <a:ln w="25400" cap="flat" cmpd="sng" algn="ctr">
                <a:noFill/>
                <a:prstDash val="solid"/>
              </a:ln>
              <a:effectLst>
                <a:outerShdw blurRad="88900" dist="38100" dir="5400000" sx="101000" sy="101000" algn="t" rotWithShape="0">
                  <a:prstClr val="black">
                    <a:alpha val="25000"/>
                  </a:prstClr>
                </a:outerShdw>
              </a:effectLst>
              <a:scene3d>
                <a:camera prst="orthographicFront"/>
                <a:lightRig rig="balanced" dir="t"/>
              </a:scene3d>
              <a:sp3d>
                <a:bevelT w="508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775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Gestão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7" name="Rounded Rectangle 23"/>
          <p:cNvSpPr/>
          <p:nvPr/>
        </p:nvSpPr>
        <p:spPr>
          <a:xfrm>
            <a:off x="1509519" y="1599267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ounded Rectangle 24"/>
          <p:cNvSpPr/>
          <p:nvPr/>
        </p:nvSpPr>
        <p:spPr>
          <a:xfrm>
            <a:off x="1658134" y="1740296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9" name="Rounded Rectangle 25"/>
          <p:cNvSpPr/>
          <p:nvPr/>
        </p:nvSpPr>
        <p:spPr>
          <a:xfrm>
            <a:off x="2725737" y="1918114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43"/>
          <p:cNvSpPr/>
          <p:nvPr/>
        </p:nvSpPr>
        <p:spPr>
          <a:xfrm>
            <a:off x="2725737" y="1918114"/>
            <a:ext cx="1814178" cy="195409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6" name="TextBox 35"/>
          <p:cNvSpPr txBox="1"/>
          <p:nvPr/>
        </p:nvSpPr>
        <p:spPr>
          <a:xfrm>
            <a:off x="1721083" y="1793575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5</a:t>
            </a: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61" name="TextBox 10"/>
          <p:cNvSpPr txBox="1"/>
          <p:nvPr/>
        </p:nvSpPr>
        <p:spPr>
          <a:xfrm>
            <a:off x="-33472" y="1732020"/>
            <a:ext cx="14957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Atuação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Projetos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DA X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Sustentação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DA</a:t>
            </a:r>
          </a:p>
        </p:txBody>
      </p:sp>
      <p:sp>
        <p:nvSpPr>
          <p:cNvPr id="62" name="Rounded Rectangle 4"/>
          <p:cNvSpPr/>
          <p:nvPr/>
        </p:nvSpPr>
        <p:spPr>
          <a:xfrm>
            <a:off x="6772812" y="1576901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ounded Rectangle 4"/>
          <p:cNvSpPr/>
          <p:nvPr/>
        </p:nvSpPr>
        <p:spPr>
          <a:xfrm>
            <a:off x="9768787" y="1570820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31"/>
          <p:cNvSpPr txBox="1"/>
          <p:nvPr/>
        </p:nvSpPr>
        <p:spPr>
          <a:xfrm>
            <a:off x="1616241" y="108176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5" name="TextBox 31"/>
          <p:cNvSpPr txBox="1"/>
          <p:nvPr/>
        </p:nvSpPr>
        <p:spPr>
          <a:xfrm>
            <a:off x="6905772" y="1081763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6" name="TextBox 31"/>
          <p:cNvSpPr txBox="1"/>
          <p:nvPr/>
        </p:nvSpPr>
        <p:spPr>
          <a:xfrm>
            <a:off x="9969389" y="1081763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70" name="Rounded Rectangle 23"/>
          <p:cNvSpPr/>
          <p:nvPr/>
        </p:nvSpPr>
        <p:spPr>
          <a:xfrm>
            <a:off x="1478045" y="2654386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ounded Rectangle 24"/>
          <p:cNvSpPr/>
          <p:nvPr/>
        </p:nvSpPr>
        <p:spPr>
          <a:xfrm>
            <a:off x="1626660" y="2795415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72" name="Rounded Rectangle 25"/>
          <p:cNvSpPr/>
          <p:nvPr/>
        </p:nvSpPr>
        <p:spPr>
          <a:xfrm>
            <a:off x="2694263" y="2973233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43"/>
          <p:cNvSpPr/>
          <p:nvPr/>
        </p:nvSpPr>
        <p:spPr>
          <a:xfrm>
            <a:off x="2694262" y="2973233"/>
            <a:ext cx="1845653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69" name="TextBox 35"/>
          <p:cNvSpPr txBox="1"/>
          <p:nvPr/>
        </p:nvSpPr>
        <p:spPr>
          <a:xfrm>
            <a:off x="1689609" y="2848694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50%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74" name="TextBox 10"/>
          <p:cNvSpPr txBox="1"/>
          <p:nvPr/>
        </p:nvSpPr>
        <p:spPr>
          <a:xfrm>
            <a:off x="-17735" y="2682902"/>
            <a:ext cx="1464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Atuação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Sustentação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DA X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Sustentação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DI</a:t>
            </a:r>
          </a:p>
        </p:txBody>
      </p:sp>
      <p:sp>
        <p:nvSpPr>
          <p:cNvPr id="75" name="Rounded Rectangle 4"/>
          <p:cNvSpPr/>
          <p:nvPr/>
        </p:nvSpPr>
        <p:spPr>
          <a:xfrm>
            <a:off x="6741338" y="2632020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9737313" y="2625939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6843529" y="1782475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Definição de Fronteiras</a:t>
            </a:r>
          </a:p>
        </p:txBody>
      </p:sp>
      <p:sp>
        <p:nvSpPr>
          <p:cNvPr id="98" name="CaixaDeTexto 97"/>
          <p:cNvSpPr txBox="1"/>
          <p:nvPr/>
        </p:nvSpPr>
        <p:spPr>
          <a:xfrm>
            <a:off x="9931901" y="177646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Dez/15</a:t>
            </a:r>
            <a:endParaRPr lang="pt-BR" dirty="0"/>
          </a:p>
        </p:txBody>
      </p:sp>
      <p:sp>
        <p:nvSpPr>
          <p:cNvPr id="99" name="CaixaDeTexto 98"/>
          <p:cNvSpPr txBox="1"/>
          <p:nvPr/>
        </p:nvSpPr>
        <p:spPr>
          <a:xfrm>
            <a:off x="6808260" y="2834813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Definição de Fronteiras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9896632" y="2828806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Set/15</a:t>
            </a:r>
            <a:endParaRPr lang="pt-BR" dirty="0"/>
          </a:p>
        </p:txBody>
      </p:sp>
      <p:sp>
        <p:nvSpPr>
          <p:cNvPr id="28" name="Rounded Rectangle 23"/>
          <p:cNvSpPr/>
          <p:nvPr/>
        </p:nvSpPr>
        <p:spPr>
          <a:xfrm>
            <a:off x="1478045" y="3622713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4"/>
          <p:cNvSpPr/>
          <p:nvPr/>
        </p:nvSpPr>
        <p:spPr>
          <a:xfrm>
            <a:off x="1626660" y="3763742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30" name="Rounded Rectangle 25"/>
          <p:cNvSpPr/>
          <p:nvPr/>
        </p:nvSpPr>
        <p:spPr>
          <a:xfrm>
            <a:off x="2694263" y="3941560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Freeform 43"/>
          <p:cNvSpPr/>
          <p:nvPr/>
        </p:nvSpPr>
        <p:spPr>
          <a:xfrm>
            <a:off x="2694263" y="3941560"/>
            <a:ext cx="1845652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32" name="TextBox 35"/>
          <p:cNvSpPr txBox="1"/>
          <p:nvPr/>
        </p:nvSpPr>
        <p:spPr>
          <a:xfrm>
            <a:off x="1689609" y="3817021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50%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33" name="TextBox 10"/>
          <p:cNvSpPr txBox="1"/>
          <p:nvPr/>
        </p:nvSpPr>
        <p:spPr>
          <a:xfrm>
            <a:off x="0" y="3737344"/>
            <a:ext cx="1446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Atuação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Projetos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DA X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Projetos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DI</a:t>
            </a:r>
          </a:p>
        </p:txBody>
      </p:sp>
      <p:sp>
        <p:nvSpPr>
          <p:cNvPr id="34" name="Rounded Rectangle 4"/>
          <p:cNvSpPr/>
          <p:nvPr/>
        </p:nvSpPr>
        <p:spPr>
          <a:xfrm>
            <a:off x="6741338" y="3600347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ounded Rectangle 4"/>
          <p:cNvSpPr/>
          <p:nvPr/>
        </p:nvSpPr>
        <p:spPr>
          <a:xfrm>
            <a:off x="9737313" y="3594266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ounded Rectangle 23"/>
          <p:cNvSpPr/>
          <p:nvPr/>
        </p:nvSpPr>
        <p:spPr>
          <a:xfrm>
            <a:off x="1446571" y="4677832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ounded Rectangle 24"/>
          <p:cNvSpPr/>
          <p:nvPr/>
        </p:nvSpPr>
        <p:spPr>
          <a:xfrm>
            <a:off x="1595186" y="4818861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38" name="Rounded Rectangle 25"/>
          <p:cNvSpPr/>
          <p:nvPr/>
        </p:nvSpPr>
        <p:spPr>
          <a:xfrm>
            <a:off x="2662789" y="4996679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Freeform 43"/>
          <p:cNvSpPr/>
          <p:nvPr/>
        </p:nvSpPr>
        <p:spPr>
          <a:xfrm>
            <a:off x="2662789" y="4996679"/>
            <a:ext cx="1283569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40" name="TextBox 35"/>
          <p:cNvSpPr txBox="1"/>
          <p:nvPr/>
        </p:nvSpPr>
        <p:spPr>
          <a:xfrm>
            <a:off x="1658135" y="4872140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40%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41" name="TextBox 10"/>
          <p:cNvSpPr txBox="1"/>
          <p:nvPr/>
        </p:nvSpPr>
        <p:spPr>
          <a:xfrm>
            <a:off x="82443" y="4807759"/>
            <a:ext cx="1331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Atualização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Clarity</a:t>
            </a:r>
          </a:p>
        </p:txBody>
      </p:sp>
      <p:sp>
        <p:nvSpPr>
          <p:cNvPr id="42" name="Rounded Rectangle 4"/>
          <p:cNvSpPr/>
          <p:nvPr/>
        </p:nvSpPr>
        <p:spPr>
          <a:xfrm>
            <a:off x="6709864" y="4655466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"/>
          <p:cNvSpPr/>
          <p:nvPr/>
        </p:nvSpPr>
        <p:spPr>
          <a:xfrm>
            <a:off x="9705839" y="4649385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6812055" y="3805921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Definição de Fronteiras</a:t>
            </a:r>
            <a:endParaRPr lang="pt-BR" dirty="0"/>
          </a:p>
        </p:txBody>
      </p:sp>
      <p:sp>
        <p:nvSpPr>
          <p:cNvPr id="45" name="CaixaDeTexto 44"/>
          <p:cNvSpPr txBox="1"/>
          <p:nvPr/>
        </p:nvSpPr>
        <p:spPr>
          <a:xfrm>
            <a:off x="9900427" y="3799914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Set/15</a:t>
            </a:r>
            <a:endParaRPr lang="pt-BR" dirty="0"/>
          </a:p>
        </p:txBody>
      </p:sp>
      <p:sp>
        <p:nvSpPr>
          <p:cNvPr id="46" name="CaixaDeTexto 45"/>
          <p:cNvSpPr txBox="1"/>
          <p:nvPr/>
        </p:nvSpPr>
        <p:spPr>
          <a:xfrm>
            <a:off x="6776786" y="4858259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Atualização</a:t>
            </a:r>
            <a:endParaRPr lang="pt-BR" dirty="0"/>
          </a:p>
        </p:txBody>
      </p:sp>
      <p:sp>
        <p:nvSpPr>
          <p:cNvPr id="47" name="CaixaDeTexto 46"/>
          <p:cNvSpPr txBox="1"/>
          <p:nvPr/>
        </p:nvSpPr>
        <p:spPr>
          <a:xfrm>
            <a:off x="9865158" y="4852252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/>
              <a:t>Ago</a:t>
            </a:r>
            <a:r>
              <a:rPr lang="pt-BR" dirty="0" smtClean="0"/>
              <a:t>/15</a:t>
            </a:r>
            <a:endParaRPr lang="pt-BR" dirty="0"/>
          </a:p>
        </p:txBody>
      </p:sp>
      <p:sp>
        <p:nvSpPr>
          <p:cNvPr id="48" name="Rounded Rectangle 23"/>
          <p:cNvSpPr/>
          <p:nvPr/>
        </p:nvSpPr>
        <p:spPr>
          <a:xfrm>
            <a:off x="1462308" y="5643058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ounded Rectangle 24"/>
          <p:cNvSpPr/>
          <p:nvPr/>
        </p:nvSpPr>
        <p:spPr>
          <a:xfrm>
            <a:off x="1610923" y="5784087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0" name="Rounded Rectangle 25"/>
          <p:cNvSpPr/>
          <p:nvPr/>
        </p:nvSpPr>
        <p:spPr>
          <a:xfrm>
            <a:off x="2678526" y="5961905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43"/>
          <p:cNvSpPr/>
          <p:nvPr/>
        </p:nvSpPr>
        <p:spPr>
          <a:xfrm>
            <a:off x="2678526" y="5961904"/>
            <a:ext cx="1861389" cy="177819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2" name="TextBox 35"/>
          <p:cNvSpPr txBox="1"/>
          <p:nvPr/>
        </p:nvSpPr>
        <p:spPr>
          <a:xfrm>
            <a:off x="1673872" y="5837366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50%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53" name="TextBox 10"/>
          <p:cNvSpPr txBox="1"/>
          <p:nvPr/>
        </p:nvSpPr>
        <p:spPr>
          <a:xfrm>
            <a:off x="98948" y="5562759"/>
            <a:ext cx="1331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Transição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complete para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 </a:t>
            </a:r>
            <a:r>
              <a:rPr kumimoji="0" lang="en-US" sz="1400" b="0" i="0" u="none" strike="noStrike" kern="120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Manter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" name="Rounded Rectangle 4"/>
          <p:cNvSpPr/>
          <p:nvPr/>
        </p:nvSpPr>
        <p:spPr>
          <a:xfrm>
            <a:off x="6725601" y="5620692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ed Rectangle 4"/>
          <p:cNvSpPr/>
          <p:nvPr/>
        </p:nvSpPr>
        <p:spPr>
          <a:xfrm>
            <a:off x="9721576" y="5614611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6796318" y="5826266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Implantação</a:t>
            </a:r>
            <a:endParaRPr lang="pt-BR" dirty="0"/>
          </a:p>
        </p:txBody>
      </p:sp>
      <p:sp>
        <p:nvSpPr>
          <p:cNvPr id="68" name="CaixaDeTexto 67"/>
          <p:cNvSpPr txBox="1"/>
          <p:nvPr/>
        </p:nvSpPr>
        <p:spPr>
          <a:xfrm>
            <a:off x="9884690" y="5820259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833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1"/>
          <p:cNvSpPr txBox="1">
            <a:spLocks/>
          </p:cNvSpPr>
          <p:nvPr/>
        </p:nvSpPr>
        <p:spPr>
          <a:xfrm>
            <a:off x="288758" y="148394"/>
            <a:ext cx="10515600" cy="708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FC000"/>
                </a:solidFill>
                <a:latin typeface="Gill Sans Std Light" pitchFamily="34" charset="0"/>
              </a:rPr>
              <a:t>T2R &gt; </a:t>
            </a:r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Status &gt; GSA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cxnSp>
        <p:nvCxnSpPr>
          <p:cNvPr id="120" name="Conector reto 119"/>
          <p:cNvCxnSpPr/>
          <p:nvPr/>
        </p:nvCxnSpPr>
        <p:spPr>
          <a:xfrm>
            <a:off x="52888" y="894537"/>
            <a:ext cx="7028154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21" name="Imagem 12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9846" y="33672"/>
            <a:ext cx="775990" cy="708863"/>
          </a:xfrm>
          <a:prstGeom prst="rect">
            <a:avLst/>
          </a:prstGeom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/>
          </p:nvPr>
        </p:nvGraphicFramePr>
        <p:xfrm>
          <a:off x="1353926" y="4459739"/>
          <a:ext cx="8991600" cy="21976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0500"/>
                <a:gridCol w="3276600"/>
                <a:gridCol w="1193800"/>
                <a:gridCol w="1146175"/>
                <a:gridCol w="552450"/>
                <a:gridCol w="1362075"/>
              </a:tblGrid>
              <a:tr h="309035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Tipo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Projeto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0" marB="36000" anchor="ctr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>
                          <a:effectLst/>
                        </a:rPr>
                        <a:t>GSA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Status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b"/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BR" sz="1100" u="none" strike="noStrike" dirty="0">
                          <a:effectLst/>
                        </a:rPr>
                        <a:t>Planejado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Sites 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 err="1">
                          <a:effectLst/>
                        </a:rPr>
                        <a:t>Biosphera</a:t>
                      </a:r>
                      <a:r>
                        <a:rPr lang="pt-BR" sz="1050" u="none" strike="noStrike" dirty="0">
                          <a:effectLst/>
                        </a:rPr>
                        <a:t> (Rede Natura)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Junior Fonseca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OMNI - MDM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Junior Fonseca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 Pedidos NCN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Blog Consultoria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Instituto Natura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Portal Ekos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Revista Natura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01/out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Revista Falada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Sites 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Portal Trilhas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Em andamento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01/set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366936" y="1177133"/>
          <a:ext cx="8991600" cy="27719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0500"/>
                <a:gridCol w="3276600"/>
                <a:gridCol w="1193800"/>
                <a:gridCol w="1089025"/>
                <a:gridCol w="561975"/>
                <a:gridCol w="1409700"/>
              </a:tblGrid>
              <a:tr h="282575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Tipo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>
                          <a:effectLst/>
                        </a:rPr>
                        <a:t>Projeto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GSA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Status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BR" sz="1100" u="none" strike="noStrike" dirty="0">
                          <a:effectLst/>
                        </a:rPr>
                        <a:t>Planejado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Plataforma de Relacionamento (Site CN / Site CF)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Hot site - Datas Comemorativas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OMNI - Ficha Eletrônica - Quero ser CN</a:t>
                      </a:r>
                      <a:r>
                        <a:rPr lang="pt-BR" sz="1400" u="none" strike="noStrike">
                          <a:effectLst/>
                        </a:rPr>
                        <a:t>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Autoatendimento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Aprenda Mais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Encontro Natura Virtual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 Campanhas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Movimento Natura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Sites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TIN CAN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Junior Fonseca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RH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Ponto Eletrônico 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André Arruda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21/</a:t>
                      </a:r>
                      <a:r>
                        <a:rPr lang="pt-BR" sz="1100" u="none" strike="noStrike" dirty="0" err="1">
                          <a:effectLst/>
                        </a:rPr>
                        <a:t>jul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SAP APO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APO Otimizador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Rudney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</a:rPr>
                        <a:t>01/mar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SAP ECC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HUB SP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>
                          <a:effectLst/>
                        </a:rPr>
                        <a:t>Rudney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u="none" strike="noStrike" dirty="0">
                          <a:effectLst/>
                        </a:rPr>
                        <a:t>Concluído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 err="1">
                          <a:effectLst/>
                        </a:rPr>
                        <a:t>jun</a:t>
                      </a:r>
                      <a:r>
                        <a:rPr lang="pt-BR" sz="1100" u="none" strike="noStrike" dirty="0">
                          <a:effectLst/>
                        </a:rPr>
                        <a:t>/15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2194431" y="-1287911"/>
            <a:ext cx="21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E7E6E6">
                    <a:lumMod val="25000"/>
                  </a:srgbClr>
                </a:solidFill>
                <a:latin typeface="Gill Sans Std Light" pitchFamily="34" charset="0"/>
              </a:rPr>
              <a:t>Transições concluídas:</a:t>
            </a:r>
            <a:endParaRPr lang="pt-BR" dirty="0">
              <a:solidFill>
                <a:srgbClr val="E7E6E6">
                  <a:lumMod val="25000"/>
                </a:srgbClr>
              </a:solidFill>
              <a:latin typeface="Gill Sans Std Light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8610223" y="1491284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8610223" y="1697635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8610223" y="1903986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8610223" y="2110337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8610223" y="2316688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8610223" y="2523039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8610223" y="2729390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8610223" y="2935741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8610223" y="3142092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8610223" y="3373100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8610223" y="3579451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8610223" y="3785805"/>
            <a:ext cx="135082" cy="135082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3" name="Elipse 22"/>
          <p:cNvSpPr/>
          <p:nvPr/>
        </p:nvSpPr>
        <p:spPr>
          <a:xfrm>
            <a:off x="8637970" y="4813504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4" name="Elipse 23"/>
          <p:cNvSpPr/>
          <p:nvPr/>
        </p:nvSpPr>
        <p:spPr>
          <a:xfrm>
            <a:off x="8637970" y="5029380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5" name="Elipse 24"/>
          <p:cNvSpPr/>
          <p:nvPr/>
        </p:nvSpPr>
        <p:spPr>
          <a:xfrm>
            <a:off x="8637970" y="5235731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8637970" y="5442082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7" name="Elipse 26"/>
          <p:cNvSpPr/>
          <p:nvPr/>
        </p:nvSpPr>
        <p:spPr>
          <a:xfrm>
            <a:off x="8637970" y="5648433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8" name="Elipse 27"/>
          <p:cNvSpPr/>
          <p:nvPr/>
        </p:nvSpPr>
        <p:spPr>
          <a:xfrm>
            <a:off x="8637970" y="5854784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0" name="Elipse 29"/>
          <p:cNvSpPr/>
          <p:nvPr/>
        </p:nvSpPr>
        <p:spPr>
          <a:xfrm>
            <a:off x="8637970" y="6061135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8637970" y="6267486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2" name="Elipse 31"/>
          <p:cNvSpPr/>
          <p:nvPr/>
        </p:nvSpPr>
        <p:spPr>
          <a:xfrm>
            <a:off x="10151069" y="-1474116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3" name="Elipse 32"/>
          <p:cNvSpPr/>
          <p:nvPr/>
        </p:nvSpPr>
        <p:spPr>
          <a:xfrm>
            <a:off x="8647870" y="6467386"/>
            <a:ext cx="135082" cy="13508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60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1"/>
          <p:cNvSpPr txBox="1">
            <a:spLocks/>
          </p:cNvSpPr>
          <p:nvPr/>
        </p:nvSpPr>
        <p:spPr>
          <a:xfrm>
            <a:off x="288758" y="148394"/>
            <a:ext cx="10515600" cy="708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FC000"/>
                </a:solidFill>
                <a:latin typeface="Gill Sans Std Light" pitchFamily="34" charset="0"/>
              </a:rPr>
              <a:t>T2R &gt; </a:t>
            </a:r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Status &gt; GSA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cxnSp>
        <p:nvCxnSpPr>
          <p:cNvPr id="120" name="Conector reto 119"/>
          <p:cNvCxnSpPr/>
          <p:nvPr/>
        </p:nvCxnSpPr>
        <p:spPr>
          <a:xfrm>
            <a:off x="0" y="893258"/>
            <a:ext cx="7028154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21" name="Imagem 12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29" name="CaixaDeTexto 28"/>
          <p:cNvSpPr txBox="1"/>
          <p:nvPr/>
        </p:nvSpPr>
        <p:spPr>
          <a:xfrm>
            <a:off x="594231" y="893258"/>
            <a:ext cx="213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E7E6E6">
                    <a:lumMod val="25000"/>
                  </a:srgbClr>
                </a:solidFill>
                <a:latin typeface="Gill Sans Std Light" pitchFamily="34" charset="0"/>
              </a:rPr>
              <a:t>Transições planejadas:</a:t>
            </a:r>
            <a:endParaRPr lang="pt-BR" dirty="0">
              <a:solidFill>
                <a:srgbClr val="E7E6E6">
                  <a:lumMod val="25000"/>
                </a:srgbClr>
              </a:solidFill>
              <a:latin typeface="Gill Sans Std Light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/>
          </p:nvPr>
        </p:nvGraphicFramePr>
        <p:xfrm>
          <a:off x="1257804" y="1262590"/>
          <a:ext cx="8992800" cy="54140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0695"/>
                <a:gridCol w="3277038"/>
                <a:gridCol w="1193959"/>
                <a:gridCol w="1146886"/>
                <a:gridCol w="644053"/>
                <a:gridCol w="1270169"/>
              </a:tblGrid>
              <a:tr h="317500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Tipo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Projeto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>
                          <a:effectLst/>
                        </a:rPr>
                        <a:t>GSA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rtl="0" fontAlgn="b"/>
                      <a:r>
                        <a:rPr lang="pt-BR" sz="1100" u="none" strike="noStrike" dirty="0">
                          <a:effectLst/>
                        </a:rPr>
                        <a:t>Status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rtl="0" fontAlgn="b"/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BR" sz="1100" u="none" strike="noStrike" dirty="0">
                          <a:effectLst/>
                        </a:rPr>
                        <a:t>Planejado</a:t>
                      </a:r>
                      <a:endParaRPr lang="pt-B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8572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Sites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Cocriando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01/set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Capta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Capta Mobile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App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App</a:t>
                      </a:r>
                      <a:r>
                        <a:rPr lang="pt-BR" sz="1000" u="none" strike="noStrike" dirty="0">
                          <a:effectLst/>
                        </a:rPr>
                        <a:t> MMBB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Junior Fonseca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App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App</a:t>
                      </a:r>
                      <a:r>
                        <a:rPr lang="pt-BR" sz="1000" u="none" strike="noStrike" dirty="0">
                          <a:effectLst/>
                        </a:rPr>
                        <a:t> Assistente de Venda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App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App</a:t>
                      </a:r>
                      <a:r>
                        <a:rPr lang="pt-BR" sz="1000" u="none" strike="noStrike" dirty="0">
                          <a:effectLst/>
                        </a:rPr>
                        <a:t> de Vendas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Planejado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App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App</a:t>
                      </a:r>
                      <a:r>
                        <a:rPr lang="pt-BR" sz="1000" u="none" strike="noStrike" dirty="0">
                          <a:effectLst/>
                        </a:rPr>
                        <a:t> Faces Natura </a:t>
                      </a:r>
                      <a:r>
                        <a:rPr lang="pt-BR" sz="1000" u="none" strike="noStrike" dirty="0" err="1">
                          <a:effectLst/>
                        </a:rPr>
                        <a:t>Facebook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Junior Fonseca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App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APPs</a:t>
                      </a:r>
                      <a:r>
                        <a:rPr lang="pt-BR" sz="1000" u="none" strike="noStrike" dirty="0">
                          <a:effectLst/>
                        </a:rPr>
                        <a:t> Meu Showroom, Meu Encontro, Meu Negocio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App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ASSINATURA DIGITAL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Blog Consultoria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Junior Fonseca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>
                          <a:effectLst/>
                        </a:rPr>
                        <a:t>01/nov</a:t>
                      </a:r>
                      <a:endParaRPr lang="pt-BR" sz="105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CHAORDIC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Junior Fonseca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CHAT CND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DT – Direct Talk (</a:t>
                      </a:r>
                      <a:r>
                        <a:rPr lang="en-US" sz="1000" u="none" strike="noStrike" dirty="0" err="1">
                          <a:effectLst/>
                        </a:rPr>
                        <a:t>DTMail</a:t>
                      </a:r>
                      <a:r>
                        <a:rPr lang="en-US" sz="1000" u="none" strike="noStrike" dirty="0">
                          <a:effectLst/>
                        </a:rPr>
                        <a:t> e Chat)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FAN PAGE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GYGUIA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PC/CDC/DQ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Junior Fonseca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Rightnow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Junior Fonseca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SHOPPINGS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Junior Fonseca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Blindado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Junior Fonseca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Planejado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01/</a:t>
                      </a:r>
                      <a:r>
                        <a:rPr lang="pt-BR" sz="1050" u="none" strike="noStrike" dirty="0" err="1">
                          <a:effectLst/>
                        </a:rPr>
                        <a:t>nov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Sites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Formulário GR – Conquistas Profissionais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Maria Sakai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Não iniciado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Outros Backlog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NPLIN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 definir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Não iniciado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Outros Backlog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ODS – Base do Única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 definir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Não iniciado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Sharepoint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NaturaDoc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André Arruda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Em projeto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Sharepoint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NovaIntranet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André Arruda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Em projeto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Fiscal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Programa SPED Fiscal e Social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André Arruda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Em projeto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SAP APO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VNP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Rudney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Em contratação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919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>
                          <a:effectLst/>
                        </a:rPr>
                        <a:t>SAP ECC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Gestão de Perdas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 err="1">
                          <a:effectLst/>
                        </a:rPr>
                        <a:t>Rudney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u="none" strike="noStrike" dirty="0">
                          <a:effectLst/>
                        </a:rPr>
                        <a:t>A definir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u="none" strike="noStrike" dirty="0">
                          <a:effectLst/>
                        </a:rPr>
                        <a:t>A definir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2" name="Elipse 121"/>
          <p:cNvSpPr/>
          <p:nvPr/>
        </p:nvSpPr>
        <p:spPr>
          <a:xfrm>
            <a:off x="8609741" y="160894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3" name="Elipse 122"/>
          <p:cNvSpPr/>
          <p:nvPr/>
        </p:nvSpPr>
        <p:spPr>
          <a:xfrm>
            <a:off x="8609741" y="180499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4" name="Elipse 123"/>
          <p:cNvSpPr/>
          <p:nvPr/>
        </p:nvSpPr>
        <p:spPr>
          <a:xfrm>
            <a:off x="8609741" y="200103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5" name="Elipse 124"/>
          <p:cNvSpPr/>
          <p:nvPr/>
        </p:nvSpPr>
        <p:spPr>
          <a:xfrm>
            <a:off x="8609741" y="219708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6" name="Elipse 125"/>
          <p:cNvSpPr/>
          <p:nvPr/>
        </p:nvSpPr>
        <p:spPr>
          <a:xfrm>
            <a:off x="8609741" y="239312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7" name="Elipse 126"/>
          <p:cNvSpPr/>
          <p:nvPr/>
        </p:nvSpPr>
        <p:spPr>
          <a:xfrm>
            <a:off x="8609741" y="258917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8" name="Elipse 127"/>
          <p:cNvSpPr/>
          <p:nvPr/>
        </p:nvSpPr>
        <p:spPr>
          <a:xfrm>
            <a:off x="8609741" y="278521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9" name="Elipse 128"/>
          <p:cNvSpPr/>
          <p:nvPr/>
        </p:nvSpPr>
        <p:spPr>
          <a:xfrm>
            <a:off x="8609741" y="298126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0" name="Elipse 129"/>
          <p:cNvSpPr/>
          <p:nvPr/>
        </p:nvSpPr>
        <p:spPr>
          <a:xfrm>
            <a:off x="8609741" y="317730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1" name="Elipse 130"/>
          <p:cNvSpPr/>
          <p:nvPr/>
        </p:nvSpPr>
        <p:spPr>
          <a:xfrm>
            <a:off x="8609741" y="376544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2" name="Elipse 131"/>
          <p:cNvSpPr/>
          <p:nvPr/>
        </p:nvSpPr>
        <p:spPr>
          <a:xfrm>
            <a:off x="8609741" y="396148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3" name="Elipse 132"/>
          <p:cNvSpPr/>
          <p:nvPr/>
        </p:nvSpPr>
        <p:spPr>
          <a:xfrm>
            <a:off x="8609741" y="415753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4" name="Elipse 133"/>
          <p:cNvSpPr/>
          <p:nvPr/>
        </p:nvSpPr>
        <p:spPr>
          <a:xfrm>
            <a:off x="8609741" y="435357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5" name="Elipse 134"/>
          <p:cNvSpPr/>
          <p:nvPr/>
        </p:nvSpPr>
        <p:spPr>
          <a:xfrm>
            <a:off x="8609741" y="454962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6" name="Elipse 135"/>
          <p:cNvSpPr/>
          <p:nvPr/>
        </p:nvSpPr>
        <p:spPr>
          <a:xfrm>
            <a:off x="8609741" y="474566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7" name="Elipse 136"/>
          <p:cNvSpPr/>
          <p:nvPr/>
        </p:nvSpPr>
        <p:spPr>
          <a:xfrm>
            <a:off x="8609741" y="494171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9" name="Elipse 138"/>
          <p:cNvSpPr/>
          <p:nvPr/>
        </p:nvSpPr>
        <p:spPr>
          <a:xfrm>
            <a:off x="8609741" y="513775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2" name="Elipse 171"/>
          <p:cNvSpPr/>
          <p:nvPr/>
        </p:nvSpPr>
        <p:spPr>
          <a:xfrm>
            <a:off x="8609741" y="533380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3" name="Elipse 172"/>
          <p:cNvSpPr/>
          <p:nvPr/>
        </p:nvSpPr>
        <p:spPr>
          <a:xfrm>
            <a:off x="8609741" y="552984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4" name="Elipse 173"/>
          <p:cNvSpPr/>
          <p:nvPr/>
        </p:nvSpPr>
        <p:spPr>
          <a:xfrm>
            <a:off x="8609741" y="572589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5" name="Elipse 174"/>
          <p:cNvSpPr/>
          <p:nvPr/>
        </p:nvSpPr>
        <p:spPr>
          <a:xfrm>
            <a:off x="8609741" y="592193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6" name="Elipse 175"/>
          <p:cNvSpPr/>
          <p:nvPr/>
        </p:nvSpPr>
        <p:spPr>
          <a:xfrm>
            <a:off x="8609741" y="611798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7" name="Elipse 176"/>
          <p:cNvSpPr/>
          <p:nvPr/>
        </p:nvSpPr>
        <p:spPr>
          <a:xfrm>
            <a:off x="8609741" y="631402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8" name="Elipse 177"/>
          <p:cNvSpPr/>
          <p:nvPr/>
        </p:nvSpPr>
        <p:spPr>
          <a:xfrm>
            <a:off x="8609741" y="6510077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9" name="Elipse 178"/>
          <p:cNvSpPr/>
          <p:nvPr/>
        </p:nvSpPr>
        <p:spPr>
          <a:xfrm>
            <a:off x="8609741" y="3569395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80" name="Elipse 179"/>
          <p:cNvSpPr/>
          <p:nvPr/>
        </p:nvSpPr>
        <p:spPr>
          <a:xfrm>
            <a:off x="8609741" y="3373350"/>
            <a:ext cx="135082" cy="13508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10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179" name="Rounded Rectangle 110"/>
          <p:cNvSpPr/>
          <p:nvPr/>
        </p:nvSpPr>
        <p:spPr>
          <a:xfrm rot="5400000">
            <a:off x="1259256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A0D5EA"/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180" name="Rectangle 111"/>
          <p:cNvSpPr/>
          <p:nvPr/>
        </p:nvSpPr>
        <p:spPr>
          <a:xfrm>
            <a:off x="1494975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Referência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As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Pace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Futura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movimentos para 2015</a:t>
            </a:r>
          </a:p>
          <a:p>
            <a:pPr marL="628650" lvl="2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Movimentos para 2016</a:t>
            </a:r>
          </a:p>
        </p:txBody>
      </p:sp>
      <p:sp>
        <p:nvSpPr>
          <p:cNvPr id="177" name="Oval 3"/>
          <p:cNvSpPr/>
          <p:nvPr/>
        </p:nvSpPr>
        <p:spPr>
          <a:xfrm rot="21238514">
            <a:off x="202570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8" name="Oval 3"/>
          <p:cNvSpPr/>
          <p:nvPr/>
        </p:nvSpPr>
        <p:spPr>
          <a:xfrm>
            <a:off x="291655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35A5D2">
                  <a:lumMod val="60000"/>
                  <a:lumOff val="40000"/>
                </a:srgbClr>
              </a:gs>
              <a:gs pos="100000">
                <a:srgbClr val="35A5D2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176" name="Oval 6"/>
          <p:cNvSpPr/>
          <p:nvPr/>
        </p:nvSpPr>
        <p:spPr>
          <a:xfrm>
            <a:off x="395256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372" name="Rectangle 108"/>
          <p:cNvSpPr/>
          <p:nvPr/>
        </p:nvSpPr>
        <p:spPr>
          <a:xfrm>
            <a:off x="1748772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Arquitetura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23" name="Rounded Rectangle 110"/>
          <p:cNvSpPr/>
          <p:nvPr/>
        </p:nvSpPr>
        <p:spPr>
          <a:xfrm rot="5400000">
            <a:off x="5201074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DE3A1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24" name="Rectangle 111"/>
          <p:cNvSpPr/>
          <p:nvPr/>
        </p:nvSpPr>
        <p:spPr>
          <a:xfrm>
            <a:off x="5436793" y="2007881"/>
            <a:ext cx="255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desenvolvimento de aplicação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Projetos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" name="Oval 3"/>
          <p:cNvSpPr/>
          <p:nvPr/>
        </p:nvSpPr>
        <p:spPr>
          <a:xfrm rot="21238514">
            <a:off x="4144388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2" name="Oval 3"/>
          <p:cNvSpPr/>
          <p:nvPr/>
        </p:nvSpPr>
        <p:spPr>
          <a:xfrm>
            <a:off x="4233473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BD168"/>
              </a:gs>
              <a:gs pos="100000">
                <a:srgbClr val="FBD168">
                  <a:lumMod val="75000"/>
                </a:srgbClr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14400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20" name="Oval 6"/>
          <p:cNvSpPr/>
          <p:nvPr/>
        </p:nvSpPr>
        <p:spPr>
          <a:xfrm>
            <a:off x="4337074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00" name="Rectangle 108"/>
          <p:cNvSpPr/>
          <p:nvPr/>
        </p:nvSpPr>
        <p:spPr>
          <a:xfrm>
            <a:off x="5690590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Forma de </a:t>
            </a: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Atuação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50" name="Rounded Rectangle 110"/>
          <p:cNvSpPr/>
          <p:nvPr/>
        </p:nvSpPr>
        <p:spPr>
          <a:xfrm rot="5400000">
            <a:off x="9142893" y="627775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FAC6B4"/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51" name="Rectangle 111"/>
          <p:cNvSpPr/>
          <p:nvPr/>
        </p:nvSpPr>
        <p:spPr>
          <a:xfrm>
            <a:off x="9378612" y="2007881"/>
            <a:ext cx="2550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Sustentação – Situação Atual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testes (fábrica, ferramenta, abordagens,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49" name="Oval 3"/>
          <p:cNvSpPr/>
          <p:nvPr/>
        </p:nvSpPr>
        <p:spPr>
          <a:xfrm>
            <a:off x="8175292" y="1172538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F46A3C">
                  <a:lumMod val="60000"/>
                  <a:lumOff val="40000"/>
                </a:srgbClr>
              </a:gs>
              <a:gs pos="100000">
                <a:srgbClr val="F46A3C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47" name="Oval 6"/>
          <p:cNvSpPr/>
          <p:nvPr/>
        </p:nvSpPr>
        <p:spPr>
          <a:xfrm>
            <a:off x="8278893" y="1269487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27" name="Rectangle 108"/>
          <p:cNvSpPr/>
          <p:nvPr/>
        </p:nvSpPr>
        <p:spPr>
          <a:xfrm>
            <a:off x="9632409" y="1609419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Qualidade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477" name="Rounded Rectangle 110"/>
          <p:cNvSpPr/>
          <p:nvPr/>
        </p:nvSpPr>
        <p:spPr>
          <a:xfrm rot="5400000">
            <a:off x="1259256" y="3284382"/>
            <a:ext cx="1821522" cy="3557056"/>
          </a:xfrm>
          <a:prstGeom prst="roundRect">
            <a:avLst>
              <a:gd name="adj" fmla="val 7102"/>
            </a:avLst>
          </a:prstGeom>
          <a:gradFill flip="none" rotWithShape="1">
            <a:gsLst>
              <a:gs pos="0">
                <a:srgbClr val="EC9EC5"/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478" name="Rectangle 111"/>
          <p:cNvSpPr/>
          <p:nvPr/>
        </p:nvSpPr>
        <p:spPr>
          <a:xfrm>
            <a:off x="1494975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– Evolução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Contratação - Sustentação</a:t>
            </a:r>
          </a:p>
        </p:txBody>
      </p:sp>
      <p:sp>
        <p:nvSpPr>
          <p:cNvPr id="475" name="Oval 3"/>
          <p:cNvSpPr/>
          <p:nvPr/>
        </p:nvSpPr>
        <p:spPr>
          <a:xfrm rot="21238514">
            <a:off x="202570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76" name="Oval 3"/>
          <p:cNvSpPr/>
          <p:nvPr/>
        </p:nvSpPr>
        <p:spPr>
          <a:xfrm>
            <a:off x="291655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0">
                <a:srgbClr val="C12572">
                  <a:lumMod val="60000"/>
                  <a:lumOff val="40000"/>
                </a:srgbClr>
              </a:gs>
              <a:gs pos="100000">
                <a:srgbClr val="C1257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t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474" name="Oval 6"/>
          <p:cNvSpPr/>
          <p:nvPr/>
        </p:nvSpPr>
        <p:spPr>
          <a:xfrm>
            <a:off x="395256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54" name="Rectangle 108"/>
          <p:cNvSpPr/>
          <p:nvPr/>
        </p:nvSpPr>
        <p:spPr>
          <a:xfrm>
            <a:off x="1748772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Sourcing</a:t>
            </a:r>
          </a:p>
        </p:txBody>
      </p:sp>
      <p:sp>
        <p:nvSpPr>
          <p:cNvPr id="504" name="Rounded Rectangle 110"/>
          <p:cNvSpPr/>
          <p:nvPr/>
        </p:nvSpPr>
        <p:spPr>
          <a:xfrm rot="5400000">
            <a:off x="5201074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61BFFF"/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05" name="Rectangle 111"/>
          <p:cNvSpPr/>
          <p:nvPr/>
        </p:nvSpPr>
        <p:spPr>
          <a:xfrm>
            <a:off x="5436793" y="4664488"/>
            <a:ext cx="25500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Atuação DA Projetos X Sustentação X 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Implantação </a:t>
            </a: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</a:t>
            </a: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kern="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" name="Oval 3"/>
          <p:cNvSpPr/>
          <p:nvPr/>
        </p:nvSpPr>
        <p:spPr>
          <a:xfrm rot="21238514">
            <a:off x="4144388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3" name="Oval 3"/>
          <p:cNvSpPr/>
          <p:nvPr/>
        </p:nvSpPr>
        <p:spPr>
          <a:xfrm>
            <a:off x="4233473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0070C0">
                  <a:lumMod val="60000"/>
                  <a:lumOff val="40000"/>
                </a:srgbClr>
              </a:gs>
              <a:gs pos="100000">
                <a:srgbClr val="0070C0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01" name="Oval 6"/>
          <p:cNvSpPr/>
          <p:nvPr/>
        </p:nvSpPr>
        <p:spPr>
          <a:xfrm>
            <a:off x="4337074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81" name="Rectangle 108"/>
          <p:cNvSpPr/>
          <p:nvPr/>
        </p:nvSpPr>
        <p:spPr>
          <a:xfrm>
            <a:off x="5690590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Gestão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sp>
        <p:nvSpPr>
          <p:cNvPr id="531" name="Rounded Rectangle 110"/>
          <p:cNvSpPr/>
          <p:nvPr/>
        </p:nvSpPr>
        <p:spPr>
          <a:xfrm rot="5400000">
            <a:off x="9142893" y="3284382"/>
            <a:ext cx="1821522" cy="3557056"/>
          </a:xfrm>
          <a:prstGeom prst="roundRect">
            <a:avLst>
              <a:gd name="adj" fmla="val 7102"/>
            </a:avLst>
          </a:prstGeom>
          <a:gradFill>
            <a:gsLst>
              <a:gs pos="0">
                <a:srgbClr val="B1D9AF"/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 dirty="0"/>
          </a:p>
        </p:txBody>
      </p:sp>
      <p:sp>
        <p:nvSpPr>
          <p:cNvPr id="532" name="Rectangle 111"/>
          <p:cNvSpPr/>
          <p:nvPr/>
        </p:nvSpPr>
        <p:spPr>
          <a:xfrm>
            <a:off x="9378612" y="4664488"/>
            <a:ext cx="255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 Estrutura Organizacional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Clusterização</a:t>
            </a: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Papéis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Equipe Engajada</a:t>
            </a:r>
          </a:p>
        </p:txBody>
      </p:sp>
      <p:sp>
        <p:nvSpPr>
          <p:cNvPr id="529" name="Oval 3"/>
          <p:cNvSpPr/>
          <p:nvPr/>
        </p:nvSpPr>
        <p:spPr>
          <a:xfrm rot="21238514">
            <a:off x="8086207" y="3824425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30" name="Oval 3"/>
          <p:cNvSpPr/>
          <p:nvPr/>
        </p:nvSpPr>
        <p:spPr>
          <a:xfrm>
            <a:off x="8175292" y="3829145"/>
            <a:ext cx="1264225" cy="1493920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168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0827" y="808020"/>
                  <a:pt x="296382" y="813796"/>
                </a:cubicBezTo>
                <a:cubicBezTo>
                  <a:pt x="247229" y="820572"/>
                  <a:pt x="164011" y="734058"/>
                  <a:pt x="141601" y="625677"/>
                </a:cubicBezTo>
                <a:cubicBezTo>
                  <a:pt x="82574" y="581169"/>
                  <a:pt x="12224" y="492814"/>
                  <a:pt x="0" y="344482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528" name="Oval 6"/>
          <p:cNvSpPr/>
          <p:nvPr/>
        </p:nvSpPr>
        <p:spPr>
          <a:xfrm>
            <a:off x="8278893" y="3926094"/>
            <a:ext cx="1057024" cy="105702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08" name="Rectangle 108"/>
          <p:cNvSpPr/>
          <p:nvPr/>
        </p:nvSpPr>
        <p:spPr>
          <a:xfrm>
            <a:off x="9632409" y="4266026"/>
            <a:ext cx="1877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rPr>
              <a:t>Pessoas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Andalus" panose="02020603050405020304" pitchFamily="18" charset="-78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7035" y="4031022"/>
            <a:ext cx="955131" cy="76557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532" y="4126722"/>
            <a:ext cx="811860" cy="6765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878" y="1441363"/>
            <a:ext cx="705444" cy="7054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715" y="1494618"/>
            <a:ext cx="814483" cy="58673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810" y="1446403"/>
            <a:ext cx="649097" cy="70318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036" y="4203878"/>
            <a:ext cx="863848" cy="493627"/>
          </a:xfrm>
          <a:prstGeom prst="rect">
            <a:avLst/>
          </a:prstGeom>
        </p:spPr>
      </p:pic>
      <p:grpSp>
        <p:nvGrpSpPr>
          <p:cNvPr id="46" name="Group 17"/>
          <p:cNvGrpSpPr/>
          <p:nvPr/>
        </p:nvGrpSpPr>
        <p:grpSpPr>
          <a:xfrm rot="6301949">
            <a:off x="6040581" y="2277095"/>
            <a:ext cx="5898587" cy="6370917"/>
            <a:chOff x="2096675" y="2151531"/>
            <a:chExt cx="3320213" cy="3650616"/>
          </a:xfrm>
        </p:grpSpPr>
        <p:grpSp>
          <p:nvGrpSpPr>
            <p:cNvPr id="47" name="Group 18"/>
            <p:cNvGrpSpPr/>
            <p:nvPr/>
          </p:nvGrpSpPr>
          <p:grpSpPr>
            <a:xfrm rot="917479">
              <a:off x="3974404" y="4617145"/>
              <a:ext cx="1442484" cy="1185002"/>
              <a:chOff x="4865732" y="4818670"/>
              <a:chExt cx="2275476" cy="1869308"/>
            </a:xfrm>
          </p:grpSpPr>
          <p:sp>
            <p:nvSpPr>
              <p:cNvPr id="56" name="Rounded Rectangle 7"/>
              <p:cNvSpPr/>
              <p:nvPr/>
            </p:nvSpPr>
            <p:spPr>
              <a:xfrm rot="2330230">
                <a:off x="4865732" y="4818670"/>
                <a:ext cx="350135" cy="308370"/>
              </a:xfrm>
              <a:custGeom>
                <a:avLst/>
                <a:gdLst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281612 w 331456"/>
                  <a:gd name="connsiteY5" fmla="*/ 299057 h 299057"/>
                  <a:gd name="connsiteX6" fmla="*/ 49844 w 331456"/>
                  <a:gd name="connsiteY6" fmla="*/ 299057 h 299057"/>
                  <a:gd name="connsiteX7" fmla="*/ 0 w 331456"/>
                  <a:gd name="connsiteY7" fmla="*/ 249213 h 299057"/>
                  <a:gd name="connsiteX8" fmla="*/ 0 w 331456"/>
                  <a:gd name="connsiteY8" fmla="*/ 49844 h 299057"/>
                  <a:gd name="connsiteX0" fmla="*/ 0 w 331456"/>
                  <a:gd name="connsiteY0" fmla="*/ 49844 h 299057"/>
                  <a:gd name="connsiteX1" fmla="*/ 49844 w 331456"/>
                  <a:gd name="connsiteY1" fmla="*/ 0 h 299057"/>
                  <a:gd name="connsiteX2" fmla="*/ 281612 w 331456"/>
                  <a:gd name="connsiteY2" fmla="*/ 0 h 299057"/>
                  <a:gd name="connsiteX3" fmla="*/ 331456 w 331456"/>
                  <a:gd name="connsiteY3" fmla="*/ 49844 h 299057"/>
                  <a:gd name="connsiteX4" fmla="*/ 331456 w 331456"/>
                  <a:gd name="connsiteY4" fmla="*/ 249213 h 299057"/>
                  <a:gd name="connsiteX5" fmla="*/ 49844 w 331456"/>
                  <a:gd name="connsiteY5" fmla="*/ 299057 h 299057"/>
                  <a:gd name="connsiteX6" fmla="*/ 0 w 331456"/>
                  <a:gd name="connsiteY6" fmla="*/ 249213 h 299057"/>
                  <a:gd name="connsiteX7" fmla="*/ 0 w 331456"/>
                  <a:gd name="connsiteY7" fmla="*/ 49844 h 299057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281612 w 331456"/>
                  <a:gd name="connsiteY2" fmla="*/ 0 h 315093"/>
                  <a:gd name="connsiteX3" fmla="*/ 331456 w 331456"/>
                  <a:gd name="connsiteY3" fmla="*/ 49844 h 315093"/>
                  <a:gd name="connsiteX4" fmla="*/ 324543 w 331456"/>
                  <a:gd name="connsiteY4" fmla="*/ 295729 h 315093"/>
                  <a:gd name="connsiteX5" fmla="*/ 49844 w 331456"/>
                  <a:gd name="connsiteY5" fmla="*/ 299057 h 315093"/>
                  <a:gd name="connsiteX6" fmla="*/ 0 w 331456"/>
                  <a:gd name="connsiteY6" fmla="*/ 249213 h 315093"/>
                  <a:gd name="connsiteX7" fmla="*/ 0 w 331456"/>
                  <a:gd name="connsiteY7" fmla="*/ 49844 h 315093"/>
                  <a:gd name="connsiteX0" fmla="*/ 0 w 331456"/>
                  <a:gd name="connsiteY0" fmla="*/ 49844 h 315093"/>
                  <a:gd name="connsiteX1" fmla="*/ 49844 w 331456"/>
                  <a:gd name="connsiteY1" fmla="*/ 0 h 315093"/>
                  <a:gd name="connsiteX2" fmla="*/ 331456 w 331456"/>
                  <a:gd name="connsiteY2" fmla="*/ 49844 h 315093"/>
                  <a:gd name="connsiteX3" fmla="*/ 324543 w 331456"/>
                  <a:gd name="connsiteY3" fmla="*/ 295729 h 315093"/>
                  <a:gd name="connsiteX4" fmla="*/ 49844 w 331456"/>
                  <a:gd name="connsiteY4" fmla="*/ 299057 h 315093"/>
                  <a:gd name="connsiteX5" fmla="*/ 0 w 331456"/>
                  <a:gd name="connsiteY5" fmla="*/ 249213 h 315093"/>
                  <a:gd name="connsiteX6" fmla="*/ 0 w 331456"/>
                  <a:gd name="connsiteY6" fmla="*/ 49844 h 315093"/>
                  <a:gd name="connsiteX0" fmla="*/ 0 w 324543"/>
                  <a:gd name="connsiteY0" fmla="*/ 49844 h 315093"/>
                  <a:gd name="connsiteX1" fmla="*/ 49844 w 324543"/>
                  <a:gd name="connsiteY1" fmla="*/ 0 h 315093"/>
                  <a:gd name="connsiteX2" fmla="*/ 319682 w 324543"/>
                  <a:gd name="connsiteY2" fmla="*/ 1309 h 315093"/>
                  <a:gd name="connsiteX3" fmla="*/ 324543 w 324543"/>
                  <a:gd name="connsiteY3" fmla="*/ 295729 h 315093"/>
                  <a:gd name="connsiteX4" fmla="*/ 49844 w 324543"/>
                  <a:gd name="connsiteY4" fmla="*/ 299057 h 315093"/>
                  <a:gd name="connsiteX5" fmla="*/ 0 w 324543"/>
                  <a:gd name="connsiteY5" fmla="*/ 249213 h 315093"/>
                  <a:gd name="connsiteX6" fmla="*/ 0 w 324543"/>
                  <a:gd name="connsiteY6" fmla="*/ 49844 h 315093"/>
                  <a:gd name="connsiteX0" fmla="*/ 0 w 324543"/>
                  <a:gd name="connsiteY0" fmla="*/ 49844 h 299057"/>
                  <a:gd name="connsiteX1" fmla="*/ 49844 w 324543"/>
                  <a:gd name="connsiteY1" fmla="*/ 0 h 299057"/>
                  <a:gd name="connsiteX2" fmla="*/ 319682 w 324543"/>
                  <a:gd name="connsiteY2" fmla="*/ 1309 h 299057"/>
                  <a:gd name="connsiteX3" fmla="*/ 324543 w 324543"/>
                  <a:gd name="connsiteY3" fmla="*/ 295729 h 299057"/>
                  <a:gd name="connsiteX4" fmla="*/ 49844 w 324543"/>
                  <a:gd name="connsiteY4" fmla="*/ 299057 h 299057"/>
                  <a:gd name="connsiteX5" fmla="*/ 0 w 324543"/>
                  <a:gd name="connsiteY5" fmla="*/ 249213 h 299057"/>
                  <a:gd name="connsiteX6" fmla="*/ 0 w 32454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19682 w 336563"/>
                  <a:gd name="connsiteY2" fmla="*/ 1309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7133"/>
                  <a:gd name="connsiteY0" fmla="*/ 49844 h 299057"/>
                  <a:gd name="connsiteX1" fmla="*/ 49844 w 337133"/>
                  <a:gd name="connsiteY1" fmla="*/ 0 h 299057"/>
                  <a:gd name="connsiteX2" fmla="*/ 325489 w 337133"/>
                  <a:gd name="connsiteY2" fmla="*/ 46 h 299057"/>
                  <a:gd name="connsiteX3" fmla="*/ 336563 w 337133"/>
                  <a:gd name="connsiteY3" fmla="*/ 289465 h 299057"/>
                  <a:gd name="connsiteX4" fmla="*/ 49844 w 337133"/>
                  <a:gd name="connsiteY4" fmla="*/ 299057 h 299057"/>
                  <a:gd name="connsiteX5" fmla="*/ 0 w 337133"/>
                  <a:gd name="connsiteY5" fmla="*/ 249213 h 299057"/>
                  <a:gd name="connsiteX6" fmla="*/ 0 w 337133"/>
                  <a:gd name="connsiteY6" fmla="*/ 49844 h 299057"/>
                  <a:gd name="connsiteX0" fmla="*/ 0 w 336563"/>
                  <a:gd name="connsiteY0" fmla="*/ 49844 h 299057"/>
                  <a:gd name="connsiteX1" fmla="*/ 49844 w 336563"/>
                  <a:gd name="connsiteY1" fmla="*/ 0 h 299057"/>
                  <a:gd name="connsiteX2" fmla="*/ 325489 w 336563"/>
                  <a:gd name="connsiteY2" fmla="*/ 46 h 299057"/>
                  <a:gd name="connsiteX3" fmla="*/ 336563 w 336563"/>
                  <a:gd name="connsiteY3" fmla="*/ 289465 h 299057"/>
                  <a:gd name="connsiteX4" fmla="*/ 49844 w 336563"/>
                  <a:gd name="connsiteY4" fmla="*/ 299057 h 299057"/>
                  <a:gd name="connsiteX5" fmla="*/ 0 w 336563"/>
                  <a:gd name="connsiteY5" fmla="*/ 249213 h 299057"/>
                  <a:gd name="connsiteX6" fmla="*/ 0 w 336563"/>
                  <a:gd name="connsiteY6" fmla="*/ 49844 h 299057"/>
                  <a:gd name="connsiteX0" fmla="*/ 0 w 335353"/>
                  <a:gd name="connsiteY0" fmla="*/ 49844 h 300677"/>
                  <a:gd name="connsiteX1" fmla="*/ 49844 w 335353"/>
                  <a:gd name="connsiteY1" fmla="*/ 0 h 300677"/>
                  <a:gd name="connsiteX2" fmla="*/ 325489 w 335353"/>
                  <a:gd name="connsiteY2" fmla="*/ 46 h 300677"/>
                  <a:gd name="connsiteX3" fmla="*/ 335353 w 335353"/>
                  <a:gd name="connsiteY3" fmla="*/ 300677 h 300677"/>
                  <a:gd name="connsiteX4" fmla="*/ 49844 w 335353"/>
                  <a:gd name="connsiteY4" fmla="*/ 299057 h 300677"/>
                  <a:gd name="connsiteX5" fmla="*/ 0 w 335353"/>
                  <a:gd name="connsiteY5" fmla="*/ 249213 h 300677"/>
                  <a:gd name="connsiteX6" fmla="*/ 0 w 335353"/>
                  <a:gd name="connsiteY6" fmla="*/ 49844 h 300677"/>
                  <a:gd name="connsiteX0" fmla="*/ 0 w 337158"/>
                  <a:gd name="connsiteY0" fmla="*/ 52398 h 303231"/>
                  <a:gd name="connsiteX1" fmla="*/ 49844 w 337158"/>
                  <a:gd name="connsiteY1" fmla="*/ 2554 h 303231"/>
                  <a:gd name="connsiteX2" fmla="*/ 332547 w 337158"/>
                  <a:gd name="connsiteY2" fmla="*/ 0 h 303231"/>
                  <a:gd name="connsiteX3" fmla="*/ 335353 w 337158"/>
                  <a:gd name="connsiteY3" fmla="*/ 303231 h 303231"/>
                  <a:gd name="connsiteX4" fmla="*/ 49844 w 337158"/>
                  <a:gd name="connsiteY4" fmla="*/ 301611 h 303231"/>
                  <a:gd name="connsiteX5" fmla="*/ 0 w 337158"/>
                  <a:gd name="connsiteY5" fmla="*/ 251767 h 303231"/>
                  <a:gd name="connsiteX6" fmla="*/ 0 w 337158"/>
                  <a:gd name="connsiteY6" fmla="*/ 52398 h 303231"/>
                  <a:gd name="connsiteX0" fmla="*/ 0 w 335353"/>
                  <a:gd name="connsiteY0" fmla="*/ 52398 h 303231"/>
                  <a:gd name="connsiteX1" fmla="*/ 49844 w 335353"/>
                  <a:gd name="connsiteY1" fmla="*/ 2554 h 303231"/>
                  <a:gd name="connsiteX2" fmla="*/ 332547 w 335353"/>
                  <a:gd name="connsiteY2" fmla="*/ 0 h 303231"/>
                  <a:gd name="connsiteX3" fmla="*/ 335353 w 335353"/>
                  <a:gd name="connsiteY3" fmla="*/ 303231 h 303231"/>
                  <a:gd name="connsiteX4" fmla="*/ 49844 w 335353"/>
                  <a:gd name="connsiteY4" fmla="*/ 301611 h 303231"/>
                  <a:gd name="connsiteX5" fmla="*/ 0 w 335353"/>
                  <a:gd name="connsiteY5" fmla="*/ 251767 h 303231"/>
                  <a:gd name="connsiteX6" fmla="*/ 0 w 335353"/>
                  <a:gd name="connsiteY6" fmla="*/ 52398 h 303231"/>
                  <a:gd name="connsiteX0" fmla="*/ 0 w 336162"/>
                  <a:gd name="connsiteY0" fmla="*/ 53970 h 304803"/>
                  <a:gd name="connsiteX1" fmla="*/ 49844 w 336162"/>
                  <a:gd name="connsiteY1" fmla="*/ 4126 h 304803"/>
                  <a:gd name="connsiteX2" fmla="*/ 334520 w 336162"/>
                  <a:gd name="connsiteY2" fmla="*/ 0 h 304803"/>
                  <a:gd name="connsiteX3" fmla="*/ 335353 w 336162"/>
                  <a:gd name="connsiteY3" fmla="*/ 304803 h 304803"/>
                  <a:gd name="connsiteX4" fmla="*/ 49844 w 336162"/>
                  <a:gd name="connsiteY4" fmla="*/ 303183 h 304803"/>
                  <a:gd name="connsiteX5" fmla="*/ 0 w 336162"/>
                  <a:gd name="connsiteY5" fmla="*/ 253339 h 304803"/>
                  <a:gd name="connsiteX6" fmla="*/ 0 w 336162"/>
                  <a:gd name="connsiteY6" fmla="*/ 53970 h 304803"/>
                  <a:gd name="connsiteX0" fmla="*/ 0 w 350135"/>
                  <a:gd name="connsiteY0" fmla="*/ 54483 h 305316"/>
                  <a:gd name="connsiteX1" fmla="*/ 49844 w 350135"/>
                  <a:gd name="connsiteY1" fmla="*/ 4639 h 305316"/>
                  <a:gd name="connsiteX2" fmla="*/ 349601 w 350135"/>
                  <a:gd name="connsiteY2" fmla="*/ 0 h 305316"/>
                  <a:gd name="connsiteX3" fmla="*/ 335353 w 350135"/>
                  <a:gd name="connsiteY3" fmla="*/ 305316 h 305316"/>
                  <a:gd name="connsiteX4" fmla="*/ 49844 w 350135"/>
                  <a:gd name="connsiteY4" fmla="*/ 303696 h 305316"/>
                  <a:gd name="connsiteX5" fmla="*/ 0 w 350135"/>
                  <a:gd name="connsiteY5" fmla="*/ 253852 h 305316"/>
                  <a:gd name="connsiteX6" fmla="*/ 0 w 350135"/>
                  <a:gd name="connsiteY6" fmla="*/ 54483 h 30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135" h="305316">
                    <a:moveTo>
                      <a:pt x="0" y="54483"/>
                    </a:moveTo>
                    <a:cubicBezTo>
                      <a:pt x="0" y="26955"/>
                      <a:pt x="22316" y="4639"/>
                      <a:pt x="49844" y="4639"/>
                    </a:cubicBezTo>
                    <a:lnTo>
                      <a:pt x="349601" y="0"/>
                    </a:lnTo>
                    <a:cubicBezTo>
                      <a:pt x="353607" y="3828"/>
                      <a:pt x="333733" y="207176"/>
                      <a:pt x="335353" y="305316"/>
                    </a:cubicBezTo>
                    <a:cubicBezTo>
                      <a:pt x="328968" y="303967"/>
                      <a:pt x="105087" y="303696"/>
                      <a:pt x="49844" y="303696"/>
                    </a:cubicBezTo>
                    <a:cubicBezTo>
                      <a:pt x="22316" y="303696"/>
                      <a:pt x="0" y="281380"/>
                      <a:pt x="0" y="253852"/>
                    </a:cubicBezTo>
                    <a:lnTo>
                      <a:pt x="0" y="54483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Text" lastClr="000000"/>
                  </a:gs>
                  <a:gs pos="68000">
                    <a:srgbClr val="FFFFFF"/>
                  </a:gs>
                  <a:gs pos="49000">
                    <a:srgbClr val="FFFFFF">
                      <a:lumMod val="65000"/>
                    </a:srgbClr>
                  </a:gs>
                  <a:gs pos="24000">
                    <a:srgbClr val="FFFFFF"/>
                  </a:gs>
                  <a:gs pos="0">
                    <a:sysClr val="windowText" lastClr="000000"/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28"/>
              <p:cNvGrpSpPr/>
              <p:nvPr/>
            </p:nvGrpSpPr>
            <p:grpSpPr>
              <a:xfrm>
                <a:off x="4974562" y="4867989"/>
                <a:ext cx="2166646" cy="1819989"/>
                <a:chOff x="4974562" y="5085699"/>
                <a:chExt cx="2166646" cy="1819989"/>
              </a:xfrm>
            </p:grpSpPr>
            <p:grpSp>
              <p:nvGrpSpPr>
                <p:cNvPr id="58" name="Group 29"/>
                <p:cNvGrpSpPr/>
                <p:nvPr/>
              </p:nvGrpSpPr>
              <p:grpSpPr>
                <a:xfrm>
                  <a:off x="4974562" y="5581632"/>
                  <a:ext cx="2166646" cy="1324056"/>
                  <a:chOff x="4969838" y="5578202"/>
                  <a:chExt cx="2166646" cy="1324056"/>
                </a:xfrm>
              </p:grpSpPr>
              <p:sp>
                <p:nvSpPr>
                  <p:cNvPr id="60" name="Rounded Rectangle 8"/>
                  <p:cNvSpPr/>
                  <p:nvPr/>
                </p:nvSpPr>
                <p:spPr>
                  <a:xfrm rot="2360230">
                    <a:off x="4969838" y="5578202"/>
                    <a:ext cx="1914676" cy="565673"/>
                  </a:xfrm>
                  <a:custGeom>
                    <a:avLst/>
                    <a:gdLst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821083 w 1903057"/>
                      <a:gd name="connsiteY2" fmla="*/ 0 h 491832"/>
                      <a:gd name="connsiteX3" fmla="*/ 1903057 w 1903057"/>
                      <a:gd name="connsiteY3" fmla="*/ 81974 h 491832"/>
                      <a:gd name="connsiteX4" fmla="*/ 1903057 w 1903057"/>
                      <a:gd name="connsiteY4" fmla="*/ 409858 h 491832"/>
                      <a:gd name="connsiteX5" fmla="*/ 1821083 w 1903057"/>
                      <a:gd name="connsiteY5" fmla="*/ 491832 h 491832"/>
                      <a:gd name="connsiteX6" fmla="*/ 81974 w 1903057"/>
                      <a:gd name="connsiteY6" fmla="*/ 491832 h 491832"/>
                      <a:gd name="connsiteX7" fmla="*/ 0 w 1903057"/>
                      <a:gd name="connsiteY7" fmla="*/ 409858 h 491832"/>
                      <a:gd name="connsiteX8" fmla="*/ 0 w 1903057"/>
                      <a:gd name="connsiteY8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1821083 w 1903057"/>
                      <a:gd name="connsiteY4" fmla="*/ 491832 h 491832"/>
                      <a:gd name="connsiteX5" fmla="*/ 81974 w 1903057"/>
                      <a:gd name="connsiteY5" fmla="*/ 491832 h 491832"/>
                      <a:gd name="connsiteX6" fmla="*/ 0 w 1903057"/>
                      <a:gd name="connsiteY6" fmla="*/ 409858 h 491832"/>
                      <a:gd name="connsiteX7" fmla="*/ 0 w 1903057"/>
                      <a:gd name="connsiteY7" fmla="*/ 81974 h 491832"/>
                      <a:gd name="connsiteX0" fmla="*/ 0 w 1903057"/>
                      <a:gd name="connsiteY0" fmla="*/ 81974 h 491832"/>
                      <a:gd name="connsiteX1" fmla="*/ 81974 w 1903057"/>
                      <a:gd name="connsiteY1" fmla="*/ 0 h 491832"/>
                      <a:gd name="connsiteX2" fmla="*/ 1903057 w 1903057"/>
                      <a:gd name="connsiteY2" fmla="*/ 81974 h 491832"/>
                      <a:gd name="connsiteX3" fmla="*/ 1903057 w 1903057"/>
                      <a:gd name="connsiteY3" fmla="*/ 409858 h 491832"/>
                      <a:gd name="connsiteX4" fmla="*/ 81974 w 1903057"/>
                      <a:gd name="connsiteY4" fmla="*/ 491832 h 491832"/>
                      <a:gd name="connsiteX5" fmla="*/ 0 w 1903057"/>
                      <a:gd name="connsiteY5" fmla="*/ 409858 h 491832"/>
                      <a:gd name="connsiteX6" fmla="*/ 0 w 1903057"/>
                      <a:gd name="connsiteY6" fmla="*/ 81974 h 491832"/>
                      <a:gd name="connsiteX0" fmla="*/ 0 w 1903057"/>
                      <a:gd name="connsiteY0" fmla="*/ 151951 h 561809"/>
                      <a:gd name="connsiteX1" fmla="*/ 81974 w 1903057"/>
                      <a:gd name="connsiteY1" fmla="*/ 69977 h 561809"/>
                      <a:gd name="connsiteX2" fmla="*/ 1889359 w 1903057"/>
                      <a:gd name="connsiteY2" fmla="*/ 0 h 561809"/>
                      <a:gd name="connsiteX3" fmla="*/ 1903057 w 1903057"/>
                      <a:gd name="connsiteY3" fmla="*/ 479835 h 561809"/>
                      <a:gd name="connsiteX4" fmla="*/ 81974 w 1903057"/>
                      <a:gd name="connsiteY4" fmla="*/ 561809 h 561809"/>
                      <a:gd name="connsiteX5" fmla="*/ 0 w 1903057"/>
                      <a:gd name="connsiteY5" fmla="*/ 479835 h 561809"/>
                      <a:gd name="connsiteX6" fmla="*/ 0 w 1903057"/>
                      <a:gd name="connsiteY6" fmla="*/ 151951 h 561809"/>
                      <a:gd name="connsiteX0" fmla="*/ 0 w 1908305"/>
                      <a:gd name="connsiteY0" fmla="*/ 151951 h 581306"/>
                      <a:gd name="connsiteX1" fmla="*/ 81974 w 1908305"/>
                      <a:gd name="connsiteY1" fmla="*/ 69977 h 581306"/>
                      <a:gd name="connsiteX2" fmla="*/ 1889359 w 1908305"/>
                      <a:gd name="connsiteY2" fmla="*/ 0 h 581306"/>
                      <a:gd name="connsiteX3" fmla="*/ 1908305 w 1908305"/>
                      <a:gd name="connsiteY3" fmla="*/ 546345 h 581306"/>
                      <a:gd name="connsiteX4" fmla="*/ 81974 w 1908305"/>
                      <a:gd name="connsiteY4" fmla="*/ 561809 h 581306"/>
                      <a:gd name="connsiteX5" fmla="*/ 0 w 1908305"/>
                      <a:gd name="connsiteY5" fmla="*/ 479835 h 581306"/>
                      <a:gd name="connsiteX6" fmla="*/ 0 w 1908305"/>
                      <a:gd name="connsiteY6" fmla="*/ 151951 h 581306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1951 h 561809"/>
                      <a:gd name="connsiteX1" fmla="*/ 81974 w 1908305"/>
                      <a:gd name="connsiteY1" fmla="*/ 69977 h 561809"/>
                      <a:gd name="connsiteX2" fmla="*/ 1889359 w 1908305"/>
                      <a:gd name="connsiteY2" fmla="*/ 0 h 561809"/>
                      <a:gd name="connsiteX3" fmla="*/ 1908305 w 1908305"/>
                      <a:gd name="connsiteY3" fmla="*/ 546345 h 561809"/>
                      <a:gd name="connsiteX4" fmla="*/ 81974 w 1908305"/>
                      <a:gd name="connsiteY4" fmla="*/ 561809 h 561809"/>
                      <a:gd name="connsiteX5" fmla="*/ 0 w 1908305"/>
                      <a:gd name="connsiteY5" fmla="*/ 479835 h 561809"/>
                      <a:gd name="connsiteX6" fmla="*/ 0 w 1908305"/>
                      <a:gd name="connsiteY6" fmla="*/ 151951 h 561809"/>
                      <a:gd name="connsiteX0" fmla="*/ 0 w 1908305"/>
                      <a:gd name="connsiteY0" fmla="*/ 153128 h 562986"/>
                      <a:gd name="connsiteX1" fmla="*/ 81974 w 1908305"/>
                      <a:gd name="connsiteY1" fmla="*/ 71154 h 562986"/>
                      <a:gd name="connsiteX2" fmla="*/ 1894551 w 1908305"/>
                      <a:gd name="connsiteY2" fmla="*/ 0 h 562986"/>
                      <a:gd name="connsiteX3" fmla="*/ 1908305 w 1908305"/>
                      <a:gd name="connsiteY3" fmla="*/ 547522 h 562986"/>
                      <a:gd name="connsiteX4" fmla="*/ 81974 w 1908305"/>
                      <a:gd name="connsiteY4" fmla="*/ 562986 h 562986"/>
                      <a:gd name="connsiteX5" fmla="*/ 0 w 1908305"/>
                      <a:gd name="connsiteY5" fmla="*/ 481012 h 562986"/>
                      <a:gd name="connsiteX6" fmla="*/ 0 w 1908305"/>
                      <a:gd name="connsiteY6" fmla="*/ 153128 h 562986"/>
                      <a:gd name="connsiteX0" fmla="*/ 0 w 1907641"/>
                      <a:gd name="connsiteY0" fmla="*/ 153128 h 562986"/>
                      <a:gd name="connsiteX1" fmla="*/ 81974 w 1907641"/>
                      <a:gd name="connsiteY1" fmla="*/ 71154 h 562986"/>
                      <a:gd name="connsiteX2" fmla="*/ 1894551 w 1907641"/>
                      <a:gd name="connsiteY2" fmla="*/ 0 h 562986"/>
                      <a:gd name="connsiteX3" fmla="*/ 1907641 w 1907641"/>
                      <a:gd name="connsiteY3" fmla="*/ 554224 h 562986"/>
                      <a:gd name="connsiteX4" fmla="*/ 81974 w 1907641"/>
                      <a:gd name="connsiteY4" fmla="*/ 562986 h 562986"/>
                      <a:gd name="connsiteX5" fmla="*/ 0 w 1907641"/>
                      <a:gd name="connsiteY5" fmla="*/ 481012 h 562986"/>
                      <a:gd name="connsiteX6" fmla="*/ 0 w 1907641"/>
                      <a:gd name="connsiteY6" fmla="*/ 153128 h 562986"/>
                      <a:gd name="connsiteX0" fmla="*/ 0 w 1907641"/>
                      <a:gd name="connsiteY0" fmla="*/ 155815 h 565673"/>
                      <a:gd name="connsiteX1" fmla="*/ 81974 w 1907641"/>
                      <a:gd name="connsiteY1" fmla="*/ 73841 h 565673"/>
                      <a:gd name="connsiteX2" fmla="*/ 1901585 w 1907641"/>
                      <a:gd name="connsiteY2" fmla="*/ 0 h 565673"/>
                      <a:gd name="connsiteX3" fmla="*/ 1907641 w 1907641"/>
                      <a:gd name="connsiteY3" fmla="*/ 556911 h 565673"/>
                      <a:gd name="connsiteX4" fmla="*/ 81974 w 1907641"/>
                      <a:gd name="connsiteY4" fmla="*/ 565673 h 565673"/>
                      <a:gd name="connsiteX5" fmla="*/ 0 w 1907641"/>
                      <a:gd name="connsiteY5" fmla="*/ 483699 h 565673"/>
                      <a:gd name="connsiteX6" fmla="*/ 0 w 1907641"/>
                      <a:gd name="connsiteY6" fmla="*/ 155815 h 565673"/>
                      <a:gd name="connsiteX0" fmla="*/ 0 w 1914676"/>
                      <a:gd name="connsiteY0" fmla="*/ 155815 h 565673"/>
                      <a:gd name="connsiteX1" fmla="*/ 81974 w 1914676"/>
                      <a:gd name="connsiteY1" fmla="*/ 73841 h 565673"/>
                      <a:gd name="connsiteX2" fmla="*/ 1901585 w 1914676"/>
                      <a:gd name="connsiteY2" fmla="*/ 0 h 565673"/>
                      <a:gd name="connsiteX3" fmla="*/ 1914676 w 1914676"/>
                      <a:gd name="connsiteY3" fmla="*/ 554224 h 565673"/>
                      <a:gd name="connsiteX4" fmla="*/ 81974 w 1914676"/>
                      <a:gd name="connsiteY4" fmla="*/ 565673 h 565673"/>
                      <a:gd name="connsiteX5" fmla="*/ 0 w 1914676"/>
                      <a:gd name="connsiteY5" fmla="*/ 483699 h 565673"/>
                      <a:gd name="connsiteX6" fmla="*/ 0 w 1914676"/>
                      <a:gd name="connsiteY6" fmla="*/ 155815 h 565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14676" h="565673">
                        <a:moveTo>
                          <a:pt x="0" y="155815"/>
                        </a:moveTo>
                        <a:cubicBezTo>
                          <a:pt x="0" y="110542"/>
                          <a:pt x="36701" y="73841"/>
                          <a:pt x="81974" y="73841"/>
                        </a:cubicBezTo>
                        <a:lnTo>
                          <a:pt x="1901585" y="0"/>
                        </a:lnTo>
                        <a:cubicBezTo>
                          <a:pt x="1903604" y="185637"/>
                          <a:pt x="1912657" y="368587"/>
                          <a:pt x="1914676" y="554224"/>
                        </a:cubicBezTo>
                        <a:cubicBezTo>
                          <a:pt x="1638428" y="569400"/>
                          <a:pt x="427288" y="554926"/>
                          <a:pt x="81974" y="565673"/>
                        </a:cubicBezTo>
                        <a:cubicBezTo>
                          <a:pt x="36701" y="565673"/>
                          <a:pt x="0" y="528972"/>
                          <a:pt x="0" y="483699"/>
                        </a:cubicBezTo>
                        <a:lnTo>
                          <a:pt x="0" y="15581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92000">
                        <a:sysClr val="windowText" lastClr="000000"/>
                      </a:gs>
                      <a:gs pos="28000">
                        <a:sysClr val="windowText" lastClr="000000"/>
                      </a:gs>
                      <a:gs pos="77000">
                        <a:srgbClr val="FFFFFF">
                          <a:lumMod val="50000"/>
                        </a:srgbClr>
                      </a:gs>
                      <a:gs pos="74000">
                        <a:srgbClr val="FFFFFF">
                          <a:lumMod val="65000"/>
                        </a:srgbClr>
                      </a:gs>
                      <a:gs pos="5000">
                        <a:sysClr val="windowText" lastClr="000000"/>
                      </a:gs>
                    </a:gsLst>
                    <a:lin ang="162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Teardrop 22"/>
                  <p:cNvSpPr/>
                  <p:nvPr/>
                </p:nvSpPr>
                <p:spPr>
                  <a:xfrm rot="16200000">
                    <a:off x="6499102" y="6264875"/>
                    <a:ext cx="659696" cy="615069"/>
                  </a:xfrm>
                  <a:custGeom>
                    <a:avLst/>
                    <a:gdLst>
                      <a:gd name="connsiteX0" fmla="*/ 0 w 626029"/>
                      <a:gd name="connsiteY0" fmla="*/ 309916 h 619831"/>
                      <a:gd name="connsiteX1" fmla="*/ 313015 w 626029"/>
                      <a:gd name="connsiteY1" fmla="*/ 0 h 619831"/>
                      <a:gd name="connsiteX2" fmla="*/ 626029 w 626029"/>
                      <a:gd name="connsiteY2" fmla="*/ 0 h 619831"/>
                      <a:gd name="connsiteX3" fmla="*/ 626029 w 626029"/>
                      <a:gd name="connsiteY3" fmla="*/ 309916 h 619831"/>
                      <a:gd name="connsiteX4" fmla="*/ 313014 w 626029"/>
                      <a:gd name="connsiteY4" fmla="*/ 619832 h 619831"/>
                      <a:gd name="connsiteX5" fmla="*/ -1 w 626029"/>
                      <a:gd name="connsiteY5" fmla="*/ 309916 h 619831"/>
                      <a:gd name="connsiteX6" fmla="*/ 0 w 626029"/>
                      <a:gd name="connsiteY6" fmla="*/ 309916 h 619831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313016 w 647462"/>
                      <a:gd name="connsiteY1" fmla="*/ 0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1 w 647462"/>
                      <a:gd name="connsiteY0" fmla="*/ 309916 h 619832"/>
                      <a:gd name="connsiteX1" fmla="*/ 148710 w 647462"/>
                      <a:gd name="connsiteY1" fmla="*/ 23812 h 619832"/>
                      <a:gd name="connsiteX2" fmla="*/ 626030 w 647462"/>
                      <a:gd name="connsiteY2" fmla="*/ 0 h 619832"/>
                      <a:gd name="connsiteX3" fmla="*/ 647462 w 647462"/>
                      <a:gd name="connsiteY3" fmla="*/ 393260 h 619832"/>
                      <a:gd name="connsiteX4" fmla="*/ 313015 w 647462"/>
                      <a:gd name="connsiteY4" fmla="*/ 619832 h 619832"/>
                      <a:gd name="connsiteX5" fmla="*/ 0 w 647462"/>
                      <a:gd name="connsiteY5" fmla="*/ 309916 h 619832"/>
                      <a:gd name="connsiteX6" fmla="*/ 1 w 647462"/>
                      <a:gd name="connsiteY6" fmla="*/ 309916 h 619832"/>
                      <a:gd name="connsiteX0" fmla="*/ 370 w 647831"/>
                      <a:gd name="connsiteY0" fmla="*/ 309916 h 619832"/>
                      <a:gd name="connsiteX1" fmla="*/ 149079 w 647831"/>
                      <a:gd name="connsiteY1" fmla="*/ 23812 h 619832"/>
                      <a:gd name="connsiteX2" fmla="*/ 626399 w 647831"/>
                      <a:gd name="connsiteY2" fmla="*/ 0 h 619832"/>
                      <a:gd name="connsiteX3" fmla="*/ 647831 w 647831"/>
                      <a:gd name="connsiteY3" fmla="*/ 393260 h 619832"/>
                      <a:gd name="connsiteX4" fmla="*/ 313384 w 647831"/>
                      <a:gd name="connsiteY4" fmla="*/ 619832 h 619832"/>
                      <a:gd name="connsiteX5" fmla="*/ 369 w 647831"/>
                      <a:gd name="connsiteY5" fmla="*/ 309916 h 619832"/>
                      <a:gd name="connsiteX6" fmla="*/ 370 w 647831"/>
                      <a:gd name="connsiteY6" fmla="*/ 309916 h 619832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309916 h 622216"/>
                      <a:gd name="connsiteX1" fmla="*/ 149079 w 647831"/>
                      <a:gd name="connsiteY1" fmla="*/ 23812 h 622216"/>
                      <a:gd name="connsiteX2" fmla="*/ 626399 w 647831"/>
                      <a:gd name="connsiteY2" fmla="*/ 0 h 622216"/>
                      <a:gd name="connsiteX3" fmla="*/ 647831 w 647831"/>
                      <a:gd name="connsiteY3" fmla="*/ 393260 h 622216"/>
                      <a:gd name="connsiteX4" fmla="*/ 313384 w 647831"/>
                      <a:gd name="connsiteY4" fmla="*/ 622216 h 622216"/>
                      <a:gd name="connsiteX5" fmla="*/ 369 w 647831"/>
                      <a:gd name="connsiteY5" fmla="*/ 309916 h 622216"/>
                      <a:gd name="connsiteX6" fmla="*/ 370 w 647831"/>
                      <a:gd name="connsiteY6" fmla="*/ 309916 h 622216"/>
                      <a:gd name="connsiteX0" fmla="*/ 370 w 647831"/>
                      <a:gd name="connsiteY0" fmla="*/ 286104 h 598404"/>
                      <a:gd name="connsiteX1" fmla="*/ 149079 w 647831"/>
                      <a:gd name="connsiteY1" fmla="*/ 0 h 598404"/>
                      <a:gd name="connsiteX2" fmla="*/ 647831 w 647831"/>
                      <a:gd name="connsiteY2" fmla="*/ 369448 h 598404"/>
                      <a:gd name="connsiteX3" fmla="*/ 313384 w 647831"/>
                      <a:gd name="connsiteY3" fmla="*/ 598404 h 598404"/>
                      <a:gd name="connsiteX4" fmla="*/ 369 w 647831"/>
                      <a:gd name="connsiteY4" fmla="*/ 286104 h 598404"/>
                      <a:gd name="connsiteX5" fmla="*/ 370 w 647831"/>
                      <a:gd name="connsiteY5" fmla="*/ 286104 h 598404"/>
                      <a:gd name="connsiteX0" fmla="*/ 329 w 647790"/>
                      <a:gd name="connsiteY0" fmla="*/ 288484 h 600784"/>
                      <a:gd name="connsiteX1" fmla="*/ 156182 w 647790"/>
                      <a:gd name="connsiteY1" fmla="*/ 0 h 600784"/>
                      <a:gd name="connsiteX2" fmla="*/ 647790 w 647790"/>
                      <a:gd name="connsiteY2" fmla="*/ 371828 h 600784"/>
                      <a:gd name="connsiteX3" fmla="*/ 313343 w 647790"/>
                      <a:gd name="connsiteY3" fmla="*/ 600784 h 600784"/>
                      <a:gd name="connsiteX4" fmla="*/ 328 w 647790"/>
                      <a:gd name="connsiteY4" fmla="*/ 288484 h 600784"/>
                      <a:gd name="connsiteX5" fmla="*/ 329 w 647790"/>
                      <a:gd name="connsiteY5" fmla="*/ 288484 h 600784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70 w 647831"/>
                      <a:gd name="connsiteY0" fmla="*/ 295628 h 607928"/>
                      <a:gd name="connsiteX1" fmla="*/ 149080 w 647831"/>
                      <a:gd name="connsiteY1" fmla="*/ 0 h 607928"/>
                      <a:gd name="connsiteX2" fmla="*/ 647831 w 647831"/>
                      <a:gd name="connsiteY2" fmla="*/ 378972 h 607928"/>
                      <a:gd name="connsiteX3" fmla="*/ 313384 w 647831"/>
                      <a:gd name="connsiteY3" fmla="*/ 607928 h 607928"/>
                      <a:gd name="connsiteX4" fmla="*/ 369 w 647831"/>
                      <a:gd name="connsiteY4" fmla="*/ 295628 h 607928"/>
                      <a:gd name="connsiteX5" fmla="*/ 370 w 647831"/>
                      <a:gd name="connsiteY5" fmla="*/ 295628 h 607928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47790"/>
                      <a:gd name="connsiteY0" fmla="*/ 302769 h 615069"/>
                      <a:gd name="connsiteX1" fmla="*/ 156183 w 647790"/>
                      <a:gd name="connsiteY1" fmla="*/ 0 h 615069"/>
                      <a:gd name="connsiteX2" fmla="*/ 647790 w 647790"/>
                      <a:gd name="connsiteY2" fmla="*/ 386113 h 615069"/>
                      <a:gd name="connsiteX3" fmla="*/ 313343 w 647790"/>
                      <a:gd name="connsiteY3" fmla="*/ 615069 h 615069"/>
                      <a:gd name="connsiteX4" fmla="*/ 328 w 647790"/>
                      <a:gd name="connsiteY4" fmla="*/ 302769 h 615069"/>
                      <a:gd name="connsiteX5" fmla="*/ 329 w 647790"/>
                      <a:gd name="connsiteY5" fmla="*/ 302769 h 615069"/>
                      <a:gd name="connsiteX0" fmla="*/ 329 w 659696"/>
                      <a:gd name="connsiteY0" fmla="*/ 302769 h 615069"/>
                      <a:gd name="connsiteX1" fmla="*/ 156183 w 659696"/>
                      <a:gd name="connsiteY1" fmla="*/ 0 h 615069"/>
                      <a:gd name="connsiteX2" fmla="*/ 659696 w 659696"/>
                      <a:gd name="connsiteY2" fmla="*/ 374210 h 615069"/>
                      <a:gd name="connsiteX3" fmla="*/ 313343 w 659696"/>
                      <a:gd name="connsiteY3" fmla="*/ 615069 h 615069"/>
                      <a:gd name="connsiteX4" fmla="*/ 328 w 659696"/>
                      <a:gd name="connsiteY4" fmla="*/ 302769 h 615069"/>
                      <a:gd name="connsiteX5" fmla="*/ 329 w 659696"/>
                      <a:gd name="connsiteY5" fmla="*/ 302769 h 615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9696" h="615069">
                        <a:moveTo>
                          <a:pt x="329" y="302769"/>
                        </a:moveTo>
                        <a:cubicBezTo>
                          <a:pt x="-4870" y="187557"/>
                          <a:pt x="51845" y="115214"/>
                          <a:pt x="156183" y="0"/>
                        </a:cubicBezTo>
                        <a:cubicBezTo>
                          <a:pt x="320052" y="128704"/>
                          <a:pt x="495827" y="245506"/>
                          <a:pt x="659696" y="374210"/>
                        </a:cubicBezTo>
                        <a:cubicBezTo>
                          <a:pt x="550159" y="512035"/>
                          <a:pt x="500617" y="600674"/>
                          <a:pt x="313343" y="615069"/>
                        </a:cubicBezTo>
                        <a:cubicBezTo>
                          <a:pt x="145232" y="605547"/>
                          <a:pt x="328" y="473931"/>
                          <a:pt x="328" y="302769"/>
                        </a:cubicBezTo>
                        <a:lnTo>
                          <a:pt x="329" y="3027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88000">
                        <a:srgbClr val="FFFFFF">
                          <a:lumMod val="95000"/>
                        </a:srgbClr>
                      </a:gs>
                      <a:gs pos="77000">
                        <a:sysClr val="windowText" lastClr="000000"/>
                      </a:gs>
                      <a:gs pos="63000">
                        <a:srgbClr val="FFFFFF"/>
                      </a:gs>
                      <a:gs pos="29000">
                        <a:srgbClr val="FFFFFF"/>
                      </a:gs>
                      <a:gs pos="37000">
                        <a:srgbClr val="B9B9B9"/>
                      </a:gs>
                      <a:gs pos="47000">
                        <a:srgbClr val="FFFFFF">
                          <a:lumMod val="65000"/>
                        </a:srgbClr>
                      </a:gs>
                      <a:gs pos="13000">
                        <a:sysClr val="windowText" lastClr="000000"/>
                      </a:gs>
                    </a:gsLst>
                    <a:lin ang="2400000" scaled="0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63500" dist="50800" dir="66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tangle 25"/>
                  <p:cNvSpPr/>
                  <p:nvPr/>
                </p:nvSpPr>
                <p:spPr>
                  <a:xfrm rot="2177856">
                    <a:off x="5123158" y="5745913"/>
                    <a:ext cx="1811797" cy="121318"/>
                  </a:xfrm>
                  <a:custGeom>
                    <a:avLst/>
                    <a:gdLst>
                      <a:gd name="connsiteX0" fmla="*/ 0 w 1773563"/>
                      <a:gd name="connsiteY0" fmla="*/ 0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0 w 1773563"/>
                      <a:gd name="connsiteY4" fmla="*/ 0 h 125004"/>
                      <a:gd name="connsiteX0" fmla="*/ 2311 w 1773563"/>
                      <a:gd name="connsiteY0" fmla="*/ 7167 h 125004"/>
                      <a:gd name="connsiteX1" fmla="*/ 1773563 w 1773563"/>
                      <a:gd name="connsiteY1" fmla="*/ 0 h 125004"/>
                      <a:gd name="connsiteX2" fmla="*/ 1773563 w 1773563"/>
                      <a:gd name="connsiteY2" fmla="*/ 125004 h 125004"/>
                      <a:gd name="connsiteX3" fmla="*/ 0 w 1773563"/>
                      <a:gd name="connsiteY3" fmla="*/ 125004 h 125004"/>
                      <a:gd name="connsiteX4" fmla="*/ 2311 w 1773563"/>
                      <a:gd name="connsiteY4" fmla="*/ 7167 h 125004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73563 w 1784960"/>
                      <a:gd name="connsiteY2" fmla="*/ 1215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2311 w 1784960"/>
                      <a:gd name="connsiteY0" fmla="*/ 3719 h 121556"/>
                      <a:gd name="connsiteX1" fmla="*/ 1784960 w 1784960"/>
                      <a:gd name="connsiteY1" fmla="*/ 0 h 121556"/>
                      <a:gd name="connsiteX2" fmla="*/ 1784059 w 1784960"/>
                      <a:gd name="connsiteY2" fmla="*/ 119756 h 121556"/>
                      <a:gd name="connsiteX3" fmla="*/ 0 w 1784960"/>
                      <a:gd name="connsiteY3" fmla="*/ 121556 h 121556"/>
                      <a:gd name="connsiteX4" fmla="*/ 2311 w 1784960"/>
                      <a:gd name="connsiteY4" fmla="*/ 3719 h 121556"/>
                      <a:gd name="connsiteX0" fmla="*/ 38 w 1794592"/>
                      <a:gd name="connsiteY0" fmla="*/ 3600 h 121556"/>
                      <a:gd name="connsiteX1" fmla="*/ 1794592 w 1794592"/>
                      <a:gd name="connsiteY1" fmla="*/ 0 h 121556"/>
                      <a:gd name="connsiteX2" fmla="*/ 1793691 w 1794592"/>
                      <a:gd name="connsiteY2" fmla="*/ 119756 h 121556"/>
                      <a:gd name="connsiteX3" fmla="*/ 9632 w 1794592"/>
                      <a:gd name="connsiteY3" fmla="*/ 121556 h 121556"/>
                      <a:gd name="connsiteX4" fmla="*/ 38 w 1794592"/>
                      <a:gd name="connsiteY4" fmla="*/ 3600 h 121556"/>
                      <a:gd name="connsiteX0" fmla="*/ 14217 w 1808771"/>
                      <a:gd name="connsiteY0" fmla="*/ 3600 h 121318"/>
                      <a:gd name="connsiteX1" fmla="*/ 1808771 w 1808771"/>
                      <a:gd name="connsiteY1" fmla="*/ 0 h 121318"/>
                      <a:gd name="connsiteX2" fmla="*/ 1807870 w 1808771"/>
                      <a:gd name="connsiteY2" fmla="*/ 119756 h 121318"/>
                      <a:gd name="connsiteX3" fmla="*/ 0 w 1808771"/>
                      <a:gd name="connsiteY3" fmla="*/ 121318 h 121318"/>
                      <a:gd name="connsiteX4" fmla="*/ 14217 w 1808771"/>
                      <a:gd name="connsiteY4" fmla="*/ 3600 h 121318"/>
                      <a:gd name="connsiteX0" fmla="*/ 89 w 1811797"/>
                      <a:gd name="connsiteY0" fmla="*/ 4380 h 121318"/>
                      <a:gd name="connsiteX1" fmla="*/ 1811797 w 1811797"/>
                      <a:gd name="connsiteY1" fmla="*/ 0 h 121318"/>
                      <a:gd name="connsiteX2" fmla="*/ 1810896 w 1811797"/>
                      <a:gd name="connsiteY2" fmla="*/ 119756 h 121318"/>
                      <a:gd name="connsiteX3" fmla="*/ 3026 w 1811797"/>
                      <a:gd name="connsiteY3" fmla="*/ 121318 h 121318"/>
                      <a:gd name="connsiteX4" fmla="*/ 89 w 1811797"/>
                      <a:gd name="connsiteY4" fmla="*/ 4380 h 1213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1797" h="121318">
                        <a:moveTo>
                          <a:pt x="89" y="4380"/>
                        </a:moveTo>
                        <a:lnTo>
                          <a:pt x="1811797" y="0"/>
                        </a:lnTo>
                        <a:cubicBezTo>
                          <a:pt x="1811497" y="39919"/>
                          <a:pt x="1811196" y="79837"/>
                          <a:pt x="1810896" y="119756"/>
                        </a:cubicBezTo>
                        <a:lnTo>
                          <a:pt x="3026" y="121318"/>
                        </a:lnTo>
                        <a:cubicBezTo>
                          <a:pt x="3796" y="82039"/>
                          <a:pt x="-681" y="43659"/>
                          <a:pt x="89" y="438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rgbClr val="FFFFFF">
                          <a:lumMod val="65000"/>
                        </a:srgbClr>
                      </a:gs>
                      <a:gs pos="44000">
                        <a:srgbClr val="FFFFFF">
                          <a:lumMod val="95000"/>
                        </a:srgbClr>
                      </a:gs>
                    </a:gsLst>
                    <a:lin ang="54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28"/>
                  <p:cNvSpPr/>
                  <p:nvPr/>
                </p:nvSpPr>
                <p:spPr>
                  <a:xfrm rot="18540000">
                    <a:off x="6405656" y="6483727"/>
                    <a:ext cx="625743" cy="36567"/>
                  </a:xfrm>
                  <a:custGeom>
                    <a:avLst/>
                    <a:gdLst>
                      <a:gd name="connsiteX0" fmla="*/ 0 w 609600"/>
                      <a:gd name="connsiteY0" fmla="*/ 0 h 33699"/>
                      <a:gd name="connsiteX1" fmla="*/ 609600 w 609600"/>
                      <a:gd name="connsiteY1" fmla="*/ 0 h 33699"/>
                      <a:gd name="connsiteX2" fmla="*/ 609600 w 609600"/>
                      <a:gd name="connsiteY2" fmla="*/ 33699 h 33699"/>
                      <a:gd name="connsiteX3" fmla="*/ 0 w 609600"/>
                      <a:gd name="connsiteY3" fmla="*/ 33699 h 33699"/>
                      <a:gd name="connsiteX4" fmla="*/ 0 w 609600"/>
                      <a:gd name="connsiteY4" fmla="*/ 0 h 3369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09600 w 623312"/>
                      <a:gd name="connsiteY2" fmla="*/ 3587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3312"/>
                      <a:gd name="connsiteY0" fmla="*/ 2180 h 35879"/>
                      <a:gd name="connsiteX1" fmla="*/ 623312 w 623312"/>
                      <a:gd name="connsiteY1" fmla="*/ 0 h 35879"/>
                      <a:gd name="connsiteX2" fmla="*/ 621488 w 623312"/>
                      <a:gd name="connsiteY2" fmla="*/ 35229 h 35879"/>
                      <a:gd name="connsiteX3" fmla="*/ 0 w 623312"/>
                      <a:gd name="connsiteY3" fmla="*/ 35879 h 35879"/>
                      <a:gd name="connsiteX4" fmla="*/ 0 w 623312"/>
                      <a:gd name="connsiteY4" fmla="*/ 2180 h 35879"/>
                      <a:gd name="connsiteX0" fmla="*/ 0 w 621488"/>
                      <a:gd name="connsiteY0" fmla="*/ 0 h 33699"/>
                      <a:gd name="connsiteX1" fmla="*/ 616310 w 621488"/>
                      <a:gd name="connsiteY1" fmla="*/ 587 h 33699"/>
                      <a:gd name="connsiteX2" fmla="*/ 621488 w 621488"/>
                      <a:gd name="connsiteY2" fmla="*/ 33049 h 33699"/>
                      <a:gd name="connsiteX3" fmla="*/ 0 w 621488"/>
                      <a:gd name="connsiteY3" fmla="*/ 33699 h 33699"/>
                      <a:gd name="connsiteX4" fmla="*/ 0 w 621488"/>
                      <a:gd name="connsiteY4" fmla="*/ 0 h 33699"/>
                      <a:gd name="connsiteX0" fmla="*/ 1237 w 621488"/>
                      <a:gd name="connsiteY0" fmla="*/ 4591 h 33112"/>
                      <a:gd name="connsiteX1" fmla="*/ 616310 w 621488"/>
                      <a:gd name="connsiteY1" fmla="*/ 0 h 33112"/>
                      <a:gd name="connsiteX2" fmla="*/ 621488 w 621488"/>
                      <a:gd name="connsiteY2" fmla="*/ 32462 h 33112"/>
                      <a:gd name="connsiteX3" fmla="*/ 0 w 621488"/>
                      <a:gd name="connsiteY3" fmla="*/ 33112 h 33112"/>
                      <a:gd name="connsiteX4" fmla="*/ 1237 w 621488"/>
                      <a:gd name="connsiteY4" fmla="*/ 4591 h 33112"/>
                      <a:gd name="connsiteX0" fmla="*/ 1237 w 616310"/>
                      <a:gd name="connsiteY0" fmla="*/ 4591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1237 w 616310"/>
                      <a:gd name="connsiteY4" fmla="*/ 4591 h 33112"/>
                      <a:gd name="connsiteX0" fmla="*/ 7946 w 616310"/>
                      <a:gd name="connsiteY0" fmla="*/ 5178 h 33112"/>
                      <a:gd name="connsiteX1" fmla="*/ 616310 w 616310"/>
                      <a:gd name="connsiteY1" fmla="*/ 0 h 33112"/>
                      <a:gd name="connsiteX2" fmla="*/ 615366 w 616310"/>
                      <a:gd name="connsiteY2" fmla="*/ 25165 h 33112"/>
                      <a:gd name="connsiteX3" fmla="*/ 0 w 616310"/>
                      <a:gd name="connsiteY3" fmla="*/ 33112 h 33112"/>
                      <a:gd name="connsiteX4" fmla="*/ 7946 w 616310"/>
                      <a:gd name="connsiteY4" fmla="*/ 5178 h 33112"/>
                      <a:gd name="connsiteX0" fmla="*/ 57 w 608421"/>
                      <a:gd name="connsiteY0" fmla="*/ 5178 h 25458"/>
                      <a:gd name="connsiteX1" fmla="*/ 608421 w 608421"/>
                      <a:gd name="connsiteY1" fmla="*/ 0 h 25458"/>
                      <a:gd name="connsiteX2" fmla="*/ 607477 w 608421"/>
                      <a:gd name="connsiteY2" fmla="*/ 25165 h 25458"/>
                      <a:gd name="connsiteX3" fmla="*/ 1233 w 608421"/>
                      <a:gd name="connsiteY3" fmla="*/ 25458 h 25458"/>
                      <a:gd name="connsiteX4" fmla="*/ 57 w 608421"/>
                      <a:gd name="connsiteY4" fmla="*/ 5178 h 25458"/>
                      <a:gd name="connsiteX0" fmla="*/ 14068 w 622432"/>
                      <a:gd name="connsiteY0" fmla="*/ 5178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14068 w 622432"/>
                      <a:gd name="connsiteY4" fmla="*/ 5178 h 25815"/>
                      <a:gd name="connsiteX0" fmla="*/ 5534 w 622432"/>
                      <a:gd name="connsiteY0" fmla="*/ 6121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5534 w 622432"/>
                      <a:gd name="connsiteY4" fmla="*/ 6121 h 25815"/>
                      <a:gd name="connsiteX0" fmla="*/ 31 w 625463"/>
                      <a:gd name="connsiteY0" fmla="*/ 7064 h 25815"/>
                      <a:gd name="connsiteX1" fmla="*/ 625463 w 625463"/>
                      <a:gd name="connsiteY1" fmla="*/ 0 h 25815"/>
                      <a:gd name="connsiteX2" fmla="*/ 624519 w 625463"/>
                      <a:gd name="connsiteY2" fmla="*/ 25165 h 25815"/>
                      <a:gd name="connsiteX3" fmla="*/ 3031 w 625463"/>
                      <a:gd name="connsiteY3" fmla="*/ 25815 h 25815"/>
                      <a:gd name="connsiteX4" fmla="*/ 31 w 625463"/>
                      <a:gd name="connsiteY4" fmla="*/ 7064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1488 w 622432"/>
                      <a:gd name="connsiteY2" fmla="*/ 25165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16896 w 622432"/>
                      <a:gd name="connsiteY2" fmla="*/ 19693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4003 w 622432"/>
                      <a:gd name="connsiteY0" fmla="*/ 4297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4003 w 622432"/>
                      <a:gd name="connsiteY4" fmla="*/ 4297 h 25815"/>
                      <a:gd name="connsiteX0" fmla="*/ 301 w 622432"/>
                      <a:gd name="connsiteY0" fmla="*/ 7294 h 25815"/>
                      <a:gd name="connsiteX1" fmla="*/ 622432 w 622432"/>
                      <a:gd name="connsiteY1" fmla="*/ 0 h 25815"/>
                      <a:gd name="connsiteX2" fmla="*/ 622074 w 622432"/>
                      <a:gd name="connsiteY2" fmla="*/ 18456 h 25815"/>
                      <a:gd name="connsiteX3" fmla="*/ 0 w 622432"/>
                      <a:gd name="connsiteY3" fmla="*/ 25815 h 25815"/>
                      <a:gd name="connsiteX4" fmla="*/ 301 w 622432"/>
                      <a:gd name="connsiteY4" fmla="*/ 7294 h 25815"/>
                      <a:gd name="connsiteX0" fmla="*/ 4002 w 626133"/>
                      <a:gd name="connsiteY0" fmla="*/ 7294 h 28812"/>
                      <a:gd name="connsiteX1" fmla="*/ 626133 w 626133"/>
                      <a:gd name="connsiteY1" fmla="*/ 0 h 28812"/>
                      <a:gd name="connsiteX2" fmla="*/ 625775 w 626133"/>
                      <a:gd name="connsiteY2" fmla="*/ 18456 h 28812"/>
                      <a:gd name="connsiteX3" fmla="*/ 0 w 626133"/>
                      <a:gd name="connsiteY3" fmla="*/ 28812 h 28812"/>
                      <a:gd name="connsiteX4" fmla="*/ 4002 w 626133"/>
                      <a:gd name="connsiteY4" fmla="*/ 7294 h 28812"/>
                      <a:gd name="connsiteX0" fmla="*/ 35 w 622166"/>
                      <a:gd name="connsiteY0" fmla="*/ 7294 h 29516"/>
                      <a:gd name="connsiteX1" fmla="*/ 622166 w 622166"/>
                      <a:gd name="connsiteY1" fmla="*/ 0 h 29516"/>
                      <a:gd name="connsiteX2" fmla="*/ 621808 w 622166"/>
                      <a:gd name="connsiteY2" fmla="*/ 18456 h 29516"/>
                      <a:gd name="connsiteX3" fmla="*/ 2665 w 622166"/>
                      <a:gd name="connsiteY3" fmla="*/ 29516 h 29516"/>
                      <a:gd name="connsiteX4" fmla="*/ 35 w 622166"/>
                      <a:gd name="connsiteY4" fmla="*/ 7294 h 29516"/>
                      <a:gd name="connsiteX0" fmla="*/ 35 w 621832"/>
                      <a:gd name="connsiteY0" fmla="*/ 14345 h 36567"/>
                      <a:gd name="connsiteX1" fmla="*/ 619548 w 621832"/>
                      <a:gd name="connsiteY1" fmla="*/ 0 h 36567"/>
                      <a:gd name="connsiteX2" fmla="*/ 621808 w 621832"/>
                      <a:gd name="connsiteY2" fmla="*/ 25507 h 36567"/>
                      <a:gd name="connsiteX3" fmla="*/ 2665 w 621832"/>
                      <a:gd name="connsiteY3" fmla="*/ 36567 h 36567"/>
                      <a:gd name="connsiteX4" fmla="*/ 35 w 621832"/>
                      <a:gd name="connsiteY4" fmla="*/ 14345 h 36567"/>
                      <a:gd name="connsiteX0" fmla="*/ 35 w 619548"/>
                      <a:gd name="connsiteY0" fmla="*/ 14345 h 36567"/>
                      <a:gd name="connsiteX1" fmla="*/ 619548 w 619548"/>
                      <a:gd name="connsiteY1" fmla="*/ 0 h 36567"/>
                      <a:gd name="connsiteX2" fmla="*/ 612210 w 619548"/>
                      <a:gd name="connsiteY2" fmla="*/ 21101 h 36567"/>
                      <a:gd name="connsiteX3" fmla="*/ 2665 w 619548"/>
                      <a:gd name="connsiteY3" fmla="*/ 36567 h 36567"/>
                      <a:gd name="connsiteX4" fmla="*/ 35 w 619548"/>
                      <a:gd name="connsiteY4" fmla="*/ 14345 h 365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9548" h="36567">
                        <a:moveTo>
                          <a:pt x="35" y="14345"/>
                        </a:moveTo>
                        <a:lnTo>
                          <a:pt x="619548" y="0"/>
                        </a:lnTo>
                        <a:cubicBezTo>
                          <a:pt x="619233" y="8388"/>
                          <a:pt x="612525" y="12713"/>
                          <a:pt x="612210" y="21101"/>
                        </a:cubicBezTo>
                        <a:lnTo>
                          <a:pt x="2665" y="36567"/>
                        </a:lnTo>
                        <a:cubicBezTo>
                          <a:pt x="3077" y="27060"/>
                          <a:pt x="-377" y="23852"/>
                          <a:pt x="35" y="1434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100000">
                        <a:sysClr val="windowText" lastClr="000000">
                          <a:lumMod val="65000"/>
                          <a:lumOff val="35000"/>
                        </a:sysClr>
                      </a:gs>
                      <a:gs pos="91000">
                        <a:sysClr val="windowText" lastClr="000000"/>
                      </a:gs>
                      <a:gs pos="83000">
                        <a:srgbClr val="FFFFFF"/>
                      </a:gs>
                      <a:gs pos="46000">
                        <a:srgbClr val="00B0F0">
                          <a:lumMod val="75000"/>
                        </a:srgbClr>
                      </a:gs>
                      <a:gs pos="16000">
                        <a:srgbClr val="FFFFFF"/>
                      </a:gs>
                      <a:gs pos="0">
                        <a:sysClr val="windowText" lastClr="000000"/>
                      </a:gs>
                    </a:gsLst>
                    <a:lin ang="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Rounded Rectangle 23"/>
                  <p:cNvSpPr/>
                  <p:nvPr/>
                </p:nvSpPr>
                <p:spPr>
                  <a:xfrm rot="18525404">
                    <a:off x="6367971" y="6443465"/>
                    <a:ext cx="642564" cy="81245"/>
                  </a:xfrm>
                  <a:custGeom>
                    <a:avLst/>
                    <a:gdLst>
                      <a:gd name="connsiteX0" fmla="*/ 0 w 642563"/>
                      <a:gd name="connsiteY0" fmla="*/ 36713 h 73425"/>
                      <a:gd name="connsiteX1" fmla="*/ 36713 w 642563"/>
                      <a:gd name="connsiteY1" fmla="*/ 0 h 73425"/>
                      <a:gd name="connsiteX2" fmla="*/ 605851 w 642563"/>
                      <a:gd name="connsiteY2" fmla="*/ 0 h 73425"/>
                      <a:gd name="connsiteX3" fmla="*/ 642564 w 642563"/>
                      <a:gd name="connsiteY3" fmla="*/ 36713 h 73425"/>
                      <a:gd name="connsiteX4" fmla="*/ 642563 w 642563"/>
                      <a:gd name="connsiteY4" fmla="*/ 36713 h 73425"/>
                      <a:gd name="connsiteX5" fmla="*/ 605850 w 642563"/>
                      <a:gd name="connsiteY5" fmla="*/ 73426 h 73425"/>
                      <a:gd name="connsiteX6" fmla="*/ 36713 w 642563"/>
                      <a:gd name="connsiteY6" fmla="*/ 73425 h 73425"/>
                      <a:gd name="connsiteX7" fmla="*/ 0 w 642563"/>
                      <a:gd name="connsiteY7" fmla="*/ 36712 h 73425"/>
                      <a:gd name="connsiteX8" fmla="*/ 0 w 642563"/>
                      <a:gd name="connsiteY8" fmla="*/ 36713 h 73425"/>
                      <a:gd name="connsiteX0" fmla="*/ 0 w 642564"/>
                      <a:gd name="connsiteY0" fmla="*/ 36713 h 81245"/>
                      <a:gd name="connsiteX1" fmla="*/ 36713 w 642564"/>
                      <a:gd name="connsiteY1" fmla="*/ 0 h 81245"/>
                      <a:gd name="connsiteX2" fmla="*/ 605851 w 642564"/>
                      <a:gd name="connsiteY2" fmla="*/ 0 h 81245"/>
                      <a:gd name="connsiteX3" fmla="*/ 642564 w 642564"/>
                      <a:gd name="connsiteY3" fmla="*/ 36713 h 81245"/>
                      <a:gd name="connsiteX4" fmla="*/ 642563 w 642564"/>
                      <a:gd name="connsiteY4" fmla="*/ 36713 h 81245"/>
                      <a:gd name="connsiteX5" fmla="*/ 605850 w 642564"/>
                      <a:gd name="connsiteY5" fmla="*/ 73426 h 81245"/>
                      <a:gd name="connsiteX6" fmla="*/ 30776 w 642564"/>
                      <a:gd name="connsiteY6" fmla="*/ 81245 h 81245"/>
                      <a:gd name="connsiteX7" fmla="*/ 0 w 642564"/>
                      <a:gd name="connsiteY7" fmla="*/ 36712 h 81245"/>
                      <a:gd name="connsiteX8" fmla="*/ 0 w 642564"/>
                      <a:gd name="connsiteY8" fmla="*/ 36713 h 81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2564" h="81245">
                        <a:moveTo>
                          <a:pt x="0" y="36713"/>
                        </a:moveTo>
                        <a:cubicBezTo>
                          <a:pt x="0" y="16437"/>
                          <a:pt x="16437" y="0"/>
                          <a:pt x="36713" y="0"/>
                        </a:cubicBezTo>
                        <a:lnTo>
                          <a:pt x="605851" y="0"/>
                        </a:lnTo>
                        <a:cubicBezTo>
                          <a:pt x="626127" y="0"/>
                          <a:pt x="642564" y="16437"/>
                          <a:pt x="642564" y="36713"/>
                        </a:cubicBezTo>
                        <a:lnTo>
                          <a:pt x="642563" y="36713"/>
                        </a:lnTo>
                        <a:cubicBezTo>
                          <a:pt x="642563" y="56989"/>
                          <a:pt x="626126" y="73426"/>
                          <a:pt x="605850" y="73426"/>
                        </a:cubicBezTo>
                        <a:cubicBezTo>
                          <a:pt x="416138" y="73426"/>
                          <a:pt x="220488" y="81245"/>
                          <a:pt x="30776" y="81245"/>
                        </a:cubicBezTo>
                        <a:cubicBezTo>
                          <a:pt x="10500" y="81245"/>
                          <a:pt x="0" y="56988"/>
                          <a:pt x="0" y="36712"/>
                        </a:cubicBezTo>
                        <a:lnTo>
                          <a:pt x="0" y="36713"/>
                        </a:lnTo>
                        <a:close/>
                      </a:path>
                    </a:pathLst>
                  </a:custGeom>
                  <a:gradFill>
                    <a:gsLst>
                      <a:gs pos="99000">
                        <a:sysClr val="windowText" lastClr="000000"/>
                      </a:gs>
                      <a:gs pos="68000">
                        <a:srgbClr val="FFFFFF"/>
                      </a:gs>
                      <a:gs pos="49000">
                        <a:srgbClr val="FFFFFF">
                          <a:lumMod val="65000"/>
                        </a:srgbClr>
                      </a:gs>
                      <a:gs pos="24000">
                        <a:srgbClr val="FFFFFF"/>
                      </a:gs>
                      <a:gs pos="3000">
                        <a:sysClr val="windowText" lastClr="000000"/>
                      </a:gs>
                    </a:gsLst>
                    <a:lin ang="0" scaled="1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254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9" name="Rounded Rectangle 30"/>
                <p:cNvSpPr/>
                <p:nvPr/>
              </p:nvSpPr>
              <p:spPr>
                <a:xfrm rot="18501092">
                  <a:off x="4975463" y="5275507"/>
                  <a:ext cx="490181" cy="11056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Text" lastClr="000000"/>
                    </a:gs>
                    <a:gs pos="68000">
                      <a:srgbClr val="FFFFFF"/>
                    </a:gs>
                    <a:gs pos="49000">
                      <a:srgbClr val="FFFFFF">
                        <a:lumMod val="65000"/>
                      </a:srgbClr>
                    </a:gs>
                    <a:gs pos="24000">
                      <a:srgbClr val="FFFFFF"/>
                    </a:gs>
                    <a:gs pos="0">
                      <a:sysClr val="windowText" lastClr="000000"/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8" name="Group 19"/>
            <p:cNvGrpSpPr/>
            <p:nvPr/>
          </p:nvGrpSpPr>
          <p:grpSpPr>
            <a:xfrm>
              <a:off x="2096675" y="2151531"/>
              <a:ext cx="2620430" cy="2616668"/>
              <a:chOff x="3448050" y="1123950"/>
              <a:chExt cx="2733676" cy="2729753"/>
            </a:xfrm>
          </p:grpSpPr>
          <p:grpSp>
            <p:nvGrpSpPr>
              <p:cNvPr id="49" name="Group 20"/>
              <p:cNvGrpSpPr/>
              <p:nvPr/>
            </p:nvGrpSpPr>
            <p:grpSpPr>
              <a:xfrm>
                <a:off x="3448050" y="1123950"/>
                <a:ext cx="2733676" cy="2729753"/>
                <a:chOff x="3448050" y="1123950"/>
                <a:chExt cx="2733676" cy="2729753"/>
              </a:xfrm>
            </p:grpSpPr>
            <p:sp>
              <p:nvSpPr>
                <p:cNvPr id="51" name="Donut 22"/>
                <p:cNvSpPr/>
                <p:nvPr/>
              </p:nvSpPr>
              <p:spPr>
                <a:xfrm>
                  <a:off x="3448050" y="1123950"/>
                  <a:ext cx="2667000" cy="2667000"/>
                </a:xfrm>
                <a:prstGeom prst="donut">
                  <a:avLst>
                    <a:gd name="adj" fmla="val 4457"/>
                  </a:avLst>
                </a:prstGeom>
                <a:gradFill>
                  <a:gsLst>
                    <a:gs pos="100000">
                      <a:sysClr val="windowText" lastClr="000000"/>
                    </a:gs>
                    <a:gs pos="83000">
                      <a:srgbClr val="FFFFFF"/>
                    </a:gs>
                    <a:gs pos="46000">
                      <a:srgbClr val="FFFFFF">
                        <a:lumMod val="65000"/>
                      </a:srgbClr>
                    </a:gs>
                    <a:gs pos="16000">
                      <a:srgbClr val="FFFFFF"/>
                    </a:gs>
                    <a:gs pos="0">
                      <a:sysClr val="windowText" lastClr="000000"/>
                    </a:gs>
                  </a:gsLst>
                  <a:lin ang="13500000" scaled="1"/>
                </a:gradFill>
                <a:ln w="12700" cap="flat" cmpd="sng" algn="ctr">
                  <a:solidFill>
                    <a:srgbClr val="FFFFFF">
                      <a:lumMod val="6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103"/>
                <p:cNvSpPr/>
                <p:nvPr/>
              </p:nvSpPr>
              <p:spPr>
                <a:xfrm>
                  <a:off x="3551970" y="1241899"/>
                  <a:ext cx="2438522" cy="2429855"/>
                </a:xfrm>
                <a:custGeom>
                  <a:avLst/>
                  <a:gdLst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86548"/>
                    <a:gd name="connsiteX1" fmla="*/ 1193274 w 2386548"/>
                    <a:gd name="connsiteY1" fmla="*/ 0 h 2386548"/>
                    <a:gd name="connsiteX2" fmla="*/ 2386548 w 2386548"/>
                    <a:gd name="connsiteY2" fmla="*/ 1193274 h 2386548"/>
                    <a:gd name="connsiteX3" fmla="*/ 1193274 w 2386548"/>
                    <a:gd name="connsiteY3" fmla="*/ 2386548 h 2386548"/>
                    <a:gd name="connsiteX4" fmla="*/ 0 w 2386548"/>
                    <a:gd name="connsiteY4" fmla="*/ 1193274 h 2386548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86548"/>
                    <a:gd name="connsiteY0" fmla="*/ 1193274 h 2369733"/>
                    <a:gd name="connsiteX1" fmla="*/ 1193274 w 2386548"/>
                    <a:gd name="connsiteY1" fmla="*/ 0 h 2369733"/>
                    <a:gd name="connsiteX2" fmla="*/ 2386548 w 2386548"/>
                    <a:gd name="connsiteY2" fmla="*/ 1193274 h 2369733"/>
                    <a:gd name="connsiteX3" fmla="*/ 1193274 w 2386548"/>
                    <a:gd name="connsiteY3" fmla="*/ 2369733 h 2369733"/>
                    <a:gd name="connsiteX4" fmla="*/ 0 w 2386548"/>
                    <a:gd name="connsiteY4" fmla="*/ 1193274 h 2369733"/>
                    <a:gd name="connsiteX0" fmla="*/ 0 w 2365529"/>
                    <a:gd name="connsiteY0" fmla="*/ 1193274 h 2369733"/>
                    <a:gd name="connsiteX1" fmla="*/ 1193274 w 2365529"/>
                    <a:gd name="connsiteY1" fmla="*/ 0 h 2369733"/>
                    <a:gd name="connsiteX2" fmla="*/ 2365529 w 2365529"/>
                    <a:gd name="connsiteY2" fmla="*/ 1184867 h 2369733"/>
                    <a:gd name="connsiteX3" fmla="*/ 1193274 w 2365529"/>
                    <a:gd name="connsiteY3" fmla="*/ 2369733 h 2369733"/>
                    <a:gd name="connsiteX4" fmla="*/ 0 w 2365529"/>
                    <a:gd name="connsiteY4" fmla="*/ 1193274 h 2369733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  <a:gd name="connsiteX0" fmla="*/ 0 w 2365529"/>
                    <a:gd name="connsiteY0" fmla="*/ 1180662 h 2357121"/>
                    <a:gd name="connsiteX1" fmla="*/ 1201682 w 2365529"/>
                    <a:gd name="connsiteY1" fmla="*/ 0 h 2357121"/>
                    <a:gd name="connsiteX2" fmla="*/ 2365529 w 2365529"/>
                    <a:gd name="connsiteY2" fmla="*/ 1172255 h 2357121"/>
                    <a:gd name="connsiteX3" fmla="*/ 1193274 w 2365529"/>
                    <a:gd name="connsiteY3" fmla="*/ 2357121 h 2357121"/>
                    <a:gd name="connsiteX4" fmla="*/ 0 w 2365529"/>
                    <a:gd name="connsiteY4" fmla="*/ 1180662 h 235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5529" h="2357121">
                      <a:moveTo>
                        <a:pt x="0" y="1180662"/>
                      </a:moveTo>
                      <a:cubicBezTo>
                        <a:pt x="0" y="521635"/>
                        <a:pt x="542655" y="0"/>
                        <a:pt x="1201682" y="0"/>
                      </a:cubicBezTo>
                      <a:cubicBezTo>
                        <a:pt x="1860709" y="0"/>
                        <a:pt x="2348713" y="521637"/>
                        <a:pt x="2365529" y="1172255"/>
                      </a:cubicBezTo>
                      <a:cubicBezTo>
                        <a:pt x="2365529" y="1831282"/>
                        <a:pt x="1852301" y="2357121"/>
                        <a:pt x="1193274" y="2357121"/>
                      </a:cubicBezTo>
                      <a:cubicBezTo>
                        <a:pt x="559470" y="2336101"/>
                        <a:pt x="0" y="1839689"/>
                        <a:pt x="0" y="118066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90000">
                      <a:schemeClr val="bg1">
                        <a:alpha val="20000"/>
                      </a:schemeClr>
                    </a:gs>
                    <a:gs pos="2000">
                      <a:schemeClr val="bg1">
                        <a:lumMod val="95000"/>
                        <a:alpha val="18000"/>
                      </a:schemeClr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23"/>
                <p:cNvSpPr/>
                <p:nvPr/>
              </p:nvSpPr>
              <p:spPr>
                <a:xfrm>
                  <a:off x="3590439" y="2005543"/>
                  <a:ext cx="2591287" cy="1848160"/>
                </a:xfrm>
                <a:custGeom>
                  <a:avLst/>
                  <a:gdLst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48160"/>
                    <a:gd name="connsiteX1" fmla="*/ 2631628 w 2631628"/>
                    <a:gd name="connsiteY1" fmla="*/ 576572 h 1848160"/>
                    <a:gd name="connsiteX2" fmla="*/ 1264790 w 2631628"/>
                    <a:gd name="connsiteY2" fmla="*/ 1848160 h 1848160"/>
                    <a:gd name="connsiteX3" fmla="*/ 0 w 2631628"/>
                    <a:gd name="connsiteY3" fmla="*/ 1057894 h 1848160"/>
                    <a:gd name="connsiteX4" fmla="*/ 1217165 w 2631628"/>
                    <a:gd name="connsiteY4" fmla="*/ 1752910 h 1848160"/>
                    <a:gd name="connsiteX5" fmla="*/ 2584003 w 2631628"/>
                    <a:gd name="connsiteY5" fmla="*/ 481322 h 1848160"/>
                    <a:gd name="connsiteX6" fmla="*/ 2481956 w 2631628"/>
                    <a:gd name="connsiteY6" fmla="*/ 0 h 1848160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81956 w 2631628"/>
                    <a:gd name="connsiteY0" fmla="*/ 0 h 1861607"/>
                    <a:gd name="connsiteX1" fmla="*/ 2631628 w 2631628"/>
                    <a:gd name="connsiteY1" fmla="*/ 590019 h 1861607"/>
                    <a:gd name="connsiteX2" fmla="*/ 1264790 w 2631628"/>
                    <a:gd name="connsiteY2" fmla="*/ 1861607 h 1861607"/>
                    <a:gd name="connsiteX3" fmla="*/ 0 w 2631628"/>
                    <a:gd name="connsiteY3" fmla="*/ 1071341 h 1861607"/>
                    <a:gd name="connsiteX4" fmla="*/ 1217165 w 2631628"/>
                    <a:gd name="connsiteY4" fmla="*/ 1766357 h 1861607"/>
                    <a:gd name="connsiteX5" fmla="*/ 2584003 w 2631628"/>
                    <a:gd name="connsiteY5" fmla="*/ 494769 h 1861607"/>
                    <a:gd name="connsiteX6" fmla="*/ 2481956 w 2631628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61607"/>
                    <a:gd name="connsiteX1" fmla="*/ 2591287 w 2591287"/>
                    <a:gd name="connsiteY1" fmla="*/ 590019 h 1861607"/>
                    <a:gd name="connsiteX2" fmla="*/ 1224449 w 2591287"/>
                    <a:gd name="connsiteY2" fmla="*/ 1861607 h 1861607"/>
                    <a:gd name="connsiteX3" fmla="*/ 0 w 2591287"/>
                    <a:gd name="connsiteY3" fmla="*/ 1057894 h 1861607"/>
                    <a:gd name="connsiteX4" fmla="*/ 1176824 w 2591287"/>
                    <a:gd name="connsiteY4" fmla="*/ 1766357 h 1861607"/>
                    <a:gd name="connsiteX5" fmla="*/ 2543662 w 2591287"/>
                    <a:gd name="connsiteY5" fmla="*/ 494769 h 1861607"/>
                    <a:gd name="connsiteX6" fmla="*/ 2441615 w 2591287"/>
                    <a:gd name="connsiteY6" fmla="*/ 0 h 1861607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43662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6535"/>
                    <a:gd name="connsiteY0" fmla="*/ 0 h 1848160"/>
                    <a:gd name="connsiteX1" fmla="*/ 2591287 w 2596535"/>
                    <a:gd name="connsiteY1" fmla="*/ 590019 h 1848160"/>
                    <a:gd name="connsiteX2" fmla="*/ 1217725 w 2596535"/>
                    <a:gd name="connsiteY2" fmla="*/ 1848160 h 1848160"/>
                    <a:gd name="connsiteX3" fmla="*/ 0 w 2596535"/>
                    <a:gd name="connsiteY3" fmla="*/ 1057894 h 1848160"/>
                    <a:gd name="connsiteX4" fmla="*/ 1176824 w 2596535"/>
                    <a:gd name="connsiteY4" fmla="*/ 1766357 h 1848160"/>
                    <a:gd name="connsiteX5" fmla="*/ 2536938 w 2596535"/>
                    <a:gd name="connsiteY5" fmla="*/ 494769 h 1848160"/>
                    <a:gd name="connsiteX6" fmla="*/ 2441615 w 2596535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6938 w 2591287"/>
                    <a:gd name="connsiteY5" fmla="*/ 494769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  <a:gd name="connsiteX0" fmla="*/ 2441615 w 2591287"/>
                    <a:gd name="connsiteY0" fmla="*/ 0 h 1848160"/>
                    <a:gd name="connsiteX1" fmla="*/ 2591287 w 2591287"/>
                    <a:gd name="connsiteY1" fmla="*/ 590019 h 1848160"/>
                    <a:gd name="connsiteX2" fmla="*/ 1217725 w 2591287"/>
                    <a:gd name="connsiteY2" fmla="*/ 1848160 h 1848160"/>
                    <a:gd name="connsiteX3" fmla="*/ 0 w 2591287"/>
                    <a:gd name="connsiteY3" fmla="*/ 1057894 h 1848160"/>
                    <a:gd name="connsiteX4" fmla="*/ 1176824 w 2591287"/>
                    <a:gd name="connsiteY4" fmla="*/ 1766357 h 1848160"/>
                    <a:gd name="connsiteX5" fmla="*/ 2530215 w 2591287"/>
                    <a:gd name="connsiteY5" fmla="*/ 488045 h 1848160"/>
                    <a:gd name="connsiteX6" fmla="*/ 2441615 w 2591287"/>
                    <a:gd name="connsiteY6" fmla="*/ 0 h 1848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91287" h="1848160">
                      <a:moveTo>
                        <a:pt x="2441615" y="0"/>
                      </a:moveTo>
                      <a:cubicBezTo>
                        <a:pt x="2537709" y="172615"/>
                        <a:pt x="2591287" y="368773"/>
                        <a:pt x="2591287" y="590019"/>
                      </a:cubicBezTo>
                      <a:cubicBezTo>
                        <a:pt x="2544222" y="1191444"/>
                        <a:pt x="2012951" y="1834714"/>
                        <a:pt x="1217725" y="1848160"/>
                      </a:cubicBezTo>
                      <a:cubicBezTo>
                        <a:pt x="646051" y="1848160"/>
                        <a:pt x="169795" y="1535106"/>
                        <a:pt x="0" y="1057894"/>
                      </a:cubicBezTo>
                      <a:cubicBezTo>
                        <a:pt x="224987" y="1470666"/>
                        <a:pt x="645305" y="1766357"/>
                        <a:pt x="1176824" y="1766357"/>
                      </a:cubicBezTo>
                      <a:cubicBezTo>
                        <a:pt x="1931708" y="1766357"/>
                        <a:pt x="2456256" y="1217219"/>
                        <a:pt x="2530215" y="488045"/>
                      </a:cubicBezTo>
                      <a:cubicBezTo>
                        <a:pt x="2530215" y="317603"/>
                        <a:pt x="2507616" y="148269"/>
                        <a:pt x="2441615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Oval 59"/>
                <p:cNvSpPr/>
                <p:nvPr/>
              </p:nvSpPr>
              <p:spPr>
                <a:xfrm>
                  <a:off x="3550159" y="1238250"/>
                  <a:ext cx="2193274" cy="2093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3274" h="2093560">
                      <a:moveTo>
                        <a:pt x="1231392" y="0"/>
                      </a:moveTo>
                      <a:cubicBezTo>
                        <a:pt x="1620939" y="0"/>
                        <a:pt x="1968237" y="179092"/>
                        <a:pt x="2193274" y="459140"/>
                      </a:cubicBezTo>
                      <a:cubicBezTo>
                        <a:pt x="1972059" y="245503"/>
                        <a:pt x="1669589" y="114300"/>
                        <a:pt x="1336167" y="114300"/>
                      </a:cubicBezTo>
                      <a:cubicBezTo>
                        <a:pt x="656088" y="114300"/>
                        <a:pt x="104775" y="660154"/>
                        <a:pt x="104775" y="1333500"/>
                      </a:cubicBezTo>
                      <a:cubicBezTo>
                        <a:pt x="104775" y="1621156"/>
                        <a:pt x="205392" y="1885545"/>
                        <a:pt x="374285" y="2093560"/>
                      </a:cubicBezTo>
                      <a:cubicBezTo>
                        <a:pt x="143246" y="1872526"/>
                        <a:pt x="0" y="1562426"/>
                        <a:pt x="0" y="1219200"/>
                      </a:cubicBezTo>
                      <a:cubicBezTo>
                        <a:pt x="0" y="545854"/>
                        <a:pt x="551313" y="0"/>
                        <a:pt x="1231392" y="0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50000"/>
                    <a:lumOff val="50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2"/>
                <p:cNvSpPr/>
                <p:nvPr/>
              </p:nvSpPr>
              <p:spPr>
                <a:xfrm>
                  <a:off x="3711515" y="2233357"/>
                  <a:ext cx="164311" cy="980624"/>
                </a:xfrm>
                <a:custGeom>
                  <a:avLst/>
                  <a:gdLst>
                    <a:gd name="connsiteX0" fmla="*/ 0 w 586946"/>
                    <a:gd name="connsiteY0" fmla="*/ 0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0 w 586946"/>
                    <a:gd name="connsiteY4" fmla="*/ 0 h 1130643"/>
                    <a:gd name="connsiteX0" fmla="*/ 164306 w 586946"/>
                    <a:gd name="connsiteY0" fmla="*/ 142875 h 1130643"/>
                    <a:gd name="connsiteX1" fmla="*/ 586946 w 586946"/>
                    <a:gd name="connsiteY1" fmla="*/ 0 h 1130643"/>
                    <a:gd name="connsiteX2" fmla="*/ 586946 w 586946"/>
                    <a:gd name="connsiteY2" fmla="*/ 1130643 h 1130643"/>
                    <a:gd name="connsiteX3" fmla="*/ 0 w 586946"/>
                    <a:gd name="connsiteY3" fmla="*/ 1130643 h 1130643"/>
                    <a:gd name="connsiteX4" fmla="*/ 164306 w 586946"/>
                    <a:gd name="connsiteY4" fmla="*/ 142875 h 1130643"/>
                    <a:gd name="connsiteX0" fmla="*/ 164306 w 586946"/>
                    <a:gd name="connsiteY0" fmla="*/ 0 h 987768"/>
                    <a:gd name="connsiteX1" fmla="*/ 370252 w 586946"/>
                    <a:gd name="connsiteY1" fmla="*/ 71437 h 987768"/>
                    <a:gd name="connsiteX2" fmla="*/ 586946 w 586946"/>
                    <a:gd name="connsiteY2" fmla="*/ 987768 h 987768"/>
                    <a:gd name="connsiteX3" fmla="*/ 0 w 586946"/>
                    <a:gd name="connsiteY3" fmla="*/ 987768 h 987768"/>
                    <a:gd name="connsiteX4" fmla="*/ 164306 w 586946"/>
                    <a:gd name="connsiteY4" fmla="*/ 0 h 987768"/>
                    <a:gd name="connsiteX0" fmla="*/ 0 w 422640"/>
                    <a:gd name="connsiteY0" fmla="*/ 0 h 987768"/>
                    <a:gd name="connsiteX1" fmla="*/ 205946 w 422640"/>
                    <a:gd name="connsiteY1" fmla="*/ 71437 h 987768"/>
                    <a:gd name="connsiteX2" fmla="*/ 422640 w 422640"/>
                    <a:gd name="connsiteY2" fmla="*/ 987768 h 987768"/>
                    <a:gd name="connsiteX3" fmla="*/ 0 w 422640"/>
                    <a:gd name="connsiteY3" fmla="*/ 0 h 987768"/>
                    <a:gd name="connsiteX0" fmla="*/ 0 w 205946"/>
                    <a:gd name="connsiteY0" fmla="*/ 0 h 980624"/>
                    <a:gd name="connsiteX1" fmla="*/ 205946 w 205946"/>
                    <a:gd name="connsiteY1" fmla="*/ 71437 h 980624"/>
                    <a:gd name="connsiteX2" fmla="*/ 124984 w 205946"/>
                    <a:gd name="connsiteY2" fmla="*/ 980624 h 980624"/>
                    <a:gd name="connsiteX3" fmla="*/ 0 w 205946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38553 w 244499"/>
                    <a:gd name="connsiteY0" fmla="*/ 0 h 980624"/>
                    <a:gd name="connsiteX1" fmla="*/ 244499 w 244499"/>
                    <a:gd name="connsiteY1" fmla="*/ 71437 h 980624"/>
                    <a:gd name="connsiteX2" fmla="*/ 163537 w 244499"/>
                    <a:gd name="connsiteY2" fmla="*/ 980624 h 980624"/>
                    <a:gd name="connsiteX3" fmla="*/ 38553 w 244499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  <a:gd name="connsiteX0" fmla="*/ 73245 w 279191"/>
                    <a:gd name="connsiteY0" fmla="*/ 0 h 980624"/>
                    <a:gd name="connsiteX1" fmla="*/ 279191 w 279191"/>
                    <a:gd name="connsiteY1" fmla="*/ 71437 h 980624"/>
                    <a:gd name="connsiteX2" fmla="*/ 198229 w 279191"/>
                    <a:gd name="connsiteY2" fmla="*/ 980624 h 980624"/>
                    <a:gd name="connsiteX3" fmla="*/ 73245 w 279191"/>
                    <a:gd name="connsiteY3" fmla="*/ 0 h 980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191" h="980624">
                      <a:moveTo>
                        <a:pt x="73245" y="0"/>
                      </a:moveTo>
                      <a:lnTo>
                        <a:pt x="279191" y="71437"/>
                      </a:lnTo>
                      <a:cubicBezTo>
                        <a:pt x="147429" y="243530"/>
                        <a:pt x="49003" y="525162"/>
                        <a:pt x="198229" y="980624"/>
                      </a:cubicBezTo>
                      <a:cubicBezTo>
                        <a:pt x="-105369" y="510874"/>
                        <a:pt x="14893" y="145900"/>
                        <a:pt x="732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Chord 31"/>
              <p:cNvSpPr/>
              <p:nvPr/>
            </p:nvSpPr>
            <p:spPr>
              <a:xfrm rot="1866441">
                <a:off x="3583640" y="1343373"/>
                <a:ext cx="1130298" cy="1890132"/>
              </a:xfrm>
              <a:custGeom>
                <a:avLst/>
                <a:gdLst>
                  <a:gd name="connsiteX0" fmla="*/ 2070314 w 2425524"/>
                  <a:gd name="connsiteY0" fmla="*/ 2070314 h 2425524"/>
                  <a:gd name="connsiteX1" fmla="*/ 606381 w 2425524"/>
                  <a:gd name="connsiteY1" fmla="*/ 2263044 h 2425524"/>
                  <a:gd name="connsiteX2" fmla="*/ 41324 w 2425524"/>
                  <a:gd name="connsiteY2" fmla="*/ 898875 h 2425524"/>
                  <a:gd name="connsiteX3" fmla="*/ 1212762 w 2425524"/>
                  <a:gd name="connsiteY3" fmla="*/ -1 h 2425524"/>
                  <a:gd name="connsiteX4" fmla="*/ 2070314 w 2425524"/>
                  <a:gd name="connsiteY4" fmla="*/ 2070314 h 2425524"/>
                  <a:gd name="connsiteX0" fmla="*/ 2070423 w 2070423"/>
                  <a:gd name="connsiteY0" fmla="*/ 2070315 h 2425553"/>
                  <a:gd name="connsiteX1" fmla="*/ 606490 w 2070423"/>
                  <a:gd name="connsiteY1" fmla="*/ 2263045 h 2425553"/>
                  <a:gd name="connsiteX2" fmla="*/ 41433 w 2070423"/>
                  <a:gd name="connsiteY2" fmla="*/ 898876 h 2425553"/>
                  <a:gd name="connsiteX3" fmla="*/ 1212871 w 2070423"/>
                  <a:gd name="connsiteY3" fmla="*/ 0 h 2425553"/>
                  <a:gd name="connsiteX4" fmla="*/ 2070423 w 2070423"/>
                  <a:gd name="connsiteY4" fmla="*/ 2070315 h 2425553"/>
                  <a:gd name="connsiteX0" fmla="*/ 2070423 w 2070423"/>
                  <a:gd name="connsiteY0" fmla="*/ 2070315 h 2362424"/>
                  <a:gd name="connsiteX1" fmla="*/ 606490 w 2070423"/>
                  <a:gd name="connsiteY1" fmla="*/ 2263045 h 2362424"/>
                  <a:gd name="connsiteX2" fmla="*/ 41433 w 2070423"/>
                  <a:gd name="connsiteY2" fmla="*/ 898876 h 2362424"/>
                  <a:gd name="connsiteX3" fmla="*/ 1212871 w 2070423"/>
                  <a:gd name="connsiteY3" fmla="*/ 0 h 2362424"/>
                  <a:gd name="connsiteX4" fmla="*/ 2070423 w 2070423"/>
                  <a:gd name="connsiteY4" fmla="*/ 2070315 h 2362424"/>
                  <a:gd name="connsiteX0" fmla="*/ 2070423 w 2070423"/>
                  <a:gd name="connsiteY0" fmla="*/ 2070315 h 2263045"/>
                  <a:gd name="connsiteX1" fmla="*/ 606490 w 2070423"/>
                  <a:gd name="connsiteY1" fmla="*/ 2263045 h 2263045"/>
                  <a:gd name="connsiteX2" fmla="*/ 41433 w 2070423"/>
                  <a:gd name="connsiteY2" fmla="*/ 898876 h 2263045"/>
                  <a:gd name="connsiteX3" fmla="*/ 1212871 w 2070423"/>
                  <a:gd name="connsiteY3" fmla="*/ 0 h 2263045"/>
                  <a:gd name="connsiteX4" fmla="*/ 2070423 w 2070423"/>
                  <a:gd name="connsiteY4" fmla="*/ 2070315 h 2263045"/>
                  <a:gd name="connsiteX0" fmla="*/ 2028990 w 2028990"/>
                  <a:gd name="connsiteY0" fmla="*/ 2070315 h 2263045"/>
                  <a:gd name="connsiteX1" fmla="*/ 565057 w 2028990"/>
                  <a:gd name="connsiteY1" fmla="*/ 2263045 h 2263045"/>
                  <a:gd name="connsiteX2" fmla="*/ 0 w 2028990"/>
                  <a:gd name="connsiteY2" fmla="*/ 898876 h 2263045"/>
                  <a:gd name="connsiteX3" fmla="*/ 1171438 w 2028990"/>
                  <a:gd name="connsiteY3" fmla="*/ 0 h 2263045"/>
                  <a:gd name="connsiteX4" fmla="*/ 2028990 w 2028990"/>
                  <a:gd name="connsiteY4" fmla="*/ 2070315 h 2263045"/>
                  <a:gd name="connsiteX0" fmla="*/ 2083060 w 2083060"/>
                  <a:gd name="connsiteY0" fmla="*/ 2070315 h 2263045"/>
                  <a:gd name="connsiteX1" fmla="*/ 619127 w 2083060"/>
                  <a:gd name="connsiteY1" fmla="*/ 2263045 h 2263045"/>
                  <a:gd name="connsiteX2" fmla="*/ 54070 w 2083060"/>
                  <a:gd name="connsiteY2" fmla="*/ 898876 h 2263045"/>
                  <a:gd name="connsiteX3" fmla="*/ 1225508 w 2083060"/>
                  <a:gd name="connsiteY3" fmla="*/ 0 h 2263045"/>
                  <a:gd name="connsiteX4" fmla="*/ 2083060 w 2083060"/>
                  <a:gd name="connsiteY4" fmla="*/ 2070315 h 2263045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2083060 w 2083060"/>
                  <a:gd name="connsiteY0" fmla="*/ 1799859 h 1992589"/>
                  <a:gd name="connsiteX1" fmla="*/ 619127 w 2083060"/>
                  <a:gd name="connsiteY1" fmla="*/ 1992589 h 1992589"/>
                  <a:gd name="connsiteX2" fmla="*/ 54070 w 2083060"/>
                  <a:gd name="connsiteY2" fmla="*/ 628420 h 1992589"/>
                  <a:gd name="connsiteX3" fmla="*/ 491412 w 2083060"/>
                  <a:gd name="connsiteY3" fmla="*/ 0 h 1992589"/>
                  <a:gd name="connsiteX4" fmla="*/ 2083060 w 2083060"/>
                  <a:gd name="connsiteY4" fmla="*/ 1799859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48209 w 1748209"/>
                  <a:gd name="connsiteY0" fmla="*/ 1844935 h 1992589"/>
                  <a:gd name="connsiteX1" fmla="*/ 619127 w 1748209"/>
                  <a:gd name="connsiteY1" fmla="*/ 1992589 h 1992589"/>
                  <a:gd name="connsiteX2" fmla="*/ 54070 w 1748209"/>
                  <a:gd name="connsiteY2" fmla="*/ 628420 h 1992589"/>
                  <a:gd name="connsiteX3" fmla="*/ 491412 w 1748209"/>
                  <a:gd name="connsiteY3" fmla="*/ 0 h 1992589"/>
                  <a:gd name="connsiteX4" fmla="*/ 1748209 w 1748209"/>
                  <a:gd name="connsiteY4" fmla="*/ 1844935 h 1992589"/>
                  <a:gd name="connsiteX0" fmla="*/ 1735729 w 1735729"/>
                  <a:gd name="connsiteY0" fmla="*/ 1844935 h 1992589"/>
                  <a:gd name="connsiteX1" fmla="*/ 606647 w 1735729"/>
                  <a:gd name="connsiteY1" fmla="*/ 1992589 h 1992589"/>
                  <a:gd name="connsiteX2" fmla="*/ 41590 w 1735729"/>
                  <a:gd name="connsiteY2" fmla="*/ 628420 h 1992589"/>
                  <a:gd name="connsiteX3" fmla="*/ 478932 w 1735729"/>
                  <a:gd name="connsiteY3" fmla="*/ 0 h 1992589"/>
                  <a:gd name="connsiteX4" fmla="*/ 1735729 w 1735729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1992589"/>
                  <a:gd name="connsiteX1" fmla="*/ 617379 w 1746461"/>
                  <a:gd name="connsiteY1" fmla="*/ 1992589 h 1992589"/>
                  <a:gd name="connsiteX2" fmla="*/ 40415 w 1746461"/>
                  <a:gd name="connsiteY2" fmla="*/ 626039 h 1992589"/>
                  <a:gd name="connsiteX3" fmla="*/ 489664 w 1746461"/>
                  <a:gd name="connsiteY3" fmla="*/ 0 h 1992589"/>
                  <a:gd name="connsiteX4" fmla="*/ 1746461 w 1746461"/>
                  <a:gd name="connsiteY4" fmla="*/ 1844935 h 1992589"/>
                  <a:gd name="connsiteX0" fmla="*/ 1746461 w 1746461"/>
                  <a:gd name="connsiteY0" fmla="*/ 1844935 h 2027490"/>
                  <a:gd name="connsiteX1" fmla="*/ 617379 w 1746461"/>
                  <a:gd name="connsiteY1" fmla="*/ 2027490 h 2027490"/>
                  <a:gd name="connsiteX2" fmla="*/ 40415 w 1746461"/>
                  <a:gd name="connsiteY2" fmla="*/ 626039 h 2027490"/>
                  <a:gd name="connsiteX3" fmla="*/ 489664 w 1746461"/>
                  <a:gd name="connsiteY3" fmla="*/ 0 h 2027490"/>
                  <a:gd name="connsiteX4" fmla="*/ 1746461 w 1746461"/>
                  <a:gd name="connsiteY4" fmla="*/ 1844935 h 2027490"/>
                  <a:gd name="connsiteX0" fmla="*/ 1739990 w 1739990"/>
                  <a:gd name="connsiteY0" fmla="*/ 1844935 h 2027490"/>
                  <a:gd name="connsiteX1" fmla="*/ 610908 w 1739990"/>
                  <a:gd name="connsiteY1" fmla="*/ 2027490 h 2027490"/>
                  <a:gd name="connsiteX2" fmla="*/ 33944 w 1739990"/>
                  <a:gd name="connsiteY2" fmla="*/ 626039 h 2027490"/>
                  <a:gd name="connsiteX3" fmla="*/ 483193 w 1739990"/>
                  <a:gd name="connsiteY3" fmla="*/ 0 h 2027490"/>
                  <a:gd name="connsiteX4" fmla="*/ 1739990 w 1739990"/>
                  <a:gd name="connsiteY4" fmla="*/ 1844935 h 2027490"/>
                  <a:gd name="connsiteX0" fmla="*/ 1766030 w 1766030"/>
                  <a:gd name="connsiteY0" fmla="*/ 1844935 h 2027490"/>
                  <a:gd name="connsiteX1" fmla="*/ 636948 w 1766030"/>
                  <a:gd name="connsiteY1" fmla="*/ 2027490 h 2027490"/>
                  <a:gd name="connsiteX2" fmla="*/ 32063 w 1766030"/>
                  <a:gd name="connsiteY2" fmla="*/ 605099 h 2027490"/>
                  <a:gd name="connsiteX3" fmla="*/ 509233 w 1766030"/>
                  <a:gd name="connsiteY3" fmla="*/ 0 h 2027490"/>
                  <a:gd name="connsiteX4" fmla="*/ 1766030 w 1766030"/>
                  <a:gd name="connsiteY4" fmla="*/ 1844935 h 2027490"/>
                  <a:gd name="connsiteX0" fmla="*/ 1766030 w 1766030"/>
                  <a:gd name="connsiteY0" fmla="*/ 1844935 h 2034470"/>
                  <a:gd name="connsiteX1" fmla="*/ 636948 w 1766030"/>
                  <a:gd name="connsiteY1" fmla="*/ 2034470 h 2034470"/>
                  <a:gd name="connsiteX2" fmla="*/ 32063 w 1766030"/>
                  <a:gd name="connsiteY2" fmla="*/ 605099 h 2034470"/>
                  <a:gd name="connsiteX3" fmla="*/ 509233 w 1766030"/>
                  <a:gd name="connsiteY3" fmla="*/ 0 h 2034470"/>
                  <a:gd name="connsiteX4" fmla="*/ 1766030 w 1766030"/>
                  <a:gd name="connsiteY4" fmla="*/ 1844935 h 2034470"/>
                  <a:gd name="connsiteX0" fmla="*/ 1763311 w 1763311"/>
                  <a:gd name="connsiteY0" fmla="*/ 1844935 h 2034470"/>
                  <a:gd name="connsiteX1" fmla="*/ 634229 w 1763311"/>
                  <a:gd name="connsiteY1" fmla="*/ 2034470 h 2034470"/>
                  <a:gd name="connsiteX2" fmla="*/ 29344 w 1763311"/>
                  <a:gd name="connsiteY2" fmla="*/ 605099 h 2034470"/>
                  <a:gd name="connsiteX3" fmla="*/ 506514 w 1763311"/>
                  <a:gd name="connsiteY3" fmla="*/ 0 h 2034470"/>
                  <a:gd name="connsiteX4" fmla="*/ 1763311 w 1763311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54924 w 1754924"/>
                  <a:gd name="connsiteY0" fmla="*/ 1844935 h 2034470"/>
                  <a:gd name="connsiteX1" fmla="*/ 625842 w 1754924"/>
                  <a:gd name="connsiteY1" fmla="*/ 2034470 h 2034470"/>
                  <a:gd name="connsiteX2" fmla="*/ 20957 w 1754924"/>
                  <a:gd name="connsiteY2" fmla="*/ 605099 h 2034470"/>
                  <a:gd name="connsiteX3" fmla="*/ 498127 w 1754924"/>
                  <a:gd name="connsiteY3" fmla="*/ 0 h 2034470"/>
                  <a:gd name="connsiteX4" fmla="*/ 1754924 w 1754924"/>
                  <a:gd name="connsiteY4" fmla="*/ 1844935 h 2034470"/>
                  <a:gd name="connsiteX0" fmla="*/ 1761148 w 1761148"/>
                  <a:gd name="connsiteY0" fmla="*/ 1844935 h 2034470"/>
                  <a:gd name="connsiteX1" fmla="*/ 632066 w 1761148"/>
                  <a:gd name="connsiteY1" fmla="*/ 2034470 h 2034470"/>
                  <a:gd name="connsiteX2" fmla="*/ 27181 w 1761148"/>
                  <a:gd name="connsiteY2" fmla="*/ 605099 h 2034470"/>
                  <a:gd name="connsiteX3" fmla="*/ 504351 w 1761148"/>
                  <a:gd name="connsiteY3" fmla="*/ 0 h 2034470"/>
                  <a:gd name="connsiteX4" fmla="*/ 1761148 w 1761148"/>
                  <a:gd name="connsiteY4" fmla="*/ 1844935 h 2034470"/>
                  <a:gd name="connsiteX0" fmla="*/ 1737873 w 1737873"/>
                  <a:gd name="connsiteY0" fmla="*/ 1844935 h 2034470"/>
                  <a:gd name="connsiteX1" fmla="*/ 608791 w 1737873"/>
                  <a:gd name="connsiteY1" fmla="*/ 2034470 h 2034470"/>
                  <a:gd name="connsiteX2" fmla="*/ 28508 w 1737873"/>
                  <a:gd name="connsiteY2" fmla="*/ 605099 h 2034470"/>
                  <a:gd name="connsiteX3" fmla="*/ 481076 w 1737873"/>
                  <a:gd name="connsiteY3" fmla="*/ 0 h 2034470"/>
                  <a:gd name="connsiteX4" fmla="*/ 1737873 w 1737873"/>
                  <a:gd name="connsiteY4" fmla="*/ 1844935 h 2034470"/>
                  <a:gd name="connsiteX0" fmla="*/ 1731095 w 1731095"/>
                  <a:gd name="connsiteY0" fmla="*/ 1844935 h 2005766"/>
                  <a:gd name="connsiteX1" fmla="*/ 757830 w 1731095"/>
                  <a:gd name="connsiteY1" fmla="*/ 2005766 h 2005766"/>
                  <a:gd name="connsiteX2" fmla="*/ 21730 w 1731095"/>
                  <a:gd name="connsiteY2" fmla="*/ 605099 h 2005766"/>
                  <a:gd name="connsiteX3" fmla="*/ 474298 w 1731095"/>
                  <a:gd name="connsiteY3" fmla="*/ 0 h 2005766"/>
                  <a:gd name="connsiteX4" fmla="*/ 1731095 w 1731095"/>
                  <a:gd name="connsiteY4" fmla="*/ 1844935 h 2005766"/>
                  <a:gd name="connsiteX0" fmla="*/ 1719212 w 1719212"/>
                  <a:gd name="connsiteY0" fmla="*/ 1844935 h 2005766"/>
                  <a:gd name="connsiteX1" fmla="*/ 745947 w 1719212"/>
                  <a:gd name="connsiteY1" fmla="*/ 2005766 h 2005766"/>
                  <a:gd name="connsiteX2" fmla="*/ 22149 w 1719212"/>
                  <a:gd name="connsiteY2" fmla="*/ 600998 h 2005766"/>
                  <a:gd name="connsiteX3" fmla="*/ 462415 w 1719212"/>
                  <a:gd name="connsiteY3" fmla="*/ 0 h 2005766"/>
                  <a:gd name="connsiteX4" fmla="*/ 1719212 w 1719212"/>
                  <a:gd name="connsiteY4" fmla="*/ 1844935 h 2005766"/>
                  <a:gd name="connsiteX0" fmla="*/ 1697830 w 1697830"/>
                  <a:gd name="connsiteY0" fmla="*/ 1844935 h 2005766"/>
                  <a:gd name="connsiteX1" fmla="*/ 724565 w 1697830"/>
                  <a:gd name="connsiteY1" fmla="*/ 2005766 h 2005766"/>
                  <a:gd name="connsiteX2" fmla="*/ 767 w 1697830"/>
                  <a:gd name="connsiteY2" fmla="*/ 600998 h 2005766"/>
                  <a:gd name="connsiteX3" fmla="*/ 441033 w 1697830"/>
                  <a:gd name="connsiteY3" fmla="*/ 0 h 2005766"/>
                  <a:gd name="connsiteX4" fmla="*/ 1697830 w 1697830"/>
                  <a:gd name="connsiteY4" fmla="*/ 1844935 h 2005766"/>
                  <a:gd name="connsiteX0" fmla="*/ 1697860 w 1697860"/>
                  <a:gd name="connsiteY0" fmla="*/ 1844935 h 2005766"/>
                  <a:gd name="connsiteX1" fmla="*/ 724595 w 1697860"/>
                  <a:gd name="connsiteY1" fmla="*/ 2005766 h 2005766"/>
                  <a:gd name="connsiteX2" fmla="*/ 797 w 1697860"/>
                  <a:gd name="connsiteY2" fmla="*/ 600998 h 2005766"/>
                  <a:gd name="connsiteX3" fmla="*/ 441063 w 1697860"/>
                  <a:gd name="connsiteY3" fmla="*/ 0 h 2005766"/>
                  <a:gd name="connsiteX4" fmla="*/ 1697860 w 1697860"/>
                  <a:gd name="connsiteY4" fmla="*/ 1844935 h 2005766"/>
                  <a:gd name="connsiteX0" fmla="*/ 1310663 w 1310663"/>
                  <a:gd name="connsiteY0" fmla="*/ 1844935 h 2005766"/>
                  <a:gd name="connsiteX1" fmla="*/ 337398 w 1310663"/>
                  <a:gd name="connsiteY1" fmla="*/ 2005766 h 2005766"/>
                  <a:gd name="connsiteX2" fmla="*/ 53866 w 1310663"/>
                  <a:gd name="connsiteY2" fmla="*/ 0 h 2005766"/>
                  <a:gd name="connsiteX3" fmla="*/ 1310663 w 1310663"/>
                  <a:gd name="connsiteY3" fmla="*/ 1844935 h 2005766"/>
                  <a:gd name="connsiteX0" fmla="*/ 1547182 w 1547182"/>
                  <a:gd name="connsiteY0" fmla="*/ 1844935 h 2005766"/>
                  <a:gd name="connsiteX1" fmla="*/ 573917 w 1547182"/>
                  <a:gd name="connsiteY1" fmla="*/ 2005766 h 2005766"/>
                  <a:gd name="connsiteX2" fmla="*/ 290385 w 1547182"/>
                  <a:gd name="connsiteY2" fmla="*/ 0 h 2005766"/>
                  <a:gd name="connsiteX3" fmla="*/ 1547182 w 1547182"/>
                  <a:gd name="connsiteY3" fmla="*/ 1844935 h 2005766"/>
                  <a:gd name="connsiteX0" fmla="*/ 1535283 w 1535283"/>
                  <a:gd name="connsiteY0" fmla="*/ 1844935 h 1997565"/>
                  <a:gd name="connsiteX1" fmla="*/ 619424 w 1535283"/>
                  <a:gd name="connsiteY1" fmla="*/ 1997565 h 1997565"/>
                  <a:gd name="connsiteX2" fmla="*/ 278486 w 1535283"/>
                  <a:gd name="connsiteY2" fmla="*/ 0 h 1997565"/>
                  <a:gd name="connsiteX3" fmla="*/ 1535283 w 1535283"/>
                  <a:gd name="connsiteY3" fmla="*/ 1844935 h 1997565"/>
                  <a:gd name="connsiteX0" fmla="*/ 1256797 w 1256797"/>
                  <a:gd name="connsiteY0" fmla="*/ 1844935 h 1844935"/>
                  <a:gd name="connsiteX1" fmla="*/ 0 w 1256797"/>
                  <a:gd name="connsiteY1" fmla="*/ 0 h 1844935"/>
                  <a:gd name="connsiteX2" fmla="*/ 1256797 w 1256797"/>
                  <a:gd name="connsiteY2" fmla="*/ 1844935 h 1844935"/>
                  <a:gd name="connsiteX0" fmla="*/ 1256797 w 1256797"/>
                  <a:gd name="connsiteY0" fmla="*/ 1844935 h 1860120"/>
                  <a:gd name="connsiteX1" fmla="*/ 0 w 1256797"/>
                  <a:gd name="connsiteY1" fmla="*/ 0 h 1860120"/>
                  <a:gd name="connsiteX2" fmla="*/ 1256797 w 1256797"/>
                  <a:gd name="connsiteY2" fmla="*/ 1844935 h 1860120"/>
                  <a:gd name="connsiteX0" fmla="*/ 1560885 w 1560885"/>
                  <a:gd name="connsiteY0" fmla="*/ 1844935 h 1857836"/>
                  <a:gd name="connsiteX1" fmla="*/ 304088 w 1560885"/>
                  <a:gd name="connsiteY1" fmla="*/ 0 h 1857836"/>
                  <a:gd name="connsiteX2" fmla="*/ 1560885 w 1560885"/>
                  <a:gd name="connsiteY2" fmla="*/ 1844935 h 1857836"/>
                  <a:gd name="connsiteX0" fmla="*/ 1547179 w 1547179"/>
                  <a:gd name="connsiteY0" fmla="*/ 1906441 h 1918920"/>
                  <a:gd name="connsiteX1" fmla="*/ 310884 w 1547179"/>
                  <a:gd name="connsiteY1" fmla="*/ 0 h 1918920"/>
                  <a:gd name="connsiteX2" fmla="*/ 1547179 w 1547179"/>
                  <a:gd name="connsiteY2" fmla="*/ 1906441 h 1918920"/>
                  <a:gd name="connsiteX0" fmla="*/ 1528308 w 1528308"/>
                  <a:gd name="connsiteY0" fmla="*/ 1906441 h 1938005"/>
                  <a:gd name="connsiteX1" fmla="*/ 292013 w 1528308"/>
                  <a:gd name="connsiteY1" fmla="*/ 0 h 1938005"/>
                  <a:gd name="connsiteX2" fmla="*/ 1528308 w 1528308"/>
                  <a:gd name="connsiteY2" fmla="*/ 1906441 h 1938005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571575 w 1571575"/>
                  <a:gd name="connsiteY0" fmla="*/ 1906441 h 1937294"/>
                  <a:gd name="connsiteX1" fmla="*/ 335280 w 1571575"/>
                  <a:gd name="connsiteY1" fmla="*/ 0 h 1937294"/>
                  <a:gd name="connsiteX2" fmla="*/ 1571575 w 1571575"/>
                  <a:gd name="connsiteY2" fmla="*/ 1906441 h 1937294"/>
                  <a:gd name="connsiteX0" fmla="*/ 1634630 w 1634630"/>
                  <a:gd name="connsiteY0" fmla="*/ 1906441 h 2065595"/>
                  <a:gd name="connsiteX1" fmla="*/ 398335 w 1634630"/>
                  <a:gd name="connsiteY1" fmla="*/ 0 h 2065595"/>
                  <a:gd name="connsiteX2" fmla="*/ 1634630 w 1634630"/>
                  <a:gd name="connsiteY2" fmla="*/ 1906441 h 2065595"/>
                  <a:gd name="connsiteX0" fmla="*/ 1738350 w 1738350"/>
                  <a:gd name="connsiteY0" fmla="*/ 1906441 h 2071671"/>
                  <a:gd name="connsiteX1" fmla="*/ 502055 w 1738350"/>
                  <a:gd name="connsiteY1" fmla="*/ 0 h 2071671"/>
                  <a:gd name="connsiteX2" fmla="*/ 1738350 w 1738350"/>
                  <a:gd name="connsiteY2" fmla="*/ 1906441 h 2071671"/>
                  <a:gd name="connsiteX0" fmla="*/ 1716657 w 1716657"/>
                  <a:gd name="connsiteY0" fmla="*/ 1906441 h 2019965"/>
                  <a:gd name="connsiteX1" fmla="*/ 480362 w 1716657"/>
                  <a:gd name="connsiteY1" fmla="*/ 0 h 2019965"/>
                  <a:gd name="connsiteX2" fmla="*/ 1716657 w 1716657"/>
                  <a:gd name="connsiteY2" fmla="*/ 1906441 h 2019965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22517 w 1722517"/>
                  <a:gd name="connsiteY0" fmla="*/ 1906441 h 2003190"/>
                  <a:gd name="connsiteX1" fmla="*/ 486222 w 1722517"/>
                  <a:gd name="connsiteY1" fmla="*/ 0 h 2003190"/>
                  <a:gd name="connsiteX2" fmla="*/ 1722517 w 1722517"/>
                  <a:gd name="connsiteY2" fmla="*/ 1906441 h 2003190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38811 w 1738811"/>
                  <a:gd name="connsiteY0" fmla="*/ 1898962 h 1996003"/>
                  <a:gd name="connsiteX1" fmla="*/ 478164 w 1738811"/>
                  <a:gd name="connsiteY1" fmla="*/ 0 h 1996003"/>
                  <a:gd name="connsiteX2" fmla="*/ 1738811 w 1738811"/>
                  <a:gd name="connsiteY2" fmla="*/ 1898962 h 1996003"/>
                  <a:gd name="connsiteX0" fmla="*/ 1768938 w 1768938"/>
                  <a:gd name="connsiteY0" fmla="*/ 1864945 h 1963334"/>
                  <a:gd name="connsiteX1" fmla="*/ 463873 w 1768938"/>
                  <a:gd name="connsiteY1" fmla="*/ 0 h 1963334"/>
                  <a:gd name="connsiteX2" fmla="*/ 1768938 w 1768938"/>
                  <a:gd name="connsiteY2" fmla="*/ 1864945 h 1963334"/>
                  <a:gd name="connsiteX0" fmla="*/ 1778189 w 1778189"/>
                  <a:gd name="connsiteY0" fmla="*/ 1864945 h 1977575"/>
                  <a:gd name="connsiteX1" fmla="*/ 473124 w 1778189"/>
                  <a:gd name="connsiteY1" fmla="*/ 0 h 1977575"/>
                  <a:gd name="connsiteX2" fmla="*/ 1778189 w 1778189"/>
                  <a:gd name="connsiteY2" fmla="*/ 1864945 h 1977575"/>
                  <a:gd name="connsiteX0" fmla="*/ 1772553 w 1772553"/>
                  <a:gd name="connsiteY0" fmla="*/ 1864945 h 1980049"/>
                  <a:gd name="connsiteX1" fmla="*/ 467488 w 1772553"/>
                  <a:gd name="connsiteY1" fmla="*/ 0 h 1980049"/>
                  <a:gd name="connsiteX2" fmla="*/ 1772553 w 1772553"/>
                  <a:gd name="connsiteY2" fmla="*/ 1864945 h 1980049"/>
                  <a:gd name="connsiteX0" fmla="*/ 1780606 w 1780606"/>
                  <a:gd name="connsiteY0" fmla="*/ 1864945 h 1962324"/>
                  <a:gd name="connsiteX1" fmla="*/ 475541 w 1780606"/>
                  <a:gd name="connsiteY1" fmla="*/ 0 h 1962324"/>
                  <a:gd name="connsiteX2" fmla="*/ 1780606 w 1780606"/>
                  <a:gd name="connsiteY2" fmla="*/ 1864945 h 196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80606" h="1962324">
                    <a:moveTo>
                      <a:pt x="1780606" y="1864945"/>
                    </a:moveTo>
                    <a:cubicBezTo>
                      <a:pt x="-328568" y="2417276"/>
                      <a:pt x="-280107" y="460227"/>
                      <a:pt x="475541" y="0"/>
                    </a:cubicBezTo>
                    <a:cubicBezTo>
                      <a:pt x="420907" y="581428"/>
                      <a:pt x="598317" y="1203785"/>
                      <a:pt x="1780606" y="1864945"/>
                    </a:cubicBezTo>
                    <a:close/>
                  </a:path>
                </a:pathLst>
              </a:custGeom>
              <a:gradFill flip="none" rotWithShape="1">
                <a:gsLst>
                  <a:gs pos="70000">
                    <a:srgbClr val="FFFFFF">
                      <a:alpha val="0"/>
                    </a:srgbClr>
                  </a:gs>
                  <a:gs pos="10000">
                    <a:srgbClr val="FFFFFF">
                      <a:alpha val="58824"/>
                    </a:srgbClr>
                  </a:gs>
                </a:gsLst>
                <a:lin ang="2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521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grpSp>
        <p:nvGrpSpPr>
          <p:cNvPr id="37" name="Grupo 36"/>
          <p:cNvGrpSpPr/>
          <p:nvPr/>
        </p:nvGrpSpPr>
        <p:grpSpPr>
          <a:xfrm>
            <a:off x="2971554" y="1674532"/>
            <a:ext cx="5468017" cy="3218400"/>
            <a:chOff x="8086207" y="3824425"/>
            <a:chExt cx="3745975" cy="2149246"/>
          </a:xfrm>
        </p:grpSpPr>
        <p:sp>
          <p:nvSpPr>
            <p:cNvPr id="38" name="Rounded Rectangle 110"/>
            <p:cNvSpPr/>
            <p:nvPr/>
          </p:nvSpPr>
          <p:spPr>
            <a:xfrm rot="5400000">
              <a:off x="9142893" y="3284382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B1D9AF"/>
                </a:gs>
                <a:gs pos="100000">
                  <a:srgbClr val="53A74E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39" name="Rectangle 111"/>
            <p:cNvSpPr/>
            <p:nvPr/>
          </p:nvSpPr>
          <p:spPr>
            <a:xfrm>
              <a:off x="9378612" y="4664488"/>
              <a:ext cx="2028002" cy="6371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4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Nova Estrutura Organizacional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4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Clusterização</a:t>
              </a:r>
              <a:r>
                <a:rPr lang="pt-BR" sz="14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 Papéis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4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Capacitação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4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Equipe Engajada</a:t>
              </a:r>
            </a:p>
          </p:txBody>
        </p:sp>
        <p:sp>
          <p:nvSpPr>
            <p:cNvPr id="40" name="Oval 3"/>
            <p:cNvSpPr/>
            <p:nvPr/>
          </p:nvSpPr>
          <p:spPr>
            <a:xfrm rot="21238514">
              <a:off x="8086207" y="3824425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1" name="Oval 3"/>
            <p:cNvSpPr/>
            <p:nvPr/>
          </p:nvSpPr>
          <p:spPr>
            <a:xfrm>
              <a:off x="8175292" y="3829145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53A74E">
                    <a:lumMod val="60000"/>
                    <a:lumOff val="40000"/>
                  </a:srgbClr>
                </a:gs>
                <a:gs pos="100000">
                  <a:srgbClr val="53A74E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42" name="Oval 6"/>
            <p:cNvSpPr/>
            <p:nvPr/>
          </p:nvSpPr>
          <p:spPr>
            <a:xfrm>
              <a:off x="8278893" y="3926094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3" name="Rectangle 108"/>
            <p:cNvSpPr/>
            <p:nvPr/>
          </p:nvSpPr>
          <p:spPr>
            <a:xfrm>
              <a:off x="9632409" y="4266026"/>
              <a:ext cx="1877863" cy="3083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Pessoas</a:t>
              </a:r>
              <a:endParaRPr kumimoji="0" lang="en-US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44" name="Imagem 43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27035" y="4031022"/>
              <a:ext cx="955131" cy="765577"/>
            </a:xfrm>
            <a:prstGeom prst="rect">
              <a:avLst/>
            </a:prstGeom>
          </p:spPr>
        </p:pic>
      </p:grpSp>
      <p:grpSp>
        <p:nvGrpSpPr>
          <p:cNvPr id="47" name="Group 252"/>
          <p:cNvGrpSpPr/>
          <p:nvPr/>
        </p:nvGrpSpPr>
        <p:grpSpPr>
          <a:xfrm>
            <a:off x="7170307" y="2908818"/>
            <a:ext cx="2050140" cy="2274650"/>
            <a:chOff x="3069681" y="2079111"/>
            <a:chExt cx="3001989" cy="3824888"/>
          </a:xfrm>
        </p:grpSpPr>
        <p:sp>
          <p:nvSpPr>
            <p:cNvPr id="54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55" name="Chart 254"/>
            <p:cNvGraphicFramePr/>
            <p:nvPr>
              <p:extLst>
                <p:ext uri="{D42A27DB-BD31-4B8C-83A1-F6EECF244321}">
                  <p14:modId xmlns:p14="http://schemas.microsoft.com/office/powerpoint/2010/main" val="51024818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6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8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60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66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62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9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593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Pessoas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7" name="Rounded Rectangle 23"/>
          <p:cNvSpPr/>
          <p:nvPr/>
        </p:nvSpPr>
        <p:spPr>
          <a:xfrm>
            <a:off x="1509519" y="1599267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ounded Rectangle 24"/>
          <p:cNvSpPr/>
          <p:nvPr/>
        </p:nvSpPr>
        <p:spPr>
          <a:xfrm>
            <a:off x="1658134" y="1740296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9" name="Rounded Rectangle 25"/>
          <p:cNvSpPr/>
          <p:nvPr/>
        </p:nvSpPr>
        <p:spPr>
          <a:xfrm>
            <a:off x="2725737" y="1918114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43"/>
          <p:cNvSpPr/>
          <p:nvPr/>
        </p:nvSpPr>
        <p:spPr>
          <a:xfrm>
            <a:off x="2725737" y="1918114"/>
            <a:ext cx="3805200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56" name="TextBox 35"/>
          <p:cNvSpPr txBox="1"/>
          <p:nvPr/>
        </p:nvSpPr>
        <p:spPr>
          <a:xfrm>
            <a:off x="1721083" y="1793575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100%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61" name="TextBox 10"/>
          <p:cNvSpPr txBox="1"/>
          <p:nvPr/>
        </p:nvSpPr>
        <p:spPr>
          <a:xfrm>
            <a:off x="146159" y="1518968"/>
            <a:ext cx="1331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Papéis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1°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Movimento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2" name="Rounded Rectangle 4"/>
          <p:cNvSpPr/>
          <p:nvPr/>
        </p:nvSpPr>
        <p:spPr>
          <a:xfrm>
            <a:off x="6772812" y="1576901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ounded Rectangle 4"/>
          <p:cNvSpPr/>
          <p:nvPr/>
        </p:nvSpPr>
        <p:spPr>
          <a:xfrm>
            <a:off x="9768787" y="1570820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31"/>
          <p:cNvSpPr txBox="1"/>
          <p:nvPr/>
        </p:nvSpPr>
        <p:spPr>
          <a:xfrm>
            <a:off x="1616241" y="1081763"/>
            <a:ext cx="5181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5" name="TextBox 31"/>
          <p:cNvSpPr txBox="1"/>
          <p:nvPr/>
        </p:nvSpPr>
        <p:spPr>
          <a:xfrm>
            <a:off x="6905772" y="1081763"/>
            <a:ext cx="25867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Etapa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66" name="TextBox 31"/>
          <p:cNvSpPr txBox="1"/>
          <p:nvPr/>
        </p:nvSpPr>
        <p:spPr>
          <a:xfrm>
            <a:off x="9969389" y="1081763"/>
            <a:ext cx="173851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Data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Prevista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70" name="Rounded Rectangle 23"/>
          <p:cNvSpPr/>
          <p:nvPr/>
        </p:nvSpPr>
        <p:spPr>
          <a:xfrm>
            <a:off x="1478045" y="2654386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ounded Rectangle 24"/>
          <p:cNvSpPr/>
          <p:nvPr/>
        </p:nvSpPr>
        <p:spPr>
          <a:xfrm>
            <a:off x="1626660" y="2795415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72" name="Rounded Rectangle 25"/>
          <p:cNvSpPr/>
          <p:nvPr/>
        </p:nvSpPr>
        <p:spPr>
          <a:xfrm>
            <a:off x="2694263" y="2973233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43"/>
          <p:cNvSpPr/>
          <p:nvPr/>
        </p:nvSpPr>
        <p:spPr>
          <a:xfrm>
            <a:off x="2694263" y="2973233"/>
            <a:ext cx="1900800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69" name="TextBox 35"/>
          <p:cNvSpPr txBox="1"/>
          <p:nvPr/>
        </p:nvSpPr>
        <p:spPr>
          <a:xfrm>
            <a:off x="1689609" y="2848694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46%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74" name="TextBox 10"/>
          <p:cNvSpPr txBox="1"/>
          <p:nvPr/>
        </p:nvSpPr>
        <p:spPr>
          <a:xfrm>
            <a:off x="132420" y="2654386"/>
            <a:ext cx="1331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Papéis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2° </a:t>
            </a:r>
            <a:r>
              <a:rPr kumimoji="0" lang="en-US" sz="1400" b="0" i="0" u="none" strike="noStrike" kern="120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Movimento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6741338" y="2632020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9737313" y="2625939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Rounded Rectangle 23"/>
          <p:cNvSpPr/>
          <p:nvPr/>
        </p:nvSpPr>
        <p:spPr>
          <a:xfrm>
            <a:off x="1464306" y="3728016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ounded Rectangle 24"/>
          <p:cNvSpPr/>
          <p:nvPr/>
        </p:nvSpPr>
        <p:spPr>
          <a:xfrm>
            <a:off x="1612921" y="3869045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82" name="Rounded Rectangle 25"/>
          <p:cNvSpPr/>
          <p:nvPr/>
        </p:nvSpPr>
        <p:spPr>
          <a:xfrm>
            <a:off x="2680524" y="4046863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Freeform 43"/>
          <p:cNvSpPr/>
          <p:nvPr/>
        </p:nvSpPr>
        <p:spPr>
          <a:xfrm>
            <a:off x="2680524" y="4046863"/>
            <a:ext cx="378000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79" name="TextBox 35"/>
          <p:cNvSpPr txBox="1"/>
          <p:nvPr/>
        </p:nvSpPr>
        <p:spPr>
          <a:xfrm>
            <a:off x="1675870" y="3922324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10%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84" name="TextBox 10"/>
          <p:cNvSpPr txBox="1"/>
          <p:nvPr/>
        </p:nvSpPr>
        <p:spPr>
          <a:xfrm>
            <a:off x="121889" y="3970882"/>
            <a:ext cx="1331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Treinamento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5" name="Rounded Rectangle 4"/>
          <p:cNvSpPr/>
          <p:nvPr/>
        </p:nvSpPr>
        <p:spPr>
          <a:xfrm>
            <a:off x="6727599" y="3705650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ounded Rectangle 4"/>
          <p:cNvSpPr/>
          <p:nvPr/>
        </p:nvSpPr>
        <p:spPr>
          <a:xfrm>
            <a:off x="9723574" y="3699569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ounded Rectangle 23"/>
          <p:cNvSpPr/>
          <p:nvPr/>
        </p:nvSpPr>
        <p:spPr>
          <a:xfrm>
            <a:off x="1464306" y="4860857"/>
            <a:ext cx="5181600" cy="793510"/>
          </a:xfrm>
          <a:prstGeom prst="roundRect">
            <a:avLst>
              <a:gd name="adj" fmla="val 7394"/>
            </a:avLst>
          </a:prstGeom>
          <a:solidFill>
            <a:srgbClr val="000000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Rounded Rectangle 24"/>
          <p:cNvSpPr/>
          <p:nvPr/>
        </p:nvSpPr>
        <p:spPr>
          <a:xfrm>
            <a:off x="1612921" y="5001886"/>
            <a:ext cx="868670" cy="533455"/>
          </a:xfrm>
          <a:prstGeom prst="roundRect">
            <a:avLst>
              <a:gd name="adj" fmla="val 13219"/>
            </a:avLst>
          </a:pr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92" name="Rounded Rectangle 25"/>
          <p:cNvSpPr/>
          <p:nvPr/>
        </p:nvSpPr>
        <p:spPr>
          <a:xfrm>
            <a:off x="2680524" y="5179704"/>
            <a:ext cx="3806236" cy="177818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Freeform 43"/>
          <p:cNvSpPr/>
          <p:nvPr/>
        </p:nvSpPr>
        <p:spPr>
          <a:xfrm>
            <a:off x="2680524" y="5179704"/>
            <a:ext cx="1547034" cy="177818"/>
          </a:xfrm>
          <a:custGeom>
            <a:avLst/>
            <a:gdLst>
              <a:gd name="connsiteX0" fmla="*/ 66294 w 2243012"/>
              <a:gd name="connsiteY0" fmla="*/ 0 h 132588"/>
              <a:gd name="connsiteX1" fmla="*/ 2243012 w 2243012"/>
              <a:gd name="connsiteY1" fmla="*/ 0 h 132588"/>
              <a:gd name="connsiteX2" fmla="*/ 2243012 w 2243012"/>
              <a:gd name="connsiteY2" fmla="*/ 132588 h 132588"/>
              <a:gd name="connsiteX3" fmla="*/ 66294 w 2243012"/>
              <a:gd name="connsiteY3" fmla="*/ 132588 h 132588"/>
              <a:gd name="connsiteX4" fmla="*/ 0 w 2243012"/>
              <a:gd name="connsiteY4" fmla="*/ 66294 h 132588"/>
              <a:gd name="connsiteX5" fmla="*/ 66294 w 2243012"/>
              <a:gd name="connsiteY5" fmla="*/ 0 h 1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3012" h="132588">
                <a:moveTo>
                  <a:pt x="66294" y="0"/>
                </a:moveTo>
                <a:lnTo>
                  <a:pt x="2243012" y="0"/>
                </a:lnTo>
                <a:lnTo>
                  <a:pt x="2243012" y="132588"/>
                </a:lnTo>
                <a:lnTo>
                  <a:pt x="66294" y="132588"/>
                </a:lnTo>
                <a:cubicBezTo>
                  <a:pt x="29681" y="132588"/>
                  <a:pt x="0" y="102907"/>
                  <a:pt x="0" y="66294"/>
                </a:cubicBezTo>
                <a:cubicBezTo>
                  <a:pt x="0" y="29681"/>
                  <a:pt x="29681" y="0"/>
                  <a:pt x="66294" y="0"/>
                </a:cubicBezTo>
                <a:close/>
              </a:path>
            </a:pathLst>
          </a:custGeom>
          <a:gradFill>
            <a:gsLst>
              <a:gs pos="0">
                <a:srgbClr val="53A74E">
                  <a:lumMod val="60000"/>
                  <a:lumOff val="40000"/>
                </a:srgbClr>
              </a:gs>
              <a:gs pos="100000">
                <a:srgbClr val="53A74E"/>
              </a:gs>
            </a:gsLst>
            <a:lin ang="0" scaled="1"/>
          </a:gradFill>
          <a:ln w="25400" cap="flat" cmpd="sng" algn="ctr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0" rIns="0" numCol="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0"/>
          </a:p>
        </p:txBody>
      </p:sp>
      <p:sp>
        <p:nvSpPr>
          <p:cNvPr id="89" name="TextBox 35"/>
          <p:cNvSpPr txBox="1"/>
          <p:nvPr/>
        </p:nvSpPr>
        <p:spPr>
          <a:xfrm>
            <a:off x="1675870" y="5055165"/>
            <a:ext cx="74277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2400" b="1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gency FB" panose="020B0503020202020204" pitchFamily="34" charset="0"/>
              </a:rPr>
              <a:t>40%</a:t>
            </a:r>
            <a:endParaRPr 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94" name="TextBox 10"/>
          <p:cNvSpPr txBox="1"/>
          <p:nvPr/>
        </p:nvSpPr>
        <p:spPr>
          <a:xfrm>
            <a:off x="100946" y="4958523"/>
            <a:ext cx="1331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Plano de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Engajamento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5" name="Rounded Rectangle 4"/>
          <p:cNvSpPr/>
          <p:nvPr/>
        </p:nvSpPr>
        <p:spPr>
          <a:xfrm>
            <a:off x="6727599" y="4838491"/>
            <a:ext cx="2888044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9723574" y="4832410"/>
            <a:ext cx="2220012" cy="775446"/>
          </a:xfrm>
          <a:prstGeom prst="roundRect">
            <a:avLst>
              <a:gd name="adj" fmla="val 7394"/>
            </a:avLst>
          </a:prstGeom>
          <a:noFill/>
          <a:ln w="12700" cap="flat" cmpd="sng" algn="ctr">
            <a:solidFill>
              <a:srgbClr val="4D4D4D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6843529" y="1782475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Divulgado</a:t>
            </a:r>
            <a:endParaRPr lang="pt-BR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9931901" y="177646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/>
              <a:t>Jul</a:t>
            </a:r>
            <a:r>
              <a:rPr lang="pt-BR" dirty="0" smtClean="0"/>
              <a:t>/15</a:t>
            </a:r>
            <a:endParaRPr lang="pt-BR" dirty="0"/>
          </a:p>
        </p:txBody>
      </p:sp>
      <p:sp>
        <p:nvSpPr>
          <p:cNvPr id="99" name="CaixaDeTexto 98"/>
          <p:cNvSpPr txBox="1"/>
          <p:nvPr/>
        </p:nvSpPr>
        <p:spPr>
          <a:xfrm>
            <a:off x="6808260" y="2834813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Em execução</a:t>
            </a:r>
            <a:endParaRPr lang="pt-BR" dirty="0"/>
          </a:p>
        </p:txBody>
      </p:sp>
      <p:sp>
        <p:nvSpPr>
          <p:cNvPr id="100" name="CaixaDeTexto 99"/>
          <p:cNvSpPr txBox="1"/>
          <p:nvPr/>
        </p:nvSpPr>
        <p:spPr>
          <a:xfrm>
            <a:off x="9896632" y="2828806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/>
              <a:t>jan</a:t>
            </a:r>
            <a:r>
              <a:rPr lang="pt-BR" dirty="0" smtClean="0"/>
              <a:t>/16</a:t>
            </a:r>
            <a:endParaRPr lang="pt-BR" dirty="0"/>
          </a:p>
        </p:txBody>
      </p:sp>
      <p:sp>
        <p:nvSpPr>
          <p:cNvPr id="101" name="CaixaDeTexto 100"/>
          <p:cNvSpPr txBox="1"/>
          <p:nvPr/>
        </p:nvSpPr>
        <p:spPr>
          <a:xfrm>
            <a:off x="6808260" y="3886252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Contratação e Realização</a:t>
            </a:r>
            <a:endParaRPr lang="pt-BR" dirty="0"/>
          </a:p>
        </p:txBody>
      </p:sp>
      <p:sp>
        <p:nvSpPr>
          <p:cNvPr id="102" name="CaixaDeTexto 101"/>
          <p:cNvSpPr txBox="1"/>
          <p:nvPr/>
        </p:nvSpPr>
        <p:spPr>
          <a:xfrm>
            <a:off x="9896632" y="3880245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Jan/16</a:t>
            </a:r>
            <a:endParaRPr lang="pt-BR" dirty="0"/>
          </a:p>
        </p:txBody>
      </p:sp>
      <p:sp>
        <p:nvSpPr>
          <p:cNvPr id="103" name="CaixaDeTexto 102"/>
          <p:cNvSpPr txBox="1"/>
          <p:nvPr/>
        </p:nvSpPr>
        <p:spPr>
          <a:xfrm>
            <a:off x="6808260" y="5055165"/>
            <a:ext cx="264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Em execução</a:t>
            </a:r>
            <a:endParaRPr lang="pt-BR" dirty="0"/>
          </a:p>
        </p:txBody>
      </p:sp>
      <p:sp>
        <p:nvSpPr>
          <p:cNvPr id="104" name="CaixaDeTexto 103"/>
          <p:cNvSpPr txBox="1"/>
          <p:nvPr/>
        </p:nvSpPr>
        <p:spPr>
          <a:xfrm>
            <a:off x="9896632" y="5049158"/>
            <a:ext cx="178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Dez/15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683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upo 72"/>
          <p:cNvGrpSpPr/>
          <p:nvPr/>
        </p:nvGrpSpPr>
        <p:grpSpPr>
          <a:xfrm>
            <a:off x="178540" y="2268768"/>
            <a:ext cx="7347473" cy="3718206"/>
            <a:chOff x="-1" y="1894794"/>
            <a:chExt cx="7347473" cy="3718206"/>
          </a:xfrm>
        </p:grpSpPr>
        <p:grpSp>
          <p:nvGrpSpPr>
            <p:cNvPr id="6" name="Grupo 5"/>
            <p:cNvGrpSpPr/>
            <p:nvPr/>
          </p:nvGrpSpPr>
          <p:grpSpPr>
            <a:xfrm>
              <a:off x="-1" y="1894794"/>
              <a:ext cx="7347473" cy="3718206"/>
              <a:chOff x="35496" y="1469841"/>
              <a:chExt cx="5496255" cy="2898533"/>
            </a:xfrm>
          </p:grpSpPr>
          <p:sp>
            <p:nvSpPr>
              <p:cNvPr id="8" name="Retângulo 7"/>
              <p:cNvSpPr/>
              <p:nvPr/>
            </p:nvSpPr>
            <p:spPr>
              <a:xfrm>
                <a:off x="35497" y="2329670"/>
                <a:ext cx="5496254" cy="339464"/>
              </a:xfrm>
              <a:prstGeom prst="rect">
                <a:avLst/>
              </a:prstGeom>
              <a:gradFill>
                <a:gsLst>
                  <a:gs pos="0">
                    <a:srgbClr val="61B8CD">
                      <a:lumMod val="60000"/>
                      <a:lumOff val="40000"/>
                    </a:srgbClr>
                  </a:gs>
                  <a:gs pos="50000">
                    <a:srgbClr val="FFFFFF"/>
                  </a:gs>
                  <a:gs pos="100000">
                    <a:srgbClr val="61B8CD">
                      <a:lumMod val="60000"/>
                      <a:lumOff val="40000"/>
                    </a:srgbClr>
                  </a:gs>
                </a:gsLst>
                <a:lin ang="5400000" scaled="0"/>
              </a:gradFill>
              <a:ln w="571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43F52"/>
                  </a:solidFill>
                  <a:effectLst/>
                  <a:uLnTx/>
                  <a:uFillTx/>
                  <a:latin typeface="Century Gothic" pitchFamily="34" charset="0"/>
                  <a:sym typeface="Gill Sans" charset="0"/>
                </a:endParaRPr>
              </a:p>
            </p:txBody>
          </p:sp>
          <p:sp>
            <p:nvSpPr>
              <p:cNvPr id="9" name="Retângulo 8"/>
              <p:cNvSpPr/>
              <p:nvPr/>
            </p:nvSpPr>
            <p:spPr>
              <a:xfrm>
                <a:off x="35497" y="1899717"/>
                <a:ext cx="5496254" cy="339464"/>
              </a:xfrm>
              <a:prstGeom prst="rect">
                <a:avLst/>
              </a:prstGeom>
              <a:gradFill>
                <a:gsLst>
                  <a:gs pos="0">
                    <a:srgbClr val="61B8CD">
                      <a:lumMod val="60000"/>
                      <a:lumOff val="40000"/>
                    </a:srgbClr>
                  </a:gs>
                  <a:gs pos="50000">
                    <a:srgbClr val="FFFFFF"/>
                  </a:gs>
                  <a:gs pos="100000">
                    <a:srgbClr val="61B8CD">
                      <a:lumMod val="60000"/>
                      <a:lumOff val="40000"/>
                    </a:srgbClr>
                  </a:gs>
                </a:gsLst>
                <a:lin ang="5400000" scaled="0"/>
              </a:gradFill>
              <a:ln w="571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43F52"/>
                  </a:solidFill>
                  <a:effectLst/>
                  <a:uLnTx/>
                  <a:uFillTx/>
                  <a:latin typeface="Century Gothic" pitchFamily="34" charset="0"/>
                  <a:sym typeface="Gill Sans" charset="0"/>
                </a:endParaRPr>
              </a:p>
            </p:txBody>
          </p:sp>
          <p:sp>
            <p:nvSpPr>
              <p:cNvPr id="10" name="Retângulo 9"/>
              <p:cNvSpPr/>
              <p:nvPr/>
            </p:nvSpPr>
            <p:spPr>
              <a:xfrm>
                <a:off x="35497" y="2759585"/>
                <a:ext cx="5496254" cy="339464"/>
              </a:xfrm>
              <a:prstGeom prst="rect">
                <a:avLst/>
              </a:prstGeom>
              <a:gradFill>
                <a:gsLst>
                  <a:gs pos="0">
                    <a:srgbClr val="61B8CD">
                      <a:lumMod val="60000"/>
                      <a:lumOff val="40000"/>
                    </a:srgbClr>
                  </a:gs>
                  <a:gs pos="50000">
                    <a:srgbClr val="FFFFFF"/>
                  </a:gs>
                  <a:gs pos="100000">
                    <a:srgbClr val="61B8CD">
                      <a:lumMod val="60000"/>
                      <a:lumOff val="40000"/>
                    </a:srgbClr>
                  </a:gs>
                </a:gsLst>
                <a:lin ang="5400000" scaled="0"/>
              </a:gradFill>
              <a:ln w="571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43F52"/>
                  </a:solidFill>
                  <a:effectLst/>
                  <a:uLnTx/>
                  <a:uFillTx/>
                  <a:latin typeface="Century Gothic" pitchFamily="34" charset="0"/>
                  <a:sym typeface="Gill Sans" charset="0"/>
                </a:endParaRPr>
              </a:p>
            </p:txBody>
          </p:sp>
          <p:sp>
            <p:nvSpPr>
              <p:cNvPr id="11" name="Retângulo 10"/>
              <p:cNvSpPr/>
              <p:nvPr/>
            </p:nvSpPr>
            <p:spPr>
              <a:xfrm>
                <a:off x="35497" y="3189419"/>
                <a:ext cx="5496254" cy="339464"/>
              </a:xfrm>
              <a:prstGeom prst="rect">
                <a:avLst/>
              </a:prstGeom>
              <a:gradFill>
                <a:gsLst>
                  <a:gs pos="0">
                    <a:srgbClr val="61B8CD">
                      <a:lumMod val="60000"/>
                      <a:lumOff val="40000"/>
                    </a:srgbClr>
                  </a:gs>
                  <a:gs pos="50000">
                    <a:srgbClr val="FFFFFF"/>
                  </a:gs>
                  <a:gs pos="100000">
                    <a:srgbClr val="61B8CD">
                      <a:lumMod val="60000"/>
                      <a:lumOff val="40000"/>
                    </a:srgbClr>
                  </a:gs>
                </a:gsLst>
                <a:lin ang="5400000" scaled="0"/>
              </a:gradFill>
              <a:ln w="571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43F52"/>
                  </a:solidFill>
                  <a:effectLst/>
                  <a:uLnTx/>
                  <a:uFillTx/>
                  <a:latin typeface="Century Gothic" pitchFamily="34" charset="0"/>
                  <a:sym typeface="Gill Sans" charset="0"/>
                </a:endParaRPr>
              </a:p>
            </p:txBody>
          </p:sp>
          <p:sp>
            <p:nvSpPr>
              <p:cNvPr id="12" name="Retângulo 11"/>
              <p:cNvSpPr/>
              <p:nvPr/>
            </p:nvSpPr>
            <p:spPr>
              <a:xfrm>
                <a:off x="35497" y="4028910"/>
                <a:ext cx="5496254" cy="339464"/>
              </a:xfrm>
              <a:prstGeom prst="rect">
                <a:avLst/>
              </a:prstGeom>
              <a:gradFill>
                <a:gsLst>
                  <a:gs pos="0">
                    <a:srgbClr val="61B8CD">
                      <a:lumMod val="60000"/>
                      <a:lumOff val="40000"/>
                    </a:srgbClr>
                  </a:gs>
                  <a:gs pos="50000">
                    <a:srgbClr val="FFFFFF"/>
                  </a:gs>
                  <a:gs pos="100000">
                    <a:srgbClr val="61B8CD">
                      <a:lumMod val="60000"/>
                      <a:lumOff val="40000"/>
                    </a:srgbClr>
                  </a:gs>
                </a:gsLst>
                <a:lin ang="5400000" scaled="0"/>
              </a:gradFill>
              <a:ln w="571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43F52"/>
                  </a:solidFill>
                  <a:effectLst/>
                  <a:uLnTx/>
                  <a:uFillTx/>
                  <a:latin typeface="Century Gothic" pitchFamily="34" charset="0"/>
                  <a:sym typeface="Gill Sans" charset="0"/>
                </a:endParaRPr>
              </a:p>
            </p:txBody>
          </p:sp>
          <p:sp>
            <p:nvSpPr>
              <p:cNvPr id="14" name="Retângulo 13"/>
              <p:cNvSpPr/>
              <p:nvPr/>
            </p:nvSpPr>
            <p:spPr>
              <a:xfrm>
                <a:off x="35497" y="1469841"/>
                <a:ext cx="5496254" cy="339464"/>
              </a:xfrm>
              <a:prstGeom prst="rect">
                <a:avLst/>
              </a:prstGeom>
              <a:gradFill>
                <a:gsLst>
                  <a:gs pos="0">
                    <a:srgbClr val="61B8CD">
                      <a:lumMod val="60000"/>
                      <a:lumOff val="40000"/>
                    </a:srgbClr>
                  </a:gs>
                  <a:gs pos="50000">
                    <a:srgbClr val="FFFFFF"/>
                  </a:gs>
                  <a:gs pos="100000">
                    <a:srgbClr val="61B8CD">
                      <a:lumMod val="60000"/>
                      <a:lumOff val="40000"/>
                    </a:srgbClr>
                  </a:gs>
                </a:gsLst>
                <a:lin ang="5400000" scaled="0"/>
              </a:gradFill>
              <a:ln w="571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43F52"/>
                  </a:solidFill>
                  <a:effectLst/>
                  <a:uLnTx/>
                  <a:uFillTx/>
                  <a:latin typeface="Century Gothic" pitchFamily="34" charset="0"/>
                  <a:sym typeface="Gill Sans" charset="0"/>
                </a:endParaRPr>
              </a:p>
            </p:txBody>
          </p:sp>
          <p:sp>
            <p:nvSpPr>
              <p:cNvPr id="30" name="Elipse 29"/>
              <p:cNvSpPr/>
              <p:nvPr/>
            </p:nvSpPr>
            <p:spPr>
              <a:xfrm>
                <a:off x="4657226" y="1546653"/>
                <a:ext cx="201128" cy="212217"/>
              </a:xfrm>
              <a:prstGeom prst="ellipse">
                <a:avLst/>
              </a:prstGeom>
              <a:solidFill>
                <a:srgbClr val="00B050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Elipse 33"/>
              <p:cNvSpPr/>
              <p:nvPr/>
            </p:nvSpPr>
            <p:spPr>
              <a:xfrm>
                <a:off x="4657226" y="1966226"/>
                <a:ext cx="201128" cy="212217"/>
              </a:xfrm>
              <a:prstGeom prst="ellipse">
                <a:avLst/>
              </a:prstGeom>
              <a:solidFill>
                <a:srgbClr val="FF9900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Elipse 35"/>
              <p:cNvSpPr/>
              <p:nvPr/>
            </p:nvSpPr>
            <p:spPr>
              <a:xfrm>
                <a:off x="4664777" y="2402741"/>
                <a:ext cx="201128" cy="212217"/>
              </a:xfrm>
              <a:prstGeom prst="ellipse">
                <a:avLst/>
              </a:prstGeom>
              <a:solidFill>
                <a:srgbClr val="FF0000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Elipse 36"/>
              <p:cNvSpPr/>
              <p:nvPr/>
            </p:nvSpPr>
            <p:spPr>
              <a:xfrm>
                <a:off x="4657226" y="3253042"/>
                <a:ext cx="201128" cy="212217"/>
              </a:xfrm>
              <a:prstGeom prst="ellipse">
                <a:avLst/>
              </a:prstGeom>
              <a:solidFill>
                <a:srgbClr val="00B050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Elipse 37"/>
              <p:cNvSpPr/>
              <p:nvPr/>
            </p:nvSpPr>
            <p:spPr>
              <a:xfrm>
                <a:off x="4665300" y="4092533"/>
                <a:ext cx="201128" cy="212217"/>
              </a:xfrm>
              <a:prstGeom prst="ellipse">
                <a:avLst/>
              </a:prstGeom>
              <a:solidFill>
                <a:srgbClr val="00B050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" name="Elipse 44"/>
              <p:cNvSpPr/>
              <p:nvPr/>
            </p:nvSpPr>
            <p:spPr>
              <a:xfrm>
                <a:off x="4664777" y="2823206"/>
                <a:ext cx="201128" cy="212217"/>
              </a:xfrm>
              <a:prstGeom prst="ellipse">
                <a:avLst/>
              </a:prstGeom>
              <a:solidFill>
                <a:srgbClr val="00B050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Retângulo 58"/>
              <p:cNvSpPr/>
              <p:nvPr/>
            </p:nvSpPr>
            <p:spPr>
              <a:xfrm>
                <a:off x="35496" y="3608437"/>
                <a:ext cx="5496254" cy="339464"/>
              </a:xfrm>
              <a:prstGeom prst="rect">
                <a:avLst/>
              </a:prstGeom>
              <a:gradFill>
                <a:gsLst>
                  <a:gs pos="0">
                    <a:srgbClr val="61B8CD">
                      <a:lumMod val="60000"/>
                      <a:lumOff val="40000"/>
                    </a:srgbClr>
                  </a:gs>
                  <a:gs pos="50000">
                    <a:srgbClr val="FFFFFF"/>
                  </a:gs>
                  <a:gs pos="100000">
                    <a:srgbClr val="61B8CD">
                      <a:lumMod val="60000"/>
                      <a:lumOff val="40000"/>
                    </a:srgbClr>
                  </a:gs>
                </a:gsLst>
                <a:lin ang="5400000" scaled="0"/>
              </a:gradFill>
              <a:ln w="571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43F52"/>
                  </a:solidFill>
                  <a:effectLst/>
                  <a:uLnTx/>
                  <a:uFillTx/>
                  <a:latin typeface="Century Gothic" pitchFamily="34" charset="0"/>
                  <a:sym typeface="Gill Sans" charset="0"/>
                </a:endParaRPr>
              </a:p>
            </p:txBody>
          </p:sp>
          <p:sp>
            <p:nvSpPr>
              <p:cNvPr id="64" name="Elipse 63"/>
              <p:cNvSpPr/>
              <p:nvPr/>
            </p:nvSpPr>
            <p:spPr>
              <a:xfrm>
                <a:off x="4657226" y="3672056"/>
                <a:ext cx="201128" cy="212217"/>
              </a:xfrm>
              <a:prstGeom prst="ellipse">
                <a:avLst/>
              </a:prstGeom>
              <a:solidFill>
                <a:srgbClr val="FF9900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" name="Retângulo 1"/>
            <p:cNvSpPr/>
            <p:nvPr/>
          </p:nvSpPr>
          <p:spPr>
            <a:xfrm>
              <a:off x="90407" y="1935944"/>
              <a:ext cx="46308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Implantação do novo modelo de papéis da DAA</a:t>
              </a:r>
            </a:p>
          </p:txBody>
        </p:sp>
        <p:sp>
          <p:nvSpPr>
            <p:cNvPr id="67" name="Retângulo 66"/>
            <p:cNvSpPr/>
            <p:nvPr/>
          </p:nvSpPr>
          <p:spPr>
            <a:xfrm>
              <a:off x="90407" y="2492283"/>
              <a:ext cx="49727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Operacionalização do Core Team e garantia Manter</a:t>
              </a:r>
            </a:p>
          </p:txBody>
        </p:sp>
        <p:sp>
          <p:nvSpPr>
            <p:cNvPr id="68" name="Retângulo 67"/>
            <p:cNvSpPr/>
            <p:nvPr/>
          </p:nvSpPr>
          <p:spPr>
            <a:xfrm>
              <a:off x="90407" y="3042497"/>
              <a:ext cx="33288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Gestão da demanda x capacidade</a:t>
              </a:r>
            </a:p>
          </p:txBody>
        </p:sp>
        <p:sp>
          <p:nvSpPr>
            <p:cNvPr id="69" name="Retângulo 68"/>
            <p:cNvSpPr/>
            <p:nvPr/>
          </p:nvSpPr>
          <p:spPr>
            <a:xfrm>
              <a:off x="90407" y="3600097"/>
              <a:ext cx="45981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Compromisso de rituais periódicos com o </a:t>
              </a:r>
              <a:r>
                <a:rPr lang="pt-BR" dirty="0" smtClean="0"/>
                <a:t>time</a:t>
              </a:r>
              <a:endParaRPr lang="pt-BR" dirty="0"/>
            </a:p>
          </p:txBody>
        </p:sp>
        <p:sp>
          <p:nvSpPr>
            <p:cNvPr id="70" name="Retângulo 69"/>
            <p:cNvSpPr/>
            <p:nvPr/>
          </p:nvSpPr>
          <p:spPr>
            <a:xfrm>
              <a:off x="90407" y="4145591"/>
              <a:ext cx="44144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Implantação de cultura continua de feedback</a:t>
              </a:r>
            </a:p>
          </p:txBody>
        </p:sp>
        <p:sp>
          <p:nvSpPr>
            <p:cNvPr id="71" name="Retângulo 70"/>
            <p:cNvSpPr/>
            <p:nvPr/>
          </p:nvSpPr>
          <p:spPr>
            <a:xfrm>
              <a:off x="110563" y="4703094"/>
              <a:ext cx="37511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Melhorar a comunicação no site NASP</a:t>
              </a:r>
            </a:p>
          </p:txBody>
        </p:sp>
        <p:sp>
          <p:nvSpPr>
            <p:cNvPr id="72" name="Retângulo 71"/>
            <p:cNvSpPr/>
            <p:nvPr/>
          </p:nvSpPr>
          <p:spPr>
            <a:xfrm>
              <a:off x="78850" y="5218688"/>
              <a:ext cx="54446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Substituição dos notebooks da equipe conforme politica</a:t>
              </a:r>
            </a:p>
          </p:txBody>
        </p:sp>
      </p:grpSp>
      <p:sp>
        <p:nvSpPr>
          <p:cNvPr id="74" name="TextBox 31"/>
          <p:cNvSpPr txBox="1"/>
          <p:nvPr/>
        </p:nvSpPr>
        <p:spPr>
          <a:xfrm>
            <a:off x="1699654" y="1610991"/>
            <a:ext cx="1431876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Atividade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grpSp>
        <p:nvGrpSpPr>
          <p:cNvPr id="129" name="Group 130"/>
          <p:cNvGrpSpPr/>
          <p:nvPr/>
        </p:nvGrpSpPr>
        <p:grpSpPr>
          <a:xfrm>
            <a:off x="6700193" y="1018765"/>
            <a:ext cx="4169928" cy="5410679"/>
            <a:chOff x="3932359" y="748592"/>
            <a:chExt cx="3715362" cy="4820857"/>
          </a:xfrm>
        </p:grpSpPr>
        <p:grpSp>
          <p:nvGrpSpPr>
            <p:cNvPr id="130" name="Group 109"/>
            <p:cNvGrpSpPr/>
            <p:nvPr/>
          </p:nvGrpSpPr>
          <p:grpSpPr>
            <a:xfrm>
              <a:off x="4632332" y="4841458"/>
              <a:ext cx="3015389" cy="727991"/>
              <a:chOff x="4632332" y="4841458"/>
              <a:chExt cx="3015389" cy="727991"/>
            </a:xfrm>
          </p:grpSpPr>
          <p:sp>
            <p:nvSpPr>
              <p:cNvPr id="150" name="Oval 29"/>
              <p:cNvSpPr/>
              <p:nvPr/>
            </p:nvSpPr>
            <p:spPr>
              <a:xfrm>
                <a:off x="4632332" y="4841458"/>
                <a:ext cx="3015389" cy="727991"/>
              </a:xfrm>
              <a:prstGeom prst="ellipse">
                <a:avLst/>
              </a:prstGeom>
              <a:solidFill>
                <a:srgbClr val="207AE9"/>
              </a:solidFill>
              <a:ln>
                <a:noFill/>
              </a:ln>
              <a:effectLst>
                <a:innerShdw blurRad="38100" dist="38100" dir="16200000">
                  <a:prstClr val="black">
                    <a:alpha val="4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51" name="Oval 30"/>
              <p:cNvSpPr/>
              <p:nvPr/>
            </p:nvSpPr>
            <p:spPr>
              <a:xfrm>
                <a:off x="4987077" y="4901702"/>
                <a:ext cx="2305898" cy="4830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dir="2700000" sx="101000" sy="101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52" name="Oval 31"/>
              <p:cNvSpPr/>
              <p:nvPr/>
            </p:nvSpPr>
            <p:spPr>
              <a:xfrm>
                <a:off x="5900940" y="5068990"/>
                <a:ext cx="396470" cy="129970"/>
              </a:xfrm>
              <a:prstGeom prst="ellipse">
                <a:avLst/>
              </a:prstGeom>
              <a:solidFill>
                <a:srgbClr val="207AE9"/>
              </a:solidFill>
              <a:ln>
                <a:noFill/>
              </a:ln>
              <a:effectLst>
                <a:innerShdw blurRad="38100" dist="254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31" name="Group 103"/>
            <p:cNvGrpSpPr/>
            <p:nvPr/>
          </p:nvGrpSpPr>
          <p:grpSpPr>
            <a:xfrm>
              <a:off x="3932359" y="748592"/>
              <a:ext cx="2109465" cy="4431576"/>
              <a:chOff x="3961870" y="740500"/>
              <a:chExt cx="2109465" cy="4431576"/>
            </a:xfrm>
            <a:effectLst>
              <a:outerShdw blurRad="203200" dir="13500000" sy="23000" kx="1200000" algn="br" rotWithShape="0">
                <a:prstClr val="black">
                  <a:alpha val="15000"/>
                </a:prstClr>
              </a:outerShdw>
            </a:effectLst>
          </p:grpSpPr>
          <p:grpSp>
            <p:nvGrpSpPr>
              <p:cNvPr id="132" name="Group 55"/>
              <p:cNvGrpSpPr/>
              <p:nvPr/>
            </p:nvGrpSpPr>
            <p:grpSpPr>
              <a:xfrm rot="15115813">
                <a:off x="4206969" y="495401"/>
                <a:ext cx="1356489" cy="1846688"/>
                <a:chOff x="6128959" y="3728662"/>
                <a:chExt cx="1124083" cy="1193275"/>
              </a:xfrm>
            </p:grpSpPr>
            <p:sp>
              <p:nvSpPr>
                <p:cNvPr id="147" name="Freeform 49"/>
                <p:cNvSpPr/>
                <p:nvPr/>
              </p:nvSpPr>
              <p:spPr>
                <a:xfrm rot="17290628" flipH="1">
                  <a:off x="6388036" y="3610859"/>
                  <a:ext cx="605929" cy="1124083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1124083"/>
                    <a:gd name="connsiteX1" fmla="*/ 117341 w 729758"/>
                    <a:gd name="connsiteY1" fmla="*/ 459721 h 1124083"/>
                    <a:gd name="connsiteX2" fmla="*/ 729758 w 729758"/>
                    <a:gd name="connsiteY2" fmla="*/ 0 h 1124083"/>
                    <a:gd name="connsiteX3" fmla="*/ 447731 w 729758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5929" h="1124083">
                      <a:moveTo>
                        <a:pt x="323902" y="955709"/>
                      </a:moveTo>
                      <a:cubicBezTo>
                        <a:pt x="0" y="1124083"/>
                        <a:pt x="160378" y="697328"/>
                        <a:pt x="277719" y="453818"/>
                      </a:cubicBezTo>
                      <a:cubicBezTo>
                        <a:pt x="523269" y="100323"/>
                        <a:pt x="259809" y="531824"/>
                        <a:pt x="605929" y="0"/>
                      </a:cubicBezTo>
                      <a:lnTo>
                        <a:pt x="323902" y="955709"/>
                      </a:lnTo>
                      <a:close/>
                    </a:path>
                  </a:pathLst>
                </a:custGeom>
                <a:solidFill>
                  <a:srgbClr val="0083E6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48" name="Freeform 50"/>
                <p:cNvSpPr/>
                <p:nvPr/>
              </p:nvSpPr>
              <p:spPr>
                <a:xfrm rot="17290628" flipH="1">
                  <a:off x="6257513" y="3615686"/>
                  <a:ext cx="729758" cy="955709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758" h="955709">
                      <a:moveTo>
                        <a:pt x="447731" y="955709"/>
                      </a:moveTo>
                      <a:cubicBezTo>
                        <a:pt x="143568" y="843459"/>
                        <a:pt x="0" y="703231"/>
                        <a:pt x="117341" y="459721"/>
                      </a:cubicBezTo>
                      <a:cubicBezTo>
                        <a:pt x="212264" y="262736"/>
                        <a:pt x="335142" y="152027"/>
                        <a:pt x="729758" y="0"/>
                      </a:cubicBezTo>
                      <a:lnTo>
                        <a:pt x="447731" y="955709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207AE9"/>
                    </a:gs>
                    <a:gs pos="0">
                      <a:srgbClr val="0067B4"/>
                    </a:gs>
                  </a:gsLst>
                  <a:lin ang="114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49" name="Freeform 51"/>
                <p:cNvSpPr/>
                <p:nvPr/>
              </p:nvSpPr>
              <p:spPr>
                <a:xfrm rot="4309372" flipH="1" flipV="1">
                  <a:off x="6311393" y="4108410"/>
                  <a:ext cx="652700" cy="974354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71968 w 729758"/>
                    <a:gd name="connsiteY0" fmla="*/ 946504 h 946504"/>
                    <a:gd name="connsiteX1" fmla="*/ 117341 w 729758"/>
                    <a:gd name="connsiteY1" fmla="*/ 459721 h 946504"/>
                    <a:gd name="connsiteX2" fmla="*/ 729758 w 729758"/>
                    <a:gd name="connsiteY2" fmla="*/ 0 h 946504"/>
                    <a:gd name="connsiteX3" fmla="*/ 471968 w 729758"/>
                    <a:gd name="connsiteY3" fmla="*/ 946504 h 946504"/>
                    <a:gd name="connsiteX0" fmla="*/ 471968 w 729758"/>
                    <a:gd name="connsiteY0" fmla="*/ 946504 h 974354"/>
                    <a:gd name="connsiteX1" fmla="*/ 117341 w 729758"/>
                    <a:gd name="connsiteY1" fmla="*/ 459721 h 974354"/>
                    <a:gd name="connsiteX2" fmla="*/ 729758 w 729758"/>
                    <a:gd name="connsiteY2" fmla="*/ 0 h 974354"/>
                    <a:gd name="connsiteX3" fmla="*/ 471968 w 729758"/>
                    <a:gd name="connsiteY3" fmla="*/ 946504 h 974354"/>
                    <a:gd name="connsiteX0" fmla="*/ 390247 w 648037"/>
                    <a:gd name="connsiteY0" fmla="*/ 946504 h 974354"/>
                    <a:gd name="connsiteX1" fmla="*/ 117341 w 648037"/>
                    <a:gd name="connsiteY1" fmla="*/ 534454 h 974354"/>
                    <a:gd name="connsiteX2" fmla="*/ 648037 w 648037"/>
                    <a:gd name="connsiteY2" fmla="*/ 0 h 974354"/>
                    <a:gd name="connsiteX3" fmla="*/ 390247 w 648037"/>
                    <a:gd name="connsiteY3" fmla="*/ 946504 h 974354"/>
                    <a:gd name="connsiteX0" fmla="*/ 434531 w 692321"/>
                    <a:gd name="connsiteY0" fmla="*/ 946504 h 974354"/>
                    <a:gd name="connsiteX1" fmla="*/ 117341 w 692321"/>
                    <a:gd name="connsiteY1" fmla="*/ 546595 h 974354"/>
                    <a:gd name="connsiteX2" fmla="*/ 692321 w 692321"/>
                    <a:gd name="connsiteY2" fmla="*/ 0 h 974354"/>
                    <a:gd name="connsiteX3" fmla="*/ 434531 w 692321"/>
                    <a:gd name="connsiteY3" fmla="*/ 946504 h 974354"/>
                    <a:gd name="connsiteX0" fmla="*/ 454104 w 711894"/>
                    <a:gd name="connsiteY0" fmla="*/ 946504 h 974354"/>
                    <a:gd name="connsiteX1" fmla="*/ 136914 w 711894"/>
                    <a:gd name="connsiteY1" fmla="*/ 546595 h 974354"/>
                    <a:gd name="connsiteX2" fmla="*/ 711894 w 711894"/>
                    <a:gd name="connsiteY2" fmla="*/ 0 h 974354"/>
                    <a:gd name="connsiteX3" fmla="*/ 454104 w 711894"/>
                    <a:gd name="connsiteY3" fmla="*/ 946504 h 974354"/>
                    <a:gd name="connsiteX0" fmla="*/ 394910 w 652700"/>
                    <a:gd name="connsiteY0" fmla="*/ 946504 h 974354"/>
                    <a:gd name="connsiteX1" fmla="*/ 77720 w 652700"/>
                    <a:gd name="connsiteY1" fmla="*/ 546595 h 974354"/>
                    <a:gd name="connsiteX2" fmla="*/ 652700 w 652700"/>
                    <a:gd name="connsiteY2" fmla="*/ 0 h 974354"/>
                    <a:gd name="connsiteX3" fmla="*/ 394910 w 652700"/>
                    <a:gd name="connsiteY3" fmla="*/ 946504 h 974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2700" h="974354">
                      <a:moveTo>
                        <a:pt x="394910" y="946504"/>
                      </a:moveTo>
                      <a:cubicBezTo>
                        <a:pt x="7542" y="974354"/>
                        <a:pt x="0" y="751821"/>
                        <a:pt x="77720" y="546595"/>
                      </a:cubicBezTo>
                      <a:cubicBezTo>
                        <a:pt x="172643" y="349610"/>
                        <a:pt x="258084" y="152027"/>
                        <a:pt x="652700" y="0"/>
                      </a:cubicBezTo>
                      <a:lnTo>
                        <a:pt x="394910" y="946504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207AE9"/>
                    </a:gs>
                    <a:gs pos="4000">
                      <a:srgbClr val="0067B4"/>
                    </a:gs>
                  </a:gsLst>
                  <a:lin ang="114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</p:grpSp>
          <p:sp>
            <p:nvSpPr>
              <p:cNvPr id="133" name="Oval 200"/>
              <p:cNvSpPr/>
              <p:nvPr/>
            </p:nvSpPr>
            <p:spPr>
              <a:xfrm rot="9715813">
                <a:off x="5189139" y="816967"/>
                <a:ext cx="285946" cy="3675336"/>
              </a:xfrm>
              <a:custGeom>
                <a:avLst/>
                <a:gdLst/>
                <a:ahLst/>
                <a:cxnLst/>
                <a:rect l="l" t="t" r="r" b="b"/>
                <a:pathLst>
                  <a:path w="168942" h="3045645">
                    <a:moveTo>
                      <a:pt x="168942" y="2961196"/>
                    </a:moveTo>
                    <a:cubicBezTo>
                      <a:pt x="168942" y="3007836"/>
                      <a:pt x="131133" y="3045645"/>
                      <a:pt x="84493" y="3045645"/>
                    </a:cubicBezTo>
                    <a:cubicBezTo>
                      <a:pt x="41509" y="3045645"/>
                      <a:pt x="6026" y="3013531"/>
                      <a:pt x="2185" y="2971801"/>
                    </a:cubicBezTo>
                    <a:lnTo>
                      <a:pt x="0" y="2971801"/>
                    </a:lnTo>
                    <a:lnTo>
                      <a:pt x="0" y="0"/>
                    </a:lnTo>
                    <a:lnTo>
                      <a:pt x="166584" y="0"/>
                    </a:lnTo>
                    <a:lnTo>
                      <a:pt x="166584" y="2949519"/>
                    </a:lnTo>
                    <a:cubicBezTo>
                      <a:pt x="168658" y="2953189"/>
                      <a:pt x="168942" y="2957159"/>
                      <a:pt x="168942" y="2961196"/>
                    </a:cubicBezTo>
                    <a:close/>
                  </a:path>
                </a:pathLst>
              </a:custGeom>
              <a:gradFill flip="none" rotWithShape="1">
                <a:gsLst>
                  <a:gs pos="51000">
                    <a:srgbClr val="207AE9"/>
                  </a:gs>
                  <a:gs pos="49000">
                    <a:srgbClr val="0067B4"/>
                  </a:gs>
                </a:gsLst>
                <a:lin ang="1074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34" name="Oval 200"/>
              <p:cNvSpPr/>
              <p:nvPr/>
            </p:nvSpPr>
            <p:spPr>
              <a:xfrm rot="9715813">
                <a:off x="5628811" y="3572340"/>
                <a:ext cx="288939" cy="83612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92870">
                    <a:moveTo>
                      <a:pt x="186704" y="0"/>
                    </a:moveTo>
                    <a:lnTo>
                      <a:pt x="186704" y="678929"/>
                    </a:lnTo>
                    <a:cubicBezTo>
                      <a:pt x="174515" y="687352"/>
                      <a:pt x="138495" y="692870"/>
                      <a:pt x="96035" y="692870"/>
                    </a:cubicBezTo>
                    <a:cubicBezTo>
                      <a:pt x="47179" y="692870"/>
                      <a:pt x="6849" y="685564"/>
                      <a:pt x="2484" y="676071"/>
                    </a:cubicBezTo>
                    <a:lnTo>
                      <a:pt x="0" y="676071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35" name="Oval 200"/>
              <p:cNvSpPr/>
              <p:nvPr/>
            </p:nvSpPr>
            <p:spPr>
              <a:xfrm rot="9715813">
                <a:off x="5644103" y="3633425"/>
                <a:ext cx="288939" cy="807685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69305">
                    <a:moveTo>
                      <a:pt x="186704" y="0"/>
                    </a:moveTo>
                    <a:lnTo>
                      <a:pt x="186704" y="655364"/>
                    </a:lnTo>
                    <a:cubicBezTo>
                      <a:pt x="174515" y="663787"/>
                      <a:pt x="138495" y="669305"/>
                      <a:pt x="96035" y="669305"/>
                    </a:cubicBezTo>
                    <a:cubicBezTo>
                      <a:pt x="47179" y="669305"/>
                      <a:pt x="6849" y="661999"/>
                      <a:pt x="2484" y="652506"/>
                    </a:cubicBezTo>
                    <a:lnTo>
                      <a:pt x="0" y="6525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7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36" name="Oval 200"/>
              <p:cNvSpPr/>
              <p:nvPr/>
            </p:nvSpPr>
            <p:spPr>
              <a:xfrm rot="9715813">
                <a:off x="5653805" y="3694444"/>
                <a:ext cx="288939" cy="745123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17462">
                    <a:moveTo>
                      <a:pt x="186704" y="0"/>
                    </a:moveTo>
                    <a:lnTo>
                      <a:pt x="186704" y="603521"/>
                    </a:lnTo>
                    <a:cubicBezTo>
                      <a:pt x="174515" y="611944"/>
                      <a:pt x="138495" y="617462"/>
                      <a:pt x="96035" y="617462"/>
                    </a:cubicBezTo>
                    <a:cubicBezTo>
                      <a:pt x="47179" y="617462"/>
                      <a:pt x="6849" y="610156"/>
                      <a:pt x="2484" y="600663"/>
                    </a:cubicBezTo>
                    <a:lnTo>
                      <a:pt x="0" y="60066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37" name="Oval 200"/>
              <p:cNvSpPr/>
              <p:nvPr/>
            </p:nvSpPr>
            <p:spPr>
              <a:xfrm rot="9715813">
                <a:off x="5663657" y="3756394"/>
                <a:ext cx="288939" cy="681606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64827">
                    <a:moveTo>
                      <a:pt x="186704" y="0"/>
                    </a:moveTo>
                    <a:lnTo>
                      <a:pt x="186704" y="550886"/>
                    </a:lnTo>
                    <a:cubicBezTo>
                      <a:pt x="174515" y="559309"/>
                      <a:pt x="138495" y="564827"/>
                      <a:pt x="96035" y="564827"/>
                    </a:cubicBezTo>
                    <a:cubicBezTo>
                      <a:pt x="47179" y="564827"/>
                      <a:pt x="6849" y="557521"/>
                      <a:pt x="2484" y="548028"/>
                    </a:cubicBezTo>
                    <a:lnTo>
                      <a:pt x="0" y="54802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7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38" name="Oval 200"/>
              <p:cNvSpPr/>
              <p:nvPr/>
            </p:nvSpPr>
            <p:spPr>
              <a:xfrm rot="9715813">
                <a:off x="5672625" y="3812798"/>
                <a:ext cx="288939" cy="623776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16905">
                    <a:moveTo>
                      <a:pt x="186704" y="0"/>
                    </a:moveTo>
                    <a:lnTo>
                      <a:pt x="186704" y="502964"/>
                    </a:lnTo>
                    <a:cubicBezTo>
                      <a:pt x="174515" y="511387"/>
                      <a:pt x="138495" y="516905"/>
                      <a:pt x="96035" y="516905"/>
                    </a:cubicBezTo>
                    <a:cubicBezTo>
                      <a:pt x="47179" y="516905"/>
                      <a:pt x="6849" y="509599"/>
                      <a:pt x="2484" y="500106"/>
                    </a:cubicBezTo>
                    <a:lnTo>
                      <a:pt x="0" y="5001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39" name="Oval 200"/>
              <p:cNvSpPr/>
              <p:nvPr/>
            </p:nvSpPr>
            <p:spPr>
              <a:xfrm rot="9715813">
                <a:off x="5682475" y="3874750"/>
                <a:ext cx="288939" cy="560258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64270">
                    <a:moveTo>
                      <a:pt x="186704" y="0"/>
                    </a:moveTo>
                    <a:lnTo>
                      <a:pt x="186704" y="450329"/>
                    </a:lnTo>
                    <a:cubicBezTo>
                      <a:pt x="174515" y="458752"/>
                      <a:pt x="138495" y="464270"/>
                      <a:pt x="96035" y="464270"/>
                    </a:cubicBezTo>
                    <a:cubicBezTo>
                      <a:pt x="47179" y="464270"/>
                      <a:pt x="6849" y="456964"/>
                      <a:pt x="2484" y="447471"/>
                    </a:cubicBezTo>
                    <a:lnTo>
                      <a:pt x="0" y="4474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7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0" name="Freeform 41"/>
              <p:cNvSpPr/>
              <p:nvPr/>
            </p:nvSpPr>
            <p:spPr>
              <a:xfrm rot="19961808" flipH="1" flipV="1">
                <a:off x="4864388" y="950396"/>
                <a:ext cx="407584" cy="1175803"/>
              </a:xfrm>
              <a:custGeom>
                <a:avLst/>
                <a:gdLst>
                  <a:gd name="connsiteX0" fmla="*/ 370551 w 1305155"/>
                  <a:gd name="connsiteY0" fmla="*/ 955709 h 1005062"/>
                  <a:gd name="connsiteX1" fmla="*/ 40764 w 1305155"/>
                  <a:gd name="connsiteY1" fmla="*/ 327701 h 1005062"/>
                  <a:gd name="connsiteX2" fmla="*/ 652578 w 1305155"/>
                  <a:gd name="connsiteY2" fmla="*/ 0 h 1005062"/>
                  <a:gd name="connsiteX3" fmla="*/ 370551 w 1305155"/>
                  <a:gd name="connsiteY3" fmla="*/ 955709 h 1005062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71968 w 729758"/>
                  <a:gd name="connsiteY0" fmla="*/ 946504 h 946504"/>
                  <a:gd name="connsiteX1" fmla="*/ 117341 w 729758"/>
                  <a:gd name="connsiteY1" fmla="*/ 459721 h 946504"/>
                  <a:gd name="connsiteX2" fmla="*/ 729758 w 729758"/>
                  <a:gd name="connsiteY2" fmla="*/ 0 h 946504"/>
                  <a:gd name="connsiteX3" fmla="*/ 471968 w 729758"/>
                  <a:gd name="connsiteY3" fmla="*/ 946504 h 946504"/>
                  <a:gd name="connsiteX0" fmla="*/ 471968 w 729758"/>
                  <a:gd name="connsiteY0" fmla="*/ 946504 h 974354"/>
                  <a:gd name="connsiteX1" fmla="*/ 117341 w 729758"/>
                  <a:gd name="connsiteY1" fmla="*/ 459721 h 974354"/>
                  <a:gd name="connsiteX2" fmla="*/ 729758 w 729758"/>
                  <a:gd name="connsiteY2" fmla="*/ 0 h 974354"/>
                  <a:gd name="connsiteX3" fmla="*/ 471968 w 729758"/>
                  <a:gd name="connsiteY3" fmla="*/ 946504 h 974354"/>
                  <a:gd name="connsiteX0" fmla="*/ 390247 w 648037"/>
                  <a:gd name="connsiteY0" fmla="*/ 946504 h 974354"/>
                  <a:gd name="connsiteX1" fmla="*/ 117341 w 648037"/>
                  <a:gd name="connsiteY1" fmla="*/ 534454 h 974354"/>
                  <a:gd name="connsiteX2" fmla="*/ 648037 w 648037"/>
                  <a:gd name="connsiteY2" fmla="*/ 0 h 974354"/>
                  <a:gd name="connsiteX3" fmla="*/ 390247 w 648037"/>
                  <a:gd name="connsiteY3" fmla="*/ 946504 h 974354"/>
                  <a:gd name="connsiteX0" fmla="*/ 434531 w 692321"/>
                  <a:gd name="connsiteY0" fmla="*/ 946504 h 974354"/>
                  <a:gd name="connsiteX1" fmla="*/ 117341 w 692321"/>
                  <a:gd name="connsiteY1" fmla="*/ 546595 h 974354"/>
                  <a:gd name="connsiteX2" fmla="*/ 692321 w 692321"/>
                  <a:gd name="connsiteY2" fmla="*/ 0 h 974354"/>
                  <a:gd name="connsiteX3" fmla="*/ 434531 w 692321"/>
                  <a:gd name="connsiteY3" fmla="*/ 946504 h 974354"/>
                  <a:gd name="connsiteX0" fmla="*/ 454104 w 711894"/>
                  <a:gd name="connsiteY0" fmla="*/ 946504 h 974354"/>
                  <a:gd name="connsiteX1" fmla="*/ 136914 w 711894"/>
                  <a:gd name="connsiteY1" fmla="*/ 546595 h 974354"/>
                  <a:gd name="connsiteX2" fmla="*/ 711894 w 711894"/>
                  <a:gd name="connsiteY2" fmla="*/ 0 h 974354"/>
                  <a:gd name="connsiteX3" fmla="*/ 454104 w 711894"/>
                  <a:gd name="connsiteY3" fmla="*/ 946504 h 974354"/>
                  <a:gd name="connsiteX0" fmla="*/ 394910 w 652700"/>
                  <a:gd name="connsiteY0" fmla="*/ 946504 h 974354"/>
                  <a:gd name="connsiteX1" fmla="*/ 77720 w 652700"/>
                  <a:gd name="connsiteY1" fmla="*/ 546595 h 974354"/>
                  <a:gd name="connsiteX2" fmla="*/ 652700 w 652700"/>
                  <a:gd name="connsiteY2" fmla="*/ 0 h 974354"/>
                  <a:gd name="connsiteX3" fmla="*/ 394910 w 652700"/>
                  <a:gd name="connsiteY3" fmla="*/ 946504 h 974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2700" h="974354">
                    <a:moveTo>
                      <a:pt x="394910" y="946504"/>
                    </a:moveTo>
                    <a:cubicBezTo>
                      <a:pt x="7542" y="974354"/>
                      <a:pt x="0" y="751821"/>
                      <a:pt x="77720" y="546595"/>
                    </a:cubicBezTo>
                    <a:cubicBezTo>
                      <a:pt x="172643" y="349610"/>
                      <a:pt x="258084" y="152027"/>
                      <a:pt x="652700" y="0"/>
                    </a:cubicBezTo>
                    <a:lnTo>
                      <a:pt x="394910" y="946504"/>
                    </a:lnTo>
                    <a:close/>
                  </a:path>
                </a:pathLst>
              </a:custGeom>
              <a:gradFill>
                <a:gsLst>
                  <a:gs pos="100000">
                    <a:srgbClr val="207AE9"/>
                  </a:gs>
                  <a:gs pos="0">
                    <a:srgbClr val="0067B4"/>
                  </a:gs>
                </a:gsLst>
                <a:lin ang="11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1" name="Oval 200"/>
              <p:cNvSpPr/>
              <p:nvPr/>
            </p:nvSpPr>
            <p:spPr>
              <a:xfrm rot="9715813">
                <a:off x="5692005" y="3930479"/>
                <a:ext cx="288939" cy="507211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20311">
                    <a:moveTo>
                      <a:pt x="186704" y="0"/>
                    </a:moveTo>
                    <a:lnTo>
                      <a:pt x="186704" y="406370"/>
                    </a:lnTo>
                    <a:cubicBezTo>
                      <a:pt x="174515" y="414793"/>
                      <a:pt x="138495" y="420311"/>
                      <a:pt x="96035" y="420311"/>
                    </a:cubicBezTo>
                    <a:cubicBezTo>
                      <a:pt x="47179" y="420311"/>
                      <a:pt x="6849" y="413005"/>
                      <a:pt x="2484" y="403512"/>
                    </a:cubicBezTo>
                    <a:lnTo>
                      <a:pt x="0" y="40351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2" name="Oval 200"/>
              <p:cNvSpPr/>
              <p:nvPr/>
            </p:nvSpPr>
            <p:spPr>
              <a:xfrm rot="9715813">
                <a:off x="5703127" y="3996330"/>
                <a:ext cx="288939" cy="443693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67676">
                    <a:moveTo>
                      <a:pt x="186704" y="0"/>
                    </a:moveTo>
                    <a:lnTo>
                      <a:pt x="186704" y="353735"/>
                    </a:lnTo>
                    <a:cubicBezTo>
                      <a:pt x="174515" y="362158"/>
                      <a:pt x="138495" y="367676"/>
                      <a:pt x="96035" y="367676"/>
                    </a:cubicBezTo>
                    <a:cubicBezTo>
                      <a:pt x="47179" y="367676"/>
                      <a:pt x="6849" y="360370"/>
                      <a:pt x="2484" y="350877"/>
                    </a:cubicBezTo>
                    <a:lnTo>
                      <a:pt x="0" y="35087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7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3" name="Oval 200"/>
              <p:cNvSpPr/>
              <p:nvPr/>
            </p:nvSpPr>
            <p:spPr>
              <a:xfrm rot="9715813">
                <a:off x="5713528" y="4053540"/>
                <a:ext cx="288939" cy="39303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25694">
                    <a:moveTo>
                      <a:pt x="186704" y="0"/>
                    </a:moveTo>
                    <a:lnTo>
                      <a:pt x="186704" y="311753"/>
                    </a:lnTo>
                    <a:cubicBezTo>
                      <a:pt x="174515" y="320176"/>
                      <a:pt x="138495" y="325694"/>
                      <a:pt x="96035" y="325694"/>
                    </a:cubicBezTo>
                    <a:cubicBezTo>
                      <a:pt x="47179" y="325694"/>
                      <a:pt x="6849" y="318388"/>
                      <a:pt x="2484" y="308895"/>
                    </a:cubicBezTo>
                    <a:lnTo>
                      <a:pt x="0" y="30889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4" name="Oval 200"/>
              <p:cNvSpPr/>
              <p:nvPr/>
            </p:nvSpPr>
            <p:spPr>
              <a:xfrm rot="9715813">
                <a:off x="5724652" y="4119391"/>
                <a:ext cx="288939" cy="329514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273059">
                    <a:moveTo>
                      <a:pt x="186704" y="0"/>
                    </a:moveTo>
                    <a:lnTo>
                      <a:pt x="186704" y="259118"/>
                    </a:lnTo>
                    <a:cubicBezTo>
                      <a:pt x="174515" y="267541"/>
                      <a:pt x="138495" y="273059"/>
                      <a:pt x="96035" y="273059"/>
                    </a:cubicBezTo>
                    <a:cubicBezTo>
                      <a:pt x="47179" y="273059"/>
                      <a:pt x="6849" y="265753"/>
                      <a:pt x="2484" y="256260"/>
                    </a:cubicBezTo>
                    <a:lnTo>
                      <a:pt x="0" y="25626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5" name="Oval 46"/>
              <p:cNvSpPr/>
              <p:nvPr/>
            </p:nvSpPr>
            <p:spPr>
              <a:xfrm rot="9659226">
                <a:off x="5777245" y="4394980"/>
                <a:ext cx="291874" cy="93996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6" name="Flowchart: Delay 48"/>
              <p:cNvSpPr/>
              <p:nvPr/>
            </p:nvSpPr>
            <p:spPr>
              <a:xfrm rot="15115813" flipH="1">
                <a:off x="5663321" y="4764063"/>
                <a:ext cx="745273" cy="70754"/>
              </a:xfrm>
              <a:prstGeom prst="flowChartDelay">
                <a:avLst/>
              </a:pr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5" name="Título 11"/>
          <p:cNvSpPr txBox="1">
            <a:spLocks/>
          </p:cNvSpPr>
          <p:nvPr/>
        </p:nvSpPr>
        <p:spPr>
          <a:xfrm>
            <a:off x="212440" y="203439"/>
            <a:ext cx="10515600" cy="708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FFC000"/>
                </a:solidFill>
                <a:latin typeface="Gill Sans Std Light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Plano de Engajamento</a:t>
            </a:r>
          </a:p>
        </p:txBody>
      </p:sp>
      <p:grpSp>
        <p:nvGrpSpPr>
          <p:cNvPr id="126" name="Group 129"/>
          <p:cNvGrpSpPr/>
          <p:nvPr/>
        </p:nvGrpSpPr>
        <p:grpSpPr>
          <a:xfrm>
            <a:off x="10848865" y="2335585"/>
            <a:ext cx="1191006" cy="1682137"/>
            <a:chOff x="6418681" y="2053656"/>
            <a:chExt cx="1061174" cy="1498764"/>
          </a:xfrm>
        </p:grpSpPr>
        <p:grpSp>
          <p:nvGrpSpPr>
            <p:cNvPr id="199" name="Group 112"/>
            <p:cNvGrpSpPr/>
            <p:nvPr/>
          </p:nvGrpSpPr>
          <p:grpSpPr>
            <a:xfrm>
              <a:off x="6418681" y="3330776"/>
              <a:ext cx="1011854" cy="221644"/>
              <a:chOff x="6418681" y="3330776"/>
              <a:chExt cx="1011854" cy="221644"/>
            </a:xfrm>
          </p:grpSpPr>
          <p:sp>
            <p:nvSpPr>
              <p:cNvPr id="219" name="Oval 78"/>
              <p:cNvSpPr/>
              <p:nvPr/>
            </p:nvSpPr>
            <p:spPr>
              <a:xfrm flipH="1">
                <a:off x="6418681" y="3330776"/>
                <a:ext cx="1011854" cy="22164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innerShdw blurRad="38100" dist="25400" dir="16200000">
                  <a:schemeClr val="tx1">
                    <a:lumMod val="65000"/>
                    <a:lumOff val="35000"/>
                    <a:alpha val="4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20" name="Oval 79"/>
              <p:cNvSpPr/>
              <p:nvPr/>
            </p:nvSpPr>
            <p:spPr>
              <a:xfrm flipH="1">
                <a:off x="6537721" y="3349118"/>
                <a:ext cx="773774" cy="14708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dir="2700000" sx="101000" sy="101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21" name="Oval 81"/>
              <p:cNvSpPr/>
              <p:nvPr/>
            </p:nvSpPr>
            <p:spPr>
              <a:xfrm flipH="1">
                <a:off x="6871796" y="3400050"/>
                <a:ext cx="133041" cy="3957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innerShdw blurRad="38100" dist="12700" dir="162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200" name="Group 82"/>
            <p:cNvGrpSpPr/>
            <p:nvPr/>
          </p:nvGrpSpPr>
          <p:grpSpPr>
            <a:xfrm rot="6484187" flipH="1">
              <a:off x="6466444" y="2447386"/>
              <a:ext cx="1407141" cy="619681"/>
              <a:chOff x="4165912" y="838207"/>
              <a:chExt cx="3829946" cy="1193278"/>
            </a:xfrm>
            <a:effectLst>
              <a:outerShdw blurRad="203200" dir="13500000" sy="23000" kx="1200000" algn="br" rotWithShape="0">
                <a:prstClr val="black">
                  <a:alpha val="15000"/>
                </a:prstClr>
              </a:outerShdw>
            </a:effectLst>
          </p:grpSpPr>
          <p:grpSp>
            <p:nvGrpSpPr>
              <p:cNvPr id="201" name="Group 55"/>
              <p:cNvGrpSpPr/>
              <p:nvPr/>
            </p:nvGrpSpPr>
            <p:grpSpPr>
              <a:xfrm>
                <a:off x="6871773" y="838207"/>
                <a:ext cx="1124085" cy="1193278"/>
                <a:chOff x="6128956" y="3728665"/>
                <a:chExt cx="1124083" cy="1193272"/>
              </a:xfrm>
            </p:grpSpPr>
            <p:sp>
              <p:nvSpPr>
                <p:cNvPr id="216" name="Freeform 99"/>
                <p:cNvSpPr/>
                <p:nvPr/>
              </p:nvSpPr>
              <p:spPr>
                <a:xfrm rot="17290628" flipH="1">
                  <a:off x="6388033" y="3610863"/>
                  <a:ext cx="605930" cy="1124083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1124083"/>
                    <a:gd name="connsiteX1" fmla="*/ 117341 w 729758"/>
                    <a:gd name="connsiteY1" fmla="*/ 459721 h 1124083"/>
                    <a:gd name="connsiteX2" fmla="*/ 729758 w 729758"/>
                    <a:gd name="connsiteY2" fmla="*/ 0 h 1124083"/>
                    <a:gd name="connsiteX3" fmla="*/ 447731 w 729758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5929" h="1124083">
                      <a:moveTo>
                        <a:pt x="323902" y="955709"/>
                      </a:moveTo>
                      <a:cubicBezTo>
                        <a:pt x="0" y="1124083"/>
                        <a:pt x="160378" y="697328"/>
                        <a:pt x="277719" y="453818"/>
                      </a:cubicBezTo>
                      <a:cubicBezTo>
                        <a:pt x="523269" y="100323"/>
                        <a:pt x="259809" y="531824"/>
                        <a:pt x="605929" y="0"/>
                      </a:cubicBezTo>
                      <a:lnTo>
                        <a:pt x="323902" y="95570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217" name="Freeform 100"/>
                <p:cNvSpPr/>
                <p:nvPr/>
              </p:nvSpPr>
              <p:spPr>
                <a:xfrm rot="17290628" flipH="1">
                  <a:off x="6257513" y="3615689"/>
                  <a:ext cx="729758" cy="955709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758" h="955709">
                      <a:moveTo>
                        <a:pt x="447731" y="955709"/>
                      </a:moveTo>
                      <a:cubicBezTo>
                        <a:pt x="143568" y="843459"/>
                        <a:pt x="0" y="703231"/>
                        <a:pt x="117341" y="459721"/>
                      </a:cubicBezTo>
                      <a:cubicBezTo>
                        <a:pt x="212264" y="262736"/>
                        <a:pt x="335142" y="152027"/>
                        <a:pt x="729758" y="0"/>
                      </a:cubicBezTo>
                      <a:lnTo>
                        <a:pt x="447731" y="955709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</a:gsLst>
                  <a:lin ang="120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218" name="Freeform 101"/>
                <p:cNvSpPr/>
                <p:nvPr/>
              </p:nvSpPr>
              <p:spPr>
                <a:xfrm rot="4309372" flipH="1" flipV="1">
                  <a:off x="6311393" y="4108410"/>
                  <a:ext cx="652700" cy="974354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71968 w 729758"/>
                    <a:gd name="connsiteY0" fmla="*/ 946504 h 946504"/>
                    <a:gd name="connsiteX1" fmla="*/ 117341 w 729758"/>
                    <a:gd name="connsiteY1" fmla="*/ 459721 h 946504"/>
                    <a:gd name="connsiteX2" fmla="*/ 729758 w 729758"/>
                    <a:gd name="connsiteY2" fmla="*/ 0 h 946504"/>
                    <a:gd name="connsiteX3" fmla="*/ 471968 w 729758"/>
                    <a:gd name="connsiteY3" fmla="*/ 946504 h 946504"/>
                    <a:gd name="connsiteX0" fmla="*/ 471968 w 729758"/>
                    <a:gd name="connsiteY0" fmla="*/ 946504 h 974354"/>
                    <a:gd name="connsiteX1" fmla="*/ 117341 w 729758"/>
                    <a:gd name="connsiteY1" fmla="*/ 459721 h 974354"/>
                    <a:gd name="connsiteX2" fmla="*/ 729758 w 729758"/>
                    <a:gd name="connsiteY2" fmla="*/ 0 h 974354"/>
                    <a:gd name="connsiteX3" fmla="*/ 471968 w 729758"/>
                    <a:gd name="connsiteY3" fmla="*/ 946504 h 974354"/>
                    <a:gd name="connsiteX0" fmla="*/ 390247 w 648037"/>
                    <a:gd name="connsiteY0" fmla="*/ 946504 h 974354"/>
                    <a:gd name="connsiteX1" fmla="*/ 117341 w 648037"/>
                    <a:gd name="connsiteY1" fmla="*/ 534454 h 974354"/>
                    <a:gd name="connsiteX2" fmla="*/ 648037 w 648037"/>
                    <a:gd name="connsiteY2" fmla="*/ 0 h 974354"/>
                    <a:gd name="connsiteX3" fmla="*/ 390247 w 648037"/>
                    <a:gd name="connsiteY3" fmla="*/ 946504 h 974354"/>
                    <a:gd name="connsiteX0" fmla="*/ 434531 w 692321"/>
                    <a:gd name="connsiteY0" fmla="*/ 946504 h 974354"/>
                    <a:gd name="connsiteX1" fmla="*/ 117341 w 692321"/>
                    <a:gd name="connsiteY1" fmla="*/ 546595 h 974354"/>
                    <a:gd name="connsiteX2" fmla="*/ 692321 w 692321"/>
                    <a:gd name="connsiteY2" fmla="*/ 0 h 974354"/>
                    <a:gd name="connsiteX3" fmla="*/ 434531 w 692321"/>
                    <a:gd name="connsiteY3" fmla="*/ 946504 h 974354"/>
                    <a:gd name="connsiteX0" fmla="*/ 454104 w 711894"/>
                    <a:gd name="connsiteY0" fmla="*/ 946504 h 974354"/>
                    <a:gd name="connsiteX1" fmla="*/ 136914 w 711894"/>
                    <a:gd name="connsiteY1" fmla="*/ 546595 h 974354"/>
                    <a:gd name="connsiteX2" fmla="*/ 711894 w 711894"/>
                    <a:gd name="connsiteY2" fmla="*/ 0 h 974354"/>
                    <a:gd name="connsiteX3" fmla="*/ 454104 w 711894"/>
                    <a:gd name="connsiteY3" fmla="*/ 946504 h 974354"/>
                    <a:gd name="connsiteX0" fmla="*/ 394910 w 652700"/>
                    <a:gd name="connsiteY0" fmla="*/ 946504 h 974354"/>
                    <a:gd name="connsiteX1" fmla="*/ 77720 w 652700"/>
                    <a:gd name="connsiteY1" fmla="*/ 546595 h 974354"/>
                    <a:gd name="connsiteX2" fmla="*/ 652700 w 652700"/>
                    <a:gd name="connsiteY2" fmla="*/ 0 h 974354"/>
                    <a:gd name="connsiteX3" fmla="*/ 394910 w 652700"/>
                    <a:gd name="connsiteY3" fmla="*/ 946504 h 974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2700" h="974354">
                      <a:moveTo>
                        <a:pt x="394910" y="946504"/>
                      </a:moveTo>
                      <a:cubicBezTo>
                        <a:pt x="7542" y="974354"/>
                        <a:pt x="0" y="751821"/>
                        <a:pt x="77720" y="546595"/>
                      </a:cubicBezTo>
                      <a:cubicBezTo>
                        <a:pt x="172643" y="349610"/>
                        <a:pt x="258084" y="152027"/>
                        <a:pt x="652700" y="0"/>
                      </a:cubicBezTo>
                      <a:lnTo>
                        <a:pt x="394910" y="946504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</a:gsLst>
                  <a:lin ang="120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</p:grpSp>
          <p:sp>
            <p:nvSpPr>
              <p:cNvPr id="202" name="Oval 200"/>
              <p:cNvSpPr/>
              <p:nvPr/>
            </p:nvSpPr>
            <p:spPr>
              <a:xfrm rot="16200000">
                <a:off x="6249202" y="-57875"/>
                <a:ext cx="189467" cy="3045652"/>
              </a:xfrm>
              <a:custGeom>
                <a:avLst/>
                <a:gdLst/>
                <a:ahLst/>
                <a:cxnLst/>
                <a:rect l="l" t="t" r="r" b="b"/>
                <a:pathLst>
                  <a:path w="168942" h="3045645">
                    <a:moveTo>
                      <a:pt x="168942" y="2961196"/>
                    </a:moveTo>
                    <a:cubicBezTo>
                      <a:pt x="168942" y="3007836"/>
                      <a:pt x="131133" y="3045645"/>
                      <a:pt x="84493" y="3045645"/>
                    </a:cubicBezTo>
                    <a:cubicBezTo>
                      <a:pt x="41509" y="3045645"/>
                      <a:pt x="6026" y="3013531"/>
                      <a:pt x="2185" y="2971801"/>
                    </a:cubicBezTo>
                    <a:lnTo>
                      <a:pt x="0" y="2971801"/>
                    </a:lnTo>
                    <a:lnTo>
                      <a:pt x="0" y="0"/>
                    </a:lnTo>
                    <a:lnTo>
                      <a:pt x="166584" y="0"/>
                    </a:lnTo>
                    <a:lnTo>
                      <a:pt x="166584" y="2949519"/>
                    </a:lnTo>
                    <a:cubicBezTo>
                      <a:pt x="168658" y="2953189"/>
                      <a:pt x="168942" y="2957159"/>
                      <a:pt x="168942" y="2961196"/>
                    </a:cubicBezTo>
                    <a:close/>
                  </a:path>
                </a:pathLst>
              </a:custGeom>
              <a:gradFill>
                <a:gsLst>
                  <a:gs pos="51000">
                    <a:schemeClr val="bg1">
                      <a:lumMod val="85000"/>
                    </a:schemeClr>
                  </a:gs>
                  <a:gs pos="49000">
                    <a:schemeClr val="bg1">
                      <a:lumMod val="65000"/>
                    </a:schemeClr>
                  </a:gs>
                </a:gsLst>
                <a:lin ang="1074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3" name="Oval 200"/>
              <p:cNvSpPr/>
              <p:nvPr/>
            </p:nvSpPr>
            <p:spPr>
              <a:xfrm rot="16200000">
                <a:off x="5086244" y="1118521"/>
                <a:ext cx="186704" cy="692871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92870">
                    <a:moveTo>
                      <a:pt x="186704" y="0"/>
                    </a:moveTo>
                    <a:lnTo>
                      <a:pt x="186704" y="678929"/>
                    </a:lnTo>
                    <a:cubicBezTo>
                      <a:pt x="174515" y="687352"/>
                      <a:pt x="138495" y="692870"/>
                      <a:pt x="96035" y="692870"/>
                    </a:cubicBezTo>
                    <a:cubicBezTo>
                      <a:pt x="47179" y="692870"/>
                      <a:pt x="6849" y="685564"/>
                      <a:pt x="2484" y="676071"/>
                    </a:cubicBezTo>
                    <a:lnTo>
                      <a:pt x="0" y="6760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4" name="Oval 200"/>
              <p:cNvSpPr/>
              <p:nvPr/>
            </p:nvSpPr>
            <p:spPr>
              <a:xfrm rot="16200000">
                <a:off x="5045391" y="1130303"/>
                <a:ext cx="186704" cy="669306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69305">
                    <a:moveTo>
                      <a:pt x="186704" y="0"/>
                    </a:moveTo>
                    <a:lnTo>
                      <a:pt x="186704" y="655364"/>
                    </a:lnTo>
                    <a:cubicBezTo>
                      <a:pt x="174515" y="663787"/>
                      <a:pt x="138495" y="669305"/>
                      <a:pt x="96035" y="669305"/>
                    </a:cubicBezTo>
                    <a:cubicBezTo>
                      <a:pt x="47179" y="669305"/>
                      <a:pt x="6849" y="661999"/>
                      <a:pt x="2484" y="652506"/>
                    </a:cubicBezTo>
                    <a:lnTo>
                      <a:pt x="0" y="6525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5" name="Oval 200"/>
              <p:cNvSpPr/>
              <p:nvPr/>
            </p:nvSpPr>
            <p:spPr>
              <a:xfrm rot="16200000">
                <a:off x="5019469" y="1156225"/>
                <a:ext cx="186704" cy="617463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17462">
                    <a:moveTo>
                      <a:pt x="186704" y="0"/>
                    </a:moveTo>
                    <a:lnTo>
                      <a:pt x="186704" y="603521"/>
                    </a:lnTo>
                    <a:cubicBezTo>
                      <a:pt x="174515" y="611944"/>
                      <a:pt x="138495" y="617462"/>
                      <a:pt x="96035" y="617462"/>
                    </a:cubicBezTo>
                    <a:cubicBezTo>
                      <a:pt x="47179" y="617462"/>
                      <a:pt x="6849" y="610156"/>
                      <a:pt x="2484" y="600663"/>
                    </a:cubicBezTo>
                    <a:lnTo>
                      <a:pt x="0" y="60066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6" name="Oval 200"/>
              <p:cNvSpPr/>
              <p:nvPr/>
            </p:nvSpPr>
            <p:spPr>
              <a:xfrm rot="16200000">
                <a:off x="4993153" y="1182543"/>
                <a:ext cx="186704" cy="564828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64827">
                    <a:moveTo>
                      <a:pt x="186704" y="0"/>
                    </a:moveTo>
                    <a:lnTo>
                      <a:pt x="186704" y="550886"/>
                    </a:lnTo>
                    <a:cubicBezTo>
                      <a:pt x="174515" y="559309"/>
                      <a:pt x="138495" y="564827"/>
                      <a:pt x="96035" y="564827"/>
                    </a:cubicBezTo>
                    <a:cubicBezTo>
                      <a:pt x="47179" y="564827"/>
                      <a:pt x="6849" y="557521"/>
                      <a:pt x="2484" y="548028"/>
                    </a:cubicBezTo>
                    <a:lnTo>
                      <a:pt x="0" y="54802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7" name="Oval 200"/>
              <p:cNvSpPr/>
              <p:nvPr/>
            </p:nvSpPr>
            <p:spPr>
              <a:xfrm rot="16200000">
                <a:off x="4969190" y="1206503"/>
                <a:ext cx="186704" cy="516907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16905">
                    <a:moveTo>
                      <a:pt x="186704" y="0"/>
                    </a:moveTo>
                    <a:lnTo>
                      <a:pt x="186704" y="502964"/>
                    </a:lnTo>
                    <a:cubicBezTo>
                      <a:pt x="174515" y="511387"/>
                      <a:pt x="138495" y="516905"/>
                      <a:pt x="96035" y="516905"/>
                    </a:cubicBezTo>
                    <a:cubicBezTo>
                      <a:pt x="47179" y="516905"/>
                      <a:pt x="6849" y="509599"/>
                      <a:pt x="2484" y="500106"/>
                    </a:cubicBezTo>
                    <a:lnTo>
                      <a:pt x="0" y="5001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8" name="Oval 200"/>
              <p:cNvSpPr/>
              <p:nvPr/>
            </p:nvSpPr>
            <p:spPr>
              <a:xfrm rot="16200000">
                <a:off x="4942872" y="1232820"/>
                <a:ext cx="186704" cy="46427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64270">
                    <a:moveTo>
                      <a:pt x="186704" y="0"/>
                    </a:moveTo>
                    <a:lnTo>
                      <a:pt x="186704" y="450329"/>
                    </a:lnTo>
                    <a:cubicBezTo>
                      <a:pt x="174515" y="458752"/>
                      <a:pt x="138495" y="464270"/>
                      <a:pt x="96035" y="464270"/>
                    </a:cubicBezTo>
                    <a:cubicBezTo>
                      <a:pt x="47179" y="464270"/>
                      <a:pt x="6849" y="456964"/>
                      <a:pt x="2484" y="447471"/>
                    </a:cubicBezTo>
                    <a:lnTo>
                      <a:pt x="0" y="4474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9" name="Freeform 91"/>
              <p:cNvSpPr/>
              <p:nvPr/>
            </p:nvSpPr>
            <p:spPr>
              <a:xfrm rot="4845995" flipH="1" flipV="1">
                <a:off x="7160266" y="1038994"/>
                <a:ext cx="263370" cy="974356"/>
              </a:xfrm>
              <a:custGeom>
                <a:avLst/>
                <a:gdLst>
                  <a:gd name="connsiteX0" fmla="*/ 370551 w 1305155"/>
                  <a:gd name="connsiteY0" fmla="*/ 955709 h 1005062"/>
                  <a:gd name="connsiteX1" fmla="*/ 40764 w 1305155"/>
                  <a:gd name="connsiteY1" fmla="*/ 327701 h 1005062"/>
                  <a:gd name="connsiteX2" fmla="*/ 652578 w 1305155"/>
                  <a:gd name="connsiteY2" fmla="*/ 0 h 1005062"/>
                  <a:gd name="connsiteX3" fmla="*/ 370551 w 1305155"/>
                  <a:gd name="connsiteY3" fmla="*/ 955709 h 1005062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71968 w 729758"/>
                  <a:gd name="connsiteY0" fmla="*/ 946504 h 946504"/>
                  <a:gd name="connsiteX1" fmla="*/ 117341 w 729758"/>
                  <a:gd name="connsiteY1" fmla="*/ 459721 h 946504"/>
                  <a:gd name="connsiteX2" fmla="*/ 729758 w 729758"/>
                  <a:gd name="connsiteY2" fmla="*/ 0 h 946504"/>
                  <a:gd name="connsiteX3" fmla="*/ 471968 w 729758"/>
                  <a:gd name="connsiteY3" fmla="*/ 946504 h 946504"/>
                  <a:gd name="connsiteX0" fmla="*/ 471968 w 729758"/>
                  <a:gd name="connsiteY0" fmla="*/ 946504 h 974354"/>
                  <a:gd name="connsiteX1" fmla="*/ 117341 w 729758"/>
                  <a:gd name="connsiteY1" fmla="*/ 459721 h 974354"/>
                  <a:gd name="connsiteX2" fmla="*/ 729758 w 729758"/>
                  <a:gd name="connsiteY2" fmla="*/ 0 h 974354"/>
                  <a:gd name="connsiteX3" fmla="*/ 471968 w 729758"/>
                  <a:gd name="connsiteY3" fmla="*/ 946504 h 974354"/>
                  <a:gd name="connsiteX0" fmla="*/ 390247 w 648037"/>
                  <a:gd name="connsiteY0" fmla="*/ 946504 h 974354"/>
                  <a:gd name="connsiteX1" fmla="*/ 117341 w 648037"/>
                  <a:gd name="connsiteY1" fmla="*/ 534454 h 974354"/>
                  <a:gd name="connsiteX2" fmla="*/ 648037 w 648037"/>
                  <a:gd name="connsiteY2" fmla="*/ 0 h 974354"/>
                  <a:gd name="connsiteX3" fmla="*/ 390247 w 648037"/>
                  <a:gd name="connsiteY3" fmla="*/ 946504 h 974354"/>
                  <a:gd name="connsiteX0" fmla="*/ 434531 w 692321"/>
                  <a:gd name="connsiteY0" fmla="*/ 946504 h 974354"/>
                  <a:gd name="connsiteX1" fmla="*/ 117341 w 692321"/>
                  <a:gd name="connsiteY1" fmla="*/ 546595 h 974354"/>
                  <a:gd name="connsiteX2" fmla="*/ 692321 w 692321"/>
                  <a:gd name="connsiteY2" fmla="*/ 0 h 974354"/>
                  <a:gd name="connsiteX3" fmla="*/ 434531 w 692321"/>
                  <a:gd name="connsiteY3" fmla="*/ 946504 h 974354"/>
                  <a:gd name="connsiteX0" fmla="*/ 454104 w 711894"/>
                  <a:gd name="connsiteY0" fmla="*/ 946504 h 974354"/>
                  <a:gd name="connsiteX1" fmla="*/ 136914 w 711894"/>
                  <a:gd name="connsiteY1" fmla="*/ 546595 h 974354"/>
                  <a:gd name="connsiteX2" fmla="*/ 711894 w 711894"/>
                  <a:gd name="connsiteY2" fmla="*/ 0 h 974354"/>
                  <a:gd name="connsiteX3" fmla="*/ 454104 w 711894"/>
                  <a:gd name="connsiteY3" fmla="*/ 946504 h 974354"/>
                  <a:gd name="connsiteX0" fmla="*/ 394910 w 652700"/>
                  <a:gd name="connsiteY0" fmla="*/ 946504 h 974354"/>
                  <a:gd name="connsiteX1" fmla="*/ 77720 w 652700"/>
                  <a:gd name="connsiteY1" fmla="*/ 546595 h 974354"/>
                  <a:gd name="connsiteX2" fmla="*/ 652700 w 652700"/>
                  <a:gd name="connsiteY2" fmla="*/ 0 h 974354"/>
                  <a:gd name="connsiteX3" fmla="*/ 394910 w 652700"/>
                  <a:gd name="connsiteY3" fmla="*/ 946504 h 974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2700" h="974354">
                    <a:moveTo>
                      <a:pt x="394910" y="946504"/>
                    </a:moveTo>
                    <a:cubicBezTo>
                      <a:pt x="7542" y="974354"/>
                      <a:pt x="0" y="751821"/>
                      <a:pt x="77720" y="546595"/>
                    </a:cubicBezTo>
                    <a:cubicBezTo>
                      <a:pt x="172643" y="349610"/>
                      <a:pt x="258084" y="152027"/>
                      <a:pt x="652700" y="0"/>
                    </a:cubicBezTo>
                    <a:lnTo>
                      <a:pt x="394910" y="94650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120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10" name="Oval 200"/>
              <p:cNvSpPr/>
              <p:nvPr/>
            </p:nvSpPr>
            <p:spPr>
              <a:xfrm rot="16200000">
                <a:off x="4917415" y="1254802"/>
                <a:ext cx="186704" cy="42031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20311">
                    <a:moveTo>
                      <a:pt x="186704" y="0"/>
                    </a:moveTo>
                    <a:lnTo>
                      <a:pt x="186704" y="406370"/>
                    </a:lnTo>
                    <a:cubicBezTo>
                      <a:pt x="174515" y="414793"/>
                      <a:pt x="138495" y="420311"/>
                      <a:pt x="96035" y="420311"/>
                    </a:cubicBezTo>
                    <a:cubicBezTo>
                      <a:pt x="47179" y="420311"/>
                      <a:pt x="6849" y="413005"/>
                      <a:pt x="2484" y="403512"/>
                    </a:cubicBezTo>
                    <a:lnTo>
                      <a:pt x="0" y="40351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11" name="Oval 200"/>
              <p:cNvSpPr/>
              <p:nvPr/>
            </p:nvSpPr>
            <p:spPr>
              <a:xfrm rot="16200000">
                <a:off x="4887698" y="1281119"/>
                <a:ext cx="186704" cy="367677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67676">
                    <a:moveTo>
                      <a:pt x="186704" y="0"/>
                    </a:moveTo>
                    <a:lnTo>
                      <a:pt x="186704" y="353735"/>
                    </a:lnTo>
                    <a:cubicBezTo>
                      <a:pt x="174515" y="362158"/>
                      <a:pt x="138495" y="367676"/>
                      <a:pt x="96035" y="367676"/>
                    </a:cubicBezTo>
                    <a:cubicBezTo>
                      <a:pt x="47179" y="367676"/>
                      <a:pt x="6849" y="360370"/>
                      <a:pt x="2484" y="350877"/>
                    </a:cubicBezTo>
                    <a:lnTo>
                      <a:pt x="0" y="35087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12" name="Oval 200"/>
              <p:cNvSpPr/>
              <p:nvPr/>
            </p:nvSpPr>
            <p:spPr>
              <a:xfrm rot="16200000">
                <a:off x="4859908" y="1302108"/>
                <a:ext cx="186704" cy="325695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25694">
                    <a:moveTo>
                      <a:pt x="186704" y="0"/>
                    </a:moveTo>
                    <a:lnTo>
                      <a:pt x="186704" y="311753"/>
                    </a:lnTo>
                    <a:cubicBezTo>
                      <a:pt x="174515" y="320176"/>
                      <a:pt x="138495" y="325694"/>
                      <a:pt x="96035" y="325694"/>
                    </a:cubicBezTo>
                    <a:cubicBezTo>
                      <a:pt x="47179" y="325694"/>
                      <a:pt x="6849" y="318388"/>
                      <a:pt x="2484" y="308895"/>
                    </a:cubicBezTo>
                    <a:lnTo>
                      <a:pt x="0" y="30889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13" name="Oval 200"/>
              <p:cNvSpPr/>
              <p:nvPr/>
            </p:nvSpPr>
            <p:spPr>
              <a:xfrm rot="16200000">
                <a:off x="4830191" y="1328428"/>
                <a:ext cx="186704" cy="273060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273059">
                    <a:moveTo>
                      <a:pt x="186704" y="0"/>
                    </a:moveTo>
                    <a:lnTo>
                      <a:pt x="186704" y="259118"/>
                    </a:lnTo>
                    <a:cubicBezTo>
                      <a:pt x="174515" y="267541"/>
                      <a:pt x="138495" y="273059"/>
                      <a:pt x="96035" y="273059"/>
                    </a:cubicBezTo>
                    <a:cubicBezTo>
                      <a:pt x="47179" y="273059"/>
                      <a:pt x="6849" y="265753"/>
                      <a:pt x="2484" y="256260"/>
                    </a:cubicBezTo>
                    <a:lnTo>
                      <a:pt x="0" y="25626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14" name="Oval 96"/>
              <p:cNvSpPr/>
              <p:nvPr/>
            </p:nvSpPr>
            <p:spPr>
              <a:xfrm rot="16143413">
                <a:off x="4693805" y="1424727"/>
                <a:ext cx="182881" cy="7789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15" name="Flowchart: Delay 98"/>
              <p:cNvSpPr/>
              <p:nvPr/>
            </p:nvSpPr>
            <p:spPr>
              <a:xfrm flipH="1">
                <a:off x="4165912" y="1441302"/>
                <a:ext cx="617586" cy="45719"/>
              </a:xfrm>
              <a:prstGeom prst="flowChartDelay">
                <a:avLst/>
              </a:pr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</p:grpSp>
      <p:grpSp>
        <p:nvGrpSpPr>
          <p:cNvPr id="127" name="Group 128"/>
          <p:cNvGrpSpPr/>
          <p:nvPr/>
        </p:nvGrpSpPr>
        <p:grpSpPr>
          <a:xfrm>
            <a:off x="8663311" y="1874864"/>
            <a:ext cx="1826164" cy="2577690"/>
            <a:chOff x="5441850" y="1679104"/>
            <a:chExt cx="1627093" cy="2296693"/>
          </a:xfrm>
        </p:grpSpPr>
        <p:grpSp>
          <p:nvGrpSpPr>
            <p:cNvPr id="176" name="Group 111"/>
            <p:cNvGrpSpPr/>
            <p:nvPr/>
          </p:nvGrpSpPr>
          <p:grpSpPr>
            <a:xfrm>
              <a:off x="5523534" y="3637279"/>
              <a:ext cx="1545409" cy="338518"/>
              <a:chOff x="5523534" y="3637279"/>
              <a:chExt cx="1545409" cy="338518"/>
            </a:xfrm>
          </p:grpSpPr>
          <p:sp>
            <p:nvSpPr>
              <p:cNvPr id="196" name="Oval 4"/>
              <p:cNvSpPr/>
              <p:nvPr/>
            </p:nvSpPr>
            <p:spPr>
              <a:xfrm>
                <a:off x="5523534" y="3637279"/>
                <a:ext cx="1545409" cy="33851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innerShdw blurRad="38100" dist="25400" dir="16200000">
                  <a:schemeClr val="tx1">
                    <a:lumMod val="65000"/>
                    <a:lumOff val="35000"/>
                    <a:alpha val="4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97" name="Oval 5"/>
              <p:cNvSpPr/>
              <p:nvPr/>
            </p:nvSpPr>
            <p:spPr>
              <a:xfrm>
                <a:off x="5705344" y="3665292"/>
                <a:ext cx="1181789" cy="22464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dir="2700000" sx="101000" sy="101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98" name="Oval 7"/>
              <p:cNvSpPr/>
              <p:nvPr/>
            </p:nvSpPr>
            <p:spPr>
              <a:xfrm>
                <a:off x="6173704" y="3743082"/>
                <a:ext cx="203194" cy="6043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innerShdw blurRad="38100" dist="12700" dir="162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77" name="Group 8"/>
            <p:cNvGrpSpPr/>
            <p:nvPr/>
          </p:nvGrpSpPr>
          <p:grpSpPr>
            <a:xfrm rot="15115813">
              <a:off x="4840500" y="2280454"/>
              <a:ext cx="2149141" cy="946442"/>
              <a:chOff x="4165912" y="838207"/>
              <a:chExt cx="3829946" cy="1193278"/>
            </a:xfrm>
            <a:effectLst>
              <a:outerShdw blurRad="203200" dir="13500000" sy="23000" kx="1200000" algn="br" rotWithShape="0">
                <a:prstClr val="black">
                  <a:alpha val="15000"/>
                </a:prstClr>
              </a:outerShdw>
            </a:effectLst>
          </p:grpSpPr>
          <p:grpSp>
            <p:nvGrpSpPr>
              <p:cNvPr id="178" name="Group 55"/>
              <p:cNvGrpSpPr/>
              <p:nvPr/>
            </p:nvGrpSpPr>
            <p:grpSpPr>
              <a:xfrm>
                <a:off x="6871773" y="838207"/>
                <a:ext cx="1124085" cy="1193278"/>
                <a:chOff x="6128956" y="3728665"/>
                <a:chExt cx="1124083" cy="1193272"/>
              </a:xfrm>
            </p:grpSpPr>
            <p:sp>
              <p:nvSpPr>
                <p:cNvPr id="193" name="Freeform 25"/>
                <p:cNvSpPr/>
                <p:nvPr/>
              </p:nvSpPr>
              <p:spPr>
                <a:xfrm rot="17290628" flipH="1">
                  <a:off x="6388033" y="3610863"/>
                  <a:ext cx="605930" cy="1124083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1124083"/>
                    <a:gd name="connsiteX1" fmla="*/ 117341 w 729758"/>
                    <a:gd name="connsiteY1" fmla="*/ 459721 h 1124083"/>
                    <a:gd name="connsiteX2" fmla="*/ 729758 w 729758"/>
                    <a:gd name="connsiteY2" fmla="*/ 0 h 1124083"/>
                    <a:gd name="connsiteX3" fmla="*/ 447731 w 729758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5929" h="1124083">
                      <a:moveTo>
                        <a:pt x="323902" y="955709"/>
                      </a:moveTo>
                      <a:cubicBezTo>
                        <a:pt x="0" y="1124083"/>
                        <a:pt x="160378" y="697328"/>
                        <a:pt x="277719" y="453818"/>
                      </a:cubicBezTo>
                      <a:cubicBezTo>
                        <a:pt x="523269" y="100323"/>
                        <a:pt x="259809" y="531824"/>
                        <a:pt x="605929" y="0"/>
                      </a:cubicBezTo>
                      <a:lnTo>
                        <a:pt x="323902" y="95570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94" name="Freeform 26"/>
                <p:cNvSpPr/>
                <p:nvPr/>
              </p:nvSpPr>
              <p:spPr>
                <a:xfrm rot="17290628" flipH="1">
                  <a:off x="6257513" y="3615689"/>
                  <a:ext cx="729758" cy="955709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758" h="955709">
                      <a:moveTo>
                        <a:pt x="447731" y="955709"/>
                      </a:moveTo>
                      <a:cubicBezTo>
                        <a:pt x="143568" y="843459"/>
                        <a:pt x="0" y="703231"/>
                        <a:pt x="117341" y="459721"/>
                      </a:cubicBezTo>
                      <a:cubicBezTo>
                        <a:pt x="212264" y="262736"/>
                        <a:pt x="335142" y="152027"/>
                        <a:pt x="729758" y="0"/>
                      </a:cubicBezTo>
                      <a:lnTo>
                        <a:pt x="447731" y="955709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</a:gsLst>
                  <a:lin ang="120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95" name="Freeform 27"/>
                <p:cNvSpPr/>
                <p:nvPr/>
              </p:nvSpPr>
              <p:spPr>
                <a:xfrm rot="4309372" flipH="1" flipV="1">
                  <a:off x="6311393" y="4108410"/>
                  <a:ext cx="652700" cy="974354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71968 w 729758"/>
                    <a:gd name="connsiteY0" fmla="*/ 946504 h 946504"/>
                    <a:gd name="connsiteX1" fmla="*/ 117341 w 729758"/>
                    <a:gd name="connsiteY1" fmla="*/ 459721 h 946504"/>
                    <a:gd name="connsiteX2" fmla="*/ 729758 w 729758"/>
                    <a:gd name="connsiteY2" fmla="*/ 0 h 946504"/>
                    <a:gd name="connsiteX3" fmla="*/ 471968 w 729758"/>
                    <a:gd name="connsiteY3" fmla="*/ 946504 h 946504"/>
                    <a:gd name="connsiteX0" fmla="*/ 471968 w 729758"/>
                    <a:gd name="connsiteY0" fmla="*/ 946504 h 974354"/>
                    <a:gd name="connsiteX1" fmla="*/ 117341 w 729758"/>
                    <a:gd name="connsiteY1" fmla="*/ 459721 h 974354"/>
                    <a:gd name="connsiteX2" fmla="*/ 729758 w 729758"/>
                    <a:gd name="connsiteY2" fmla="*/ 0 h 974354"/>
                    <a:gd name="connsiteX3" fmla="*/ 471968 w 729758"/>
                    <a:gd name="connsiteY3" fmla="*/ 946504 h 974354"/>
                    <a:gd name="connsiteX0" fmla="*/ 390247 w 648037"/>
                    <a:gd name="connsiteY0" fmla="*/ 946504 h 974354"/>
                    <a:gd name="connsiteX1" fmla="*/ 117341 w 648037"/>
                    <a:gd name="connsiteY1" fmla="*/ 534454 h 974354"/>
                    <a:gd name="connsiteX2" fmla="*/ 648037 w 648037"/>
                    <a:gd name="connsiteY2" fmla="*/ 0 h 974354"/>
                    <a:gd name="connsiteX3" fmla="*/ 390247 w 648037"/>
                    <a:gd name="connsiteY3" fmla="*/ 946504 h 974354"/>
                    <a:gd name="connsiteX0" fmla="*/ 434531 w 692321"/>
                    <a:gd name="connsiteY0" fmla="*/ 946504 h 974354"/>
                    <a:gd name="connsiteX1" fmla="*/ 117341 w 692321"/>
                    <a:gd name="connsiteY1" fmla="*/ 546595 h 974354"/>
                    <a:gd name="connsiteX2" fmla="*/ 692321 w 692321"/>
                    <a:gd name="connsiteY2" fmla="*/ 0 h 974354"/>
                    <a:gd name="connsiteX3" fmla="*/ 434531 w 692321"/>
                    <a:gd name="connsiteY3" fmla="*/ 946504 h 974354"/>
                    <a:gd name="connsiteX0" fmla="*/ 454104 w 711894"/>
                    <a:gd name="connsiteY0" fmla="*/ 946504 h 974354"/>
                    <a:gd name="connsiteX1" fmla="*/ 136914 w 711894"/>
                    <a:gd name="connsiteY1" fmla="*/ 546595 h 974354"/>
                    <a:gd name="connsiteX2" fmla="*/ 711894 w 711894"/>
                    <a:gd name="connsiteY2" fmla="*/ 0 h 974354"/>
                    <a:gd name="connsiteX3" fmla="*/ 454104 w 711894"/>
                    <a:gd name="connsiteY3" fmla="*/ 946504 h 974354"/>
                    <a:gd name="connsiteX0" fmla="*/ 394910 w 652700"/>
                    <a:gd name="connsiteY0" fmla="*/ 946504 h 974354"/>
                    <a:gd name="connsiteX1" fmla="*/ 77720 w 652700"/>
                    <a:gd name="connsiteY1" fmla="*/ 546595 h 974354"/>
                    <a:gd name="connsiteX2" fmla="*/ 652700 w 652700"/>
                    <a:gd name="connsiteY2" fmla="*/ 0 h 974354"/>
                    <a:gd name="connsiteX3" fmla="*/ 394910 w 652700"/>
                    <a:gd name="connsiteY3" fmla="*/ 946504 h 974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2700" h="974354">
                      <a:moveTo>
                        <a:pt x="394910" y="946504"/>
                      </a:moveTo>
                      <a:cubicBezTo>
                        <a:pt x="7542" y="974354"/>
                        <a:pt x="0" y="751821"/>
                        <a:pt x="77720" y="546595"/>
                      </a:cubicBezTo>
                      <a:cubicBezTo>
                        <a:pt x="172643" y="349610"/>
                        <a:pt x="258084" y="152027"/>
                        <a:pt x="652700" y="0"/>
                      </a:cubicBezTo>
                      <a:lnTo>
                        <a:pt x="394910" y="946504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</a:gsLst>
                  <a:lin ang="120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</p:grpSp>
          <p:sp>
            <p:nvSpPr>
              <p:cNvPr id="179" name="Oval 200"/>
              <p:cNvSpPr/>
              <p:nvPr/>
            </p:nvSpPr>
            <p:spPr>
              <a:xfrm rot="16200000">
                <a:off x="6249442" y="-59490"/>
                <a:ext cx="193778" cy="3045651"/>
              </a:xfrm>
              <a:custGeom>
                <a:avLst/>
                <a:gdLst/>
                <a:ahLst/>
                <a:cxnLst/>
                <a:rect l="l" t="t" r="r" b="b"/>
                <a:pathLst>
                  <a:path w="168942" h="3045645">
                    <a:moveTo>
                      <a:pt x="168942" y="2961196"/>
                    </a:moveTo>
                    <a:cubicBezTo>
                      <a:pt x="168942" y="3007836"/>
                      <a:pt x="131133" y="3045645"/>
                      <a:pt x="84493" y="3045645"/>
                    </a:cubicBezTo>
                    <a:cubicBezTo>
                      <a:pt x="41509" y="3045645"/>
                      <a:pt x="6026" y="3013531"/>
                      <a:pt x="2185" y="2971801"/>
                    </a:cubicBezTo>
                    <a:lnTo>
                      <a:pt x="0" y="2971801"/>
                    </a:lnTo>
                    <a:lnTo>
                      <a:pt x="0" y="0"/>
                    </a:lnTo>
                    <a:lnTo>
                      <a:pt x="166584" y="0"/>
                    </a:lnTo>
                    <a:lnTo>
                      <a:pt x="166584" y="2949519"/>
                    </a:lnTo>
                    <a:cubicBezTo>
                      <a:pt x="168658" y="2953189"/>
                      <a:pt x="168942" y="2957159"/>
                      <a:pt x="168942" y="2961196"/>
                    </a:cubicBezTo>
                    <a:close/>
                  </a:path>
                </a:pathLst>
              </a:custGeom>
              <a:gradFill>
                <a:gsLst>
                  <a:gs pos="51000">
                    <a:schemeClr val="bg1">
                      <a:lumMod val="85000"/>
                    </a:schemeClr>
                  </a:gs>
                  <a:gs pos="49000">
                    <a:schemeClr val="bg1">
                      <a:lumMod val="65000"/>
                    </a:schemeClr>
                  </a:gs>
                </a:gsLst>
                <a:lin ang="1074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0" name="Oval 200"/>
              <p:cNvSpPr/>
              <p:nvPr/>
            </p:nvSpPr>
            <p:spPr>
              <a:xfrm rot="16200000">
                <a:off x="5086244" y="1118521"/>
                <a:ext cx="186704" cy="692871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92870">
                    <a:moveTo>
                      <a:pt x="186704" y="0"/>
                    </a:moveTo>
                    <a:lnTo>
                      <a:pt x="186704" y="678929"/>
                    </a:lnTo>
                    <a:cubicBezTo>
                      <a:pt x="174515" y="687352"/>
                      <a:pt x="138495" y="692870"/>
                      <a:pt x="96035" y="692870"/>
                    </a:cubicBezTo>
                    <a:cubicBezTo>
                      <a:pt x="47179" y="692870"/>
                      <a:pt x="6849" y="685564"/>
                      <a:pt x="2484" y="676071"/>
                    </a:cubicBezTo>
                    <a:lnTo>
                      <a:pt x="0" y="6760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1" name="Oval 200"/>
              <p:cNvSpPr/>
              <p:nvPr/>
            </p:nvSpPr>
            <p:spPr>
              <a:xfrm rot="16200000">
                <a:off x="5045391" y="1130303"/>
                <a:ext cx="186704" cy="669306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69305">
                    <a:moveTo>
                      <a:pt x="186704" y="0"/>
                    </a:moveTo>
                    <a:lnTo>
                      <a:pt x="186704" y="655364"/>
                    </a:lnTo>
                    <a:cubicBezTo>
                      <a:pt x="174515" y="663787"/>
                      <a:pt x="138495" y="669305"/>
                      <a:pt x="96035" y="669305"/>
                    </a:cubicBezTo>
                    <a:cubicBezTo>
                      <a:pt x="47179" y="669305"/>
                      <a:pt x="6849" y="661999"/>
                      <a:pt x="2484" y="652506"/>
                    </a:cubicBezTo>
                    <a:lnTo>
                      <a:pt x="0" y="6525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2" name="Oval 200"/>
              <p:cNvSpPr/>
              <p:nvPr/>
            </p:nvSpPr>
            <p:spPr>
              <a:xfrm rot="16200000">
                <a:off x="5019469" y="1156225"/>
                <a:ext cx="186704" cy="617463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17462">
                    <a:moveTo>
                      <a:pt x="186704" y="0"/>
                    </a:moveTo>
                    <a:lnTo>
                      <a:pt x="186704" y="603521"/>
                    </a:lnTo>
                    <a:cubicBezTo>
                      <a:pt x="174515" y="611944"/>
                      <a:pt x="138495" y="617462"/>
                      <a:pt x="96035" y="617462"/>
                    </a:cubicBezTo>
                    <a:cubicBezTo>
                      <a:pt x="47179" y="617462"/>
                      <a:pt x="6849" y="610156"/>
                      <a:pt x="2484" y="600663"/>
                    </a:cubicBezTo>
                    <a:lnTo>
                      <a:pt x="0" y="60066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3" name="Oval 200"/>
              <p:cNvSpPr/>
              <p:nvPr/>
            </p:nvSpPr>
            <p:spPr>
              <a:xfrm rot="16200000">
                <a:off x="4993153" y="1182543"/>
                <a:ext cx="186704" cy="564828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64827">
                    <a:moveTo>
                      <a:pt x="186704" y="0"/>
                    </a:moveTo>
                    <a:lnTo>
                      <a:pt x="186704" y="550886"/>
                    </a:lnTo>
                    <a:cubicBezTo>
                      <a:pt x="174515" y="559309"/>
                      <a:pt x="138495" y="564827"/>
                      <a:pt x="96035" y="564827"/>
                    </a:cubicBezTo>
                    <a:cubicBezTo>
                      <a:pt x="47179" y="564827"/>
                      <a:pt x="6849" y="557521"/>
                      <a:pt x="2484" y="548028"/>
                    </a:cubicBezTo>
                    <a:lnTo>
                      <a:pt x="0" y="54802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4" name="Oval 200"/>
              <p:cNvSpPr/>
              <p:nvPr/>
            </p:nvSpPr>
            <p:spPr>
              <a:xfrm rot="16200000">
                <a:off x="4969190" y="1206503"/>
                <a:ext cx="186704" cy="516907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16905">
                    <a:moveTo>
                      <a:pt x="186704" y="0"/>
                    </a:moveTo>
                    <a:lnTo>
                      <a:pt x="186704" y="502964"/>
                    </a:lnTo>
                    <a:cubicBezTo>
                      <a:pt x="174515" y="511387"/>
                      <a:pt x="138495" y="516905"/>
                      <a:pt x="96035" y="516905"/>
                    </a:cubicBezTo>
                    <a:cubicBezTo>
                      <a:pt x="47179" y="516905"/>
                      <a:pt x="6849" y="509599"/>
                      <a:pt x="2484" y="500106"/>
                    </a:cubicBezTo>
                    <a:lnTo>
                      <a:pt x="0" y="5001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5" name="Oval 200"/>
              <p:cNvSpPr/>
              <p:nvPr/>
            </p:nvSpPr>
            <p:spPr>
              <a:xfrm rot="16200000">
                <a:off x="4942872" y="1232820"/>
                <a:ext cx="186704" cy="46427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64270">
                    <a:moveTo>
                      <a:pt x="186704" y="0"/>
                    </a:moveTo>
                    <a:lnTo>
                      <a:pt x="186704" y="450329"/>
                    </a:lnTo>
                    <a:cubicBezTo>
                      <a:pt x="174515" y="458752"/>
                      <a:pt x="138495" y="464270"/>
                      <a:pt x="96035" y="464270"/>
                    </a:cubicBezTo>
                    <a:cubicBezTo>
                      <a:pt x="47179" y="464270"/>
                      <a:pt x="6849" y="456964"/>
                      <a:pt x="2484" y="447471"/>
                    </a:cubicBezTo>
                    <a:lnTo>
                      <a:pt x="0" y="4474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6" name="Freeform 17"/>
              <p:cNvSpPr/>
              <p:nvPr/>
            </p:nvSpPr>
            <p:spPr>
              <a:xfrm rot="4845995" flipH="1" flipV="1">
                <a:off x="7162170" y="1047157"/>
                <a:ext cx="246635" cy="952734"/>
              </a:xfrm>
              <a:custGeom>
                <a:avLst/>
                <a:gdLst>
                  <a:gd name="connsiteX0" fmla="*/ 370551 w 1305155"/>
                  <a:gd name="connsiteY0" fmla="*/ 955709 h 1005062"/>
                  <a:gd name="connsiteX1" fmla="*/ 40764 w 1305155"/>
                  <a:gd name="connsiteY1" fmla="*/ 327701 h 1005062"/>
                  <a:gd name="connsiteX2" fmla="*/ 652578 w 1305155"/>
                  <a:gd name="connsiteY2" fmla="*/ 0 h 1005062"/>
                  <a:gd name="connsiteX3" fmla="*/ 370551 w 1305155"/>
                  <a:gd name="connsiteY3" fmla="*/ 955709 h 1005062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71968 w 729758"/>
                  <a:gd name="connsiteY0" fmla="*/ 946504 h 946504"/>
                  <a:gd name="connsiteX1" fmla="*/ 117341 w 729758"/>
                  <a:gd name="connsiteY1" fmla="*/ 459721 h 946504"/>
                  <a:gd name="connsiteX2" fmla="*/ 729758 w 729758"/>
                  <a:gd name="connsiteY2" fmla="*/ 0 h 946504"/>
                  <a:gd name="connsiteX3" fmla="*/ 471968 w 729758"/>
                  <a:gd name="connsiteY3" fmla="*/ 946504 h 946504"/>
                  <a:gd name="connsiteX0" fmla="*/ 471968 w 729758"/>
                  <a:gd name="connsiteY0" fmla="*/ 946504 h 974354"/>
                  <a:gd name="connsiteX1" fmla="*/ 117341 w 729758"/>
                  <a:gd name="connsiteY1" fmla="*/ 459721 h 974354"/>
                  <a:gd name="connsiteX2" fmla="*/ 729758 w 729758"/>
                  <a:gd name="connsiteY2" fmla="*/ 0 h 974354"/>
                  <a:gd name="connsiteX3" fmla="*/ 471968 w 729758"/>
                  <a:gd name="connsiteY3" fmla="*/ 946504 h 974354"/>
                  <a:gd name="connsiteX0" fmla="*/ 390247 w 648037"/>
                  <a:gd name="connsiteY0" fmla="*/ 946504 h 974354"/>
                  <a:gd name="connsiteX1" fmla="*/ 117341 w 648037"/>
                  <a:gd name="connsiteY1" fmla="*/ 534454 h 974354"/>
                  <a:gd name="connsiteX2" fmla="*/ 648037 w 648037"/>
                  <a:gd name="connsiteY2" fmla="*/ 0 h 974354"/>
                  <a:gd name="connsiteX3" fmla="*/ 390247 w 648037"/>
                  <a:gd name="connsiteY3" fmla="*/ 946504 h 974354"/>
                  <a:gd name="connsiteX0" fmla="*/ 434531 w 692321"/>
                  <a:gd name="connsiteY0" fmla="*/ 946504 h 974354"/>
                  <a:gd name="connsiteX1" fmla="*/ 117341 w 692321"/>
                  <a:gd name="connsiteY1" fmla="*/ 546595 h 974354"/>
                  <a:gd name="connsiteX2" fmla="*/ 692321 w 692321"/>
                  <a:gd name="connsiteY2" fmla="*/ 0 h 974354"/>
                  <a:gd name="connsiteX3" fmla="*/ 434531 w 692321"/>
                  <a:gd name="connsiteY3" fmla="*/ 946504 h 974354"/>
                  <a:gd name="connsiteX0" fmla="*/ 454104 w 711894"/>
                  <a:gd name="connsiteY0" fmla="*/ 946504 h 974354"/>
                  <a:gd name="connsiteX1" fmla="*/ 136914 w 711894"/>
                  <a:gd name="connsiteY1" fmla="*/ 546595 h 974354"/>
                  <a:gd name="connsiteX2" fmla="*/ 711894 w 711894"/>
                  <a:gd name="connsiteY2" fmla="*/ 0 h 974354"/>
                  <a:gd name="connsiteX3" fmla="*/ 454104 w 711894"/>
                  <a:gd name="connsiteY3" fmla="*/ 946504 h 974354"/>
                  <a:gd name="connsiteX0" fmla="*/ 394910 w 652700"/>
                  <a:gd name="connsiteY0" fmla="*/ 946504 h 974354"/>
                  <a:gd name="connsiteX1" fmla="*/ 77720 w 652700"/>
                  <a:gd name="connsiteY1" fmla="*/ 546595 h 974354"/>
                  <a:gd name="connsiteX2" fmla="*/ 652700 w 652700"/>
                  <a:gd name="connsiteY2" fmla="*/ 0 h 974354"/>
                  <a:gd name="connsiteX3" fmla="*/ 394910 w 652700"/>
                  <a:gd name="connsiteY3" fmla="*/ 946504 h 974354"/>
                  <a:gd name="connsiteX0" fmla="*/ 356165 w 613955"/>
                  <a:gd name="connsiteY0" fmla="*/ 946504 h 948876"/>
                  <a:gd name="connsiteX1" fmla="*/ 38975 w 613955"/>
                  <a:gd name="connsiteY1" fmla="*/ 546595 h 948876"/>
                  <a:gd name="connsiteX2" fmla="*/ 613955 w 613955"/>
                  <a:gd name="connsiteY2" fmla="*/ 0 h 948876"/>
                  <a:gd name="connsiteX3" fmla="*/ 356165 w 613955"/>
                  <a:gd name="connsiteY3" fmla="*/ 946504 h 948876"/>
                  <a:gd name="connsiteX0" fmla="*/ 366662 w 611227"/>
                  <a:gd name="connsiteY0" fmla="*/ 950398 h 952732"/>
                  <a:gd name="connsiteX1" fmla="*/ 36247 w 611227"/>
                  <a:gd name="connsiteY1" fmla="*/ 546595 h 952732"/>
                  <a:gd name="connsiteX2" fmla="*/ 611227 w 611227"/>
                  <a:gd name="connsiteY2" fmla="*/ 0 h 952732"/>
                  <a:gd name="connsiteX3" fmla="*/ 366662 w 611227"/>
                  <a:gd name="connsiteY3" fmla="*/ 950398 h 95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1227" h="952732">
                    <a:moveTo>
                      <a:pt x="366662" y="950398"/>
                    </a:moveTo>
                    <a:cubicBezTo>
                      <a:pt x="-20706" y="978248"/>
                      <a:pt x="-41473" y="751821"/>
                      <a:pt x="36247" y="546595"/>
                    </a:cubicBezTo>
                    <a:cubicBezTo>
                      <a:pt x="131170" y="349610"/>
                      <a:pt x="216611" y="152027"/>
                      <a:pt x="611227" y="0"/>
                    </a:cubicBezTo>
                    <a:lnTo>
                      <a:pt x="366662" y="950398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120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7" name="Oval 200"/>
              <p:cNvSpPr/>
              <p:nvPr/>
            </p:nvSpPr>
            <p:spPr>
              <a:xfrm rot="16200000">
                <a:off x="4917415" y="1254802"/>
                <a:ext cx="186704" cy="42031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20311">
                    <a:moveTo>
                      <a:pt x="186704" y="0"/>
                    </a:moveTo>
                    <a:lnTo>
                      <a:pt x="186704" y="406370"/>
                    </a:lnTo>
                    <a:cubicBezTo>
                      <a:pt x="174515" y="414793"/>
                      <a:pt x="138495" y="420311"/>
                      <a:pt x="96035" y="420311"/>
                    </a:cubicBezTo>
                    <a:cubicBezTo>
                      <a:pt x="47179" y="420311"/>
                      <a:pt x="6849" y="413005"/>
                      <a:pt x="2484" y="403512"/>
                    </a:cubicBezTo>
                    <a:lnTo>
                      <a:pt x="0" y="40351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8" name="Oval 200"/>
              <p:cNvSpPr/>
              <p:nvPr/>
            </p:nvSpPr>
            <p:spPr>
              <a:xfrm rot="16200000">
                <a:off x="4887698" y="1281119"/>
                <a:ext cx="186704" cy="367677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67676">
                    <a:moveTo>
                      <a:pt x="186704" y="0"/>
                    </a:moveTo>
                    <a:lnTo>
                      <a:pt x="186704" y="353735"/>
                    </a:lnTo>
                    <a:cubicBezTo>
                      <a:pt x="174515" y="362158"/>
                      <a:pt x="138495" y="367676"/>
                      <a:pt x="96035" y="367676"/>
                    </a:cubicBezTo>
                    <a:cubicBezTo>
                      <a:pt x="47179" y="367676"/>
                      <a:pt x="6849" y="360370"/>
                      <a:pt x="2484" y="350877"/>
                    </a:cubicBezTo>
                    <a:lnTo>
                      <a:pt x="0" y="35087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89" name="Oval 200"/>
              <p:cNvSpPr/>
              <p:nvPr/>
            </p:nvSpPr>
            <p:spPr>
              <a:xfrm rot="16200000">
                <a:off x="4859908" y="1302108"/>
                <a:ext cx="186704" cy="325695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25694">
                    <a:moveTo>
                      <a:pt x="186704" y="0"/>
                    </a:moveTo>
                    <a:lnTo>
                      <a:pt x="186704" y="311753"/>
                    </a:lnTo>
                    <a:cubicBezTo>
                      <a:pt x="174515" y="320176"/>
                      <a:pt x="138495" y="325694"/>
                      <a:pt x="96035" y="325694"/>
                    </a:cubicBezTo>
                    <a:cubicBezTo>
                      <a:pt x="47179" y="325694"/>
                      <a:pt x="6849" y="318388"/>
                      <a:pt x="2484" y="308895"/>
                    </a:cubicBezTo>
                    <a:lnTo>
                      <a:pt x="0" y="30889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90" name="Oval 200"/>
              <p:cNvSpPr/>
              <p:nvPr/>
            </p:nvSpPr>
            <p:spPr>
              <a:xfrm rot="16200000">
                <a:off x="4830191" y="1328428"/>
                <a:ext cx="186704" cy="273060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273059">
                    <a:moveTo>
                      <a:pt x="186704" y="0"/>
                    </a:moveTo>
                    <a:lnTo>
                      <a:pt x="186704" y="259118"/>
                    </a:lnTo>
                    <a:cubicBezTo>
                      <a:pt x="174515" y="267541"/>
                      <a:pt x="138495" y="273059"/>
                      <a:pt x="96035" y="273059"/>
                    </a:cubicBezTo>
                    <a:cubicBezTo>
                      <a:pt x="47179" y="273059"/>
                      <a:pt x="6849" y="265753"/>
                      <a:pt x="2484" y="256260"/>
                    </a:cubicBezTo>
                    <a:lnTo>
                      <a:pt x="0" y="25626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91" name="Oval 22"/>
              <p:cNvSpPr/>
              <p:nvPr/>
            </p:nvSpPr>
            <p:spPr>
              <a:xfrm rot="16143413">
                <a:off x="4693805" y="1424727"/>
                <a:ext cx="182881" cy="7789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92" name="Flowchart: Delay 24"/>
              <p:cNvSpPr/>
              <p:nvPr/>
            </p:nvSpPr>
            <p:spPr>
              <a:xfrm flipH="1">
                <a:off x="4165912" y="1441302"/>
                <a:ext cx="617586" cy="45719"/>
              </a:xfrm>
              <a:prstGeom prst="flowChartDelay">
                <a:avLst/>
              </a:pr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</p:grpSp>
      <p:grpSp>
        <p:nvGrpSpPr>
          <p:cNvPr id="128" name="Group 171"/>
          <p:cNvGrpSpPr/>
          <p:nvPr/>
        </p:nvGrpSpPr>
        <p:grpSpPr>
          <a:xfrm>
            <a:off x="9351339" y="1674830"/>
            <a:ext cx="2210767" cy="3680038"/>
            <a:chOff x="4574075" y="1460408"/>
            <a:chExt cx="2210767" cy="3680038"/>
          </a:xfrm>
        </p:grpSpPr>
        <p:grpSp>
          <p:nvGrpSpPr>
            <p:cNvPr id="153" name="Group 110"/>
            <p:cNvGrpSpPr/>
            <p:nvPr/>
          </p:nvGrpSpPr>
          <p:grpSpPr>
            <a:xfrm>
              <a:off x="4574075" y="4606711"/>
              <a:ext cx="2210767" cy="533735"/>
              <a:chOff x="6306482" y="4256274"/>
              <a:chExt cx="1969770" cy="475552"/>
            </a:xfrm>
          </p:grpSpPr>
          <p:sp>
            <p:nvSpPr>
              <p:cNvPr id="173" name="Oval 53"/>
              <p:cNvSpPr/>
              <p:nvPr/>
            </p:nvSpPr>
            <p:spPr>
              <a:xfrm flipH="1">
                <a:off x="6306482" y="4256274"/>
                <a:ext cx="1969770" cy="47555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innerShdw blurRad="38100" dist="25400" dir="16200000">
                  <a:schemeClr val="tx1">
                    <a:lumMod val="65000"/>
                    <a:lumOff val="35000"/>
                    <a:alpha val="4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74" name="Oval 54"/>
              <p:cNvSpPr/>
              <p:nvPr/>
            </p:nvSpPr>
            <p:spPr>
              <a:xfrm flipH="1">
                <a:off x="6538216" y="4295628"/>
                <a:ext cx="1506302" cy="31557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dir="2700000" sx="101000" sy="101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75" name="Oval 56"/>
              <p:cNvSpPr/>
              <p:nvPr/>
            </p:nvSpPr>
            <p:spPr>
              <a:xfrm flipH="1">
                <a:off x="7188558" y="4404907"/>
                <a:ext cx="258990" cy="849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innerShdw blurRad="38100" dist="25400" dir="162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54" name="Group 57"/>
            <p:cNvGrpSpPr/>
            <p:nvPr/>
          </p:nvGrpSpPr>
          <p:grpSpPr>
            <a:xfrm rot="6048528" flipH="1">
              <a:off x="4365758" y="2477698"/>
              <a:ext cx="3388502" cy="1353922"/>
              <a:chOff x="4165912" y="838207"/>
              <a:chExt cx="3829946" cy="1193278"/>
            </a:xfrm>
            <a:effectLst>
              <a:outerShdw blurRad="203200" dir="13500000" sy="23000" kx="1200000" algn="br" rotWithShape="0">
                <a:prstClr val="black">
                  <a:alpha val="15000"/>
                </a:prstClr>
              </a:outerShdw>
            </a:effectLst>
          </p:grpSpPr>
          <p:grpSp>
            <p:nvGrpSpPr>
              <p:cNvPr id="155" name="Group 55"/>
              <p:cNvGrpSpPr/>
              <p:nvPr/>
            </p:nvGrpSpPr>
            <p:grpSpPr>
              <a:xfrm>
                <a:off x="6871773" y="838207"/>
                <a:ext cx="1124085" cy="1193278"/>
                <a:chOff x="6128956" y="3728665"/>
                <a:chExt cx="1124083" cy="1193272"/>
              </a:xfrm>
            </p:grpSpPr>
            <p:sp>
              <p:nvSpPr>
                <p:cNvPr id="170" name="Freeform 74"/>
                <p:cNvSpPr/>
                <p:nvPr/>
              </p:nvSpPr>
              <p:spPr>
                <a:xfrm rot="17290628" flipH="1">
                  <a:off x="6388033" y="3610863"/>
                  <a:ext cx="605930" cy="1124083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1124083"/>
                    <a:gd name="connsiteX1" fmla="*/ 117341 w 729758"/>
                    <a:gd name="connsiteY1" fmla="*/ 459721 h 1124083"/>
                    <a:gd name="connsiteX2" fmla="*/ 729758 w 729758"/>
                    <a:gd name="connsiteY2" fmla="*/ 0 h 1124083"/>
                    <a:gd name="connsiteX3" fmla="*/ 447731 w 729758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  <a:gd name="connsiteX0" fmla="*/ 323902 w 605929"/>
                    <a:gd name="connsiteY0" fmla="*/ 955709 h 1124083"/>
                    <a:gd name="connsiteX1" fmla="*/ 277719 w 605929"/>
                    <a:gd name="connsiteY1" fmla="*/ 453818 h 1124083"/>
                    <a:gd name="connsiteX2" fmla="*/ 605929 w 605929"/>
                    <a:gd name="connsiteY2" fmla="*/ 0 h 1124083"/>
                    <a:gd name="connsiteX3" fmla="*/ 323902 w 605929"/>
                    <a:gd name="connsiteY3" fmla="*/ 955709 h 1124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5929" h="1124083">
                      <a:moveTo>
                        <a:pt x="323902" y="955709"/>
                      </a:moveTo>
                      <a:cubicBezTo>
                        <a:pt x="0" y="1124083"/>
                        <a:pt x="160378" y="697328"/>
                        <a:pt x="277719" y="453818"/>
                      </a:cubicBezTo>
                      <a:cubicBezTo>
                        <a:pt x="523269" y="100323"/>
                        <a:pt x="259809" y="531824"/>
                        <a:pt x="605929" y="0"/>
                      </a:cubicBezTo>
                      <a:lnTo>
                        <a:pt x="323902" y="95570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71" name="Freeform 75"/>
                <p:cNvSpPr/>
                <p:nvPr/>
              </p:nvSpPr>
              <p:spPr>
                <a:xfrm rot="17290628" flipH="1">
                  <a:off x="6257513" y="3615689"/>
                  <a:ext cx="729758" cy="955709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758" h="955709">
                      <a:moveTo>
                        <a:pt x="447731" y="955709"/>
                      </a:moveTo>
                      <a:cubicBezTo>
                        <a:pt x="143568" y="843459"/>
                        <a:pt x="0" y="703231"/>
                        <a:pt x="117341" y="459721"/>
                      </a:cubicBezTo>
                      <a:cubicBezTo>
                        <a:pt x="212264" y="262736"/>
                        <a:pt x="335142" y="152027"/>
                        <a:pt x="729758" y="0"/>
                      </a:cubicBezTo>
                      <a:lnTo>
                        <a:pt x="447731" y="955709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</a:gsLst>
                  <a:lin ang="120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72" name="Freeform 76"/>
                <p:cNvSpPr/>
                <p:nvPr/>
              </p:nvSpPr>
              <p:spPr>
                <a:xfrm rot="4309372" flipH="1" flipV="1">
                  <a:off x="6311393" y="4108410"/>
                  <a:ext cx="652700" cy="974354"/>
                </a:xfrm>
                <a:custGeom>
                  <a:avLst/>
                  <a:gdLst>
                    <a:gd name="connsiteX0" fmla="*/ 370551 w 1305155"/>
                    <a:gd name="connsiteY0" fmla="*/ 955709 h 1005062"/>
                    <a:gd name="connsiteX1" fmla="*/ 40764 w 1305155"/>
                    <a:gd name="connsiteY1" fmla="*/ 327701 h 1005062"/>
                    <a:gd name="connsiteX2" fmla="*/ 652578 w 1305155"/>
                    <a:gd name="connsiteY2" fmla="*/ 0 h 1005062"/>
                    <a:gd name="connsiteX3" fmla="*/ 370551 w 1305155"/>
                    <a:gd name="connsiteY3" fmla="*/ 955709 h 1005062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47731 w 729758"/>
                    <a:gd name="connsiteY0" fmla="*/ 955709 h 955709"/>
                    <a:gd name="connsiteX1" fmla="*/ 117341 w 729758"/>
                    <a:gd name="connsiteY1" fmla="*/ 459721 h 955709"/>
                    <a:gd name="connsiteX2" fmla="*/ 729758 w 729758"/>
                    <a:gd name="connsiteY2" fmla="*/ 0 h 955709"/>
                    <a:gd name="connsiteX3" fmla="*/ 447731 w 729758"/>
                    <a:gd name="connsiteY3" fmla="*/ 955709 h 955709"/>
                    <a:gd name="connsiteX0" fmla="*/ 471968 w 729758"/>
                    <a:gd name="connsiteY0" fmla="*/ 946504 h 946504"/>
                    <a:gd name="connsiteX1" fmla="*/ 117341 w 729758"/>
                    <a:gd name="connsiteY1" fmla="*/ 459721 h 946504"/>
                    <a:gd name="connsiteX2" fmla="*/ 729758 w 729758"/>
                    <a:gd name="connsiteY2" fmla="*/ 0 h 946504"/>
                    <a:gd name="connsiteX3" fmla="*/ 471968 w 729758"/>
                    <a:gd name="connsiteY3" fmla="*/ 946504 h 946504"/>
                    <a:gd name="connsiteX0" fmla="*/ 471968 w 729758"/>
                    <a:gd name="connsiteY0" fmla="*/ 946504 h 974354"/>
                    <a:gd name="connsiteX1" fmla="*/ 117341 w 729758"/>
                    <a:gd name="connsiteY1" fmla="*/ 459721 h 974354"/>
                    <a:gd name="connsiteX2" fmla="*/ 729758 w 729758"/>
                    <a:gd name="connsiteY2" fmla="*/ 0 h 974354"/>
                    <a:gd name="connsiteX3" fmla="*/ 471968 w 729758"/>
                    <a:gd name="connsiteY3" fmla="*/ 946504 h 974354"/>
                    <a:gd name="connsiteX0" fmla="*/ 390247 w 648037"/>
                    <a:gd name="connsiteY0" fmla="*/ 946504 h 974354"/>
                    <a:gd name="connsiteX1" fmla="*/ 117341 w 648037"/>
                    <a:gd name="connsiteY1" fmla="*/ 534454 h 974354"/>
                    <a:gd name="connsiteX2" fmla="*/ 648037 w 648037"/>
                    <a:gd name="connsiteY2" fmla="*/ 0 h 974354"/>
                    <a:gd name="connsiteX3" fmla="*/ 390247 w 648037"/>
                    <a:gd name="connsiteY3" fmla="*/ 946504 h 974354"/>
                    <a:gd name="connsiteX0" fmla="*/ 434531 w 692321"/>
                    <a:gd name="connsiteY0" fmla="*/ 946504 h 974354"/>
                    <a:gd name="connsiteX1" fmla="*/ 117341 w 692321"/>
                    <a:gd name="connsiteY1" fmla="*/ 546595 h 974354"/>
                    <a:gd name="connsiteX2" fmla="*/ 692321 w 692321"/>
                    <a:gd name="connsiteY2" fmla="*/ 0 h 974354"/>
                    <a:gd name="connsiteX3" fmla="*/ 434531 w 692321"/>
                    <a:gd name="connsiteY3" fmla="*/ 946504 h 974354"/>
                    <a:gd name="connsiteX0" fmla="*/ 454104 w 711894"/>
                    <a:gd name="connsiteY0" fmla="*/ 946504 h 974354"/>
                    <a:gd name="connsiteX1" fmla="*/ 136914 w 711894"/>
                    <a:gd name="connsiteY1" fmla="*/ 546595 h 974354"/>
                    <a:gd name="connsiteX2" fmla="*/ 711894 w 711894"/>
                    <a:gd name="connsiteY2" fmla="*/ 0 h 974354"/>
                    <a:gd name="connsiteX3" fmla="*/ 454104 w 711894"/>
                    <a:gd name="connsiteY3" fmla="*/ 946504 h 974354"/>
                    <a:gd name="connsiteX0" fmla="*/ 394910 w 652700"/>
                    <a:gd name="connsiteY0" fmla="*/ 946504 h 974354"/>
                    <a:gd name="connsiteX1" fmla="*/ 77720 w 652700"/>
                    <a:gd name="connsiteY1" fmla="*/ 546595 h 974354"/>
                    <a:gd name="connsiteX2" fmla="*/ 652700 w 652700"/>
                    <a:gd name="connsiteY2" fmla="*/ 0 h 974354"/>
                    <a:gd name="connsiteX3" fmla="*/ 394910 w 652700"/>
                    <a:gd name="connsiteY3" fmla="*/ 946504 h 974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2700" h="974354">
                      <a:moveTo>
                        <a:pt x="394910" y="946504"/>
                      </a:moveTo>
                      <a:cubicBezTo>
                        <a:pt x="7542" y="974354"/>
                        <a:pt x="0" y="751821"/>
                        <a:pt x="77720" y="546595"/>
                      </a:cubicBezTo>
                      <a:cubicBezTo>
                        <a:pt x="172643" y="349610"/>
                        <a:pt x="258084" y="152027"/>
                        <a:pt x="652700" y="0"/>
                      </a:cubicBezTo>
                      <a:lnTo>
                        <a:pt x="394910" y="946504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</a:gsLst>
                  <a:lin ang="120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</p:grpSp>
          <p:sp>
            <p:nvSpPr>
              <p:cNvPr id="156" name="Oval 200"/>
              <p:cNvSpPr/>
              <p:nvPr/>
            </p:nvSpPr>
            <p:spPr>
              <a:xfrm rot="16200000">
                <a:off x="6246861" y="-57875"/>
                <a:ext cx="194152" cy="3045651"/>
              </a:xfrm>
              <a:custGeom>
                <a:avLst/>
                <a:gdLst/>
                <a:ahLst/>
                <a:cxnLst/>
                <a:rect l="l" t="t" r="r" b="b"/>
                <a:pathLst>
                  <a:path w="168942" h="3045645">
                    <a:moveTo>
                      <a:pt x="168942" y="2961196"/>
                    </a:moveTo>
                    <a:cubicBezTo>
                      <a:pt x="168942" y="3007836"/>
                      <a:pt x="131133" y="3045645"/>
                      <a:pt x="84493" y="3045645"/>
                    </a:cubicBezTo>
                    <a:cubicBezTo>
                      <a:pt x="41509" y="3045645"/>
                      <a:pt x="6026" y="3013531"/>
                      <a:pt x="2185" y="2971801"/>
                    </a:cubicBezTo>
                    <a:lnTo>
                      <a:pt x="0" y="2971801"/>
                    </a:lnTo>
                    <a:lnTo>
                      <a:pt x="0" y="0"/>
                    </a:lnTo>
                    <a:lnTo>
                      <a:pt x="166584" y="0"/>
                    </a:lnTo>
                    <a:lnTo>
                      <a:pt x="166584" y="2949519"/>
                    </a:lnTo>
                    <a:cubicBezTo>
                      <a:pt x="168658" y="2953189"/>
                      <a:pt x="168942" y="2957159"/>
                      <a:pt x="168942" y="2961196"/>
                    </a:cubicBezTo>
                    <a:close/>
                  </a:path>
                </a:pathLst>
              </a:custGeom>
              <a:gradFill>
                <a:gsLst>
                  <a:gs pos="51000">
                    <a:schemeClr val="bg1">
                      <a:lumMod val="85000"/>
                    </a:schemeClr>
                  </a:gs>
                  <a:gs pos="49000">
                    <a:schemeClr val="bg1">
                      <a:lumMod val="65000"/>
                    </a:schemeClr>
                  </a:gs>
                </a:gsLst>
                <a:lin ang="1074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57" name="Oval 200"/>
              <p:cNvSpPr/>
              <p:nvPr/>
            </p:nvSpPr>
            <p:spPr>
              <a:xfrm rot="16200000">
                <a:off x="5086244" y="1118521"/>
                <a:ext cx="186704" cy="692871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92870">
                    <a:moveTo>
                      <a:pt x="186704" y="0"/>
                    </a:moveTo>
                    <a:lnTo>
                      <a:pt x="186704" y="678929"/>
                    </a:lnTo>
                    <a:cubicBezTo>
                      <a:pt x="174515" y="687352"/>
                      <a:pt x="138495" y="692870"/>
                      <a:pt x="96035" y="692870"/>
                    </a:cubicBezTo>
                    <a:cubicBezTo>
                      <a:pt x="47179" y="692870"/>
                      <a:pt x="6849" y="685564"/>
                      <a:pt x="2484" y="676071"/>
                    </a:cubicBezTo>
                    <a:lnTo>
                      <a:pt x="0" y="6760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58" name="Oval 200"/>
              <p:cNvSpPr/>
              <p:nvPr/>
            </p:nvSpPr>
            <p:spPr>
              <a:xfrm rot="16200000">
                <a:off x="5045391" y="1130303"/>
                <a:ext cx="186704" cy="669306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69305">
                    <a:moveTo>
                      <a:pt x="186704" y="0"/>
                    </a:moveTo>
                    <a:lnTo>
                      <a:pt x="186704" y="655364"/>
                    </a:lnTo>
                    <a:cubicBezTo>
                      <a:pt x="174515" y="663787"/>
                      <a:pt x="138495" y="669305"/>
                      <a:pt x="96035" y="669305"/>
                    </a:cubicBezTo>
                    <a:cubicBezTo>
                      <a:pt x="47179" y="669305"/>
                      <a:pt x="6849" y="661999"/>
                      <a:pt x="2484" y="652506"/>
                    </a:cubicBezTo>
                    <a:lnTo>
                      <a:pt x="0" y="6525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59" name="Oval 200"/>
              <p:cNvSpPr/>
              <p:nvPr/>
            </p:nvSpPr>
            <p:spPr>
              <a:xfrm rot="16200000">
                <a:off x="5019469" y="1156225"/>
                <a:ext cx="186704" cy="617463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617462">
                    <a:moveTo>
                      <a:pt x="186704" y="0"/>
                    </a:moveTo>
                    <a:lnTo>
                      <a:pt x="186704" y="603521"/>
                    </a:lnTo>
                    <a:cubicBezTo>
                      <a:pt x="174515" y="611944"/>
                      <a:pt x="138495" y="617462"/>
                      <a:pt x="96035" y="617462"/>
                    </a:cubicBezTo>
                    <a:cubicBezTo>
                      <a:pt x="47179" y="617462"/>
                      <a:pt x="6849" y="610156"/>
                      <a:pt x="2484" y="600663"/>
                    </a:cubicBezTo>
                    <a:lnTo>
                      <a:pt x="0" y="60066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0" name="Oval 200"/>
              <p:cNvSpPr/>
              <p:nvPr/>
            </p:nvSpPr>
            <p:spPr>
              <a:xfrm rot="16200000">
                <a:off x="4993153" y="1182543"/>
                <a:ext cx="186704" cy="564828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64827">
                    <a:moveTo>
                      <a:pt x="186704" y="0"/>
                    </a:moveTo>
                    <a:lnTo>
                      <a:pt x="186704" y="550886"/>
                    </a:lnTo>
                    <a:cubicBezTo>
                      <a:pt x="174515" y="559309"/>
                      <a:pt x="138495" y="564827"/>
                      <a:pt x="96035" y="564827"/>
                    </a:cubicBezTo>
                    <a:cubicBezTo>
                      <a:pt x="47179" y="564827"/>
                      <a:pt x="6849" y="557521"/>
                      <a:pt x="2484" y="548028"/>
                    </a:cubicBezTo>
                    <a:lnTo>
                      <a:pt x="0" y="54802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1" name="Oval 200"/>
              <p:cNvSpPr/>
              <p:nvPr/>
            </p:nvSpPr>
            <p:spPr>
              <a:xfrm rot="16200000">
                <a:off x="4969190" y="1206503"/>
                <a:ext cx="186704" cy="516907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516905">
                    <a:moveTo>
                      <a:pt x="186704" y="0"/>
                    </a:moveTo>
                    <a:lnTo>
                      <a:pt x="186704" y="502964"/>
                    </a:lnTo>
                    <a:cubicBezTo>
                      <a:pt x="174515" y="511387"/>
                      <a:pt x="138495" y="516905"/>
                      <a:pt x="96035" y="516905"/>
                    </a:cubicBezTo>
                    <a:cubicBezTo>
                      <a:pt x="47179" y="516905"/>
                      <a:pt x="6849" y="509599"/>
                      <a:pt x="2484" y="500106"/>
                    </a:cubicBezTo>
                    <a:lnTo>
                      <a:pt x="0" y="50010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2" name="Oval 200"/>
              <p:cNvSpPr/>
              <p:nvPr/>
            </p:nvSpPr>
            <p:spPr>
              <a:xfrm rot="16200000">
                <a:off x="4942872" y="1232820"/>
                <a:ext cx="186704" cy="46427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64270">
                    <a:moveTo>
                      <a:pt x="186704" y="0"/>
                    </a:moveTo>
                    <a:lnTo>
                      <a:pt x="186704" y="450329"/>
                    </a:lnTo>
                    <a:cubicBezTo>
                      <a:pt x="174515" y="458752"/>
                      <a:pt x="138495" y="464270"/>
                      <a:pt x="96035" y="464270"/>
                    </a:cubicBezTo>
                    <a:cubicBezTo>
                      <a:pt x="47179" y="464270"/>
                      <a:pt x="6849" y="456964"/>
                      <a:pt x="2484" y="447471"/>
                    </a:cubicBezTo>
                    <a:lnTo>
                      <a:pt x="0" y="4474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3" name="Freeform 66"/>
              <p:cNvSpPr/>
              <p:nvPr/>
            </p:nvSpPr>
            <p:spPr>
              <a:xfrm rot="4845995" flipH="1" flipV="1">
                <a:off x="7158921" y="1040877"/>
                <a:ext cx="263370" cy="974356"/>
              </a:xfrm>
              <a:custGeom>
                <a:avLst/>
                <a:gdLst>
                  <a:gd name="connsiteX0" fmla="*/ 370551 w 1305155"/>
                  <a:gd name="connsiteY0" fmla="*/ 955709 h 1005062"/>
                  <a:gd name="connsiteX1" fmla="*/ 40764 w 1305155"/>
                  <a:gd name="connsiteY1" fmla="*/ 327701 h 1005062"/>
                  <a:gd name="connsiteX2" fmla="*/ 652578 w 1305155"/>
                  <a:gd name="connsiteY2" fmla="*/ 0 h 1005062"/>
                  <a:gd name="connsiteX3" fmla="*/ 370551 w 1305155"/>
                  <a:gd name="connsiteY3" fmla="*/ 955709 h 1005062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47731 w 729758"/>
                  <a:gd name="connsiteY0" fmla="*/ 955709 h 955709"/>
                  <a:gd name="connsiteX1" fmla="*/ 117341 w 729758"/>
                  <a:gd name="connsiteY1" fmla="*/ 459721 h 955709"/>
                  <a:gd name="connsiteX2" fmla="*/ 729758 w 729758"/>
                  <a:gd name="connsiteY2" fmla="*/ 0 h 955709"/>
                  <a:gd name="connsiteX3" fmla="*/ 447731 w 729758"/>
                  <a:gd name="connsiteY3" fmla="*/ 955709 h 955709"/>
                  <a:gd name="connsiteX0" fmla="*/ 471968 w 729758"/>
                  <a:gd name="connsiteY0" fmla="*/ 946504 h 946504"/>
                  <a:gd name="connsiteX1" fmla="*/ 117341 w 729758"/>
                  <a:gd name="connsiteY1" fmla="*/ 459721 h 946504"/>
                  <a:gd name="connsiteX2" fmla="*/ 729758 w 729758"/>
                  <a:gd name="connsiteY2" fmla="*/ 0 h 946504"/>
                  <a:gd name="connsiteX3" fmla="*/ 471968 w 729758"/>
                  <a:gd name="connsiteY3" fmla="*/ 946504 h 946504"/>
                  <a:gd name="connsiteX0" fmla="*/ 471968 w 729758"/>
                  <a:gd name="connsiteY0" fmla="*/ 946504 h 974354"/>
                  <a:gd name="connsiteX1" fmla="*/ 117341 w 729758"/>
                  <a:gd name="connsiteY1" fmla="*/ 459721 h 974354"/>
                  <a:gd name="connsiteX2" fmla="*/ 729758 w 729758"/>
                  <a:gd name="connsiteY2" fmla="*/ 0 h 974354"/>
                  <a:gd name="connsiteX3" fmla="*/ 471968 w 729758"/>
                  <a:gd name="connsiteY3" fmla="*/ 946504 h 974354"/>
                  <a:gd name="connsiteX0" fmla="*/ 390247 w 648037"/>
                  <a:gd name="connsiteY0" fmla="*/ 946504 h 974354"/>
                  <a:gd name="connsiteX1" fmla="*/ 117341 w 648037"/>
                  <a:gd name="connsiteY1" fmla="*/ 534454 h 974354"/>
                  <a:gd name="connsiteX2" fmla="*/ 648037 w 648037"/>
                  <a:gd name="connsiteY2" fmla="*/ 0 h 974354"/>
                  <a:gd name="connsiteX3" fmla="*/ 390247 w 648037"/>
                  <a:gd name="connsiteY3" fmla="*/ 946504 h 974354"/>
                  <a:gd name="connsiteX0" fmla="*/ 434531 w 692321"/>
                  <a:gd name="connsiteY0" fmla="*/ 946504 h 974354"/>
                  <a:gd name="connsiteX1" fmla="*/ 117341 w 692321"/>
                  <a:gd name="connsiteY1" fmla="*/ 546595 h 974354"/>
                  <a:gd name="connsiteX2" fmla="*/ 692321 w 692321"/>
                  <a:gd name="connsiteY2" fmla="*/ 0 h 974354"/>
                  <a:gd name="connsiteX3" fmla="*/ 434531 w 692321"/>
                  <a:gd name="connsiteY3" fmla="*/ 946504 h 974354"/>
                  <a:gd name="connsiteX0" fmla="*/ 454104 w 711894"/>
                  <a:gd name="connsiteY0" fmla="*/ 946504 h 974354"/>
                  <a:gd name="connsiteX1" fmla="*/ 136914 w 711894"/>
                  <a:gd name="connsiteY1" fmla="*/ 546595 h 974354"/>
                  <a:gd name="connsiteX2" fmla="*/ 711894 w 711894"/>
                  <a:gd name="connsiteY2" fmla="*/ 0 h 974354"/>
                  <a:gd name="connsiteX3" fmla="*/ 454104 w 711894"/>
                  <a:gd name="connsiteY3" fmla="*/ 946504 h 974354"/>
                  <a:gd name="connsiteX0" fmla="*/ 394910 w 652700"/>
                  <a:gd name="connsiteY0" fmla="*/ 946504 h 974354"/>
                  <a:gd name="connsiteX1" fmla="*/ 77720 w 652700"/>
                  <a:gd name="connsiteY1" fmla="*/ 546595 h 974354"/>
                  <a:gd name="connsiteX2" fmla="*/ 652700 w 652700"/>
                  <a:gd name="connsiteY2" fmla="*/ 0 h 974354"/>
                  <a:gd name="connsiteX3" fmla="*/ 394910 w 652700"/>
                  <a:gd name="connsiteY3" fmla="*/ 946504 h 974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2700" h="974354">
                    <a:moveTo>
                      <a:pt x="394910" y="946504"/>
                    </a:moveTo>
                    <a:cubicBezTo>
                      <a:pt x="7542" y="974354"/>
                      <a:pt x="0" y="751821"/>
                      <a:pt x="77720" y="546595"/>
                    </a:cubicBezTo>
                    <a:cubicBezTo>
                      <a:pt x="172643" y="349610"/>
                      <a:pt x="258084" y="152027"/>
                      <a:pt x="652700" y="0"/>
                    </a:cubicBezTo>
                    <a:lnTo>
                      <a:pt x="394910" y="94650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120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4" name="Oval 200"/>
              <p:cNvSpPr/>
              <p:nvPr/>
            </p:nvSpPr>
            <p:spPr>
              <a:xfrm rot="16200000">
                <a:off x="4917415" y="1254802"/>
                <a:ext cx="186704" cy="420312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420311">
                    <a:moveTo>
                      <a:pt x="186704" y="0"/>
                    </a:moveTo>
                    <a:lnTo>
                      <a:pt x="186704" y="406370"/>
                    </a:lnTo>
                    <a:cubicBezTo>
                      <a:pt x="174515" y="414793"/>
                      <a:pt x="138495" y="420311"/>
                      <a:pt x="96035" y="420311"/>
                    </a:cubicBezTo>
                    <a:cubicBezTo>
                      <a:pt x="47179" y="420311"/>
                      <a:pt x="6849" y="413005"/>
                      <a:pt x="2484" y="403512"/>
                    </a:cubicBezTo>
                    <a:lnTo>
                      <a:pt x="0" y="40351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5" name="Oval 200"/>
              <p:cNvSpPr/>
              <p:nvPr/>
            </p:nvSpPr>
            <p:spPr>
              <a:xfrm rot="16200000">
                <a:off x="4887698" y="1281119"/>
                <a:ext cx="186704" cy="367677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67676">
                    <a:moveTo>
                      <a:pt x="186704" y="0"/>
                    </a:moveTo>
                    <a:lnTo>
                      <a:pt x="186704" y="353735"/>
                    </a:lnTo>
                    <a:cubicBezTo>
                      <a:pt x="174515" y="362158"/>
                      <a:pt x="138495" y="367676"/>
                      <a:pt x="96035" y="367676"/>
                    </a:cubicBezTo>
                    <a:cubicBezTo>
                      <a:pt x="47179" y="367676"/>
                      <a:pt x="6849" y="360370"/>
                      <a:pt x="2484" y="350877"/>
                    </a:cubicBezTo>
                    <a:lnTo>
                      <a:pt x="0" y="35087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6" name="Oval 200"/>
              <p:cNvSpPr/>
              <p:nvPr/>
            </p:nvSpPr>
            <p:spPr>
              <a:xfrm rot="16200000">
                <a:off x="4859908" y="1302108"/>
                <a:ext cx="186704" cy="325695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325694">
                    <a:moveTo>
                      <a:pt x="186704" y="0"/>
                    </a:moveTo>
                    <a:lnTo>
                      <a:pt x="186704" y="311753"/>
                    </a:lnTo>
                    <a:cubicBezTo>
                      <a:pt x="174515" y="320176"/>
                      <a:pt x="138495" y="325694"/>
                      <a:pt x="96035" y="325694"/>
                    </a:cubicBezTo>
                    <a:cubicBezTo>
                      <a:pt x="47179" y="325694"/>
                      <a:pt x="6849" y="318388"/>
                      <a:pt x="2484" y="308895"/>
                    </a:cubicBezTo>
                    <a:lnTo>
                      <a:pt x="0" y="30889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16000">
                    <a:schemeClr val="bg1">
                      <a:lumMod val="85000"/>
                    </a:schemeClr>
                  </a:gs>
                  <a:gs pos="31000">
                    <a:schemeClr val="tx1">
                      <a:lumMod val="65000"/>
                      <a:lumOff val="3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7" name="Oval 200"/>
              <p:cNvSpPr/>
              <p:nvPr/>
            </p:nvSpPr>
            <p:spPr>
              <a:xfrm rot="16200000">
                <a:off x="4830191" y="1328428"/>
                <a:ext cx="186704" cy="273060"/>
              </a:xfrm>
              <a:custGeom>
                <a:avLst/>
                <a:gdLst/>
                <a:ahLst/>
                <a:cxnLst/>
                <a:rect l="l" t="t" r="r" b="b"/>
                <a:pathLst>
                  <a:path w="186704" h="273059">
                    <a:moveTo>
                      <a:pt x="186704" y="0"/>
                    </a:moveTo>
                    <a:lnTo>
                      <a:pt x="186704" y="259118"/>
                    </a:lnTo>
                    <a:cubicBezTo>
                      <a:pt x="174515" y="267541"/>
                      <a:pt x="138495" y="273059"/>
                      <a:pt x="96035" y="273059"/>
                    </a:cubicBezTo>
                    <a:cubicBezTo>
                      <a:pt x="47179" y="273059"/>
                      <a:pt x="6849" y="265753"/>
                      <a:pt x="2484" y="256260"/>
                    </a:cubicBezTo>
                    <a:lnTo>
                      <a:pt x="0" y="25626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3000">
                    <a:schemeClr val="tx1">
                      <a:lumMod val="50000"/>
                      <a:lumOff val="50000"/>
                    </a:schemeClr>
                  </a:gs>
                  <a:gs pos="16000">
                    <a:schemeClr val="bg1">
                      <a:lumMod val="95000"/>
                    </a:schemeClr>
                  </a:gs>
                  <a:gs pos="31000">
                    <a:schemeClr val="bg1">
                      <a:lumMod val="65000"/>
                    </a:schemeClr>
                  </a:gs>
                  <a:gs pos="59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8" name="Oval 71"/>
              <p:cNvSpPr/>
              <p:nvPr/>
            </p:nvSpPr>
            <p:spPr>
              <a:xfrm rot="16143413">
                <a:off x="4693805" y="1424727"/>
                <a:ext cx="182881" cy="7789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69" name="Flowchart: Delay 73"/>
              <p:cNvSpPr/>
              <p:nvPr/>
            </p:nvSpPr>
            <p:spPr>
              <a:xfrm flipH="1">
                <a:off x="4165912" y="1441302"/>
                <a:ext cx="617586" cy="45719"/>
              </a:xfrm>
              <a:prstGeom prst="flowChartDelay">
                <a:avLst/>
              </a:prstGeom>
              <a:gradFill>
                <a:gsLst>
                  <a:gs pos="3000">
                    <a:schemeClr val="tx1">
                      <a:lumMod val="65000"/>
                      <a:lumOff val="3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</p:grpSp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5" name="TextBox 31"/>
          <p:cNvSpPr txBox="1"/>
          <p:nvPr/>
        </p:nvSpPr>
        <p:spPr>
          <a:xfrm>
            <a:off x="5348018" y="1625622"/>
            <a:ext cx="2434098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Como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estamos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?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11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4144388" y="3824425"/>
            <a:ext cx="3745975" cy="2149246"/>
            <a:chOff x="4144388" y="3824425"/>
            <a:chExt cx="3745975" cy="2149246"/>
          </a:xfrm>
        </p:grpSpPr>
        <p:sp>
          <p:nvSpPr>
            <p:cNvPr id="504" name="Rounded Rectangle 110"/>
            <p:cNvSpPr/>
            <p:nvPr/>
          </p:nvSpPr>
          <p:spPr>
            <a:xfrm rot="5400000">
              <a:off x="5201074" y="3284382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61BFFF"/>
                </a:gs>
                <a:gs pos="100000">
                  <a:srgbClr val="0070C0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505" name="Rectangle 111"/>
            <p:cNvSpPr/>
            <p:nvPr/>
          </p:nvSpPr>
          <p:spPr>
            <a:xfrm>
              <a:off x="5436793" y="4664488"/>
              <a:ext cx="167029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Atuação DA Projetos X Sustentação X DI</a:t>
              </a:r>
            </a:p>
          </p:txBody>
        </p:sp>
        <p:sp>
          <p:nvSpPr>
            <p:cNvPr id="502" name="Oval 3"/>
            <p:cNvSpPr/>
            <p:nvPr/>
          </p:nvSpPr>
          <p:spPr>
            <a:xfrm rot="21238514">
              <a:off x="4144388" y="3824425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503" name="Oval 3"/>
            <p:cNvSpPr/>
            <p:nvPr/>
          </p:nvSpPr>
          <p:spPr>
            <a:xfrm>
              <a:off x="4233473" y="3829145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0070C0">
                    <a:lumMod val="60000"/>
                    <a:lumOff val="40000"/>
                  </a:srgbClr>
                </a:gs>
                <a:gs pos="100000">
                  <a:srgbClr val="0070C0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501" name="Oval 6"/>
            <p:cNvSpPr/>
            <p:nvPr/>
          </p:nvSpPr>
          <p:spPr>
            <a:xfrm>
              <a:off x="4337074" y="3926094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81" name="Rectangle 108"/>
            <p:cNvSpPr/>
            <p:nvPr/>
          </p:nvSpPr>
          <p:spPr>
            <a:xfrm>
              <a:off x="5690590" y="4266026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Gestão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52036" y="4203878"/>
              <a:ext cx="863848" cy="493627"/>
            </a:xfrm>
            <a:prstGeom prst="rect">
              <a:avLst/>
            </a:prstGeom>
          </p:spPr>
        </p:pic>
      </p:grpSp>
      <p:grpSp>
        <p:nvGrpSpPr>
          <p:cNvPr id="2" name="Grupo 1"/>
          <p:cNvGrpSpPr/>
          <p:nvPr/>
        </p:nvGrpSpPr>
        <p:grpSpPr>
          <a:xfrm>
            <a:off x="202570" y="3824425"/>
            <a:ext cx="3745975" cy="2149246"/>
            <a:chOff x="202570" y="3824425"/>
            <a:chExt cx="3745975" cy="2149246"/>
          </a:xfrm>
        </p:grpSpPr>
        <p:sp>
          <p:nvSpPr>
            <p:cNvPr id="477" name="Rounded Rectangle 110"/>
            <p:cNvSpPr/>
            <p:nvPr/>
          </p:nvSpPr>
          <p:spPr>
            <a:xfrm rot="5400000">
              <a:off x="1259256" y="3284382"/>
              <a:ext cx="1821522" cy="3557056"/>
            </a:xfrm>
            <a:prstGeom prst="roundRect">
              <a:avLst>
                <a:gd name="adj" fmla="val 7102"/>
              </a:avLst>
            </a:prstGeom>
            <a:gradFill flip="none" rotWithShape="1">
              <a:gsLst>
                <a:gs pos="0">
                  <a:srgbClr val="EC9EC5"/>
                </a:gs>
                <a:gs pos="100000">
                  <a:srgbClr val="C12572"/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478" name="Rectangle 111"/>
            <p:cNvSpPr/>
            <p:nvPr/>
          </p:nvSpPr>
          <p:spPr>
            <a:xfrm>
              <a:off x="1494975" y="4664488"/>
              <a:ext cx="177933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Modelo de Contratação – Evolução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Modelo de Contratação - Sustentação</a:t>
              </a:r>
            </a:p>
          </p:txBody>
        </p:sp>
        <p:sp>
          <p:nvSpPr>
            <p:cNvPr id="475" name="Oval 3"/>
            <p:cNvSpPr/>
            <p:nvPr/>
          </p:nvSpPr>
          <p:spPr>
            <a:xfrm rot="21238514">
              <a:off x="202570" y="3824425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76" name="Oval 3"/>
            <p:cNvSpPr/>
            <p:nvPr/>
          </p:nvSpPr>
          <p:spPr>
            <a:xfrm>
              <a:off x="291655" y="3829145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12572">
                    <a:lumMod val="60000"/>
                    <a:lumOff val="40000"/>
                  </a:srgbClr>
                </a:gs>
                <a:gs pos="100000">
                  <a:srgbClr val="C12572"/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474" name="Oval 6"/>
            <p:cNvSpPr/>
            <p:nvPr/>
          </p:nvSpPr>
          <p:spPr>
            <a:xfrm>
              <a:off x="395256" y="3926094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54" name="Rectangle 108"/>
            <p:cNvSpPr/>
            <p:nvPr/>
          </p:nvSpPr>
          <p:spPr>
            <a:xfrm>
              <a:off x="1748772" y="4266026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Sourcing</a:t>
              </a: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4532" y="4126722"/>
              <a:ext cx="811860" cy="676550"/>
            </a:xfrm>
            <a:prstGeom prst="rect">
              <a:avLst/>
            </a:prstGeom>
          </p:spPr>
        </p:pic>
      </p:grpSp>
      <p:cxnSp>
        <p:nvCxnSpPr>
          <p:cNvPr id="3" name="Conector reto 2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Atualização Plano Tático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448" name="Oval 3"/>
          <p:cNvSpPr/>
          <p:nvPr/>
        </p:nvSpPr>
        <p:spPr>
          <a:xfrm rot="21238514">
            <a:off x="8086207" y="1167818"/>
            <a:ext cx="1264225" cy="1494425"/>
          </a:xfrm>
          <a:custGeom>
            <a:avLst/>
            <a:gdLst>
              <a:gd name="connsiteX0" fmla="*/ 0 w 688963"/>
              <a:gd name="connsiteY0" fmla="*/ 344482 h 688963"/>
              <a:gd name="connsiteX1" fmla="*/ 344482 w 688963"/>
              <a:gd name="connsiteY1" fmla="*/ 0 h 688963"/>
              <a:gd name="connsiteX2" fmla="*/ 688964 w 688963"/>
              <a:gd name="connsiteY2" fmla="*/ 344482 h 688963"/>
              <a:gd name="connsiteX3" fmla="*/ 344482 w 688963"/>
              <a:gd name="connsiteY3" fmla="*/ 688964 h 688963"/>
              <a:gd name="connsiteX4" fmla="*/ 0 w 688963"/>
              <a:gd name="connsiteY4" fmla="*/ 344482 h 688963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0 w 688964"/>
              <a:gd name="connsiteY0" fmla="*/ 344482 h 688964"/>
              <a:gd name="connsiteX1" fmla="*/ 344482 w 688964"/>
              <a:gd name="connsiteY1" fmla="*/ 0 h 688964"/>
              <a:gd name="connsiteX2" fmla="*/ 688964 w 688964"/>
              <a:gd name="connsiteY2" fmla="*/ 344482 h 688964"/>
              <a:gd name="connsiteX3" fmla="*/ 344482 w 688964"/>
              <a:gd name="connsiteY3" fmla="*/ 688964 h 688964"/>
              <a:gd name="connsiteX4" fmla="*/ 0 w 688964"/>
              <a:gd name="connsiteY4" fmla="*/ 344482 h 688964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5577 w 694541"/>
              <a:gd name="connsiteY0" fmla="*/ 344482 h 708898"/>
              <a:gd name="connsiteX1" fmla="*/ 350059 w 694541"/>
              <a:gd name="connsiteY1" fmla="*/ 0 h 708898"/>
              <a:gd name="connsiteX2" fmla="*/ 694541 w 694541"/>
              <a:gd name="connsiteY2" fmla="*/ 344482 h 708898"/>
              <a:gd name="connsiteX3" fmla="*/ 350059 w 694541"/>
              <a:gd name="connsiteY3" fmla="*/ 688964 h 708898"/>
              <a:gd name="connsiteX4" fmla="*/ 151940 w 694541"/>
              <a:gd name="connsiteY4" fmla="*/ 632821 h 708898"/>
              <a:gd name="connsiteX5" fmla="*/ 5577 w 694541"/>
              <a:gd name="connsiteY5" fmla="*/ 344482 h 708898"/>
              <a:gd name="connsiteX0" fmla="*/ 0 w 688964"/>
              <a:gd name="connsiteY0" fmla="*/ 344482 h 708898"/>
              <a:gd name="connsiteX1" fmla="*/ 344482 w 688964"/>
              <a:gd name="connsiteY1" fmla="*/ 0 h 708898"/>
              <a:gd name="connsiteX2" fmla="*/ 688964 w 688964"/>
              <a:gd name="connsiteY2" fmla="*/ 344482 h 708898"/>
              <a:gd name="connsiteX3" fmla="*/ 344482 w 688964"/>
              <a:gd name="connsiteY3" fmla="*/ 688964 h 708898"/>
              <a:gd name="connsiteX4" fmla="*/ 146363 w 688964"/>
              <a:gd name="connsiteY4" fmla="*/ 632821 h 708898"/>
              <a:gd name="connsiteX5" fmla="*/ 0 w 688964"/>
              <a:gd name="connsiteY5" fmla="*/ 344482 h 708898"/>
              <a:gd name="connsiteX0" fmla="*/ 0 w 688964"/>
              <a:gd name="connsiteY0" fmla="*/ 344482 h 718931"/>
              <a:gd name="connsiteX1" fmla="*/ 344482 w 688964"/>
              <a:gd name="connsiteY1" fmla="*/ 0 h 718931"/>
              <a:gd name="connsiteX2" fmla="*/ 688964 w 688964"/>
              <a:gd name="connsiteY2" fmla="*/ 344482 h 718931"/>
              <a:gd name="connsiteX3" fmla="*/ 344482 w 688964"/>
              <a:gd name="connsiteY3" fmla="*/ 688964 h 718931"/>
              <a:gd name="connsiteX4" fmla="*/ 220182 w 688964"/>
              <a:gd name="connsiteY4" fmla="*/ 694733 h 718931"/>
              <a:gd name="connsiteX5" fmla="*/ 146363 w 688964"/>
              <a:gd name="connsiteY5" fmla="*/ 632821 h 718931"/>
              <a:gd name="connsiteX6" fmla="*/ 0 w 688964"/>
              <a:gd name="connsiteY6" fmla="*/ 344482 h 718931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44482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4584"/>
              <a:gd name="connsiteX1" fmla="*/ 344482 w 688964"/>
              <a:gd name="connsiteY1" fmla="*/ 0 h 814584"/>
              <a:gd name="connsiteX2" fmla="*/ 688964 w 688964"/>
              <a:gd name="connsiteY2" fmla="*/ 344482 h 814584"/>
              <a:gd name="connsiteX3" fmla="*/ 358770 w 688964"/>
              <a:gd name="connsiteY3" fmla="*/ 688964 h 814584"/>
              <a:gd name="connsiteX4" fmla="*/ 296382 w 688964"/>
              <a:gd name="connsiteY4" fmla="*/ 813796 h 814584"/>
              <a:gd name="connsiteX5" fmla="*/ 146363 w 688964"/>
              <a:gd name="connsiteY5" fmla="*/ 632821 h 814584"/>
              <a:gd name="connsiteX6" fmla="*/ 0 w 688964"/>
              <a:gd name="connsiteY6" fmla="*/ 344482 h 814584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64"/>
              <a:gd name="connsiteY0" fmla="*/ 344482 h 813796"/>
              <a:gd name="connsiteX1" fmla="*/ 344482 w 688964"/>
              <a:gd name="connsiteY1" fmla="*/ 0 h 813796"/>
              <a:gd name="connsiteX2" fmla="*/ 688964 w 688964"/>
              <a:gd name="connsiteY2" fmla="*/ 344482 h 813796"/>
              <a:gd name="connsiteX3" fmla="*/ 358770 w 688964"/>
              <a:gd name="connsiteY3" fmla="*/ 688964 h 813796"/>
              <a:gd name="connsiteX4" fmla="*/ 296382 w 688964"/>
              <a:gd name="connsiteY4" fmla="*/ 813796 h 813796"/>
              <a:gd name="connsiteX5" fmla="*/ 146363 w 688964"/>
              <a:gd name="connsiteY5" fmla="*/ 632821 h 813796"/>
              <a:gd name="connsiteX6" fmla="*/ 0 w 688964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6363 w 688986"/>
              <a:gd name="connsiteY5" fmla="*/ 632821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3796"/>
              <a:gd name="connsiteX1" fmla="*/ 344482 w 688986"/>
              <a:gd name="connsiteY1" fmla="*/ 0 h 813796"/>
              <a:gd name="connsiteX2" fmla="*/ 688964 w 688986"/>
              <a:gd name="connsiteY2" fmla="*/ 344482 h 813796"/>
              <a:gd name="connsiteX3" fmla="*/ 358770 w 688986"/>
              <a:gd name="connsiteY3" fmla="*/ 688964 h 813796"/>
              <a:gd name="connsiteX4" fmla="*/ 296382 w 688986"/>
              <a:gd name="connsiteY4" fmla="*/ 813796 h 813796"/>
              <a:gd name="connsiteX5" fmla="*/ 141601 w 688986"/>
              <a:gd name="connsiteY5" fmla="*/ 625677 h 813796"/>
              <a:gd name="connsiteX6" fmla="*/ 0 w 688986"/>
              <a:gd name="connsiteY6" fmla="*/ 344482 h 813796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68"/>
              <a:gd name="connsiteX1" fmla="*/ 344482 w 688986"/>
              <a:gd name="connsiteY1" fmla="*/ 0 h 814168"/>
              <a:gd name="connsiteX2" fmla="*/ 688964 w 688986"/>
              <a:gd name="connsiteY2" fmla="*/ 344482 h 814168"/>
              <a:gd name="connsiteX3" fmla="*/ 358770 w 688986"/>
              <a:gd name="connsiteY3" fmla="*/ 688964 h 814168"/>
              <a:gd name="connsiteX4" fmla="*/ 296382 w 688986"/>
              <a:gd name="connsiteY4" fmla="*/ 813796 h 814168"/>
              <a:gd name="connsiteX5" fmla="*/ 141601 w 688986"/>
              <a:gd name="connsiteY5" fmla="*/ 625677 h 814168"/>
              <a:gd name="connsiteX6" fmla="*/ 0 w 688986"/>
              <a:gd name="connsiteY6" fmla="*/ 344482 h 814168"/>
              <a:gd name="connsiteX0" fmla="*/ 0 w 688986"/>
              <a:gd name="connsiteY0" fmla="*/ 344482 h 814199"/>
              <a:gd name="connsiteX1" fmla="*/ 344482 w 688986"/>
              <a:gd name="connsiteY1" fmla="*/ 0 h 814199"/>
              <a:gd name="connsiteX2" fmla="*/ 688964 w 688986"/>
              <a:gd name="connsiteY2" fmla="*/ 344482 h 814199"/>
              <a:gd name="connsiteX3" fmla="*/ 358770 w 688986"/>
              <a:gd name="connsiteY3" fmla="*/ 688964 h 814199"/>
              <a:gd name="connsiteX4" fmla="*/ 296382 w 688986"/>
              <a:gd name="connsiteY4" fmla="*/ 813796 h 814199"/>
              <a:gd name="connsiteX5" fmla="*/ 141601 w 688986"/>
              <a:gd name="connsiteY5" fmla="*/ 625677 h 814199"/>
              <a:gd name="connsiteX6" fmla="*/ 0 w 688986"/>
              <a:gd name="connsiteY6" fmla="*/ 344482 h 814199"/>
              <a:gd name="connsiteX0" fmla="*/ 0 w 688986"/>
              <a:gd name="connsiteY0" fmla="*/ 344482 h 809377"/>
              <a:gd name="connsiteX1" fmla="*/ 344482 w 688986"/>
              <a:gd name="connsiteY1" fmla="*/ 0 h 809377"/>
              <a:gd name="connsiteX2" fmla="*/ 688964 w 688986"/>
              <a:gd name="connsiteY2" fmla="*/ 344482 h 809377"/>
              <a:gd name="connsiteX3" fmla="*/ 358770 w 688986"/>
              <a:gd name="connsiteY3" fmla="*/ 688964 h 809377"/>
              <a:gd name="connsiteX4" fmla="*/ 292461 w 688986"/>
              <a:gd name="connsiteY4" fmla="*/ 808950 h 809377"/>
              <a:gd name="connsiteX5" fmla="*/ 141601 w 688986"/>
              <a:gd name="connsiteY5" fmla="*/ 625677 h 809377"/>
              <a:gd name="connsiteX6" fmla="*/ 0 w 688986"/>
              <a:gd name="connsiteY6" fmla="*/ 344482 h 809377"/>
              <a:gd name="connsiteX0" fmla="*/ 0 w 688986"/>
              <a:gd name="connsiteY0" fmla="*/ 344482 h 809317"/>
              <a:gd name="connsiteX1" fmla="*/ 344482 w 688986"/>
              <a:gd name="connsiteY1" fmla="*/ 0 h 809317"/>
              <a:gd name="connsiteX2" fmla="*/ 688964 w 688986"/>
              <a:gd name="connsiteY2" fmla="*/ 344482 h 809317"/>
              <a:gd name="connsiteX3" fmla="*/ 358770 w 688986"/>
              <a:gd name="connsiteY3" fmla="*/ 688964 h 809317"/>
              <a:gd name="connsiteX4" fmla="*/ 292461 w 688986"/>
              <a:gd name="connsiteY4" fmla="*/ 808950 h 809317"/>
              <a:gd name="connsiteX5" fmla="*/ 141601 w 688986"/>
              <a:gd name="connsiteY5" fmla="*/ 625677 h 809317"/>
              <a:gd name="connsiteX6" fmla="*/ 0 w 688986"/>
              <a:gd name="connsiteY6" fmla="*/ 344482 h 809317"/>
              <a:gd name="connsiteX0" fmla="*/ 0 w 688986"/>
              <a:gd name="connsiteY0" fmla="*/ 344482 h 809309"/>
              <a:gd name="connsiteX1" fmla="*/ 344482 w 688986"/>
              <a:gd name="connsiteY1" fmla="*/ 0 h 809309"/>
              <a:gd name="connsiteX2" fmla="*/ 688964 w 688986"/>
              <a:gd name="connsiteY2" fmla="*/ 344482 h 809309"/>
              <a:gd name="connsiteX3" fmla="*/ 358770 w 688986"/>
              <a:gd name="connsiteY3" fmla="*/ 688964 h 809309"/>
              <a:gd name="connsiteX4" fmla="*/ 292461 w 688986"/>
              <a:gd name="connsiteY4" fmla="*/ 808950 h 809309"/>
              <a:gd name="connsiteX5" fmla="*/ 150925 w 688986"/>
              <a:gd name="connsiteY5" fmla="*/ 623626 h 809309"/>
              <a:gd name="connsiteX6" fmla="*/ 0 w 688986"/>
              <a:gd name="connsiteY6" fmla="*/ 344482 h 809309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08950"/>
              <a:gd name="connsiteX1" fmla="*/ 344482 w 688986"/>
              <a:gd name="connsiteY1" fmla="*/ 0 h 808950"/>
              <a:gd name="connsiteX2" fmla="*/ 688964 w 688986"/>
              <a:gd name="connsiteY2" fmla="*/ 344482 h 808950"/>
              <a:gd name="connsiteX3" fmla="*/ 358770 w 688986"/>
              <a:gd name="connsiteY3" fmla="*/ 688964 h 808950"/>
              <a:gd name="connsiteX4" fmla="*/ 292461 w 688986"/>
              <a:gd name="connsiteY4" fmla="*/ 808950 h 808950"/>
              <a:gd name="connsiteX5" fmla="*/ 150925 w 688986"/>
              <a:gd name="connsiteY5" fmla="*/ 623626 h 808950"/>
              <a:gd name="connsiteX6" fmla="*/ 0 w 688986"/>
              <a:gd name="connsiteY6" fmla="*/ 344482 h 808950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5271"/>
              <a:gd name="connsiteX1" fmla="*/ 344482 w 688986"/>
              <a:gd name="connsiteY1" fmla="*/ 0 h 815271"/>
              <a:gd name="connsiteX2" fmla="*/ 688964 w 688986"/>
              <a:gd name="connsiteY2" fmla="*/ 344482 h 815271"/>
              <a:gd name="connsiteX3" fmla="*/ 358770 w 688986"/>
              <a:gd name="connsiteY3" fmla="*/ 688964 h 815271"/>
              <a:gd name="connsiteX4" fmla="*/ 294830 w 688986"/>
              <a:gd name="connsiteY4" fmla="*/ 815271 h 815271"/>
              <a:gd name="connsiteX5" fmla="*/ 150925 w 688986"/>
              <a:gd name="connsiteY5" fmla="*/ 623626 h 815271"/>
              <a:gd name="connsiteX6" fmla="*/ 0 w 688986"/>
              <a:gd name="connsiteY6" fmla="*/ 344482 h 815271"/>
              <a:gd name="connsiteX0" fmla="*/ 0 w 688986"/>
              <a:gd name="connsiteY0" fmla="*/ 344482 h 814403"/>
              <a:gd name="connsiteX1" fmla="*/ 344482 w 688986"/>
              <a:gd name="connsiteY1" fmla="*/ 0 h 814403"/>
              <a:gd name="connsiteX2" fmla="*/ 688964 w 688986"/>
              <a:gd name="connsiteY2" fmla="*/ 344482 h 814403"/>
              <a:gd name="connsiteX3" fmla="*/ 358770 w 688986"/>
              <a:gd name="connsiteY3" fmla="*/ 688964 h 814403"/>
              <a:gd name="connsiteX4" fmla="*/ 300994 w 688986"/>
              <a:gd name="connsiteY4" fmla="*/ 814403 h 814403"/>
              <a:gd name="connsiteX5" fmla="*/ 150925 w 688986"/>
              <a:gd name="connsiteY5" fmla="*/ 623626 h 814403"/>
              <a:gd name="connsiteX6" fmla="*/ 0 w 688986"/>
              <a:gd name="connsiteY6" fmla="*/ 344482 h 814403"/>
              <a:gd name="connsiteX0" fmla="*/ 0 w 688986"/>
              <a:gd name="connsiteY0" fmla="*/ 344482 h 814443"/>
              <a:gd name="connsiteX1" fmla="*/ 344482 w 688986"/>
              <a:gd name="connsiteY1" fmla="*/ 0 h 814443"/>
              <a:gd name="connsiteX2" fmla="*/ 688964 w 688986"/>
              <a:gd name="connsiteY2" fmla="*/ 344482 h 814443"/>
              <a:gd name="connsiteX3" fmla="*/ 358770 w 688986"/>
              <a:gd name="connsiteY3" fmla="*/ 688964 h 814443"/>
              <a:gd name="connsiteX4" fmla="*/ 300994 w 688986"/>
              <a:gd name="connsiteY4" fmla="*/ 814403 h 814443"/>
              <a:gd name="connsiteX5" fmla="*/ 150925 w 688986"/>
              <a:gd name="connsiteY5" fmla="*/ 623626 h 814443"/>
              <a:gd name="connsiteX6" fmla="*/ 0 w 688986"/>
              <a:gd name="connsiteY6" fmla="*/ 344482 h 81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86" h="814443">
                <a:moveTo>
                  <a:pt x="0" y="344482"/>
                </a:moveTo>
                <a:cubicBezTo>
                  <a:pt x="0" y="154230"/>
                  <a:pt x="154230" y="0"/>
                  <a:pt x="344482" y="0"/>
                </a:cubicBezTo>
                <a:cubicBezTo>
                  <a:pt x="534734" y="0"/>
                  <a:pt x="688964" y="154230"/>
                  <a:pt x="688964" y="344482"/>
                </a:cubicBezTo>
                <a:cubicBezTo>
                  <a:pt x="691345" y="551402"/>
                  <a:pt x="505957" y="690120"/>
                  <a:pt x="358770" y="688964"/>
                </a:cubicBezTo>
                <a:cubicBezTo>
                  <a:pt x="304530" y="717765"/>
                  <a:pt x="305439" y="808627"/>
                  <a:pt x="300994" y="814403"/>
                </a:cubicBezTo>
                <a:cubicBezTo>
                  <a:pt x="250814" y="816517"/>
                  <a:pt x="161317" y="735413"/>
                  <a:pt x="150925" y="623626"/>
                </a:cubicBezTo>
                <a:cubicBezTo>
                  <a:pt x="91898" y="579118"/>
                  <a:pt x="12224" y="492814"/>
                  <a:pt x="0" y="344482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>
                  <a:lumMod val="65000"/>
                </a:schemeClr>
              </a:gs>
              <a:gs pos="2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8086207" y="3824425"/>
            <a:ext cx="3745975" cy="2149246"/>
            <a:chOff x="8086207" y="3824425"/>
            <a:chExt cx="3745975" cy="2149246"/>
          </a:xfrm>
        </p:grpSpPr>
        <p:sp>
          <p:nvSpPr>
            <p:cNvPr id="531" name="Rounded Rectangle 110"/>
            <p:cNvSpPr/>
            <p:nvPr/>
          </p:nvSpPr>
          <p:spPr>
            <a:xfrm rot="5400000">
              <a:off x="9142893" y="3284382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B1D9AF"/>
                </a:gs>
                <a:gs pos="100000">
                  <a:srgbClr val="53A74E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532" name="Rectangle 111"/>
            <p:cNvSpPr/>
            <p:nvPr/>
          </p:nvSpPr>
          <p:spPr>
            <a:xfrm>
              <a:off x="9378612" y="4664488"/>
              <a:ext cx="1947049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Nova Estrutura Organizacional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Clusterização</a:t>
              </a: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 Papéis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Capacitação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Equipe Engajada</a:t>
              </a:r>
            </a:p>
          </p:txBody>
        </p:sp>
        <p:sp>
          <p:nvSpPr>
            <p:cNvPr id="529" name="Oval 3"/>
            <p:cNvSpPr/>
            <p:nvPr/>
          </p:nvSpPr>
          <p:spPr>
            <a:xfrm rot="21238514">
              <a:off x="8086207" y="3824425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530" name="Oval 3"/>
            <p:cNvSpPr/>
            <p:nvPr/>
          </p:nvSpPr>
          <p:spPr>
            <a:xfrm>
              <a:off x="8175292" y="3829145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53A74E">
                    <a:lumMod val="60000"/>
                    <a:lumOff val="40000"/>
                  </a:srgbClr>
                </a:gs>
                <a:gs pos="100000">
                  <a:srgbClr val="53A74E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528" name="Oval 6"/>
            <p:cNvSpPr/>
            <p:nvPr/>
          </p:nvSpPr>
          <p:spPr>
            <a:xfrm>
              <a:off x="8278893" y="3926094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508" name="Rectangle 108"/>
            <p:cNvSpPr/>
            <p:nvPr/>
          </p:nvSpPr>
          <p:spPr>
            <a:xfrm>
              <a:off x="9632409" y="4266026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Pessoas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27035" y="4031022"/>
              <a:ext cx="955131" cy="765577"/>
            </a:xfrm>
            <a:prstGeom prst="rect">
              <a:avLst/>
            </a:prstGeom>
          </p:spPr>
        </p:pic>
      </p:grpSp>
      <p:grpSp>
        <p:nvGrpSpPr>
          <p:cNvPr id="15" name="Grupo 14"/>
          <p:cNvGrpSpPr/>
          <p:nvPr/>
        </p:nvGrpSpPr>
        <p:grpSpPr>
          <a:xfrm>
            <a:off x="8175292" y="1172538"/>
            <a:ext cx="3656890" cy="2144526"/>
            <a:chOff x="8175292" y="1172538"/>
            <a:chExt cx="3656890" cy="2144526"/>
          </a:xfrm>
        </p:grpSpPr>
        <p:sp>
          <p:nvSpPr>
            <p:cNvPr id="450" name="Rounded Rectangle 110"/>
            <p:cNvSpPr/>
            <p:nvPr/>
          </p:nvSpPr>
          <p:spPr>
            <a:xfrm rot="5400000">
              <a:off x="9142893" y="627775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FAC6B4"/>
                </a:gs>
                <a:gs pos="100000">
                  <a:srgbClr val="F46A3C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451" name="Rectangle 111"/>
            <p:cNvSpPr/>
            <p:nvPr/>
          </p:nvSpPr>
          <p:spPr>
            <a:xfrm>
              <a:off x="9378612" y="2007881"/>
              <a:ext cx="183451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Sustentação – Situação Atual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Evolução testes (fábrica, ferramenta, abordagens, </a:t>
              </a:r>
              <a:r>
                <a:rPr lang="pt-BR" sz="12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449" name="Oval 3"/>
            <p:cNvSpPr/>
            <p:nvPr/>
          </p:nvSpPr>
          <p:spPr>
            <a:xfrm>
              <a:off x="8175292" y="1172538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F46A3C">
                    <a:lumMod val="60000"/>
                    <a:lumOff val="40000"/>
                  </a:srgbClr>
                </a:gs>
                <a:gs pos="100000">
                  <a:srgbClr val="F46A3C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447" name="Oval 6"/>
            <p:cNvSpPr/>
            <p:nvPr/>
          </p:nvSpPr>
          <p:spPr>
            <a:xfrm>
              <a:off x="8278893" y="1269487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27" name="Rectangle 108"/>
            <p:cNvSpPr/>
            <p:nvPr/>
          </p:nvSpPr>
          <p:spPr>
            <a:xfrm>
              <a:off x="9632409" y="1609419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Qualidade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51878" y="1441363"/>
              <a:ext cx="705444" cy="705444"/>
            </a:xfrm>
            <a:prstGeom prst="rect">
              <a:avLst/>
            </a:prstGeom>
          </p:spPr>
        </p:pic>
      </p:grpSp>
      <p:grpSp>
        <p:nvGrpSpPr>
          <p:cNvPr id="13" name="Grupo 12"/>
          <p:cNvGrpSpPr/>
          <p:nvPr/>
        </p:nvGrpSpPr>
        <p:grpSpPr>
          <a:xfrm>
            <a:off x="4144388" y="1167818"/>
            <a:ext cx="3745975" cy="2149246"/>
            <a:chOff x="4144388" y="1167818"/>
            <a:chExt cx="3745975" cy="2149246"/>
          </a:xfrm>
        </p:grpSpPr>
        <p:sp>
          <p:nvSpPr>
            <p:cNvPr id="423" name="Rounded Rectangle 110"/>
            <p:cNvSpPr/>
            <p:nvPr/>
          </p:nvSpPr>
          <p:spPr>
            <a:xfrm rot="5400000">
              <a:off x="5201074" y="627775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FDE3A1"/>
                </a:gs>
                <a:gs pos="100000">
                  <a:srgbClr val="FBD168">
                    <a:lumMod val="75000"/>
                  </a:srgbClr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14400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424" name="Rectangle 111"/>
            <p:cNvSpPr/>
            <p:nvPr/>
          </p:nvSpPr>
          <p:spPr>
            <a:xfrm>
              <a:off x="5436793" y="2007881"/>
              <a:ext cx="200125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Ciclo de desenvolvimento de aplicação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</a:t>
              </a: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BR" sz="1200" kern="0" dirty="0" err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List</a:t>
              </a: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Projetos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kern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Requisitos</a:t>
              </a:r>
              <a:endParaRPr lang="pt-BR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Oval 3"/>
            <p:cNvSpPr/>
            <p:nvPr/>
          </p:nvSpPr>
          <p:spPr>
            <a:xfrm rot="21238514">
              <a:off x="4144388" y="1167818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22" name="Oval 3"/>
            <p:cNvSpPr/>
            <p:nvPr/>
          </p:nvSpPr>
          <p:spPr>
            <a:xfrm>
              <a:off x="4233473" y="1172538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FBD168"/>
                </a:gs>
                <a:gs pos="100000">
                  <a:srgbClr val="FBD168">
                    <a:lumMod val="75000"/>
                  </a:srgbClr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14400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420" name="Oval 6"/>
            <p:cNvSpPr/>
            <p:nvPr/>
          </p:nvSpPr>
          <p:spPr>
            <a:xfrm>
              <a:off x="4337074" y="1269487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400" name="Rectangle 108"/>
            <p:cNvSpPr/>
            <p:nvPr/>
          </p:nvSpPr>
          <p:spPr>
            <a:xfrm>
              <a:off x="5690590" y="1609419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Forma de </a:t>
              </a: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Atuação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43715" y="1494618"/>
              <a:ext cx="814483" cy="586737"/>
            </a:xfrm>
            <a:prstGeom prst="rect">
              <a:avLst/>
            </a:prstGeom>
          </p:spPr>
        </p:pic>
      </p:grpSp>
      <p:grpSp>
        <p:nvGrpSpPr>
          <p:cNvPr id="12" name="Grupo 11"/>
          <p:cNvGrpSpPr/>
          <p:nvPr/>
        </p:nvGrpSpPr>
        <p:grpSpPr>
          <a:xfrm>
            <a:off x="202570" y="1167818"/>
            <a:ext cx="3745975" cy="2149246"/>
            <a:chOff x="202570" y="1167818"/>
            <a:chExt cx="3745975" cy="2149246"/>
          </a:xfrm>
        </p:grpSpPr>
        <p:sp>
          <p:nvSpPr>
            <p:cNvPr id="179" name="Rounded Rectangle 110"/>
            <p:cNvSpPr/>
            <p:nvPr/>
          </p:nvSpPr>
          <p:spPr>
            <a:xfrm rot="5400000">
              <a:off x="1259256" y="627775"/>
              <a:ext cx="1821522" cy="3557056"/>
            </a:xfrm>
            <a:prstGeom prst="roundRect">
              <a:avLst>
                <a:gd name="adj" fmla="val 7102"/>
              </a:avLst>
            </a:prstGeom>
            <a:gradFill>
              <a:gsLst>
                <a:gs pos="0">
                  <a:srgbClr val="A0D5EA"/>
                </a:gs>
                <a:gs pos="100000">
                  <a:srgbClr val="35A5D2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 dirty="0"/>
            </a:p>
          </p:txBody>
        </p:sp>
        <p:sp>
          <p:nvSpPr>
            <p:cNvPr id="180" name="Rectangle 111"/>
            <p:cNvSpPr/>
            <p:nvPr/>
          </p:nvSpPr>
          <p:spPr>
            <a:xfrm>
              <a:off x="1417530" y="1948163"/>
              <a:ext cx="2004156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Arquitetura de Referência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As </a:t>
              </a:r>
              <a:r>
                <a:rPr lang="pt-BR" sz="10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pt-B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por Pace </a:t>
              </a:r>
              <a:r>
                <a:rPr lang="pt-BR" sz="10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Layered</a:t>
              </a:r>
              <a:endParaRPr lang="pt-BR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Futura</a:t>
              </a:r>
            </a:p>
            <a:p>
              <a:pPr marL="504000" lvl="2" indent="-171450">
                <a:buFont typeface="Arial" panose="020B0604020202020204" pitchFamily="34" charset="0"/>
                <a:buChar char="•"/>
              </a:pPr>
              <a:r>
                <a:rPr lang="pt-B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Principais movimentos para 2015</a:t>
              </a:r>
            </a:p>
            <a:p>
              <a:pPr marL="504000" lvl="2" indent="-171450">
                <a:buFont typeface="Arial" panose="020B0604020202020204" pitchFamily="34" charset="0"/>
                <a:buChar char="•"/>
              </a:pPr>
              <a:r>
                <a:rPr lang="pt-BR" sz="1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Movimentos para 2016</a:t>
              </a:r>
            </a:p>
          </p:txBody>
        </p:sp>
        <p:sp>
          <p:nvSpPr>
            <p:cNvPr id="177" name="Oval 3"/>
            <p:cNvSpPr/>
            <p:nvPr/>
          </p:nvSpPr>
          <p:spPr>
            <a:xfrm rot="21238514">
              <a:off x="202570" y="1167818"/>
              <a:ext cx="1264225" cy="1494425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99"/>
                <a:gd name="connsiteX1" fmla="*/ 344482 w 688986"/>
                <a:gd name="connsiteY1" fmla="*/ 0 h 814199"/>
                <a:gd name="connsiteX2" fmla="*/ 688964 w 688986"/>
                <a:gd name="connsiteY2" fmla="*/ 344482 h 814199"/>
                <a:gd name="connsiteX3" fmla="*/ 358770 w 688986"/>
                <a:gd name="connsiteY3" fmla="*/ 688964 h 814199"/>
                <a:gd name="connsiteX4" fmla="*/ 296382 w 688986"/>
                <a:gd name="connsiteY4" fmla="*/ 813796 h 814199"/>
                <a:gd name="connsiteX5" fmla="*/ 141601 w 688986"/>
                <a:gd name="connsiteY5" fmla="*/ 625677 h 814199"/>
                <a:gd name="connsiteX6" fmla="*/ 0 w 688986"/>
                <a:gd name="connsiteY6" fmla="*/ 344482 h 814199"/>
                <a:gd name="connsiteX0" fmla="*/ 0 w 688986"/>
                <a:gd name="connsiteY0" fmla="*/ 344482 h 809377"/>
                <a:gd name="connsiteX1" fmla="*/ 344482 w 688986"/>
                <a:gd name="connsiteY1" fmla="*/ 0 h 809377"/>
                <a:gd name="connsiteX2" fmla="*/ 688964 w 688986"/>
                <a:gd name="connsiteY2" fmla="*/ 344482 h 809377"/>
                <a:gd name="connsiteX3" fmla="*/ 358770 w 688986"/>
                <a:gd name="connsiteY3" fmla="*/ 688964 h 809377"/>
                <a:gd name="connsiteX4" fmla="*/ 292461 w 688986"/>
                <a:gd name="connsiteY4" fmla="*/ 808950 h 809377"/>
                <a:gd name="connsiteX5" fmla="*/ 141601 w 688986"/>
                <a:gd name="connsiteY5" fmla="*/ 625677 h 809377"/>
                <a:gd name="connsiteX6" fmla="*/ 0 w 688986"/>
                <a:gd name="connsiteY6" fmla="*/ 344482 h 809377"/>
                <a:gd name="connsiteX0" fmla="*/ 0 w 688986"/>
                <a:gd name="connsiteY0" fmla="*/ 344482 h 809317"/>
                <a:gd name="connsiteX1" fmla="*/ 344482 w 688986"/>
                <a:gd name="connsiteY1" fmla="*/ 0 h 809317"/>
                <a:gd name="connsiteX2" fmla="*/ 688964 w 688986"/>
                <a:gd name="connsiteY2" fmla="*/ 344482 h 809317"/>
                <a:gd name="connsiteX3" fmla="*/ 358770 w 688986"/>
                <a:gd name="connsiteY3" fmla="*/ 688964 h 809317"/>
                <a:gd name="connsiteX4" fmla="*/ 292461 w 688986"/>
                <a:gd name="connsiteY4" fmla="*/ 808950 h 809317"/>
                <a:gd name="connsiteX5" fmla="*/ 141601 w 688986"/>
                <a:gd name="connsiteY5" fmla="*/ 625677 h 809317"/>
                <a:gd name="connsiteX6" fmla="*/ 0 w 688986"/>
                <a:gd name="connsiteY6" fmla="*/ 344482 h 809317"/>
                <a:gd name="connsiteX0" fmla="*/ 0 w 688986"/>
                <a:gd name="connsiteY0" fmla="*/ 344482 h 809309"/>
                <a:gd name="connsiteX1" fmla="*/ 344482 w 688986"/>
                <a:gd name="connsiteY1" fmla="*/ 0 h 809309"/>
                <a:gd name="connsiteX2" fmla="*/ 688964 w 688986"/>
                <a:gd name="connsiteY2" fmla="*/ 344482 h 809309"/>
                <a:gd name="connsiteX3" fmla="*/ 358770 w 688986"/>
                <a:gd name="connsiteY3" fmla="*/ 688964 h 809309"/>
                <a:gd name="connsiteX4" fmla="*/ 292461 w 688986"/>
                <a:gd name="connsiteY4" fmla="*/ 808950 h 809309"/>
                <a:gd name="connsiteX5" fmla="*/ 150925 w 688986"/>
                <a:gd name="connsiteY5" fmla="*/ 623626 h 809309"/>
                <a:gd name="connsiteX6" fmla="*/ 0 w 688986"/>
                <a:gd name="connsiteY6" fmla="*/ 344482 h 809309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08950"/>
                <a:gd name="connsiteX1" fmla="*/ 344482 w 688986"/>
                <a:gd name="connsiteY1" fmla="*/ 0 h 808950"/>
                <a:gd name="connsiteX2" fmla="*/ 688964 w 688986"/>
                <a:gd name="connsiteY2" fmla="*/ 344482 h 808950"/>
                <a:gd name="connsiteX3" fmla="*/ 358770 w 688986"/>
                <a:gd name="connsiteY3" fmla="*/ 688964 h 808950"/>
                <a:gd name="connsiteX4" fmla="*/ 292461 w 688986"/>
                <a:gd name="connsiteY4" fmla="*/ 808950 h 808950"/>
                <a:gd name="connsiteX5" fmla="*/ 150925 w 688986"/>
                <a:gd name="connsiteY5" fmla="*/ 623626 h 808950"/>
                <a:gd name="connsiteX6" fmla="*/ 0 w 688986"/>
                <a:gd name="connsiteY6" fmla="*/ 344482 h 808950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5271"/>
                <a:gd name="connsiteX1" fmla="*/ 344482 w 688986"/>
                <a:gd name="connsiteY1" fmla="*/ 0 h 815271"/>
                <a:gd name="connsiteX2" fmla="*/ 688964 w 688986"/>
                <a:gd name="connsiteY2" fmla="*/ 344482 h 815271"/>
                <a:gd name="connsiteX3" fmla="*/ 358770 w 688986"/>
                <a:gd name="connsiteY3" fmla="*/ 688964 h 815271"/>
                <a:gd name="connsiteX4" fmla="*/ 294830 w 688986"/>
                <a:gd name="connsiteY4" fmla="*/ 815271 h 815271"/>
                <a:gd name="connsiteX5" fmla="*/ 150925 w 688986"/>
                <a:gd name="connsiteY5" fmla="*/ 623626 h 815271"/>
                <a:gd name="connsiteX6" fmla="*/ 0 w 688986"/>
                <a:gd name="connsiteY6" fmla="*/ 344482 h 815271"/>
                <a:gd name="connsiteX0" fmla="*/ 0 w 688986"/>
                <a:gd name="connsiteY0" fmla="*/ 344482 h 814403"/>
                <a:gd name="connsiteX1" fmla="*/ 344482 w 688986"/>
                <a:gd name="connsiteY1" fmla="*/ 0 h 814403"/>
                <a:gd name="connsiteX2" fmla="*/ 688964 w 688986"/>
                <a:gd name="connsiteY2" fmla="*/ 344482 h 814403"/>
                <a:gd name="connsiteX3" fmla="*/ 358770 w 688986"/>
                <a:gd name="connsiteY3" fmla="*/ 688964 h 814403"/>
                <a:gd name="connsiteX4" fmla="*/ 300994 w 688986"/>
                <a:gd name="connsiteY4" fmla="*/ 814403 h 814403"/>
                <a:gd name="connsiteX5" fmla="*/ 150925 w 688986"/>
                <a:gd name="connsiteY5" fmla="*/ 623626 h 814403"/>
                <a:gd name="connsiteX6" fmla="*/ 0 w 688986"/>
                <a:gd name="connsiteY6" fmla="*/ 344482 h 814403"/>
                <a:gd name="connsiteX0" fmla="*/ 0 w 688986"/>
                <a:gd name="connsiteY0" fmla="*/ 344482 h 814443"/>
                <a:gd name="connsiteX1" fmla="*/ 344482 w 688986"/>
                <a:gd name="connsiteY1" fmla="*/ 0 h 814443"/>
                <a:gd name="connsiteX2" fmla="*/ 688964 w 688986"/>
                <a:gd name="connsiteY2" fmla="*/ 344482 h 814443"/>
                <a:gd name="connsiteX3" fmla="*/ 358770 w 688986"/>
                <a:gd name="connsiteY3" fmla="*/ 688964 h 814443"/>
                <a:gd name="connsiteX4" fmla="*/ 300994 w 688986"/>
                <a:gd name="connsiteY4" fmla="*/ 814403 h 814443"/>
                <a:gd name="connsiteX5" fmla="*/ 150925 w 688986"/>
                <a:gd name="connsiteY5" fmla="*/ 623626 h 814443"/>
                <a:gd name="connsiteX6" fmla="*/ 0 w 688986"/>
                <a:gd name="connsiteY6" fmla="*/ 344482 h 81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443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5439" y="808627"/>
                    <a:pt x="300994" y="814403"/>
                  </a:cubicBezTo>
                  <a:cubicBezTo>
                    <a:pt x="250814" y="816517"/>
                    <a:pt x="161317" y="735413"/>
                    <a:pt x="150925" y="623626"/>
                  </a:cubicBezTo>
                  <a:cubicBezTo>
                    <a:pt x="91898" y="579118"/>
                    <a:pt x="12224" y="492814"/>
                    <a:pt x="0" y="344482"/>
                  </a:cubicBezTo>
                  <a:close/>
                </a:path>
              </a:pathLst>
            </a:custGeom>
            <a:gradFill flip="none" rotWithShape="1">
              <a:gsLst>
                <a:gs pos="87000">
                  <a:schemeClr val="bg2">
                    <a:lumMod val="65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178" name="Oval 3"/>
            <p:cNvSpPr/>
            <p:nvPr/>
          </p:nvSpPr>
          <p:spPr>
            <a:xfrm>
              <a:off x="291655" y="1172538"/>
              <a:ext cx="1264225" cy="1493920"/>
            </a:xfrm>
            <a:custGeom>
              <a:avLst/>
              <a:gdLst>
                <a:gd name="connsiteX0" fmla="*/ 0 w 688963"/>
                <a:gd name="connsiteY0" fmla="*/ 344482 h 688963"/>
                <a:gd name="connsiteX1" fmla="*/ 344482 w 688963"/>
                <a:gd name="connsiteY1" fmla="*/ 0 h 688963"/>
                <a:gd name="connsiteX2" fmla="*/ 688964 w 688963"/>
                <a:gd name="connsiteY2" fmla="*/ 344482 h 688963"/>
                <a:gd name="connsiteX3" fmla="*/ 344482 w 688963"/>
                <a:gd name="connsiteY3" fmla="*/ 688964 h 688963"/>
                <a:gd name="connsiteX4" fmla="*/ 0 w 688963"/>
                <a:gd name="connsiteY4" fmla="*/ 344482 h 688963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0 w 688964"/>
                <a:gd name="connsiteY0" fmla="*/ 344482 h 688964"/>
                <a:gd name="connsiteX1" fmla="*/ 344482 w 688964"/>
                <a:gd name="connsiteY1" fmla="*/ 0 h 688964"/>
                <a:gd name="connsiteX2" fmla="*/ 688964 w 688964"/>
                <a:gd name="connsiteY2" fmla="*/ 344482 h 688964"/>
                <a:gd name="connsiteX3" fmla="*/ 344482 w 688964"/>
                <a:gd name="connsiteY3" fmla="*/ 688964 h 688964"/>
                <a:gd name="connsiteX4" fmla="*/ 0 w 688964"/>
                <a:gd name="connsiteY4" fmla="*/ 344482 h 688964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5577 w 694541"/>
                <a:gd name="connsiteY0" fmla="*/ 344482 h 708898"/>
                <a:gd name="connsiteX1" fmla="*/ 350059 w 694541"/>
                <a:gd name="connsiteY1" fmla="*/ 0 h 708898"/>
                <a:gd name="connsiteX2" fmla="*/ 694541 w 694541"/>
                <a:gd name="connsiteY2" fmla="*/ 344482 h 708898"/>
                <a:gd name="connsiteX3" fmla="*/ 350059 w 694541"/>
                <a:gd name="connsiteY3" fmla="*/ 688964 h 708898"/>
                <a:gd name="connsiteX4" fmla="*/ 151940 w 694541"/>
                <a:gd name="connsiteY4" fmla="*/ 632821 h 708898"/>
                <a:gd name="connsiteX5" fmla="*/ 5577 w 694541"/>
                <a:gd name="connsiteY5" fmla="*/ 344482 h 708898"/>
                <a:gd name="connsiteX0" fmla="*/ 0 w 688964"/>
                <a:gd name="connsiteY0" fmla="*/ 344482 h 708898"/>
                <a:gd name="connsiteX1" fmla="*/ 344482 w 688964"/>
                <a:gd name="connsiteY1" fmla="*/ 0 h 708898"/>
                <a:gd name="connsiteX2" fmla="*/ 688964 w 688964"/>
                <a:gd name="connsiteY2" fmla="*/ 344482 h 708898"/>
                <a:gd name="connsiteX3" fmla="*/ 344482 w 688964"/>
                <a:gd name="connsiteY3" fmla="*/ 688964 h 708898"/>
                <a:gd name="connsiteX4" fmla="*/ 146363 w 688964"/>
                <a:gd name="connsiteY4" fmla="*/ 632821 h 708898"/>
                <a:gd name="connsiteX5" fmla="*/ 0 w 688964"/>
                <a:gd name="connsiteY5" fmla="*/ 344482 h 708898"/>
                <a:gd name="connsiteX0" fmla="*/ 0 w 688964"/>
                <a:gd name="connsiteY0" fmla="*/ 344482 h 718931"/>
                <a:gd name="connsiteX1" fmla="*/ 344482 w 688964"/>
                <a:gd name="connsiteY1" fmla="*/ 0 h 718931"/>
                <a:gd name="connsiteX2" fmla="*/ 688964 w 688964"/>
                <a:gd name="connsiteY2" fmla="*/ 344482 h 718931"/>
                <a:gd name="connsiteX3" fmla="*/ 344482 w 688964"/>
                <a:gd name="connsiteY3" fmla="*/ 688964 h 718931"/>
                <a:gd name="connsiteX4" fmla="*/ 220182 w 688964"/>
                <a:gd name="connsiteY4" fmla="*/ 694733 h 718931"/>
                <a:gd name="connsiteX5" fmla="*/ 146363 w 688964"/>
                <a:gd name="connsiteY5" fmla="*/ 632821 h 718931"/>
                <a:gd name="connsiteX6" fmla="*/ 0 w 688964"/>
                <a:gd name="connsiteY6" fmla="*/ 344482 h 718931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44482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4584"/>
                <a:gd name="connsiteX1" fmla="*/ 344482 w 688964"/>
                <a:gd name="connsiteY1" fmla="*/ 0 h 814584"/>
                <a:gd name="connsiteX2" fmla="*/ 688964 w 688964"/>
                <a:gd name="connsiteY2" fmla="*/ 344482 h 814584"/>
                <a:gd name="connsiteX3" fmla="*/ 358770 w 688964"/>
                <a:gd name="connsiteY3" fmla="*/ 688964 h 814584"/>
                <a:gd name="connsiteX4" fmla="*/ 296382 w 688964"/>
                <a:gd name="connsiteY4" fmla="*/ 813796 h 814584"/>
                <a:gd name="connsiteX5" fmla="*/ 146363 w 688964"/>
                <a:gd name="connsiteY5" fmla="*/ 632821 h 814584"/>
                <a:gd name="connsiteX6" fmla="*/ 0 w 688964"/>
                <a:gd name="connsiteY6" fmla="*/ 344482 h 814584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64"/>
                <a:gd name="connsiteY0" fmla="*/ 344482 h 813796"/>
                <a:gd name="connsiteX1" fmla="*/ 344482 w 688964"/>
                <a:gd name="connsiteY1" fmla="*/ 0 h 813796"/>
                <a:gd name="connsiteX2" fmla="*/ 688964 w 688964"/>
                <a:gd name="connsiteY2" fmla="*/ 344482 h 813796"/>
                <a:gd name="connsiteX3" fmla="*/ 358770 w 688964"/>
                <a:gd name="connsiteY3" fmla="*/ 688964 h 813796"/>
                <a:gd name="connsiteX4" fmla="*/ 296382 w 688964"/>
                <a:gd name="connsiteY4" fmla="*/ 813796 h 813796"/>
                <a:gd name="connsiteX5" fmla="*/ 146363 w 688964"/>
                <a:gd name="connsiteY5" fmla="*/ 632821 h 813796"/>
                <a:gd name="connsiteX6" fmla="*/ 0 w 688964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6363 w 688986"/>
                <a:gd name="connsiteY5" fmla="*/ 632821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3796"/>
                <a:gd name="connsiteX1" fmla="*/ 344482 w 688986"/>
                <a:gd name="connsiteY1" fmla="*/ 0 h 813796"/>
                <a:gd name="connsiteX2" fmla="*/ 688964 w 688986"/>
                <a:gd name="connsiteY2" fmla="*/ 344482 h 813796"/>
                <a:gd name="connsiteX3" fmla="*/ 358770 w 688986"/>
                <a:gd name="connsiteY3" fmla="*/ 688964 h 813796"/>
                <a:gd name="connsiteX4" fmla="*/ 296382 w 688986"/>
                <a:gd name="connsiteY4" fmla="*/ 813796 h 813796"/>
                <a:gd name="connsiteX5" fmla="*/ 141601 w 688986"/>
                <a:gd name="connsiteY5" fmla="*/ 625677 h 813796"/>
                <a:gd name="connsiteX6" fmla="*/ 0 w 688986"/>
                <a:gd name="connsiteY6" fmla="*/ 344482 h 813796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  <a:gd name="connsiteX0" fmla="*/ 0 w 688986"/>
                <a:gd name="connsiteY0" fmla="*/ 344482 h 814168"/>
                <a:gd name="connsiteX1" fmla="*/ 344482 w 688986"/>
                <a:gd name="connsiteY1" fmla="*/ 0 h 814168"/>
                <a:gd name="connsiteX2" fmla="*/ 688964 w 688986"/>
                <a:gd name="connsiteY2" fmla="*/ 344482 h 814168"/>
                <a:gd name="connsiteX3" fmla="*/ 358770 w 688986"/>
                <a:gd name="connsiteY3" fmla="*/ 688964 h 814168"/>
                <a:gd name="connsiteX4" fmla="*/ 296382 w 688986"/>
                <a:gd name="connsiteY4" fmla="*/ 813796 h 814168"/>
                <a:gd name="connsiteX5" fmla="*/ 141601 w 688986"/>
                <a:gd name="connsiteY5" fmla="*/ 625677 h 814168"/>
                <a:gd name="connsiteX6" fmla="*/ 0 w 688986"/>
                <a:gd name="connsiteY6" fmla="*/ 344482 h 81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986" h="814168">
                  <a:moveTo>
                    <a:pt x="0" y="344482"/>
                  </a:moveTo>
                  <a:cubicBezTo>
                    <a:pt x="0" y="154230"/>
                    <a:pt x="154230" y="0"/>
                    <a:pt x="344482" y="0"/>
                  </a:cubicBezTo>
                  <a:cubicBezTo>
                    <a:pt x="534734" y="0"/>
                    <a:pt x="688964" y="154230"/>
                    <a:pt x="688964" y="344482"/>
                  </a:cubicBezTo>
                  <a:cubicBezTo>
                    <a:pt x="691345" y="551402"/>
                    <a:pt x="505957" y="690120"/>
                    <a:pt x="358770" y="688964"/>
                  </a:cubicBezTo>
                  <a:cubicBezTo>
                    <a:pt x="304530" y="717765"/>
                    <a:pt x="300827" y="808020"/>
                    <a:pt x="296382" y="813796"/>
                  </a:cubicBezTo>
                  <a:cubicBezTo>
                    <a:pt x="247229" y="820572"/>
                    <a:pt x="164011" y="734058"/>
                    <a:pt x="141601" y="625677"/>
                  </a:cubicBezTo>
                  <a:cubicBezTo>
                    <a:pt x="82574" y="581169"/>
                    <a:pt x="12224" y="492814"/>
                    <a:pt x="0" y="344482"/>
                  </a:cubicBezTo>
                  <a:close/>
                </a:path>
              </a:pathLst>
            </a:custGeom>
            <a:gradFill>
              <a:gsLst>
                <a:gs pos="0">
                  <a:srgbClr val="35A5D2">
                    <a:lumMod val="60000"/>
                    <a:lumOff val="40000"/>
                  </a:srgbClr>
                </a:gs>
                <a:gs pos="100000">
                  <a:srgbClr val="35A5D2"/>
                </a:gs>
              </a:gsLst>
              <a:lin ang="0" scaled="1"/>
            </a:gradFill>
            <a:ln w="25400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0" rIns="0" numCol="1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kern="0">
                <a:solidFill>
                  <a:schemeClr val="tx1"/>
                </a:solidFill>
              </a:endParaRPr>
            </a:p>
          </p:txBody>
        </p:sp>
        <p:sp>
          <p:nvSpPr>
            <p:cNvPr id="176" name="Oval 6"/>
            <p:cNvSpPr/>
            <p:nvPr/>
          </p:nvSpPr>
          <p:spPr>
            <a:xfrm>
              <a:off x="395256" y="1269487"/>
              <a:ext cx="1057024" cy="1057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</a:endParaRPr>
            </a:p>
          </p:txBody>
        </p:sp>
        <p:sp>
          <p:nvSpPr>
            <p:cNvPr id="372" name="Rectangle 108"/>
            <p:cNvSpPr/>
            <p:nvPr/>
          </p:nvSpPr>
          <p:spPr>
            <a:xfrm>
              <a:off x="1748772" y="1609419"/>
              <a:ext cx="1877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Agency FB" panose="020B0503020202020204" pitchFamily="34" charset="0"/>
                  <a:cs typeface="Andalus" panose="02020603050405020304" pitchFamily="18" charset="-78"/>
                </a:rPr>
                <a:t>Arquitetura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Andalus" panose="02020603050405020304" pitchFamily="18" charset="-78"/>
              </a:endParaRPr>
            </a:p>
          </p:txBody>
        </p:sp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2810" y="1446403"/>
              <a:ext cx="649097" cy="703189"/>
            </a:xfrm>
            <a:prstGeom prst="rect">
              <a:avLst/>
            </a:prstGeom>
          </p:spPr>
        </p:pic>
      </p:grpSp>
      <p:grpSp>
        <p:nvGrpSpPr>
          <p:cNvPr id="52" name="Group 252"/>
          <p:cNvGrpSpPr/>
          <p:nvPr/>
        </p:nvGrpSpPr>
        <p:grpSpPr>
          <a:xfrm>
            <a:off x="10895014" y="1475467"/>
            <a:ext cx="1552427" cy="2142445"/>
            <a:chOff x="3069681" y="2079111"/>
            <a:chExt cx="3001989" cy="3824888"/>
          </a:xfrm>
        </p:grpSpPr>
        <p:sp>
          <p:nvSpPr>
            <p:cNvPr id="53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54" name="Chart 254"/>
            <p:cNvGraphicFramePr/>
            <p:nvPr>
              <p:extLst>
                <p:ext uri="{D42A27DB-BD31-4B8C-83A1-F6EECF244321}">
                  <p14:modId xmlns:p14="http://schemas.microsoft.com/office/powerpoint/2010/main" val="3277248627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55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7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59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65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0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61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8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9" name="Group 252"/>
          <p:cNvGrpSpPr/>
          <p:nvPr/>
        </p:nvGrpSpPr>
        <p:grpSpPr>
          <a:xfrm>
            <a:off x="6907653" y="4183506"/>
            <a:ext cx="1552427" cy="2142445"/>
            <a:chOff x="3069681" y="2079111"/>
            <a:chExt cx="3001989" cy="3824888"/>
          </a:xfrm>
        </p:grpSpPr>
        <p:sp>
          <p:nvSpPr>
            <p:cNvPr id="70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71" name="Chart 254"/>
            <p:cNvGraphicFramePr/>
            <p:nvPr>
              <p:extLst>
                <p:ext uri="{D42A27DB-BD31-4B8C-83A1-F6EECF244321}">
                  <p14:modId xmlns:p14="http://schemas.microsoft.com/office/powerpoint/2010/main" val="882266296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72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4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76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82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78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5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6" name="Group 252"/>
          <p:cNvGrpSpPr/>
          <p:nvPr/>
        </p:nvGrpSpPr>
        <p:grpSpPr>
          <a:xfrm>
            <a:off x="2960672" y="4154558"/>
            <a:ext cx="1552427" cy="2142445"/>
            <a:chOff x="3069681" y="2079111"/>
            <a:chExt cx="3001989" cy="3824888"/>
          </a:xfrm>
        </p:grpSpPr>
        <p:sp>
          <p:nvSpPr>
            <p:cNvPr id="87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88" name="Chart 254"/>
            <p:cNvGraphicFramePr/>
            <p:nvPr>
              <p:extLst>
                <p:ext uri="{D42A27DB-BD31-4B8C-83A1-F6EECF244321}">
                  <p14:modId xmlns:p14="http://schemas.microsoft.com/office/powerpoint/2010/main" val="501375369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89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91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93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99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4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95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92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3" name="Group 252"/>
          <p:cNvGrpSpPr/>
          <p:nvPr/>
        </p:nvGrpSpPr>
        <p:grpSpPr>
          <a:xfrm>
            <a:off x="10926950" y="4186580"/>
            <a:ext cx="1552427" cy="2142445"/>
            <a:chOff x="3069681" y="2079111"/>
            <a:chExt cx="3001989" cy="3824888"/>
          </a:xfrm>
        </p:grpSpPr>
        <p:sp>
          <p:nvSpPr>
            <p:cNvPr id="104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105" name="Chart 254"/>
            <p:cNvGraphicFramePr/>
            <p:nvPr>
              <p:extLst>
                <p:ext uri="{D42A27DB-BD31-4B8C-83A1-F6EECF244321}">
                  <p14:modId xmlns:p14="http://schemas.microsoft.com/office/powerpoint/2010/main" val="2814300912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06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7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8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110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116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1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112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09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0" name="Group 252"/>
          <p:cNvGrpSpPr/>
          <p:nvPr/>
        </p:nvGrpSpPr>
        <p:grpSpPr>
          <a:xfrm>
            <a:off x="6963843" y="1475467"/>
            <a:ext cx="1552427" cy="2142445"/>
            <a:chOff x="3069681" y="2079111"/>
            <a:chExt cx="3001989" cy="3824888"/>
          </a:xfrm>
        </p:grpSpPr>
        <p:sp>
          <p:nvSpPr>
            <p:cNvPr id="121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122" name="Chart 254"/>
            <p:cNvGraphicFramePr/>
            <p:nvPr>
              <p:extLst>
                <p:ext uri="{D42A27DB-BD31-4B8C-83A1-F6EECF244321}">
                  <p14:modId xmlns:p14="http://schemas.microsoft.com/office/powerpoint/2010/main" val="91813824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sp>
          <p:nvSpPr>
            <p:cNvPr id="123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4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25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127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133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8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129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26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7" name="Group 252"/>
          <p:cNvGrpSpPr/>
          <p:nvPr/>
        </p:nvGrpSpPr>
        <p:grpSpPr>
          <a:xfrm>
            <a:off x="2952767" y="1475467"/>
            <a:ext cx="1552427" cy="2142445"/>
            <a:chOff x="3069681" y="2079111"/>
            <a:chExt cx="3001989" cy="3824888"/>
          </a:xfrm>
        </p:grpSpPr>
        <p:sp>
          <p:nvSpPr>
            <p:cNvPr id="138" name="Rectangle 1"/>
            <p:cNvSpPr/>
            <p:nvPr/>
          </p:nvSpPr>
          <p:spPr>
            <a:xfrm>
              <a:off x="3782158" y="2957681"/>
              <a:ext cx="1621764" cy="2683965"/>
            </a:xfrm>
            <a:custGeom>
              <a:avLst/>
              <a:gdLst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0 w 1692188"/>
                <a:gd name="connsiteY3" fmla="*/ 2808312 h 2808312"/>
                <a:gd name="connsiteX4" fmla="*/ 0 w 1692188"/>
                <a:gd name="connsiteY4" fmla="*/ 0 h 2808312"/>
                <a:gd name="connsiteX0" fmla="*/ 0 w 1692188"/>
                <a:gd name="connsiteY0" fmla="*/ 0 h 2808312"/>
                <a:gd name="connsiteX1" fmla="*/ 1692188 w 1692188"/>
                <a:gd name="connsiteY1" fmla="*/ 0 h 2808312"/>
                <a:gd name="connsiteX2" fmla="*/ 1692188 w 1692188"/>
                <a:gd name="connsiteY2" fmla="*/ 2808312 h 2808312"/>
                <a:gd name="connsiteX3" fmla="*/ 14068 w 1692188"/>
                <a:gd name="connsiteY3" fmla="*/ 2709838 h 2808312"/>
                <a:gd name="connsiteX4" fmla="*/ 0 w 1692188"/>
                <a:gd name="connsiteY4" fmla="*/ 0 h 2808312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0 w 1692188"/>
                <a:gd name="connsiteY0" fmla="*/ 0 h 2724516"/>
                <a:gd name="connsiteX1" fmla="*/ 1692188 w 1692188"/>
                <a:gd name="connsiteY1" fmla="*/ 0 h 2724516"/>
                <a:gd name="connsiteX2" fmla="*/ 1678120 w 1692188"/>
                <a:gd name="connsiteY2" fmla="*/ 2653567 h 2724516"/>
                <a:gd name="connsiteX3" fmla="*/ 806134 w 1692188"/>
                <a:gd name="connsiteY3" fmla="*/ 2724516 h 2724516"/>
                <a:gd name="connsiteX4" fmla="*/ 14068 w 1692188"/>
                <a:gd name="connsiteY4" fmla="*/ 2709838 h 2724516"/>
                <a:gd name="connsiteX5" fmla="*/ 0 w 1692188"/>
                <a:gd name="connsiteY5" fmla="*/ 0 h 2724516"/>
                <a:gd name="connsiteX0" fmla="*/ 0 w 1692188"/>
                <a:gd name="connsiteY0" fmla="*/ 0 h 2921464"/>
                <a:gd name="connsiteX1" fmla="*/ 1692188 w 1692188"/>
                <a:gd name="connsiteY1" fmla="*/ 0 h 2921464"/>
                <a:gd name="connsiteX2" fmla="*/ 1678120 w 1692188"/>
                <a:gd name="connsiteY2" fmla="*/ 2653567 h 2921464"/>
                <a:gd name="connsiteX3" fmla="*/ 792066 w 1692188"/>
                <a:gd name="connsiteY3" fmla="*/ 2921464 h 2921464"/>
                <a:gd name="connsiteX4" fmla="*/ 14068 w 1692188"/>
                <a:gd name="connsiteY4" fmla="*/ 2709838 h 2921464"/>
                <a:gd name="connsiteX5" fmla="*/ 0 w 1692188"/>
                <a:gd name="connsiteY5" fmla="*/ 0 h 2921464"/>
                <a:gd name="connsiteX0" fmla="*/ 0 w 1692188"/>
                <a:gd name="connsiteY0" fmla="*/ 0 h 2709838"/>
                <a:gd name="connsiteX1" fmla="*/ 1692188 w 1692188"/>
                <a:gd name="connsiteY1" fmla="*/ 0 h 2709838"/>
                <a:gd name="connsiteX2" fmla="*/ 1678120 w 1692188"/>
                <a:gd name="connsiteY2" fmla="*/ 2653567 h 2709838"/>
                <a:gd name="connsiteX3" fmla="*/ 14068 w 1692188"/>
                <a:gd name="connsiteY3" fmla="*/ 2709838 h 2709838"/>
                <a:gd name="connsiteX4" fmla="*/ 0 w 1692188"/>
                <a:gd name="connsiteY4" fmla="*/ 0 h 2709838"/>
                <a:gd name="connsiteX0" fmla="*/ 9035 w 1701223"/>
                <a:gd name="connsiteY0" fmla="*/ 0 h 2653567"/>
                <a:gd name="connsiteX1" fmla="*/ 1701223 w 1701223"/>
                <a:gd name="connsiteY1" fmla="*/ 0 h 2653567"/>
                <a:gd name="connsiteX2" fmla="*/ 1687155 w 1701223"/>
                <a:gd name="connsiteY2" fmla="*/ 2653567 h 2653567"/>
                <a:gd name="connsiteX3" fmla="*/ 801 w 1701223"/>
                <a:gd name="connsiteY3" fmla="*/ 2538853 h 2653567"/>
                <a:gd name="connsiteX4" fmla="*/ 9035 w 1701223"/>
                <a:gd name="connsiteY4" fmla="*/ 0 h 2653567"/>
                <a:gd name="connsiteX0" fmla="*/ 9035 w 1710258"/>
                <a:gd name="connsiteY0" fmla="*/ 0 h 2538853"/>
                <a:gd name="connsiteX1" fmla="*/ 1701223 w 1710258"/>
                <a:gd name="connsiteY1" fmla="*/ 0 h 2538853"/>
                <a:gd name="connsiteX2" fmla="*/ 1709457 w 1710258"/>
                <a:gd name="connsiteY2" fmla="*/ 2534621 h 2538853"/>
                <a:gd name="connsiteX3" fmla="*/ 801 w 1710258"/>
                <a:gd name="connsiteY3" fmla="*/ 2538853 h 2538853"/>
                <a:gd name="connsiteX4" fmla="*/ 9035 w 1710258"/>
                <a:gd name="connsiteY4" fmla="*/ 0 h 2538853"/>
                <a:gd name="connsiteX0" fmla="*/ 9035 w 1710258"/>
                <a:gd name="connsiteY0" fmla="*/ 0 h 2726018"/>
                <a:gd name="connsiteX1" fmla="*/ 1701223 w 1710258"/>
                <a:gd name="connsiteY1" fmla="*/ 0 h 2726018"/>
                <a:gd name="connsiteX2" fmla="*/ 1709457 w 1710258"/>
                <a:gd name="connsiteY2" fmla="*/ 2534621 h 2726018"/>
                <a:gd name="connsiteX3" fmla="*/ 801 w 1710258"/>
                <a:gd name="connsiteY3" fmla="*/ 2538853 h 2726018"/>
                <a:gd name="connsiteX4" fmla="*/ 9035 w 1710258"/>
                <a:gd name="connsiteY4" fmla="*/ 0 h 2726018"/>
                <a:gd name="connsiteX0" fmla="*/ 0 w 1701223"/>
                <a:gd name="connsiteY0" fmla="*/ 0 h 2726018"/>
                <a:gd name="connsiteX1" fmla="*/ 1692188 w 1701223"/>
                <a:gd name="connsiteY1" fmla="*/ 0 h 2726018"/>
                <a:gd name="connsiteX2" fmla="*/ 1700422 w 1701223"/>
                <a:gd name="connsiteY2" fmla="*/ 2534621 h 2726018"/>
                <a:gd name="connsiteX3" fmla="*/ 6635 w 1701223"/>
                <a:gd name="connsiteY3" fmla="*/ 2538853 h 2726018"/>
                <a:gd name="connsiteX4" fmla="*/ 0 w 1701223"/>
                <a:gd name="connsiteY4" fmla="*/ 0 h 2726018"/>
                <a:gd name="connsiteX0" fmla="*/ 0 w 1701223"/>
                <a:gd name="connsiteY0" fmla="*/ 0 h 2725051"/>
                <a:gd name="connsiteX1" fmla="*/ 1692188 w 1701223"/>
                <a:gd name="connsiteY1" fmla="*/ 0 h 2725051"/>
                <a:gd name="connsiteX2" fmla="*/ 1700422 w 1701223"/>
                <a:gd name="connsiteY2" fmla="*/ 2534621 h 2725051"/>
                <a:gd name="connsiteX3" fmla="*/ 28937 w 1701223"/>
                <a:gd name="connsiteY3" fmla="*/ 2535136 h 2725051"/>
                <a:gd name="connsiteX4" fmla="*/ 0 w 1701223"/>
                <a:gd name="connsiteY4" fmla="*/ 0 h 2725051"/>
                <a:gd name="connsiteX0" fmla="*/ 0 w 1701223"/>
                <a:gd name="connsiteY0" fmla="*/ 0 h 2781201"/>
                <a:gd name="connsiteX1" fmla="*/ 1692188 w 1701223"/>
                <a:gd name="connsiteY1" fmla="*/ 0 h 2781201"/>
                <a:gd name="connsiteX2" fmla="*/ 1700422 w 1701223"/>
                <a:gd name="connsiteY2" fmla="*/ 2534621 h 2781201"/>
                <a:gd name="connsiteX3" fmla="*/ 28937 w 1701223"/>
                <a:gd name="connsiteY3" fmla="*/ 2535136 h 2781201"/>
                <a:gd name="connsiteX4" fmla="*/ 0 w 1701223"/>
                <a:gd name="connsiteY4" fmla="*/ 0 h 2781201"/>
                <a:gd name="connsiteX0" fmla="*/ 0 w 1701223"/>
                <a:gd name="connsiteY0" fmla="*/ 0 h 2794120"/>
                <a:gd name="connsiteX1" fmla="*/ 1692188 w 1701223"/>
                <a:gd name="connsiteY1" fmla="*/ 0 h 2794120"/>
                <a:gd name="connsiteX2" fmla="*/ 1700422 w 1701223"/>
                <a:gd name="connsiteY2" fmla="*/ 2534621 h 2794120"/>
                <a:gd name="connsiteX3" fmla="*/ 28937 w 1701223"/>
                <a:gd name="connsiteY3" fmla="*/ 2535136 h 2794120"/>
                <a:gd name="connsiteX4" fmla="*/ 0 w 1701223"/>
                <a:gd name="connsiteY4" fmla="*/ 0 h 2794120"/>
                <a:gd name="connsiteX0" fmla="*/ 0 w 1692188"/>
                <a:gd name="connsiteY0" fmla="*/ 0 h 2789744"/>
                <a:gd name="connsiteX1" fmla="*/ 1692188 w 1692188"/>
                <a:gd name="connsiteY1" fmla="*/ 0 h 2789744"/>
                <a:gd name="connsiteX2" fmla="*/ 1681837 w 1692188"/>
                <a:gd name="connsiteY2" fmla="*/ 2527187 h 2789744"/>
                <a:gd name="connsiteX3" fmla="*/ 28937 w 1692188"/>
                <a:gd name="connsiteY3" fmla="*/ 2535136 h 2789744"/>
                <a:gd name="connsiteX4" fmla="*/ 0 w 1692188"/>
                <a:gd name="connsiteY4" fmla="*/ 0 h 2789744"/>
                <a:gd name="connsiteX0" fmla="*/ 0 w 1692188"/>
                <a:gd name="connsiteY0" fmla="*/ 0 h 2800515"/>
                <a:gd name="connsiteX1" fmla="*/ 1692188 w 1692188"/>
                <a:gd name="connsiteY1" fmla="*/ 0 h 2800515"/>
                <a:gd name="connsiteX2" fmla="*/ 1681837 w 1692188"/>
                <a:gd name="connsiteY2" fmla="*/ 2527187 h 2800515"/>
                <a:gd name="connsiteX3" fmla="*/ 28937 w 1692188"/>
                <a:gd name="connsiteY3" fmla="*/ 2535136 h 2800515"/>
                <a:gd name="connsiteX4" fmla="*/ 0 w 1692188"/>
                <a:gd name="connsiteY4" fmla="*/ 0 h 280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188" h="2800515">
                  <a:moveTo>
                    <a:pt x="0" y="0"/>
                  </a:moveTo>
                  <a:lnTo>
                    <a:pt x="1692188" y="0"/>
                  </a:lnTo>
                  <a:cubicBezTo>
                    <a:pt x="1687499" y="884522"/>
                    <a:pt x="1686526" y="1642665"/>
                    <a:pt x="1681837" y="2527187"/>
                  </a:cubicBezTo>
                  <a:cubicBezTo>
                    <a:pt x="1168042" y="2982080"/>
                    <a:pt x="278820" y="2786486"/>
                    <a:pt x="28937" y="2535136"/>
                  </a:cubicBezTo>
                  <a:cubicBezTo>
                    <a:pt x="24248" y="1631857"/>
                    <a:pt x="4689" y="903279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5400">
                  <a:sysClr val="windowText" lastClr="000000">
                    <a:lumMod val="65000"/>
                    <a:lumOff val="35000"/>
                  </a:sysClr>
                </a:gs>
                <a:gs pos="100000">
                  <a:sysClr val="windowText" lastClr="000000">
                    <a:lumMod val="85000"/>
                    <a:lumOff val="15000"/>
                  </a:sysClr>
                </a:gs>
                <a:gs pos="0">
                  <a:sysClr val="windowText" lastClr="000000">
                    <a:lumMod val="95000"/>
                    <a:lumOff val="5000"/>
                  </a:sys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139" name="Chart 254"/>
            <p:cNvGraphicFramePr/>
            <p:nvPr>
              <p:extLst>
                <p:ext uri="{D42A27DB-BD31-4B8C-83A1-F6EECF244321}">
                  <p14:modId xmlns:p14="http://schemas.microsoft.com/office/powerpoint/2010/main" val="2215905474"/>
                </p:ext>
              </p:extLst>
            </p:nvPr>
          </p:nvGraphicFramePr>
          <p:xfrm>
            <a:off x="3069681" y="2079111"/>
            <a:ext cx="3001989" cy="3824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sp>
          <p:nvSpPr>
            <p:cNvPr id="140" name="Rectangle 1"/>
            <p:cNvSpPr/>
            <p:nvPr/>
          </p:nvSpPr>
          <p:spPr>
            <a:xfrm>
              <a:off x="3857415" y="3013717"/>
              <a:ext cx="391663" cy="2564552"/>
            </a:xfrm>
            <a:custGeom>
              <a:avLst/>
              <a:gdLst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4517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504056"/>
                <a:gd name="connsiteY0" fmla="*/ 0 h 2773089"/>
                <a:gd name="connsiteX1" fmla="*/ 504056 w 504056"/>
                <a:gd name="connsiteY1" fmla="*/ 0 h 2773089"/>
                <a:gd name="connsiteX2" fmla="*/ 492333 w 504056"/>
                <a:gd name="connsiteY2" fmla="*/ 2773089 h 2773089"/>
                <a:gd name="connsiteX3" fmla="*/ 28937 w 504056"/>
                <a:gd name="connsiteY3" fmla="*/ 2535136 h 2773089"/>
                <a:gd name="connsiteX4" fmla="*/ 0 w 504056"/>
                <a:gd name="connsiteY4" fmla="*/ 0 h 2773089"/>
                <a:gd name="connsiteX0" fmla="*/ 0 w 504056"/>
                <a:gd name="connsiteY0" fmla="*/ 0 h 2784812"/>
                <a:gd name="connsiteX1" fmla="*/ 504056 w 504056"/>
                <a:gd name="connsiteY1" fmla="*/ 0 h 2784812"/>
                <a:gd name="connsiteX2" fmla="*/ 488425 w 504056"/>
                <a:gd name="connsiteY2" fmla="*/ 2784812 h 2784812"/>
                <a:gd name="connsiteX3" fmla="*/ 28937 w 504056"/>
                <a:gd name="connsiteY3" fmla="*/ 2535136 h 2784812"/>
                <a:gd name="connsiteX4" fmla="*/ 0 w 504056"/>
                <a:gd name="connsiteY4" fmla="*/ 0 h 2784812"/>
                <a:gd name="connsiteX0" fmla="*/ 0 w 492332"/>
                <a:gd name="connsiteY0" fmla="*/ 0 h 2784812"/>
                <a:gd name="connsiteX1" fmla="*/ 492332 w 492332"/>
                <a:gd name="connsiteY1" fmla="*/ 246185 h 2784812"/>
                <a:gd name="connsiteX2" fmla="*/ 488425 w 492332"/>
                <a:gd name="connsiteY2" fmla="*/ 2784812 h 2784812"/>
                <a:gd name="connsiteX3" fmla="*/ 28937 w 492332"/>
                <a:gd name="connsiteY3" fmla="*/ 2535136 h 2784812"/>
                <a:gd name="connsiteX4" fmla="*/ 0 w 492332"/>
                <a:gd name="connsiteY4" fmla="*/ 0 h 27848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63939"/>
                <a:gd name="connsiteY0" fmla="*/ 0 h 2683212"/>
                <a:gd name="connsiteX1" fmla="*/ 463939 w 463939"/>
                <a:gd name="connsiteY1" fmla="*/ 144585 h 2683212"/>
                <a:gd name="connsiteX2" fmla="*/ 460032 w 463939"/>
                <a:gd name="connsiteY2" fmla="*/ 2683212 h 2683212"/>
                <a:gd name="connsiteX3" fmla="*/ 544 w 463939"/>
                <a:gd name="connsiteY3" fmla="*/ 2433536 h 2683212"/>
                <a:gd name="connsiteX4" fmla="*/ 18499 w 463939"/>
                <a:gd name="connsiteY4" fmla="*/ 0 h 2683212"/>
                <a:gd name="connsiteX0" fmla="*/ 18499 w 475663"/>
                <a:gd name="connsiteY0" fmla="*/ 0 h 2683212"/>
                <a:gd name="connsiteX1" fmla="*/ 475663 w 475663"/>
                <a:gd name="connsiteY1" fmla="*/ 136770 h 2683212"/>
                <a:gd name="connsiteX2" fmla="*/ 460032 w 475663"/>
                <a:gd name="connsiteY2" fmla="*/ 2683212 h 2683212"/>
                <a:gd name="connsiteX3" fmla="*/ 544 w 475663"/>
                <a:gd name="connsiteY3" fmla="*/ 2433536 h 2683212"/>
                <a:gd name="connsiteX4" fmla="*/ 18499 w 475663"/>
                <a:gd name="connsiteY4" fmla="*/ 0 h 2683212"/>
                <a:gd name="connsiteX0" fmla="*/ 18499 w 460032"/>
                <a:gd name="connsiteY0" fmla="*/ 0 h 2683212"/>
                <a:gd name="connsiteX1" fmla="*/ 456124 w 460032"/>
                <a:gd name="connsiteY1" fmla="*/ 136770 h 2683212"/>
                <a:gd name="connsiteX2" fmla="*/ 460032 w 460032"/>
                <a:gd name="connsiteY2" fmla="*/ 2683212 h 2683212"/>
                <a:gd name="connsiteX3" fmla="*/ 544 w 460032"/>
                <a:gd name="connsiteY3" fmla="*/ 2433536 h 2683212"/>
                <a:gd name="connsiteX4" fmla="*/ 18499 w 460032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7847"/>
                <a:gd name="connsiteY0" fmla="*/ 0 h 2683212"/>
                <a:gd name="connsiteX1" fmla="*/ 467847 w 467847"/>
                <a:gd name="connsiteY1" fmla="*/ 136770 h 2683212"/>
                <a:gd name="connsiteX2" fmla="*/ 460032 w 467847"/>
                <a:gd name="connsiteY2" fmla="*/ 2683212 h 2683212"/>
                <a:gd name="connsiteX3" fmla="*/ 544 w 467847"/>
                <a:gd name="connsiteY3" fmla="*/ 2433536 h 2683212"/>
                <a:gd name="connsiteX4" fmla="*/ 18499 w 467847"/>
                <a:gd name="connsiteY4" fmla="*/ 0 h 2683212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36770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69237"/>
                <a:gd name="connsiteY0" fmla="*/ 0 h 2659623"/>
                <a:gd name="connsiteX1" fmla="*/ 467847 w 469237"/>
                <a:gd name="connsiteY1" fmla="*/ 172154 h 2659623"/>
                <a:gd name="connsiteX2" fmla="*/ 469237 w 469237"/>
                <a:gd name="connsiteY2" fmla="*/ 2659623 h 2659623"/>
                <a:gd name="connsiteX3" fmla="*/ 544 w 469237"/>
                <a:gd name="connsiteY3" fmla="*/ 2433536 h 2659623"/>
                <a:gd name="connsiteX4" fmla="*/ 18499 w 469237"/>
                <a:gd name="connsiteY4" fmla="*/ 0 h 2659623"/>
                <a:gd name="connsiteX0" fmla="*/ 18499 w 479918"/>
                <a:gd name="connsiteY0" fmla="*/ 0 h 2659623"/>
                <a:gd name="connsiteX1" fmla="*/ 479918 w 479918"/>
                <a:gd name="connsiteY1" fmla="*/ 166354 h 2659623"/>
                <a:gd name="connsiteX2" fmla="*/ 469237 w 479918"/>
                <a:gd name="connsiteY2" fmla="*/ 2659623 h 2659623"/>
                <a:gd name="connsiteX3" fmla="*/ 544 w 479918"/>
                <a:gd name="connsiteY3" fmla="*/ 2433536 h 2659623"/>
                <a:gd name="connsiteX4" fmla="*/ 18499 w 479918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59623"/>
                <a:gd name="connsiteX1" fmla="*/ 470865 w 470865"/>
                <a:gd name="connsiteY1" fmla="*/ 166354 h 2659623"/>
                <a:gd name="connsiteX2" fmla="*/ 469237 w 470865"/>
                <a:gd name="connsiteY2" fmla="*/ 2659623 h 2659623"/>
                <a:gd name="connsiteX3" fmla="*/ 544 w 470865"/>
                <a:gd name="connsiteY3" fmla="*/ 2433536 h 2659623"/>
                <a:gd name="connsiteX4" fmla="*/ 18499 w 470865"/>
                <a:gd name="connsiteY4" fmla="*/ 0 h 2659623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0865"/>
                <a:gd name="connsiteY0" fmla="*/ 0 h 2685046"/>
                <a:gd name="connsiteX1" fmla="*/ 470865 w 470865"/>
                <a:gd name="connsiteY1" fmla="*/ 166354 h 2685046"/>
                <a:gd name="connsiteX2" fmla="*/ 469238 w 470865"/>
                <a:gd name="connsiteY2" fmla="*/ 2685046 h 2685046"/>
                <a:gd name="connsiteX3" fmla="*/ 544 w 470865"/>
                <a:gd name="connsiteY3" fmla="*/ 2433536 h 2685046"/>
                <a:gd name="connsiteX4" fmla="*/ 18499 w 470865"/>
                <a:gd name="connsiteY4" fmla="*/ 0 h 2685046"/>
                <a:gd name="connsiteX0" fmla="*/ 18499 w 471948"/>
                <a:gd name="connsiteY0" fmla="*/ 0 h 2680423"/>
                <a:gd name="connsiteX1" fmla="*/ 470865 w 471948"/>
                <a:gd name="connsiteY1" fmla="*/ 166354 h 2680423"/>
                <a:gd name="connsiteX2" fmla="*/ 471948 w 471948"/>
                <a:gd name="connsiteY2" fmla="*/ 2680423 h 2680423"/>
                <a:gd name="connsiteX3" fmla="*/ 544 w 471948"/>
                <a:gd name="connsiteY3" fmla="*/ 2433536 h 2680423"/>
                <a:gd name="connsiteX4" fmla="*/ 18499 w 471948"/>
                <a:gd name="connsiteY4" fmla="*/ 0 h 2680423"/>
                <a:gd name="connsiteX0" fmla="*/ 18499 w 470865"/>
                <a:gd name="connsiteY0" fmla="*/ 0 h 2687357"/>
                <a:gd name="connsiteX1" fmla="*/ 470865 w 470865"/>
                <a:gd name="connsiteY1" fmla="*/ 166354 h 2687357"/>
                <a:gd name="connsiteX2" fmla="*/ 466528 w 470865"/>
                <a:gd name="connsiteY2" fmla="*/ 2687357 h 2687357"/>
                <a:gd name="connsiteX3" fmla="*/ 544 w 470865"/>
                <a:gd name="connsiteY3" fmla="*/ 2433536 h 2687357"/>
                <a:gd name="connsiteX4" fmla="*/ 18499 w 470865"/>
                <a:gd name="connsiteY4" fmla="*/ 0 h 2687357"/>
                <a:gd name="connsiteX0" fmla="*/ 13196 w 470983"/>
                <a:gd name="connsiteY0" fmla="*/ 0 h 2597219"/>
                <a:gd name="connsiteX1" fmla="*/ 470983 w 470983"/>
                <a:gd name="connsiteY1" fmla="*/ 76216 h 2597219"/>
                <a:gd name="connsiteX2" fmla="*/ 466646 w 470983"/>
                <a:gd name="connsiteY2" fmla="*/ 2597219 h 2597219"/>
                <a:gd name="connsiteX3" fmla="*/ 662 w 470983"/>
                <a:gd name="connsiteY3" fmla="*/ 2343398 h 2597219"/>
                <a:gd name="connsiteX4" fmla="*/ 13196 w 47098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3196 w 468273"/>
                <a:gd name="connsiteY0" fmla="*/ 0 h 2597219"/>
                <a:gd name="connsiteX1" fmla="*/ 468273 w 468273"/>
                <a:gd name="connsiteY1" fmla="*/ 129374 h 2597219"/>
                <a:gd name="connsiteX2" fmla="*/ 466646 w 468273"/>
                <a:gd name="connsiteY2" fmla="*/ 2597219 h 2597219"/>
                <a:gd name="connsiteX3" fmla="*/ 662 w 468273"/>
                <a:gd name="connsiteY3" fmla="*/ 2343398 h 2597219"/>
                <a:gd name="connsiteX4" fmla="*/ 13196 w 468273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  <a:gd name="connsiteX0" fmla="*/ 10028 w 465105"/>
                <a:gd name="connsiteY0" fmla="*/ 0 h 2597219"/>
                <a:gd name="connsiteX1" fmla="*/ 465105 w 465105"/>
                <a:gd name="connsiteY1" fmla="*/ 129374 h 2597219"/>
                <a:gd name="connsiteX2" fmla="*/ 463478 w 465105"/>
                <a:gd name="connsiteY2" fmla="*/ 2597219 h 2597219"/>
                <a:gd name="connsiteX3" fmla="*/ 764 w 465105"/>
                <a:gd name="connsiteY3" fmla="*/ 2351767 h 2597219"/>
                <a:gd name="connsiteX4" fmla="*/ 10028 w 465105"/>
                <a:gd name="connsiteY4" fmla="*/ 0 h 25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105" h="2597219">
                  <a:moveTo>
                    <a:pt x="10028" y="0"/>
                  </a:moveTo>
                  <a:cubicBezTo>
                    <a:pt x="227080" y="90632"/>
                    <a:pt x="307305" y="107232"/>
                    <a:pt x="465105" y="129374"/>
                  </a:cubicBezTo>
                  <a:cubicBezTo>
                    <a:pt x="465105" y="1048527"/>
                    <a:pt x="463478" y="1678066"/>
                    <a:pt x="463478" y="2597219"/>
                  </a:cubicBezTo>
                  <a:cubicBezTo>
                    <a:pt x="219163" y="2553742"/>
                    <a:pt x="46402" y="2465216"/>
                    <a:pt x="764" y="2351767"/>
                  </a:cubicBezTo>
                  <a:cubicBezTo>
                    <a:pt x="-3925" y="1448488"/>
                    <a:pt x="14717" y="903279"/>
                    <a:pt x="10028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FFFFFF">
                    <a:alpha val="20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1" name="Rectangle 1"/>
            <p:cNvSpPr/>
            <p:nvPr/>
          </p:nvSpPr>
          <p:spPr>
            <a:xfrm>
              <a:off x="5090709" y="3006386"/>
              <a:ext cx="261284" cy="2529450"/>
            </a:xfrm>
            <a:custGeom>
              <a:avLst/>
              <a:gdLst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06753"/>
                <a:gd name="connsiteX1" fmla="*/ 299755 w 299755"/>
                <a:gd name="connsiteY1" fmla="*/ 0 h 2706753"/>
                <a:gd name="connsiteX2" fmla="*/ 289404 w 299755"/>
                <a:gd name="connsiteY2" fmla="*/ 2527187 h 2706753"/>
                <a:gd name="connsiteX3" fmla="*/ 0 w 299755"/>
                <a:gd name="connsiteY3" fmla="*/ 2706753 h 2706753"/>
                <a:gd name="connsiteX4" fmla="*/ 11723 w 299755"/>
                <a:gd name="connsiteY4" fmla="*/ 0 h 2706753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1723 w 299755"/>
                <a:gd name="connsiteY0" fmla="*/ 0 h 2718476"/>
                <a:gd name="connsiteX1" fmla="*/ 299755 w 299755"/>
                <a:gd name="connsiteY1" fmla="*/ 0 h 2718476"/>
                <a:gd name="connsiteX2" fmla="*/ 289404 w 299755"/>
                <a:gd name="connsiteY2" fmla="*/ 2527187 h 2718476"/>
                <a:gd name="connsiteX3" fmla="*/ 0 w 299755"/>
                <a:gd name="connsiteY3" fmla="*/ 2718476 h 2718476"/>
                <a:gd name="connsiteX4" fmla="*/ 11723 w 299755"/>
                <a:gd name="connsiteY4" fmla="*/ 0 h 2718476"/>
                <a:gd name="connsiteX0" fmla="*/ 18866 w 306898"/>
                <a:gd name="connsiteY0" fmla="*/ 0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8866 w 306898"/>
                <a:gd name="connsiteY4" fmla="*/ 0 h 2711332"/>
                <a:gd name="connsiteX0" fmla="*/ 11138 w 306898"/>
                <a:gd name="connsiteY0" fmla="*/ 167426 h 2711332"/>
                <a:gd name="connsiteX1" fmla="*/ 306898 w 306898"/>
                <a:gd name="connsiteY1" fmla="*/ 0 h 2711332"/>
                <a:gd name="connsiteX2" fmla="*/ 296547 w 306898"/>
                <a:gd name="connsiteY2" fmla="*/ 2527187 h 2711332"/>
                <a:gd name="connsiteX3" fmla="*/ 0 w 306898"/>
                <a:gd name="connsiteY3" fmla="*/ 2711332 h 2711332"/>
                <a:gd name="connsiteX4" fmla="*/ 11138 w 306898"/>
                <a:gd name="connsiteY4" fmla="*/ 167426 h 2711332"/>
                <a:gd name="connsiteX0" fmla="*/ 11138 w 309474"/>
                <a:gd name="connsiteY0" fmla="*/ 113334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13334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11138 w 309474"/>
                <a:gd name="connsiteY0" fmla="*/ 105607 h 2657240"/>
                <a:gd name="connsiteX1" fmla="*/ 309474 w 309474"/>
                <a:gd name="connsiteY1" fmla="*/ 0 h 2657240"/>
                <a:gd name="connsiteX2" fmla="*/ 296547 w 309474"/>
                <a:gd name="connsiteY2" fmla="*/ 2473095 h 2657240"/>
                <a:gd name="connsiteX3" fmla="*/ 0 w 309474"/>
                <a:gd name="connsiteY3" fmla="*/ 2657240 h 2657240"/>
                <a:gd name="connsiteX4" fmla="*/ 11138 w 309474"/>
                <a:gd name="connsiteY4" fmla="*/ 105607 h 2657240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05607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05607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3411 w 301747"/>
                <a:gd name="connsiteY0" fmla="*/ 129040 h 2659816"/>
                <a:gd name="connsiteX1" fmla="*/ 301747 w 301747"/>
                <a:gd name="connsiteY1" fmla="*/ 0 h 2659816"/>
                <a:gd name="connsiteX2" fmla="*/ 288820 w 301747"/>
                <a:gd name="connsiteY2" fmla="*/ 2473095 h 2659816"/>
                <a:gd name="connsiteX3" fmla="*/ 0 w 301747"/>
                <a:gd name="connsiteY3" fmla="*/ 2659816 h 2659816"/>
                <a:gd name="connsiteX4" fmla="*/ 3411 w 301747"/>
                <a:gd name="connsiteY4" fmla="*/ 129040 h 2659816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755 w 299091"/>
                <a:gd name="connsiteY0" fmla="*/ 129040 h 2681679"/>
                <a:gd name="connsiteX1" fmla="*/ 299091 w 299091"/>
                <a:gd name="connsiteY1" fmla="*/ 0 h 2681679"/>
                <a:gd name="connsiteX2" fmla="*/ 286164 w 299091"/>
                <a:gd name="connsiteY2" fmla="*/ 2473095 h 2681679"/>
                <a:gd name="connsiteX3" fmla="*/ 0 w 299091"/>
                <a:gd name="connsiteY3" fmla="*/ 2681679 h 2681679"/>
                <a:gd name="connsiteX4" fmla="*/ 755 w 299091"/>
                <a:gd name="connsiteY4" fmla="*/ 129040 h 2681679"/>
                <a:gd name="connsiteX0" fmla="*/ 0 w 300993"/>
                <a:gd name="connsiteY0" fmla="*/ 112037 h 2681679"/>
                <a:gd name="connsiteX1" fmla="*/ 300993 w 300993"/>
                <a:gd name="connsiteY1" fmla="*/ 0 h 2681679"/>
                <a:gd name="connsiteX2" fmla="*/ 288066 w 300993"/>
                <a:gd name="connsiteY2" fmla="*/ 2473095 h 2681679"/>
                <a:gd name="connsiteX3" fmla="*/ 1902 w 300993"/>
                <a:gd name="connsiteY3" fmla="*/ 2681679 h 2681679"/>
                <a:gd name="connsiteX4" fmla="*/ 0 w 300993"/>
                <a:gd name="connsiteY4" fmla="*/ 112037 h 2681679"/>
                <a:gd name="connsiteX0" fmla="*/ 0 w 311620"/>
                <a:gd name="connsiteY0" fmla="*/ 87745 h 2681679"/>
                <a:gd name="connsiteX1" fmla="*/ 311620 w 311620"/>
                <a:gd name="connsiteY1" fmla="*/ 0 h 2681679"/>
                <a:gd name="connsiteX2" fmla="*/ 298693 w 311620"/>
                <a:gd name="connsiteY2" fmla="*/ 2473095 h 2681679"/>
                <a:gd name="connsiteX3" fmla="*/ 12529 w 311620"/>
                <a:gd name="connsiteY3" fmla="*/ 2681679 h 2681679"/>
                <a:gd name="connsiteX4" fmla="*/ 0 w 311620"/>
                <a:gd name="connsiteY4" fmla="*/ 87745 h 2681679"/>
                <a:gd name="connsiteX0" fmla="*/ 0 w 299534"/>
                <a:gd name="connsiteY0" fmla="*/ 96981 h 2690915"/>
                <a:gd name="connsiteX1" fmla="*/ 291418 w 299534"/>
                <a:gd name="connsiteY1" fmla="*/ 0 h 2690915"/>
                <a:gd name="connsiteX2" fmla="*/ 298693 w 299534"/>
                <a:gd name="connsiteY2" fmla="*/ 2482331 h 2690915"/>
                <a:gd name="connsiteX3" fmla="*/ 12529 w 299534"/>
                <a:gd name="connsiteY3" fmla="*/ 2690915 h 2690915"/>
                <a:gd name="connsiteX4" fmla="*/ 0 w 299534"/>
                <a:gd name="connsiteY4" fmla="*/ 96981 h 2690915"/>
                <a:gd name="connsiteX0" fmla="*/ 0 w 299534"/>
                <a:gd name="connsiteY0" fmla="*/ 104269 h 2698203"/>
                <a:gd name="connsiteX1" fmla="*/ 291419 w 299534"/>
                <a:gd name="connsiteY1" fmla="*/ 0 h 2698203"/>
                <a:gd name="connsiteX2" fmla="*/ 298693 w 299534"/>
                <a:gd name="connsiteY2" fmla="*/ 2489619 h 2698203"/>
                <a:gd name="connsiteX3" fmla="*/ 12529 w 299534"/>
                <a:gd name="connsiteY3" fmla="*/ 2698203 h 2698203"/>
                <a:gd name="connsiteX4" fmla="*/ 0 w 299534"/>
                <a:gd name="connsiteY4" fmla="*/ 104269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9411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9411 h 2698203"/>
                <a:gd name="connsiteX0" fmla="*/ 0 w 310161"/>
                <a:gd name="connsiteY0" fmla="*/ 92123 h 2698203"/>
                <a:gd name="connsiteX1" fmla="*/ 302046 w 310161"/>
                <a:gd name="connsiteY1" fmla="*/ 0 h 2698203"/>
                <a:gd name="connsiteX2" fmla="*/ 309320 w 310161"/>
                <a:gd name="connsiteY2" fmla="*/ 2489619 h 2698203"/>
                <a:gd name="connsiteX3" fmla="*/ 23156 w 310161"/>
                <a:gd name="connsiteY3" fmla="*/ 2698203 h 2698203"/>
                <a:gd name="connsiteX4" fmla="*/ 0 w 310161"/>
                <a:gd name="connsiteY4" fmla="*/ 92123 h 2698203"/>
                <a:gd name="connsiteX0" fmla="*/ 0 w 310161"/>
                <a:gd name="connsiteY0" fmla="*/ 92123 h 2692340"/>
                <a:gd name="connsiteX1" fmla="*/ 302046 w 310161"/>
                <a:gd name="connsiteY1" fmla="*/ 0 h 2692340"/>
                <a:gd name="connsiteX2" fmla="*/ 309320 w 310161"/>
                <a:gd name="connsiteY2" fmla="*/ 2489619 h 2692340"/>
                <a:gd name="connsiteX3" fmla="*/ 16742 w 310161"/>
                <a:gd name="connsiteY3" fmla="*/ 2692340 h 2692340"/>
                <a:gd name="connsiteX4" fmla="*/ 0 w 310161"/>
                <a:gd name="connsiteY4" fmla="*/ 92123 h 2692340"/>
                <a:gd name="connsiteX0" fmla="*/ 0 w 304168"/>
                <a:gd name="connsiteY0" fmla="*/ 92123 h 2692340"/>
                <a:gd name="connsiteX1" fmla="*/ 302046 w 304168"/>
                <a:gd name="connsiteY1" fmla="*/ 0 h 2692340"/>
                <a:gd name="connsiteX2" fmla="*/ 302907 w 304168"/>
                <a:gd name="connsiteY2" fmla="*/ 2483756 h 2692340"/>
                <a:gd name="connsiteX3" fmla="*/ 16742 w 304168"/>
                <a:gd name="connsiteY3" fmla="*/ 2692340 h 2692340"/>
                <a:gd name="connsiteX4" fmla="*/ 0 w 304168"/>
                <a:gd name="connsiteY4" fmla="*/ 92123 h 269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168" h="2692340">
                  <a:moveTo>
                    <a:pt x="0" y="92123"/>
                  </a:moveTo>
                  <a:cubicBezTo>
                    <a:pt x="102300" y="65076"/>
                    <a:pt x="202601" y="45505"/>
                    <a:pt x="302046" y="0"/>
                  </a:cubicBezTo>
                  <a:cubicBezTo>
                    <a:pt x="297357" y="884522"/>
                    <a:pt x="307596" y="1599234"/>
                    <a:pt x="302907" y="2483756"/>
                  </a:cubicBezTo>
                  <a:cubicBezTo>
                    <a:pt x="274318" y="2575838"/>
                    <a:pt x="138984" y="2644941"/>
                    <a:pt x="16742" y="2692340"/>
                  </a:cubicBezTo>
                  <a:cubicBezTo>
                    <a:pt x="16742" y="1792694"/>
                    <a:pt x="0" y="991769"/>
                    <a:pt x="0" y="92123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FFFFFF">
                    <a:alpha val="0"/>
                  </a:srgbClr>
                </a:gs>
                <a:gs pos="100000">
                  <a:srgbClr val="FFFFFF">
                    <a:alpha val="49000"/>
                  </a:srgbClr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2" name="Group 257"/>
            <p:cNvGrpSpPr/>
            <p:nvPr/>
          </p:nvGrpSpPr>
          <p:grpSpPr>
            <a:xfrm>
              <a:off x="3750695" y="2346162"/>
              <a:ext cx="1680054" cy="709126"/>
              <a:chOff x="818091" y="1385258"/>
              <a:chExt cx="1753009" cy="739919"/>
            </a:xfrm>
          </p:grpSpPr>
          <p:grpSp>
            <p:nvGrpSpPr>
              <p:cNvPr id="144" name="Group 259"/>
              <p:cNvGrpSpPr/>
              <p:nvPr/>
            </p:nvGrpSpPr>
            <p:grpSpPr>
              <a:xfrm>
                <a:off x="818091" y="1426500"/>
                <a:ext cx="1753009" cy="698677"/>
                <a:chOff x="2276681" y="2113677"/>
                <a:chExt cx="2120354" cy="845084"/>
              </a:xfrm>
            </p:grpSpPr>
            <p:sp>
              <p:nvSpPr>
                <p:cNvPr id="150" name="Oval 4"/>
                <p:cNvSpPr/>
                <p:nvPr/>
              </p:nvSpPr>
              <p:spPr>
                <a:xfrm>
                  <a:off x="2276681" y="2113677"/>
                  <a:ext cx="2120354" cy="845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>
                        <a:lumMod val="75000"/>
                      </a:sysClr>
                    </a:gs>
                  </a:gsLst>
                  <a:lin ang="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88900">
                    <a:srgbClr val="FFFFE5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Oval 266"/>
                <p:cNvSpPr/>
                <p:nvPr/>
              </p:nvSpPr>
              <p:spPr>
                <a:xfrm>
                  <a:off x="2711642" y="2281899"/>
                  <a:ext cx="1210538" cy="436772"/>
                </a:xfrm>
                <a:prstGeom prst="ellipse">
                  <a:avLst/>
                </a:prstGeom>
                <a:gradFill flip="none" rotWithShape="1">
                  <a:gsLst>
                    <a:gs pos="82000">
                      <a:sysClr val="window" lastClr="FFFFFF">
                        <a:lumMod val="50000"/>
                      </a:sysClr>
                    </a:gs>
                    <a:gs pos="13000">
                      <a:sysClr val="window" lastClr="FFFFFF"/>
                    </a:gs>
                  </a:gsLst>
                  <a:lin ang="18000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innerShdw blurRad="38100" dist="50800" dir="16800000">
                    <a:sysClr val="windowText" lastClr="000000">
                      <a:alpha val="80000"/>
                    </a:sys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 1"/>
                <p:cNvSpPr/>
                <p:nvPr/>
              </p:nvSpPr>
              <p:spPr>
                <a:xfrm>
                  <a:off x="3278452" y="2708209"/>
                  <a:ext cx="366643" cy="244347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44473 h 376601"/>
                    <a:gd name="connsiteX1" fmla="*/ 283975 w 621801"/>
                    <a:gd name="connsiteY1" fmla="*/ 0 h 376601"/>
                    <a:gd name="connsiteX2" fmla="*/ 621801 w 621801"/>
                    <a:gd name="connsiteY2" fmla="*/ 303773 h 376601"/>
                    <a:gd name="connsiteX3" fmla="*/ 105196 w 621801"/>
                    <a:gd name="connsiteY3" fmla="*/ 376601 h 376601"/>
                    <a:gd name="connsiteX4" fmla="*/ 0 w 621801"/>
                    <a:gd name="connsiteY4" fmla="*/ 44473 h 376601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0 h 332128"/>
                    <a:gd name="connsiteX1" fmla="*/ 300643 w 621801"/>
                    <a:gd name="connsiteY1" fmla="*/ 3152 h 332128"/>
                    <a:gd name="connsiteX2" fmla="*/ 621801 w 621801"/>
                    <a:gd name="connsiteY2" fmla="*/ 259300 h 332128"/>
                    <a:gd name="connsiteX3" fmla="*/ 105196 w 621801"/>
                    <a:gd name="connsiteY3" fmla="*/ 332128 h 332128"/>
                    <a:gd name="connsiteX4" fmla="*/ 0 w 621801"/>
                    <a:gd name="connsiteY4" fmla="*/ 0 h 332128"/>
                    <a:gd name="connsiteX0" fmla="*/ 0 w 621801"/>
                    <a:gd name="connsiteY0" fmla="*/ 8755 h 328976"/>
                    <a:gd name="connsiteX1" fmla="*/ 300643 w 621801"/>
                    <a:gd name="connsiteY1" fmla="*/ 0 h 328976"/>
                    <a:gd name="connsiteX2" fmla="*/ 621801 w 621801"/>
                    <a:gd name="connsiteY2" fmla="*/ 256148 h 328976"/>
                    <a:gd name="connsiteX3" fmla="*/ 105196 w 621801"/>
                    <a:gd name="connsiteY3" fmla="*/ 328976 h 328976"/>
                    <a:gd name="connsiteX4" fmla="*/ 0 w 621801"/>
                    <a:gd name="connsiteY4" fmla="*/ 8755 h 328976"/>
                    <a:gd name="connsiteX0" fmla="*/ 0 w 621801"/>
                    <a:gd name="connsiteY0" fmla="*/ 8755 h 305163"/>
                    <a:gd name="connsiteX1" fmla="*/ 300643 w 621801"/>
                    <a:gd name="connsiteY1" fmla="*/ 0 h 305163"/>
                    <a:gd name="connsiteX2" fmla="*/ 621801 w 621801"/>
                    <a:gd name="connsiteY2" fmla="*/ 256148 h 305163"/>
                    <a:gd name="connsiteX3" fmla="*/ 105196 w 621801"/>
                    <a:gd name="connsiteY3" fmla="*/ 305163 h 305163"/>
                    <a:gd name="connsiteX4" fmla="*/ 0 w 621801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5163"/>
                    <a:gd name="connsiteX1" fmla="*/ 300643 w 636089"/>
                    <a:gd name="connsiteY1" fmla="*/ 0 h 305163"/>
                    <a:gd name="connsiteX2" fmla="*/ 636089 w 636089"/>
                    <a:gd name="connsiteY2" fmla="*/ 263292 h 305163"/>
                    <a:gd name="connsiteX3" fmla="*/ 105196 w 636089"/>
                    <a:gd name="connsiteY3" fmla="*/ 305163 h 305163"/>
                    <a:gd name="connsiteX4" fmla="*/ 0 w 636089"/>
                    <a:gd name="connsiteY4" fmla="*/ 8755 h 305163"/>
                    <a:gd name="connsiteX0" fmla="*/ 0 w 636089"/>
                    <a:gd name="connsiteY0" fmla="*/ 8755 h 300400"/>
                    <a:gd name="connsiteX1" fmla="*/ 300643 w 636089"/>
                    <a:gd name="connsiteY1" fmla="*/ 0 h 300400"/>
                    <a:gd name="connsiteX2" fmla="*/ 636089 w 636089"/>
                    <a:gd name="connsiteY2" fmla="*/ 263292 h 300400"/>
                    <a:gd name="connsiteX3" fmla="*/ 98052 w 636089"/>
                    <a:gd name="connsiteY3" fmla="*/ 300400 h 300400"/>
                    <a:gd name="connsiteX4" fmla="*/ 0 w 636089"/>
                    <a:gd name="connsiteY4" fmla="*/ 8755 h 300400"/>
                    <a:gd name="connsiteX0" fmla="*/ 0 w 624183"/>
                    <a:gd name="connsiteY0" fmla="*/ 8755 h 300400"/>
                    <a:gd name="connsiteX1" fmla="*/ 300643 w 624183"/>
                    <a:gd name="connsiteY1" fmla="*/ 0 h 300400"/>
                    <a:gd name="connsiteX2" fmla="*/ 624183 w 624183"/>
                    <a:gd name="connsiteY2" fmla="*/ 263292 h 300400"/>
                    <a:gd name="connsiteX3" fmla="*/ 98052 w 624183"/>
                    <a:gd name="connsiteY3" fmla="*/ 300400 h 300400"/>
                    <a:gd name="connsiteX4" fmla="*/ 0 w 624183"/>
                    <a:gd name="connsiteY4" fmla="*/ 8755 h 300400"/>
                    <a:gd name="connsiteX0" fmla="*/ 0 w 617039"/>
                    <a:gd name="connsiteY0" fmla="*/ 8755 h 300400"/>
                    <a:gd name="connsiteX1" fmla="*/ 300643 w 617039"/>
                    <a:gd name="connsiteY1" fmla="*/ 0 h 300400"/>
                    <a:gd name="connsiteX2" fmla="*/ 617039 w 617039"/>
                    <a:gd name="connsiteY2" fmla="*/ 263292 h 300400"/>
                    <a:gd name="connsiteX3" fmla="*/ 98052 w 617039"/>
                    <a:gd name="connsiteY3" fmla="*/ 300400 h 300400"/>
                    <a:gd name="connsiteX4" fmla="*/ 0 w 617039"/>
                    <a:gd name="connsiteY4" fmla="*/ 8755 h 300400"/>
                    <a:gd name="connsiteX0" fmla="*/ 0 w 617039"/>
                    <a:gd name="connsiteY0" fmla="*/ 8755 h 289726"/>
                    <a:gd name="connsiteX1" fmla="*/ 300643 w 617039"/>
                    <a:gd name="connsiteY1" fmla="*/ 0 h 289726"/>
                    <a:gd name="connsiteX2" fmla="*/ 617039 w 617039"/>
                    <a:gd name="connsiteY2" fmla="*/ 263292 h 289726"/>
                    <a:gd name="connsiteX3" fmla="*/ 98052 w 617039"/>
                    <a:gd name="connsiteY3" fmla="*/ 289726 h 289726"/>
                    <a:gd name="connsiteX4" fmla="*/ 0 w 617039"/>
                    <a:gd name="connsiteY4" fmla="*/ 8755 h 289726"/>
                    <a:gd name="connsiteX0" fmla="*/ 0 w 617039"/>
                    <a:gd name="connsiteY0" fmla="*/ 8755 h 289735"/>
                    <a:gd name="connsiteX1" fmla="*/ 300643 w 617039"/>
                    <a:gd name="connsiteY1" fmla="*/ 0 h 289735"/>
                    <a:gd name="connsiteX2" fmla="*/ 617039 w 617039"/>
                    <a:gd name="connsiteY2" fmla="*/ 263292 h 289735"/>
                    <a:gd name="connsiteX3" fmla="*/ 98052 w 617039"/>
                    <a:gd name="connsiteY3" fmla="*/ 289726 h 289735"/>
                    <a:gd name="connsiteX4" fmla="*/ 0 w 617039"/>
                    <a:gd name="connsiteY4" fmla="*/ 8755 h 289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039" h="289735">
                      <a:moveTo>
                        <a:pt x="0" y="8755"/>
                      </a:moveTo>
                      <a:cubicBezTo>
                        <a:pt x="100214" y="9806"/>
                        <a:pt x="207572" y="13237"/>
                        <a:pt x="300643" y="0"/>
                      </a:cubicBezTo>
                      <a:lnTo>
                        <a:pt x="617039" y="263292"/>
                      </a:lnTo>
                      <a:cubicBezTo>
                        <a:pt x="447219" y="284393"/>
                        <a:pt x="298994" y="290001"/>
                        <a:pt x="98052" y="289726"/>
                      </a:cubicBezTo>
                      <a:lnTo>
                        <a:pt x="0" y="8755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 1"/>
                <p:cNvSpPr/>
                <p:nvPr/>
              </p:nvSpPr>
              <p:spPr>
                <a:xfrm>
                  <a:off x="3529954" y="2690060"/>
                  <a:ext cx="476308" cy="202389"/>
                </a:xfrm>
                <a:custGeom>
                  <a:avLst/>
                  <a:gdLst>
                    <a:gd name="connsiteX0" fmla="*/ 0 w 468052"/>
                    <a:gd name="connsiteY0" fmla="*/ 0 h 324036"/>
                    <a:gd name="connsiteX1" fmla="*/ 468052 w 468052"/>
                    <a:gd name="connsiteY1" fmla="*/ 0 h 324036"/>
                    <a:gd name="connsiteX2" fmla="*/ 468052 w 468052"/>
                    <a:gd name="connsiteY2" fmla="*/ 324036 h 324036"/>
                    <a:gd name="connsiteX3" fmla="*/ 0 w 468052"/>
                    <a:gd name="connsiteY3" fmla="*/ 324036 h 324036"/>
                    <a:gd name="connsiteX4" fmla="*/ 0 w 468052"/>
                    <a:gd name="connsiteY4" fmla="*/ 0 h 324036"/>
                    <a:gd name="connsiteX0" fmla="*/ 0 w 468052"/>
                    <a:gd name="connsiteY0" fmla="*/ 64736 h 388772"/>
                    <a:gd name="connsiteX1" fmla="*/ 298119 w 468052"/>
                    <a:gd name="connsiteY1" fmla="*/ 0 h 388772"/>
                    <a:gd name="connsiteX2" fmla="*/ 468052 w 468052"/>
                    <a:gd name="connsiteY2" fmla="*/ 388772 h 388772"/>
                    <a:gd name="connsiteX3" fmla="*/ 0 w 468052"/>
                    <a:gd name="connsiteY3" fmla="*/ 388772 h 388772"/>
                    <a:gd name="connsiteX4" fmla="*/ 0 w 468052"/>
                    <a:gd name="connsiteY4" fmla="*/ 64736 h 388772"/>
                    <a:gd name="connsiteX0" fmla="*/ 0 w 621801"/>
                    <a:gd name="connsiteY0" fmla="*/ 64736 h 388772"/>
                    <a:gd name="connsiteX1" fmla="*/ 298119 w 621801"/>
                    <a:gd name="connsiteY1" fmla="*/ 0 h 388772"/>
                    <a:gd name="connsiteX2" fmla="*/ 621801 w 621801"/>
                    <a:gd name="connsiteY2" fmla="*/ 324036 h 388772"/>
                    <a:gd name="connsiteX3" fmla="*/ 0 w 621801"/>
                    <a:gd name="connsiteY3" fmla="*/ 388772 h 388772"/>
                    <a:gd name="connsiteX4" fmla="*/ 0 w 621801"/>
                    <a:gd name="connsiteY4" fmla="*/ 64736 h 388772"/>
                    <a:gd name="connsiteX0" fmla="*/ 0 w 621801"/>
                    <a:gd name="connsiteY0" fmla="*/ 64736 h 396864"/>
                    <a:gd name="connsiteX1" fmla="*/ 298119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6864"/>
                    <a:gd name="connsiteX1" fmla="*/ 273843 w 621801"/>
                    <a:gd name="connsiteY1" fmla="*/ 0 h 396864"/>
                    <a:gd name="connsiteX2" fmla="*/ 621801 w 621801"/>
                    <a:gd name="connsiteY2" fmla="*/ 324036 h 396864"/>
                    <a:gd name="connsiteX3" fmla="*/ 105196 w 621801"/>
                    <a:gd name="connsiteY3" fmla="*/ 396864 h 396864"/>
                    <a:gd name="connsiteX4" fmla="*/ 0 w 621801"/>
                    <a:gd name="connsiteY4" fmla="*/ 64736 h 396864"/>
                    <a:gd name="connsiteX0" fmla="*/ 0 w 621801"/>
                    <a:gd name="connsiteY0" fmla="*/ 64736 h 393666"/>
                    <a:gd name="connsiteX1" fmla="*/ 273843 w 621801"/>
                    <a:gd name="connsiteY1" fmla="*/ 0 h 393666"/>
                    <a:gd name="connsiteX2" fmla="*/ 621801 w 621801"/>
                    <a:gd name="connsiteY2" fmla="*/ 324036 h 393666"/>
                    <a:gd name="connsiteX3" fmla="*/ 389747 w 621801"/>
                    <a:gd name="connsiteY3" fmla="*/ 393666 h 393666"/>
                    <a:gd name="connsiteX4" fmla="*/ 0 w 621801"/>
                    <a:gd name="connsiteY4" fmla="*/ 64736 h 393666"/>
                    <a:gd name="connsiteX0" fmla="*/ 0 w 717717"/>
                    <a:gd name="connsiteY0" fmla="*/ 64736 h 393666"/>
                    <a:gd name="connsiteX1" fmla="*/ 273843 w 717717"/>
                    <a:gd name="connsiteY1" fmla="*/ 0 h 393666"/>
                    <a:gd name="connsiteX2" fmla="*/ 717717 w 717717"/>
                    <a:gd name="connsiteY2" fmla="*/ 317642 h 393666"/>
                    <a:gd name="connsiteX3" fmla="*/ 389747 w 717717"/>
                    <a:gd name="connsiteY3" fmla="*/ 393666 h 393666"/>
                    <a:gd name="connsiteX4" fmla="*/ 0 w 717717"/>
                    <a:gd name="connsiteY4" fmla="*/ 64736 h 393666"/>
                    <a:gd name="connsiteX0" fmla="*/ 0 w 618603"/>
                    <a:gd name="connsiteY0" fmla="*/ 77525 h 393666"/>
                    <a:gd name="connsiteX1" fmla="*/ 174729 w 618603"/>
                    <a:gd name="connsiteY1" fmla="*/ 0 h 393666"/>
                    <a:gd name="connsiteX2" fmla="*/ 618603 w 618603"/>
                    <a:gd name="connsiteY2" fmla="*/ 317642 h 393666"/>
                    <a:gd name="connsiteX3" fmla="*/ 290633 w 618603"/>
                    <a:gd name="connsiteY3" fmla="*/ 393666 h 393666"/>
                    <a:gd name="connsiteX4" fmla="*/ 0 w 618603"/>
                    <a:gd name="connsiteY4" fmla="*/ 77525 h 393666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76078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52102"/>
                    <a:gd name="connsiteX1" fmla="*/ 78813 w 618603"/>
                    <a:gd name="connsiteY1" fmla="*/ 0 h 352102"/>
                    <a:gd name="connsiteX2" fmla="*/ 618603 w 618603"/>
                    <a:gd name="connsiteY2" fmla="*/ 263290 h 352102"/>
                    <a:gd name="connsiteX3" fmla="*/ 290633 w 618603"/>
                    <a:gd name="connsiteY3" fmla="*/ 352102 h 352102"/>
                    <a:gd name="connsiteX4" fmla="*/ 0 w 618603"/>
                    <a:gd name="connsiteY4" fmla="*/ 35961 h 352102"/>
                    <a:gd name="connsiteX0" fmla="*/ 0 w 618603"/>
                    <a:gd name="connsiteY0" fmla="*/ 35961 h 304144"/>
                    <a:gd name="connsiteX1" fmla="*/ 78813 w 618603"/>
                    <a:gd name="connsiteY1" fmla="*/ 0 h 304144"/>
                    <a:gd name="connsiteX2" fmla="*/ 618603 w 618603"/>
                    <a:gd name="connsiteY2" fmla="*/ 263290 h 304144"/>
                    <a:gd name="connsiteX3" fmla="*/ 447296 w 618603"/>
                    <a:gd name="connsiteY3" fmla="*/ 304144 h 304144"/>
                    <a:gd name="connsiteX4" fmla="*/ 0 w 618603"/>
                    <a:gd name="connsiteY4" fmla="*/ 35961 h 304144"/>
                    <a:gd name="connsiteX0" fmla="*/ 0 w 618603"/>
                    <a:gd name="connsiteY0" fmla="*/ 35961 h 300947"/>
                    <a:gd name="connsiteX1" fmla="*/ 78813 w 618603"/>
                    <a:gd name="connsiteY1" fmla="*/ 0 h 300947"/>
                    <a:gd name="connsiteX2" fmla="*/ 618603 w 618603"/>
                    <a:gd name="connsiteY2" fmla="*/ 263290 h 300947"/>
                    <a:gd name="connsiteX3" fmla="*/ 460085 w 618603"/>
                    <a:gd name="connsiteY3" fmla="*/ 300947 h 300947"/>
                    <a:gd name="connsiteX4" fmla="*/ 0 w 618603"/>
                    <a:gd name="connsiteY4" fmla="*/ 35961 h 300947"/>
                    <a:gd name="connsiteX0" fmla="*/ 0 w 609011"/>
                    <a:gd name="connsiteY0" fmla="*/ 35961 h 300947"/>
                    <a:gd name="connsiteX1" fmla="*/ 78813 w 609011"/>
                    <a:gd name="connsiteY1" fmla="*/ 0 h 300947"/>
                    <a:gd name="connsiteX2" fmla="*/ 609011 w 609011"/>
                    <a:gd name="connsiteY2" fmla="*/ 259541 h 300947"/>
                    <a:gd name="connsiteX3" fmla="*/ 460085 w 609011"/>
                    <a:gd name="connsiteY3" fmla="*/ 300947 h 300947"/>
                    <a:gd name="connsiteX4" fmla="*/ 0 w 609011"/>
                    <a:gd name="connsiteY4" fmla="*/ 35961 h 300947"/>
                    <a:gd name="connsiteX0" fmla="*/ 0 w 609011"/>
                    <a:gd name="connsiteY0" fmla="*/ 24792 h 289778"/>
                    <a:gd name="connsiteX1" fmla="*/ 97863 w 609011"/>
                    <a:gd name="connsiteY1" fmla="*/ 0 h 289778"/>
                    <a:gd name="connsiteX2" fmla="*/ 609011 w 609011"/>
                    <a:gd name="connsiteY2" fmla="*/ 248372 h 289778"/>
                    <a:gd name="connsiteX3" fmla="*/ 460085 w 609011"/>
                    <a:gd name="connsiteY3" fmla="*/ 289778 h 289778"/>
                    <a:gd name="connsiteX4" fmla="*/ 0 w 609011"/>
                    <a:gd name="connsiteY4" fmla="*/ 24792 h 289778"/>
                    <a:gd name="connsiteX0" fmla="*/ 0 w 609011"/>
                    <a:gd name="connsiteY0" fmla="*/ 8038 h 273024"/>
                    <a:gd name="connsiteX1" fmla="*/ 119295 w 609011"/>
                    <a:gd name="connsiteY1" fmla="*/ 0 h 273024"/>
                    <a:gd name="connsiteX2" fmla="*/ 609011 w 609011"/>
                    <a:gd name="connsiteY2" fmla="*/ 231618 h 273024"/>
                    <a:gd name="connsiteX3" fmla="*/ 460085 w 609011"/>
                    <a:gd name="connsiteY3" fmla="*/ 273024 h 273024"/>
                    <a:gd name="connsiteX4" fmla="*/ 0 w 609011"/>
                    <a:gd name="connsiteY4" fmla="*/ 8038 h 273024"/>
                    <a:gd name="connsiteX0" fmla="*/ 0 w 589961"/>
                    <a:gd name="connsiteY0" fmla="*/ 27584 h 273024"/>
                    <a:gd name="connsiteX1" fmla="*/ 100245 w 589961"/>
                    <a:gd name="connsiteY1" fmla="*/ 0 h 273024"/>
                    <a:gd name="connsiteX2" fmla="*/ 589961 w 589961"/>
                    <a:gd name="connsiteY2" fmla="*/ 231618 h 273024"/>
                    <a:gd name="connsiteX3" fmla="*/ 441035 w 589961"/>
                    <a:gd name="connsiteY3" fmla="*/ 273024 h 273024"/>
                    <a:gd name="connsiteX4" fmla="*/ 0 w 589961"/>
                    <a:gd name="connsiteY4" fmla="*/ 27584 h 273024"/>
                    <a:gd name="connsiteX0" fmla="*/ 0 w 594724"/>
                    <a:gd name="connsiteY0" fmla="*/ 19208 h 273024"/>
                    <a:gd name="connsiteX1" fmla="*/ 105008 w 594724"/>
                    <a:gd name="connsiteY1" fmla="*/ 0 h 273024"/>
                    <a:gd name="connsiteX2" fmla="*/ 594724 w 594724"/>
                    <a:gd name="connsiteY2" fmla="*/ 231618 h 273024"/>
                    <a:gd name="connsiteX3" fmla="*/ 445798 w 594724"/>
                    <a:gd name="connsiteY3" fmla="*/ 273024 h 273024"/>
                    <a:gd name="connsiteX4" fmla="*/ 0 w 594724"/>
                    <a:gd name="connsiteY4" fmla="*/ 19208 h 273024"/>
                    <a:gd name="connsiteX0" fmla="*/ 0 w 594724"/>
                    <a:gd name="connsiteY0" fmla="*/ 27584 h 281400"/>
                    <a:gd name="connsiteX1" fmla="*/ 107389 w 594724"/>
                    <a:gd name="connsiteY1" fmla="*/ 0 h 281400"/>
                    <a:gd name="connsiteX2" fmla="*/ 594724 w 594724"/>
                    <a:gd name="connsiteY2" fmla="*/ 239994 h 281400"/>
                    <a:gd name="connsiteX3" fmla="*/ 445798 w 594724"/>
                    <a:gd name="connsiteY3" fmla="*/ 281400 h 281400"/>
                    <a:gd name="connsiteX4" fmla="*/ 0 w 594724"/>
                    <a:gd name="connsiteY4" fmla="*/ 27584 h 281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724" h="281400">
                      <a:moveTo>
                        <a:pt x="0" y="27584"/>
                      </a:moveTo>
                      <a:lnTo>
                        <a:pt x="107389" y="0"/>
                      </a:lnTo>
                      <a:lnTo>
                        <a:pt x="594724" y="239994"/>
                      </a:lnTo>
                      <a:lnTo>
                        <a:pt x="445798" y="281400"/>
                      </a:lnTo>
                      <a:lnTo>
                        <a:pt x="0" y="27584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5" name="Group 260"/>
              <p:cNvGrpSpPr/>
              <p:nvPr/>
            </p:nvGrpSpPr>
            <p:grpSpPr>
              <a:xfrm>
                <a:off x="1401846" y="1385258"/>
                <a:ext cx="566987" cy="435222"/>
                <a:chOff x="4187768" y="440728"/>
                <a:chExt cx="1095211" cy="723559"/>
              </a:xfrm>
              <a:effectLst/>
            </p:grpSpPr>
            <p:sp>
              <p:nvSpPr>
                <p:cNvPr id="146" name="Rectangle 17"/>
                <p:cNvSpPr/>
                <p:nvPr/>
              </p:nvSpPr>
              <p:spPr>
                <a:xfrm>
                  <a:off x="4187768" y="440728"/>
                  <a:ext cx="1095211" cy="723559"/>
                </a:xfrm>
                <a:custGeom>
                  <a:avLst/>
                  <a:gdLst>
                    <a:gd name="connsiteX0" fmla="*/ 0 w 914400"/>
                    <a:gd name="connsiteY0" fmla="*/ 0 h 609600"/>
                    <a:gd name="connsiteX1" fmla="*/ 914400 w 914400"/>
                    <a:gd name="connsiteY1" fmla="*/ 0 h 609600"/>
                    <a:gd name="connsiteX2" fmla="*/ 914400 w 914400"/>
                    <a:gd name="connsiteY2" fmla="*/ 609600 h 609600"/>
                    <a:gd name="connsiteX3" fmla="*/ 0 w 914400"/>
                    <a:gd name="connsiteY3" fmla="*/ 609600 h 609600"/>
                    <a:gd name="connsiteX4" fmla="*/ 0 w 914400"/>
                    <a:gd name="connsiteY4" fmla="*/ 0 h 609600"/>
                    <a:gd name="connsiteX0" fmla="*/ 0 w 1043553"/>
                    <a:gd name="connsiteY0" fmla="*/ 0 h 609600"/>
                    <a:gd name="connsiteX1" fmla="*/ 914400 w 1043553"/>
                    <a:gd name="connsiteY1" fmla="*/ 0 h 609600"/>
                    <a:gd name="connsiteX2" fmla="*/ 1043553 w 1043553"/>
                    <a:gd name="connsiteY2" fmla="*/ 495945 h 609600"/>
                    <a:gd name="connsiteX3" fmla="*/ 0 w 1043553"/>
                    <a:gd name="connsiteY3" fmla="*/ 609600 h 609600"/>
                    <a:gd name="connsiteX4" fmla="*/ 0 w 1043553"/>
                    <a:gd name="connsiteY4" fmla="*/ 0 h 609600"/>
                    <a:gd name="connsiteX0" fmla="*/ 46495 w 1090048"/>
                    <a:gd name="connsiteY0" fmla="*/ 0 h 495945"/>
                    <a:gd name="connsiteX1" fmla="*/ 960895 w 1090048"/>
                    <a:gd name="connsiteY1" fmla="*/ 0 h 495945"/>
                    <a:gd name="connsiteX2" fmla="*/ 1090048 w 1090048"/>
                    <a:gd name="connsiteY2" fmla="*/ 495945 h 495945"/>
                    <a:gd name="connsiteX3" fmla="*/ 0 w 1090048"/>
                    <a:gd name="connsiteY3" fmla="*/ 490779 h 495945"/>
                    <a:gd name="connsiteX4" fmla="*/ 46495 w 1090048"/>
                    <a:gd name="connsiteY4" fmla="*/ 0 h 495945"/>
                    <a:gd name="connsiteX0" fmla="*/ 0 w 1043553"/>
                    <a:gd name="connsiteY0" fmla="*/ 0 h 563104"/>
                    <a:gd name="connsiteX1" fmla="*/ 914400 w 1043553"/>
                    <a:gd name="connsiteY1" fmla="*/ 0 h 563104"/>
                    <a:gd name="connsiteX2" fmla="*/ 1043553 w 1043553"/>
                    <a:gd name="connsiteY2" fmla="*/ 495945 h 563104"/>
                    <a:gd name="connsiteX3" fmla="*/ 5166 w 1043553"/>
                    <a:gd name="connsiteY3" fmla="*/ 563104 h 563104"/>
                    <a:gd name="connsiteX4" fmla="*/ 0 w 1043553"/>
                    <a:gd name="connsiteY4" fmla="*/ 0 h 563104"/>
                    <a:gd name="connsiteX0" fmla="*/ 5166 w 1048719"/>
                    <a:gd name="connsiteY0" fmla="*/ 0 h 521775"/>
                    <a:gd name="connsiteX1" fmla="*/ 919566 w 1048719"/>
                    <a:gd name="connsiteY1" fmla="*/ 0 h 521775"/>
                    <a:gd name="connsiteX2" fmla="*/ 1048719 w 1048719"/>
                    <a:gd name="connsiteY2" fmla="*/ 495945 h 521775"/>
                    <a:gd name="connsiteX3" fmla="*/ 0 w 1048719"/>
                    <a:gd name="connsiteY3" fmla="*/ 521775 h 521775"/>
                    <a:gd name="connsiteX4" fmla="*/ 5166 w 1048719"/>
                    <a:gd name="connsiteY4" fmla="*/ 0 h 521775"/>
                    <a:gd name="connsiteX0" fmla="*/ 41328 w 1084881"/>
                    <a:gd name="connsiteY0" fmla="*/ 0 h 511443"/>
                    <a:gd name="connsiteX1" fmla="*/ 955728 w 1084881"/>
                    <a:gd name="connsiteY1" fmla="*/ 0 h 511443"/>
                    <a:gd name="connsiteX2" fmla="*/ 1084881 w 1084881"/>
                    <a:gd name="connsiteY2" fmla="*/ 495945 h 511443"/>
                    <a:gd name="connsiteX3" fmla="*/ 0 w 1084881"/>
                    <a:gd name="connsiteY3" fmla="*/ 511443 h 511443"/>
                    <a:gd name="connsiteX4" fmla="*/ 41328 w 1084881"/>
                    <a:gd name="connsiteY4" fmla="*/ 0 h 511443"/>
                    <a:gd name="connsiteX0" fmla="*/ 41328 w 1084881"/>
                    <a:gd name="connsiteY0" fmla="*/ 0 h 600508"/>
                    <a:gd name="connsiteX1" fmla="*/ 955728 w 1084881"/>
                    <a:gd name="connsiteY1" fmla="*/ 0 h 600508"/>
                    <a:gd name="connsiteX2" fmla="*/ 1084881 w 1084881"/>
                    <a:gd name="connsiteY2" fmla="*/ 495945 h 600508"/>
                    <a:gd name="connsiteX3" fmla="*/ 0 w 1084881"/>
                    <a:gd name="connsiteY3" fmla="*/ 511443 h 600508"/>
                    <a:gd name="connsiteX4" fmla="*/ 41328 w 1084881"/>
                    <a:gd name="connsiteY4" fmla="*/ 0 h 600508"/>
                    <a:gd name="connsiteX0" fmla="*/ 41328 w 1079715"/>
                    <a:gd name="connsiteY0" fmla="*/ 0 h 595741"/>
                    <a:gd name="connsiteX1" fmla="*/ 955728 w 1079715"/>
                    <a:gd name="connsiteY1" fmla="*/ 0 h 595741"/>
                    <a:gd name="connsiteX2" fmla="*/ 1079715 w 1079715"/>
                    <a:gd name="connsiteY2" fmla="*/ 475280 h 595741"/>
                    <a:gd name="connsiteX3" fmla="*/ 0 w 1079715"/>
                    <a:gd name="connsiteY3" fmla="*/ 511443 h 595741"/>
                    <a:gd name="connsiteX4" fmla="*/ 41328 w 1079715"/>
                    <a:gd name="connsiteY4" fmla="*/ 0 h 595741"/>
                    <a:gd name="connsiteX0" fmla="*/ 41328 w 1079715"/>
                    <a:gd name="connsiteY0" fmla="*/ 0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41328 w 1079715"/>
                    <a:gd name="connsiteY4" fmla="*/ 0 h 632824"/>
                    <a:gd name="connsiteX0" fmla="*/ 144650 w 1079715"/>
                    <a:gd name="connsiteY0" fmla="*/ 36163 h 632824"/>
                    <a:gd name="connsiteX1" fmla="*/ 955728 w 1079715"/>
                    <a:gd name="connsiteY1" fmla="*/ 0 h 632824"/>
                    <a:gd name="connsiteX2" fmla="*/ 1079715 w 1079715"/>
                    <a:gd name="connsiteY2" fmla="*/ 475280 h 632824"/>
                    <a:gd name="connsiteX3" fmla="*/ 0 w 1079715"/>
                    <a:gd name="connsiteY3" fmla="*/ 511443 h 632824"/>
                    <a:gd name="connsiteX4" fmla="*/ 144650 w 1079715"/>
                    <a:gd name="connsiteY4" fmla="*/ 36163 h 632824"/>
                    <a:gd name="connsiteX0" fmla="*/ 144650 w 1079715"/>
                    <a:gd name="connsiteY0" fmla="*/ 98219 h 694880"/>
                    <a:gd name="connsiteX1" fmla="*/ 955728 w 1079715"/>
                    <a:gd name="connsiteY1" fmla="*/ 62056 h 694880"/>
                    <a:gd name="connsiteX2" fmla="*/ 1079715 w 1079715"/>
                    <a:gd name="connsiteY2" fmla="*/ 537336 h 694880"/>
                    <a:gd name="connsiteX3" fmla="*/ 0 w 1079715"/>
                    <a:gd name="connsiteY3" fmla="*/ 573499 h 694880"/>
                    <a:gd name="connsiteX4" fmla="*/ 144650 w 1079715"/>
                    <a:gd name="connsiteY4" fmla="*/ 98219 h 694880"/>
                    <a:gd name="connsiteX0" fmla="*/ 144650 w 1079715"/>
                    <a:gd name="connsiteY0" fmla="*/ 124397 h 721058"/>
                    <a:gd name="connsiteX1" fmla="*/ 955728 w 1079715"/>
                    <a:gd name="connsiteY1" fmla="*/ 88234 h 721058"/>
                    <a:gd name="connsiteX2" fmla="*/ 1079715 w 1079715"/>
                    <a:gd name="connsiteY2" fmla="*/ 563514 h 721058"/>
                    <a:gd name="connsiteX3" fmla="*/ 0 w 1079715"/>
                    <a:gd name="connsiteY3" fmla="*/ 599677 h 721058"/>
                    <a:gd name="connsiteX4" fmla="*/ 144650 w 1079715"/>
                    <a:gd name="connsiteY4" fmla="*/ 124397 h 721058"/>
                    <a:gd name="connsiteX0" fmla="*/ 144650 w 1079715"/>
                    <a:gd name="connsiteY0" fmla="*/ 128833 h 725494"/>
                    <a:gd name="connsiteX1" fmla="*/ 955728 w 1079715"/>
                    <a:gd name="connsiteY1" fmla="*/ 92670 h 725494"/>
                    <a:gd name="connsiteX2" fmla="*/ 1079715 w 1079715"/>
                    <a:gd name="connsiteY2" fmla="*/ 567950 h 725494"/>
                    <a:gd name="connsiteX3" fmla="*/ 0 w 1079715"/>
                    <a:gd name="connsiteY3" fmla="*/ 604113 h 725494"/>
                    <a:gd name="connsiteX4" fmla="*/ 144650 w 1079715"/>
                    <a:gd name="connsiteY4" fmla="*/ 128833 h 725494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  <a:gd name="connsiteX0" fmla="*/ 144650 w 1095213"/>
                    <a:gd name="connsiteY0" fmla="*/ 128833 h 723561"/>
                    <a:gd name="connsiteX1" fmla="*/ 955728 w 1095213"/>
                    <a:gd name="connsiteY1" fmla="*/ 92670 h 723561"/>
                    <a:gd name="connsiteX2" fmla="*/ 1095213 w 1095213"/>
                    <a:gd name="connsiteY2" fmla="*/ 562784 h 723561"/>
                    <a:gd name="connsiteX3" fmla="*/ 0 w 1095213"/>
                    <a:gd name="connsiteY3" fmla="*/ 604113 h 723561"/>
                    <a:gd name="connsiteX4" fmla="*/ 144650 w 1095213"/>
                    <a:gd name="connsiteY4" fmla="*/ 128833 h 723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5213" h="723561">
                      <a:moveTo>
                        <a:pt x="144650" y="128833"/>
                      </a:moveTo>
                      <a:cubicBezTo>
                        <a:pt x="223864" y="8291"/>
                        <a:pt x="731864" y="-70924"/>
                        <a:pt x="955728" y="92670"/>
                      </a:cubicBezTo>
                      <a:lnTo>
                        <a:pt x="1095213" y="562784"/>
                      </a:lnTo>
                      <a:cubicBezTo>
                        <a:pt x="1007389" y="717767"/>
                        <a:pt x="273803" y="810758"/>
                        <a:pt x="0" y="604113"/>
                      </a:cubicBezTo>
                      <a:lnTo>
                        <a:pt x="144650" y="128833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ysClr val="window" lastClr="FFFFFF">
                        <a:lumMod val="6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1594000" scaled="0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38100" sx="102000" sy="102000" algn="ctr" rotWithShape="0">
                    <a:prstClr val="black">
                      <a:alpha val="8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 18"/>
                <p:cNvSpPr/>
                <p:nvPr/>
              </p:nvSpPr>
              <p:spPr>
                <a:xfrm rot="790316">
                  <a:off x="4272878" y="616463"/>
                  <a:ext cx="913120" cy="526020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58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Rectangle 18"/>
                <p:cNvSpPr/>
                <p:nvPr/>
              </p:nvSpPr>
              <p:spPr>
                <a:xfrm rot="790316">
                  <a:off x="4293635" y="658792"/>
                  <a:ext cx="860201" cy="448601"/>
                </a:xfrm>
                <a:custGeom>
                  <a:avLst/>
                  <a:gdLst>
                    <a:gd name="connsiteX0" fmla="*/ 0 w 762000"/>
                    <a:gd name="connsiteY0" fmla="*/ 0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0 w 762000"/>
                    <a:gd name="connsiteY4" fmla="*/ 0 h 381000"/>
                    <a:gd name="connsiteX0" fmla="*/ 34568 w 762000"/>
                    <a:gd name="connsiteY0" fmla="*/ 34356 h 381000"/>
                    <a:gd name="connsiteX1" fmla="*/ 762000 w 762000"/>
                    <a:gd name="connsiteY1" fmla="*/ 0 h 381000"/>
                    <a:gd name="connsiteX2" fmla="*/ 762000 w 762000"/>
                    <a:gd name="connsiteY2" fmla="*/ 381000 h 381000"/>
                    <a:gd name="connsiteX3" fmla="*/ 0 w 762000"/>
                    <a:gd name="connsiteY3" fmla="*/ 381000 h 381000"/>
                    <a:gd name="connsiteX4" fmla="*/ 34568 w 762000"/>
                    <a:gd name="connsiteY4" fmla="*/ 34356 h 381000"/>
                    <a:gd name="connsiteX0" fmla="*/ 34568 w 784904"/>
                    <a:gd name="connsiteY0" fmla="*/ 140523 h 487167"/>
                    <a:gd name="connsiteX1" fmla="*/ 784904 w 784904"/>
                    <a:gd name="connsiteY1" fmla="*/ 0 h 487167"/>
                    <a:gd name="connsiteX2" fmla="*/ 762000 w 784904"/>
                    <a:gd name="connsiteY2" fmla="*/ 487167 h 487167"/>
                    <a:gd name="connsiteX3" fmla="*/ 0 w 784904"/>
                    <a:gd name="connsiteY3" fmla="*/ 487167 h 487167"/>
                    <a:gd name="connsiteX4" fmla="*/ 34568 w 784904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487167"/>
                    <a:gd name="connsiteX1" fmla="*/ 784904 w 913122"/>
                    <a:gd name="connsiteY1" fmla="*/ 0 h 487167"/>
                    <a:gd name="connsiteX2" fmla="*/ 913122 w 913122"/>
                    <a:gd name="connsiteY2" fmla="*/ 271407 h 487167"/>
                    <a:gd name="connsiteX3" fmla="*/ 0 w 913122"/>
                    <a:gd name="connsiteY3" fmla="*/ 487167 h 487167"/>
                    <a:gd name="connsiteX4" fmla="*/ 34568 w 913122"/>
                    <a:gd name="connsiteY4" fmla="*/ 140523 h 487167"/>
                    <a:gd name="connsiteX0" fmla="*/ 34568 w 913122"/>
                    <a:gd name="connsiteY0" fmla="*/ 140523 h 528633"/>
                    <a:gd name="connsiteX1" fmla="*/ 784904 w 913122"/>
                    <a:gd name="connsiteY1" fmla="*/ 0 h 528633"/>
                    <a:gd name="connsiteX2" fmla="*/ 913122 w 913122"/>
                    <a:gd name="connsiteY2" fmla="*/ 271407 h 528633"/>
                    <a:gd name="connsiteX3" fmla="*/ 0 w 913122"/>
                    <a:gd name="connsiteY3" fmla="*/ 487167 h 528633"/>
                    <a:gd name="connsiteX4" fmla="*/ 34568 w 913122"/>
                    <a:gd name="connsiteY4" fmla="*/ 140523 h 528633"/>
                    <a:gd name="connsiteX0" fmla="*/ 34568 w 913122"/>
                    <a:gd name="connsiteY0" fmla="*/ 140523 h 523831"/>
                    <a:gd name="connsiteX1" fmla="*/ 784904 w 913122"/>
                    <a:gd name="connsiteY1" fmla="*/ 0 h 523831"/>
                    <a:gd name="connsiteX2" fmla="*/ 913122 w 913122"/>
                    <a:gd name="connsiteY2" fmla="*/ 271407 h 523831"/>
                    <a:gd name="connsiteX3" fmla="*/ 0 w 913122"/>
                    <a:gd name="connsiteY3" fmla="*/ 487167 h 523831"/>
                    <a:gd name="connsiteX4" fmla="*/ 34568 w 913122"/>
                    <a:gd name="connsiteY4" fmla="*/ 140523 h 523831"/>
                    <a:gd name="connsiteX0" fmla="*/ 34568 w 913122"/>
                    <a:gd name="connsiteY0" fmla="*/ 140523 h 531810"/>
                    <a:gd name="connsiteX1" fmla="*/ 784904 w 913122"/>
                    <a:gd name="connsiteY1" fmla="*/ 0 h 531810"/>
                    <a:gd name="connsiteX2" fmla="*/ 913122 w 913122"/>
                    <a:gd name="connsiteY2" fmla="*/ 271407 h 531810"/>
                    <a:gd name="connsiteX3" fmla="*/ 0 w 913122"/>
                    <a:gd name="connsiteY3" fmla="*/ 487167 h 531810"/>
                    <a:gd name="connsiteX4" fmla="*/ 34568 w 913122"/>
                    <a:gd name="connsiteY4" fmla="*/ 140523 h 531810"/>
                    <a:gd name="connsiteX0" fmla="*/ 34568 w 913122"/>
                    <a:gd name="connsiteY0" fmla="*/ 140523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34568 w 913122"/>
                    <a:gd name="connsiteY4" fmla="*/ 140523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  <a:gd name="connsiteX0" fmla="*/ 44951 w 913122"/>
                    <a:gd name="connsiteY0" fmla="*/ 116870 h 526021"/>
                    <a:gd name="connsiteX1" fmla="*/ 784904 w 913122"/>
                    <a:gd name="connsiteY1" fmla="*/ 0 h 526021"/>
                    <a:gd name="connsiteX2" fmla="*/ 913122 w 913122"/>
                    <a:gd name="connsiteY2" fmla="*/ 271407 h 526021"/>
                    <a:gd name="connsiteX3" fmla="*/ 0 w 913122"/>
                    <a:gd name="connsiteY3" fmla="*/ 487167 h 526021"/>
                    <a:gd name="connsiteX4" fmla="*/ 44951 w 913122"/>
                    <a:gd name="connsiteY4" fmla="*/ 116870 h 526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3122" h="526021">
                      <a:moveTo>
                        <a:pt x="44951" y="116870"/>
                      </a:moveTo>
                      <a:cubicBezTo>
                        <a:pt x="322852" y="166102"/>
                        <a:pt x="597973" y="67427"/>
                        <a:pt x="784904" y="0"/>
                      </a:cubicBezTo>
                      <a:lnTo>
                        <a:pt x="913122" y="271407"/>
                      </a:lnTo>
                      <a:cubicBezTo>
                        <a:pt x="589801" y="602434"/>
                        <a:pt x="77051" y="532116"/>
                        <a:pt x="0" y="487167"/>
                      </a:cubicBezTo>
                      <a:lnTo>
                        <a:pt x="44951" y="11687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ysClr val="window" lastClr="FFFFFF">
                        <a:lumMod val="50000"/>
                        <a:alpha val="0"/>
                      </a:sysClr>
                    </a:gs>
                    <a:gs pos="0">
                      <a:sysClr val="window" lastClr="FFFFFF">
                        <a:lumMod val="65000"/>
                      </a:sysClr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Oval 264"/>
                <p:cNvSpPr/>
                <p:nvPr/>
              </p:nvSpPr>
              <p:spPr>
                <a:xfrm>
                  <a:off x="4385894" y="468899"/>
                  <a:ext cx="715431" cy="187564"/>
                </a:xfrm>
                <a:prstGeom prst="ellipse">
                  <a:avLst/>
                </a:prstGeom>
                <a:gradFill>
                  <a:gsLst>
                    <a:gs pos="42000">
                      <a:sysClr val="window" lastClr="FFFFFF">
                        <a:lumMod val="50000"/>
                        <a:alpha val="18000"/>
                      </a:sysClr>
                    </a:gs>
                    <a:gs pos="0">
                      <a:sysClr val="windowText" lastClr="000000">
                        <a:lumMod val="95000"/>
                        <a:lumOff val="5000"/>
                      </a:sysClr>
                    </a:gs>
                  </a:gsLst>
                  <a:lin ang="186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3" name="Rectangle 2"/>
            <p:cNvSpPr/>
            <p:nvPr/>
          </p:nvSpPr>
          <p:spPr>
            <a:xfrm>
              <a:off x="3752108" y="2749073"/>
              <a:ext cx="1681742" cy="2945944"/>
            </a:xfrm>
            <a:custGeom>
              <a:avLst/>
              <a:gdLst>
                <a:gd name="connsiteX0" fmla="*/ 2005372 w 2122486"/>
                <a:gd name="connsiteY0" fmla="*/ 315416 h 3718008"/>
                <a:gd name="connsiteX1" fmla="*/ 1093233 w 2122486"/>
                <a:gd name="connsiteY1" fmla="*/ 531553 h 3718008"/>
                <a:gd name="connsiteX2" fmla="*/ 143269 w 2122486"/>
                <a:gd name="connsiteY2" fmla="*/ 322824 h 3718008"/>
                <a:gd name="connsiteX3" fmla="*/ 138577 w 2122486"/>
                <a:gd name="connsiteY3" fmla="*/ 3192409 h 3718008"/>
                <a:gd name="connsiteX4" fmla="*/ 135179 w 2122486"/>
                <a:gd name="connsiteY4" fmla="*/ 3220762 h 3718008"/>
                <a:gd name="connsiteX5" fmla="*/ 1087494 w 2122486"/>
                <a:gd name="connsiteY5" fmla="*/ 3597444 h 3718008"/>
                <a:gd name="connsiteX6" fmla="*/ 2011663 w 2122486"/>
                <a:gd name="connsiteY6" fmla="*/ 3220762 h 3718008"/>
                <a:gd name="connsiteX7" fmla="*/ 2010423 w 2122486"/>
                <a:gd name="connsiteY7" fmla="*/ 3192409 h 3718008"/>
                <a:gd name="connsiteX8" fmla="*/ 2005372 w 2122486"/>
                <a:gd name="connsiteY8" fmla="*/ 315416 h 3718008"/>
                <a:gd name="connsiteX9" fmla="*/ 0 w 2122486"/>
                <a:gd name="connsiteY9" fmla="*/ 0 h 3718008"/>
                <a:gd name="connsiteX10" fmla="*/ 2787 w 2122486"/>
                <a:gd name="connsiteY10" fmla="*/ 0 h 3718008"/>
                <a:gd name="connsiteX11" fmla="*/ 1058394 w 2122486"/>
                <a:gd name="connsiteY11" fmla="*/ 386465 h 3718008"/>
                <a:gd name="connsiteX12" fmla="*/ 2114001 w 2122486"/>
                <a:gd name="connsiteY12" fmla="*/ 0 h 3718008"/>
                <a:gd name="connsiteX13" fmla="*/ 2121085 w 2122486"/>
                <a:gd name="connsiteY13" fmla="*/ 0 h 3718008"/>
                <a:gd name="connsiteX14" fmla="*/ 2121085 w 2122486"/>
                <a:gd name="connsiteY14" fmla="*/ 3265169 h 3718008"/>
                <a:gd name="connsiteX15" fmla="*/ 2122486 w 2122486"/>
                <a:gd name="connsiteY15" fmla="*/ 3295465 h 3718008"/>
                <a:gd name="connsiteX16" fmla="*/ 1062308 w 2122486"/>
                <a:gd name="connsiteY16" fmla="*/ 3718008 h 3718008"/>
                <a:gd name="connsiteX17" fmla="*/ 2130 w 2122486"/>
                <a:gd name="connsiteY17" fmla="*/ 3295465 h 3718008"/>
                <a:gd name="connsiteX18" fmla="*/ 5969 w 2122486"/>
                <a:gd name="connsiteY18" fmla="*/ 3265169 h 3718008"/>
                <a:gd name="connsiteX19" fmla="*/ 0 w 2122486"/>
                <a:gd name="connsiteY19" fmla="*/ 0 h 37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22486" h="3718008">
                  <a:moveTo>
                    <a:pt x="2005372" y="315416"/>
                  </a:moveTo>
                  <a:cubicBezTo>
                    <a:pt x="1825352" y="415037"/>
                    <a:pt x="1403584" y="530318"/>
                    <a:pt x="1093233" y="531553"/>
                  </a:cubicBezTo>
                  <a:cubicBezTo>
                    <a:pt x="782883" y="532787"/>
                    <a:pt x="393422" y="491045"/>
                    <a:pt x="143269" y="322824"/>
                  </a:cubicBezTo>
                  <a:lnTo>
                    <a:pt x="138577" y="3192409"/>
                  </a:lnTo>
                  <a:lnTo>
                    <a:pt x="135179" y="3220762"/>
                  </a:lnTo>
                  <a:cubicBezTo>
                    <a:pt x="135179" y="3439161"/>
                    <a:pt x="569318" y="3597444"/>
                    <a:pt x="1087494" y="3597444"/>
                  </a:cubicBezTo>
                  <a:cubicBezTo>
                    <a:pt x="1605671" y="3597444"/>
                    <a:pt x="2011663" y="3439161"/>
                    <a:pt x="2011663" y="3220762"/>
                  </a:cubicBezTo>
                  <a:cubicBezTo>
                    <a:pt x="2011250" y="3211311"/>
                    <a:pt x="2010836" y="3201860"/>
                    <a:pt x="2010423" y="3192409"/>
                  </a:cubicBezTo>
                  <a:cubicBezTo>
                    <a:pt x="2014281" y="2220110"/>
                    <a:pt x="2001514" y="1287714"/>
                    <a:pt x="2005372" y="315416"/>
                  </a:cubicBezTo>
                  <a:close/>
                  <a:moveTo>
                    <a:pt x="0" y="0"/>
                  </a:moveTo>
                  <a:lnTo>
                    <a:pt x="2787" y="0"/>
                  </a:lnTo>
                  <a:cubicBezTo>
                    <a:pt x="48171" y="216558"/>
                    <a:pt x="503498" y="386465"/>
                    <a:pt x="1058394" y="386465"/>
                  </a:cubicBezTo>
                  <a:cubicBezTo>
                    <a:pt x="1613290" y="386465"/>
                    <a:pt x="2068618" y="216558"/>
                    <a:pt x="2114001" y="0"/>
                  </a:cubicBezTo>
                  <a:lnTo>
                    <a:pt x="2121085" y="0"/>
                  </a:lnTo>
                  <a:lnTo>
                    <a:pt x="2121085" y="3265169"/>
                  </a:lnTo>
                  <a:lnTo>
                    <a:pt x="2122486" y="3295465"/>
                  </a:lnTo>
                  <a:cubicBezTo>
                    <a:pt x="2122486" y="3528829"/>
                    <a:pt x="1647828" y="3718008"/>
                    <a:pt x="1062308" y="3718008"/>
                  </a:cubicBezTo>
                  <a:cubicBezTo>
                    <a:pt x="476788" y="3718008"/>
                    <a:pt x="2130" y="3528829"/>
                    <a:pt x="2130" y="3295465"/>
                  </a:cubicBezTo>
                  <a:lnTo>
                    <a:pt x="5969" y="3265169"/>
                  </a:lnTo>
                  <a:cubicBezTo>
                    <a:pt x="3979" y="2176779"/>
                    <a:pt x="1990" y="1088390"/>
                    <a:pt x="0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>
              <a:outerShdw blurRad="88900" dist="38100" dir="5400000" sx="101000" sy="101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balanced" dir="t"/>
            </a:scene3d>
            <a:sp3d>
              <a:bevelT w="50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435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Agenda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5" name="Retângulo 5"/>
          <p:cNvSpPr>
            <a:spLocks noChangeArrowheads="1"/>
          </p:cNvSpPr>
          <p:nvPr/>
        </p:nvSpPr>
        <p:spPr bwMode="auto">
          <a:xfrm>
            <a:off x="177923" y="1051198"/>
            <a:ext cx="888795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742950" indent="-7429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Projeto Melhoria Contínua dos Serviços de TD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Status dos Projetos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Plano </a:t>
            </a:r>
            <a:r>
              <a:rPr lang="pt-BR" sz="2800" dirty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T</a:t>
            </a:r>
            <a:r>
              <a:rPr lang="pt-BR" sz="2800" dirty="0" smtClean="0">
                <a:solidFill>
                  <a:schemeClr val="bg1">
                    <a:lumMod val="75000"/>
                  </a:schemeClr>
                </a:solidFill>
                <a:latin typeface="Gill Sans Std Light" panose="020B0302020104020203" pitchFamily="34" charset="0"/>
              </a:rPr>
              <a:t>ático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 smtClean="0">
                <a:solidFill>
                  <a:schemeClr val="tx1"/>
                </a:solidFill>
                <a:latin typeface="Gill Sans Std Light" panose="020B0302020104020203" pitchFamily="34" charset="0"/>
              </a:rPr>
              <a:t>Reconhecimento</a:t>
            </a:r>
          </a:p>
          <a:p>
            <a:pPr marL="0" indent="0"/>
            <a:endParaRPr lang="pt-BR" sz="1200" dirty="0">
              <a:solidFill>
                <a:schemeClr val="tx1"/>
              </a:solidFill>
              <a:latin typeface="Gill Sans Std Light" panose="020B0302020104020203" pitchFamily="34" charset="0"/>
            </a:endParaRPr>
          </a:p>
        </p:txBody>
      </p:sp>
      <p:grpSp>
        <p:nvGrpSpPr>
          <p:cNvPr id="7" name="Group 2"/>
          <p:cNvGrpSpPr/>
          <p:nvPr/>
        </p:nvGrpSpPr>
        <p:grpSpPr>
          <a:xfrm>
            <a:off x="6464977" y="2137516"/>
            <a:ext cx="6256204" cy="4406282"/>
            <a:chOff x="3641289" y="1740269"/>
            <a:chExt cx="6256204" cy="4406282"/>
          </a:xfrm>
        </p:grpSpPr>
        <p:pic>
          <p:nvPicPr>
            <p:cNvPr id="9" name="Picture 8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260000">
              <a:off x="3641289" y="4652805"/>
              <a:ext cx="6256204" cy="1493746"/>
            </a:xfrm>
            <a:prstGeom prst="rect">
              <a:avLst/>
            </a:prstGeom>
          </p:spPr>
        </p:pic>
        <p:grpSp>
          <p:nvGrpSpPr>
            <p:cNvPr id="10" name="Group 6"/>
            <p:cNvGrpSpPr/>
            <p:nvPr/>
          </p:nvGrpSpPr>
          <p:grpSpPr>
            <a:xfrm>
              <a:off x="4490541" y="1740269"/>
              <a:ext cx="4041172" cy="3714022"/>
              <a:chOff x="4670328" y="2315695"/>
              <a:chExt cx="4041172" cy="3714022"/>
            </a:xfrm>
            <a:scene3d>
              <a:camera prst="perspectiveContrastingLeftFacing" fov="4200000"/>
              <a:lightRig rig="threePt" dir="t"/>
            </a:scene3d>
          </p:grpSpPr>
          <p:sp>
            <p:nvSpPr>
              <p:cNvPr id="11" name="Rounded Rectangle 1"/>
              <p:cNvSpPr/>
              <p:nvPr/>
            </p:nvSpPr>
            <p:spPr>
              <a:xfrm>
                <a:off x="4670328" y="2443163"/>
                <a:ext cx="4041172" cy="3586554"/>
              </a:xfrm>
              <a:prstGeom prst="roundRect">
                <a:avLst>
                  <a:gd name="adj" fmla="val 6573"/>
                </a:avLst>
              </a:prstGeom>
              <a:gradFill flip="none" rotWithShape="1">
                <a:gsLst>
                  <a:gs pos="99000">
                    <a:sysClr val="window" lastClr="FFFFFF">
                      <a:lumMod val="65000"/>
                    </a:sysClr>
                  </a:gs>
                  <a:gs pos="0">
                    <a:sysClr val="windowText" lastClr="000000">
                      <a:lumMod val="50000"/>
                      <a:lumOff val="50000"/>
                    </a:sysClr>
                  </a:gs>
                </a:gsLst>
                <a:lin ang="16200000" scaled="1"/>
                <a:tileRect/>
              </a:gradFill>
              <a:ln w="25400" cap="flat" cmpd="sng" algn="ctr">
                <a:noFill/>
                <a:prstDash val="solid"/>
              </a:ln>
              <a:effectLst/>
              <a:sp3d prstMaterial="matte">
                <a:bevelT w="127000" h="38100"/>
              </a:sp3d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ounded Rectangle 142"/>
              <p:cNvSpPr/>
              <p:nvPr/>
            </p:nvSpPr>
            <p:spPr>
              <a:xfrm>
                <a:off x="4901545" y="2744459"/>
                <a:ext cx="3630168" cy="3120666"/>
              </a:xfrm>
              <a:prstGeom prst="roundRect">
                <a:avLst>
                  <a:gd name="adj" fmla="val 8072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Rounded Rectangle 141"/>
              <p:cNvSpPr/>
              <p:nvPr/>
            </p:nvSpPr>
            <p:spPr>
              <a:xfrm>
                <a:off x="4899417" y="2673023"/>
                <a:ext cx="3630168" cy="3120666"/>
              </a:xfrm>
              <a:prstGeom prst="roundRect">
                <a:avLst>
                  <a:gd name="adj" fmla="val 6043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189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Rounded Rectangle 5"/>
              <p:cNvSpPr/>
              <p:nvPr/>
            </p:nvSpPr>
            <p:spPr>
              <a:xfrm>
                <a:off x="4900101" y="2630201"/>
                <a:ext cx="3630168" cy="3120666"/>
              </a:xfrm>
              <a:prstGeom prst="roundRect">
                <a:avLst>
                  <a:gd name="adj" fmla="val 6119"/>
                </a:avLst>
              </a:prstGeom>
              <a:gradFill flip="none" rotWithShape="1">
                <a:gsLst>
                  <a:gs pos="98000">
                    <a:srgbClr val="BABABA"/>
                  </a:gs>
                  <a:gs pos="0">
                    <a:sysClr val="window" lastClr="FFFFFF">
                      <a:lumMod val="85000"/>
                    </a:sysClr>
                  </a:gs>
                  <a:gs pos="1000">
                    <a:sysClr val="window" lastClr="FFFFFF">
                      <a:lumMod val="85000"/>
                    </a:sysClr>
                  </a:gs>
                  <a:gs pos="52000">
                    <a:srgbClr val="F7F7F7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38100" dir="5400000" algn="t" rotWithShape="0">
                  <a:prstClr val="black">
                    <a:alpha val="40000"/>
                  </a:prstClr>
                </a:outerShdw>
              </a:effectLst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6" name="Group 36"/>
              <p:cNvGrpSpPr/>
              <p:nvPr/>
            </p:nvGrpSpPr>
            <p:grpSpPr>
              <a:xfrm>
                <a:off x="4900305" y="2943648"/>
                <a:ext cx="3624798" cy="2542711"/>
                <a:chOff x="5113055" y="2897735"/>
                <a:chExt cx="2900482" cy="2034623"/>
              </a:xfrm>
            </p:grpSpPr>
            <p:grpSp>
              <p:nvGrpSpPr>
                <p:cNvPr id="61" name="Group 61"/>
                <p:cNvGrpSpPr/>
                <p:nvPr/>
              </p:nvGrpSpPr>
              <p:grpSpPr>
                <a:xfrm>
                  <a:off x="5113055" y="2897735"/>
                  <a:ext cx="2896899" cy="606092"/>
                  <a:chOff x="5113055" y="2897735"/>
                  <a:chExt cx="2896899" cy="606092"/>
                </a:xfrm>
              </p:grpSpPr>
              <p:cxnSp>
                <p:nvCxnSpPr>
                  <p:cNvPr id="71" name="Straight Connector 7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2" name="Straight Connector 7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3" name="Straight Connector 73"/>
                  <p:cNvCxnSpPr/>
                  <p:nvPr/>
                </p:nvCxnSpPr>
                <p:spPr>
                  <a:xfrm>
                    <a:off x="5113055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4" name="Straight Connector 74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2" name="Group 62"/>
                <p:cNvGrpSpPr/>
                <p:nvPr/>
              </p:nvGrpSpPr>
              <p:grpSpPr>
                <a:xfrm>
                  <a:off x="5114099" y="3715035"/>
                  <a:ext cx="2898781" cy="606092"/>
                  <a:chOff x="5108453" y="2897735"/>
                  <a:chExt cx="2898781" cy="606092"/>
                </a:xfrm>
              </p:grpSpPr>
              <p:cxnSp>
                <p:nvCxnSpPr>
                  <p:cNvPr id="67" name="Straight Connector 67"/>
                  <p:cNvCxnSpPr/>
                  <p:nvPr/>
                </p:nvCxnSpPr>
                <p:spPr>
                  <a:xfrm>
                    <a:off x="511137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8" name="Straight Connector 68"/>
                  <p:cNvCxnSpPr/>
                  <p:nvPr/>
                </p:nvCxnSpPr>
                <p:spPr>
                  <a:xfrm>
                    <a:off x="511137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9" name="Straight Connector 6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70" name="Straight Connector 70"/>
                  <p:cNvCxnSpPr/>
                  <p:nvPr/>
                </p:nvCxnSpPr>
                <p:spPr>
                  <a:xfrm>
                    <a:off x="5109494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63" name="Group 63"/>
                <p:cNvGrpSpPr/>
                <p:nvPr/>
              </p:nvGrpSpPr>
              <p:grpSpPr>
                <a:xfrm>
                  <a:off x="5116006" y="4523822"/>
                  <a:ext cx="2897531" cy="408536"/>
                  <a:chOff x="5106777" y="2897735"/>
                  <a:chExt cx="2897531" cy="408536"/>
                </a:xfrm>
              </p:grpSpPr>
              <p:cxnSp>
                <p:nvCxnSpPr>
                  <p:cNvPr id="64" name="Straight Connector 64"/>
                  <p:cNvCxnSpPr/>
                  <p:nvPr/>
                </p:nvCxnSpPr>
                <p:spPr>
                  <a:xfrm>
                    <a:off x="5106777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5" name="Straight Connector 65"/>
                  <p:cNvCxnSpPr/>
                  <p:nvPr/>
                </p:nvCxnSpPr>
                <p:spPr>
                  <a:xfrm>
                    <a:off x="5106777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6" name="Straight Connector 66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7" name="Group 37"/>
              <p:cNvGrpSpPr/>
              <p:nvPr/>
            </p:nvGrpSpPr>
            <p:grpSpPr>
              <a:xfrm rot="16200000">
                <a:off x="4845414" y="2963238"/>
                <a:ext cx="3011045" cy="2542714"/>
                <a:chOff x="5108454" y="2897732"/>
                <a:chExt cx="2910729" cy="2034626"/>
              </a:xfrm>
            </p:grpSpPr>
            <p:grpSp>
              <p:nvGrpSpPr>
                <p:cNvPr id="47" name="Group 44"/>
                <p:cNvGrpSpPr/>
                <p:nvPr/>
              </p:nvGrpSpPr>
              <p:grpSpPr>
                <a:xfrm>
                  <a:off x="5108454" y="28977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7" name="Straight Connector 5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8" name="Straight Connector 5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9" name="Straight Connector 5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60" name="Straight Connector 60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8" name="Group 45"/>
                <p:cNvGrpSpPr/>
                <p:nvPr/>
              </p:nvGrpSpPr>
              <p:grpSpPr>
                <a:xfrm>
                  <a:off x="5114099" y="3715032"/>
                  <a:ext cx="2901501" cy="606092"/>
                  <a:chOff x="5108453" y="2897735"/>
                  <a:chExt cx="2901501" cy="606092"/>
                </a:xfrm>
              </p:grpSpPr>
              <p:cxnSp>
                <p:nvCxnSpPr>
                  <p:cNvPr id="53" name="Straight Connector 51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4" name="Straight Connector 52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5" name="Straight Connector 53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6" name="Straight Connector 56"/>
                  <p:cNvCxnSpPr/>
                  <p:nvPr/>
                </p:nvCxnSpPr>
                <p:spPr>
                  <a:xfrm>
                    <a:off x="5114096" y="3503827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  <p:grpSp>
              <p:nvGrpSpPr>
                <p:cNvPr id="49" name="Group 46"/>
                <p:cNvGrpSpPr/>
                <p:nvPr/>
              </p:nvGrpSpPr>
              <p:grpSpPr>
                <a:xfrm>
                  <a:off x="5117682" y="4523822"/>
                  <a:ext cx="2901501" cy="408536"/>
                  <a:chOff x="5108453" y="2897735"/>
                  <a:chExt cx="2901501" cy="408536"/>
                </a:xfrm>
              </p:grpSpPr>
              <p:cxnSp>
                <p:nvCxnSpPr>
                  <p:cNvPr id="50" name="Straight Connector 47"/>
                  <p:cNvCxnSpPr/>
                  <p:nvPr/>
                </p:nvCxnSpPr>
                <p:spPr>
                  <a:xfrm>
                    <a:off x="5114099" y="2897735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1" name="Straight Connector 48"/>
                  <p:cNvCxnSpPr/>
                  <p:nvPr/>
                </p:nvCxnSpPr>
                <p:spPr>
                  <a:xfrm>
                    <a:off x="5114099" y="3120004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  <p:cxnSp>
                <p:nvCxnSpPr>
                  <p:cNvPr id="52" name="Straight Connector 49"/>
                  <p:cNvCxnSpPr/>
                  <p:nvPr/>
                </p:nvCxnSpPr>
                <p:spPr>
                  <a:xfrm>
                    <a:off x="5108453" y="3306271"/>
                    <a:ext cx="2895855" cy="0"/>
                  </a:xfrm>
                  <a:prstGeom prst="line">
                    <a:avLst/>
                  </a:prstGeom>
                  <a:noFill/>
                  <a:ln w="9525" cap="flat" cmpd="sng" algn="ctr">
                    <a:gradFill>
                      <a:gsLst>
                        <a:gs pos="0">
                          <a:sysClr val="window" lastClr="FFFFFF">
                            <a:lumMod val="75000"/>
                          </a:sysClr>
                        </a:gs>
                        <a:gs pos="5000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0"/>
                    </a:gradFill>
                    <a:prstDash val="solid"/>
                  </a:ln>
                  <a:effectLst/>
                  <a:sp3d prstMaterial="matte"/>
                </p:spPr>
              </p:cxnSp>
            </p:grpSp>
          </p:grpSp>
          <p:grpSp>
            <p:nvGrpSpPr>
              <p:cNvPr id="18" name="Group 38"/>
              <p:cNvGrpSpPr/>
              <p:nvPr/>
            </p:nvGrpSpPr>
            <p:grpSpPr>
              <a:xfrm rot="16200000">
                <a:off x="5853280" y="4014128"/>
                <a:ext cx="3001499" cy="408536"/>
                <a:chOff x="5108453" y="2897735"/>
                <a:chExt cx="2901501" cy="408536"/>
              </a:xfrm>
            </p:grpSpPr>
            <p:cxnSp>
              <p:nvCxnSpPr>
                <p:cNvPr id="44" name="Straight Connector 39"/>
                <p:cNvCxnSpPr/>
                <p:nvPr/>
              </p:nvCxnSpPr>
              <p:spPr>
                <a:xfrm>
                  <a:off x="5114099" y="2897735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5" name="Straight Connector 42"/>
                <p:cNvCxnSpPr/>
                <p:nvPr/>
              </p:nvCxnSpPr>
              <p:spPr>
                <a:xfrm>
                  <a:off x="5114099" y="3120004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  <p:cxnSp>
              <p:nvCxnSpPr>
                <p:cNvPr id="46" name="Straight Connector 43"/>
                <p:cNvCxnSpPr/>
                <p:nvPr/>
              </p:nvCxnSpPr>
              <p:spPr>
                <a:xfrm>
                  <a:off x="5108453" y="3306271"/>
                  <a:ext cx="2895855" cy="0"/>
                </a:xfrm>
                <a:prstGeom prst="line">
                  <a:avLst/>
                </a:prstGeom>
                <a:noFill/>
                <a:ln w="9525" cap="flat" cmpd="sng" algn="ctr">
                  <a:gradFill>
                    <a:gsLst>
                      <a:gs pos="0">
                        <a:sysClr val="window" lastClr="FFFFFF">
                          <a:lumMod val="75000"/>
                        </a:sysClr>
                      </a:gs>
                      <a:gs pos="50000">
                        <a:sysClr val="window" lastClr="FFFFFF">
                          <a:lumMod val="85000"/>
                        </a:sysClr>
                      </a:gs>
                      <a:gs pos="100000">
                        <a:sysClr val="window" lastClr="FFFFFF">
                          <a:lumMod val="95000"/>
                        </a:sysClr>
                      </a:gs>
                    </a:gsLst>
                    <a:lin ang="5400000" scaled="0"/>
                  </a:gradFill>
                  <a:prstDash val="solid"/>
                </a:ln>
                <a:effectLst/>
                <a:sp3d prstMaterial="matte"/>
              </p:spPr>
            </p:cxnSp>
          </p:grpSp>
          <p:sp>
            <p:nvSpPr>
              <p:cNvPr id="19" name="Round Same Side Corner Rectangle 75"/>
              <p:cNvSpPr/>
              <p:nvPr/>
            </p:nvSpPr>
            <p:spPr>
              <a:xfrm>
                <a:off x="4891881" y="2631941"/>
                <a:ext cx="3639312" cy="777241"/>
              </a:xfrm>
              <a:prstGeom prst="round2SameRect">
                <a:avLst>
                  <a:gd name="adj1" fmla="val 24593"/>
                  <a:gd name="adj2" fmla="val 0"/>
                </a:avLst>
              </a:prstGeom>
              <a:gradFill>
                <a:gsLst>
                  <a:gs pos="97917">
                    <a:srgbClr val="FFFF99"/>
                  </a:gs>
                  <a:gs pos="0">
                    <a:srgbClr val="F79646">
                      <a:lumMod val="50000"/>
                    </a:srgbClr>
                  </a:gs>
                  <a:gs pos="82000">
                    <a:srgbClr val="FFC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  <a:sp3d prstMaterial="matte"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143"/>
              <p:cNvSpPr txBox="1"/>
              <p:nvPr/>
            </p:nvSpPr>
            <p:spPr>
              <a:xfrm>
                <a:off x="5039223" y="3357983"/>
                <a:ext cx="3319084" cy="2292935"/>
              </a:xfrm>
              <a:prstGeom prst="rect">
                <a:avLst/>
              </a:prstGeom>
              <a:noFill/>
              <a:sp3d prstMaterial="matte"/>
            </p:spPr>
            <p:txBody>
              <a:bodyPr wrap="square" lIns="182880" tIns="91440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0" b="1" dirty="0" smtClean="0">
                    <a:ln w="17780" cmpd="sng">
                      <a:noFill/>
                      <a:prstDash val="solid"/>
                      <a:miter lim="800000"/>
                    </a:ln>
                    <a:gradFill rotWithShape="1">
                      <a:gsLst>
                        <a:gs pos="0">
                          <a:srgbClr val="000000">
                            <a:tint val="92000"/>
                            <a:shade val="100000"/>
                            <a:satMod val="150000"/>
                          </a:srgbClr>
                        </a:gs>
                        <a:gs pos="49000">
                          <a:srgbClr val="000000">
                            <a:tint val="89000"/>
                            <a:shade val="90000"/>
                            <a:satMod val="150000"/>
                          </a:srgbClr>
                        </a:gs>
                        <a:gs pos="50000">
                          <a:srgbClr val="000000">
                            <a:tint val="100000"/>
                            <a:shade val="75000"/>
                            <a:satMod val="150000"/>
                          </a:srgbClr>
                        </a:gs>
                        <a:gs pos="95000">
                          <a:srgbClr val="000000">
                            <a:shade val="47000"/>
                            <a:satMod val="150000"/>
                          </a:srgbClr>
                        </a:gs>
                        <a:gs pos="100000">
                          <a:srgbClr val="000000">
                            <a:shade val="39000"/>
                            <a:satMod val="150000"/>
                          </a:srgbClr>
                        </a:gs>
                      </a:gsLst>
                      <a:lin ang="5400000"/>
                    </a:gradFill>
                    <a:effectLst>
                      <a:outerShdw blurRad="50800" algn="tl" rotWithShape="0">
                        <a:srgbClr val="000000"/>
                      </a:outerShdw>
                    </a:effectLst>
                    <a:latin typeface="Arial Black" pitchFamily="34" charset="0"/>
                  </a:rPr>
                  <a:t>04</a:t>
                </a:r>
                <a:endParaRPr kumimoji="0" lang="en-US" sz="14000" b="1" i="0" u="none" strike="noStrike" kern="1200" cap="none" spc="0" normalizeH="0" baseline="0" noProof="0" dirty="0">
                  <a:ln w="17780" cmpd="sng">
                    <a:noFill/>
                    <a:prstDash val="solid"/>
                    <a:miter lim="800000"/>
                  </a:ln>
                  <a:gradFill rotWithShape="1">
                    <a:gsLst>
                      <a:gs pos="0">
                        <a:srgbClr val="000000">
                          <a:tint val="92000"/>
                          <a:shade val="100000"/>
                          <a:satMod val="150000"/>
                        </a:srgbClr>
                      </a:gs>
                      <a:gs pos="49000">
                        <a:srgbClr val="000000">
                          <a:tint val="89000"/>
                          <a:shade val="90000"/>
                          <a:satMod val="150000"/>
                        </a:srgbClr>
                      </a:gs>
                      <a:gs pos="50000">
                        <a:srgbClr val="000000">
                          <a:tint val="100000"/>
                          <a:shade val="75000"/>
                          <a:satMod val="150000"/>
                        </a:srgbClr>
                      </a:gs>
                      <a:gs pos="95000">
                        <a:srgbClr val="000000">
                          <a:shade val="47000"/>
                          <a:satMod val="150000"/>
                        </a:srgbClr>
                      </a:gs>
                      <a:gs pos="100000">
                        <a:srgbClr val="000000">
                          <a:shade val="39000"/>
                          <a:satMod val="150000"/>
                        </a:srgbClr>
                      </a:gs>
                    </a:gsLst>
                    <a:lin ang="5400000"/>
                  </a:gradFill>
                  <a:effectLst>
                    <a:outerShdw blurRad="50800" algn="tl" rotWithShape="0">
                      <a:srgbClr val="000000"/>
                    </a:outerShdw>
                  </a:effectLst>
                  <a:uLnTx/>
                  <a:uFillTx/>
                  <a:latin typeface="Arial Black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Box 100"/>
              <p:cNvSpPr txBox="1"/>
              <p:nvPr/>
            </p:nvSpPr>
            <p:spPr>
              <a:xfrm>
                <a:off x="5459484" y="2885962"/>
                <a:ext cx="2479194" cy="523220"/>
              </a:xfrm>
              <a:prstGeom prst="rect">
                <a:avLst/>
              </a:prstGeom>
              <a:noFill/>
              <a:sp3d prstMaterial="matte"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innerShdw blurRad="63500" dist="50800" dir="16200000">
                        <a:prstClr val="black">
                          <a:alpha val="50000"/>
                        </a:prstClr>
                      </a:innerShdw>
                    </a:effectLst>
                    <a:uLnTx/>
                    <a:uFillTx/>
                    <a:latin typeface="Calibri"/>
                    <a:ea typeface="+mn-ea"/>
                    <a:cs typeface="+mn-cs"/>
                  </a:rPr>
                  <a:t>Agosto</a:t>
                </a:r>
                <a:endPara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2" name="Group 76"/>
              <p:cNvGrpSpPr/>
              <p:nvPr/>
            </p:nvGrpSpPr>
            <p:grpSpPr>
              <a:xfrm>
                <a:off x="5336253" y="2315695"/>
                <a:ext cx="2816247" cy="514574"/>
                <a:chOff x="5452365" y="1923817"/>
                <a:chExt cx="2816247" cy="514574"/>
              </a:xfrm>
            </p:grpSpPr>
            <p:sp>
              <p:nvSpPr>
                <p:cNvPr id="23" name="Rectangle 79"/>
                <p:cNvSpPr/>
                <p:nvPr/>
              </p:nvSpPr>
              <p:spPr>
                <a:xfrm>
                  <a:off x="5452365" y="2299243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 89"/>
                <p:cNvSpPr/>
                <p:nvPr/>
              </p:nvSpPr>
              <p:spPr>
                <a:xfrm>
                  <a:off x="5492160" y="1926078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 90"/>
                <p:cNvSpPr/>
                <p:nvPr/>
              </p:nvSpPr>
              <p:spPr>
                <a:xfrm>
                  <a:off x="5903977" y="2299836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93"/>
                <p:cNvSpPr/>
                <p:nvPr/>
              </p:nvSpPr>
              <p:spPr>
                <a:xfrm>
                  <a:off x="5942628" y="1927834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94"/>
                <p:cNvSpPr/>
                <p:nvPr/>
              </p:nvSpPr>
              <p:spPr>
                <a:xfrm>
                  <a:off x="6347310" y="2303906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102"/>
                <p:cNvSpPr/>
                <p:nvPr/>
              </p:nvSpPr>
              <p:spPr>
                <a:xfrm>
                  <a:off x="6384711" y="192993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103"/>
                <p:cNvSpPr/>
                <p:nvPr/>
              </p:nvSpPr>
              <p:spPr>
                <a:xfrm>
                  <a:off x="6728994" y="2302371"/>
                  <a:ext cx="161910" cy="134486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105"/>
                <p:cNvSpPr/>
                <p:nvPr/>
              </p:nvSpPr>
              <p:spPr>
                <a:xfrm>
                  <a:off x="6769066" y="192957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106"/>
                <p:cNvSpPr/>
                <p:nvPr/>
              </p:nvSpPr>
              <p:spPr>
                <a:xfrm>
                  <a:off x="7181511" y="229907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107"/>
                <p:cNvSpPr/>
                <p:nvPr/>
              </p:nvSpPr>
              <p:spPr>
                <a:xfrm>
                  <a:off x="7220162" y="192800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108"/>
                <p:cNvSpPr/>
                <p:nvPr/>
              </p:nvSpPr>
              <p:spPr>
                <a:xfrm>
                  <a:off x="7636699" y="2302727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109"/>
                <p:cNvSpPr/>
                <p:nvPr/>
              </p:nvSpPr>
              <p:spPr>
                <a:xfrm>
                  <a:off x="7676169" y="1923829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110"/>
                <p:cNvSpPr/>
                <p:nvPr/>
              </p:nvSpPr>
              <p:spPr>
                <a:xfrm>
                  <a:off x="8106702" y="2301098"/>
                  <a:ext cx="161910" cy="134485"/>
                </a:xfrm>
                <a:prstGeom prst="rect">
                  <a:avLst/>
                </a:prstGeom>
                <a:solidFill>
                  <a:sysClr val="windowText" lastClr="000000">
                    <a:lumMod val="95000"/>
                    <a:lumOff val="5000"/>
                  </a:sysClr>
                </a:solidFill>
                <a:ln w="25400" cap="flat" cmpd="sng" algn="ctr">
                  <a:noFill/>
                  <a:prstDash val="solid"/>
                </a:ln>
                <a:effectLst/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 111"/>
                <p:cNvSpPr/>
                <p:nvPr/>
              </p:nvSpPr>
              <p:spPr>
                <a:xfrm>
                  <a:off x="8146811" y="1930785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 112"/>
                <p:cNvSpPr/>
                <p:nvPr/>
              </p:nvSpPr>
              <p:spPr>
                <a:xfrm>
                  <a:off x="5546860" y="1926066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113"/>
                <p:cNvSpPr/>
                <p:nvPr/>
              </p:nvSpPr>
              <p:spPr>
                <a:xfrm>
                  <a:off x="5997328" y="1927822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 114"/>
                <p:cNvSpPr/>
                <p:nvPr/>
              </p:nvSpPr>
              <p:spPr>
                <a:xfrm>
                  <a:off x="6439411" y="192992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 115"/>
                <p:cNvSpPr/>
                <p:nvPr/>
              </p:nvSpPr>
              <p:spPr>
                <a:xfrm>
                  <a:off x="6823766" y="1929560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 116"/>
                <p:cNvSpPr/>
                <p:nvPr/>
              </p:nvSpPr>
              <p:spPr>
                <a:xfrm>
                  <a:off x="7274862" y="192799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Rectangle 117"/>
                <p:cNvSpPr/>
                <p:nvPr/>
              </p:nvSpPr>
              <p:spPr>
                <a:xfrm>
                  <a:off x="7730869" y="1923817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 118"/>
                <p:cNvSpPr/>
                <p:nvPr/>
              </p:nvSpPr>
              <p:spPr>
                <a:xfrm>
                  <a:off x="8201511" y="1930773"/>
                  <a:ext cx="27432" cy="457200"/>
                </a:xfrm>
                <a:prstGeom prst="rect">
                  <a:avLst/>
                </a:prstGeom>
                <a:gradFill>
                  <a:gsLst>
                    <a:gs pos="63000">
                      <a:srgbClr val="E7E7E7"/>
                    </a:gs>
                    <a:gs pos="34000">
                      <a:srgbClr val="E6E6E6"/>
                    </a:gs>
                    <a:gs pos="4900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  <a:gs pos="1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p3d prstMaterial="matte"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9000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"/>
          <p:cNvSpPr/>
          <p:nvPr/>
        </p:nvSpPr>
        <p:spPr>
          <a:xfrm rot="16200000">
            <a:off x="7935838" y="1471610"/>
            <a:ext cx="3826856" cy="3583929"/>
          </a:xfrm>
          <a:prstGeom prst="roundRect">
            <a:avLst>
              <a:gd name="adj" fmla="val 10545"/>
            </a:avLst>
          </a:prstGeom>
          <a:gradFill flip="none" rotWithShape="1">
            <a:gsLst>
              <a:gs pos="0">
                <a:srgbClr val="FFFFFF">
                  <a:lumMod val="95000"/>
                </a:srgbClr>
              </a:gs>
              <a:gs pos="100000">
                <a:srgbClr val="FFFFFF">
                  <a:lumMod val="85000"/>
                </a:srgbClr>
              </a:gs>
            </a:gsLst>
            <a:lin ang="16200000" scaled="1"/>
            <a:tileRect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"/>
          <p:cNvSpPr/>
          <p:nvPr/>
        </p:nvSpPr>
        <p:spPr>
          <a:xfrm rot="16200000">
            <a:off x="4051567" y="1471610"/>
            <a:ext cx="3826856" cy="3583929"/>
          </a:xfrm>
          <a:prstGeom prst="roundRect">
            <a:avLst>
              <a:gd name="adj" fmla="val 10545"/>
            </a:avLst>
          </a:prstGeom>
          <a:gradFill flip="none" rotWithShape="1">
            <a:gsLst>
              <a:gs pos="0">
                <a:srgbClr val="FFFFFF">
                  <a:lumMod val="95000"/>
                </a:srgbClr>
              </a:gs>
              <a:gs pos="100000">
                <a:srgbClr val="FFFFFF">
                  <a:lumMod val="85000"/>
                </a:srgbClr>
              </a:gs>
            </a:gsLst>
            <a:lin ang="16200000" scaled="1"/>
            <a:tileRect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Reconhecimento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7" name="Rounded Rectangle 1"/>
          <p:cNvSpPr/>
          <p:nvPr/>
        </p:nvSpPr>
        <p:spPr>
          <a:xfrm rot="16200000">
            <a:off x="167295" y="1471610"/>
            <a:ext cx="3826856" cy="3583929"/>
          </a:xfrm>
          <a:prstGeom prst="roundRect">
            <a:avLst>
              <a:gd name="adj" fmla="val 10545"/>
            </a:avLst>
          </a:prstGeom>
          <a:gradFill flip="none" rotWithShape="1">
            <a:gsLst>
              <a:gs pos="0">
                <a:srgbClr val="FFFFFF">
                  <a:lumMod val="95000"/>
                </a:srgbClr>
              </a:gs>
              <a:gs pos="100000">
                <a:srgbClr val="FFFFFF">
                  <a:lumMod val="85000"/>
                </a:srgbClr>
              </a:gs>
            </a:gsLst>
            <a:lin ang="16200000" scaled="1"/>
            <a:tileRect/>
          </a:gra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51"/>
          <p:cNvSpPr txBox="1"/>
          <p:nvPr/>
        </p:nvSpPr>
        <p:spPr>
          <a:xfrm>
            <a:off x="5004875" y="5288336"/>
            <a:ext cx="192024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Valdecir</a:t>
            </a:r>
            <a:r>
              <a:rPr lang="en-US" sz="16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Polizelli</a:t>
            </a:r>
            <a:endParaRPr lang="en-US" sz="16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644" y="1484417"/>
            <a:ext cx="2700158" cy="350270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1312" y="1461479"/>
            <a:ext cx="2839407" cy="35028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4227" y="1512174"/>
            <a:ext cx="2830077" cy="3502800"/>
          </a:xfrm>
          <a:prstGeom prst="rect">
            <a:avLst/>
          </a:prstGeom>
        </p:spPr>
      </p:pic>
      <p:sp>
        <p:nvSpPr>
          <p:cNvPr id="21" name="TextBox 151"/>
          <p:cNvSpPr txBox="1"/>
          <p:nvPr/>
        </p:nvSpPr>
        <p:spPr>
          <a:xfrm>
            <a:off x="1120603" y="5240979"/>
            <a:ext cx="192024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Jozeani</a:t>
            </a:r>
            <a:endParaRPr lang="en-US" sz="16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51"/>
          <p:cNvSpPr txBox="1"/>
          <p:nvPr/>
        </p:nvSpPr>
        <p:spPr>
          <a:xfrm>
            <a:off x="8889147" y="5240979"/>
            <a:ext cx="192024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kern="0" dirty="0" smtClean="0">
                <a:latin typeface="Agency FB" panose="020B0503020202020204" pitchFamily="34" charset="0"/>
                <a:cs typeface="Arial" panose="020B0604020202020204" pitchFamily="34" charset="0"/>
              </a:rPr>
              <a:t>Ana Carolina </a:t>
            </a:r>
            <a:r>
              <a:rPr lang="en-US" sz="1600" b="1" kern="0" dirty="0" err="1" smtClean="0">
                <a:latin typeface="Agency FB" panose="020B0503020202020204" pitchFamily="34" charset="0"/>
                <a:cs typeface="Arial" panose="020B0604020202020204" pitchFamily="34" charset="0"/>
              </a:rPr>
              <a:t>Galvão</a:t>
            </a:r>
            <a:endParaRPr lang="en-US" sz="16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3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44379" y="1106905"/>
            <a:ext cx="11903242" cy="5518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Reconhecimento  (#</a:t>
            </a:r>
            <a:r>
              <a:rPr lang="pt-BR" dirty="0" err="1" smtClean="0">
                <a:solidFill>
                  <a:srgbClr val="FFC000"/>
                </a:solidFill>
                <a:latin typeface="Gill Sans Std Light" pitchFamily="34" charset="0"/>
              </a:rPr>
              <a:t>promessaédivida</a:t>
            </a:r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)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758" y="1321760"/>
            <a:ext cx="6360968" cy="5088774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273531"/>
            <a:ext cx="5688972" cy="31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0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893258"/>
            <a:ext cx="6096000" cy="0"/>
          </a:xfrm>
          <a:prstGeom prst="line">
            <a:avLst/>
          </a:prstGeom>
          <a:ln w="25400"/>
          <a:effec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189" y="148395"/>
            <a:ext cx="775990" cy="708863"/>
          </a:xfrm>
          <a:prstGeom prst="rect">
            <a:avLst/>
          </a:prstGeom>
        </p:spPr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288758" y="148394"/>
            <a:ext cx="10515600" cy="708863"/>
          </a:xfrm>
        </p:spPr>
        <p:txBody>
          <a:bodyPr>
            <a:noAutofit/>
          </a:bodyPr>
          <a:lstStyle/>
          <a:p>
            <a:r>
              <a:rPr lang="pt-BR" dirty="0" smtClean="0">
                <a:solidFill>
                  <a:srgbClr val="FFC000"/>
                </a:solidFill>
                <a:latin typeface="Gill Sans Std Light" pitchFamily="34" charset="0"/>
              </a:rPr>
              <a:t>Princípios TD</a:t>
            </a:r>
            <a:endParaRPr lang="pt-BR" dirty="0">
              <a:solidFill>
                <a:srgbClr val="FFC000"/>
              </a:solidFill>
              <a:latin typeface="Gill Sans Std Light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493504" y="1513205"/>
            <a:ext cx="4053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#</a:t>
            </a:r>
            <a:r>
              <a:rPr lang="pt-BR" sz="4800" b="1" dirty="0" err="1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tamojunto</a:t>
            </a:r>
            <a:endParaRPr lang="pt-BR" sz="48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689432" y="3128679"/>
            <a:ext cx="5288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#</a:t>
            </a:r>
            <a:r>
              <a:rPr lang="pt-BR" sz="4800" b="1" dirty="0" err="1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foconoresultado</a:t>
            </a:r>
            <a:endParaRPr lang="pt-BR" sz="48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6569242" y="1298764"/>
            <a:ext cx="4053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#</a:t>
            </a:r>
            <a:r>
              <a:rPr lang="pt-BR" sz="4800" b="1" dirty="0" err="1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pegaprasi</a:t>
            </a:r>
            <a:endParaRPr lang="pt-BR" sz="48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78106" y="5826118"/>
            <a:ext cx="5498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#</a:t>
            </a:r>
            <a:r>
              <a:rPr lang="pt-BR" sz="4800" b="1" dirty="0" err="1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promessaédivida</a:t>
            </a:r>
            <a:endParaRPr lang="pt-BR" sz="48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003653" y="4995121"/>
            <a:ext cx="4660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#</a:t>
            </a:r>
            <a:r>
              <a:rPr lang="pt-BR" sz="4800" b="1" dirty="0" err="1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menosémais</a:t>
            </a:r>
            <a:endParaRPr lang="pt-BR" sz="48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6668258" y="3359689"/>
            <a:ext cx="4924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#</a:t>
            </a:r>
            <a:r>
              <a:rPr lang="pt-BR" sz="4800" b="1" dirty="0" err="1" smtClea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semmelindre</a:t>
            </a:r>
            <a:endParaRPr lang="pt-BR" sz="4800" b="1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60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573205" y="3029803"/>
            <a:ext cx="95397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600" dirty="0" smtClean="0">
                <a:latin typeface="Gill Sans Light"/>
              </a:rPr>
              <a:t>Obrigado.</a:t>
            </a:r>
            <a:endParaRPr lang="pt-BR" sz="16600" dirty="0">
              <a:latin typeface="Gill Sans Light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4996" y="298520"/>
            <a:ext cx="987945" cy="90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3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Custom Design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efault">
  <a:themeElements>
    <a:clrScheme name="Default">
      <a:dk1>
        <a:srgbClr val="352E26"/>
      </a:dk1>
      <a:lt1>
        <a:srgbClr val="000000"/>
      </a:lt1>
      <a:dk2>
        <a:srgbClr val="A7A7A7"/>
      </a:dk2>
      <a:lt2>
        <a:srgbClr val="535353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73729"/>
      </a:dk2>
      <a:lt2>
        <a:srgbClr val="EEECE1"/>
      </a:lt2>
      <a:accent1>
        <a:srgbClr val="FE5000"/>
      </a:accent1>
      <a:accent2>
        <a:srgbClr val="F2A900"/>
      </a:accent2>
      <a:accent3>
        <a:srgbClr val="C5B9AC"/>
      </a:accent3>
      <a:accent4>
        <a:srgbClr val="A39382"/>
      </a:accent4>
      <a:accent5>
        <a:srgbClr val="7A6856"/>
      </a:accent5>
      <a:accent6>
        <a:srgbClr val="6E6259"/>
      </a:accent6>
      <a:hlink>
        <a:srgbClr val="435663"/>
      </a:hlink>
      <a:folHlink>
        <a:srgbClr val="502B3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Sans"/>
        <a:ea typeface="ヒラギノ角ゴ ProN W3"/>
        <a:cs typeface="ヒラギノ角ゴ ProN W3"/>
      </a:majorFont>
      <a:minorFont>
        <a:latin typeface="Gill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Sans" charset="0"/>
            <a:ea typeface="ヒラギノ角ゴ ProN W3" charset="-128"/>
            <a:cs typeface="ヒラギノ角ゴ ProN W3" charset="-128"/>
            <a:sym typeface="Gill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Sans" charset="0"/>
            <a:ea typeface="ヒラギノ角ゴ ProN W3" charset="-128"/>
            <a:cs typeface="ヒラギノ角ゴ ProN W3" charset="-128"/>
            <a:sym typeface="Gill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Custom Design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Custom 110">
    <a:dk1>
      <a:sysClr val="windowText" lastClr="000000"/>
    </a:dk1>
    <a:lt1>
      <a:sysClr val="window" lastClr="FFFFFF"/>
    </a:lt1>
    <a:dk2>
      <a:srgbClr val="13B9ED"/>
    </a:dk2>
    <a:lt2>
      <a:srgbClr val="FFFFFF"/>
    </a:lt2>
    <a:accent1>
      <a:srgbClr val="009900"/>
    </a:accent1>
    <a:accent2>
      <a:srgbClr val="99CC00"/>
    </a:accent2>
    <a:accent3>
      <a:srgbClr val="CCFF33"/>
    </a:accent3>
    <a:accent4>
      <a:srgbClr val="FFCC00"/>
    </a:accent4>
    <a:accent5>
      <a:srgbClr val="FF6600"/>
    </a:accent5>
    <a:accent6>
      <a:srgbClr val="FF0000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12714</TotalTime>
  <Words>3516</Words>
  <Application>Microsoft Office PowerPoint</Application>
  <PresentationFormat>Widescreen</PresentationFormat>
  <Paragraphs>1223</Paragraphs>
  <Slides>64</Slides>
  <Notes>1</Notes>
  <HiddenSlides>2</HiddenSlides>
  <MMClips>0</MMClips>
  <ScaleCrop>false</ScaleCrop>
  <HeadingPairs>
    <vt:vector size="8" baseType="variant">
      <vt:variant>
        <vt:lpstr>Fontes usadas</vt:lpstr>
      </vt:variant>
      <vt:variant>
        <vt:i4>27</vt:i4>
      </vt:variant>
      <vt:variant>
        <vt:lpstr>Tema</vt:lpstr>
      </vt:variant>
      <vt:variant>
        <vt:i4>6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64</vt:i4>
      </vt:variant>
    </vt:vector>
  </HeadingPairs>
  <TitlesOfParts>
    <vt:vector size="99" baseType="lpstr">
      <vt:lpstr>MS PGothic</vt:lpstr>
      <vt:lpstr>Adobe Gothic Std B</vt:lpstr>
      <vt:lpstr>Agency FB</vt:lpstr>
      <vt:lpstr>Andalus</vt:lpstr>
      <vt:lpstr>Arial</vt:lpstr>
      <vt:lpstr>Arial Black</vt:lpstr>
      <vt:lpstr>Calibri</vt:lpstr>
      <vt:lpstr>Calibri Light</vt:lpstr>
      <vt:lpstr>Cambria Math</vt:lpstr>
      <vt:lpstr>Century Gothic</vt:lpstr>
      <vt:lpstr>Gill Sans</vt:lpstr>
      <vt:lpstr>Gill Sans Light</vt:lpstr>
      <vt:lpstr>Gill Sans Light Italic</vt:lpstr>
      <vt:lpstr>Gill Sans MT</vt:lpstr>
      <vt:lpstr>Gill Sans Std</vt:lpstr>
      <vt:lpstr>Gill Sans Std Bold</vt:lpstr>
      <vt:lpstr>Gill Sans Std ExtraBold</vt:lpstr>
      <vt:lpstr>Gill Sans Std Light</vt:lpstr>
      <vt:lpstr>GillSans</vt:lpstr>
      <vt:lpstr>Helvetica</vt:lpstr>
      <vt:lpstr>Helvetica Light</vt:lpstr>
      <vt:lpstr>Kartika</vt:lpstr>
      <vt:lpstr>Rockwell</vt:lpstr>
      <vt:lpstr>Tahoma</vt:lpstr>
      <vt:lpstr>Verdana</vt:lpstr>
      <vt:lpstr>Wingdings</vt:lpstr>
      <vt:lpstr>ヒラギノ角ゴ ProN W3</vt:lpstr>
      <vt:lpstr>Tema do Office</vt:lpstr>
      <vt:lpstr>7_Custom Design</vt:lpstr>
      <vt:lpstr>1_Default</vt:lpstr>
      <vt:lpstr>Office Theme</vt:lpstr>
      <vt:lpstr>Title &amp; Bullets</vt:lpstr>
      <vt:lpstr>8_Custom Design</vt:lpstr>
      <vt:lpstr>think-cell Slide</vt:lpstr>
      <vt:lpstr>Worksheet</vt:lpstr>
      <vt:lpstr>Apresentação do PowerPoint</vt:lpstr>
      <vt:lpstr>Boas Vindas</vt:lpstr>
      <vt:lpstr>Agenda</vt:lpstr>
      <vt:lpstr>Agenda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Agenda</vt:lpstr>
      <vt:lpstr>Timeline</vt:lpstr>
      <vt:lpstr>Portfólio Prioritário DAA</vt:lpstr>
      <vt:lpstr>Apresentação do PowerPoint</vt:lpstr>
      <vt:lpstr>Apresentação do PowerPoint</vt:lpstr>
      <vt:lpstr>Apresentação do PowerPoint</vt:lpstr>
      <vt:lpstr>Agenda</vt:lpstr>
      <vt:lpstr>Atualização Plano Tático</vt:lpstr>
      <vt:lpstr>Atualização Plano Tático</vt:lpstr>
      <vt:lpstr>Atualização Plano Tático</vt:lpstr>
      <vt:lpstr>Arquitetura</vt:lpstr>
      <vt:lpstr>Arquitetura</vt:lpstr>
      <vt:lpstr>Atualização Plano Tático</vt:lpstr>
      <vt:lpstr>Atualização Plano Tático</vt:lpstr>
      <vt:lpstr>Forma de Atuação</vt:lpstr>
      <vt:lpstr>Apresentação do PowerPoint</vt:lpstr>
      <vt:lpstr>Apresentação do PowerPoint</vt:lpstr>
      <vt:lpstr>Forma de Atuação</vt:lpstr>
      <vt:lpstr>Apresentação do PowerPoint</vt:lpstr>
      <vt:lpstr>Apresentação do PowerPoint</vt:lpstr>
      <vt:lpstr>Apresentação do PowerPoint</vt:lpstr>
      <vt:lpstr>Atualização Plano Tático</vt:lpstr>
      <vt:lpstr>Atualização Plano Tático</vt:lpstr>
      <vt:lpstr>Qualidade</vt:lpstr>
      <vt:lpstr>Atualização Plano Tático</vt:lpstr>
      <vt:lpstr>Atualização Plano Tático</vt:lpstr>
      <vt:lpstr>Sourcing</vt:lpstr>
      <vt:lpstr>Apresentação do PowerPoint</vt:lpstr>
      <vt:lpstr>Apresentação do PowerPoint</vt:lpstr>
      <vt:lpstr>Atualização Plano Tático</vt:lpstr>
      <vt:lpstr>Atualização Plano Tático</vt:lpstr>
      <vt:lpstr>Gestão</vt:lpstr>
      <vt:lpstr>Apresentação do PowerPoint</vt:lpstr>
      <vt:lpstr>Apresentação do PowerPoint</vt:lpstr>
      <vt:lpstr>Atualização Plano Tático</vt:lpstr>
      <vt:lpstr>Atualização Plano Tático</vt:lpstr>
      <vt:lpstr>Pessoas</vt:lpstr>
      <vt:lpstr>Apresentação do PowerPoint</vt:lpstr>
      <vt:lpstr>Atualização Plano Tático</vt:lpstr>
      <vt:lpstr>Agenda</vt:lpstr>
      <vt:lpstr>Reconhecimento</vt:lpstr>
      <vt:lpstr>Reconhecimento  (#promessaédivida)</vt:lpstr>
      <vt:lpstr>Princípios TD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</dc:creator>
  <cp:lastModifiedBy>juliana</cp:lastModifiedBy>
  <cp:revision>202</cp:revision>
  <cp:lastPrinted>2015-06-03T11:24:43Z</cp:lastPrinted>
  <dcterms:created xsi:type="dcterms:W3CDTF">2015-05-01T17:00:36Z</dcterms:created>
  <dcterms:modified xsi:type="dcterms:W3CDTF">2015-08-04T20:54:00Z</dcterms:modified>
</cp:coreProperties>
</file>