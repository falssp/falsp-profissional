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9900"/>
    <a:srgbClr val="FF8E2D"/>
    <a:srgbClr val="F68E1E"/>
    <a:srgbClr val="99CCFF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2322" y="6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725" y="66673"/>
            <a:ext cx="6685200" cy="711234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58417" y="1895928"/>
            <a:ext cx="562136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Nome do Projeto</a:t>
            </a:r>
            <a:endParaRPr lang="pt-BR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3000"/>
              </a:spcAft>
            </a:pPr>
            <a:r>
              <a:rPr lang="pt-BR" sz="24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Título</a:t>
            </a:r>
          </a:p>
          <a:p>
            <a:pPr lvl="1" algn="just"/>
            <a:r>
              <a:rPr lang="pt-BR" dirty="0" smtClean="0">
                <a:latin typeface="Segoe UI" panose="020B0502040204020203" pitchFamily="34" charset="0"/>
                <a:cs typeface="Segoe UI" panose="020B0502040204020203" pitchFamily="34" charset="0"/>
              </a:rPr>
              <a:t>Descrição </a:t>
            </a:r>
            <a:r>
              <a:rPr lang="pt-BR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xxxx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258417" y="5321068"/>
            <a:ext cx="6050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Sua presença é muito importante! Compareça.</a:t>
            </a:r>
          </a:p>
          <a:p>
            <a:pPr>
              <a:spcAft>
                <a:spcPts val="1200"/>
              </a:spcAft>
            </a:pPr>
            <a:r>
              <a:rPr lang="pt-BR" sz="16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Área </a:t>
            </a:r>
            <a:r>
              <a:rPr lang="pt-BR" sz="1600" b="1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2" descr="http://www.markify.com/images/ctm/originals/008627416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904" y="1647825"/>
            <a:ext cx="1407514" cy="117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/>
          <p:cNvSpPr/>
          <p:nvPr/>
        </p:nvSpPr>
        <p:spPr>
          <a:xfrm>
            <a:off x="105537" y="39549"/>
            <a:ext cx="6665387" cy="11418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>
                <a:solidFill>
                  <a:srgbClr val="FF0000"/>
                </a:solidFill>
              </a:rPr>
              <a:t>Logo do cliente</a:t>
            </a:r>
            <a:endParaRPr lang="pt-BR" sz="2800" b="1" dirty="0">
              <a:solidFill>
                <a:srgbClr val="FF0000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9171" y="6106562"/>
            <a:ext cx="232175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6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3265</TotalTime>
  <Words>19</Words>
  <PresentationFormat>Papel A4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2016-07-12T13:29:00Z</dcterms:modified>
</cp:coreProperties>
</file>