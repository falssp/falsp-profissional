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9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00"/>
    <a:srgbClr val="F57124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218" y="72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13/01/2016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8690" y="1740366"/>
            <a:ext cx="430477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8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Você tem uma boa Ideia? </a:t>
            </a:r>
            <a:r>
              <a:rPr lang="pt-BR" sz="24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Compartilhe conosco!</a:t>
            </a:r>
          </a:p>
          <a:p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partir de </a:t>
            </a:r>
            <a:r>
              <a:rPr lang="pt-BR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hoje</a:t>
            </a: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(13/Jan) temos uma </a:t>
            </a:r>
            <a:r>
              <a:rPr lang="pt-BR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nova fila no JIRA</a:t>
            </a: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recebimento das </a:t>
            </a:r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ideias </a:t>
            </a: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dos colaboradores Smiles!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144307" y="3915172"/>
            <a:ext cx="6495843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que fizemos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Criamos uma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nova fila no JIRA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chamada </a:t>
            </a:r>
            <a:r>
              <a:rPr lang="pt-BR" sz="16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Gestão de Ideias (PMO)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recebimento de todas as ideias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dos colaboradores Smiles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principal novidade é que agora você precisará </a:t>
            </a:r>
            <a:r>
              <a:rPr lang="pt-BR" sz="16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quantificar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quais são os </a:t>
            </a:r>
            <a:r>
              <a:rPr lang="pt-BR" sz="16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Benefícios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sua ideia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exemplos: aumento de receita esperado, redução de reclamações esperada, requerimentos legais, entre outros.</a:t>
            </a:r>
            <a:endParaRPr lang="pt-BR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Todas as ideias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serão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avaliadas e classificadas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“Melhorias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ou “Projetos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posteriormente priorizadas de acordo com os Benefícios apresentados.</a:t>
            </a:r>
            <a:endParaRPr lang="pt-BR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partir de hoje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(13/Jan)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todas as ideias deverão ser abertas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nesta nova fila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pt-BR" sz="16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Gestão </a:t>
            </a:r>
            <a:r>
              <a:rPr lang="pt-BR" sz="16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</a:t>
            </a:r>
            <a:r>
              <a:rPr lang="pt-BR" sz="1600" b="1" dirty="0" err="1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Idéias</a:t>
            </a:r>
            <a:r>
              <a:rPr lang="pt-BR" sz="16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(PMO</a:t>
            </a:r>
            <a:r>
              <a:rPr lang="pt-BR" sz="16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pt-BR" sz="16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 Filas MS </a:t>
            </a:r>
            <a:r>
              <a:rPr lang="pt-BR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MLS não serão mais utilizadas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seu conteúdo será migrado para a fila nova.</a:t>
            </a:r>
          </a:p>
        </p:txBody>
      </p:sp>
      <p:pic>
        <p:nvPicPr>
          <p:cNvPr id="26" name="Imagem 25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9410">
            <a:off x="1818523" y="3757668"/>
            <a:ext cx="576000" cy="576000"/>
          </a:xfrm>
          <a:prstGeom prst="rect">
            <a:avLst/>
          </a:prstGeom>
        </p:spPr>
      </p:pic>
      <p:sp>
        <p:nvSpPr>
          <p:cNvPr id="30" name="CaixaDeTexto 29"/>
          <p:cNvSpPr txBox="1"/>
          <p:nvPr/>
        </p:nvSpPr>
        <p:spPr>
          <a:xfrm>
            <a:off x="144307" y="7929647"/>
            <a:ext cx="6403837" cy="1392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16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Principais </a:t>
            </a:r>
            <a:r>
              <a:rPr lang="pt-BR" sz="16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Vantagens desta Iniciativa</a:t>
            </a:r>
            <a:endParaRPr lang="pt-BR" sz="1600" b="1" dirty="0" smtClean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432000" indent="-252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Atendimento exclusivo </a:t>
            </a: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pelo PMO para todas as Ideias recebidas</a:t>
            </a:r>
          </a:p>
          <a:p>
            <a:pPr marL="432000" indent="-252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Maior </a:t>
            </a:r>
            <a:r>
              <a:rPr lang="pt-BR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transparência e visibilidade </a:t>
            </a: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processo</a:t>
            </a:r>
          </a:p>
          <a:p>
            <a:pPr marL="432000" indent="-252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Melhor </a:t>
            </a:r>
            <a:r>
              <a:rPr lang="pt-BR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acompanhamento da evolução </a:t>
            </a: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 Ideias (demandas)</a:t>
            </a:r>
          </a:p>
          <a:p>
            <a:pPr marL="432000" indent="-252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Maior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agilidade e rastreabilidade </a:t>
            </a: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devido à centralização das Ideias</a:t>
            </a:r>
            <a:endParaRPr lang="pt-BR" sz="1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534" y="8303686"/>
            <a:ext cx="644609" cy="644609"/>
          </a:xfrm>
          <a:prstGeom prst="rect">
            <a:avLst/>
          </a:prstGeom>
        </p:spPr>
      </p:pic>
      <p:sp>
        <p:nvSpPr>
          <p:cNvPr id="34" name="CaixaDeTexto 33"/>
          <p:cNvSpPr txBox="1"/>
          <p:nvPr/>
        </p:nvSpPr>
        <p:spPr>
          <a:xfrm>
            <a:off x="1170703" y="9399603"/>
            <a:ext cx="44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Obrigado! Diretoria </a:t>
            </a: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 TI</a:t>
            </a:r>
            <a:endParaRPr lang="pt-BR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13.Jan</a:t>
            </a:r>
          </a:p>
        </p:txBody>
      </p:sp>
      <p:pic>
        <p:nvPicPr>
          <p:cNvPr id="3" name="Picture 2" descr="http://smartmatter.co/wp-content/uploads/2014/01/lightbulb-drawing-black-marker.jpg"/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30"/>
          <a:stretch/>
        </p:blipFill>
        <p:spPr bwMode="auto">
          <a:xfrm>
            <a:off x="4272578" y="1586908"/>
            <a:ext cx="2453924" cy="215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2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3343</TotalTime>
  <Words>201</Words>
  <Application>Microsoft Office PowerPoint</Application>
  <PresentationFormat>Papel A4 (210 x 297 mm)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JMaluf</dc:creator>
  <cp:lastModifiedBy>Jorge Filho</cp:lastModifiedBy>
  <cp:revision>272</cp:revision>
  <dcterms:created xsi:type="dcterms:W3CDTF">2014-01-24T21:35:00Z</dcterms:created>
  <dcterms:modified xsi:type="dcterms:W3CDTF">2016-01-13T17:27:02Z</dcterms:modified>
</cp:coreProperties>
</file>