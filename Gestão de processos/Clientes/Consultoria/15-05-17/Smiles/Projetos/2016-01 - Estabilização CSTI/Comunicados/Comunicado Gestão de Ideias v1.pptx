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00"/>
    <a:srgbClr val="F57124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298" y="8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13/01/2016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8690" y="1943553"/>
            <a:ext cx="4304774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8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Você tem uma boa Ideia? </a:t>
            </a: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Compartilhe conosco!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partir de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hoje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(13/Jan) temos uma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fila no JIRA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recebimento das 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ideias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colaboradores Smiles!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44307" y="4321564"/>
            <a:ext cx="6495843" cy="274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fizemos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Criamos uma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fila no JIRA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chamada 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Ideias (PMO)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recebimento de todas as ideias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(melhorias ou projetos)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colaboradores da Smiles.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ideias serão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avaliadas e classificadas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pelos critérios estabelecidos, sendo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separadas em “Melhorias” ou “Projetos”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partir de hoje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(13/Jan)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todas as ideias deverão ser abertas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nesta nova fila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6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Idéias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(PMO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Filas MS </a:t>
            </a: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MLS não serão mais utilizadas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seu conteúdo será migrado para a fila nova.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1840371" y="420211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144307" y="7392155"/>
            <a:ext cx="640383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Atendimento exclusivo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pelo PMO para todas as Ideias recebidas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transparência e visibilidade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processo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da evolução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Ideias (demandas)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Centralização promove maior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e rastreabilidade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104" y="7251332"/>
            <a:ext cx="504000" cy="504000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170703" y="9312519"/>
            <a:ext cx="44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Diretoria de TI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13.Jan</a:t>
            </a:r>
          </a:p>
        </p:txBody>
      </p:sp>
      <p:pic>
        <p:nvPicPr>
          <p:cNvPr id="3" name="Picture 2" descr="http://smartmatter.co/wp-content/uploads/2014/01/lightbulb-drawing-black-marker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30"/>
          <a:stretch/>
        </p:blipFill>
        <p:spPr bwMode="auto">
          <a:xfrm>
            <a:off x="4357322" y="1720465"/>
            <a:ext cx="2453924" cy="215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Arredondado 3"/>
          <p:cNvSpPr/>
          <p:nvPr/>
        </p:nvSpPr>
        <p:spPr>
          <a:xfrm>
            <a:off x="4651285" y="3857248"/>
            <a:ext cx="1865998" cy="646986"/>
          </a:xfrm>
          <a:prstGeom prst="roundRect">
            <a:avLst/>
          </a:prstGeom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t-BR" sz="1600" b="1" dirty="0" smtClean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Gestão de Ideias </a:t>
            </a:r>
          </a:p>
          <a:p>
            <a:pPr algn="ctr"/>
            <a:r>
              <a:rPr lang="pt-BR" sz="1600" b="1" dirty="0" smtClean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(PMO)</a:t>
            </a:r>
            <a:endParaRPr lang="pt-BR" sz="16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3320</TotalTime>
  <Words>168</Words>
  <Application>Microsoft Office PowerPoint</Application>
  <PresentationFormat>Papel A4 (210 x 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JMaluf</dc:creator>
  <cp:lastModifiedBy>Jorge Filho</cp:lastModifiedBy>
  <cp:revision>269</cp:revision>
  <dcterms:created xsi:type="dcterms:W3CDTF">2014-01-24T21:35:00Z</dcterms:created>
  <dcterms:modified xsi:type="dcterms:W3CDTF">2016-01-13T13:12:18Z</dcterms:modified>
</cp:coreProperties>
</file>