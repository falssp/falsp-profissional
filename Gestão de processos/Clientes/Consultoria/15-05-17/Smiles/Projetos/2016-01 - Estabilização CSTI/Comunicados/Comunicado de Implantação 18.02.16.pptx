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344" r:id="rId2"/>
  </p:sldIdLst>
  <p:sldSz cx="9601200" cy="16200438"/>
  <p:notesSz cx="6858000" cy="9144000"/>
  <p:defaultTextStyle>
    <a:defPPr>
      <a:defRPr lang="en-US"/>
    </a:defPPr>
    <a:lvl1pPr marL="0" algn="l" defTabSz="610845" rtl="0" eaLnBrk="1" latinLnBrk="0" hangingPunct="1">
      <a:defRPr sz="2404" kern="1200">
        <a:solidFill>
          <a:schemeClr val="tx1"/>
        </a:solidFill>
        <a:latin typeface="+mn-lt"/>
        <a:ea typeface="+mn-ea"/>
        <a:cs typeface="+mn-cs"/>
      </a:defRPr>
    </a:lvl1pPr>
    <a:lvl2pPr marL="610845" algn="l" defTabSz="610845" rtl="0" eaLnBrk="1" latinLnBrk="0" hangingPunct="1">
      <a:defRPr sz="2404" kern="1200">
        <a:solidFill>
          <a:schemeClr val="tx1"/>
        </a:solidFill>
        <a:latin typeface="+mn-lt"/>
        <a:ea typeface="+mn-ea"/>
        <a:cs typeface="+mn-cs"/>
      </a:defRPr>
    </a:lvl2pPr>
    <a:lvl3pPr marL="1221692" algn="l" defTabSz="610845" rtl="0" eaLnBrk="1" latinLnBrk="0" hangingPunct="1">
      <a:defRPr sz="2404" kern="1200">
        <a:solidFill>
          <a:schemeClr val="tx1"/>
        </a:solidFill>
        <a:latin typeface="+mn-lt"/>
        <a:ea typeface="+mn-ea"/>
        <a:cs typeface="+mn-cs"/>
      </a:defRPr>
    </a:lvl3pPr>
    <a:lvl4pPr marL="1832539" algn="l" defTabSz="610845" rtl="0" eaLnBrk="1" latinLnBrk="0" hangingPunct="1">
      <a:defRPr sz="2404" kern="1200">
        <a:solidFill>
          <a:schemeClr val="tx1"/>
        </a:solidFill>
        <a:latin typeface="+mn-lt"/>
        <a:ea typeface="+mn-ea"/>
        <a:cs typeface="+mn-cs"/>
      </a:defRPr>
    </a:lvl4pPr>
    <a:lvl5pPr marL="2443384" algn="l" defTabSz="610845" rtl="0" eaLnBrk="1" latinLnBrk="0" hangingPunct="1">
      <a:defRPr sz="2404" kern="1200">
        <a:solidFill>
          <a:schemeClr val="tx1"/>
        </a:solidFill>
        <a:latin typeface="+mn-lt"/>
        <a:ea typeface="+mn-ea"/>
        <a:cs typeface="+mn-cs"/>
      </a:defRPr>
    </a:lvl5pPr>
    <a:lvl6pPr marL="3054231" algn="l" defTabSz="610845" rtl="0" eaLnBrk="1" latinLnBrk="0" hangingPunct="1">
      <a:defRPr sz="2404" kern="1200">
        <a:solidFill>
          <a:schemeClr val="tx1"/>
        </a:solidFill>
        <a:latin typeface="+mn-lt"/>
        <a:ea typeface="+mn-ea"/>
        <a:cs typeface="+mn-cs"/>
      </a:defRPr>
    </a:lvl6pPr>
    <a:lvl7pPr marL="3665077" algn="l" defTabSz="610845" rtl="0" eaLnBrk="1" latinLnBrk="0" hangingPunct="1">
      <a:defRPr sz="2404" kern="1200">
        <a:solidFill>
          <a:schemeClr val="tx1"/>
        </a:solidFill>
        <a:latin typeface="+mn-lt"/>
        <a:ea typeface="+mn-ea"/>
        <a:cs typeface="+mn-cs"/>
      </a:defRPr>
    </a:lvl7pPr>
    <a:lvl8pPr marL="4275923" algn="l" defTabSz="610845" rtl="0" eaLnBrk="1" latinLnBrk="0" hangingPunct="1">
      <a:defRPr sz="2404" kern="1200">
        <a:solidFill>
          <a:schemeClr val="tx1"/>
        </a:solidFill>
        <a:latin typeface="+mn-lt"/>
        <a:ea typeface="+mn-ea"/>
        <a:cs typeface="+mn-cs"/>
      </a:defRPr>
    </a:lvl8pPr>
    <a:lvl9pPr marL="4886769" algn="l" defTabSz="610845" rtl="0" eaLnBrk="1" latinLnBrk="0" hangingPunct="1">
      <a:defRPr sz="2404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103" userDrawn="1">
          <p15:clr>
            <a:srgbClr val="A4A3A4"/>
          </p15:clr>
        </p15:guide>
        <p15:guide id="2" pos="302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20000"/>
    <a:srgbClr val="FF6600"/>
    <a:srgbClr val="F57124"/>
    <a:srgbClr val="FF9900"/>
    <a:srgbClr val="FF8E2D"/>
    <a:srgbClr val="F68E1E"/>
    <a:srgbClr val="99CCFF"/>
    <a:srgbClr val="000000"/>
    <a:srgbClr val="EE6829"/>
    <a:srgbClr val="E2873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Estilo Médio 2 - Ênfas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12C8C85-51F0-491E-9774-3900AFEF0FD7}" styleName="Estilo Claro 2 - Ênfase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F2DE63D5-997A-4646-A377-4702673A728D}" styleName="Estilo Claro 2 - Ênfase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0A15C55-8517-42AA-B614-E9B94910E393}" styleName="Estilo Médio 2 - Ênfase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Estilo Médio 2 - Ênfas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Estilo Médio 2 - Ênfase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F5AB1C69-6EDB-4FF4-983F-18BD219EF322}" styleName="Estilo Médio 2 - Ênfase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Estilo Mé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015" autoAdjust="0"/>
    <p:restoredTop sz="94660"/>
  </p:normalViewPr>
  <p:slideViewPr>
    <p:cSldViewPr snapToGrid="0" snapToObjects="1">
      <p:cViewPr>
        <p:scale>
          <a:sx n="110" d="100"/>
          <a:sy n="110" d="100"/>
        </p:scale>
        <p:origin x="396" y="78"/>
      </p:cViewPr>
      <p:guideLst>
        <p:guide orient="horz" pos="5103"/>
        <p:guide pos="3024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2CD1B9-1777-43A0-8DF4-B945C46147BD}" type="datetimeFigureOut">
              <a:rPr lang="pt-BR" smtClean="0"/>
              <a:t>18/02/2016</a:t>
            </a:fld>
            <a:endParaRPr lang="pt-BR" dirty="0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2413000" y="685800"/>
            <a:ext cx="203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 dirty="0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245040-EFBE-493F-96A2-B5DCAE3ADE4E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1866815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21692" rtl="0" eaLnBrk="1" latinLnBrk="0" hangingPunct="1">
      <a:defRPr sz="1604" kern="1200">
        <a:solidFill>
          <a:schemeClr val="tx1"/>
        </a:solidFill>
        <a:latin typeface="+mn-lt"/>
        <a:ea typeface="+mn-ea"/>
        <a:cs typeface="+mn-cs"/>
      </a:defRPr>
    </a:lvl1pPr>
    <a:lvl2pPr marL="610845" algn="l" defTabSz="1221692" rtl="0" eaLnBrk="1" latinLnBrk="0" hangingPunct="1">
      <a:defRPr sz="1604" kern="1200">
        <a:solidFill>
          <a:schemeClr val="tx1"/>
        </a:solidFill>
        <a:latin typeface="+mn-lt"/>
        <a:ea typeface="+mn-ea"/>
        <a:cs typeface="+mn-cs"/>
      </a:defRPr>
    </a:lvl2pPr>
    <a:lvl3pPr marL="1221692" algn="l" defTabSz="1221692" rtl="0" eaLnBrk="1" latinLnBrk="0" hangingPunct="1">
      <a:defRPr sz="1604" kern="1200">
        <a:solidFill>
          <a:schemeClr val="tx1"/>
        </a:solidFill>
        <a:latin typeface="+mn-lt"/>
        <a:ea typeface="+mn-ea"/>
        <a:cs typeface="+mn-cs"/>
      </a:defRPr>
    </a:lvl3pPr>
    <a:lvl4pPr marL="1832539" algn="l" defTabSz="1221692" rtl="0" eaLnBrk="1" latinLnBrk="0" hangingPunct="1">
      <a:defRPr sz="1604" kern="1200">
        <a:solidFill>
          <a:schemeClr val="tx1"/>
        </a:solidFill>
        <a:latin typeface="+mn-lt"/>
        <a:ea typeface="+mn-ea"/>
        <a:cs typeface="+mn-cs"/>
      </a:defRPr>
    </a:lvl4pPr>
    <a:lvl5pPr marL="2443384" algn="l" defTabSz="1221692" rtl="0" eaLnBrk="1" latinLnBrk="0" hangingPunct="1">
      <a:defRPr sz="1604" kern="1200">
        <a:solidFill>
          <a:schemeClr val="tx1"/>
        </a:solidFill>
        <a:latin typeface="+mn-lt"/>
        <a:ea typeface="+mn-ea"/>
        <a:cs typeface="+mn-cs"/>
      </a:defRPr>
    </a:lvl5pPr>
    <a:lvl6pPr marL="3054231" algn="l" defTabSz="1221692" rtl="0" eaLnBrk="1" latinLnBrk="0" hangingPunct="1">
      <a:defRPr sz="1604" kern="1200">
        <a:solidFill>
          <a:schemeClr val="tx1"/>
        </a:solidFill>
        <a:latin typeface="+mn-lt"/>
        <a:ea typeface="+mn-ea"/>
        <a:cs typeface="+mn-cs"/>
      </a:defRPr>
    </a:lvl6pPr>
    <a:lvl7pPr marL="3665077" algn="l" defTabSz="1221692" rtl="0" eaLnBrk="1" latinLnBrk="0" hangingPunct="1">
      <a:defRPr sz="1604" kern="1200">
        <a:solidFill>
          <a:schemeClr val="tx1"/>
        </a:solidFill>
        <a:latin typeface="+mn-lt"/>
        <a:ea typeface="+mn-ea"/>
        <a:cs typeface="+mn-cs"/>
      </a:defRPr>
    </a:lvl7pPr>
    <a:lvl8pPr marL="4275923" algn="l" defTabSz="1221692" rtl="0" eaLnBrk="1" latinLnBrk="0" hangingPunct="1">
      <a:defRPr sz="1604" kern="1200">
        <a:solidFill>
          <a:schemeClr val="tx1"/>
        </a:solidFill>
        <a:latin typeface="+mn-lt"/>
        <a:ea typeface="+mn-ea"/>
        <a:cs typeface="+mn-cs"/>
      </a:defRPr>
    </a:lvl8pPr>
    <a:lvl9pPr marL="4886769" algn="l" defTabSz="1221692" rtl="0" eaLnBrk="1" latinLnBrk="0" hangingPunct="1">
      <a:defRPr sz="1604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20091" y="5032646"/>
            <a:ext cx="8161020" cy="347259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40181" y="9180248"/>
            <a:ext cx="6720840" cy="4140112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6036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32073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98110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64147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30183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96220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62257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2829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2/18/2016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19899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2/18/2016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33079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8429" y="10410290"/>
            <a:ext cx="8161020" cy="3217587"/>
          </a:xfrm>
        </p:spPr>
        <p:txBody>
          <a:bodyPr anchor="t"/>
          <a:lstStyle>
            <a:lvl1pPr algn="l">
              <a:defRPr sz="5778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8429" y="6866441"/>
            <a:ext cx="8161020" cy="3543845"/>
          </a:xfrm>
        </p:spPr>
        <p:txBody>
          <a:bodyPr anchor="b"/>
          <a:lstStyle>
            <a:lvl1pPr marL="0" indent="0">
              <a:buNone/>
              <a:defRPr sz="2889">
                <a:solidFill>
                  <a:schemeClr val="tx1">
                    <a:tint val="75000"/>
                  </a:schemeClr>
                </a:solidFill>
              </a:defRPr>
            </a:lvl1pPr>
            <a:lvl2pPr marL="660368" indent="0">
              <a:buNone/>
              <a:defRPr sz="2600">
                <a:solidFill>
                  <a:schemeClr val="tx1">
                    <a:tint val="75000"/>
                  </a:schemeClr>
                </a:solidFill>
              </a:defRPr>
            </a:lvl2pPr>
            <a:lvl3pPr marL="1320735" indent="0">
              <a:buNone/>
              <a:defRPr sz="2311">
                <a:solidFill>
                  <a:schemeClr val="tx1">
                    <a:tint val="75000"/>
                  </a:schemeClr>
                </a:solidFill>
              </a:defRPr>
            </a:lvl3pPr>
            <a:lvl4pPr marL="1981103" indent="0">
              <a:buNone/>
              <a:defRPr sz="2022">
                <a:solidFill>
                  <a:schemeClr val="tx1">
                    <a:tint val="75000"/>
                  </a:schemeClr>
                </a:solidFill>
              </a:defRPr>
            </a:lvl4pPr>
            <a:lvl5pPr marL="2641471" indent="0">
              <a:buNone/>
              <a:defRPr sz="2022">
                <a:solidFill>
                  <a:schemeClr val="tx1">
                    <a:tint val="75000"/>
                  </a:schemeClr>
                </a:solidFill>
              </a:defRPr>
            </a:lvl5pPr>
            <a:lvl6pPr marL="3301838" indent="0">
              <a:buNone/>
              <a:defRPr sz="2022">
                <a:solidFill>
                  <a:schemeClr val="tx1">
                    <a:tint val="75000"/>
                  </a:schemeClr>
                </a:solidFill>
              </a:defRPr>
            </a:lvl6pPr>
            <a:lvl7pPr marL="3962206" indent="0">
              <a:buNone/>
              <a:defRPr sz="2022">
                <a:solidFill>
                  <a:schemeClr val="tx1">
                    <a:tint val="75000"/>
                  </a:schemeClr>
                </a:solidFill>
              </a:defRPr>
            </a:lvl7pPr>
            <a:lvl8pPr marL="4622574" indent="0">
              <a:buNone/>
              <a:defRPr sz="2022">
                <a:solidFill>
                  <a:schemeClr val="tx1">
                    <a:tint val="75000"/>
                  </a:schemeClr>
                </a:solidFill>
              </a:defRPr>
            </a:lvl8pPr>
            <a:lvl9pPr marL="5282941" indent="0">
              <a:buNone/>
              <a:defRPr sz="2022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2/18/2016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5747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80061" y="3780111"/>
            <a:ext cx="4240530" cy="10691540"/>
          </a:xfrm>
        </p:spPr>
        <p:txBody>
          <a:bodyPr/>
          <a:lstStyle>
            <a:lvl1pPr>
              <a:defRPr sz="4044"/>
            </a:lvl1pPr>
            <a:lvl2pPr>
              <a:defRPr sz="3467"/>
            </a:lvl2pPr>
            <a:lvl3pPr>
              <a:defRPr sz="2889"/>
            </a:lvl3pPr>
            <a:lvl4pPr>
              <a:defRPr sz="2600"/>
            </a:lvl4pPr>
            <a:lvl5pPr>
              <a:defRPr sz="2600"/>
            </a:lvl5pPr>
            <a:lvl6pPr>
              <a:defRPr sz="2600"/>
            </a:lvl6pPr>
            <a:lvl7pPr>
              <a:defRPr sz="2600"/>
            </a:lvl7pPr>
            <a:lvl8pPr>
              <a:defRPr sz="2600"/>
            </a:lvl8pPr>
            <a:lvl9pPr>
              <a:defRPr sz="2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80610" y="3780111"/>
            <a:ext cx="4240530" cy="10691540"/>
          </a:xfrm>
        </p:spPr>
        <p:txBody>
          <a:bodyPr/>
          <a:lstStyle>
            <a:lvl1pPr>
              <a:defRPr sz="4044"/>
            </a:lvl1pPr>
            <a:lvl2pPr>
              <a:defRPr sz="3467"/>
            </a:lvl2pPr>
            <a:lvl3pPr>
              <a:defRPr sz="2889"/>
            </a:lvl3pPr>
            <a:lvl4pPr>
              <a:defRPr sz="2600"/>
            </a:lvl4pPr>
            <a:lvl5pPr>
              <a:defRPr sz="2600"/>
            </a:lvl5pPr>
            <a:lvl6pPr>
              <a:defRPr sz="2600"/>
            </a:lvl6pPr>
            <a:lvl7pPr>
              <a:defRPr sz="2600"/>
            </a:lvl7pPr>
            <a:lvl8pPr>
              <a:defRPr sz="2600"/>
            </a:lvl8pPr>
            <a:lvl9pPr>
              <a:defRPr sz="2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2/18/2016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31548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0063" y="3626352"/>
            <a:ext cx="4242197" cy="1511290"/>
          </a:xfrm>
        </p:spPr>
        <p:txBody>
          <a:bodyPr anchor="b"/>
          <a:lstStyle>
            <a:lvl1pPr marL="0" indent="0">
              <a:buNone/>
              <a:defRPr sz="3467" b="1"/>
            </a:lvl1pPr>
            <a:lvl2pPr marL="660368" indent="0">
              <a:buNone/>
              <a:defRPr sz="2889" b="1"/>
            </a:lvl2pPr>
            <a:lvl3pPr marL="1320735" indent="0">
              <a:buNone/>
              <a:defRPr sz="2600" b="1"/>
            </a:lvl3pPr>
            <a:lvl4pPr marL="1981103" indent="0">
              <a:buNone/>
              <a:defRPr sz="2311" b="1"/>
            </a:lvl4pPr>
            <a:lvl5pPr marL="2641471" indent="0">
              <a:buNone/>
              <a:defRPr sz="2311" b="1"/>
            </a:lvl5pPr>
            <a:lvl6pPr marL="3301838" indent="0">
              <a:buNone/>
              <a:defRPr sz="2311" b="1"/>
            </a:lvl6pPr>
            <a:lvl7pPr marL="3962206" indent="0">
              <a:buNone/>
              <a:defRPr sz="2311" b="1"/>
            </a:lvl7pPr>
            <a:lvl8pPr marL="4622574" indent="0">
              <a:buNone/>
              <a:defRPr sz="2311" b="1"/>
            </a:lvl8pPr>
            <a:lvl9pPr marL="5282941" indent="0">
              <a:buNone/>
              <a:defRPr sz="2311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0063" y="5137638"/>
            <a:ext cx="4242197" cy="9334004"/>
          </a:xfrm>
        </p:spPr>
        <p:txBody>
          <a:bodyPr/>
          <a:lstStyle>
            <a:lvl1pPr>
              <a:defRPr sz="3467"/>
            </a:lvl1pPr>
            <a:lvl2pPr>
              <a:defRPr sz="2889"/>
            </a:lvl2pPr>
            <a:lvl3pPr>
              <a:defRPr sz="2600"/>
            </a:lvl3pPr>
            <a:lvl4pPr>
              <a:defRPr sz="2311"/>
            </a:lvl4pPr>
            <a:lvl5pPr>
              <a:defRPr sz="2311"/>
            </a:lvl5pPr>
            <a:lvl6pPr>
              <a:defRPr sz="2311"/>
            </a:lvl6pPr>
            <a:lvl7pPr>
              <a:defRPr sz="2311"/>
            </a:lvl7pPr>
            <a:lvl8pPr>
              <a:defRPr sz="2311"/>
            </a:lvl8pPr>
            <a:lvl9pPr>
              <a:defRPr sz="2311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77279" y="3626352"/>
            <a:ext cx="4243865" cy="1511290"/>
          </a:xfrm>
        </p:spPr>
        <p:txBody>
          <a:bodyPr anchor="b"/>
          <a:lstStyle>
            <a:lvl1pPr marL="0" indent="0">
              <a:buNone/>
              <a:defRPr sz="3467" b="1"/>
            </a:lvl1pPr>
            <a:lvl2pPr marL="660368" indent="0">
              <a:buNone/>
              <a:defRPr sz="2889" b="1"/>
            </a:lvl2pPr>
            <a:lvl3pPr marL="1320735" indent="0">
              <a:buNone/>
              <a:defRPr sz="2600" b="1"/>
            </a:lvl3pPr>
            <a:lvl4pPr marL="1981103" indent="0">
              <a:buNone/>
              <a:defRPr sz="2311" b="1"/>
            </a:lvl4pPr>
            <a:lvl5pPr marL="2641471" indent="0">
              <a:buNone/>
              <a:defRPr sz="2311" b="1"/>
            </a:lvl5pPr>
            <a:lvl6pPr marL="3301838" indent="0">
              <a:buNone/>
              <a:defRPr sz="2311" b="1"/>
            </a:lvl6pPr>
            <a:lvl7pPr marL="3962206" indent="0">
              <a:buNone/>
              <a:defRPr sz="2311" b="1"/>
            </a:lvl7pPr>
            <a:lvl8pPr marL="4622574" indent="0">
              <a:buNone/>
              <a:defRPr sz="2311" b="1"/>
            </a:lvl8pPr>
            <a:lvl9pPr marL="5282941" indent="0">
              <a:buNone/>
              <a:defRPr sz="2311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77279" y="5137638"/>
            <a:ext cx="4243865" cy="9334004"/>
          </a:xfrm>
        </p:spPr>
        <p:txBody>
          <a:bodyPr/>
          <a:lstStyle>
            <a:lvl1pPr>
              <a:defRPr sz="3467"/>
            </a:lvl1pPr>
            <a:lvl2pPr>
              <a:defRPr sz="2889"/>
            </a:lvl2pPr>
            <a:lvl3pPr>
              <a:defRPr sz="2600"/>
            </a:lvl3pPr>
            <a:lvl4pPr>
              <a:defRPr sz="2311"/>
            </a:lvl4pPr>
            <a:lvl5pPr>
              <a:defRPr sz="2311"/>
            </a:lvl5pPr>
            <a:lvl6pPr>
              <a:defRPr sz="2311"/>
            </a:lvl6pPr>
            <a:lvl7pPr>
              <a:defRPr sz="2311"/>
            </a:lvl7pPr>
            <a:lvl8pPr>
              <a:defRPr sz="2311"/>
            </a:lvl8pPr>
            <a:lvl9pPr>
              <a:defRPr sz="2311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2/18/2016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9741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2/18/2016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38014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2/18/2016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39489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0062" y="645017"/>
            <a:ext cx="3158729" cy="2745074"/>
          </a:xfrm>
        </p:spPr>
        <p:txBody>
          <a:bodyPr anchor="b"/>
          <a:lstStyle>
            <a:lvl1pPr algn="l">
              <a:defRPr sz="2889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53807" y="645025"/>
            <a:ext cx="5367337" cy="13826626"/>
          </a:xfrm>
        </p:spPr>
        <p:txBody>
          <a:bodyPr/>
          <a:lstStyle>
            <a:lvl1pPr>
              <a:defRPr sz="4622"/>
            </a:lvl1pPr>
            <a:lvl2pPr>
              <a:defRPr sz="4044"/>
            </a:lvl2pPr>
            <a:lvl3pPr>
              <a:defRPr sz="3467"/>
            </a:lvl3pPr>
            <a:lvl4pPr>
              <a:defRPr sz="2889"/>
            </a:lvl4pPr>
            <a:lvl5pPr>
              <a:defRPr sz="2889"/>
            </a:lvl5pPr>
            <a:lvl6pPr>
              <a:defRPr sz="2889"/>
            </a:lvl6pPr>
            <a:lvl7pPr>
              <a:defRPr sz="2889"/>
            </a:lvl7pPr>
            <a:lvl8pPr>
              <a:defRPr sz="2889"/>
            </a:lvl8pPr>
            <a:lvl9pPr>
              <a:defRPr sz="2889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80062" y="3390102"/>
            <a:ext cx="3158729" cy="11081551"/>
          </a:xfrm>
        </p:spPr>
        <p:txBody>
          <a:bodyPr/>
          <a:lstStyle>
            <a:lvl1pPr marL="0" indent="0">
              <a:buNone/>
              <a:defRPr sz="2022"/>
            </a:lvl1pPr>
            <a:lvl2pPr marL="660368" indent="0">
              <a:buNone/>
              <a:defRPr sz="1733"/>
            </a:lvl2pPr>
            <a:lvl3pPr marL="1320735" indent="0">
              <a:buNone/>
              <a:defRPr sz="1444"/>
            </a:lvl3pPr>
            <a:lvl4pPr marL="1981103" indent="0">
              <a:buNone/>
              <a:defRPr sz="1300"/>
            </a:lvl4pPr>
            <a:lvl5pPr marL="2641471" indent="0">
              <a:buNone/>
              <a:defRPr sz="1300"/>
            </a:lvl5pPr>
            <a:lvl6pPr marL="3301838" indent="0">
              <a:buNone/>
              <a:defRPr sz="1300"/>
            </a:lvl6pPr>
            <a:lvl7pPr marL="3962206" indent="0">
              <a:buNone/>
              <a:defRPr sz="1300"/>
            </a:lvl7pPr>
            <a:lvl8pPr marL="4622574" indent="0">
              <a:buNone/>
              <a:defRPr sz="1300"/>
            </a:lvl8pPr>
            <a:lvl9pPr marL="5282941" indent="0">
              <a:buNone/>
              <a:defRPr sz="13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2/18/2016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80566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81904" y="11340306"/>
            <a:ext cx="5760720" cy="1338789"/>
          </a:xfrm>
        </p:spPr>
        <p:txBody>
          <a:bodyPr anchor="b"/>
          <a:lstStyle>
            <a:lvl1pPr algn="l">
              <a:defRPr sz="2889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881904" y="1447538"/>
            <a:ext cx="5760720" cy="9720263"/>
          </a:xfrm>
        </p:spPr>
        <p:txBody>
          <a:bodyPr/>
          <a:lstStyle>
            <a:lvl1pPr marL="0" indent="0">
              <a:buNone/>
              <a:defRPr sz="4622"/>
            </a:lvl1pPr>
            <a:lvl2pPr marL="660368" indent="0">
              <a:buNone/>
              <a:defRPr sz="4044"/>
            </a:lvl2pPr>
            <a:lvl3pPr marL="1320735" indent="0">
              <a:buNone/>
              <a:defRPr sz="3467"/>
            </a:lvl3pPr>
            <a:lvl4pPr marL="1981103" indent="0">
              <a:buNone/>
              <a:defRPr sz="2889"/>
            </a:lvl4pPr>
            <a:lvl5pPr marL="2641471" indent="0">
              <a:buNone/>
              <a:defRPr sz="2889"/>
            </a:lvl5pPr>
            <a:lvl6pPr marL="3301838" indent="0">
              <a:buNone/>
              <a:defRPr sz="2889"/>
            </a:lvl6pPr>
            <a:lvl7pPr marL="3962206" indent="0">
              <a:buNone/>
              <a:defRPr sz="2889"/>
            </a:lvl7pPr>
            <a:lvl8pPr marL="4622574" indent="0">
              <a:buNone/>
              <a:defRPr sz="2889"/>
            </a:lvl8pPr>
            <a:lvl9pPr marL="5282941" indent="0">
              <a:buNone/>
              <a:defRPr sz="2889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881904" y="12679095"/>
            <a:ext cx="5760720" cy="1901299"/>
          </a:xfrm>
        </p:spPr>
        <p:txBody>
          <a:bodyPr/>
          <a:lstStyle>
            <a:lvl1pPr marL="0" indent="0">
              <a:buNone/>
              <a:defRPr sz="2022"/>
            </a:lvl1pPr>
            <a:lvl2pPr marL="660368" indent="0">
              <a:buNone/>
              <a:defRPr sz="1733"/>
            </a:lvl2pPr>
            <a:lvl3pPr marL="1320735" indent="0">
              <a:buNone/>
              <a:defRPr sz="1444"/>
            </a:lvl3pPr>
            <a:lvl4pPr marL="1981103" indent="0">
              <a:buNone/>
              <a:defRPr sz="1300"/>
            </a:lvl4pPr>
            <a:lvl5pPr marL="2641471" indent="0">
              <a:buNone/>
              <a:defRPr sz="1300"/>
            </a:lvl5pPr>
            <a:lvl6pPr marL="3301838" indent="0">
              <a:buNone/>
              <a:defRPr sz="1300"/>
            </a:lvl6pPr>
            <a:lvl7pPr marL="3962206" indent="0">
              <a:buNone/>
              <a:defRPr sz="1300"/>
            </a:lvl7pPr>
            <a:lvl8pPr marL="4622574" indent="0">
              <a:buNone/>
              <a:defRPr sz="1300"/>
            </a:lvl8pPr>
            <a:lvl9pPr marL="5282941" indent="0">
              <a:buNone/>
              <a:defRPr sz="13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2/18/2016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70101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2/18/2016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30059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60870" y="648780"/>
            <a:ext cx="2160270" cy="13822874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0060" y="648780"/>
            <a:ext cx="6320790" cy="13822874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2/18/2016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86421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0060" y="648768"/>
            <a:ext cx="8641080" cy="270007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0060" y="3780111"/>
            <a:ext cx="8641080" cy="106915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80060" y="15015416"/>
            <a:ext cx="2240280" cy="8625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73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04C65E-0501-3244-B235-0438CC858404}" type="datetimeFigureOut">
              <a:rPr lang="en-US" smtClean="0"/>
              <a:pPr/>
              <a:t>2/18/2016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0410" y="15015416"/>
            <a:ext cx="3040380" cy="8625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73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880860" y="15015416"/>
            <a:ext cx="2240280" cy="8625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73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52927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660368" rtl="0" eaLnBrk="1" latinLnBrk="0" hangingPunct="1">
        <a:spcBef>
          <a:spcPct val="0"/>
        </a:spcBef>
        <a:buNone/>
        <a:defRPr sz="635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95276" indent="-495276" algn="l" defTabSz="660368" rtl="0" eaLnBrk="1" latinLnBrk="0" hangingPunct="1">
        <a:spcBef>
          <a:spcPct val="20000"/>
        </a:spcBef>
        <a:buFont typeface="Arial"/>
        <a:buChar char="•"/>
        <a:defRPr sz="4622" kern="1200">
          <a:solidFill>
            <a:schemeClr val="tx1"/>
          </a:solidFill>
          <a:latin typeface="+mn-lt"/>
          <a:ea typeface="+mn-ea"/>
          <a:cs typeface="+mn-cs"/>
        </a:defRPr>
      </a:lvl1pPr>
      <a:lvl2pPr marL="1073097" indent="-412729" algn="l" defTabSz="660368" rtl="0" eaLnBrk="1" latinLnBrk="0" hangingPunct="1">
        <a:spcBef>
          <a:spcPct val="20000"/>
        </a:spcBef>
        <a:buFont typeface="Arial"/>
        <a:buChar char="–"/>
        <a:defRPr sz="4044" kern="1200">
          <a:solidFill>
            <a:schemeClr val="tx1"/>
          </a:solidFill>
          <a:latin typeface="+mn-lt"/>
          <a:ea typeface="+mn-ea"/>
          <a:cs typeface="+mn-cs"/>
        </a:defRPr>
      </a:lvl2pPr>
      <a:lvl3pPr marL="1650919" indent="-330184" algn="l" defTabSz="660368" rtl="0" eaLnBrk="1" latinLnBrk="0" hangingPunct="1">
        <a:spcBef>
          <a:spcPct val="20000"/>
        </a:spcBef>
        <a:buFont typeface="Arial"/>
        <a:buChar char="•"/>
        <a:defRPr sz="3467" kern="1200">
          <a:solidFill>
            <a:schemeClr val="tx1"/>
          </a:solidFill>
          <a:latin typeface="+mn-lt"/>
          <a:ea typeface="+mn-ea"/>
          <a:cs typeface="+mn-cs"/>
        </a:defRPr>
      </a:lvl3pPr>
      <a:lvl4pPr marL="2311286" indent="-330184" algn="l" defTabSz="660368" rtl="0" eaLnBrk="1" latinLnBrk="0" hangingPunct="1">
        <a:spcBef>
          <a:spcPct val="20000"/>
        </a:spcBef>
        <a:buFont typeface="Arial"/>
        <a:buChar char="–"/>
        <a:defRPr sz="2889" kern="1200">
          <a:solidFill>
            <a:schemeClr val="tx1"/>
          </a:solidFill>
          <a:latin typeface="+mn-lt"/>
          <a:ea typeface="+mn-ea"/>
          <a:cs typeface="+mn-cs"/>
        </a:defRPr>
      </a:lvl4pPr>
      <a:lvl5pPr marL="2971655" indent="-330184" algn="l" defTabSz="660368" rtl="0" eaLnBrk="1" latinLnBrk="0" hangingPunct="1">
        <a:spcBef>
          <a:spcPct val="20000"/>
        </a:spcBef>
        <a:buFont typeface="Arial"/>
        <a:buChar char="»"/>
        <a:defRPr sz="2889" kern="1200">
          <a:solidFill>
            <a:schemeClr val="tx1"/>
          </a:solidFill>
          <a:latin typeface="+mn-lt"/>
          <a:ea typeface="+mn-ea"/>
          <a:cs typeface="+mn-cs"/>
        </a:defRPr>
      </a:lvl5pPr>
      <a:lvl6pPr marL="3632021" indent="-330184" algn="l" defTabSz="660368" rtl="0" eaLnBrk="1" latinLnBrk="0" hangingPunct="1">
        <a:spcBef>
          <a:spcPct val="20000"/>
        </a:spcBef>
        <a:buFont typeface="Arial"/>
        <a:buChar char="•"/>
        <a:defRPr sz="2889" kern="1200">
          <a:solidFill>
            <a:schemeClr val="tx1"/>
          </a:solidFill>
          <a:latin typeface="+mn-lt"/>
          <a:ea typeface="+mn-ea"/>
          <a:cs typeface="+mn-cs"/>
        </a:defRPr>
      </a:lvl6pPr>
      <a:lvl7pPr marL="4292389" indent="-330184" algn="l" defTabSz="660368" rtl="0" eaLnBrk="1" latinLnBrk="0" hangingPunct="1">
        <a:spcBef>
          <a:spcPct val="20000"/>
        </a:spcBef>
        <a:buFont typeface="Arial"/>
        <a:buChar char="•"/>
        <a:defRPr sz="2889" kern="1200">
          <a:solidFill>
            <a:schemeClr val="tx1"/>
          </a:solidFill>
          <a:latin typeface="+mn-lt"/>
          <a:ea typeface="+mn-ea"/>
          <a:cs typeface="+mn-cs"/>
        </a:defRPr>
      </a:lvl7pPr>
      <a:lvl8pPr marL="4952757" indent="-330184" algn="l" defTabSz="660368" rtl="0" eaLnBrk="1" latinLnBrk="0" hangingPunct="1">
        <a:spcBef>
          <a:spcPct val="20000"/>
        </a:spcBef>
        <a:buFont typeface="Arial"/>
        <a:buChar char="•"/>
        <a:defRPr sz="2889" kern="1200">
          <a:solidFill>
            <a:schemeClr val="tx1"/>
          </a:solidFill>
          <a:latin typeface="+mn-lt"/>
          <a:ea typeface="+mn-ea"/>
          <a:cs typeface="+mn-cs"/>
        </a:defRPr>
      </a:lvl8pPr>
      <a:lvl9pPr marL="5613124" indent="-330184" algn="l" defTabSz="660368" rtl="0" eaLnBrk="1" latinLnBrk="0" hangingPunct="1">
        <a:spcBef>
          <a:spcPct val="20000"/>
        </a:spcBef>
        <a:buFont typeface="Arial"/>
        <a:buChar char="•"/>
        <a:defRPr sz="288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60368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60368" algn="l" defTabSz="660368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320735" algn="l" defTabSz="660368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1981103" algn="l" defTabSz="660368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4pPr>
      <a:lvl5pPr marL="2641471" algn="l" defTabSz="660368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5pPr>
      <a:lvl6pPr marL="3301838" algn="l" defTabSz="660368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206" algn="l" defTabSz="660368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7pPr>
      <a:lvl8pPr marL="4622574" algn="l" defTabSz="660368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8pPr>
      <a:lvl9pPr marL="5282941" algn="l" defTabSz="660368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Agrupar 3"/>
          <p:cNvGrpSpPr/>
          <p:nvPr/>
        </p:nvGrpSpPr>
        <p:grpSpPr>
          <a:xfrm>
            <a:off x="170793" y="232239"/>
            <a:ext cx="9287180" cy="1581150"/>
            <a:chOff x="139262" y="109370"/>
            <a:chExt cx="9287180" cy="1581150"/>
          </a:xfrm>
        </p:grpSpPr>
        <p:pic>
          <p:nvPicPr>
            <p:cNvPr id="26" name="Imagem 2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39262" y="109370"/>
              <a:ext cx="9287180" cy="1581150"/>
            </a:xfrm>
            <a:prstGeom prst="rect">
              <a:avLst/>
            </a:prstGeom>
          </p:spPr>
        </p:pic>
        <p:pic>
          <p:nvPicPr>
            <p:cNvPr id="27" name="Imagem 26"/>
            <p:cNvPicPr>
              <a:picLocks noChangeAspect="1"/>
            </p:cNvPicPr>
            <p:nvPr/>
          </p:nvPicPr>
          <p:blipFill rotWithShape="1">
            <a:blip r:embed="rId2"/>
            <a:srcRect l="28752" t="13835" r="28782" b="16159"/>
            <a:stretch/>
          </p:blipFill>
          <p:spPr>
            <a:xfrm>
              <a:off x="3074418" y="251945"/>
              <a:ext cx="3416868" cy="1332000"/>
            </a:xfrm>
            <a:prstGeom prst="rect">
              <a:avLst/>
            </a:prstGeom>
          </p:spPr>
        </p:pic>
      </p:grpSp>
      <p:sp>
        <p:nvSpPr>
          <p:cNvPr id="16" name="Retângulo 15"/>
          <p:cNvSpPr/>
          <p:nvPr/>
        </p:nvSpPr>
        <p:spPr>
          <a:xfrm>
            <a:off x="170793" y="232239"/>
            <a:ext cx="9287180" cy="15732000"/>
          </a:xfrm>
          <a:prstGeom prst="rect">
            <a:avLst/>
          </a:prstGeom>
          <a:noFill/>
          <a:ln>
            <a:solidFill>
              <a:srgbClr val="FF8E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5" dirty="0"/>
          </a:p>
        </p:txBody>
      </p:sp>
      <p:sp>
        <p:nvSpPr>
          <p:cNvPr id="18" name="CaixaDeTexto 17"/>
          <p:cNvSpPr txBox="1"/>
          <p:nvPr/>
        </p:nvSpPr>
        <p:spPr>
          <a:xfrm>
            <a:off x="369311" y="2020800"/>
            <a:ext cx="8828435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pt-BR" sz="3200" b="1" dirty="0">
                <a:solidFill>
                  <a:srgbClr val="F57124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Comunicado de Implantação</a:t>
            </a:r>
          </a:p>
          <a:p>
            <a:endParaRPr lang="pt-BR" sz="1600" dirty="0">
              <a:solidFill>
                <a:schemeClr val="tx1">
                  <a:lumMod val="50000"/>
                  <a:lumOff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pt-BR" sz="1600" dirty="0">
              <a:solidFill>
                <a:schemeClr val="tx1">
                  <a:lumMod val="50000"/>
                  <a:lumOff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pt-BR" sz="1600" dirty="0">
              <a:solidFill>
                <a:schemeClr val="tx1">
                  <a:lumMod val="50000"/>
                  <a:lumOff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pt-BR" sz="1600" dirty="0">
              <a:solidFill>
                <a:schemeClr val="tx1">
                  <a:lumMod val="50000"/>
                  <a:lumOff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pt-BR" sz="1800" dirty="0" smtClean="0">
              <a:solidFill>
                <a:schemeClr val="tx1">
                  <a:lumMod val="50000"/>
                  <a:lumOff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pt-BR" sz="1800" dirty="0" smtClean="0">
              <a:solidFill>
                <a:schemeClr val="tx1">
                  <a:lumMod val="50000"/>
                  <a:lumOff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spcAft>
                <a:spcPts val="600"/>
              </a:spcAft>
            </a:pPr>
            <a:r>
              <a:rPr lang="pt-BR" sz="18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Informamos </a:t>
            </a:r>
            <a:r>
              <a:rPr lang="pt-BR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abaixo os itens contemplados na implantação, ocorrida com sucesso.</a:t>
            </a:r>
            <a:endParaRPr lang="en-US" sz="1800" b="1" dirty="0">
              <a:solidFill>
                <a:schemeClr val="tx1">
                  <a:lumMod val="50000"/>
                  <a:lumOff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4" name="CaixaDeTexto 33"/>
          <p:cNvSpPr txBox="1"/>
          <p:nvPr/>
        </p:nvSpPr>
        <p:spPr>
          <a:xfrm>
            <a:off x="3540600" y="15248506"/>
            <a:ext cx="252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1200"/>
              </a:spcAft>
            </a:pPr>
            <a:r>
              <a:rPr lang="pt-BR" sz="2400" b="1" dirty="0">
                <a:solidFill>
                  <a:srgbClr val="703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Diretoria de TI</a:t>
            </a:r>
            <a:endParaRPr lang="pt-BR" sz="2000" dirty="0">
              <a:solidFill>
                <a:schemeClr val="tx1">
                  <a:lumMod val="50000"/>
                  <a:lumOff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5" name="CaixaDeTexto 34"/>
          <p:cNvSpPr txBox="1"/>
          <p:nvPr/>
        </p:nvSpPr>
        <p:spPr>
          <a:xfrm>
            <a:off x="8103477" y="362816"/>
            <a:ext cx="1260076" cy="4624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1200"/>
              </a:spcAft>
            </a:pPr>
            <a:r>
              <a:rPr lang="pt-BR" sz="2405" b="1" dirty="0" smtClean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18.Fev</a:t>
            </a:r>
            <a:endParaRPr lang="pt-BR" sz="2405" b="1" dirty="0">
              <a:solidFill>
                <a:schemeClr val="bg1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3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7119756" y="1628128"/>
            <a:ext cx="2160000" cy="2160000"/>
          </a:xfrm>
          <a:prstGeom prst="rect">
            <a:avLst/>
          </a:prstGeom>
          <a:effectLst>
            <a:glow rad="101600">
              <a:schemeClr val="bg1">
                <a:alpha val="60000"/>
              </a:schemeClr>
            </a:glow>
          </a:effectLst>
        </p:spPr>
      </p:pic>
      <p:graphicFrame>
        <p:nvGraphicFramePr>
          <p:cNvPr id="19" name="Tabela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9597152"/>
              </p:ext>
            </p:extLst>
          </p:nvPr>
        </p:nvGraphicFramePr>
        <p:xfrm>
          <a:off x="451321" y="2972391"/>
          <a:ext cx="6507976" cy="73152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891829">
                  <a:extLst>
                    <a:ext uri="{9D8B030D-6E8A-4147-A177-3AD203B41FA5}">
                      <a16:colId xmlns:a16="http://schemas.microsoft.com/office/drawing/2014/main" val="12600644"/>
                    </a:ext>
                  </a:extLst>
                </a:gridCol>
                <a:gridCol w="1171575">
                  <a:extLst>
                    <a:ext uri="{9D8B030D-6E8A-4147-A177-3AD203B41FA5}">
                      <a16:colId xmlns:a16="http://schemas.microsoft.com/office/drawing/2014/main" val="3081711037"/>
                    </a:ext>
                  </a:extLst>
                </a:gridCol>
                <a:gridCol w="3444572">
                  <a:extLst>
                    <a:ext uri="{9D8B030D-6E8A-4147-A177-3AD203B41FA5}">
                      <a16:colId xmlns:a16="http://schemas.microsoft.com/office/drawing/2014/main" val="352658527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pt-BR" sz="1800" dirty="0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Build</a:t>
                      </a:r>
                      <a:endParaRPr lang="pt-BR" sz="180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dirty="0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Data</a:t>
                      </a:r>
                      <a:endParaRPr lang="pt-BR" sz="180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dirty="0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Sistemas Afetados</a:t>
                      </a:r>
                      <a:endParaRPr lang="pt-BR" sz="180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1145575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pt-BR" sz="1800" dirty="0" smtClean="0"/>
                        <a:t>Melhoria</a:t>
                      </a:r>
                      <a:endParaRPr lang="pt-BR" sz="1800" b="1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dirty="0" smtClean="0"/>
                        <a:t>25.01.16</a:t>
                      </a:r>
                      <a:endParaRPr lang="pt-BR" sz="1800" b="1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dirty="0" smtClean="0"/>
                        <a:t>Siebel</a:t>
                      </a:r>
                      <a:endParaRPr lang="pt-BR" sz="1800" b="1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48040599"/>
                  </a:ext>
                </a:extLst>
              </a:tr>
            </a:tbl>
          </a:graphicData>
        </a:graphic>
      </p:graphicFrame>
      <p:graphicFrame>
        <p:nvGraphicFramePr>
          <p:cNvPr id="17" name="Tabela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3781084"/>
              </p:ext>
            </p:extLst>
          </p:nvPr>
        </p:nvGraphicFramePr>
        <p:xfrm>
          <a:off x="1649839" y="5177261"/>
          <a:ext cx="7547906" cy="103632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914003">
                  <a:extLst>
                    <a:ext uri="{9D8B030D-6E8A-4147-A177-3AD203B41FA5}">
                      <a16:colId xmlns:a16="http://schemas.microsoft.com/office/drawing/2014/main" val="1649539305"/>
                    </a:ext>
                  </a:extLst>
                </a:gridCol>
                <a:gridCol w="2315460">
                  <a:extLst>
                    <a:ext uri="{9D8B030D-6E8A-4147-A177-3AD203B41FA5}">
                      <a16:colId xmlns:a16="http://schemas.microsoft.com/office/drawing/2014/main" val="954512111"/>
                    </a:ext>
                  </a:extLst>
                </a:gridCol>
                <a:gridCol w="4318443">
                  <a:extLst>
                    <a:ext uri="{9D8B030D-6E8A-4147-A177-3AD203B41FA5}">
                      <a16:colId xmlns:a16="http://schemas.microsoft.com/office/drawing/2014/main" val="1633739320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 smtClean="0"/>
                        <a:t>JIRA</a:t>
                      </a:r>
                      <a:endParaRPr lang="pt-BR" sz="1400" dirty="0">
                        <a:latin typeface="+mj-lt"/>
                        <a:cs typeface="Segoe UI" panose="020B050204020402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/>
                      <a:r>
                        <a:rPr lang="pt-BR" sz="1400" dirty="0" smtClean="0"/>
                        <a:t>Melhoria</a:t>
                      </a:r>
                      <a:endParaRPr lang="pt-BR" sz="1400" dirty="0">
                        <a:latin typeface="+mj-lt"/>
                        <a:cs typeface="Segoe UI" panose="020B050204020402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/>
                      <a:r>
                        <a:rPr lang="pt-BR" sz="1400" dirty="0" smtClean="0"/>
                        <a:t>Descrição</a:t>
                      </a:r>
                      <a:endParaRPr lang="pt-BR" sz="1400" dirty="0">
                        <a:latin typeface="+mj-lt"/>
                        <a:cs typeface="Segoe UI" panose="020B0502040204020203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11455750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lt"/>
                          <a:cs typeface="Segoe UI" panose="020B0502040204020203" pitchFamily="34" charset="0"/>
                        </a:rPr>
                        <a:t>MS-381</a:t>
                      </a:r>
                      <a:endParaRPr lang="pt-BR" sz="14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lt"/>
                        <a:cs typeface="Segoe UI" panose="020B050204020402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/>
                      <a:r>
                        <a:rPr lang="pt-BR" sz="14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lt"/>
                          <a:cs typeface="Segoe UI" panose="020B0502040204020203" pitchFamily="34" charset="0"/>
                        </a:rPr>
                        <a:t>Processo de Recorrência - Clube Smiles</a:t>
                      </a:r>
                      <a:endParaRPr lang="pt-BR" sz="14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lt"/>
                        <a:cs typeface="Segoe UI" panose="020B050204020402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/>
                      <a:r>
                        <a:rPr lang="pt-BR" sz="14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lt"/>
                          <a:cs typeface="Segoe UI" panose="020B0502040204020203" pitchFamily="34" charset="0"/>
                        </a:rPr>
                        <a:t>Otimização do processamento da recorrência com o objetivo de suportar o processamento de 500mil membros.</a:t>
                      </a:r>
                      <a:endParaRPr lang="pt-BR" sz="14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lt"/>
                        <a:cs typeface="Segoe UI" panose="020B0502040204020203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14738605"/>
                  </a:ext>
                </a:extLst>
              </a:tr>
            </a:tbl>
          </a:graphicData>
        </a:graphic>
      </p:graphicFrame>
      <p:grpSp>
        <p:nvGrpSpPr>
          <p:cNvPr id="11" name="Agrupar 10"/>
          <p:cNvGrpSpPr/>
          <p:nvPr/>
        </p:nvGrpSpPr>
        <p:grpSpPr>
          <a:xfrm>
            <a:off x="247124" y="4919861"/>
            <a:ext cx="1260000" cy="1667198"/>
            <a:chOff x="11679747" y="3327136"/>
            <a:chExt cx="1260000" cy="1667198"/>
          </a:xfrm>
        </p:grpSpPr>
        <p:pic>
          <p:nvPicPr>
            <p:cNvPr id="6" name="Imagem 5"/>
            <p:cNvPicPr>
              <a:picLocks noChangeAspect="1"/>
            </p:cNvPicPr>
            <p:nvPr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duotone>
                <a:prstClr val="black"/>
                <a:schemeClr val="accent3">
                  <a:tint val="45000"/>
                  <a:satMod val="400000"/>
                </a:schemeClr>
              </a:duotone>
            </a:blip>
            <a:stretch>
              <a:fillRect/>
            </a:stretch>
          </p:blipFill>
          <p:spPr>
            <a:xfrm>
              <a:off x="11679747" y="3327136"/>
              <a:ext cx="1260000" cy="1260000"/>
            </a:xfrm>
            <a:prstGeom prst="rect">
              <a:avLst/>
            </a:prstGeom>
          </p:spPr>
        </p:pic>
        <p:sp>
          <p:nvSpPr>
            <p:cNvPr id="24" name="Retângulo 23"/>
            <p:cNvSpPr/>
            <p:nvPr/>
          </p:nvSpPr>
          <p:spPr>
            <a:xfrm>
              <a:off x="11746131" y="4625002"/>
              <a:ext cx="1127232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pt-BR" sz="1800" dirty="0">
                  <a:solidFill>
                    <a:schemeClr val="accent3">
                      <a:lumMod val="50000"/>
                    </a:schemeClr>
                  </a:solidFill>
                  <a:latin typeface="+mj-lt"/>
                  <a:ea typeface="Tahoma" panose="020B0604030504040204" pitchFamily="34" charset="0"/>
                  <a:cs typeface="Tahoma" panose="020B0604030504040204" pitchFamily="34" charset="0"/>
                </a:rPr>
                <a:t>Melhorias</a:t>
              </a:r>
            </a:p>
          </p:txBody>
        </p:sp>
      </p:grpSp>
      <p:pic>
        <p:nvPicPr>
          <p:cNvPr id="28" name="Imagem 27"/>
          <p:cNvPicPr>
            <a:picLocks noChangeAspect="1"/>
          </p:cNvPicPr>
          <p:nvPr/>
        </p:nvPicPr>
        <p:blipFill>
          <a:blip r:embed="rId5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70808" y="9918161"/>
            <a:ext cx="1554970" cy="1618744"/>
          </a:xfrm>
          <a:prstGeom prst="rect">
            <a:avLst/>
          </a:prstGeom>
        </p:spPr>
      </p:pic>
      <p:sp>
        <p:nvSpPr>
          <p:cNvPr id="30" name="Retângulo Arredondado 29"/>
          <p:cNvSpPr/>
          <p:nvPr/>
        </p:nvSpPr>
        <p:spPr>
          <a:xfrm>
            <a:off x="2525792" y="7104787"/>
            <a:ext cx="5796000" cy="7889651"/>
          </a:xfrm>
          <a:prstGeom prst="roundRect">
            <a:avLst>
              <a:gd name="adj" fmla="val 3249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5" name="CaixaDeTexto 24"/>
          <p:cNvSpPr txBox="1"/>
          <p:nvPr/>
        </p:nvSpPr>
        <p:spPr>
          <a:xfrm>
            <a:off x="2525792" y="7241335"/>
            <a:ext cx="5773446" cy="4770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pt-BR" sz="1600" b="1" dirty="0" smtClean="0">
                <a:solidFill>
                  <a:srgbClr val="00B05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Resultados e Ganhos desta </a:t>
            </a:r>
            <a:r>
              <a:rPr lang="pt-BR" sz="1600" b="1" dirty="0" smtClean="0">
                <a:solidFill>
                  <a:srgbClr val="00B05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Melhoria</a:t>
            </a:r>
            <a:endParaRPr lang="pt-BR" sz="1600" b="1" dirty="0" smtClean="0">
              <a:solidFill>
                <a:srgbClr val="00B050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pPr marL="285750" indent="-285750">
              <a:spcAft>
                <a:spcPts val="1200"/>
              </a:spcAft>
              <a:buFont typeface="Wingdings" panose="05000000000000000000" pitchFamily="2" charset="2"/>
              <a:buChar char="q"/>
            </a:pPr>
            <a:r>
              <a:rPr lang="pt-BR" sz="14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Fatos: </a:t>
            </a:r>
          </a:p>
          <a:p>
            <a:pPr marL="864000" lvl="1" indent="-2520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pt-BR" sz="1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Base de membros do Clube Smiles em grande expansão.</a:t>
            </a:r>
          </a:p>
          <a:p>
            <a:pPr marL="864000" lvl="1" indent="-2520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pt-BR" sz="1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Alto tempo para processamento da Recorrência. </a:t>
            </a:r>
            <a:endParaRPr lang="pt-BR" sz="1400" b="1" dirty="0" smtClean="0">
              <a:solidFill>
                <a:schemeClr val="tx1">
                  <a:lumMod val="50000"/>
                  <a:lumOff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>
              <a:spcAft>
                <a:spcPts val="1200"/>
              </a:spcAft>
              <a:buFont typeface="Wingdings" panose="05000000000000000000" pitchFamily="2" charset="2"/>
              <a:buChar char="q"/>
            </a:pPr>
            <a:r>
              <a:rPr lang="pt-BR" sz="14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Ação:</a:t>
            </a:r>
          </a:p>
          <a:p>
            <a:pPr marL="896595" lvl="1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pt-BR" sz="1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Otimizar o processamento da Recorrência. </a:t>
            </a:r>
            <a:endParaRPr lang="pt-BR" sz="1400" b="1" dirty="0" smtClean="0">
              <a:solidFill>
                <a:schemeClr val="tx1">
                  <a:lumMod val="50000"/>
                  <a:lumOff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>
              <a:spcAft>
                <a:spcPts val="1200"/>
              </a:spcAft>
              <a:buFont typeface="Wingdings" panose="05000000000000000000" pitchFamily="2" charset="2"/>
              <a:buChar char="q"/>
            </a:pPr>
            <a:r>
              <a:rPr lang="pt-BR" sz="14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Resultados:</a:t>
            </a:r>
          </a:p>
          <a:p>
            <a:pPr marL="285750" indent="-285750">
              <a:spcAft>
                <a:spcPts val="1200"/>
              </a:spcAft>
              <a:buFont typeface="Wingdings" panose="05000000000000000000" pitchFamily="2" charset="2"/>
              <a:buChar char="q"/>
            </a:pPr>
            <a:endParaRPr lang="pt-BR" sz="1400" b="1" dirty="0">
              <a:solidFill>
                <a:schemeClr val="tx1">
                  <a:lumMod val="50000"/>
                  <a:lumOff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>
              <a:spcAft>
                <a:spcPts val="1200"/>
              </a:spcAft>
              <a:buFont typeface="Wingdings" panose="05000000000000000000" pitchFamily="2" charset="2"/>
              <a:buChar char="q"/>
            </a:pPr>
            <a:endParaRPr lang="pt-BR" sz="1400" b="1" dirty="0" smtClean="0">
              <a:solidFill>
                <a:schemeClr val="tx1">
                  <a:lumMod val="50000"/>
                  <a:lumOff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>
              <a:spcAft>
                <a:spcPts val="1200"/>
              </a:spcAft>
              <a:buFont typeface="Wingdings" panose="05000000000000000000" pitchFamily="2" charset="2"/>
              <a:buChar char="q"/>
            </a:pPr>
            <a:endParaRPr lang="pt-BR" sz="1400" b="1" dirty="0">
              <a:solidFill>
                <a:schemeClr val="tx1">
                  <a:lumMod val="50000"/>
                  <a:lumOff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>
              <a:spcAft>
                <a:spcPts val="1200"/>
              </a:spcAft>
              <a:buFont typeface="Wingdings" panose="05000000000000000000" pitchFamily="2" charset="2"/>
              <a:buChar char="q"/>
            </a:pPr>
            <a:endParaRPr lang="pt-BR" sz="1400" b="1" dirty="0" smtClean="0">
              <a:solidFill>
                <a:schemeClr val="tx1">
                  <a:lumMod val="50000"/>
                  <a:lumOff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>
              <a:spcAft>
                <a:spcPts val="1200"/>
              </a:spcAft>
              <a:buFont typeface="Wingdings" panose="05000000000000000000" pitchFamily="2" charset="2"/>
              <a:buChar char="q"/>
            </a:pPr>
            <a:endParaRPr lang="pt-BR" sz="1400" b="1" dirty="0">
              <a:solidFill>
                <a:schemeClr val="tx1">
                  <a:lumMod val="50000"/>
                  <a:lumOff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>
              <a:spcAft>
                <a:spcPts val="1200"/>
              </a:spcAft>
              <a:buFont typeface="Wingdings" panose="05000000000000000000" pitchFamily="2" charset="2"/>
              <a:buChar char="q"/>
            </a:pPr>
            <a:r>
              <a:rPr lang="pt-BR" sz="14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Dados: </a:t>
            </a:r>
          </a:p>
        </p:txBody>
      </p:sp>
      <p:sp>
        <p:nvSpPr>
          <p:cNvPr id="29" name="CaixaDeTexto 28"/>
          <p:cNvSpPr txBox="1"/>
          <p:nvPr/>
        </p:nvSpPr>
        <p:spPr>
          <a:xfrm>
            <a:off x="2935797" y="9831168"/>
            <a:ext cx="5167680" cy="14619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800"/>
              </a:spcAft>
            </a:pPr>
            <a:r>
              <a:rPr lang="pt-BR" sz="1800" b="1" u="sng" dirty="0" smtClean="0">
                <a:solidFill>
                  <a:srgbClr val="00B05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Redução</a:t>
            </a:r>
            <a:r>
              <a:rPr lang="pt-BR" sz="1600" b="1" dirty="0" smtClean="0">
                <a:solidFill>
                  <a:srgbClr val="00B05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 </a:t>
            </a:r>
            <a:r>
              <a:rPr lang="pt-BR" sz="1600" b="1" dirty="0" smtClean="0">
                <a:solidFill>
                  <a:srgbClr val="00B05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de </a:t>
            </a:r>
            <a:r>
              <a:rPr lang="pt-BR" sz="2800" b="1" dirty="0" smtClean="0">
                <a:solidFill>
                  <a:srgbClr val="00B05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60%</a:t>
            </a:r>
            <a:r>
              <a:rPr lang="pt-BR" sz="2400" b="1" dirty="0" smtClean="0">
                <a:solidFill>
                  <a:srgbClr val="00B05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 </a:t>
            </a:r>
            <a:r>
              <a:rPr lang="pt-BR" sz="1600" b="1" dirty="0" smtClean="0">
                <a:solidFill>
                  <a:srgbClr val="00B05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no tempo de processamento.</a:t>
            </a:r>
          </a:p>
          <a:p>
            <a:pPr>
              <a:spcAft>
                <a:spcPts val="1800"/>
              </a:spcAft>
            </a:pPr>
            <a:r>
              <a:rPr lang="pt-BR" sz="1800" b="1" u="sng" dirty="0" smtClean="0">
                <a:solidFill>
                  <a:srgbClr val="00B05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Aumento de eficiência</a:t>
            </a:r>
            <a:r>
              <a:rPr lang="pt-BR" sz="1800" b="1" dirty="0" smtClean="0">
                <a:solidFill>
                  <a:srgbClr val="00B05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 </a:t>
            </a:r>
            <a:r>
              <a:rPr lang="pt-BR" sz="1600" b="1" dirty="0" smtClean="0">
                <a:solidFill>
                  <a:srgbClr val="00B05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(membros/hora processados) de </a:t>
            </a:r>
            <a:r>
              <a:rPr lang="pt-BR" sz="2800" b="1" dirty="0" smtClean="0">
                <a:solidFill>
                  <a:srgbClr val="00B05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159%</a:t>
            </a:r>
            <a:r>
              <a:rPr lang="pt-BR" sz="2000" b="1" dirty="0" smtClean="0">
                <a:solidFill>
                  <a:srgbClr val="00B05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 </a:t>
            </a:r>
            <a:r>
              <a:rPr lang="pt-BR" sz="1600" b="1" dirty="0" smtClean="0">
                <a:solidFill>
                  <a:srgbClr val="00B05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nas últimas 3 Recorrências.</a:t>
            </a:r>
            <a:endParaRPr lang="pt-BR" sz="1600" b="1" dirty="0" smtClean="0">
              <a:solidFill>
                <a:srgbClr val="00B050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8" name="Chave Esquerda 7"/>
          <p:cNvSpPr/>
          <p:nvPr/>
        </p:nvSpPr>
        <p:spPr>
          <a:xfrm rot="5400000">
            <a:off x="5256889" y="3709155"/>
            <a:ext cx="333807" cy="6095999"/>
          </a:xfrm>
          <a:prstGeom prst="leftBrace">
            <a:avLst>
              <a:gd name="adj1" fmla="val 54949"/>
              <a:gd name="adj2" fmla="val 50000"/>
            </a:avLst>
          </a:prstGeom>
          <a:effectLst/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aphicFrame>
        <p:nvGraphicFramePr>
          <p:cNvPr id="9" name="Tabela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8281176"/>
              </p:ext>
            </p:extLst>
          </p:nvPr>
        </p:nvGraphicFramePr>
        <p:xfrm>
          <a:off x="2935797" y="12160812"/>
          <a:ext cx="5087616" cy="211328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695872">
                  <a:extLst>
                    <a:ext uri="{9D8B030D-6E8A-4147-A177-3AD203B41FA5}">
                      <a16:colId xmlns:a16="http://schemas.microsoft.com/office/drawing/2014/main" val="2163308666"/>
                    </a:ext>
                  </a:extLst>
                </a:gridCol>
                <a:gridCol w="1695872">
                  <a:extLst>
                    <a:ext uri="{9D8B030D-6E8A-4147-A177-3AD203B41FA5}">
                      <a16:colId xmlns:a16="http://schemas.microsoft.com/office/drawing/2014/main" val="4265187280"/>
                    </a:ext>
                  </a:extLst>
                </a:gridCol>
                <a:gridCol w="1695872">
                  <a:extLst>
                    <a:ext uri="{9D8B030D-6E8A-4147-A177-3AD203B41FA5}">
                      <a16:colId xmlns:a16="http://schemas.microsoft.com/office/drawing/2014/main" val="319722731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pt-BR" sz="1200" dirty="0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Indicadores</a:t>
                      </a:r>
                      <a:endParaRPr lang="pt-BR" sz="120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Antes da Melhoria</a:t>
                      </a:r>
                    </a:p>
                    <a:p>
                      <a:pPr algn="ctr"/>
                      <a:r>
                        <a:rPr lang="pt-BR" sz="1200" dirty="0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(3</a:t>
                      </a:r>
                      <a:r>
                        <a:rPr lang="pt-BR" sz="1200" baseline="0" dirty="0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 recorrências)</a:t>
                      </a:r>
                      <a:endParaRPr lang="pt-BR" sz="120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 anchor="ctr">
                    <a:solidFill>
                      <a:srgbClr val="A2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Depois da Melhoria</a:t>
                      </a:r>
                    </a:p>
                    <a:p>
                      <a:pPr algn="ctr"/>
                      <a:r>
                        <a:rPr lang="pt-BR" sz="1200" dirty="0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(3</a:t>
                      </a:r>
                      <a:r>
                        <a:rPr lang="pt-BR" sz="1200" baseline="0" dirty="0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 recorrências)</a:t>
                      </a:r>
                      <a:endParaRPr lang="pt-BR" sz="120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23923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pt-BR" sz="1200" dirty="0" smtClean="0"/>
                        <a:t>Membros Processados</a:t>
                      </a:r>
                      <a:endParaRPr lang="pt-BR" sz="12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1" dirty="0" smtClean="0"/>
                        <a:t>303.037</a:t>
                      </a:r>
                      <a:r>
                        <a:rPr lang="pt-BR" sz="1200" dirty="0" smtClean="0"/>
                        <a:t> membros</a:t>
                      </a:r>
                      <a:endParaRPr lang="pt-BR" sz="1200" dirty="0"/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1" dirty="0" smtClean="0"/>
                        <a:t>314.796</a:t>
                      </a:r>
                      <a:r>
                        <a:rPr lang="pt-BR" sz="1200" dirty="0" smtClean="0"/>
                        <a:t> membros</a:t>
                      </a:r>
                      <a:endParaRPr lang="pt-BR" sz="1200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58174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pt-BR" sz="1200" dirty="0" smtClean="0"/>
                        <a:t>Horas de Processamento</a:t>
                      </a:r>
                      <a:endParaRPr lang="pt-BR" sz="12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 smtClean="0"/>
                        <a:t>~</a:t>
                      </a:r>
                      <a:r>
                        <a:rPr lang="pt-BR" sz="1200" baseline="0" dirty="0" smtClean="0"/>
                        <a:t> </a:t>
                      </a:r>
                      <a:r>
                        <a:rPr lang="pt-BR" sz="1200" b="1" dirty="0" smtClean="0"/>
                        <a:t>355</a:t>
                      </a:r>
                      <a:r>
                        <a:rPr lang="pt-BR" sz="1200" dirty="0" smtClean="0"/>
                        <a:t> horas</a:t>
                      </a:r>
                      <a:endParaRPr lang="pt-BR" sz="1200" dirty="0"/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 smtClean="0"/>
                        <a:t>~</a:t>
                      </a:r>
                      <a:r>
                        <a:rPr lang="pt-BR" sz="1200" baseline="0" dirty="0" smtClean="0"/>
                        <a:t> </a:t>
                      </a:r>
                      <a:r>
                        <a:rPr lang="pt-BR" sz="1200" b="1" dirty="0" smtClean="0"/>
                        <a:t>142</a:t>
                      </a:r>
                      <a:r>
                        <a:rPr lang="pt-BR" sz="1200" dirty="0" smtClean="0"/>
                        <a:t> horas</a:t>
                      </a:r>
                      <a:endParaRPr lang="pt-BR" sz="1200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2278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pt-BR" sz="1200" dirty="0" smtClean="0"/>
                        <a:t>Dias de Processamento</a:t>
                      </a:r>
                      <a:endParaRPr lang="pt-BR" sz="12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dirty="0" smtClean="0"/>
                        <a:t>~</a:t>
                      </a:r>
                      <a:r>
                        <a:rPr lang="pt-BR" sz="1200" b="1" dirty="0" smtClean="0"/>
                        <a:t> </a:t>
                      </a:r>
                      <a:r>
                        <a:rPr lang="pt-BR" sz="1200" b="1" dirty="0" smtClean="0"/>
                        <a:t>15</a:t>
                      </a:r>
                      <a:r>
                        <a:rPr lang="pt-BR" sz="1200" b="0" baseline="0" dirty="0" smtClean="0"/>
                        <a:t> dias</a:t>
                      </a:r>
                      <a:endParaRPr lang="pt-BR" sz="1200" dirty="0"/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dirty="0" smtClean="0"/>
                        <a:t>~</a:t>
                      </a:r>
                      <a:r>
                        <a:rPr lang="pt-BR" sz="1200" b="1" baseline="0" dirty="0" smtClean="0"/>
                        <a:t> </a:t>
                      </a:r>
                      <a:r>
                        <a:rPr lang="pt-BR" sz="1200" b="1" dirty="0" smtClean="0"/>
                        <a:t>6</a:t>
                      </a:r>
                      <a:r>
                        <a:rPr lang="pt-BR" sz="1200" baseline="0" dirty="0" smtClean="0"/>
                        <a:t> dias</a:t>
                      </a:r>
                      <a:endParaRPr lang="pt-BR" sz="1200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47831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pt-BR" sz="1200" dirty="0" smtClean="0"/>
                        <a:t>Membros processados por Hora</a:t>
                      </a:r>
                      <a:endParaRPr lang="pt-BR" sz="12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dirty="0" smtClean="0"/>
                        <a:t>~</a:t>
                      </a:r>
                      <a:r>
                        <a:rPr lang="pt-BR" sz="1200" b="1" dirty="0" smtClean="0"/>
                        <a:t> 854</a:t>
                      </a:r>
                      <a:r>
                        <a:rPr lang="pt-BR" sz="1200" dirty="0" smtClean="0"/>
                        <a:t> </a:t>
                      </a:r>
                    </a:p>
                    <a:p>
                      <a:pPr algn="ctr"/>
                      <a:r>
                        <a:rPr lang="pt-BR" sz="1200" dirty="0" smtClean="0"/>
                        <a:t>membros</a:t>
                      </a:r>
                      <a:r>
                        <a:rPr lang="pt-BR" sz="1200" baseline="0" dirty="0" smtClean="0"/>
                        <a:t> por hora</a:t>
                      </a:r>
                      <a:endParaRPr lang="pt-BR" sz="1200" dirty="0"/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dirty="0" smtClean="0"/>
                        <a:t>~</a:t>
                      </a:r>
                      <a:r>
                        <a:rPr lang="pt-BR" sz="1200" b="1" baseline="0" dirty="0" smtClean="0"/>
                        <a:t> </a:t>
                      </a:r>
                      <a:r>
                        <a:rPr lang="pt-BR" sz="1200" b="1" dirty="0" smtClean="0"/>
                        <a:t>2217</a:t>
                      </a:r>
                      <a:r>
                        <a:rPr lang="pt-BR" sz="1200" baseline="0" dirty="0" smtClean="0"/>
                        <a:t> </a:t>
                      </a:r>
                    </a:p>
                    <a:p>
                      <a:pPr algn="ctr"/>
                      <a:r>
                        <a:rPr lang="pt-BR" sz="1200" baseline="0" dirty="0" smtClean="0"/>
                        <a:t>membros por hora</a:t>
                      </a:r>
                      <a:endParaRPr lang="pt-BR" sz="1200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6051738"/>
                  </a:ext>
                </a:extLst>
              </a:tr>
            </a:tbl>
          </a:graphicData>
        </a:graphic>
      </p:graphicFrame>
      <p:sp>
        <p:nvSpPr>
          <p:cNvPr id="10" name="Retângulo 9"/>
          <p:cNvSpPr/>
          <p:nvPr/>
        </p:nvSpPr>
        <p:spPr>
          <a:xfrm>
            <a:off x="3343413" y="14434210"/>
            <a:ext cx="46800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BR" sz="1000" dirty="0" smtClean="0"/>
              <a:t>Antes da Melhoria: dados consolidados das Recorrências de 25-Dez, 05-Jan e 15-Jan</a:t>
            </a:r>
          </a:p>
          <a:p>
            <a:pPr algn="r"/>
            <a:r>
              <a:rPr lang="pt-BR" sz="1000" dirty="0" smtClean="0"/>
              <a:t>Depois da Melhoria: dados consolidados das Recorrências de 25-Jan, 05-Fev e 15-Fev</a:t>
            </a:r>
            <a:endParaRPr lang="pt-BR" sz="1000" dirty="0"/>
          </a:p>
        </p:txBody>
      </p:sp>
    </p:spTree>
    <p:extLst>
      <p:ext uri="{BB962C8B-B14F-4D97-AF65-F5344CB8AC3E}">
        <p14:creationId xmlns:p14="http://schemas.microsoft.com/office/powerpoint/2010/main" val="4810911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3713</TotalTime>
  <Words>194</Words>
  <Application>Microsoft Office PowerPoint</Application>
  <PresentationFormat>Personalizar</PresentationFormat>
  <Paragraphs>59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8" baseType="lpstr">
      <vt:lpstr>Arial</vt:lpstr>
      <vt:lpstr>Calibri</vt:lpstr>
      <vt:lpstr>Segoe UI</vt:lpstr>
      <vt:lpstr>Segoe UI Semibold</vt:lpstr>
      <vt:lpstr>Tahoma</vt:lpstr>
      <vt:lpstr>Wingdings</vt:lpstr>
      <vt:lpstr>Office Theme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fred</dc:creator>
  <cp:lastModifiedBy>Jorge Filho</cp:lastModifiedBy>
  <cp:revision>312</cp:revision>
  <dcterms:created xsi:type="dcterms:W3CDTF">2014-01-24T21:35:00Z</dcterms:created>
  <dcterms:modified xsi:type="dcterms:W3CDTF">2016-02-18T16:16:14Z</dcterms:modified>
</cp:coreProperties>
</file>