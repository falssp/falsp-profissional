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4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3432" y="54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29/01/2016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14592" y="1797785"/>
            <a:ext cx="4769757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Comunicado de Implantação</a:t>
            </a:r>
          </a:p>
          <a:p>
            <a:endParaRPr lang="pt-BR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Informamos que </a:t>
            </a: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 seguintes itens foram implantados nos sistemas: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-7086694" y="2251871"/>
            <a:ext cx="664340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Você responde o </a:t>
            </a:r>
          </a:p>
          <a:p>
            <a:pPr>
              <a:spcAft>
                <a:spcPts val="1200"/>
              </a:spcAft>
            </a:pPr>
            <a:r>
              <a:rPr lang="pt-BR" sz="20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Feedback dos seus Chamados?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nosso último Boletim, comentamos sobre o acompanhamento dos resultados da Central de Serviços de TI. 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Neste sentido,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temos percebido que a adesão ao Feedback dos Chamados tem sido muito baixa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Isso precisa mudar rápido!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Responder o Feedback dos Chamados é importante pois nos permitirá: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Acompanhar a </a:t>
            </a:r>
            <a:r>
              <a:rPr lang="pt-BR" sz="1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qualidade</a:t>
            </a: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dos atendimentos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Entender, em números, a </a:t>
            </a:r>
            <a:r>
              <a:rPr lang="pt-BR" sz="1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efetiva satisfação </a:t>
            </a: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dos colaboradores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Proporcionar as </a:t>
            </a:r>
            <a:r>
              <a:rPr lang="pt-BR" sz="1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correções e ajustes </a:t>
            </a: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necessários 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Reconhecer o time </a:t>
            </a: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mediante a elevação da satisfação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Efetivamente </a:t>
            </a:r>
            <a:r>
              <a:rPr lang="pt-BR" sz="1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conduzir o PDCA </a:t>
            </a: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(Ciclo de Melhoria Contínua) de toda a Central de Serviços de TI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1206800" y="9447237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  |  Diretoria de TI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15.Jan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37966" y="1405413"/>
            <a:ext cx="1798640" cy="179864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987443">
            <a:off x="7781754" y="1286690"/>
            <a:ext cx="2568106" cy="2568106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4077" y="4757934"/>
            <a:ext cx="836223" cy="819890"/>
          </a:xfrm>
          <a:prstGeom prst="rect">
            <a:avLst/>
          </a:prstGeom>
        </p:spPr>
      </p:pic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248866"/>
              </p:ext>
            </p:extLst>
          </p:nvPr>
        </p:nvGraphicFramePr>
        <p:xfrm>
          <a:off x="313470" y="4601862"/>
          <a:ext cx="4670879" cy="2016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59521">
                  <a:extLst>
                    <a:ext uri="{9D8B030D-6E8A-4147-A177-3AD203B41FA5}">
                      <a16:colId xmlns:a16="http://schemas.microsoft.com/office/drawing/2014/main" val="1614825215"/>
                    </a:ext>
                  </a:extLst>
                </a:gridCol>
                <a:gridCol w="3311358">
                  <a:extLst>
                    <a:ext uri="{9D8B030D-6E8A-4147-A177-3AD203B41FA5}">
                      <a16:colId xmlns:a16="http://schemas.microsoft.com/office/drawing/2014/main" val="95451211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Nome</a:t>
                      </a:r>
                      <a:endParaRPr lang="pt-BR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Detalhamento</a:t>
                      </a:r>
                      <a:endParaRPr lang="pt-BR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45575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04059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11692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38101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pt-BR" sz="12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283535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pt-BR" sz="12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7386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pt-BR" sz="12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324625"/>
                  </a:ext>
                </a:extLst>
              </a:tr>
            </a:tbl>
          </a:graphicData>
        </a:graphic>
      </p:graphicFrame>
      <p:graphicFrame>
        <p:nvGraphicFramePr>
          <p:cNvPr id="19" name="Tabela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42344"/>
              </p:ext>
            </p:extLst>
          </p:nvPr>
        </p:nvGraphicFramePr>
        <p:xfrm>
          <a:off x="336473" y="2304733"/>
          <a:ext cx="4437060" cy="85398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08127">
                  <a:extLst>
                    <a:ext uri="{9D8B030D-6E8A-4147-A177-3AD203B41FA5}">
                      <a16:colId xmlns:a16="http://schemas.microsoft.com/office/drawing/2014/main" val="1260064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081711037"/>
                    </a:ext>
                  </a:extLst>
                </a:gridCol>
                <a:gridCol w="2385933">
                  <a:extLst>
                    <a:ext uri="{9D8B030D-6E8A-4147-A177-3AD203B41FA5}">
                      <a16:colId xmlns:a16="http://schemas.microsoft.com/office/drawing/2014/main" val="3526585273"/>
                    </a:ext>
                  </a:extLst>
                </a:gridCol>
              </a:tblGrid>
              <a:tr h="385984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Build</a:t>
                      </a:r>
                      <a:endParaRPr lang="pt-BR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Data</a:t>
                      </a:r>
                      <a:endParaRPr lang="pt-BR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Sistemas Afetados</a:t>
                      </a:r>
                      <a:endParaRPr lang="pt-BR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45575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Q4</a:t>
                      </a:r>
                      <a:endParaRPr lang="pt-BR" sz="1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29/01/16</a:t>
                      </a:r>
                      <a:endParaRPr lang="pt-BR" sz="1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Siebel</a:t>
                      </a:r>
                      <a:endParaRPr lang="pt-BR" sz="1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040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091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3452</TotalTime>
  <Words>138</Words>
  <Application>Microsoft Office PowerPoint</Application>
  <PresentationFormat>Papel A4 (210 x 297 mm)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279</cp:revision>
  <dcterms:created xsi:type="dcterms:W3CDTF">2014-01-24T21:35:00Z</dcterms:created>
  <dcterms:modified xsi:type="dcterms:W3CDTF">2016-01-29T21:20:53Z</dcterms:modified>
</cp:coreProperties>
</file>