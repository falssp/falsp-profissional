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41" r:id="rId2"/>
    <p:sldId id="338" r:id="rId3"/>
    <p:sldId id="340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0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29/01/2016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56886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Reciclagem </a:t>
            </a:r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</a:t>
            </a: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Serviços de TI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 novo modelo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 suporte de TI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aos colaboradores e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Atendimento</a:t>
            </a:r>
          </a:p>
          <a:p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Janeiro-2016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61" y="719704"/>
            <a:ext cx="1080000" cy="10800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523" y="4186130"/>
            <a:ext cx="1080000" cy="1080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248" y="2882276"/>
            <a:ext cx="1080000" cy="10800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85" y="1913615"/>
            <a:ext cx="1080000" cy="10800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799" y="5214388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9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1869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Reciclagem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Central 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Serviços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TI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4" name="Pentágono 13"/>
          <p:cNvSpPr/>
          <p:nvPr/>
        </p:nvSpPr>
        <p:spPr>
          <a:xfrm>
            <a:off x="-529928" y="85273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de Serviços de TI  x  Central de Atendimento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-529928" y="157772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importância de resolver os chamados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Pentágono 12"/>
          <p:cNvSpPr/>
          <p:nvPr/>
        </p:nvSpPr>
        <p:spPr>
          <a:xfrm>
            <a:off x="-529928" y="2302710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SLAs</a:t>
            </a:r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período experimental porém há necessidade de justificar!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Pentágono 14"/>
          <p:cNvSpPr/>
          <p:nvPr/>
        </p:nvSpPr>
        <p:spPr>
          <a:xfrm>
            <a:off x="-529928" y="609094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Dúvidas, Sugestões, Melhorias?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53" y="3071587"/>
            <a:ext cx="5019048" cy="2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8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13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58044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 – Atuação dos Agentes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1013332"/>
            <a:ext cx="647920" cy="613752"/>
          </a:xfrm>
          <a:prstGeom prst="rect">
            <a:avLst/>
          </a:prstGeom>
          <a:effectLst/>
        </p:spPr>
      </p:pic>
      <p:sp>
        <p:nvSpPr>
          <p:cNvPr id="13" name="Fluxograma: Processo 12"/>
          <p:cNvSpPr/>
          <p:nvPr/>
        </p:nvSpPr>
        <p:spPr>
          <a:xfrm>
            <a:off x="828550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Recebe notificação de resolução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stCxn id="54" idx="3"/>
            <a:endCxn id="13" idx="1"/>
          </p:cNvCxnSpPr>
          <p:nvPr/>
        </p:nvCxnSpPr>
        <p:spPr>
          <a:xfrm>
            <a:off x="764980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uxograma: Processo 18"/>
          <p:cNvSpPr/>
          <p:nvPr/>
        </p:nvSpPr>
        <p:spPr>
          <a:xfrm>
            <a:off x="2286742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Assume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stCxn id="23" idx="3"/>
            <a:endCxn id="19" idx="1"/>
          </p:cNvCxnSpPr>
          <p:nvPr/>
        </p:nvCxnSpPr>
        <p:spPr>
          <a:xfrm>
            <a:off x="1651037" y="373689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Agrupar 21"/>
          <p:cNvGrpSpPr>
            <a:grpSpLocks noChangeAspect="1"/>
          </p:cNvGrpSpPr>
          <p:nvPr/>
        </p:nvGrpSpPr>
        <p:grpSpPr>
          <a:xfrm>
            <a:off x="264292" y="2166685"/>
            <a:ext cx="1250437" cy="1401798"/>
            <a:chOff x="4594253" y="1118010"/>
            <a:chExt cx="4816926" cy="5400000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25" name="Agrupar 24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2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3" name="Fluxograma: Processo 22"/>
          <p:cNvSpPr/>
          <p:nvPr/>
        </p:nvSpPr>
        <p:spPr>
          <a:xfrm>
            <a:off x="27943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de  Chamados e realiza triagem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Conector de Seta Reta 69"/>
          <p:cNvCxnSpPr>
            <a:stCxn id="13" idx="0"/>
            <a:endCxn id="30" idx="3"/>
          </p:cNvCxnSpPr>
          <p:nvPr/>
        </p:nvCxnSpPr>
        <p:spPr>
          <a:xfrm rot="16200000" flipV="1">
            <a:off x="7850840" y="2235430"/>
            <a:ext cx="936942" cy="1303993"/>
          </a:xfrm>
          <a:prstGeom prst="bentConnector2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uxograma: Processo 29"/>
          <p:cNvSpPr/>
          <p:nvPr/>
        </p:nvSpPr>
        <p:spPr>
          <a:xfrm>
            <a:off x="6295714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solicita reabertura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Conector de Seta Reta 69"/>
          <p:cNvCxnSpPr>
            <a:stCxn id="62" idx="2"/>
            <a:endCxn id="46" idx="0"/>
          </p:cNvCxnSpPr>
          <p:nvPr/>
        </p:nvCxnSpPr>
        <p:spPr>
          <a:xfrm rot="5400000">
            <a:off x="4700748" y="3073268"/>
            <a:ext cx="549592" cy="2968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8978138" y="2543799"/>
            <a:ext cx="9954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 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atende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8285508" y="4170150"/>
            <a:ext cx="1567544" cy="1427951"/>
            <a:chOff x="7658490" y="4089957"/>
            <a:chExt cx="1567544" cy="1427951"/>
          </a:xfrm>
        </p:grpSpPr>
        <p:sp>
          <p:nvSpPr>
            <p:cNvPr id="35" name="Fluxograma: Processo 34"/>
            <p:cNvSpPr/>
            <p:nvPr/>
          </p:nvSpPr>
          <p:spPr>
            <a:xfrm>
              <a:off x="7658490" y="4755908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Usuário Responde Pesq. de Satisfação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37" name="Conector de Seta Reta 36"/>
            <p:cNvCxnSpPr>
              <a:stCxn id="13" idx="2"/>
              <a:endCxn id="35" idx="0"/>
            </p:cNvCxnSpPr>
            <p:nvPr/>
          </p:nvCxnSpPr>
          <p:spPr>
            <a:xfrm>
              <a:off x="8344289" y="4089957"/>
              <a:ext cx="1" cy="66595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tângulo 38"/>
            <p:cNvSpPr/>
            <p:nvPr/>
          </p:nvSpPr>
          <p:spPr>
            <a:xfrm>
              <a:off x="8359278" y="4163571"/>
              <a:ext cx="86675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 atende</a:t>
              </a:r>
            </a:p>
          </p:txBody>
        </p:sp>
      </p:grpSp>
      <p:sp>
        <p:nvSpPr>
          <p:cNvPr id="44" name="Retângulo 43"/>
          <p:cNvSpPr/>
          <p:nvPr/>
        </p:nvSpPr>
        <p:spPr>
          <a:xfrm>
            <a:off x="264292" y="5610378"/>
            <a:ext cx="22708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Resposta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(da abertura até o primeiro analista 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assumir).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429404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stCxn id="19" idx="3"/>
            <a:endCxn id="46" idx="1"/>
          </p:cNvCxnSpPr>
          <p:nvPr/>
        </p:nvCxnSpPr>
        <p:spPr>
          <a:xfrm flipV="1">
            <a:off x="365834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ave Esquerda 50"/>
          <p:cNvSpPr/>
          <p:nvPr/>
        </p:nvSpPr>
        <p:spPr>
          <a:xfrm rot="16200000">
            <a:off x="1229160" y="4407230"/>
            <a:ext cx="175465" cy="2074911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tângulo 51"/>
          <p:cNvSpPr/>
          <p:nvPr/>
        </p:nvSpPr>
        <p:spPr>
          <a:xfrm>
            <a:off x="2535150" y="5610378"/>
            <a:ext cx="4846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Resolução 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(chamado assumido até a resolução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Chave Esquerda 52"/>
          <p:cNvSpPr/>
          <p:nvPr/>
        </p:nvSpPr>
        <p:spPr>
          <a:xfrm rot="16200000">
            <a:off x="4906851" y="2852685"/>
            <a:ext cx="175465" cy="5184000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uxograma: Processo 53"/>
          <p:cNvSpPr/>
          <p:nvPr/>
        </p:nvSpPr>
        <p:spPr>
          <a:xfrm>
            <a:off x="628977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5654072" y="373054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4291228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Reabrir 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Texto Explicativo 2 (Borda e Ênfase) 70"/>
          <p:cNvSpPr/>
          <p:nvPr/>
        </p:nvSpPr>
        <p:spPr>
          <a:xfrm rot="5400000" flipV="1">
            <a:off x="3913161" y="4056852"/>
            <a:ext cx="594242" cy="4772929"/>
          </a:xfrm>
          <a:prstGeom prst="accentBorderCallout2">
            <a:avLst>
              <a:gd name="adj1" fmla="val 17001"/>
              <a:gd name="adj2" fmla="val -15518"/>
              <a:gd name="adj3" fmla="val 21962"/>
              <a:gd name="adj4" fmla="val -99129"/>
              <a:gd name="adj5" fmla="val 51195"/>
              <a:gd name="adj6" fmla="val -22777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t"/>
          <a:lstStyle/>
          <a:p>
            <a:pPr>
              <a:spcAft>
                <a:spcPts val="600"/>
              </a:spcAft>
            </a:pPr>
            <a:r>
              <a:rPr lang="pt-B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</a:t>
            </a: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Desenvolvimento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em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BUGs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no Projeto de Melhoria e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cxnSp>
        <p:nvCxnSpPr>
          <p:cNvPr id="64" name="Conector de Seta Reta 69"/>
          <p:cNvCxnSpPr>
            <a:stCxn id="30" idx="1"/>
            <a:endCxn id="62" idx="3"/>
          </p:cNvCxnSpPr>
          <p:nvPr/>
        </p:nvCxnSpPr>
        <p:spPr>
          <a:xfrm flipH="1">
            <a:off x="5662828" y="2418956"/>
            <a:ext cx="63288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tângulo 72"/>
          <p:cNvSpPr/>
          <p:nvPr/>
        </p:nvSpPr>
        <p:spPr>
          <a:xfrm>
            <a:off x="2254382" y="4196136"/>
            <a:ext cx="1414187" cy="44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“Atender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6295714" y="4204575"/>
            <a:ext cx="141418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“Resolver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4298358" y="1772626"/>
            <a:ext cx="14141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“Reabrir”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4237119" y="4135172"/>
            <a:ext cx="188936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Usuário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Desenvolvimento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Fornecedor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Compras (</a:t>
            </a:r>
            <a:r>
              <a:rPr lang="pt-BR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Solicit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.)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GMUD</a:t>
            </a:r>
          </a:p>
          <a:p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PROGRAMADA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79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Triagem de Chamados</a:t>
            </a:r>
            <a:endParaRPr lang="pt-BR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90" y="592445"/>
            <a:ext cx="9509557" cy="617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6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2886</TotalTime>
  <Words>192</Words>
  <Application>Microsoft Office PowerPoint</Application>
  <PresentationFormat>Personalizar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235</cp:revision>
  <dcterms:created xsi:type="dcterms:W3CDTF">2014-01-24T21:35:00Z</dcterms:created>
  <dcterms:modified xsi:type="dcterms:W3CDTF">2016-01-29T16:09:47Z</dcterms:modified>
</cp:coreProperties>
</file>