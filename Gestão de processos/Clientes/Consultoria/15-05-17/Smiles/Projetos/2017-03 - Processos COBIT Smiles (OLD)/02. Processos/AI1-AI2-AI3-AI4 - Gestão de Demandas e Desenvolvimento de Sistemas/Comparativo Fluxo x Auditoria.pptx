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0ACB-45F9-4869-AEF1-BFFFE49DA50B}" type="datetimeFigureOut">
              <a:rPr lang="pt-BR" smtClean="0"/>
              <a:t>14/02/2017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772BA-8AF3-4BF5-A746-36512F7AAD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796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0ACB-45F9-4869-AEF1-BFFFE49DA50B}" type="datetimeFigureOut">
              <a:rPr lang="pt-BR" smtClean="0"/>
              <a:t>14/02/2017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772BA-8AF3-4BF5-A746-36512F7AAD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6598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0ACB-45F9-4869-AEF1-BFFFE49DA50B}" type="datetimeFigureOut">
              <a:rPr lang="pt-BR" smtClean="0"/>
              <a:t>14/02/2017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772BA-8AF3-4BF5-A746-36512F7AAD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0392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0ACB-45F9-4869-AEF1-BFFFE49DA50B}" type="datetimeFigureOut">
              <a:rPr lang="pt-BR" smtClean="0"/>
              <a:t>14/02/2017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772BA-8AF3-4BF5-A746-36512F7AAD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8527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0ACB-45F9-4869-AEF1-BFFFE49DA50B}" type="datetimeFigureOut">
              <a:rPr lang="pt-BR" smtClean="0"/>
              <a:t>14/02/2017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772BA-8AF3-4BF5-A746-36512F7AAD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081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0ACB-45F9-4869-AEF1-BFFFE49DA50B}" type="datetimeFigureOut">
              <a:rPr lang="pt-BR" smtClean="0"/>
              <a:t>14/02/2017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772BA-8AF3-4BF5-A746-36512F7AAD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6575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0ACB-45F9-4869-AEF1-BFFFE49DA50B}" type="datetimeFigureOut">
              <a:rPr lang="pt-BR" smtClean="0"/>
              <a:t>14/02/2017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772BA-8AF3-4BF5-A746-36512F7AAD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534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0ACB-45F9-4869-AEF1-BFFFE49DA50B}" type="datetimeFigureOut">
              <a:rPr lang="pt-BR" smtClean="0"/>
              <a:t>14/02/2017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772BA-8AF3-4BF5-A746-36512F7AAD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3487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0ACB-45F9-4869-AEF1-BFFFE49DA50B}" type="datetimeFigureOut">
              <a:rPr lang="pt-BR" smtClean="0"/>
              <a:t>14/02/2017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772BA-8AF3-4BF5-A746-36512F7AAD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349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0ACB-45F9-4869-AEF1-BFFFE49DA50B}" type="datetimeFigureOut">
              <a:rPr lang="pt-BR" smtClean="0"/>
              <a:t>14/02/2017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772BA-8AF3-4BF5-A746-36512F7AAD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7767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0ACB-45F9-4869-AEF1-BFFFE49DA50B}" type="datetimeFigureOut">
              <a:rPr lang="pt-BR" smtClean="0"/>
              <a:t>14/02/2017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772BA-8AF3-4BF5-A746-36512F7AAD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8837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B0ACB-45F9-4869-AEF1-BFFFE49DA50B}" type="datetimeFigureOut">
              <a:rPr lang="pt-BR" smtClean="0"/>
              <a:t>14/02/2017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6772BA-8AF3-4BF5-A746-36512F7AAD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0423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2"/>
          <a:srcRect b="11850"/>
          <a:stretch/>
        </p:blipFill>
        <p:spPr>
          <a:xfrm>
            <a:off x="0" y="199682"/>
            <a:ext cx="12192000" cy="4732543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4618182" y="4017825"/>
            <a:ext cx="2225963" cy="6557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5229753" y="4469851"/>
            <a:ext cx="9300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00" dirty="0">
                <a:solidFill>
                  <a:srgbClr val="FF0000"/>
                </a:solidFill>
              </a:rPr>
              <a:t>Al1 - Nconf-01</a:t>
            </a:r>
            <a:endParaRPr lang="pt-BR" sz="1000" dirty="0">
              <a:solidFill>
                <a:srgbClr val="FF0000"/>
              </a:solidFill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1737360" y="3089801"/>
            <a:ext cx="876300" cy="8229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1708875" y="3688014"/>
            <a:ext cx="93326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00" dirty="0">
                <a:solidFill>
                  <a:srgbClr val="FF0000"/>
                </a:solidFill>
              </a:rPr>
              <a:t>AI1 - Nconf-02</a:t>
            </a:r>
            <a:endParaRPr lang="pt-BR" sz="1000" dirty="0">
              <a:solidFill>
                <a:srgbClr val="FF0000"/>
              </a:solidFill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9860280" y="3036461"/>
            <a:ext cx="792480" cy="876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9789885" y="3655153"/>
            <a:ext cx="93326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00" dirty="0">
                <a:solidFill>
                  <a:srgbClr val="FF0000"/>
                </a:solidFill>
              </a:rPr>
              <a:t>AI1 - Nconf-03</a:t>
            </a:r>
            <a:endParaRPr lang="pt-BR" sz="1000" dirty="0">
              <a:solidFill>
                <a:srgbClr val="FF0000"/>
              </a:solidFill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0" y="5130251"/>
            <a:ext cx="1219200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000">
              <a:spcBef>
                <a:spcPts val="600"/>
              </a:spcBef>
              <a:spcAft>
                <a:spcPts val="600"/>
              </a:spcAft>
            </a:pPr>
            <a:r>
              <a:rPr lang="pt-BR" sz="1200" dirty="0">
                <a:solidFill>
                  <a:srgbClr val="FF0000"/>
                </a:solidFill>
              </a:rPr>
              <a:t>Al2 - Nconf-01 , 02, 03, 04 são não conformidades pontuais de “Projetos”.</a:t>
            </a:r>
          </a:p>
          <a:p>
            <a:pPr marL="360000">
              <a:spcBef>
                <a:spcPts val="600"/>
              </a:spcBef>
              <a:spcAft>
                <a:spcPts val="600"/>
              </a:spcAft>
            </a:pPr>
            <a:r>
              <a:rPr lang="pt-BR" sz="1200" dirty="0">
                <a:solidFill>
                  <a:srgbClr val="FF0000"/>
                </a:solidFill>
              </a:rPr>
              <a:t>AI3 - Nconf-01 – Não serão documentadas </a:t>
            </a:r>
            <a:r>
              <a:rPr lang="pt-BR" sz="1200" dirty="0" err="1">
                <a:solidFill>
                  <a:srgbClr val="FF0000"/>
                </a:solidFill>
              </a:rPr>
              <a:t>ATAs</a:t>
            </a:r>
            <a:r>
              <a:rPr lang="pt-BR" sz="1200" dirty="0">
                <a:solidFill>
                  <a:srgbClr val="FF0000"/>
                </a:solidFill>
              </a:rPr>
              <a:t> conforme informação da Marcela - Comitê de Arquitetura</a:t>
            </a:r>
          </a:p>
          <a:p>
            <a:pPr marL="360000">
              <a:spcBef>
                <a:spcPts val="600"/>
              </a:spcBef>
              <a:spcAft>
                <a:spcPts val="600"/>
              </a:spcAft>
            </a:pPr>
            <a:r>
              <a:rPr lang="pt-BR" sz="1200" dirty="0">
                <a:solidFill>
                  <a:srgbClr val="FF0000"/>
                </a:solidFill>
              </a:rPr>
              <a:t>AI3 - Nconf-02 \ AI2 – Nconf-05 – Solicita coleta e divulgação de Indicadores de Bugs x “Projetos”.</a:t>
            </a:r>
          </a:p>
          <a:p>
            <a:pPr marL="360000">
              <a:spcBef>
                <a:spcPts val="600"/>
              </a:spcBef>
              <a:spcAft>
                <a:spcPts val="600"/>
              </a:spcAft>
            </a:pPr>
            <a:r>
              <a:rPr lang="pt-BR" sz="1200" dirty="0">
                <a:solidFill>
                  <a:srgbClr val="FF0000"/>
                </a:solidFill>
              </a:rPr>
              <a:t>Ai4 - </a:t>
            </a:r>
            <a:r>
              <a:rPr lang="pt-BR" sz="1200" dirty="0">
                <a:solidFill>
                  <a:srgbClr val="FF0000"/>
                </a:solidFill>
              </a:rPr>
              <a:t>Nconf-01, 02, 03 – Documentação de treinamento\ passagem de conhecimento e indicadores solicitados, etapa executada após desenvolvimento da solução na fase de “Projetos”.</a:t>
            </a:r>
            <a:endParaRPr lang="pt-BR" sz="1200" dirty="0">
              <a:solidFill>
                <a:srgbClr val="FF0000"/>
              </a:solidFill>
            </a:endParaRPr>
          </a:p>
        </p:txBody>
      </p:sp>
      <p:cxnSp>
        <p:nvCxnSpPr>
          <p:cNvPr id="16" name="Conector de Seta Reta 15"/>
          <p:cNvCxnSpPr/>
          <p:nvPr/>
        </p:nvCxnSpPr>
        <p:spPr>
          <a:xfrm flipV="1">
            <a:off x="7038109" y="4017825"/>
            <a:ext cx="2751776" cy="15978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0853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93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Chacon</dc:creator>
  <cp:lastModifiedBy>Chacon</cp:lastModifiedBy>
  <cp:revision>3</cp:revision>
  <dcterms:created xsi:type="dcterms:W3CDTF">2017-02-14T12:17:26Z</dcterms:created>
  <dcterms:modified xsi:type="dcterms:W3CDTF">2017-02-14T12:27:14Z</dcterms:modified>
</cp:coreProperties>
</file>