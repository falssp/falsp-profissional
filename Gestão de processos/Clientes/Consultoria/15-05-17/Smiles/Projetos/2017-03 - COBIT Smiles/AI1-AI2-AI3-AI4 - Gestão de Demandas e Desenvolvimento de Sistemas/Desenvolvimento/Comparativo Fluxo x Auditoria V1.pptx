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58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6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87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024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08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00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03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7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71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99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49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03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B4B13-2C41-401C-89B1-F243B2C35022}" type="datetimeFigureOut">
              <a:rPr lang="pt-BR" smtClean="0"/>
              <a:t>08/05/2017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FECF8-2C10-4A71-B350-70DD936C05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26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b="7577"/>
          <a:stretch/>
        </p:blipFill>
        <p:spPr>
          <a:xfrm>
            <a:off x="0" y="732471"/>
            <a:ext cx="12192000" cy="577010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683856" y="3702977"/>
            <a:ext cx="544022" cy="689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639113" y="4208150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AI1 - Nconf-02</a:t>
            </a:r>
          </a:p>
        </p:txBody>
      </p:sp>
      <p:sp>
        <p:nvSpPr>
          <p:cNvPr id="10" name="Retângulo 9"/>
          <p:cNvSpPr/>
          <p:nvPr/>
        </p:nvSpPr>
        <p:spPr>
          <a:xfrm>
            <a:off x="7759238" y="3699288"/>
            <a:ext cx="544022" cy="7858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7714495" y="4115817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AI1 - Nconf-03</a:t>
            </a:r>
          </a:p>
          <a:p>
            <a:r>
              <a:rPr lang="pt-BR" sz="600" dirty="0">
                <a:solidFill>
                  <a:srgbClr val="FF0000"/>
                </a:solidFill>
              </a:rPr>
              <a:t>AI3 - Nconf-01</a:t>
            </a:r>
          </a:p>
          <a:p>
            <a:r>
              <a:rPr lang="pt-BR" sz="600" dirty="0">
                <a:solidFill>
                  <a:srgbClr val="FF0000"/>
                </a:solidFill>
              </a:rPr>
              <a:t>AI3 - Nconf-02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749502" y="874686"/>
            <a:ext cx="2234738" cy="655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4798113" y="1345801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AI2 - Nconf-01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10657840" y="4426061"/>
            <a:ext cx="701040" cy="543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10657840" y="4826986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AI2 - Nconf-03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8897158" y="4413253"/>
            <a:ext cx="544022" cy="7378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8852415" y="4826986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AI2 - Nconf-02</a:t>
            </a:r>
          </a:p>
          <a:p>
            <a:r>
              <a:rPr lang="pt-BR" sz="600" dirty="0">
                <a:solidFill>
                  <a:srgbClr val="FF0000"/>
                </a:solidFill>
              </a:rPr>
              <a:t>AI2 – Nconf-04</a:t>
            </a:r>
          </a:p>
          <a:p>
            <a:r>
              <a:rPr lang="pt-BR" sz="600" dirty="0">
                <a:solidFill>
                  <a:srgbClr val="FF0000"/>
                </a:solidFill>
              </a:rPr>
              <a:t>AI4 – </a:t>
            </a:r>
            <a:r>
              <a:rPr lang="pt-BR" sz="600" dirty="0" err="1">
                <a:solidFill>
                  <a:srgbClr val="FF0000"/>
                </a:solidFill>
              </a:rPr>
              <a:t>Nconf</a:t>
            </a:r>
            <a:r>
              <a:rPr lang="pt-BR" sz="600" dirty="0">
                <a:solidFill>
                  <a:srgbClr val="FF0000"/>
                </a:solidFill>
              </a:rPr>
              <a:t> 01, 02 e 03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9738360" y="4426061"/>
            <a:ext cx="777240" cy="543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9810226" y="4826986"/>
            <a:ext cx="63350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" dirty="0">
                <a:solidFill>
                  <a:srgbClr val="FF0000"/>
                </a:solidFill>
              </a:rPr>
              <a:t>AI4 - Nconf-03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1351280" y="1616821"/>
            <a:ext cx="685800" cy="568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/>
          <p:cNvSpPr/>
          <p:nvPr/>
        </p:nvSpPr>
        <p:spPr>
          <a:xfrm>
            <a:off x="1351280" y="2039605"/>
            <a:ext cx="675185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600" dirty="0">
                <a:solidFill>
                  <a:srgbClr val="FF0000"/>
                </a:solidFill>
              </a:rPr>
              <a:t>AI1 - Nconf-01 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609600" y="874686"/>
            <a:ext cx="10398760" cy="35181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/>
          <p:cNvSpPr/>
          <p:nvPr/>
        </p:nvSpPr>
        <p:spPr>
          <a:xfrm>
            <a:off x="8756073" y="4208150"/>
            <a:ext cx="3232727" cy="22111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/>
          <p:cNvSpPr txBox="1"/>
          <p:nvPr/>
        </p:nvSpPr>
        <p:spPr>
          <a:xfrm>
            <a:off x="0" y="21243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Validação Auditoria x Desenho AI1, AI2, AI3 e AI4 </a:t>
            </a:r>
          </a:p>
        </p:txBody>
      </p:sp>
    </p:spTree>
    <p:extLst>
      <p:ext uri="{BB962C8B-B14F-4D97-AF65-F5344CB8AC3E}">
        <p14:creationId xmlns:p14="http://schemas.microsoft.com/office/powerpoint/2010/main" val="1257248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49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Chacon</dc:creator>
  <cp:lastModifiedBy>Chacon</cp:lastModifiedBy>
  <cp:revision>9</cp:revision>
  <dcterms:created xsi:type="dcterms:W3CDTF">2017-02-20T17:50:46Z</dcterms:created>
  <dcterms:modified xsi:type="dcterms:W3CDTF">2017-05-08T18:28:42Z</dcterms:modified>
</cp:coreProperties>
</file>