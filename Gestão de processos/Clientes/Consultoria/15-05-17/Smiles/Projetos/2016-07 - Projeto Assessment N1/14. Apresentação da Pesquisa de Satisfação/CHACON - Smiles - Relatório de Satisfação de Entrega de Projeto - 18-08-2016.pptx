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9"/>
  </p:notesMasterIdLst>
  <p:sldIdLst>
    <p:sldId id="256" r:id="rId2"/>
    <p:sldId id="272" r:id="rId3"/>
    <p:sldId id="270" r:id="rId4"/>
    <p:sldId id="267" r:id="rId5"/>
    <p:sldId id="268" r:id="rId6"/>
    <p:sldId id="269" r:id="rId7"/>
    <p:sldId id="264" r:id="rId8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60"/>
  </p:normalViewPr>
  <p:slideViewPr>
    <p:cSldViewPr>
      <p:cViewPr varScale="1">
        <p:scale>
          <a:sx n="70" d="100"/>
          <a:sy n="70" d="100"/>
        </p:scale>
        <p:origin x="1302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745719-834B-46E1-8BDC-6C3757BF1FA0}" type="datetimeFigureOut">
              <a:rPr lang="pt-BR" smtClean="0"/>
              <a:t>19/08/2016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68DC57-8AFF-4350-8319-1BCDF9391E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5002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68DC57-8AFF-4350-8319-1BCDF9391E29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56435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68DC57-8AFF-4350-8319-1BCDF9391E29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25403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68DC57-8AFF-4350-8319-1BCDF9391E29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71623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4021" y="260648"/>
            <a:ext cx="2321753" cy="1080120"/>
          </a:xfrm>
          <a:prstGeom prst="rect">
            <a:avLst/>
          </a:prstGeom>
        </p:spPr>
      </p:pic>
      <p:grpSp>
        <p:nvGrpSpPr>
          <p:cNvPr id="9" name="Group 2"/>
          <p:cNvGrpSpPr>
            <a:grpSpLocks/>
          </p:cNvGrpSpPr>
          <p:nvPr userDrawn="1"/>
        </p:nvGrpSpPr>
        <p:grpSpPr bwMode="auto">
          <a:xfrm>
            <a:off x="2898" y="1556792"/>
            <a:ext cx="9144000" cy="1676400"/>
            <a:chOff x="0" y="2086"/>
            <a:chExt cx="5760" cy="1056"/>
          </a:xfrm>
        </p:grpSpPr>
        <p:sp>
          <p:nvSpPr>
            <p:cNvPr id="10" name="Rectangle 3"/>
            <p:cNvSpPr>
              <a:spLocks noChangeArrowheads="1"/>
            </p:cNvSpPr>
            <p:nvPr/>
          </p:nvSpPr>
          <p:spPr bwMode="gray">
            <a:xfrm>
              <a:off x="0" y="2325"/>
              <a:ext cx="5760" cy="817"/>
            </a:xfrm>
            <a:prstGeom prst="rect">
              <a:avLst/>
            </a:prstGeom>
            <a:gradFill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90000" rIns="72000" bIns="90000" anchor="ctr"/>
            <a:lstStyle>
              <a:lvl1pPr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0" hangingPunct="0"/>
              <a:endParaRPr lang="pt-BR" altLang="pt-BR"/>
            </a:p>
          </p:txBody>
        </p:sp>
        <p:sp>
          <p:nvSpPr>
            <p:cNvPr id="11" name="Rectangle 4"/>
            <p:cNvSpPr>
              <a:spLocks noChangeArrowheads="1"/>
            </p:cNvSpPr>
            <p:nvPr/>
          </p:nvSpPr>
          <p:spPr bwMode="gray">
            <a:xfrm flipV="1">
              <a:off x="0" y="2086"/>
              <a:ext cx="5760" cy="246"/>
            </a:xfrm>
            <a:prstGeom prst="rect">
              <a:avLst/>
            </a:prstGeom>
            <a:gradFill rotWithShape="1">
              <a:gsLst>
                <a:gs pos="0">
                  <a:srgbClr val="DBDBDB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wrap="none" lIns="90000" tIns="90000" rIns="72000" bIns="90000" anchor="ctr"/>
            <a:lstStyle>
              <a:lvl1pPr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0" hangingPunct="0"/>
              <a:endParaRPr lang="pt-BR" altLang="pt-BR"/>
            </a:p>
          </p:txBody>
        </p:sp>
      </p:grp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168128" y="1796151"/>
            <a:ext cx="6807744" cy="912769"/>
          </a:xfrm>
        </p:spPr>
        <p:txBody>
          <a:bodyPr>
            <a:normAutofit/>
          </a:bodyPr>
          <a:lstStyle>
            <a:lvl1pPr algn="ctr">
              <a:defRPr sz="3600" b="0">
                <a:latin typeface="+mj-lt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 dirty="0"/>
              <a:t>Título do Documento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95287" y="2996952"/>
            <a:ext cx="3816424" cy="1027165"/>
          </a:xfrm>
        </p:spPr>
        <p:txBody>
          <a:bodyPr anchor="ctr">
            <a:normAutofit/>
          </a:bodyPr>
          <a:lstStyle>
            <a:lvl1pPr marL="0" indent="0" algn="l">
              <a:buNone/>
              <a:defRPr sz="2800" b="1" i="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Nome do Projeto</a:t>
            </a:r>
          </a:p>
        </p:txBody>
      </p:sp>
      <p:grpSp>
        <p:nvGrpSpPr>
          <p:cNvPr id="22" name="Grupo 21"/>
          <p:cNvGrpSpPr/>
          <p:nvPr userDrawn="1"/>
        </p:nvGrpSpPr>
        <p:grpSpPr>
          <a:xfrm>
            <a:off x="4435040" y="3475969"/>
            <a:ext cx="4745472" cy="3411538"/>
            <a:chOff x="4375820" y="3475969"/>
            <a:chExt cx="4745472" cy="3411538"/>
          </a:xfrm>
        </p:grpSpPr>
        <p:sp>
          <p:nvSpPr>
            <p:cNvPr id="13" name="Freeform 6"/>
            <p:cNvSpPr>
              <a:spLocks/>
            </p:cNvSpPr>
            <p:nvPr/>
          </p:nvSpPr>
          <p:spPr bwMode="auto">
            <a:xfrm>
              <a:off x="7404027" y="3475969"/>
              <a:ext cx="1717265" cy="3411538"/>
            </a:xfrm>
            <a:custGeom>
              <a:avLst/>
              <a:gdLst>
                <a:gd name="T0" fmla="*/ 0 w 719"/>
                <a:gd name="T1" fmla="*/ 1429 h 1429"/>
                <a:gd name="T2" fmla="*/ 31 w 719"/>
                <a:gd name="T3" fmla="*/ 1429 h 1429"/>
                <a:gd name="T4" fmla="*/ 148 w 719"/>
                <a:gd name="T5" fmla="*/ 959 h 1429"/>
                <a:gd name="T6" fmla="*/ 158 w 719"/>
                <a:gd name="T7" fmla="*/ 961 h 1429"/>
                <a:gd name="T8" fmla="*/ 166 w 719"/>
                <a:gd name="T9" fmla="*/ 939 h 1429"/>
                <a:gd name="T10" fmla="*/ 154 w 719"/>
                <a:gd name="T11" fmla="*/ 933 h 1429"/>
                <a:gd name="T12" fmla="*/ 305 w 719"/>
                <a:gd name="T13" fmla="*/ 930 h 1429"/>
                <a:gd name="T14" fmla="*/ 307 w 719"/>
                <a:gd name="T15" fmla="*/ 944 h 1429"/>
                <a:gd name="T16" fmla="*/ 366 w 719"/>
                <a:gd name="T17" fmla="*/ 955 h 1429"/>
                <a:gd name="T18" fmla="*/ 366 w 719"/>
                <a:gd name="T19" fmla="*/ 1427 h 1429"/>
                <a:gd name="T20" fmla="*/ 399 w 719"/>
                <a:gd name="T21" fmla="*/ 1426 h 1429"/>
                <a:gd name="T22" fmla="*/ 399 w 719"/>
                <a:gd name="T23" fmla="*/ 935 h 1429"/>
                <a:gd name="T24" fmla="*/ 430 w 719"/>
                <a:gd name="T25" fmla="*/ 932 h 1429"/>
                <a:gd name="T26" fmla="*/ 461 w 719"/>
                <a:gd name="T27" fmla="*/ 885 h 1429"/>
                <a:gd name="T28" fmla="*/ 465 w 719"/>
                <a:gd name="T29" fmla="*/ 873 h 1429"/>
                <a:gd name="T30" fmla="*/ 543 w 719"/>
                <a:gd name="T31" fmla="*/ 873 h 1429"/>
                <a:gd name="T32" fmla="*/ 689 w 719"/>
                <a:gd name="T33" fmla="*/ 1426 h 1429"/>
                <a:gd name="T34" fmla="*/ 719 w 719"/>
                <a:gd name="T35" fmla="*/ 1427 h 1429"/>
                <a:gd name="T36" fmla="*/ 573 w 719"/>
                <a:gd name="T37" fmla="*/ 868 h 1429"/>
                <a:gd name="T38" fmla="*/ 567 w 719"/>
                <a:gd name="T39" fmla="*/ 847 h 1429"/>
                <a:gd name="T40" fmla="*/ 508 w 719"/>
                <a:gd name="T41" fmla="*/ 610 h 1429"/>
                <a:gd name="T42" fmla="*/ 598 w 719"/>
                <a:gd name="T43" fmla="*/ 37 h 1429"/>
                <a:gd name="T44" fmla="*/ 577 w 719"/>
                <a:gd name="T45" fmla="*/ 1 h 1429"/>
                <a:gd name="T46" fmla="*/ 492 w 719"/>
                <a:gd name="T47" fmla="*/ 10 h 1429"/>
                <a:gd name="T48" fmla="*/ 475 w 719"/>
                <a:gd name="T49" fmla="*/ 13 h 1429"/>
                <a:gd name="T50" fmla="*/ 226 w 719"/>
                <a:gd name="T51" fmla="*/ 47 h 1429"/>
                <a:gd name="T52" fmla="*/ 215 w 719"/>
                <a:gd name="T53" fmla="*/ 49 h 1429"/>
                <a:gd name="T54" fmla="*/ 204 w 719"/>
                <a:gd name="T55" fmla="*/ 53 h 1429"/>
                <a:gd name="T56" fmla="*/ 188 w 719"/>
                <a:gd name="T57" fmla="*/ 53 h 1429"/>
                <a:gd name="T58" fmla="*/ 182 w 719"/>
                <a:gd name="T59" fmla="*/ 58 h 1429"/>
                <a:gd name="T60" fmla="*/ 30 w 719"/>
                <a:gd name="T61" fmla="*/ 888 h 1429"/>
                <a:gd name="T62" fmla="*/ 52 w 719"/>
                <a:gd name="T63" fmla="*/ 930 h 1429"/>
                <a:gd name="T64" fmla="*/ 77 w 719"/>
                <a:gd name="T65" fmla="*/ 927 h 1429"/>
                <a:gd name="T66" fmla="*/ 79 w 719"/>
                <a:gd name="T67" fmla="*/ 935 h 1429"/>
                <a:gd name="T68" fmla="*/ 119 w 719"/>
                <a:gd name="T69" fmla="*/ 950 h 1429"/>
                <a:gd name="T70" fmla="*/ 0 w 719"/>
                <a:gd name="T71" fmla="*/ 1429 h 1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719" h="1429">
                  <a:moveTo>
                    <a:pt x="0" y="1429"/>
                  </a:moveTo>
                  <a:cubicBezTo>
                    <a:pt x="31" y="1429"/>
                    <a:pt x="31" y="1429"/>
                    <a:pt x="31" y="1429"/>
                  </a:cubicBezTo>
                  <a:cubicBezTo>
                    <a:pt x="148" y="959"/>
                    <a:pt x="148" y="959"/>
                    <a:pt x="148" y="959"/>
                  </a:cubicBezTo>
                  <a:cubicBezTo>
                    <a:pt x="158" y="961"/>
                    <a:pt x="158" y="961"/>
                    <a:pt x="158" y="961"/>
                  </a:cubicBezTo>
                  <a:cubicBezTo>
                    <a:pt x="166" y="939"/>
                    <a:pt x="166" y="939"/>
                    <a:pt x="166" y="939"/>
                  </a:cubicBezTo>
                  <a:cubicBezTo>
                    <a:pt x="154" y="933"/>
                    <a:pt x="154" y="933"/>
                    <a:pt x="154" y="933"/>
                  </a:cubicBezTo>
                  <a:cubicBezTo>
                    <a:pt x="305" y="930"/>
                    <a:pt x="305" y="930"/>
                    <a:pt x="305" y="930"/>
                  </a:cubicBezTo>
                  <a:cubicBezTo>
                    <a:pt x="307" y="944"/>
                    <a:pt x="307" y="944"/>
                    <a:pt x="307" y="944"/>
                  </a:cubicBezTo>
                  <a:cubicBezTo>
                    <a:pt x="366" y="955"/>
                    <a:pt x="366" y="955"/>
                    <a:pt x="366" y="955"/>
                  </a:cubicBezTo>
                  <a:cubicBezTo>
                    <a:pt x="366" y="1427"/>
                    <a:pt x="366" y="1427"/>
                    <a:pt x="366" y="1427"/>
                  </a:cubicBezTo>
                  <a:cubicBezTo>
                    <a:pt x="399" y="1426"/>
                    <a:pt x="399" y="1426"/>
                    <a:pt x="399" y="1426"/>
                  </a:cubicBezTo>
                  <a:cubicBezTo>
                    <a:pt x="399" y="935"/>
                    <a:pt x="399" y="935"/>
                    <a:pt x="399" y="935"/>
                  </a:cubicBezTo>
                  <a:cubicBezTo>
                    <a:pt x="430" y="932"/>
                    <a:pt x="430" y="932"/>
                    <a:pt x="430" y="932"/>
                  </a:cubicBezTo>
                  <a:cubicBezTo>
                    <a:pt x="430" y="932"/>
                    <a:pt x="456" y="940"/>
                    <a:pt x="461" y="885"/>
                  </a:cubicBezTo>
                  <a:cubicBezTo>
                    <a:pt x="465" y="878"/>
                    <a:pt x="465" y="873"/>
                    <a:pt x="465" y="873"/>
                  </a:cubicBezTo>
                  <a:cubicBezTo>
                    <a:pt x="543" y="873"/>
                    <a:pt x="543" y="873"/>
                    <a:pt x="543" y="873"/>
                  </a:cubicBezTo>
                  <a:cubicBezTo>
                    <a:pt x="689" y="1426"/>
                    <a:pt x="689" y="1426"/>
                    <a:pt x="689" y="1426"/>
                  </a:cubicBezTo>
                  <a:cubicBezTo>
                    <a:pt x="719" y="1427"/>
                    <a:pt x="719" y="1427"/>
                    <a:pt x="719" y="1427"/>
                  </a:cubicBezTo>
                  <a:cubicBezTo>
                    <a:pt x="573" y="868"/>
                    <a:pt x="573" y="868"/>
                    <a:pt x="573" y="868"/>
                  </a:cubicBezTo>
                  <a:cubicBezTo>
                    <a:pt x="573" y="868"/>
                    <a:pt x="572" y="850"/>
                    <a:pt x="567" y="847"/>
                  </a:cubicBezTo>
                  <a:cubicBezTo>
                    <a:pt x="565" y="832"/>
                    <a:pt x="508" y="610"/>
                    <a:pt x="508" y="610"/>
                  </a:cubicBezTo>
                  <a:cubicBezTo>
                    <a:pt x="598" y="37"/>
                    <a:pt x="598" y="37"/>
                    <a:pt x="598" y="37"/>
                  </a:cubicBezTo>
                  <a:cubicBezTo>
                    <a:pt x="598" y="37"/>
                    <a:pt x="604" y="3"/>
                    <a:pt x="577" y="1"/>
                  </a:cubicBezTo>
                  <a:cubicBezTo>
                    <a:pt x="551" y="0"/>
                    <a:pt x="492" y="10"/>
                    <a:pt x="492" y="10"/>
                  </a:cubicBezTo>
                  <a:cubicBezTo>
                    <a:pt x="492" y="10"/>
                    <a:pt x="487" y="3"/>
                    <a:pt x="475" y="13"/>
                  </a:cubicBezTo>
                  <a:cubicBezTo>
                    <a:pt x="466" y="15"/>
                    <a:pt x="226" y="47"/>
                    <a:pt x="226" y="47"/>
                  </a:cubicBezTo>
                  <a:cubicBezTo>
                    <a:pt x="226" y="47"/>
                    <a:pt x="220" y="48"/>
                    <a:pt x="215" y="49"/>
                  </a:cubicBezTo>
                  <a:cubicBezTo>
                    <a:pt x="210" y="51"/>
                    <a:pt x="204" y="53"/>
                    <a:pt x="204" y="53"/>
                  </a:cubicBezTo>
                  <a:cubicBezTo>
                    <a:pt x="188" y="53"/>
                    <a:pt x="188" y="53"/>
                    <a:pt x="188" y="53"/>
                  </a:cubicBezTo>
                  <a:cubicBezTo>
                    <a:pt x="182" y="58"/>
                    <a:pt x="182" y="58"/>
                    <a:pt x="182" y="58"/>
                  </a:cubicBezTo>
                  <a:cubicBezTo>
                    <a:pt x="30" y="888"/>
                    <a:pt x="30" y="888"/>
                    <a:pt x="30" y="888"/>
                  </a:cubicBezTo>
                  <a:cubicBezTo>
                    <a:pt x="30" y="888"/>
                    <a:pt x="20" y="928"/>
                    <a:pt x="52" y="930"/>
                  </a:cubicBezTo>
                  <a:cubicBezTo>
                    <a:pt x="83" y="931"/>
                    <a:pt x="77" y="927"/>
                    <a:pt x="77" y="927"/>
                  </a:cubicBezTo>
                  <a:cubicBezTo>
                    <a:pt x="79" y="935"/>
                    <a:pt x="79" y="935"/>
                    <a:pt x="79" y="935"/>
                  </a:cubicBezTo>
                  <a:cubicBezTo>
                    <a:pt x="119" y="950"/>
                    <a:pt x="119" y="950"/>
                    <a:pt x="119" y="950"/>
                  </a:cubicBezTo>
                  <a:lnTo>
                    <a:pt x="0" y="1429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Freeform 7"/>
            <p:cNvSpPr>
              <a:spLocks/>
            </p:cNvSpPr>
            <p:nvPr/>
          </p:nvSpPr>
          <p:spPr bwMode="auto">
            <a:xfrm>
              <a:off x="7498027" y="3488099"/>
              <a:ext cx="1291739" cy="1998403"/>
            </a:xfrm>
            <a:custGeom>
              <a:avLst/>
              <a:gdLst>
                <a:gd name="T0" fmla="*/ 130 w 541"/>
                <a:gd name="T1" fmla="*/ 56 h 837"/>
                <a:gd name="T2" fmla="*/ 161 w 541"/>
                <a:gd name="T3" fmla="*/ 51 h 837"/>
                <a:gd name="T4" fmla="*/ 173 w 541"/>
                <a:gd name="T5" fmla="*/ 68 h 837"/>
                <a:gd name="T6" fmla="*/ 479 w 541"/>
                <a:gd name="T7" fmla="*/ 29 h 837"/>
                <a:gd name="T8" fmla="*/ 494 w 541"/>
                <a:gd name="T9" fmla="*/ 13 h 837"/>
                <a:gd name="T10" fmla="*/ 499 w 541"/>
                <a:gd name="T11" fmla="*/ 3 h 837"/>
                <a:gd name="T12" fmla="*/ 541 w 541"/>
                <a:gd name="T13" fmla="*/ 0 h 837"/>
                <a:gd name="T14" fmla="*/ 532 w 541"/>
                <a:gd name="T15" fmla="*/ 51 h 837"/>
                <a:gd name="T16" fmla="*/ 518 w 541"/>
                <a:gd name="T17" fmla="*/ 104 h 837"/>
                <a:gd name="T18" fmla="*/ 510 w 541"/>
                <a:gd name="T19" fmla="*/ 134 h 837"/>
                <a:gd name="T20" fmla="*/ 486 w 541"/>
                <a:gd name="T21" fmla="*/ 247 h 837"/>
                <a:gd name="T22" fmla="*/ 462 w 541"/>
                <a:gd name="T23" fmla="*/ 396 h 837"/>
                <a:gd name="T24" fmla="*/ 455 w 541"/>
                <a:gd name="T25" fmla="*/ 535 h 837"/>
                <a:gd name="T26" fmla="*/ 412 w 541"/>
                <a:gd name="T27" fmla="*/ 818 h 837"/>
                <a:gd name="T28" fmla="*/ 0 w 541"/>
                <a:gd name="T29" fmla="*/ 837 h 837"/>
                <a:gd name="T30" fmla="*/ 14 w 541"/>
                <a:gd name="T31" fmla="*/ 749 h 837"/>
                <a:gd name="T32" fmla="*/ 27 w 541"/>
                <a:gd name="T33" fmla="*/ 685 h 837"/>
                <a:gd name="T34" fmla="*/ 43 w 541"/>
                <a:gd name="T35" fmla="*/ 575 h 837"/>
                <a:gd name="T36" fmla="*/ 58 w 541"/>
                <a:gd name="T37" fmla="*/ 456 h 837"/>
                <a:gd name="T38" fmla="*/ 78 w 541"/>
                <a:gd name="T39" fmla="*/ 342 h 837"/>
                <a:gd name="T40" fmla="*/ 85 w 541"/>
                <a:gd name="T41" fmla="*/ 256 h 837"/>
                <a:gd name="T42" fmla="*/ 99 w 541"/>
                <a:gd name="T43" fmla="*/ 186 h 837"/>
                <a:gd name="T44" fmla="*/ 115 w 541"/>
                <a:gd name="T45" fmla="*/ 134 h 837"/>
                <a:gd name="T46" fmla="*/ 125 w 541"/>
                <a:gd name="T47" fmla="*/ 82 h 837"/>
                <a:gd name="T48" fmla="*/ 130 w 541"/>
                <a:gd name="T49" fmla="*/ 56 h 8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41" h="837">
                  <a:moveTo>
                    <a:pt x="130" y="56"/>
                  </a:moveTo>
                  <a:cubicBezTo>
                    <a:pt x="161" y="51"/>
                    <a:pt x="161" y="51"/>
                    <a:pt x="161" y="51"/>
                  </a:cubicBezTo>
                  <a:cubicBezTo>
                    <a:pt x="161" y="51"/>
                    <a:pt x="146" y="72"/>
                    <a:pt x="173" y="68"/>
                  </a:cubicBezTo>
                  <a:cubicBezTo>
                    <a:pt x="201" y="65"/>
                    <a:pt x="479" y="29"/>
                    <a:pt x="479" y="29"/>
                  </a:cubicBezTo>
                  <a:cubicBezTo>
                    <a:pt x="479" y="29"/>
                    <a:pt x="494" y="22"/>
                    <a:pt x="494" y="13"/>
                  </a:cubicBezTo>
                  <a:cubicBezTo>
                    <a:pt x="494" y="4"/>
                    <a:pt x="499" y="3"/>
                    <a:pt x="499" y="3"/>
                  </a:cubicBezTo>
                  <a:cubicBezTo>
                    <a:pt x="541" y="0"/>
                    <a:pt x="541" y="0"/>
                    <a:pt x="541" y="0"/>
                  </a:cubicBezTo>
                  <a:cubicBezTo>
                    <a:pt x="532" y="51"/>
                    <a:pt x="532" y="51"/>
                    <a:pt x="532" y="51"/>
                  </a:cubicBezTo>
                  <a:cubicBezTo>
                    <a:pt x="532" y="51"/>
                    <a:pt x="518" y="96"/>
                    <a:pt x="518" y="104"/>
                  </a:cubicBezTo>
                  <a:cubicBezTo>
                    <a:pt x="518" y="112"/>
                    <a:pt x="519" y="125"/>
                    <a:pt x="510" y="134"/>
                  </a:cubicBezTo>
                  <a:cubicBezTo>
                    <a:pt x="502" y="143"/>
                    <a:pt x="479" y="212"/>
                    <a:pt x="486" y="247"/>
                  </a:cubicBezTo>
                  <a:cubicBezTo>
                    <a:pt x="494" y="282"/>
                    <a:pt x="461" y="388"/>
                    <a:pt x="462" y="396"/>
                  </a:cubicBezTo>
                  <a:cubicBezTo>
                    <a:pt x="464" y="405"/>
                    <a:pt x="457" y="528"/>
                    <a:pt x="455" y="535"/>
                  </a:cubicBezTo>
                  <a:cubicBezTo>
                    <a:pt x="452" y="541"/>
                    <a:pt x="414" y="806"/>
                    <a:pt x="412" y="818"/>
                  </a:cubicBezTo>
                  <a:cubicBezTo>
                    <a:pt x="409" y="831"/>
                    <a:pt x="0" y="837"/>
                    <a:pt x="0" y="837"/>
                  </a:cubicBezTo>
                  <a:cubicBezTo>
                    <a:pt x="14" y="749"/>
                    <a:pt x="14" y="749"/>
                    <a:pt x="14" y="749"/>
                  </a:cubicBezTo>
                  <a:cubicBezTo>
                    <a:pt x="27" y="685"/>
                    <a:pt x="27" y="685"/>
                    <a:pt x="27" y="685"/>
                  </a:cubicBezTo>
                  <a:cubicBezTo>
                    <a:pt x="27" y="685"/>
                    <a:pt x="38" y="588"/>
                    <a:pt x="43" y="575"/>
                  </a:cubicBezTo>
                  <a:cubicBezTo>
                    <a:pt x="48" y="562"/>
                    <a:pt x="58" y="456"/>
                    <a:pt x="58" y="456"/>
                  </a:cubicBezTo>
                  <a:cubicBezTo>
                    <a:pt x="78" y="342"/>
                    <a:pt x="78" y="342"/>
                    <a:pt x="78" y="342"/>
                  </a:cubicBezTo>
                  <a:cubicBezTo>
                    <a:pt x="78" y="342"/>
                    <a:pt x="81" y="267"/>
                    <a:pt x="85" y="256"/>
                  </a:cubicBezTo>
                  <a:cubicBezTo>
                    <a:pt x="89" y="244"/>
                    <a:pt x="94" y="191"/>
                    <a:pt x="99" y="186"/>
                  </a:cubicBezTo>
                  <a:cubicBezTo>
                    <a:pt x="105" y="181"/>
                    <a:pt x="113" y="138"/>
                    <a:pt x="115" y="134"/>
                  </a:cubicBezTo>
                  <a:cubicBezTo>
                    <a:pt x="118" y="131"/>
                    <a:pt x="123" y="89"/>
                    <a:pt x="125" y="82"/>
                  </a:cubicBezTo>
                  <a:cubicBezTo>
                    <a:pt x="128" y="76"/>
                    <a:pt x="130" y="56"/>
                    <a:pt x="130" y="56"/>
                  </a:cubicBezTo>
                  <a:close/>
                </a:path>
              </a:pathLst>
            </a:custGeom>
            <a:gradFill rotWithShape="1">
              <a:gsLst>
                <a:gs pos="0">
                  <a:srgbClr val="D0D0D0">
                    <a:gamma/>
                    <a:tint val="24314"/>
                    <a:invGamma/>
                  </a:srgbClr>
                </a:gs>
                <a:gs pos="100000">
                  <a:srgbClr val="D0D0D0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Freeform 8"/>
            <p:cNvSpPr>
              <a:spLocks/>
            </p:cNvSpPr>
            <p:nvPr/>
          </p:nvSpPr>
          <p:spPr bwMode="auto">
            <a:xfrm>
              <a:off x="4375820" y="3528532"/>
              <a:ext cx="1193696" cy="3356953"/>
            </a:xfrm>
            <a:custGeom>
              <a:avLst/>
              <a:gdLst>
                <a:gd name="T0" fmla="*/ 474 w 500"/>
                <a:gd name="T1" fmla="*/ 82 h 1406"/>
                <a:gd name="T2" fmla="*/ 456 w 500"/>
                <a:gd name="T3" fmla="*/ 27 h 1406"/>
                <a:gd name="T4" fmla="*/ 407 w 500"/>
                <a:gd name="T5" fmla="*/ 11 h 1406"/>
                <a:gd name="T6" fmla="*/ 372 w 500"/>
                <a:gd name="T7" fmla="*/ 2 h 1406"/>
                <a:gd name="T8" fmla="*/ 337 w 500"/>
                <a:gd name="T9" fmla="*/ 4 h 1406"/>
                <a:gd name="T10" fmla="*/ 289 w 500"/>
                <a:gd name="T11" fmla="*/ 10 h 1406"/>
                <a:gd name="T12" fmla="*/ 266 w 500"/>
                <a:gd name="T13" fmla="*/ 38 h 1406"/>
                <a:gd name="T14" fmla="*/ 243 w 500"/>
                <a:gd name="T15" fmla="*/ 83 h 1406"/>
                <a:gd name="T16" fmla="*/ 226 w 500"/>
                <a:gd name="T17" fmla="*/ 118 h 1406"/>
                <a:gd name="T18" fmla="*/ 239 w 500"/>
                <a:gd name="T19" fmla="*/ 214 h 1406"/>
                <a:gd name="T20" fmla="*/ 231 w 500"/>
                <a:gd name="T21" fmla="*/ 228 h 1406"/>
                <a:gd name="T22" fmla="*/ 203 w 500"/>
                <a:gd name="T23" fmla="*/ 257 h 1406"/>
                <a:gd name="T24" fmla="*/ 137 w 500"/>
                <a:gd name="T25" fmla="*/ 317 h 1406"/>
                <a:gd name="T26" fmla="*/ 79 w 500"/>
                <a:gd name="T27" fmla="*/ 645 h 1406"/>
                <a:gd name="T28" fmla="*/ 75 w 500"/>
                <a:gd name="T29" fmla="*/ 699 h 1406"/>
                <a:gd name="T30" fmla="*/ 56 w 500"/>
                <a:gd name="T31" fmla="*/ 802 h 1406"/>
                <a:gd name="T32" fmla="*/ 49 w 500"/>
                <a:gd name="T33" fmla="*/ 854 h 1406"/>
                <a:gd name="T34" fmla="*/ 41 w 500"/>
                <a:gd name="T35" fmla="*/ 902 h 1406"/>
                <a:gd name="T36" fmla="*/ 19 w 500"/>
                <a:gd name="T37" fmla="*/ 942 h 1406"/>
                <a:gd name="T38" fmla="*/ 0 w 500"/>
                <a:gd name="T39" fmla="*/ 978 h 1406"/>
                <a:gd name="T40" fmla="*/ 15 w 500"/>
                <a:gd name="T41" fmla="*/ 999 h 1406"/>
                <a:gd name="T42" fmla="*/ 60 w 500"/>
                <a:gd name="T43" fmla="*/ 1014 h 1406"/>
                <a:gd name="T44" fmla="*/ 91 w 500"/>
                <a:gd name="T45" fmla="*/ 1003 h 1406"/>
                <a:gd name="T46" fmla="*/ 111 w 500"/>
                <a:gd name="T47" fmla="*/ 986 h 1406"/>
                <a:gd name="T48" fmla="*/ 124 w 500"/>
                <a:gd name="T49" fmla="*/ 1024 h 1406"/>
                <a:gd name="T50" fmla="*/ 152 w 500"/>
                <a:gd name="T51" fmla="*/ 1113 h 1406"/>
                <a:gd name="T52" fmla="*/ 159 w 500"/>
                <a:gd name="T53" fmla="*/ 1322 h 1406"/>
                <a:gd name="T54" fmla="*/ 146 w 500"/>
                <a:gd name="T55" fmla="*/ 1406 h 1406"/>
                <a:gd name="T56" fmla="*/ 500 w 500"/>
                <a:gd name="T57" fmla="*/ 1291 h 1406"/>
                <a:gd name="T58" fmla="*/ 456 w 500"/>
                <a:gd name="T59" fmla="*/ 1136 h 1406"/>
                <a:gd name="T60" fmla="*/ 439 w 500"/>
                <a:gd name="T61" fmla="*/ 1073 h 1406"/>
                <a:gd name="T62" fmla="*/ 432 w 500"/>
                <a:gd name="T63" fmla="*/ 1043 h 1406"/>
                <a:gd name="T64" fmla="*/ 434 w 500"/>
                <a:gd name="T65" fmla="*/ 1032 h 1406"/>
                <a:gd name="T66" fmla="*/ 447 w 500"/>
                <a:gd name="T67" fmla="*/ 994 h 1406"/>
                <a:gd name="T68" fmla="*/ 441 w 500"/>
                <a:gd name="T69" fmla="*/ 819 h 1406"/>
                <a:gd name="T70" fmla="*/ 444 w 500"/>
                <a:gd name="T71" fmla="*/ 707 h 1406"/>
                <a:gd name="T72" fmla="*/ 425 w 500"/>
                <a:gd name="T73" fmla="*/ 570 h 1406"/>
                <a:gd name="T74" fmla="*/ 381 w 500"/>
                <a:gd name="T75" fmla="*/ 450 h 1406"/>
                <a:gd name="T76" fmla="*/ 367 w 500"/>
                <a:gd name="T77" fmla="*/ 373 h 1406"/>
                <a:gd name="T78" fmla="*/ 348 w 500"/>
                <a:gd name="T79" fmla="*/ 322 h 1406"/>
                <a:gd name="T80" fmla="*/ 375 w 500"/>
                <a:gd name="T81" fmla="*/ 275 h 1406"/>
                <a:gd name="T82" fmla="*/ 423 w 500"/>
                <a:gd name="T83" fmla="*/ 252 h 1406"/>
                <a:gd name="T84" fmla="*/ 439 w 500"/>
                <a:gd name="T85" fmla="*/ 203 h 1406"/>
                <a:gd name="T86" fmla="*/ 451 w 500"/>
                <a:gd name="T87" fmla="*/ 194 h 1406"/>
                <a:gd name="T88" fmla="*/ 450 w 500"/>
                <a:gd name="T89" fmla="*/ 159 h 1406"/>
                <a:gd name="T90" fmla="*/ 464 w 500"/>
                <a:gd name="T91" fmla="*/ 141 h 1406"/>
                <a:gd name="T92" fmla="*/ 461 w 500"/>
                <a:gd name="T93" fmla="*/ 108 h 1406"/>
                <a:gd name="T94" fmla="*/ 454 w 500"/>
                <a:gd name="T95" fmla="*/ 84 h 1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00" h="1406">
                  <a:moveTo>
                    <a:pt x="454" y="84"/>
                  </a:moveTo>
                  <a:cubicBezTo>
                    <a:pt x="474" y="82"/>
                    <a:pt x="474" y="82"/>
                    <a:pt x="474" y="82"/>
                  </a:cubicBezTo>
                  <a:cubicBezTo>
                    <a:pt x="474" y="82"/>
                    <a:pt x="479" y="79"/>
                    <a:pt x="474" y="65"/>
                  </a:cubicBezTo>
                  <a:cubicBezTo>
                    <a:pt x="469" y="50"/>
                    <a:pt x="461" y="31"/>
                    <a:pt x="456" y="27"/>
                  </a:cubicBezTo>
                  <a:cubicBezTo>
                    <a:pt x="452" y="24"/>
                    <a:pt x="436" y="16"/>
                    <a:pt x="429" y="16"/>
                  </a:cubicBezTo>
                  <a:cubicBezTo>
                    <a:pt x="421" y="16"/>
                    <a:pt x="410" y="12"/>
                    <a:pt x="407" y="11"/>
                  </a:cubicBezTo>
                  <a:cubicBezTo>
                    <a:pt x="403" y="10"/>
                    <a:pt x="396" y="0"/>
                    <a:pt x="392" y="0"/>
                  </a:cubicBezTo>
                  <a:cubicBezTo>
                    <a:pt x="389" y="0"/>
                    <a:pt x="376" y="0"/>
                    <a:pt x="372" y="2"/>
                  </a:cubicBezTo>
                  <a:cubicBezTo>
                    <a:pt x="368" y="4"/>
                    <a:pt x="349" y="4"/>
                    <a:pt x="349" y="4"/>
                  </a:cubicBezTo>
                  <a:cubicBezTo>
                    <a:pt x="337" y="4"/>
                    <a:pt x="337" y="4"/>
                    <a:pt x="337" y="4"/>
                  </a:cubicBezTo>
                  <a:cubicBezTo>
                    <a:pt x="337" y="4"/>
                    <a:pt x="319" y="1"/>
                    <a:pt x="312" y="4"/>
                  </a:cubicBezTo>
                  <a:cubicBezTo>
                    <a:pt x="305" y="6"/>
                    <a:pt x="292" y="8"/>
                    <a:pt x="289" y="10"/>
                  </a:cubicBezTo>
                  <a:cubicBezTo>
                    <a:pt x="287" y="13"/>
                    <a:pt x="282" y="26"/>
                    <a:pt x="282" y="26"/>
                  </a:cubicBezTo>
                  <a:cubicBezTo>
                    <a:pt x="282" y="26"/>
                    <a:pt x="272" y="36"/>
                    <a:pt x="266" y="38"/>
                  </a:cubicBezTo>
                  <a:cubicBezTo>
                    <a:pt x="261" y="41"/>
                    <a:pt x="254" y="53"/>
                    <a:pt x="251" y="61"/>
                  </a:cubicBezTo>
                  <a:cubicBezTo>
                    <a:pt x="249" y="70"/>
                    <a:pt x="243" y="81"/>
                    <a:pt x="243" y="83"/>
                  </a:cubicBezTo>
                  <a:cubicBezTo>
                    <a:pt x="243" y="86"/>
                    <a:pt x="235" y="98"/>
                    <a:pt x="233" y="103"/>
                  </a:cubicBezTo>
                  <a:cubicBezTo>
                    <a:pt x="230" y="107"/>
                    <a:pt x="225" y="113"/>
                    <a:pt x="226" y="118"/>
                  </a:cubicBezTo>
                  <a:cubicBezTo>
                    <a:pt x="227" y="123"/>
                    <a:pt x="229" y="160"/>
                    <a:pt x="234" y="173"/>
                  </a:cubicBezTo>
                  <a:cubicBezTo>
                    <a:pt x="239" y="187"/>
                    <a:pt x="239" y="206"/>
                    <a:pt x="239" y="214"/>
                  </a:cubicBezTo>
                  <a:cubicBezTo>
                    <a:pt x="239" y="222"/>
                    <a:pt x="235" y="220"/>
                    <a:pt x="235" y="220"/>
                  </a:cubicBezTo>
                  <a:cubicBezTo>
                    <a:pt x="231" y="228"/>
                    <a:pt x="231" y="228"/>
                    <a:pt x="231" y="228"/>
                  </a:cubicBezTo>
                  <a:cubicBezTo>
                    <a:pt x="221" y="228"/>
                    <a:pt x="221" y="228"/>
                    <a:pt x="221" y="228"/>
                  </a:cubicBezTo>
                  <a:cubicBezTo>
                    <a:pt x="203" y="257"/>
                    <a:pt x="203" y="257"/>
                    <a:pt x="203" y="257"/>
                  </a:cubicBezTo>
                  <a:cubicBezTo>
                    <a:pt x="205" y="264"/>
                    <a:pt x="205" y="264"/>
                    <a:pt x="205" y="264"/>
                  </a:cubicBezTo>
                  <a:cubicBezTo>
                    <a:pt x="205" y="264"/>
                    <a:pt x="159" y="293"/>
                    <a:pt x="137" y="317"/>
                  </a:cubicBezTo>
                  <a:cubicBezTo>
                    <a:pt x="115" y="341"/>
                    <a:pt x="93" y="434"/>
                    <a:pt x="96" y="440"/>
                  </a:cubicBezTo>
                  <a:cubicBezTo>
                    <a:pt x="98" y="447"/>
                    <a:pt x="80" y="639"/>
                    <a:pt x="79" y="645"/>
                  </a:cubicBezTo>
                  <a:cubicBezTo>
                    <a:pt x="78" y="652"/>
                    <a:pt x="71" y="660"/>
                    <a:pt x="76" y="672"/>
                  </a:cubicBezTo>
                  <a:cubicBezTo>
                    <a:pt x="81" y="683"/>
                    <a:pt x="75" y="699"/>
                    <a:pt x="75" y="699"/>
                  </a:cubicBezTo>
                  <a:cubicBezTo>
                    <a:pt x="75" y="699"/>
                    <a:pt x="49" y="728"/>
                    <a:pt x="58" y="753"/>
                  </a:cubicBezTo>
                  <a:cubicBezTo>
                    <a:pt x="67" y="777"/>
                    <a:pt x="52" y="789"/>
                    <a:pt x="56" y="802"/>
                  </a:cubicBezTo>
                  <a:cubicBezTo>
                    <a:pt x="60" y="814"/>
                    <a:pt x="63" y="822"/>
                    <a:pt x="60" y="827"/>
                  </a:cubicBezTo>
                  <a:cubicBezTo>
                    <a:pt x="58" y="832"/>
                    <a:pt x="49" y="848"/>
                    <a:pt x="49" y="854"/>
                  </a:cubicBezTo>
                  <a:cubicBezTo>
                    <a:pt x="49" y="860"/>
                    <a:pt x="49" y="883"/>
                    <a:pt x="49" y="883"/>
                  </a:cubicBezTo>
                  <a:cubicBezTo>
                    <a:pt x="49" y="883"/>
                    <a:pt x="42" y="895"/>
                    <a:pt x="41" y="902"/>
                  </a:cubicBezTo>
                  <a:cubicBezTo>
                    <a:pt x="40" y="910"/>
                    <a:pt x="23" y="918"/>
                    <a:pt x="23" y="918"/>
                  </a:cubicBezTo>
                  <a:cubicBezTo>
                    <a:pt x="23" y="918"/>
                    <a:pt x="22" y="937"/>
                    <a:pt x="19" y="942"/>
                  </a:cubicBezTo>
                  <a:cubicBezTo>
                    <a:pt x="16" y="947"/>
                    <a:pt x="12" y="960"/>
                    <a:pt x="8" y="965"/>
                  </a:cubicBezTo>
                  <a:cubicBezTo>
                    <a:pt x="4" y="970"/>
                    <a:pt x="0" y="978"/>
                    <a:pt x="0" y="978"/>
                  </a:cubicBezTo>
                  <a:cubicBezTo>
                    <a:pt x="2" y="995"/>
                    <a:pt x="2" y="995"/>
                    <a:pt x="2" y="995"/>
                  </a:cubicBezTo>
                  <a:cubicBezTo>
                    <a:pt x="15" y="999"/>
                    <a:pt x="15" y="999"/>
                    <a:pt x="15" y="999"/>
                  </a:cubicBezTo>
                  <a:cubicBezTo>
                    <a:pt x="15" y="999"/>
                    <a:pt x="16" y="1008"/>
                    <a:pt x="24" y="1011"/>
                  </a:cubicBezTo>
                  <a:cubicBezTo>
                    <a:pt x="33" y="1014"/>
                    <a:pt x="48" y="1014"/>
                    <a:pt x="60" y="1014"/>
                  </a:cubicBezTo>
                  <a:cubicBezTo>
                    <a:pt x="71" y="1015"/>
                    <a:pt x="73" y="1003"/>
                    <a:pt x="73" y="1003"/>
                  </a:cubicBezTo>
                  <a:cubicBezTo>
                    <a:pt x="73" y="1003"/>
                    <a:pt x="85" y="1006"/>
                    <a:pt x="91" y="1003"/>
                  </a:cubicBezTo>
                  <a:cubicBezTo>
                    <a:pt x="97" y="1001"/>
                    <a:pt x="105" y="997"/>
                    <a:pt x="105" y="997"/>
                  </a:cubicBezTo>
                  <a:cubicBezTo>
                    <a:pt x="111" y="986"/>
                    <a:pt x="111" y="986"/>
                    <a:pt x="111" y="986"/>
                  </a:cubicBezTo>
                  <a:cubicBezTo>
                    <a:pt x="116" y="986"/>
                    <a:pt x="116" y="986"/>
                    <a:pt x="116" y="986"/>
                  </a:cubicBezTo>
                  <a:cubicBezTo>
                    <a:pt x="124" y="1024"/>
                    <a:pt x="124" y="1024"/>
                    <a:pt x="124" y="1024"/>
                  </a:cubicBezTo>
                  <a:cubicBezTo>
                    <a:pt x="138" y="1035"/>
                    <a:pt x="138" y="1035"/>
                    <a:pt x="138" y="1035"/>
                  </a:cubicBezTo>
                  <a:cubicBezTo>
                    <a:pt x="138" y="1035"/>
                    <a:pt x="147" y="1104"/>
                    <a:pt x="152" y="1113"/>
                  </a:cubicBezTo>
                  <a:cubicBezTo>
                    <a:pt x="156" y="1123"/>
                    <a:pt x="150" y="1297"/>
                    <a:pt x="150" y="1297"/>
                  </a:cubicBezTo>
                  <a:cubicBezTo>
                    <a:pt x="150" y="1297"/>
                    <a:pt x="162" y="1316"/>
                    <a:pt x="159" y="1322"/>
                  </a:cubicBezTo>
                  <a:cubicBezTo>
                    <a:pt x="157" y="1328"/>
                    <a:pt x="149" y="1360"/>
                    <a:pt x="149" y="1374"/>
                  </a:cubicBezTo>
                  <a:cubicBezTo>
                    <a:pt x="149" y="1389"/>
                    <a:pt x="146" y="1406"/>
                    <a:pt x="146" y="1406"/>
                  </a:cubicBezTo>
                  <a:cubicBezTo>
                    <a:pt x="499" y="1406"/>
                    <a:pt x="499" y="1406"/>
                    <a:pt x="499" y="1406"/>
                  </a:cubicBezTo>
                  <a:cubicBezTo>
                    <a:pt x="500" y="1291"/>
                    <a:pt x="500" y="1291"/>
                    <a:pt x="500" y="1291"/>
                  </a:cubicBezTo>
                  <a:cubicBezTo>
                    <a:pt x="500" y="1291"/>
                    <a:pt x="480" y="1216"/>
                    <a:pt x="476" y="1212"/>
                  </a:cubicBezTo>
                  <a:cubicBezTo>
                    <a:pt x="472" y="1208"/>
                    <a:pt x="458" y="1144"/>
                    <a:pt x="456" y="1136"/>
                  </a:cubicBezTo>
                  <a:cubicBezTo>
                    <a:pt x="455" y="1128"/>
                    <a:pt x="445" y="1097"/>
                    <a:pt x="445" y="1090"/>
                  </a:cubicBezTo>
                  <a:cubicBezTo>
                    <a:pt x="444" y="1082"/>
                    <a:pt x="442" y="1074"/>
                    <a:pt x="439" y="1073"/>
                  </a:cubicBezTo>
                  <a:cubicBezTo>
                    <a:pt x="435" y="1072"/>
                    <a:pt x="431" y="1068"/>
                    <a:pt x="431" y="1068"/>
                  </a:cubicBezTo>
                  <a:cubicBezTo>
                    <a:pt x="432" y="1043"/>
                    <a:pt x="432" y="1043"/>
                    <a:pt x="432" y="1043"/>
                  </a:cubicBezTo>
                  <a:cubicBezTo>
                    <a:pt x="427" y="1035"/>
                    <a:pt x="427" y="1035"/>
                    <a:pt x="427" y="1035"/>
                  </a:cubicBezTo>
                  <a:cubicBezTo>
                    <a:pt x="427" y="1035"/>
                    <a:pt x="426" y="1025"/>
                    <a:pt x="434" y="1032"/>
                  </a:cubicBezTo>
                  <a:cubicBezTo>
                    <a:pt x="443" y="1039"/>
                    <a:pt x="458" y="1049"/>
                    <a:pt x="458" y="1049"/>
                  </a:cubicBezTo>
                  <a:cubicBezTo>
                    <a:pt x="458" y="1049"/>
                    <a:pt x="448" y="1003"/>
                    <a:pt x="447" y="994"/>
                  </a:cubicBezTo>
                  <a:cubicBezTo>
                    <a:pt x="446" y="985"/>
                    <a:pt x="433" y="859"/>
                    <a:pt x="433" y="851"/>
                  </a:cubicBezTo>
                  <a:cubicBezTo>
                    <a:pt x="433" y="842"/>
                    <a:pt x="440" y="829"/>
                    <a:pt x="441" y="819"/>
                  </a:cubicBezTo>
                  <a:cubicBezTo>
                    <a:pt x="442" y="808"/>
                    <a:pt x="436" y="790"/>
                    <a:pt x="438" y="786"/>
                  </a:cubicBezTo>
                  <a:cubicBezTo>
                    <a:pt x="440" y="781"/>
                    <a:pt x="444" y="707"/>
                    <a:pt x="444" y="707"/>
                  </a:cubicBezTo>
                  <a:cubicBezTo>
                    <a:pt x="460" y="667"/>
                    <a:pt x="460" y="667"/>
                    <a:pt x="460" y="667"/>
                  </a:cubicBezTo>
                  <a:cubicBezTo>
                    <a:pt x="460" y="667"/>
                    <a:pt x="428" y="582"/>
                    <a:pt x="425" y="570"/>
                  </a:cubicBezTo>
                  <a:cubicBezTo>
                    <a:pt x="423" y="558"/>
                    <a:pt x="414" y="539"/>
                    <a:pt x="415" y="529"/>
                  </a:cubicBezTo>
                  <a:cubicBezTo>
                    <a:pt x="416" y="519"/>
                    <a:pt x="386" y="455"/>
                    <a:pt x="381" y="450"/>
                  </a:cubicBezTo>
                  <a:cubicBezTo>
                    <a:pt x="376" y="445"/>
                    <a:pt x="369" y="429"/>
                    <a:pt x="371" y="422"/>
                  </a:cubicBezTo>
                  <a:cubicBezTo>
                    <a:pt x="373" y="414"/>
                    <a:pt x="370" y="379"/>
                    <a:pt x="367" y="373"/>
                  </a:cubicBezTo>
                  <a:cubicBezTo>
                    <a:pt x="364" y="366"/>
                    <a:pt x="352" y="325"/>
                    <a:pt x="352" y="325"/>
                  </a:cubicBezTo>
                  <a:cubicBezTo>
                    <a:pt x="348" y="322"/>
                    <a:pt x="348" y="322"/>
                    <a:pt x="348" y="322"/>
                  </a:cubicBezTo>
                  <a:cubicBezTo>
                    <a:pt x="343" y="305"/>
                    <a:pt x="343" y="305"/>
                    <a:pt x="343" y="305"/>
                  </a:cubicBezTo>
                  <a:cubicBezTo>
                    <a:pt x="343" y="305"/>
                    <a:pt x="373" y="276"/>
                    <a:pt x="375" y="275"/>
                  </a:cubicBezTo>
                  <a:cubicBezTo>
                    <a:pt x="378" y="274"/>
                    <a:pt x="408" y="272"/>
                    <a:pt x="418" y="267"/>
                  </a:cubicBezTo>
                  <a:cubicBezTo>
                    <a:pt x="427" y="262"/>
                    <a:pt x="423" y="252"/>
                    <a:pt x="423" y="252"/>
                  </a:cubicBezTo>
                  <a:cubicBezTo>
                    <a:pt x="423" y="252"/>
                    <a:pt x="434" y="234"/>
                    <a:pt x="438" y="226"/>
                  </a:cubicBezTo>
                  <a:cubicBezTo>
                    <a:pt x="442" y="217"/>
                    <a:pt x="438" y="206"/>
                    <a:pt x="439" y="203"/>
                  </a:cubicBezTo>
                  <a:cubicBezTo>
                    <a:pt x="440" y="200"/>
                    <a:pt x="446" y="194"/>
                    <a:pt x="446" y="194"/>
                  </a:cubicBezTo>
                  <a:cubicBezTo>
                    <a:pt x="451" y="194"/>
                    <a:pt x="451" y="194"/>
                    <a:pt x="451" y="194"/>
                  </a:cubicBezTo>
                  <a:cubicBezTo>
                    <a:pt x="451" y="194"/>
                    <a:pt x="450" y="168"/>
                    <a:pt x="447" y="166"/>
                  </a:cubicBezTo>
                  <a:cubicBezTo>
                    <a:pt x="445" y="163"/>
                    <a:pt x="450" y="159"/>
                    <a:pt x="450" y="159"/>
                  </a:cubicBezTo>
                  <a:cubicBezTo>
                    <a:pt x="455" y="153"/>
                    <a:pt x="455" y="153"/>
                    <a:pt x="455" y="153"/>
                  </a:cubicBezTo>
                  <a:cubicBezTo>
                    <a:pt x="464" y="141"/>
                    <a:pt x="464" y="141"/>
                    <a:pt x="464" y="141"/>
                  </a:cubicBezTo>
                  <a:cubicBezTo>
                    <a:pt x="464" y="141"/>
                    <a:pt x="463" y="131"/>
                    <a:pt x="461" y="130"/>
                  </a:cubicBezTo>
                  <a:cubicBezTo>
                    <a:pt x="460" y="128"/>
                    <a:pt x="461" y="108"/>
                    <a:pt x="461" y="108"/>
                  </a:cubicBezTo>
                  <a:cubicBezTo>
                    <a:pt x="456" y="96"/>
                    <a:pt x="456" y="96"/>
                    <a:pt x="456" y="96"/>
                  </a:cubicBezTo>
                  <a:lnTo>
                    <a:pt x="454" y="84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Freeform 9"/>
            <p:cNvSpPr>
              <a:spLocks/>
            </p:cNvSpPr>
            <p:nvPr/>
          </p:nvSpPr>
          <p:spPr bwMode="auto">
            <a:xfrm>
              <a:off x="4932743" y="4055172"/>
              <a:ext cx="291096" cy="362887"/>
            </a:xfrm>
            <a:custGeom>
              <a:avLst/>
              <a:gdLst>
                <a:gd name="T0" fmla="*/ 6 w 122"/>
                <a:gd name="T1" fmla="*/ 0 h 152"/>
                <a:gd name="T2" fmla="*/ 0 w 122"/>
                <a:gd name="T3" fmla="*/ 15 h 152"/>
                <a:gd name="T4" fmla="*/ 16 w 122"/>
                <a:gd name="T5" fmla="*/ 28 h 152"/>
                <a:gd name="T6" fmla="*/ 47 w 122"/>
                <a:gd name="T7" fmla="*/ 55 h 152"/>
                <a:gd name="T8" fmla="*/ 97 w 122"/>
                <a:gd name="T9" fmla="*/ 123 h 152"/>
                <a:gd name="T10" fmla="*/ 111 w 122"/>
                <a:gd name="T11" fmla="*/ 148 h 152"/>
                <a:gd name="T12" fmla="*/ 122 w 122"/>
                <a:gd name="T13" fmla="*/ 110 h 152"/>
                <a:gd name="T14" fmla="*/ 121 w 122"/>
                <a:gd name="T15" fmla="*/ 103 h 152"/>
                <a:gd name="T16" fmla="*/ 116 w 122"/>
                <a:gd name="T17" fmla="*/ 88 h 152"/>
                <a:gd name="T18" fmla="*/ 85 w 122"/>
                <a:gd name="T19" fmla="*/ 57 h 152"/>
                <a:gd name="T20" fmla="*/ 46 w 122"/>
                <a:gd name="T21" fmla="*/ 29 h 152"/>
                <a:gd name="T22" fmla="*/ 24 w 122"/>
                <a:gd name="T23" fmla="*/ 12 h 152"/>
                <a:gd name="T24" fmla="*/ 10 w 122"/>
                <a:gd name="T25" fmla="*/ 4 h 152"/>
                <a:gd name="T26" fmla="*/ 9 w 122"/>
                <a:gd name="T27" fmla="*/ 0 h 152"/>
                <a:gd name="T28" fmla="*/ 6 w 122"/>
                <a:gd name="T29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2" h="152">
                  <a:moveTo>
                    <a:pt x="6" y="0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8"/>
                    <a:pt x="42" y="48"/>
                    <a:pt x="47" y="55"/>
                  </a:cubicBezTo>
                  <a:cubicBezTo>
                    <a:pt x="52" y="63"/>
                    <a:pt x="94" y="118"/>
                    <a:pt x="97" y="123"/>
                  </a:cubicBezTo>
                  <a:cubicBezTo>
                    <a:pt x="99" y="127"/>
                    <a:pt x="110" y="145"/>
                    <a:pt x="111" y="148"/>
                  </a:cubicBezTo>
                  <a:cubicBezTo>
                    <a:pt x="112" y="152"/>
                    <a:pt x="122" y="113"/>
                    <a:pt x="122" y="110"/>
                  </a:cubicBezTo>
                  <a:cubicBezTo>
                    <a:pt x="122" y="107"/>
                    <a:pt x="121" y="103"/>
                    <a:pt x="121" y="103"/>
                  </a:cubicBezTo>
                  <a:cubicBezTo>
                    <a:pt x="116" y="88"/>
                    <a:pt x="116" y="88"/>
                    <a:pt x="116" y="88"/>
                  </a:cubicBezTo>
                  <a:cubicBezTo>
                    <a:pt x="85" y="57"/>
                    <a:pt x="85" y="57"/>
                    <a:pt x="85" y="57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9" y="0"/>
                    <a:pt x="9" y="0"/>
                    <a:pt x="9" y="0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17" name="Group 10"/>
            <p:cNvGrpSpPr>
              <a:grpSpLocks/>
            </p:cNvGrpSpPr>
            <p:nvPr/>
          </p:nvGrpSpPr>
          <p:grpSpPr bwMode="auto">
            <a:xfrm>
              <a:off x="5596806" y="3769109"/>
              <a:ext cx="2462187" cy="3118398"/>
              <a:chOff x="2167" y="872"/>
              <a:chExt cx="2436" cy="3085"/>
            </a:xfrm>
          </p:grpSpPr>
          <p:sp>
            <p:nvSpPr>
              <p:cNvPr id="18" name="Freeform 11"/>
              <p:cNvSpPr>
                <a:spLocks/>
              </p:cNvSpPr>
              <p:nvPr/>
            </p:nvSpPr>
            <p:spPr bwMode="auto">
              <a:xfrm>
                <a:off x="2167" y="872"/>
                <a:ext cx="2436" cy="3085"/>
              </a:xfrm>
              <a:custGeom>
                <a:avLst/>
                <a:gdLst>
                  <a:gd name="T0" fmla="*/ 208 w 2436"/>
                  <a:gd name="T1" fmla="*/ 787 h 3085"/>
                  <a:gd name="T2" fmla="*/ 151 w 2436"/>
                  <a:gd name="T3" fmla="*/ 959 h 3085"/>
                  <a:gd name="T4" fmla="*/ 28 w 2436"/>
                  <a:gd name="T5" fmla="*/ 862 h 3085"/>
                  <a:gd name="T6" fmla="*/ 14 w 2436"/>
                  <a:gd name="T7" fmla="*/ 990 h 3085"/>
                  <a:gd name="T8" fmla="*/ 80 w 2436"/>
                  <a:gd name="T9" fmla="*/ 1153 h 3085"/>
                  <a:gd name="T10" fmla="*/ 43 w 2436"/>
                  <a:gd name="T11" fmla="*/ 1283 h 3085"/>
                  <a:gd name="T12" fmla="*/ 111 w 2436"/>
                  <a:gd name="T13" fmla="*/ 1491 h 3085"/>
                  <a:gd name="T14" fmla="*/ 295 w 2436"/>
                  <a:gd name="T15" fmla="*/ 1476 h 3085"/>
                  <a:gd name="T16" fmla="*/ 395 w 2436"/>
                  <a:gd name="T17" fmla="*/ 1276 h 3085"/>
                  <a:gd name="T18" fmla="*/ 451 w 2436"/>
                  <a:gd name="T19" fmla="*/ 1450 h 3085"/>
                  <a:gd name="T20" fmla="*/ 458 w 2436"/>
                  <a:gd name="T21" fmla="*/ 1651 h 3085"/>
                  <a:gd name="T22" fmla="*/ 463 w 2436"/>
                  <a:gd name="T23" fmla="*/ 1817 h 3085"/>
                  <a:gd name="T24" fmla="*/ 565 w 2436"/>
                  <a:gd name="T25" fmla="*/ 2478 h 3085"/>
                  <a:gd name="T26" fmla="*/ 617 w 2436"/>
                  <a:gd name="T27" fmla="*/ 3083 h 3085"/>
                  <a:gd name="T28" fmla="*/ 919 w 2436"/>
                  <a:gd name="T29" fmla="*/ 2825 h 3085"/>
                  <a:gd name="T30" fmla="*/ 926 w 2436"/>
                  <a:gd name="T31" fmla="*/ 2310 h 3085"/>
                  <a:gd name="T32" fmla="*/ 1007 w 2436"/>
                  <a:gd name="T33" fmla="*/ 2608 h 3085"/>
                  <a:gd name="T34" fmla="*/ 1073 w 2436"/>
                  <a:gd name="T35" fmla="*/ 3080 h 3085"/>
                  <a:gd name="T36" fmla="*/ 1375 w 2436"/>
                  <a:gd name="T37" fmla="*/ 2865 h 3085"/>
                  <a:gd name="T38" fmla="*/ 1347 w 2436"/>
                  <a:gd name="T39" fmla="*/ 2003 h 3085"/>
                  <a:gd name="T40" fmla="*/ 1302 w 2436"/>
                  <a:gd name="T41" fmla="*/ 1398 h 3085"/>
                  <a:gd name="T42" fmla="*/ 1323 w 2436"/>
                  <a:gd name="T43" fmla="*/ 924 h 3085"/>
                  <a:gd name="T44" fmla="*/ 1531 w 2436"/>
                  <a:gd name="T45" fmla="*/ 943 h 3085"/>
                  <a:gd name="T46" fmla="*/ 1727 w 2436"/>
                  <a:gd name="T47" fmla="*/ 898 h 3085"/>
                  <a:gd name="T48" fmla="*/ 2115 w 2436"/>
                  <a:gd name="T49" fmla="*/ 765 h 3085"/>
                  <a:gd name="T50" fmla="*/ 2200 w 2436"/>
                  <a:gd name="T51" fmla="*/ 704 h 3085"/>
                  <a:gd name="T52" fmla="*/ 2219 w 2436"/>
                  <a:gd name="T53" fmla="*/ 633 h 3085"/>
                  <a:gd name="T54" fmla="*/ 2287 w 2436"/>
                  <a:gd name="T55" fmla="*/ 581 h 3085"/>
                  <a:gd name="T56" fmla="*/ 2285 w 2436"/>
                  <a:gd name="T57" fmla="*/ 607 h 3085"/>
                  <a:gd name="T58" fmla="*/ 2356 w 2436"/>
                  <a:gd name="T59" fmla="*/ 581 h 3085"/>
                  <a:gd name="T60" fmla="*/ 2379 w 2436"/>
                  <a:gd name="T61" fmla="*/ 435 h 3085"/>
                  <a:gd name="T62" fmla="*/ 2349 w 2436"/>
                  <a:gd name="T63" fmla="*/ 397 h 3085"/>
                  <a:gd name="T64" fmla="*/ 2436 w 2436"/>
                  <a:gd name="T65" fmla="*/ 345 h 3085"/>
                  <a:gd name="T66" fmla="*/ 2287 w 2436"/>
                  <a:gd name="T67" fmla="*/ 383 h 3085"/>
                  <a:gd name="T68" fmla="*/ 2124 w 2436"/>
                  <a:gd name="T69" fmla="*/ 527 h 3085"/>
                  <a:gd name="T70" fmla="*/ 2020 w 2436"/>
                  <a:gd name="T71" fmla="*/ 553 h 3085"/>
                  <a:gd name="T72" fmla="*/ 1829 w 2436"/>
                  <a:gd name="T73" fmla="*/ 612 h 3085"/>
                  <a:gd name="T74" fmla="*/ 1680 w 2436"/>
                  <a:gd name="T75" fmla="*/ 650 h 3085"/>
                  <a:gd name="T76" fmla="*/ 1585 w 2436"/>
                  <a:gd name="T77" fmla="*/ 671 h 3085"/>
                  <a:gd name="T78" fmla="*/ 1474 w 2436"/>
                  <a:gd name="T79" fmla="*/ 664 h 3085"/>
                  <a:gd name="T80" fmla="*/ 1389 w 2436"/>
                  <a:gd name="T81" fmla="*/ 633 h 3085"/>
                  <a:gd name="T82" fmla="*/ 1290 w 2436"/>
                  <a:gd name="T83" fmla="*/ 546 h 3085"/>
                  <a:gd name="T84" fmla="*/ 1146 w 2436"/>
                  <a:gd name="T85" fmla="*/ 477 h 3085"/>
                  <a:gd name="T86" fmla="*/ 1002 w 2436"/>
                  <a:gd name="T87" fmla="*/ 487 h 3085"/>
                  <a:gd name="T88" fmla="*/ 799 w 2436"/>
                  <a:gd name="T89" fmla="*/ 430 h 3085"/>
                  <a:gd name="T90" fmla="*/ 725 w 2436"/>
                  <a:gd name="T91" fmla="*/ 61 h 3085"/>
                  <a:gd name="T92" fmla="*/ 501 w 2436"/>
                  <a:gd name="T93" fmla="*/ 24 h 3085"/>
                  <a:gd name="T94" fmla="*/ 357 w 2436"/>
                  <a:gd name="T95" fmla="*/ 118 h 3085"/>
                  <a:gd name="T96" fmla="*/ 340 w 2436"/>
                  <a:gd name="T97" fmla="*/ 236 h 3085"/>
                  <a:gd name="T98" fmla="*/ 362 w 2436"/>
                  <a:gd name="T99" fmla="*/ 350 h 3085"/>
                  <a:gd name="T100" fmla="*/ 371 w 2436"/>
                  <a:gd name="T101" fmla="*/ 461 h 3085"/>
                  <a:gd name="T102" fmla="*/ 399 w 2436"/>
                  <a:gd name="T103" fmla="*/ 515 h 3085"/>
                  <a:gd name="T104" fmla="*/ 482 w 2436"/>
                  <a:gd name="T105" fmla="*/ 593 h 3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2436" h="3085">
                    <a:moveTo>
                      <a:pt x="523" y="606"/>
                    </a:moveTo>
                    <a:cubicBezTo>
                      <a:pt x="523" y="606"/>
                      <a:pt x="236" y="765"/>
                      <a:pt x="234" y="772"/>
                    </a:cubicBezTo>
                    <a:cubicBezTo>
                      <a:pt x="232" y="782"/>
                      <a:pt x="206" y="772"/>
                      <a:pt x="208" y="787"/>
                    </a:cubicBezTo>
                    <a:cubicBezTo>
                      <a:pt x="208" y="798"/>
                      <a:pt x="196" y="834"/>
                      <a:pt x="196" y="834"/>
                    </a:cubicBezTo>
                    <a:cubicBezTo>
                      <a:pt x="196" y="834"/>
                      <a:pt x="165" y="834"/>
                      <a:pt x="161" y="843"/>
                    </a:cubicBezTo>
                    <a:cubicBezTo>
                      <a:pt x="156" y="853"/>
                      <a:pt x="146" y="900"/>
                      <a:pt x="151" y="959"/>
                    </a:cubicBezTo>
                    <a:cubicBezTo>
                      <a:pt x="137" y="978"/>
                      <a:pt x="130" y="968"/>
                      <a:pt x="130" y="968"/>
                    </a:cubicBezTo>
                    <a:cubicBezTo>
                      <a:pt x="106" y="964"/>
                      <a:pt x="106" y="964"/>
                      <a:pt x="106" y="964"/>
                    </a:cubicBezTo>
                    <a:cubicBezTo>
                      <a:pt x="106" y="964"/>
                      <a:pt x="35" y="869"/>
                      <a:pt x="28" y="862"/>
                    </a:cubicBezTo>
                    <a:cubicBezTo>
                      <a:pt x="19" y="857"/>
                      <a:pt x="0" y="869"/>
                      <a:pt x="12" y="888"/>
                    </a:cubicBezTo>
                    <a:cubicBezTo>
                      <a:pt x="24" y="909"/>
                      <a:pt x="12" y="865"/>
                      <a:pt x="24" y="933"/>
                    </a:cubicBezTo>
                    <a:cubicBezTo>
                      <a:pt x="24" y="933"/>
                      <a:pt x="7" y="959"/>
                      <a:pt x="14" y="990"/>
                    </a:cubicBezTo>
                    <a:cubicBezTo>
                      <a:pt x="31" y="1023"/>
                      <a:pt x="31" y="1023"/>
                      <a:pt x="31" y="1023"/>
                    </a:cubicBezTo>
                    <a:cubicBezTo>
                      <a:pt x="35" y="1077"/>
                      <a:pt x="35" y="1077"/>
                      <a:pt x="35" y="1077"/>
                    </a:cubicBezTo>
                    <a:cubicBezTo>
                      <a:pt x="35" y="1077"/>
                      <a:pt x="73" y="1143"/>
                      <a:pt x="80" y="1153"/>
                    </a:cubicBezTo>
                    <a:cubicBezTo>
                      <a:pt x="90" y="1162"/>
                      <a:pt x="78" y="1174"/>
                      <a:pt x="78" y="1174"/>
                    </a:cubicBezTo>
                    <a:cubicBezTo>
                      <a:pt x="78" y="1174"/>
                      <a:pt x="52" y="1231"/>
                      <a:pt x="52" y="1243"/>
                    </a:cubicBezTo>
                    <a:cubicBezTo>
                      <a:pt x="54" y="1254"/>
                      <a:pt x="43" y="1283"/>
                      <a:pt x="43" y="1283"/>
                    </a:cubicBezTo>
                    <a:cubicBezTo>
                      <a:pt x="43" y="1283"/>
                      <a:pt x="35" y="1337"/>
                      <a:pt x="40" y="1354"/>
                    </a:cubicBezTo>
                    <a:cubicBezTo>
                      <a:pt x="47" y="1372"/>
                      <a:pt x="54" y="1401"/>
                      <a:pt x="64" y="1417"/>
                    </a:cubicBezTo>
                    <a:cubicBezTo>
                      <a:pt x="71" y="1436"/>
                      <a:pt x="104" y="1481"/>
                      <a:pt x="111" y="1491"/>
                    </a:cubicBezTo>
                    <a:cubicBezTo>
                      <a:pt x="118" y="1502"/>
                      <a:pt x="139" y="1524"/>
                      <a:pt x="146" y="1528"/>
                    </a:cubicBezTo>
                    <a:cubicBezTo>
                      <a:pt x="156" y="1531"/>
                      <a:pt x="203" y="1521"/>
                      <a:pt x="217" y="1517"/>
                    </a:cubicBezTo>
                    <a:cubicBezTo>
                      <a:pt x="232" y="1509"/>
                      <a:pt x="284" y="1483"/>
                      <a:pt x="295" y="1476"/>
                    </a:cubicBezTo>
                    <a:cubicBezTo>
                      <a:pt x="305" y="1467"/>
                      <a:pt x="324" y="1443"/>
                      <a:pt x="328" y="1436"/>
                    </a:cubicBezTo>
                    <a:cubicBezTo>
                      <a:pt x="333" y="1427"/>
                      <a:pt x="333" y="1387"/>
                      <a:pt x="333" y="1387"/>
                    </a:cubicBezTo>
                    <a:cubicBezTo>
                      <a:pt x="333" y="1387"/>
                      <a:pt x="387" y="1283"/>
                      <a:pt x="395" y="1276"/>
                    </a:cubicBezTo>
                    <a:cubicBezTo>
                      <a:pt x="402" y="1271"/>
                      <a:pt x="421" y="1311"/>
                      <a:pt x="425" y="1313"/>
                    </a:cubicBezTo>
                    <a:cubicBezTo>
                      <a:pt x="432" y="1316"/>
                      <a:pt x="428" y="1391"/>
                      <a:pt x="428" y="1391"/>
                    </a:cubicBezTo>
                    <a:cubicBezTo>
                      <a:pt x="428" y="1391"/>
                      <a:pt x="442" y="1439"/>
                      <a:pt x="451" y="1450"/>
                    </a:cubicBezTo>
                    <a:cubicBezTo>
                      <a:pt x="458" y="1460"/>
                      <a:pt x="451" y="1566"/>
                      <a:pt x="456" y="1576"/>
                    </a:cubicBezTo>
                    <a:cubicBezTo>
                      <a:pt x="463" y="1585"/>
                      <a:pt x="475" y="1609"/>
                      <a:pt x="470" y="1618"/>
                    </a:cubicBezTo>
                    <a:cubicBezTo>
                      <a:pt x="463" y="1625"/>
                      <a:pt x="458" y="1651"/>
                      <a:pt x="458" y="1651"/>
                    </a:cubicBezTo>
                    <a:cubicBezTo>
                      <a:pt x="463" y="1710"/>
                      <a:pt x="463" y="1710"/>
                      <a:pt x="463" y="1710"/>
                    </a:cubicBezTo>
                    <a:cubicBezTo>
                      <a:pt x="463" y="1710"/>
                      <a:pt x="473" y="1734"/>
                      <a:pt x="465" y="1741"/>
                    </a:cubicBezTo>
                    <a:cubicBezTo>
                      <a:pt x="461" y="1748"/>
                      <a:pt x="463" y="1817"/>
                      <a:pt x="463" y="1817"/>
                    </a:cubicBezTo>
                    <a:cubicBezTo>
                      <a:pt x="463" y="1817"/>
                      <a:pt x="501" y="2140"/>
                      <a:pt x="503" y="2164"/>
                    </a:cubicBezTo>
                    <a:cubicBezTo>
                      <a:pt x="508" y="2187"/>
                      <a:pt x="517" y="2176"/>
                      <a:pt x="517" y="2176"/>
                    </a:cubicBezTo>
                    <a:cubicBezTo>
                      <a:pt x="517" y="2176"/>
                      <a:pt x="534" y="2341"/>
                      <a:pt x="565" y="2478"/>
                    </a:cubicBezTo>
                    <a:cubicBezTo>
                      <a:pt x="574" y="2542"/>
                      <a:pt x="569" y="2594"/>
                      <a:pt x="584" y="2629"/>
                    </a:cubicBezTo>
                    <a:cubicBezTo>
                      <a:pt x="584" y="2629"/>
                      <a:pt x="610" y="2889"/>
                      <a:pt x="614" y="2901"/>
                    </a:cubicBezTo>
                    <a:cubicBezTo>
                      <a:pt x="617" y="2915"/>
                      <a:pt x="617" y="3083"/>
                      <a:pt x="617" y="3083"/>
                    </a:cubicBezTo>
                    <a:cubicBezTo>
                      <a:pt x="926" y="3080"/>
                      <a:pt x="926" y="3080"/>
                      <a:pt x="926" y="3080"/>
                    </a:cubicBezTo>
                    <a:cubicBezTo>
                      <a:pt x="926" y="3080"/>
                      <a:pt x="917" y="2965"/>
                      <a:pt x="910" y="2953"/>
                    </a:cubicBezTo>
                    <a:cubicBezTo>
                      <a:pt x="900" y="2939"/>
                      <a:pt x="917" y="2868"/>
                      <a:pt x="919" y="2825"/>
                    </a:cubicBezTo>
                    <a:cubicBezTo>
                      <a:pt x="921" y="2785"/>
                      <a:pt x="921" y="2620"/>
                      <a:pt x="917" y="2594"/>
                    </a:cubicBezTo>
                    <a:cubicBezTo>
                      <a:pt x="912" y="2565"/>
                      <a:pt x="910" y="2438"/>
                      <a:pt x="917" y="2412"/>
                    </a:cubicBezTo>
                    <a:cubicBezTo>
                      <a:pt x="924" y="2386"/>
                      <a:pt x="926" y="2310"/>
                      <a:pt x="926" y="2310"/>
                    </a:cubicBezTo>
                    <a:cubicBezTo>
                      <a:pt x="938" y="2313"/>
                      <a:pt x="938" y="2313"/>
                      <a:pt x="938" y="2313"/>
                    </a:cubicBezTo>
                    <a:cubicBezTo>
                      <a:pt x="938" y="2313"/>
                      <a:pt x="971" y="2433"/>
                      <a:pt x="976" y="2445"/>
                    </a:cubicBezTo>
                    <a:cubicBezTo>
                      <a:pt x="978" y="2457"/>
                      <a:pt x="1007" y="2608"/>
                      <a:pt x="1007" y="2608"/>
                    </a:cubicBezTo>
                    <a:cubicBezTo>
                      <a:pt x="1007" y="2608"/>
                      <a:pt x="1040" y="2830"/>
                      <a:pt x="1044" y="2837"/>
                    </a:cubicBezTo>
                    <a:cubicBezTo>
                      <a:pt x="1049" y="2842"/>
                      <a:pt x="1061" y="2948"/>
                      <a:pt x="1070" y="2953"/>
                    </a:cubicBezTo>
                    <a:cubicBezTo>
                      <a:pt x="1080" y="2960"/>
                      <a:pt x="1073" y="3080"/>
                      <a:pt x="1073" y="3080"/>
                    </a:cubicBezTo>
                    <a:cubicBezTo>
                      <a:pt x="1077" y="3085"/>
                      <a:pt x="1077" y="3085"/>
                      <a:pt x="1077" y="3085"/>
                    </a:cubicBezTo>
                    <a:cubicBezTo>
                      <a:pt x="1406" y="3085"/>
                      <a:pt x="1406" y="3085"/>
                      <a:pt x="1406" y="3085"/>
                    </a:cubicBezTo>
                    <a:cubicBezTo>
                      <a:pt x="1406" y="3085"/>
                      <a:pt x="1375" y="2901"/>
                      <a:pt x="1375" y="2865"/>
                    </a:cubicBezTo>
                    <a:cubicBezTo>
                      <a:pt x="1375" y="2832"/>
                      <a:pt x="1326" y="2400"/>
                      <a:pt x="1333" y="2372"/>
                    </a:cubicBezTo>
                    <a:cubicBezTo>
                      <a:pt x="1337" y="2341"/>
                      <a:pt x="1340" y="2152"/>
                      <a:pt x="1340" y="2152"/>
                    </a:cubicBezTo>
                    <a:cubicBezTo>
                      <a:pt x="1340" y="2152"/>
                      <a:pt x="1363" y="2050"/>
                      <a:pt x="1347" y="2003"/>
                    </a:cubicBezTo>
                    <a:cubicBezTo>
                      <a:pt x="1375" y="1984"/>
                      <a:pt x="1451" y="1951"/>
                      <a:pt x="1460" y="1944"/>
                    </a:cubicBezTo>
                    <a:cubicBezTo>
                      <a:pt x="1467" y="1937"/>
                      <a:pt x="1375" y="1668"/>
                      <a:pt x="1370" y="1642"/>
                    </a:cubicBezTo>
                    <a:cubicBezTo>
                      <a:pt x="1363" y="1616"/>
                      <a:pt x="1302" y="1410"/>
                      <a:pt x="1302" y="1398"/>
                    </a:cubicBezTo>
                    <a:cubicBezTo>
                      <a:pt x="1302" y="1387"/>
                      <a:pt x="1274" y="1174"/>
                      <a:pt x="1278" y="1165"/>
                    </a:cubicBezTo>
                    <a:cubicBezTo>
                      <a:pt x="1283" y="1155"/>
                      <a:pt x="1292" y="1004"/>
                      <a:pt x="1297" y="992"/>
                    </a:cubicBezTo>
                    <a:cubicBezTo>
                      <a:pt x="1304" y="983"/>
                      <a:pt x="1323" y="924"/>
                      <a:pt x="1323" y="924"/>
                    </a:cubicBezTo>
                    <a:cubicBezTo>
                      <a:pt x="1425" y="938"/>
                      <a:pt x="1425" y="938"/>
                      <a:pt x="1425" y="938"/>
                    </a:cubicBezTo>
                    <a:cubicBezTo>
                      <a:pt x="1425" y="938"/>
                      <a:pt x="1463" y="952"/>
                      <a:pt x="1474" y="952"/>
                    </a:cubicBezTo>
                    <a:cubicBezTo>
                      <a:pt x="1484" y="952"/>
                      <a:pt x="1519" y="943"/>
                      <a:pt x="1531" y="943"/>
                    </a:cubicBezTo>
                    <a:cubicBezTo>
                      <a:pt x="1543" y="943"/>
                      <a:pt x="1614" y="933"/>
                      <a:pt x="1630" y="928"/>
                    </a:cubicBezTo>
                    <a:cubicBezTo>
                      <a:pt x="1644" y="926"/>
                      <a:pt x="1668" y="931"/>
                      <a:pt x="1682" y="926"/>
                    </a:cubicBezTo>
                    <a:cubicBezTo>
                      <a:pt x="1694" y="919"/>
                      <a:pt x="1713" y="900"/>
                      <a:pt x="1727" y="898"/>
                    </a:cubicBezTo>
                    <a:cubicBezTo>
                      <a:pt x="1741" y="893"/>
                      <a:pt x="1734" y="902"/>
                      <a:pt x="1772" y="895"/>
                    </a:cubicBezTo>
                    <a:cubicBezTo>
                      <a:pt x="1810" y="888"/>
                      <a:pt x="2006" y="801"/>
                      <a:pt x="2018" y="798"/>
                    </a:cubicBezTo>
                    <a:cubicBezTo>
                      <a:pt x="2030" y="794"/>
                      <a:pt x="2093" y="765"/>
                      <a:pt x="2115" y="765"/>
                    </a:cubicBezTo>
                    <a:cubicBezTo>
                      <a:pt x="2138" y="765"/>
                      <a:pt x="2157" y="761"/>
                      <a:pt x="2157" y="761"/>
                    </a:cubicBezTo>
                    <a:cubicBezTo>
                      <a:pt x="2157" y="761"/>
                      <a:pt x="2190" y="746"/>
                      <a:pt x="2186" y="711"/>
                    </a:cubicBezTo>
                    <a:cubicBezTo>
                      <a:pt x="2181" y="678"/>
                      <a:pt x="2200" y="704"/>
                      <a:pt x="2200" y="704"/>
                    </a:cubicBezTo>
                    <a:cubicBezTo>
                      <a:pt x="2188" y="666"/>
                      <a:pt x="2188" y="666"/>
                      <a:pt x="2188" y="666"/>
                    </a:cubicBezTo>
                    <a:cubicBezTo>
                      <a:pt x="2195" y="645"/>
                      <a:pt x="2195" y="645"/>
                      <a:pt x="2195" y="645"/>
                    </a:cubicBezTo>
                    <a:cubicBezTo>
                      <a:pt x="2219" y="633"/>
                      <a:pt x="2219" y="633"/>
                      <a:pt x="2219" y="633"/>
                    </a:cubicBezTo>
                    <a:cubicBezTo>
                      <a:pt x="2228" y="621"/>
                      <a:pt x="2228" y="621"/>
                      <a:pt x="2228" y="621"/>
                    </a:cubicBezTo>
                    <a:cubicBezTo>
                      <a:pt x="2228" y="621"/>
                      <a:pt x="2233" y="621"/>
                      <a:pt x="2245" y="619"/>
                    </a:cubicBezTo>
                    <a:cubicBezTo>
                      <a:pt x="2254" y="619"/>
                      <a:pt x="2280" y="588"/>
                      <a:pt x="2287" y="581"/>
                    </a:cubicBezTo>
                    <a:cubicBezTo>
                      <a:pt x="2297" y="576"/>
                      <a:pt x="2308" y="572"/>
                      <a:pt x="2308" y="572"/>
                    </a:cubicBezTo>
                    <a:cubicBezTo>
                      <a:pt x="2311" y="586"/>
                      <a:pt x="2311" y="586"/>
                      <a:pt x="2311" y="586"/>
                    </a:cubicBezTo>
                    <a:cubicBezTo>
                      <a:pt x="2285" y="607"/>
                      <a:pt x="2285" y="607"/>
                      <a:pt x="2285" y="607"/>
                    </a:cubicBezTo>
                    <a:cubicBezTo>
                      <a:pt x="2285" y="607"/>
                      <a:pt x="2278" y="633"/>
                      <a:pt x="2299" y="633"/>
                    </a:cubicBezTo>
                    <a:cubicBezTo>
                      <a:pt x="2323" y="633"/>
                      <a:pt x="2334" y="609"/>
                      <a:pt x="2334" y="609"/>
                    </a:cubicBezTo>
                    <a:cubicBezTo>
                      <a:pt x="2356" y="581"/>
                      <a:pt x="2356" y="581"/>
                      <a:pt x="2356" y="581"/>
                    </a:cubicBezTo>
                    <a:cubicBezTo>
                      <a:pt x="2377" y="555"/>
                      <a:pt x="2377" y="555"/>
                      <a:pt x="2377" y="555"/>
                    </a:cubicBezTo>
                    <a:cubicBezTo>
                      <a:pt x="2398" y="506"/>
                      <a:pt x="2398" y="506"/>
                      <a:pt x="2398" y="506"/>
                    </a:cubicBezTo>
                    <a:cubicBezTo>
                      <a:pt x="2379" y="435"/>
                      <a:pt x="2379" y="435"/>
                      <a:pt x="2379" y="435"/>
                    </a:cubicBezTo>
                    <a:cubicBezTo>
                      <a:pt x="2379" y="435"/>
                      <a:pt x="2360" y="425"/>
                      <a:pt x="2349" y="425"/>
                    </a:cubicBezTo>
                    <a:cubicBezTo>
                      <a:pt x="2334" y="425"/>
                      <a:pt x="2323" y="420"/>
                      <a:pt x="2323" y="420"/>
                    </a:cubicBezTo>
                    <a:cubicBezTo>
                      <a:pt x="2323" y="420"/>
                      <a:pt x="2344" y="402"/>
                      <a:pt x="2349" y="397"/>
                    </a:cubicBezTo>
                    <a:cubicBezTo>
                      <a:pt x="2356" y="392"/>
                      <a:pt x="2375" y="385"/>
                      <a:pt x="2384" y="380"/>
                    </a:cubicBezTo>
                    <a:cubicBezTo>
                      <a:pt x="2391" y="376"/>
                      <a:pt x="2415" y="364"/>
                      <a:pt x="2415" y="364"/>
                    </a:cubicBezTo>
                    <a:cubicBezTo>
                      <a:pt x="2436" y="345"/>
                      <a:pt x="2436" y="345"/>
                      <a:pt x="2436" y="345"/>
                    </a:cubicBezTo>
                    <a:cubicBezTo>
                      <a:pt x="2436" y="345"/>
                      <a:pt x="2431" y="321"/>
                      <a:pt x="2412" y="326"/>
                    </a:cubicBezTo>
                    <a:cubicBezTo>
                      <a:pt x="2396" y="333"/>
                      <a:pt x="2337" y="354"/>
                      <a:pt x="2337" y="354"/>
                    </a:cubicBezTo>
                    <a:cubicBezTo>
                      <a:pt x="2287" y="383"/>
                      <a:pt x="2287" y="383"/>
                      <a:pt x="2287" y="383"/>
                    </a:cubicBezTo>
                    <a:cubicBezTo>
                      <a:pt x="2219" y="423"/>
                      <a:pt x="2219" y="423"/>
                      <a:pt x="2219" y="423"/>
                    </a:cubicBezTo>
                    <a:cubicBezTo>
                      <a:pt x="2219" y="423"/>
                      <a:pt x="2155" y="489"/>
                      <a:pt x="2150" y="494"/>
                    </a:cubicBezTo>
                    <a:cubicBezTo>
                      <a:pt x="2145" y="501"/>
                      <a:pt x="2131" y="524"/>
                      <a:pt x="2124" y="527"/>
                    </a:cubicBezTo>
                    <a:cubicBezTo>
                      <a:pt x="2115" y="529"/>
                      <a:pt x="2098" y="531"/>
                      <a:pt x="2098" y="531"/>
                    </a:cubicBezTo>
                    <a:cubicBezTo>
                      <a:pt x="2074" y="536"/>
                      <a:pt x="2074" y="536"/>
                      <a:pt x="2074" y="536"/>
                    </a:cubicBezTo>
                    <a:cubicBezTo>
                      <a:pt x="2020" y="553"/>
                      <a:pt x="2020" y="553"/>
                      <a:pt x="2020" y="553"/>
                    </a:cubicBezTo>
                    <a:cubicBezTo>
                      <a:pt x="2020" y="553"/>
                      <a:pt x="1966" y="567"/>
                      <a:pt x="1940" y="581"/>
                    </a:cubicBezTo>
                    <a:cubicBezTo>
                      <a:pt x="1914" y="593"/>
                      <a:pt x="1876" y="607"/>
                      <a:pt x="1876" y="607"/>
                    </a:cubicBezTo>
                    <a:cubicBezTo>
                      <a:pt x="1876" y="607"/>
                      <a:pt x="1876" y="602"/>
                      <a:pt x="1829" y="612"/>
                    </a:cubicBezTo>
                    <a:cubicBezTo>
                      <a:pt x="1782" y="621"/>
                      <a:pt x="1732" y="633"/>
                      <a:pt x="1727" y="635"/>
                    </a:cubicBezTo>
                    <a:cubicBezTo>
                      <a:pt x="1720" y="638"/>
                      <a:pt x="1708" y="647"/>
                      <a:pt x="1704" y="650"/>
                    </a:cubicBezTo>
                    <a:cubicBezTo>
                      <a:pt x="1696" y="652"/>
                      <a:pt x="1696" y="650"/>
                      <a:pt x="1680" y="650"/>
                    </a:cubicBezTo>
                    <a:cubicBezTo>
                      <a:pt x="1661" y="650"/>
                      <a:pt x="1654" y="668"/>
                      <a:pt x="1642" y="671"/>
                    </a:cubicBezTo>
                    <a:cubicBezTo>
                      <a:pt x="1633" y="671"/>
                      <a:pt x="1621" y="671"/>
                      <a:pt x="1611" y="671"/>
                    </a:cubicBezTo>
                    <a:cubicBezTo>
                      <a:pt x="1602" y="671"/>
                      <a:pt x="1585" y="671"/>
                      <a:pt x="1585" y="671"/>
                    </a:cubicBezTo>
                    <a:cubicBezTo>
                      <a:pt x="1585" y="671"/>
                      <a:pt x="1567" y="659"/>
                      <a:pt x="1550" y="657"/>
                    </a:cubicBezTo>
                    <a:cubicBezTo>
                      <a:pt x="1531" y="657"/>
                      <a:pt x="1517" y="652"/>
                      <a:pt x="1505" y="659"/>
                    </a:cubicBezTo>
                    <a:cubicBezTo>
                      <a:pt x="1493" y="668"/>
                      <a:pt x="1481" y="671"/>
                      <a:pt x="1474" y="664"/>
                    </a:cubicBezTo>
                    <a:cubicBezTo>
                      <a:pt x="1465" y="657"/>
                      <a:pt x="1463" y="635"/>
                      <a:pt x="1451" y="635"/>
                    </a:cubicBezTo>
                    <a:cubicBezTo>
                      <a:pt x="1439" y="635"/>
                      <a:pt x="1415" y="645"/>
                      <a:pt x="1415" y="645"/>
                    </a:cubicBezTo>
                    <a:cubicBezTo>
                      <a:pt x="1415" y="645"/>
                      <a:pt x="1396" y="640"/>
                      <a:pt x="1389" y="633"/>
                    </a:cubicBezTo>
                    <a:cubicBezTo>
                      <a:pt x="1385" y="628"/>
                      <a:pt x="1340" y="602"/>
                      <a:pt x="1340" y="602"/>
                    </a:cubicBezTo>
                    <a:cubicBezTo>
                      <a:pt x="1340" y="602"/>
                      <a:pt x="1314" y="581"/>
                      <a:pt x="1300" y="581"/>
                    </a:cubicBezTo>
                    <a:cubicBezTo>
                      <a:pt x="1285" y="581"/>
                      <a:pt x="1283" y="550"/>
                      <a:pt x="1290" y="546"/>
                    </a:cubicBezTo>
                    <a:cubicBezTo>
                      <a:pt x="1297" y="543"/>
                      <a:pt x="1271" y="491"/>
                      <a:pt x="1252" y="487"/>
                    </a:cubicBezTo>
                    <a:cubicBezTo>
                      <a:pt x="1233" y="480"/>
                      <a:pt x="1207" y="477"/>
                      <a:pt x="1203" y="477"/>
                    </a:cubicBezTo>
                    <a:cubicBezTo>
                      <a:pt x="1196" y="477"/>
                      <a:pt x="1162" y="472"/>
                      <a:pt x="1146" y="477"/>
                    </a:cubicBezTo>
                    <a:cubicBezTo>
                      <a:pt x="1129" y="484"/>
                      <a:pt x="1085" y="487"/>
                      <a:pt x="1070" y="489"/>
                    </a:cubicBezTo>
                    <a:cubicBezTo>
                      <a:pt x="1056" y="491"/>
                      <a:pt x="1040" y="498"/>
                      <a:pt x="1028" y="498"/>
                    </a:cubicBezTo>
                    <a:cubicBezTo>
                      <a:pt x="1018" y="498"/>
                      <a:pt x="1014" y="487"/>
                      <a:pt x="1002" y="487"/>
                    </a:cubicBezTo>
                    <a:cubicBezTo>
                      <a:pt x="988" y="487"/>
                      <a:pt x="898" y="491"/>
                      <a:pt x="881" y="491"/>
                    </a:cubicBezTo>
                    <a:cubicBezTo>
                      <a:pt x="865" y="491"/>
                      <a:pt x="851" y="468"/>
                      <a:pt x="832" y="456"/>
                    </a:cubicBezTo>
                    <a:cubicBezTo>
                      <a:pt x="810" y="444"/>
                      <a:pt x="799" y="430"/>
                      <a:pt x="799" y="430"/>
                    </a:cubicBezTo>
                    <a:cubicBezTo>
                      <a:pt x="792" y="406"/>
                      <a:pt x="792" y="406"/>
                      <a:pt x="792" y="406"/>
                    </a:cubicBezTo>
                    <a:cubicBezTo>
                      <a:pt x="801" y="293"/>
                      <a:pt x="801" y="293"/>
                      <a:pt x="801" y="293"/>
                    </a:cubicBezTo>
                    <a:cubicBezTo>
                      <a:pt x="801" y="293"/>
                      <a:pt x="867" y="118"/>
                      <a:pt x="725" y="61"/>
                    </a:cubicBezTo>
                    <a:cubicBezTo>
                      <a:pt x="692" y="54"/>
                      <a:pt x="671" y="26"/>
                      <a:pt x="671" y="26"/>
                    </a:cubicBezTo>
                    <a:cubicBezTo>
                      <a:pt x="671" y="26"/>
                      <a:pt x="617" y="0"/>
                      <a:pt x="581" y="5"/>
                    </a:cubicBezTo>
                    <a:cubicBezTo>
                      <a:pt x="548" y="12"/>
                      <a:pt x="536" y="7"/>
                      <a:pt x="501" y="24"/>
                    </a:cubicBezTo>
                    <a:cubicBezTo>
                      <a:pt x="463" y="40"/>
                      <a:pt x="447" y="43"/>
                      <a:pt x="428" y="50"/>
                    </a:cubicBezTo>
                    <a:cubicBezTo>
                      <a:pt x="411" y="57"/>
                      <a:pt x="385" y="76"/>
                      <a:pt x="385" y="76"/>
                    </a:cubicBezTo>
                    <a:cubicBezTo>
                      <a:pt x="385" y="76"/>
                      <a:pt x="362" y="113"/>
                      <a:pt x="357" y="118"/>
                    </a:cubicBezTo>
                    <a:cubicBezTo>
                      <a:pt x="350" y="120"/>
                      <a:pt x="378" y="130"/>
                      <a:pt x="378" y="130"/>
                    </a:cubicBezTo>
                    <a:cubicBezTo>
                      <a:pt x="378" y="130"/>
                      <a:pt x="362" y="151"/>
                      <a:pt x="350" y="172"/>
                    </a:cubicBezTo>
                    <a:cubicBezTo>
                      <a:pt x="338" y="196"/>
                      <a:pt x="343" y="229"/>
                      <a:pt x="340" y="236"/>
                    </a:cubicBezTo>
                    <a:cubicBezTo>
                      <a:pt x="338" y="246"/>
                      <a:pt x="321" y="262"/>
                      <a:pt x="321" y="269"/>
                    </a:cubicBezTo>
                    <a:cubicBezTo>
                      <a:pt x="324" y="274"/>
                      <a:pt x="362" y="295"/>
                      <a:pt x="362" y="302"/>
                    </a:cubicBezTo>
                    <a:cubicBezTo>
                      <a:pt x="364" y="312"/>
                      <a:pt x="373" y="335"/>
                      <a:pt x="362" y="350"/>
                    </a:cubicBezTo>
                    <a:cubicBezTo>
                      <a:pt x="347" y="364"/>
                      <a:pt x="333" y="402"/>
                      <a:pt x="347" y="413"/>
                    </a:cubicBezTo>
                    <a:cubicBezTo>
                      <a:pt x="364" y="428"/>
                      <a:pt x="373" y="428"/>
                      <a:pt x="373" y="428"/>
                    </a:cubicBezTo>
                    <a:cubicBezTo>
                      <a:pt x="371" y="461"/>
                      <a:pt x="371" y="461"/>
                      <a:pt x="371" y="461"/>
                    </a:cubicBezTo>
                    <a:cubicBezTo>
                      <a:pt x="371" y="461"/>
                      <a:pt x="373" y="477"/>
                      <a:pt x="383" y="480"/>
                    </a:cubicBezTo>
                    <a:cubicBezTo>
                      <a:pt x="390" y="482"/>
                      <a:pt x="371" y="496"/>
                      <a:pt x="378" y="503"/>
                    </a:cubicBezTo>
                    <a:cubicBezTo>
                      <a:pt x="385" y="513"/>
                      <a:pt x="399" y="515"/>
                      <a:pt x="399" y="515"/>
                    </a:cubicBezTo>
                    <a:cubicBezTo>
                      <a:pt x="399" y="515"/>
                      <a:pt x="409" y="531"/>
                      <a:pt x="399" y="543"/>
                    </a:cubicBezTo>
                    <a:cubicBezTo>
                      <a:pt x="387" y="553"/>
                      <a:pt x="401" y="584"/>
                      <a:pt x="427" y="582"/>
                    </a:cubicBezTo>
                    <a:cubicBezTo>
                      <a:pt x="460" y="594"/>
                      <a:pt x="482" y="593"/>
                      <a:pt x="482" y="593"/>
                    </a:cubicBezTo>
                    <a:lnTo>
                      <a:pt x="507" y="592"/>
                    </a:lnTo>
                    <a:cubicBezTo>
                      <a:pt x="507" y="592"/>
                      <a:pt x="523" y="606"/>
                      <a:pt x="523" y="606"/>
                    </a:cubicBezTo>
                    <a:close/>
                  </a:path>
                </a:pathLst>
              </a:custGeom>
              <a:solidFill>
                <a:srgbClr val="002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19" name="Group 12"/>
              <p:cNvGrpSpPr>
                <a:grpSpLocks/>
              </p:cNvGrpSpPr>
              <p:nvPr/>
            </p:nvGrpSpPr>
            <p:grpSpPr bwMode="auto">
              <a:xfrm>
                <a:off x="2708" y="1297"/>
                <a:ext cx="326" cy="796"/>
                <a:chOff x="2708" y="1297"/>
                <a:chExt cx="326" cy="796"/>
              </a:xfrm>
            </p:grpSpPr>
            <p:sp>
              <p:nvSpPr>
                <p:cNvPr id="20" name="Freeform 13"/>
                <p:cNvSpPr>
                  <a:spLocks/>
                </p:cNvSpPr>
                <p:nvPr/>
              </p:nvSpPr>
              <p:spPr bwMode="auto">
                <a:xfrm>
                  <a:off x="2829" y="1297"/>
                  <a:ext cx="205" cy="796"/>
                </a:xfrm>
                <a:custGeom>
                  <a:avLst/>
                  <a:gdLst>
                    <a:gd name="T0" fmla="*/ 56 w 87"/>
                    <a:gd name="T1" fmla="*/ 3 h 337"/>
                    <a:gd name="T2" fmla="*/ 7 w 87"/>
                    <a:gd name="T3" fmla="*/ 71 h 337"/>
                    <a:gd name="T4" fmla="*/ 4 w 87"/>
                    <a:gd name="T5" fmla="*/ 77 h 337"/>
                    <a:gd name="T6" fmla="*/ 18 w 87"/>
                    <a:gd name="T7" fmla="*/ 96 h 337"/>
                    <a:gd name="T8" fmla="*/ 5 w 87"/>
                    <a:gd name="T9" fmla="*/ 120 h 337"/>
                    <a:gd name="T10" fmla="*/ 5 w 87"/>
                    <a:gd name="T11" fmla="*/ 127 h 337"/>
                    <a:gd name="T12" fmla="*/ 15 w 87"/>
                    <a:gd name="T13" fmla="*/ 141 h 337"/>
                    <a:gd name="T14" fmla="*/ 33 w 87"/>
                    <a:gd name="T15" fmla="*/ 201 h 337"/>
                    <a:gd name="T16" fmla="*/ 46 w 87"/>
                    <a:gd name="T17" fmla="*/ 313 h 337"/>
                    <a:gd name="T18" fmla="*/ 63 w 87"/>
                    <a:gd name="T19" fmla="*/ 337 h 337"/>
                    <a:gd name="T20" fmla="*/ 84 w 87"/>
                    <a:gd name="T21" fmla="*/ 243 h 337"/>
                    <a:gd name="T22" fmla="*/ 87 w 87"/>
                    <a:gd name="T23" fmla="*/ 155 h 337"/>
                    <a:gd name="T24" fmla="*/ 77 w 87"/>
                    <a:gd name="T25" fmla="*/ 96 h 337"/>
                    <a:gd name="T26" fmla="*/ 70 w 87"/>
                    <a:gd name="T27" fmla="*/ 61 h 337"/>
                    <a:gd name="T28" fmla="*/ 70 w 87"/>
                    <a:gd name="T29" fmla="*/ 40 h 337"/>
                    <a:gd name="T30" fmla="*/ 71 w 87"/>
                    <a:gd name="T31" fmla="*/ 18 h 337"/>
                    <a:gd name="T32" fmla="*/ 71 w 87"/>
                    <a:gd name="T33" fmla="*/ 13 h 337"/>
                    <a:gd name="T34" fmla="*/ 58 w 87"/>
                    <a:gd name="T35" fmla="*/ 0 h 337"/>
                    <a:gd name="T36" fmla="*/ 56 w 87"/>
                    <a:gd name="T37" fmla="*/ 3 h 3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87" h="337">
                      <a:moveTo>
                        <a:pt x="56" y="3"/>
                      </a:moveTo>
                      <a:cubicBezTo>
                        <a:pt x="56" y="3"/>
                        <a:pt x="58" y="42"/>
                        <a:pt x="7" y="71"/>
                      </a:cubicBezTo>
                      <a:cubicBezTo>
                        <a:pt x="0" y="74"/>
                        <a:pt x="4" y="77"/>
                        <a:pt x="4" y="77"/>
                      </a:cubicBezTo>
                      <a:cubicBezTo>
                        <a:pt x="18" y="96"/>
                        <a:pt x="18" y="96"/>
                        <a:pt x="18" y="96"/>
                      </a:cubicBezTo>
                      <a:cubicBezTo>
                        <a:pt x="5" y="120"/>
                        <a:pt x="5" y="120"/>
                        <a:pt x="5" y="120"/>
                      </a:cubicBezTo>
                      <a:cubicBezTo>
                        <a:pt x="5" y="120"/>
                        <a:pt x="7" y="125"/>
                        <a:pt x="5" y="127"/>
                      </a:cubicBezTo>
                      <a:cubicBezTo>
                        <a:pt x="2" y="128"/>
                        <a:pt x="13" y="133"/>
                        <a:pt x="15" y="141"/>
                      </a:cubicBezTo>
                      <a:cubicBezTo>
                        <a:pt x="18" y="149"/>
                        <a:pt x="31" y="168"/>
                        <a:pt x="33" y="201"/>
                      </a:cubicBezTo>
                      <a:cubicBezTo>
                        <a:pt x="39" y="236"/>
                        <a:pt x="46" y="313"/>
                        <a:pt x="46" y="313"/>
                      </a:cubicBezTo>
                      <a:cubicBezTo>
                        <a:pt x="63" y="337"/>
                        <a:pt x="63" y="337"/>
                        <a:pt x="63" y="337"/>
                      </a:cubicBezTo>
                      <a:cubicBezTo>
                        <a:pt x="63" y="337"/>
                        <a:pt x="83" y="246"/>
                        <a:pt x="84" y="243"/>
                      </a:cubicBezTo>
                      <a:cubicBezTo>
                        <a:pt x="85" y="241"/>
                        <a:pt x="87" y="158"/>
                        <a:pt x="87" y="155"/>
                      </a:cubicBezTo>
                      <a:cubicBezTo>
                        <a:pt x="86" y="152"/>
                        <a:pt x="78" y="102"/>
                        <a:pt x="77" y="96"/>
                      </a:cubicBezTo>
                      <a:cubicBezTo>
                        <a:pt x="76" y="91"/>
                        <a:pt x="70" y="63"/>
                        <a:pt x="70" y="61"/>
                      </a:cubicBezTo>
                      <a:cubicBezTo>
                        <a:pt x="70" y="58"/>
                        <a:pt x="69" y="43"/>
                        <a:pt x="70" y="40"/>
                      </a:cubicBezTo>
                      <a:cubicBezTo>
                        <a:pt x="71" y="37"/>
                        <a:pt x="71" y="18"/>
                        <a:pt x="71" y="18"/>
                      </a:cubicBezTo>
                      <a:cubicBezTo>
                        <a:pt x="71" y="13"/>
                        <a:pt x="71" y="13"/>
                        <a:pt x="71" y="13"/>
                      </a:cubicBezTo>
                      <a:cubicBezTo>
                        <a:pt x="58" y="0"/>
                        <a:pt x="58" y="0"/>
                        <a:pt x="58" y="0"/>
                      </a:cubicBezTo>
                      <a:lnTo>
                        <a:pt x="56" y="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1" name="Freeform 14"/>
                <p:cNvSpPr>
                  <a:spLocks/>
                </p:cNvSpPr>
                <p:nvPr/>
              </p:nvSpPr>
              <p:spPr bwMode="auto">
                <a:xfrm>
                  <a:off x="2708" y="1458"/>
                  <a:ext cx="97" cy="279"/>
                </a:xfrm>
                <a:custGeom>
                  <a:avLst/>
                  <a:gdLst>
                    <a:gd name="T0" fmla="*/ 0 w 41"/>
                    <a:gd name="T1" fmla="*/ 0 h 118"/>
                    <a:gd name="T2" fmla="*/ 7 w 41"/>
                    <a:gd name="T3" fmla="*/ 0 h 118"/>
                    <a:gd name="T4" fmla="*/ 17 w 41"/>
                    <a:gd name="T5" fmla="*/ 8 h 118"/>
                    <a:gd name="T6" fmla="*/ 37 w 41"/>
                    <a:gd name="T7" fmla="*/ 12 h 118"/>
                    <a:gd name="T8" fmla="*/ 29 w 41"/>
                    <a:gd name="T9" fmla="*/ 46 h 118"/>
                    <a:gd name="T10" fmla="*/ 37 w 41"/>
                    <a:gd name="T11" fmla="*/ 53 h 118"/>
                    <a:gd name="T12" fmla="*/ 39 w 41"/>
                    <a:gd name="T13" fmla="*/ 63 h 118"/>
                    <a:gd name="T14" fmla="*/ 30 w 41"/>
                    <a:gd name="T15" fmla="*/ 116 h 118"/>
                    <a:gd name="T16" fmla="*/ 8 w 41"/>
                    <a:gd name="T17" fmla="*/ 32 h 118"/>
                    <a:gd name="T18" fmla="*/ 0 w 41"/>
                    <a:gd name="T19" fmla="*/ 0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41" h="118">
                      <a:moveTo>
                        <a:pt x="0" y="0"/>
                      </a:move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7" y="0"/>
                        <a:pt x="13" y="7"/>
                        <a:pt x="17" y="8"/>
                      </a:cubicBezTo>
                      <a:cubicBezTo>
                        <a:pt x="21" y="9"/>
                        <a:pt x="37" y="12"/>
                        <a:pt x="37" y="12"/>
                      </a:cubicBezTo>
                      <a:cubicBezTo>
                        <a:pt x="37" y="12"/>
                        <a:pt x="26" y="29"/>
                        <a:pt x="29" y="46"/>
                      </a:cubicBezTo>
                      <a:cubicBezTo>
                        <a:pt x="34" y="50"/>
                        <a:pt x="37" y="53"/>
                        <a:pt x="37" y="53"/>
                      </a:cubicBezTo>
                      <a:cubicBezTo>
                        <a:pt x="37" y="53"/>
                        <a:pt x="37" y="63"/>
                        <a:pt x="39" y="63"/>
                      </a:cubicBezTo>
                      <a:cubicBezTo>
                        <a:pt x="41" y="63"/>
                        <a:pt x="32" y="113"/>
                        <a:pt x="30" y="116"/>
                      </a:cubicBezTo>
                      <a:cubicBezTo>
                        <a:pt x="28" y="118"/>
                        <a:pt x="9" y="38"/>
                        <a:pt x="8" y="32"/>
                      </a:cubicBezTo>
                      <a:cubicBezTo>
                        <a:pt x="7" y="26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</p:grpSp>
      </p:grpSp>
      <p:sp>
        <p:nvSpPr>
          <p:cNvPr id="26" name="Espaço Reservado para Imagem 25"/>
          <p:cNvSpPr>
            <a:spLocks noGrp="1"/>
          </p:cNvSpPr>
          <p:nvPr>
            <p:ph type="pic" sz="quarter" idx="12" hasCustomPrompt="1"/>
          </p:nvPr>
        </p:nvSpPr>
        <p:spPr>
          <a:xfrm>
            <a:off x="395536" y="5328308"/>
            <a:ext cx="2520280" cy="1181158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pt-BR" dirty="0"/>
              <a:t>Logo cliente</a:t>
            </a:r>
          </a:p>
        </p:txBody>
      </p:sp>
      <p:sp>
        <p:nvSpPr>
          <p:cNvPr id="28" name="Espaço Reservado para Conteúdo 27"/>
          <p:cNvSpPr>
            <a:spLocks noGrp="1"/>
          </p:cNvSpPr>
          <p:nvPr>
            <p:ph sz="quarter" idx="13" hasCustomPrompt="1"/>
          </p:nvPr>
        </p:nvSpPr>
        <p:spPr>
          <a:xfrm>
            <a:off x="395287" y="4170385"/>
            <a:ext cx="2880000" cy="433387"/>
          </a:xfrm>
        </p:spPr>
        <p:txBody>
          <a:bodyPr vert="horz" lIns="91440" tIns="45720" rIns="91440" bIns="45720" rtlCol="0" anchor="ctr">
            <a:noAutofit/>
          </a:bodyPr>
          <a:lstStyle>
            <a:lvl1pPr marL="342900" indent="-342900">
              <a:buNone/>
              <a:defRPr lang="pt-BR" sz="2000" b="1" i="0" dirty="0" smtClean="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pPr marL="0" lvl="0" indent="0"/>
            <a:r>
              <a:rPr lang="pt-BR" dirty="0"/>
              <a:t>Data</a:t>
            </a:r>
          </a:p>
        </p:txBody>
      </p:sp>
      <p:sp>
        <p:nvSpPr>
          <p:cNvPr id="30" name="Espaço Reservado para Texto 29"/>
          <p:cNvSpPr>
            <a:spLocks noGrp="1"/>
          </p:cNvSpPr>
          <p:nvPr>
            <p:ph type="body" sz="quarter" idx="14" hasCustomPrompt="1"/>
          </p:nvPr>
        </p:nvSpPr>
        <p:spPr>
          <a:xfrm>
            <a:off x="395287" y="4750040"/>
            <a:ext cx="2880000" cy="432000"/>
          </a:xfrm>
        </p:spPr>
        <p:txBody>
          <a:bodyPr vert="horz" lIns="91440" tIns="45720" rIns="91440" bIns="45720" rtlCol="0" anchor="ctr">
            <a:noAutofit/>
          </a:bodyPr>
          <a:lstStyle>
            <a:lvl1pPr marL="342900" indent="-342900">
              <a:buNone/>
              <a:defRPr lang="pt-BR" sz="2000" b="1" i="0" dirty="0" smtClean="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pPr marL="0" lvl="0" indent="0"/>
            <a:r>
              <a:rPr lang="pt-BR" dirty="0"/>
              <a:t>Autor</a:t>
            </a:r>
          </a:p>
        </p:txBody>
      </p:sp>
    </p:spTree>
    <p:extLst>
      <p:ext uri="{BB962C8B-B14F-4D97-AF65-F5344CB8AC3E}">
        <p14:creationId xmlns:p14="http://schemas.microsoft.com/office/powerpoint/2010/main" val="3437064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gray">
          <a:xfrm>
            <a:off x="1915" y="0"/>
            <a:ext cx="9140171" cy="1296988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90000" rIns="72000" bIns="90000" anchor="ctr"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0" hangingPunct="0"/>
            <a:endParaRPr lang="pt-BR" altLang="pt-BR"/>
          </a:p>
        </p:txBody>
      </p:sp>
      <p:pic>
        <p:nvPicPr>
          <p:cNvPr id="10" name="Imagem 9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6093296"/>
            <a:ext cx="1301995" cy="605711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-14033" y="0"/>
            <a:ext cx="7312696" cy="648494"/>
          </a:xfrm>
        </p:spPr>
        <p:txBody>
          <a:bodyPr>
            <a:normAutofit/>
          </a:bodyPr>
          <a:lstStyle>
            <a:lvl1pPr marL="180000" algn="l">
              <a:defRPr sz="3200" b="1"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58824" y="908720"/>
            <a:ext cx="8805664" cy="504056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3" name="CaixaDeTexto 12"/>
          <p:cNvSpPr txBox="1"/>
          <p:nvPr userDrawn="1"/>
        </p:nvSpPr>
        <p:spPr>
          <a:xfrm>
            <a:off x="179512" y="6396151"/>
            <a:ext cx="720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F89EBDC-3F0A-4056-ADD3-FCD4D83FC868}" type="slidenum">
              <a:rPr lang="pt-BR" sz="1400" b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‹nº›</a:t>
            </a:fld>
            <a:endParaRPr lang="pt-BR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8138308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19/08/2016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6151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19/08/2016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5878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19/08/2016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6857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19/08/2016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8486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19/08/2016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1341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19/08/2016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2674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19/08/2016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0103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19/08/2016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8537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19/08/2016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4301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231A05-1C39-4897-91F5-2ABCACA9DBF1}" type="datetimeFigureOut">
              <a:rPr lang="pt-BR" smtClean="0"/>
              <a:t>19/08/2016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289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Relatório de Satisfação de</a:t>
            </a:r>
            <a:br>
              <a:rPr lang="pt-BR" b="1" dirty="0"/>
            </a:br>
            <a:r>
              <a:rPr lang="pt-BR" b="1" dirty="0"/>
              <a:t>Entrega de Projeto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395287" y="2996952"/>
            <a:ext cx="3816424" cy="1027165"/>
          </a:xfrm>
        </p:spPr>
        <p:txBody>
          <a:bodyPr>
            <a:normAutofit lnSpcReduction="10000"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Projeto</a:t>
            </a:r>
          </a:p>
          <a:p>
            <a:r>
              <a:rPr lang="pt-BR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Assessment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N1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13"/>
          </p:nvPr>
        </p:nvSpPr>
        <p:spPr>
          <a:xfrm>
            <a:off x="395287" y="4337957"/>
            <a:ext cx="2880000" cy="433387"/>
          </a:xfrm>
        </p:spPr>
        <p:txBody>
          <a:bodyPr/>
          <a:lstStyle/>
          <a:p>
            <a:pPr marL="0" indent="0">
              <a:buNone/>
            </a:pP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18/08/2016</a:t>
            </a: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4"/>
          </p:nvPr>
        </p:nvSpPr>
        <p:spPr>
          <a:xfrm>
            <a:off x="395287" y="5085184"/>
            <a:ext cx="3816674" cy="1440160"/>
          </a:xfrm>
          <a:ln>
            <a:solidFill>
              <a:schemeClr val="bg1">
                <a:lumMod val="65000"/>
              </a:schemeClr>
            </a:solidFill>
            <a:prstDash val="sysDash"/>
          </a:ln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pt-B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Elaborado para:</a:t>
            </a:r>
          </a:p>
          <a:p>
            <a:pPr marL="540000" indent="-288000">
              <a:buFont typeface="Wingdings" panose="05000000000000000000" pitchFamily="2" charset="2"/>
              <a:buChar char="q"/>
            </a:pPr>
            <a:r>
              <a:rPr lang="pt-BR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Luis</a:t>
            </a:r>
            <a:r>
              <a:rPr lang="pt-B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Savioli</a:t>
            </a:r>
          </a:p>
          <a:p>
            <a:pPr marL="540000" indent="-288000">
              <a:buFont typeface="Wingdings" panose="05000000000000000000" pitchFamily="2" charset="2"/>
              <a:buChar char="q"/>
            </a:pPr>
            <a:r>
              <a:rPr lang="pt-B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Nei </a:t>
            </a:r>
            <a:r>
              <a:rPr lang="pt-BR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Henckes</a:t>
            </a:r>
            <a:endParaRPr lang="pt-BR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540000" indent="-288000">
              <a:buFont typeface="Wingdings" panose="05000000000000000000" pitchFamily="2" charset="2"/>
              <a:buChar char="q"/>
            </a:pPr>
            <a:r>
              <a:rPr lang="pt-B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Adriano Barbosa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0605" y="5126499"/>
            <a:ext cx="1569364" cy="1254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306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-14034" y="0"/>
            <a:ext cx="8834506" cy="648494"/>
          </a:xfrm>
        </p:spPr>
        <p:txBody>
          <a:bodyPr>
            <a:normAutofit fontScale="90000"/>
          </a:bodyPr>
          <a:lstStyle/>
          <a:p>
            <a:r>
              <a:rPr lang="pt-BR" i="1" dirty="0"/>
              <a:t>Resultado de Satisfação do projeto </a:t>
            </a:r>
            <a:r>
              <a:rPr lang="pt-BR" i="1" dirty="0" err="1"/>
              <a:t>Assessment</a:t>
            </a:r>
            <a:r>
              <a:rPr lang="pt-BR" i="1" dirty="0"/>
              <a:t> N1</a:t>
            </a:r>
            <a:endParaRPr lang="pt-BR" dirty="0"/>
          </a:p>
        </p:txBody>
      </p:sp>
      <p:cxnSp>
        <p:nvCxnSpPr>
          <p:cNvPr id="5" name="Conector reto 4"/>
          <p:cNvCxnSpPr/>
          <p:nvPr/>
        </p:nvCxnSpPr>
        <p:spPr>
          <a:xfrm>
            <a:off x="4588498" y="476672"/>
            <a:ext cx="0" cy="576064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6"/>
          <p:cNvSpPr>
            <a:spLocks noChangeArrowheads="1"/>
          </p:cNvSpPr>
          <p:nvPr/>
        </p:nvSpPr>
        <p:spPr bwMode="gray">
          <a:xfrm>
            <a:off x="5901368" y="4010548"/>
            <a:ext cx="2700000" cy="858612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AEAEA"/>
              </a:gs>
            </a:gsLst>
            <a:lin ang="5400000" scaled="1"/>
          </a:gradFill>
          <a:ln w="12700" algn="ctr">
            <a:solidFill>
              <a:srgbClr val="9DC2EB"/>
            </a:solidFill>
            <a:miter lim="800000"/>
            <a:headEnd/>
            <a:tailEnd/>
          </a:ln>
          <a:effectLst>
            <a:outerShdw dist="53882" dir="2700000" algn="ctr" rotWithShape="0">
              <a:srgbClr val="808080">
                <a:alpha val="50000"/>
              </a:srgbClr>
            </a:outerShdw>
          </a:effectLst>
        </p:spPr>
        <p:txBody>
          <a:bodyPr lIns="108000" tIns="108000" rIns="144000" bIns="72000" anchor="ctr"/>
          <a:lstStyle/>
          <a:p>
            <a:pPr lvl="0" algn="ctr" fontAlgn="base">
              <a:spcBef>
                <a:spcPct val="0"/>
              </a:spcBef>
              <a:spcAft>
                <a:spcPct val="40000"/>
              </a:spcAft>
              <a:defRPr/>
            </a:pPr>
            <a:r>
              <a:rPr lang="pt-BR" altLang="pt-BR" sz="3600" kern="0" noProof="1">
                <a:solidFill>
                  <a:srgbClr val="080808"/>
                </a:solidFill>
                <a:cs typeface="Arial" charset="0"/>
              </a:rPr>
              <a:t>ÓTIMO </a:t>
            </a:r>
            <a:endParaRPr lang="pt-BR" altLang="pt-BR" sz="1600" b="1" kern="0" baseline="50000" noProof="1">
              <a:solidFill>
                <a:srgbClr val="080808"/>
              </a:solidFill>
              <a:cs typeface="Arial" charset="0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gray">
          <a:xfrm>
            <a:off x="319063" y="3987050"/>
            <a:ext cx="5400601" cy="865094"/>
          </a:xfrm>
          <a:prstGeom prst="homePlate">
            <a:avLst>
              <a:gd name="adj" fmla="val 28860"/>
            </a:avLst>
          </a:prstGeom>
          <a:gradFill rotWithShape="1">
            <a:gsLst>
              <a:gs pos="0">
                <a:srgbClr val="2A79D0"/>
              </a:gs>
              <a:gs pos="100000">
                <a:srgbClr val="2A79D0">
                  <a:gamma/>
                  <a:shade val="46275"/>
                  <a:invGamma/>
                </a:srgbClr>
              </a:gs>
            </a:gsLst>
            <a:lin ang="5400000" scaled="1"/>
          </a:gradFill>
          <a:ln w="12700">
            <a:solidFill>
              <a:srgbClr val="DDDDDD"/>
            </a:solidFill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marL="180000"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-BR" altLang="pt-BR" sz="2000" b="1" kern="0" noProof="1">
                <a:solidFill>
                  <a:srgbClr val="FFFFFF"/>
                </a:solidFill>
                <a:cs typeface="Arial" charset="0"/>
              </a:rPr>
              <a:t>Média de Satisfação do Projeto Assessment N1</a:t>
            </a:r>
          </a:p>
        </p:txBody>
      </p:sp>
      <p:graphicFrame>
        <p:nvGraphicFramePr>
          <p:cNvPr id="12" name="Tabela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4781630"/>
              </p:ext>
            </p:extLst>
          </p:nvPr>
        </p:nvGraphicFramePr>
        <p:xfrm>
          <a:off x="299219" y="692696"/>
          <a:ext cx="8208000" cy="18179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30684">
                  <a:extLst>
                    <a:ext uri="{9D8B030D-6E8A-4147-A177-3AD203B41FA5}">
                      <a16:colId xmlns:a16="http://schemas.microsoft.com/office/drawing/2014/main" val="3277623140"/>
                    </a:ext>
                  </a:extLst>
                </a:gridCol>
                <a:gridCol w="3977316">
                  <a:extLst>
                    <a:ext uri="{9D8B030D-6E8A-4147-A177-3AD203B41FA5}">
                      <a16:colId xmlns:a16="http://schemas.microsoft.com/office/drawing/2014/main" val="2139437521"/>
                    </a:ext>
                  </a:extLst>
                </a:gridCol>
              </a:tblGrid>
              <a:tr h="341925"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Empresa Avaliada</a:t>
                      </a:r>
                      <a:endParaRPr lang="pt-BR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928" marR="8881" marT="8881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i="0" u="none" strike="noStrike" dirty="0" err="1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Chacon</a:t>
                      </a:r>
                      <a:r>
                        <a:rPr lang="pt-BR" sz="1200" b="1" i="0" u="none" strike="noStrike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 Consultoria</a:t>
                      </a:r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928" marR="8881" marT="888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5819651"/>
                  </a:ext>
                </a:extLst>
              </a:tr>
              <a:tr h="341925"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Equipe</a:t>
                      </a:r>
                    </a:p>
                  </a:txBody>
                  <a:tcPr marL="79928" marR="8881" marT="8881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Jorge</a:t>
                      </a:r>
                      <a:r>
                        <a:rPr lang="pt-BR" sz="12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Maluf, Tânia Ferro, André Santos </a:t>
                      </a:r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928" marR="8881" marT="888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5253580"/>
                  </a:ext>
                </a:extLst>
              </a:tr>
              <a:tr h="341925"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Empresa</a:t>
                      </a:r>
                      <a:r>
                        <a:rPr lang="pt-BR" sz="14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 Avaliadora</a:t>
                      </a:r>
                      <a:endParaRPr lang="pt-BR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928" marR="8881" marT="8881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u="none" strike="noStrike" dirty="0">
                          <a:effectLst/>
                        </a:rPr>
                        <a:t>SMILES S.A.</a:t>
                      </a:r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928" marR="8881" marT="888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1979363"/>
                  </a:ext>
                </a:extLst>
              </a:tr>
              <a:tr h="341925"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Data de Início</a:t>
                      </a:r>
                      <a:r>
                        <a:rPr lang="pt-BR" sz="1400" b="1" u="none" strike="noStrike" baseline="0" dirty="0">
                          <a:solidFill>
                            <a:schemeClr val="bg1"/>
                          </a:solidFill>
                          <a:effectLst/>
                        </a:rPr>
                        <a:t> do Projeto</a:t>
                      </a:r>
                      <a:endParaRPr lang="pt-BR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928" marR="8881" marT="8881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29/07/2016</a:t>
                      </a:r>
                    </a:p>
                  </a:txBody>
                  <a:tcPr marL="79928" marR="8881" marT="888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4950997"/>
                  </a:ext>
                </a:extLst>
              </a:tr>
              <a:tr h="45022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Data</a:t>
                      </a:r>
                      <a:r>
                        <a:rPr lang="pt-BR" sz="1400" b="1" u="none" strike="noStrike" baseline="0" dirty="0">
                          <a:solidFill>
                            <a:schemeClr val="bg1"/>
                          </a:solidFill>
                          <a:effectLst/>
                        </a:rPr>
                        <a:t> de Encerramento do Projeto</a:t>
                      </a:r>
                    </a:p>
                  </a:txBody>
                  <a:tcPr marL="79928" marR="8881" marT="8881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u="none" strike="noStrike" baseline="0" dirty="0">
                          <a:effectLst/>
                        </a:rPr>
                        <a:t>16/082016</a:t>
                      </a:r>
                    </a:p>
                  </a:txBody>
                  <a:tcPr marL="79928" marR="8881" marT="888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8954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4039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-14034" y="0"/>
            <a:ext cx="8834506" cy="648494"/>
          </a:xfrm>
        </p:spPr>
        <p:txBody>
          <a:bodyPr>
            <a:normAutofit/>
          </a:bodyPr>
          <a:lstStyle/>
          <a:p>
            <a:r>
              <a:rPr lang="pt-BR" i="1" dirty="0"/>
              <a:t>Avaliação de Entrega do projeto </a:t>
            </a:r>
            <a:r>
              <a:rPr lang="pt-BR" i="1" dirty="0" err="1"/>
              <a:t>Assessment</a:t>
            </a:r>
            <a:r>
              <a:rPr lang="pt-BR" i="1" dirty="0"/>
              <a:t> N1</a:t>
            </a:r>
            <a:endParaRPr lang="pt-BR" dirty="0"/>
          </a:p>
        </p:txBody>
      </p:sp>
      <p:cxnSp>
        <p:nvCxnSpPr>
          <p:cNvPr id="5" name="Conector reto 4"/>
          <p:cNvCxnSpPr/>
          <p:nvPr/>
        </p:nvCxnSpPr>
        <p:spPr>
          <a:xfrm>
            <a:off x="4588498" y="476672"/>
            <a:ext cx="0" cy="576064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e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5667383"/>
              </p:ext>
            </p:extLst>
          </p:nvPr>
        </p:nvGraphicFramePr>
        <p:xfrm>
          <a:off x="143508" y="908717"/>
          <a:ext cx="8892987" cy="51190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96444">
                  <a:extLst>
                    <a:ext uri="{9D8B030D-6E8A-4147-A177-3AD203B41FA5}">
                      <a16:colId xmlns:a16="http://schemas.microsoft.com/office/drawing/2014/main" val="3616205644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133145112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464213738"/>
                    </a:ext>
                  </a:extLst>
                </a:gridCol>
                <a:gridCol w="813736">
                  <a:extLst>
                    <a:ext uri="{9D8B030D-6E8A-4147-A177-3AD203B41FA5}">
                      <a16:colId xmlns:a16="http://schemas.microsoft.com/office/drawing/2014/main" val="2603258251"/>
                    </a:ext>
                  </a:extLst>
                </a:gridCol>
                <a:gridCol w="626424">
                  <a:extLst>
                    <a:ext uri="{9D8B030D-6E8A-4147-A177-3AD203B41FA5}">
                      <a16:colId xmlns:a16="http://schemas.microsoft.com/office/drawing/2014/main" val="890492466"/>
                    </a:ext>
                  </a:extLst>
                </a:gridCol>
                <a:gridCol w="895314">
                  <a:extLst>
                    <a:ext uri="{9D8B030D-6E8A-4147-A177-3AD203B41FA5}">
                      <a16:colId xmlns:a16="http://schemas.microsoft.com/office/drawing/2014/main" val="528470011"/>
                    </a:ext>
                  </a:extLst>
                </a:gridCol>
                <a:gridCol w="760869">
                  <a:extLst>
                    <a:ext uri="{9D8B030D-6E8A-4147-A177-3AD203B41FA5}">
                      <a16:colId xmlns:a16="http://schemas.microsoft.com/office/drawing/2014/main" val="3725552993"/>
                    </a:ext>
                  </a:extLst>
                </a:gridCol>
              </a:tblGrid>
              <a:tr h="671488"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Critérios de Avaliação</a:t>
                      </a:r>
                      <a:endParaRPr lang="pt-BR" sz="12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15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Média</a:t>
                      </a:r>
                      <a:endParaRPr lang="pt-BR" sz="12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Adriano</a:t>
                      </a:r>
                    </a:p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Barbosa</a:t>
                      </a: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Cláudio</a:t>
                      </a:r>
                    </a:p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Cunha</a:t>
                      </a: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Daniel</a:t>
                      </a:r>
                    </a:p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Borges</a:t>
                      </a: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Luís</a:t>
                      </a:r>
                    </a:p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Savioli</a:t>
                      </a: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Nei</a:t>
                      </a:r>
                    </a:p>
                    <a:p>
                      <a:pPr algn="ctr" fontAlgn="ctr"/>
                      <a:r>
                        <a:rPr lang="pt-BR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Henckes</a:t>
                      </a:r>
                      <a:endParaRPr lang="pt-BR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6377303"/>
                  </a:ext>
                </a:extLst>
              </a:tr>
              <a:tr h="554843"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Conteúdo</a:t>
                      </a:r>
                      <a:r>
                        <a:rPr lang="pt-BR" sz="12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apresentado na reunião de </a:t>
                      </a:r>
                      <a:r>
                        <a:rPr lang="pt-BR" sz="1200" b="1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Kick</a:t>
                      </a:r>
                      <a:r>
                        <a:rPr lang="pt-BR" sz="12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-off do Projeto?</a:t>
                      </a:r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830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1" i="0" u="none" strike="noStrike" dirty="0">
                        <a:solidFill>
                          <a:schemeClr val="dk1"/>
                        </a:solidFill>
                        <a:effectLst/>
                        <a:latin typeface="+mn-lt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Ótimo</a:t>
                      </a:r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fontAlgn="ctr"/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Ótimo</a:t>
                      </a: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Bom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Ótimo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Ótimo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Bom</a:t>
                      </a: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1007610"/>
                  </a:ext>
                </a:extLst>
              </a:tr>
              <a:tr h="554843"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Conteúdo apresentado</a:t>
                      </a:r>
                      <a:r>
                        <a:rPr lang="pt-BR" sz="1200" b="1" i="0" u="none" strike="noStrike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 no </a:t>
                      </a:r>
                      <a:r>
                        <a:rPr lang="pt-BR" sz="1200" b="1" i="1" u="none" strike="noStrike" baseline="0" dirty="0" err="1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Staus</a:t>
                      </a:r>
                      <a:r>
                        <a:rPr lang="pt-BR" sz="1200" b="1" i="1" u="none" strike="noStrike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pt-BR" sz="1200" b="1" i="1" u="none" strike="noStrike" baseline="0" dirty="0" err="1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Report</a:t>
                      </a:r>
                      <a:r>
                        <a:rPr lang="pt-BR" sz="1200" b="1" i="1" u="none" strike="noStrike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pt-BR" sz="1200" b="1" i="0" u="none" strike="noStrike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semanal? </a:t>
                      </a:r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830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1" i="0" u="none" strike="noStrike" dirty="0">
                        <a:solidFill>
                          <a:schemeClr val="dk1"/>
                        </a:solidFill>
                        <a:effectLst/>
                        <a:latin typeface="+mn-lt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Ótimo</a:t>
                      </a:r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fontAlgn="ctr"/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Ótimo</a:t>
                      </a: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Ótimo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Bom</a:t>
                      </a: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6492919"/>
                  </a:ext>
                </a:extLst>
              </a:tr>
              <a:tr h="554843"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Planejamento</a:t>
                      </a:r>
                      <a:r>
                        <a:rPr lang="pt-BR" sz="1200" b="1" i="0" u="none" strike="noStrike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 e execução do Projeto?</a:t>
                      </a:r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830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1" i="0" u="none" strike="noStrike" dirty="0">
                        <a:solidFill>
                          <a:schemeClr val="dk1"/>
                        </a:solidFill>
                        <a:effectLst/>
                        <a:latin typeface="+mn-lt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Ótimo</a:t>
                      </a:r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fontAlgn="ctr"/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Ótimo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Ótimo</a:t>
                      </a: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Bom</a:t>
                      </a: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Ótimo</a:t>
                      </a: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Ótimo</a:t>
                      </a: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912177"/>
                  </a:ext>
                </a:extLst>
              </a:tr>
              <a:tr h="554843"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A</a:t>
                      </a:r>
                      <a:r>
                        <a:rPr lang="pt-BR" sz="1200" b="1" i="0" u="none" strike="noStrike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 equipe do projeto da </a:t>
                      </a:r>
                      <a:r>
                        <a:rPr lang="pt-BR" sz="1200" b="1" i="0" u="none" strike="noStrike" baseline="0" dirty="0" err="1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Chacon</a:t>
                      </a:r>
                      <a:r>
                        <a:rPr lang="pt-BR" sz="1200" b="1" i="0" u="none" strike="noStrike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 Consultoria?</a:t>
                      </a:r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830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1" i="0" u="none" strike="noStrike" dirty="0">
                        <a:solidFill>
                          <a:schemeClr val="dk1"/>
                        </a:solidFill>
                        <a:effectLst/>
                        <a:latin typeface="+mn-lt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Ótimo</a:t>
                      </a:r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fontAlgn="ctr"/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Ótimo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Ótimo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Ótimo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Ótimo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Ótimo</a:t>
                      </a: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8132858"/>
                  </a:ext>
                </a:extLst>
              </a:tr>
              <a:tr h="554843"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Conteúdo</a:t>
                      </a:r>
                      <a:r>
                        <a:rPr lang="pt-BR" sz="1200" b="1" i="0" u="none" strike="noStrike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 apresentado na reunião de Encerramento do projeto?</a:t>
                      </a:r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830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1" i="0" u="none" strike="noStrike" dirty="0">
                        <a:solidFill>
                          <a:schemeClr val="dk1"/>
                        </a:solidFill>
                        <a:effectLst/>
                        <a:latin typeface="+mn-lt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Ótimo</a:t>
                      </a:r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fontAlgn="ctr"/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Ótimo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Bom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Ótimo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Ótimo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Ótimo</a:t>
                      </a: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8498026"/>
                  </a:ext>
                </a:extLst>
              </a:tr>
              <a:tr h="556013"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 data</a:t>
                      </a:r>
                      <a:r>
                        <a:rPr lang="pt-BR" sz="12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de entrega do projeto atendeu sua expectativa ?</a:t>
                      </a:r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830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Sim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Sim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Sim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Sim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1770349"/>
                  </a:ext>
                </a:extLst>
              </a:tr>
              <a:tr h="556013"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O(s) produtos(s) e/ou</a:t>
                      </a:r>
                      <a:r>
                        <a:rPr lang="pt-BR" sz="12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pt-BR" sz="1200" b="1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entregável</a:t>
                      </a:r>
                      <a:r>
                        <a:rPr lang="pt-BR" sz="12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</a:t>
                      </a:r>
                      <a:r>
                        <a:rPr lang="pt-BR" sz="1200" b="1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</a:t>
                      </a:r>
                      <a:r>
                        <a:rPr lang="pt-BR" sz="12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 do projeto atendeu sua expectativa? </a:t>
                      </a:r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830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Sim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Sim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Sim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Sim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383267"/>
                  </a:ext>
                </a:extLst>
              </a:tr>
              <a:tr h="554843"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Você indicaria a </a:t>
                      </a:r>
                      <a:r>
                        <a:rPr lang="pt-BR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Chacon</a:t>
                      </a:r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consultoria?</a:t>
                      </a:r>
                    </a:p>
                  </a:txBody>
                  <a:tcPr marL="134830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Sim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Sim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Sim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Sim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491" marR="7491" marT="7491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16903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5603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-14034" y="0"/>
            <a:ext cx="8834506" cy="648494"/>
          </a:xfrm>
        </p:spPr>
        <p:txBody>
          <a:bodyPr>
            <a:normAutofit fontScale="90000"/>
          </a:bodyPr>
          <a:lstStyle/>
          <a:p>
            <a:r>
              <a:rPr lang="pt-BR" i="1" dirty="0"/>
              <a:t>Relatório de Encerramento do projeto </a:t>
            </a:r>
            <a:r>
              <a:rPr lang="pt-BR" i="1" dirty="0" err="1"/>
              <a:t>Assessment</a:t>
            </a:r>
            <a:r>
              <a:rPr lang="pt-BR" i="1" dirty="0"/>
              <a:t>  N1 </a:t>
            </a:r>
            <a:endParaRPr lang="pt-BR" dirty="0"/>
          </a:p>
        </p:txBody>
      </p:sp>
      <p:cxnSp>
        <p:nvCxnSpPr>
          <p:cNvPr id="5" name="Conector reto 4"/>
          <p:cNvCxnSpPr/>
          <p:nvPr/>
        </p:nvCxnSpPr>
        <p:spPr>
          <a:xfrm>
            <a:off x="4588498" y="476672"/>
            <a:ext cx="0" cy="576064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m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562372"/>
            <a:ext cx="4464496" cy="5419241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4997" y="562372"/>
            <a:ext cx="4416563" cy="5419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185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-14034" y="0"/>
            <a:ext cx="8834506" cy="648494"/>
          </a:xfrm>
        </p:spPr>
        <p:txBody>
          <a:bodyPr>
            <a:normAutofit fontScale="90000"/>
          </a:bodyPr>
          <a:lstStyle/>
          <a:p>
            <a:r>
              <a:rPr lang="pt-BR" i="1" dirty="0"/>
              <a:t>Relatório de Encerramento do projeto </a:t>
            </a:r>
            <a:r>
              <a:rPr lang="pt-BR" i="1" dirty="0" err="1"/>
              <a:t>Assessment</a:t>
            </a:r>
            <a:r>
              <a:rPr lang="pt-BR" i="1" dirty="0"/>
              <a:t>  N1 </a:t>
            </a:r>
            <a:endParaRPr lang="pt-BR" dirty="0"/>
          </a:p>
        </p:txBody>
      </p:sp>
      <p:cxnSp>
        <p:nvCxnSpPr>
          <p:cNvPr id="5" name="Conector reto 4"/>
          <p:cNvCxnSpPr/>
          <p:nvPr/>
        </p:nvCxnSpPr>
        <p:spPr>
          <a:xfrm>
            <a:off x="4588498" y="476672"/>
            <a:ext cx="0" cy="576064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m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576894"/>
            <a:ext cx="4392488" cy="5516402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4997" y="576894"/>
            <a:ext cx="4554065" cy="551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915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-14034" y="0"/>
            <a:ext cx="8834506" cy="648494"/>
          </a:xfrm>
        </p:spPr>
        <p:txBody>
          <a:bodyPr>
            <a:normAutofit fontScale="90000"/>
          </a:bodyPr>
          <a:lstStyle/>
          <a:p>
            <a:r>
              <a:rPr lang="pt-BR" i="1" dirty="0"/>
              <a:t>Relatório de Encerramento do projeto </a:t>
            </a:r>
            <a:r>
              <a:rPr lang="pt-BR" i="1" dirty="0" err="1"/>
              <a:t>Assessment</a:t>
            </a:r>
            <a:r>
              <a:rPr lang="pt-BR" i="1" dirty="0"/>
              <a:t>  N1 </a:t>
            </a:r>
            <a:endParaRPr lang="pt-BR" dirty="0"/>
          </a:p>
        </p:txBody>
      </p:sp>
      <p:cxnSp>
        <p:nvCxnSpPr>
          <p:cNvPr id="5" name="Conector reto 4"/>
          <p:cNvCxnSpPr/>
          <p:nvPr/>
        </p:nvCxnSpPr>
        <p:spPr>
          <a:xfrm>
            <a:off x="4588498" y="476672"/>
            <a:ext cx="0" cy="576064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m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75" y="584684"/>
            <a:ext cx="4464496" cy="5544616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9405" y="584683"/>
            <a:ext cx="4353512" cy="5544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558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b="1" dirty="0"/>
              <a:t>Obrigado!</a:t>
            </a: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4"/>
          </p:nvPr>
        </p:nvSpPr>
        <p:spPr>
          <a:xfrm>
            <a:off x="395287" y="5085184"/>
            <a:ext cx="3816674" cy="1440160"/>
          </a:xfrm>
          <a:ln>
            <a:solidFill>
              <a:schemeClr val="bg1">
                <a:lumMod val="65000"/>
              </a:schemeClr>
            </a:solidFill>
            <a:prstDash val="sysDash"/>
          </a:ln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pt-B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Elaborado por:</a:t>
            </a:r>
          </a:p>
          <a:p>
            <a:pPr marL="540000" indent="-288000">
              <a:buFont typeface="Wingdings" panose="05000000000000000000" pitchFamily="2" charset="2"/>
              <a:buChar char="q"/>
            </a:pPr>
            <a:r>
              <a:rPr lang="pt-B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Jorge Maluf</a:t>
            </a:r>
          </a:p>
          <a:p>
            <a:pPr marL="540000" indent="-288000">
              <a:buFont typeface="Wingdings" panose="05000000000000000000" pitchFamily="2" charset="2"/>
              <a:buChar char="q"/>
            </a:pPr>
            <a:r>
              <a:rPr lang="pt-B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Tânia Ferro</a:t>
            </a:r>
          </a:p>
          <a:p>
            <a:pPr marL="540000" indent="-288000">
              <a:buFont typeface="Wingdings" panose="05000000000000000000" pitchFamily="2" charset="2"/>
              <a:buChar char="q"/>
            </a:pPr>
            <a:r>
              <a:rPr lang="pt-B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André Santos</a:t>
            </a:r>
          </a:p>
        </p:txBody>
      </p:sp>
    </p:spTree>
    <p:extLst>
      <p:ext uri="{BB962C8B-B14F-4D97-AF65-F5344CB8AC3E}">
        <p14:creationId xmlns:p14="http://schemas.microsoft.com/office/powerpoint/2010/main" val="188958995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</Words>
  <Application>Microsoft Office PowerPoint</Application>
  <PresentationFormat>Apresentação na tela (4:3)</PresentationFormat>
  <Paragraphs>104</Paragraphs>
  <Slides>7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2" baseType="lpstr">
      <vt:lpstr>Arial</vt:lpstr>
      <vt:lpstr>Calibri</vt:lpstr>
      <vt:lpstr>Segoe UI</vt:lpstr>
      <vt:lpstr>Wingdings</vt:lpstr>
      <vt:lpstr>Tema do Office</vt:lpstr>
      <vt:lpstr>Relatório de Satisfação de Entrega de Projeto</vt:lpstr>
      <vt:lpstr>Resultado de Satisfação do projeto Assessment N1</vt:lpstr>
      <vt:lpstr>Avaliação de Entrega do projeto Assessment N1</vt:lpstr>
      <vt:lpstr>Relatório de Encerramento do projeto Assessment  N1 </vt:lpstr>
      <vt:lpstr>Relatório de Encerramento do projeto Assessment  N1 </vt:lpstr>
      <vt:lpstr>Relatório de Encerramento do projeto Assessment  N1 </vt:lpstr>
      <vt:lpstr>Obrigado!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Status Report Modelo</dc:title>
  <dc:subject>CHACON Consultoria</dc:subject>
  <dc:creator/>
  <cp:lastModifiedBy/>
  <cp:revision>49</cp:revision>
  <dcterms:created xsi:type="dcterms:W3CDTF">2015-07-21T09:22:26Z</dcterms:created>
  <dcterms:modified xsi:type="dcterms:W3CDTF">2016-08-19T12:37:13Z</dcterms:modified>
</cp:coreProperties>
</file>