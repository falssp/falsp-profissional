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39" r:id="rId3"/>
    <p:sldId id="372" r:id="rId4"/>
    <p:sldId id="373" r:id="rId5"/>
    <p:sldId id="377" r:id="rId6"/>
    <p:sldId id="378" r:id="rId7"/>
    <p:sldId id="374" r:id="rId8"/>
    <p:sldId id="375" r:id="rId9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9CCFF"/>
    <a:srgbClr val="00FF00"/>
    <a:srgbClr val="D0462D"/>
    <a:srgbClr val="EE6829"/>
    <a:srgbClr val="F57124"/>
    <a:srgbClr val="F68E1E"/>
    <a:srgbClr val="FF9900"/>
    <a:srgbClr val="FF6600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302" y="48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906" y="5642584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 Operações de TI</a:t>
            </a: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Agosto/2016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85" y="4029095"/>
            <a:ext cx="1518363" cy="1518363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96287"/>
            <a:ext cx="5600161" cy="52628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 indent="36000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N1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– Procedimentos EDI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Procedimentos Gestão de Acesso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Procedimentos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Promoção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Procedimentos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Procedimentos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Procedimentos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Microinformática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– Procedimentos 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Site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Sumário</a:t>
            </a:r>
          </a:p>
        </p:txBody>
      </p:sp>
      <p:pic>
        <p:nvPicPr>
          <p:cNvPr id="1026" name="Picture 2" descr="http://www.camarasarapui.sp.gov.br/wp-content/uploads/2016/06/47ED4EBA-A80D-DBEE-DBAE-C2AE66C403E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30" y="2028853"/>
            <a:ext cx="2945642" cy="29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Procedimentos EDI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00713"/>
              </p:ext>
            </p:extLst>
          </p:nvPr>
        </p:nvGraphicFramePr>
        <p:xfrm>
          <a:off x="505856" y="1180747"/>
          <a:ext cx="8586852" cy="50182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64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288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356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5851"/>
              </a:tblGrid>
              <a:tr h="4235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125-Arquivo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126-Atraso no 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128-Arquivo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129-Atraso no 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Represar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134- Represar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co-branded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136-Arquivo co-branded.doc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um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diário para os diretores.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180-Enviar 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</a:t>
                      </a:r>
                      <a:r>
                        <a:rPr lang="pt-BR" sz="1200" b="0" i="1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diário para os Diretores.doc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Liberar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185- Liberar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688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arquivo EDI.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186-Enviar arquivo EDI.doc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arquivos de cartões.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189-Disponibilizar arquivos de cartões.doc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Monitorar 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retro crédito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dos clientes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194-Monitoramento Retro Crédito.doc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732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Gestão de Acesso 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1975"/>
              </p:ext>
            </p:extLst>
          </p:nvPr>
        </p:nvGraphicFramePr>
        <p:xfrm>
          <a:off x="505856" y="1195261"/>
          <a:ext cx="8897452" cy="40694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99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59079"/>
              </a:tblGrid>
              <a:tr h="4057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431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153-Criar usuário no Jira.doc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154-Desativar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Conceder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171-Conceder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VPN.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173-Revogar Acesso VPN.doc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809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174-Revogação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Perfil de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175-Alterar Perfil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188-Alterar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do perfil no BI.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206-Alterar perfil de usuário no BI.doc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012-Criar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9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Promoção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53984"/>
              </p:ext>
            </p:extLst>
          </p:nvPr>
        </p:nvGraphicFramePr>
        <p:xfrm>
          <a:off x="505856" y="1180747"/>
          <a:ext cx="8897452" cy="31990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418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71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072-Cadastrar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vigência de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073-Alterar vigência de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076-Cadastrar Novo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077-Manutenção de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Víncular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Novo Parceiro (Não Aéreo) x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104-Víncular Novo Parceiro (Não Aéreo) x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 vigência de Produto para um Parceiro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184-Alterar a vigência de Produto para um Parceiro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mapa de distância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200-Cadastrar mapa de distância.doc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16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Siebel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34803"/>
              </p:ext>
            </p:extLst>
          </p:nvPr>
        </p:nvGraphicFramePr>
        <p:xfrm>
          <a:off x="505856" y="1180747"/>
          <a:ext cx="8897452" cy="39911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434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55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Dificuldades na utilização do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no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da recorrência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088-Monitoramento da recorrência.doc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Clube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102-Erros relacionados ao Club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(MENOS indisponibilidade)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107-Erros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Pay.doc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108-Indisponibilidade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Participante cancelou 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efetuar o cancelamento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143-Participante cancelou o clube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Criação de responsabilidade de usuário no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190-Criação de responsabilidade de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data de voucher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207-Alterar data de voucher.doc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1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778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Infraestrutura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636295"/>
              </p:ext>
            </p:extLst>
          </p:nvPr>
        </p:nvGraphicFramePr>
        <p:xfrm>
          <a:off x="505856" y="1180747"/>
          <a:ext cx="8897452" cy="4557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709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8108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Aplicação (Bus, Portal 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Microserviços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via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ambiente de DEV / HOM.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03-Executar Deploy de Aplicação.doc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da aplicação.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07-Monitoração de integração.doc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011-Erro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de Certificado.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015-Monitoramento de Certificado.doc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agendamento de start-stop de Ambiente.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017-Alterar agendamento de start-stop de Ambiente.doc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40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Log.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028-Disponibilizar Log.doc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Sincronizar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037-Sincronizar Bucket.doc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Falha de acesso a internet escritório.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046-Falha de acesso a internet escritório.doc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Problemas entre a conexão Smiles de rede (tivit, aws e oracle).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063-Problemas entre a conexão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rede (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escritório e oracle).doc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novo certificado digital.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193-Criar um novo certificado digital.doc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818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Microinformática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93471"/>
              </p:ext>
            </p:extLst>
          </p:nvPr>
        </p:nvGraphicFramePr>
        <p:xfrm>
          <a:off x="505856" y="1180747"/>
          <a:ext cx="8897452" cy="23766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87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96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9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01022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Solicitar ramal para o usuário (funcionário ou terceiro)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038-Solicitar ramal para o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039-Alterar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Usuário não consegue navegar em um site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047-Usuário não consegue navegar em um site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195-Criar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o display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196-Alterar o display name.doc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5233</TotalTime>
  <Words>939</Words>
  <PresentationFormat>Personalizar</PresentationFormat>
  <Paragraphs>267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2016-08-17T18:17:07Z</dcterms:modified>
</cp:coreProperties>
</file>