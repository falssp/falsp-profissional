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39" r:id="rId2"/>
    <p:sldId id="341" r:id="rId3"/>
    <p:sldId id="342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504" y="-301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57828"/>
            <a:ext cx="476975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Vem aí a Central de Serviços de TI!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a Diretoria de TI 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fará o lançamento de seu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5775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236314" y="3646708"/>
            <a:ext cx="306000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satisfação dos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Permitir controle de todas as ocorrências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conformidade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eficiência na gestão através de indicadores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definidos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478218" y="3646708"/>
            <a:ext cx="31619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estamos fazendo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do Catálogo de Serviços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Novos fluxos de Atendimento</a:t>
            </a:r>
            <a:endParaRPr lang="en-US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abertura de chamados no JIRA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Definições de Prioridades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atendimento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Materiais de Consulta e orientação aos 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0314" y="3599520"/>
            <a:ext cx="396000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6111290" y="354205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236313" y="6718145"/>
            <a:ext cx="64038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fácil e mais intuitiva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nos atendimentos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Rastreabilidade de todas as ocorrências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36313" y="7917406"/>
            <a:ext cx="640383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decorrer desta semana ocorrerão sessões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às convocações, datas e horários e compareça! Sua presença é fundamental. 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48" y="6582606"/>
            <a:ext cx="504000" cy="504000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7377041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15.Dez</a:t>
            </a:r>
          </a:p>
        </p:txBody>
      </p:sp>
      <p:sp>
        <p:nvSpPr>
          <p:cNvPr id="2" name="CaixaDeTexto 1"/>
          <p:cNvSpPr txBox="1"/>
          <p:nvPr/>
        </p:nvSpPr>
        <p:spPr>
          <a:xfrm rot="20716652">
            <a:off x="2062825" y="4942968"/>
            <a:ext cx="2466975" cy="1323439"/>
          </a:xfrm>
          <a:prstGeom prst="rect">
            <a:avLst/>
          </a:prstGeom>
          <a:solidFill>
            <a:schemeClr val="bg1">
              <a:alpha val="7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6600"/>
                </a:solidFill>
              </a:rPr>
              <a:t>Publicado em 15.Dez</a:t>
            </a:r>
            <a:endParaRPr lang="en-US" sz="4000" b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95542" y="3740748"/>
            <a:ext cx="64038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 de Atendimento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será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sempre pelo JIRA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analisar 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 do chamado on-line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incluir comentários e até novos anexos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realizar 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Avaliação de Satisfação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resolução do chamado com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apenas dois cliques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Abaixo, demostramos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nossos </a:t>
            </a:r>
            <a:r>
              <a:rPr lang="pt-BR" sz="16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endParaRPr lang="pt-BR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55192" y="8760988"/>
            <a:ext cx="640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Aguarde. Começa dia 21, está perto!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18.Dez</a:t>
            </a:r>
          </a:p>
        </p:txBody>
      </p:sp>
      <p:grpSp>
        <p:nvGrpSpPr>
          <p:cNvPr id="4" name="Agrupar 3"/>
          <p:cNvGrpSpPr>
            <a:grpSpLocks noChangeAspect="1"/>
          </p:cNvGrpSpPr>
          <p:nvPr/>
        </p:nvGrpSpPr>
        <p:grpSpPr>
          <a:xfrm>
            <a:off x="5211457" y="3307469"/>
            <a:ext cx="1260000" cy="1260000"/>
            <a:chOff x="-4743968" y="795076"/>
            <a:chExt cx="6858000" cy="6858000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3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grpSp>
        <p:nvGrpSpPr>
          <p:cNvPr id="11" name="Agrupar 10"/>
          <p:cNvGrpSpPr>
            <a:grpSpLocks noChangeAspect="1"/>
          </p:cNvGrpSpPr>
          <p:nvPr/>
        </p:nvGrpSpPr>
        <p:grpSpPr>
          <a:xfrm>
            <a:off x="547029" y="6374132"/>
            <a:ext cx="6012000" cy="2065080"/>
            <a:chOff x="145909" y="1950781"/>
            <a:chExt cx="6564831" cy="2254977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909" y="1950781"/>
              <a:ext cx="6564831" cy="2254977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5030" y="2036607"/>
              <a:ext cx="614349" cy="614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87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2" y="3378798"/>
            <a:ext cx="611000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Preciso de prioridade no meu chamado.</a:t>
            </a:r>
          </a:p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 agora?</a:t>
            </a:r>
            <a:endParaRPr lang="pt-BR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Agora que você já sabe quais são os nossos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apresentados em nosso último Boletim, pode surgir a dúvida: </a:t>
            </a:r>
          </a:p>
          <a:p>
            <a:pPr algn="ctr">
              <a:spcAft>
                <a:spcPts val="12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pt-BR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faço para pedir prioridade do meu chamado, caso seja uma “emergência”?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definição, a Central de Serviços de TI trabalha orientada aos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estabelecidos, porém, temos ciência que algumas  situações exigem uma dedicação diferenciada (urgência), o que deve ser tratado caso-a-caso.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conta disso,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apresentamos abaixo nosso modelo de escalonamento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que você possa requisitar a priorização de seu chamado, sempre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justificando com argumentação adequada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sua necessidade.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435774" y="7786931"/>
            <a:ext cx="422531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3º Em caso negativo, acionar </a:t>
            </a:r>
            <a:r>
              <a:rPr lang="pt-BR" sz="14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TÚLIO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Maia</a:t>
            </a:r>
          </a:p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2º Em caso negativo, acionar </a:t>
            </a:r>
            <a:r>
              <a:rPr lang="pt-BR" sz="14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ADRIANO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Barbosa</a:t>
            </a:r>
          </a:p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1º Acionar </a:t>
            </a:r>
            <a:r>
              <a:rPr lang="pt-BR" sz="14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NEI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b="1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Henckes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8.Dez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976" y="3161799"/>
            <a:ext cx="1308043" cy="1308043"/>
          </a:xfrm>
          <a:prstGeom prst="rect">
            <a:avLst/>
          </a:prstGeom>
        </p:spPr>
      </p:pic>
      <p:pic>
        <p:nvPicPr>
          <p:cNvPr id="1026" name="Picture 2" descr="http://cdn.mysitemyway.com/etc-mysitemyway/icons/legacy-previews/icons/3d-transparent-glass-icons-people-things/059562-3d-transparent-glass-icon-people-things-stair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5" y="7323040"/>
            <a:ext cx="2586015" cy="258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/>
          <p:cNvCxnSpPr/>
          <p:nvPr/>
        </p:nvCxnSpPr>
        <p:spPr>
          <a:xfrm flipV="1">
            <a:off x="292567" y="8103616"/>
            <a:ext cx="457200" cy="5715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050237" y="8919888"/>
            <a:ext cx="329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b="1" dirty="0" smtClean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sua colaboração no sentido de respeitar a ordem de escalonamento</a:t>
            </a:r>
            <a:endParaRPr lang="pt-BR" sz="1100" dirty="0" smtClean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2" name="Picture 8" descr="http://i.huffpost.com/gen/1853989/thumbs/o-WINKY-FACE-570.jpg?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933" y="9018833"/>
            <a:ext cx="288000" cy="29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3283</TotalTime>
  <Words>400</Words>
  <Application>Microsoft Office PowerPoint</Application>
  <PresentationFormat>Papel A4 (210 x 297 mm)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259</cp:revision>
  <dcterms:created xsi:type="dcterms:W3CDTF">2014-01-24T21:35:00Z</dcterms:created>
  <dcterms:modified xsi:type="dcterms:W3CDTF">2015-12-15T18:21:12Z</dcterms:modified>
</cp:coreProperties>
</file>