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338" r:id="rId3"/>
    <p:sldId id="343" r:id="rId4"/>
    <p:sldId id="342" r:id="rId5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462D"/>
    <a:srgbClr val="F57124"/>
    <a:srgbClr val="F68E1E"/>
    <a:srgbClr val="99CCFF"/>
    <a:srgbClr val="FF9900"/>
    <a:srgbClr val="000000"/>
    <a:srgbClr val="FF66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>
        <p:scale>
          <a:sx n="81" d="100"/>
          <a:sy n="81" d="100"/>
        </p:scale>
        <p:origin x="-792" y="108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BD8EEE-5EAC-4ACB-A5CB-4EC11AF34169}" type="doc">
      <dgm:prSet loTypeId="urn:microsoft.com/office/officeart/2005/8/layout/chevron1" loCatId="process" qsTypeId="urn:microsoft.com/office/officeart/2005/8/quickstyle/simple1" qsCatId="simple" csTypeId="urn:microsoft.com/office/officeart/2005/8/colors/accent4_2" csCatId="accent4" phldr="1"/>
      <dgm:spPr/>
    </dgm:pt>
    <dgm:pt modelId="{203F4424-6A03-46B4-AA53-F416B555D965}">
      <dgm:prSet phldrT="[Texto]" custT="1"/>
      <dgm:spPr/>
      <dgm:t>
        <a:bodyPr/>
        <a:lstStyle/>
        <a:p>
          <a:r>
            <a:rPr lang="pt-BR" sz="1400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Jul</a:t>
          </a: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/15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D552DC6-4F78-4D4F-A6D8-8A2BDC4A0B4F}" type="parTrans" cxnId="{E571B03D-2328-4ACD-B4EA-4379E733E602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45F6733-BF21-4D20-9CE6-C6132B8513F4}" type="sibTrans" cxnId="{E571B03D-2328-4ACD-B4EA-4379E733E602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515B516-91D9-41CB-A66B-834065F259B9}">
      <dgm:prSet phldrT="[Texto]" custT="1"/>
      <dgm:spPr/>
      <dgm:t>
        <a:bodyPr/>
        <a:lstStyle/>
        <a:p>
          <a:r>
            <a:rPr lang="pt-BR" sz="1400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Nov</a:t>
          </a: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/15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ADFE67F8-D8A1-4A32-9A16-59A09CBF1EA2}" type="parTrans" cxnId="{5F6EF1D6-2FDB-43B5-8252-9473A351CD62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69DF602-E0FB-48B6-97F6-1EE3CC37A411}" type="sibTrans" cxnId="{5F6EF1D6-2FDB-43B5-8252-9473A351CD62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7AA9C27-7F7C-4B09-BCED-BF508BC90DA5}">
      <dgm:prSet phldrT="[Texto]" custT="1"/>
      <dgm:spPr/>
      <dgm:t>
        <a:bodyPr/>
        <a:lstStyle/>
        <a:p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Dez/15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36DD897-94E3-49E1-A1C2-9C7342CFE3CB}" type="parTrans" cxnId="{001D692D-028F-44FD-9898-3146D4F49845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F9A7E47-6DB7-4299-8C3E-F8DCB12443C4}" type="sibTrans" cxnId="{001D692D-028F-44FD-9898-3146D4F49845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3B80EB7-16FD-418E-AF0C-2BF1C0C7FE32}">
      <dgm:prSet phldrT="[Texto]" custT="1"/>
      <dgm:spPr/>
      <dgm:t>
        <a:bodyPr/>
        <a:lstStyle/>
        <a:p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Jan/16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31C05C0-DF08-41CA-87BF-EA4C8DAA6B3B}" type="parTrans" cxnId="{96808FBD-6D1A-4E6E-AD51-4409DBCC115C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84C37AC-FEB2-4A69-B30F-99BE4C61569B}" type="sibTrans" cxnId="{96808FBD-6D1A-4E6E-AD51-4409DBCC115C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7182E98-898D-46FE-816D-BAEE8C389F03}">
      <dgm:prSet phldrT="[Texto]" custT="1"/>
      <dgm:spPr/>
      <dgm:t>
        <a:bodyPr/>
        <a:lstStyle/>
        <a:p>
          <a:r>
            <a:rPr lang="pt-BR" sz="1400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Fev</a:t>
          </a: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/16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D4866E21-1CCC-4ACA-9F28-65F796FDC9EB}" type="parTrans" cxnId="{14BAF40C-8D04-4D1E-B7D9-9A5E976CE7FF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382B7821-13C7-4559-9FC4-B71D04FE4013}" type="sibTrans" cxnId="{14BAF40C-8D04-4D1E-B7D9-9A5E976CE7FF}">
      <dgm:prSet/>
      <dgm:spPr/>
      <dgm:t>
        <a:bodyPr/>
        <a:lstStyle/>
        <a:p>
          <a:endParaRPr lang="pt-BR" sz="1600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BAA1562-FBB2-4F22-A7F1-12EEC4D46CAF}">
      <dgm:prSet phldrT="[Texto]" custT="1"/>
      <dgm:spPr/>
      <dgm:t>
        <a:bodyPr/>
        <a:lstStyle/>
        <a:p>
          <a:r>
            <a:rPr lang="pt-BR" sz="1400" b="1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Ago</a:t>
          </a:r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/15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54C72381-9208-428F-8D45-050078A6BE3F}" type="parTrans" cxnId="{7337976D-2DA7-4FB8-B3B7-CB568F0B2519}">
      <dgm:prSet/>
      <dgm:spPr/>
      <dgm:t>
        <a:bodyPr/>
        <a:lstStyle/>
        <a:p>
          <a:endParaRPr lang="pt-BR"/>
        </a:p>
      </dgm:t>
    </dgm:pt>
    <dgm:pt modelId="{1BF83B42-39CB-4501-9929-D85B6BB041CB}" type="sibTrans" cxnId="{7337976D-2DA7-4FB8-B3B7-CB568F0B2519}">
      <dgm:prSet/>
      <dgm:spPr/>
      <dgm:t>
        <a:bodyPr/>
        <a:lstStyle/>
        <a:p>
          <a:endParaRPr lang="pt-BR"/>
        </a:p>
      </dgm:t>
    </dgm:pt>
    <dgm:pt modelId="{2A0395B1-B655-4757-A3C0-B8C08FC4990D}">
      <dgm:prSet phldrT="[Texto]" custT="1"/>
      <dgm:spPr/>
      <dgm:t>
        <a:bodyPr/>
        <a:lstStyle/>
        <a:p>
          <a:r>
            <a:rPr lang="pt-BR" sz="1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Set/15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6AC155B6-B4FD-456A-B0DF-E6647B60927F}" type="parTrans" cxnId="{3B265C5F-9DC5-41E9-903C-A51F1065FE11}">
      <dgm:prSet/>
      <dgm:spPr/>
      <dgm:t>
        <a:bodyPr/>
        <a:lstStyle/>
        <a:p>
          <a:endParaRPr lang="pt-BR"/>
        </a:p>
      </dgm:t>
    </dgm:pt>
    <dgm:pt modelId="{F0B076E1-1008-49B0-BF8E-8A43814847CB}" type="sibTrans" cxnId="{3B265C5F-9DC5-41E9-903C-A51F1065FE11}">
      <dgm:prSet/>
      <dgm:spPr/>
      <dgm:t>
        <a:bodyPr/>
        <a:lstStyle/>
        <a:p>
          <a:endParaRPr lang="pt-BR"/>
        </a:p>
      </dgm:t>
    </dgm:pt>
    <dgm:pt modelId="{7F8660DB-29E9-4E14-8292-C7B003A6D543}">
      <dgm:prSet phldrT="[Texto]" custT="1"/>
      <dgm:spPr/>
      <dgm:t>
        <a:bodyPr/>
        <a:lstStyle/>
        <a:p>
          <a:r>
            <a:rPr lang="pt-BR" sz="1400" b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Out/15</a:t>
          </a:r>
          <a:endParaRPr lang="pt-BR" sz="14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2B27822-F772-4AFD-9841-0796B80A4EC7}" type="parTrans" cxnId="{088E97F0-3D2D-4BAB-8C71-BB8127643B13}">
      <dgm:prSet/>
      <dgm:spPr/>
      <dgm:t>
        <a:bodyPr/>
        <a:lstStyle/>
        <a:p>
          <a:endParaRPr lang="pt-BR"/>
        </a:p>
      </dgm:t>
    </dgm:pt>
    <dgm:pt modelId="{4D87AE34-8E83-40B6-A4EF-66A098F81F59}" type="sibTrans" cxnId="{088E97F0-3D2D-4BAB-8C71-BB8127643B13}">
      <dgm:prSet/>
      <dgm:spPr/>
      <dgm:t>
        <a:bodyPr/>
        <a:lstStyle/>
        <a:p>
          <a:endParaRPr lang="pt-BR"/>
        </a:p>
      </dgm:t>
    </dgm:pt>
    <dgm:pt modelId="{F6290B4D-2087-4FCD-891E-E9D7206508DB}" type="pres">
      <dgm:prSet presAssocID="{BBBD8EEE-5EAC-4ACB-A5CB-4EC11AF34169}" presName="Name0" presStyleCnt="0">
        <dgm:presLayoutVars>
          <dgm:dir/>
          <dgm:animLvl val="lvl"/>
          <dgm:resizeHandles val="exact"/>
        </dgm:presLayoutVars>
      </dgm:prSet>
      <dgm:spPr/>
    </dgm:pt>
    <dgm:pt modelId="{1F8DB603-555B-4871-8676-102FB645DCB1}" type="pres">
      <dgm:prSet presAssocID="{203F4424-6A03-46B4-AA53-F416B555D965}" presName="parTxOnly" presStyleLbl="node1" presStyleIdx="0" presStyleCnt="8" custLinFactNeighborX="-821" custLinFactNeighborY="-215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6EADD3B-6234-4DDD-B07D-717D0A04DB9D}" type="pres">
      <dgm:prSet presAssocID="{445F6733-BF21-4D20-9CE6-C6132B8513F4}" presName="parTxOnlySpace" presStyleCnt="0"/>
      <dgm:spPr/>
    </dgm:pt>
    <dgm:pt modelId="{6BC35E2D-33B7-4219-BEA0-A7ACF2E7F32C}" type="pres">
      <dgm:prSet presAssocID="{0BAA1562-FBB2-4F22-A7F1-12EEC4D46CAF}" presName="parTxOnly" presStyleLbl="node1" presStyleIdx="1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6446C04-19E2-4140-847B-366C734683D3}" type="pres">
      <dgm:prSet presAssocID="{1BF83B42-39CB-4501-9929-D85B6BB041CB}" presName="parTxOnlySpace" presStyleCnt="0"/>
      <dgm:spPr/>
    </dgm:pt>
    <dgm:pt modelId="{82AE87FC-A1AF-446F-9900-780BC50F9100}" type="pres">
      <dgm:prSet presAssocID="{2A0395B1-B655-4757-A3C0-B8C08FC4990D}" presName="parTxOnly" presStyleLbl="node1" presStyleIdx="2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BD3625A-EAA9-4359-9E03-FFBB27182428}" type="pres">
      <dgm:prSet presAssocID="{F0B076E1-1008-49B0-BF8E-8A43814847CB}" presName="parTxOnlySpace" presStyleCnt="0"/>
      <dgm:spPr/>
    </dgm:pt>
    <dgm:pt modelId="{18EE230E-934F-4FAF-92D0-B484B2DC3237}" type="pres">
      <dgm:prSet presAssocID="{7F8660DB-29E9-4E14-8292-C7B003A6D543}" presName="parTxOnly" presStyleLbl="node1" presStyleIdx="3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DC6801C-53A9-4C86-B923-D0F973787642}" type="pres">
      <dgm:prSet presAssocID="{4D87AE34-8E83-40B6-A4EF-66A098F81F59}" presName="parTxOnlySpace" presStyleCnt="0"/>
      <dgm:spPr/>
    </dgm:pt>
    <dgm:pt modelId="{C5376FE0-79CA-4533-AF28-F8315D09F747}" type="pres">
      <dgm:prSet presAssocID="{A515B516-91D9-41CB-A66B-834065F259B9}" presName="parTxOnly" presStyleLbl="node1" presStyleIdx="4" presStyleCnt="8" custLinFactNeighborX="2682" custLinFactNeighborY="-4441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CEBBDC0-98C9-4B2A-9CED-5552CB570245}" type="pres">
      <dgm:prSet presAssocID="{D69DF602-E0FB-48B6-97F6-1EE3CC37A411}" presName="parTxOnlySpace" presStyleCnt="0"/>
      <dgm:spPr/>
    </dgm:pt>
    <dgm:pt modelId="{C4706F8D-485C-4F91-8A83-AAA10BBD4814}" type="pres">
      <dgm:prSet presAssocID="{57AA9C27-7F7C-4B09-BCED-BF508BC90DA5}" presName="parTxOnly" presStyleLbl="node1" presStyleIdx="5" presStyleCnt="8" custLinFactNeighborX="2369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C99C8F2-65DF-4C12-857E-4F33C6E8489F}" type="pres">
      <dgm:prSet presAssocID="{FF9A7E47-6DB7-4299-8C3E-F8DCB12443C4}" presName="parTxOnlySpace" presStyleCnt="0"/>
      <dgm:spPr/>
    </dgm:pt>
    <dgm:pt modelId="{0ED638A2-2731-4F05-8F97-E0DD76FAC114}" type="pres">
      <dgm:prSet presAssocID="{03B80EB7-16FD-418E-AF0C-2BF1C0C7FE32}" presName="parTxOnly" presStyleLbl="node1" presStyleIdx="6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9AE5EF3-D127-4590-BDDB-0BFF6AC94396}" type="pres">
      <dgm:prSet presAssocID="{584C37AC-FEB2-4A69-B30F-99BE4C61569B}" presName="parTxOnlySpace" presStyleCnt="0"/>
      <dgm:spPr/>
    </dgm:pt>
    <dgm:pt modelId="{EFD92505-8603-47C2-A19C-2CA82EDD2289}" type="pres">
      <dgm:prSet presAssocID="{27182E98-898D-46FE-816D-BAEE8C389F03}" presName="parTxOnly" presStyleLbl="node1" presStyleIdx="7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9544E7B2-E3F4-4B03-88DE-6391C8FE1899}" type="presOf" srcId="{57AA9C27-7F7C-4B09-BCED-BF508BC90DA5}" destId="{C4706F8D-485C-4F91-8A83-AAA10BBD4814}" srcOrd="0" destOrd="0" presId="urn:microsoft.com/office/officeart/2005/8/layout/chevron1"/>
    <dgm:cxn modelId="{67B0C075-38C1-4AD6-B5D3-C4BF45539D1C}" type="presOf" srcId="{7F8660DB-29E9-4E14-8292-C7B003A6D543}" destId="{18EE230E-934F-4FAF-92D0-B484B2DC3237}" srcOrd="0" destOrd="0" presId="urn:microsoft.com/office/officeart/2005/8/layout/chevron1"/>
    <dgm:cxn modelId="{10DEC0B9-456D-41E9-A213-AC8669B523F3}" type="presOf" srcId="{27182E98-898D-46FE-816D-BAEE8C389F03}" destId="{EFD92505-8603-47C2-A19C-2CA82EDD2289}" srcOrd="0" destOrd="0" presId="urn:microsoft.com/office/officeart/2005/8/layout/chevron1"/>
    <dgm:cxn modelId="{E571B03D-2328-4ACD-B4EA-4379E733E602}" srcId="{BBBD8EEE-5EAC-4ACB-A5CB-4EC11AF34169}" destId="{203F4424-6A03-46B4-AA53-F416B555D965}" srcOrd="0" destOrd="0" parTransId="{8D552DC6-4F78-4D4F-A6D8-8A2BDC4A0B4F}" sibTransId="{445F6733-BF21-4D20-9CE6-C6132B8513F4}"/>
    <dgm:cxn modelId="{379C5C87-B877-4585-81C6-762DC5F996EA}" type="presOf" srcId="{A515B516-91D9-41CB-A66B-834065F259B9}" destId="{C5376FE0-79CA-4533-AF28-F8315D09F747}" srcOrd="0" destOrd="0" presId="urn:microsoft.com/office/officeart/2005/8/layout/chevron1"/>
    <dgm:cxn modelId="{EFC0FB3E-F00E-4635-9E28-D67682A40AA2}" type="presOf" srcId="{203F4424-6A03-46B4-AA53-F416B555D965}" destId="{1F8DB603-555B-4871-8676-102FB645DCB1}" srcOrd="0" destOrd="0" presId="urn:microsoft.com/office/officeart/2005/8/layout/chevron1"/>
    <dgm:cxn modelId="{123B57AF-E6E3-4765-83F6-5EEBF3787DEB}" type="presOf" srcId="{2A0395B1-B655-4757-A3C0-B8C08FC4990D}" destId="{82AE87FC-A1AF-446F-9900-780BC50F9100}" srcOrd="0" destOrd="0" presId="urn:microsoft.com/office/officeart/2005/8/layout/chevron1"/>
    <dgm:cxn modelId="{7337976D-2DA7-4FB8-B3B7-CB568F0B2519}" srcId="{BBBD8EEE-5EAC-4ACB-A5CB-4EC11AF34169}" destId="{0BAA1562-FBB2-4F22-A7F1-12EEC4D46CAF}" srcOrd="1" destOrd="0" parTransId="{54C72381-9208-428F-8D45-050078A6BE3F}" sibTransId="{1BF83B42-39CB-4501-9929-D85B6BB041CB}"/>
    <dgm:cxn modelId="{F336F9D7-5A7E-4578-B23C-24BB46685235}" type="presOf" srcId="{BBBD8EEE-5EAC-4ACB-A5CB-4EC11AF34169}" destId="{F6290B4D-2087-4FCD-891E-E9D7206508DB}" srcOrd="0" destOrd="0" presId="urn:microsoft.com/office/officeart/2005/8/layout/chevron1"/>
    <dgm:cxn modelId="{088E97F0-3D2D-4BAB-8C71-BB8127643B13}" srcId="{BBBD8EEE-5EAC-4ACB-A5CB-4EC11AF34169}" destId="{7F8660DB-29E9-4E14-8292-C7B003A6D543}" srcOrd="3" destOrd="0" parTransId="{92B27822-F772-4AFD-9841-0796B80A4EC7}" sibTransId="{4D87AE34-8E83-40B6-A4EF-66A098F81F59}"/>
    <dgm:cxn modelId="{5F6EF1D6-2FDB-43B5-8252-9473A351CD62}" srcId="{BBBD8EEE-5EAC-4ACB-A5CB-4EC11AF34169}" destId="{A515B516-91D9-41CB-A66B-834065F259B9}" srcOrd="4" destOrd="0" parTransId="{ADFE67F8-D8A1-4A32-9A16-59A09CBF1EA2}" sibTransId="{D69DF602-E0FB-48B6-97F6-1EE3CC37A411}"/>
    <dgm:cxn modelId="{91FC46E3-CAF4-4F32-A898-C25B53CA7D96}" type="presOf" srcId="{03B80EB7-16FD-418E-AF0C-2BF1C0C7FE32}" destId="{0ED638A2-2731-4F05-8F97-E0DD76FAC114}" srcOrd="0" destOrd="0" presId="urn:microsoft.com/office/officeart/2005/8/layout/chevron1"/>
    <dgm:cxn modelId="{3B265C5F-9DC5-41E9-903C-A51F1065FE11}" srcId="{BBBD8EEE-5EAC-4ACB-A5CB-4EC11AF34169}" destId="{2A0395B1-B655-4757-A3C0-B8C08FC4990D}" srcOrd="2" destOrd="0" parTransId="{6AC155B6-B4FD-456A-B0DF-E6647B60927F}" sibTransId="{F0B076E1-1008-49B0-BF8E-8A43814847CB}"/>
    <dgm:cxn modelId="{14BAF40C-8D04-4D1E-B7D9-9A5E976CE7FF}" srcId="{BBBD8EEE-5EAC-4ACB-A5CB-4EC11AF34169}" destId="{27182E98-898D-46FE-816D-BAEE8C389F03}" srcOrd="7" destOrd="0" parTransId="{D4866E21-1CCC-4ACA-9F28-65F796FDC9EB}" sibTransId="{382B7821-13C7-4559-9FC4-B71D04FE4013}"/>
    <dgm:cxn modelId="{96808FBD-6D1A-4E6E-AD51-4409DBCC115C}" srcId="{BBBD8EEE-5EAC-4ACB-A5CB-4EC11AF34169}" destId="{03B80EB7-16FD-418E-AF0C-2BF1C0C7FE32}" srcOrd="6" destOrd="0" parTransId="{931C05C0-DF08-41CA-87BF-EA4C8DAA6B3B}" sibTransId="{584C37AC-FEB2-4A69-B30F-99BE4C61569B}"/>
    <dgm:cxn modelId="{001D692D-028F-44FD-9898-3146D4F49845}" srcId="{BBBD8EEE-5EAC-4ACB-A5CB-4EC11AF34169}" destId="{57AA9C27-7F7C-4B09-BCED-BF508BC90DA5}" srcOrd="5" destOrd="0" parTransId="{236DD897-94E3-49E1-A1C2-9C7342CFE3CB}" sibTransId="{FF9A7E47-6DB7-4299-8C3E-F8DCB12443C4}"/>
    <dgm:cxn modelId="{90B31F40-E668-4B8E-AD80-C7C769D99C9C}" type="presOf" srcId="{0BAA1562-FBB2-4F22-A7F1-12EEC4D46CAF}" destId="{6BC35E2D-33B7-4219-BEA0-A7ACF2E7F32C}" srcOrd="0" destOrd="0" presId="urn:microsoft.com/office/officeart/2005/8/layout/chevron1"/>
    <dgm:cxn modelId="{C8B5069D-87D7-4764-8725-0D3B573A6DD6}" type="presParOf" srcId="{F6290B4D-2087-4FCD-891E-E9D7206508DB}" destId="{1F8DB603-555B-4871-8676-102FB645DCB1}" srcOrd="0" destOrd="0" presId="urn:microsoft.com/office/officeart/2005/8/layout/chevron1"/>
    <dgm:cxn modelId="{3514E742-4662-4E4D-8B1C-2AADDB6939D1}" type="presParOf" srcId="{F6290B4D-2087-4FCD-891E-E9D7206508DB}" destId="{66EADD3B-6234-4DDD-B07D-717D0A04DB9D}" srcOrd="1" destOrd="0" presId="urn:microsoft.com/office/officeart/2005/8/layout/chevron1"/>
    <dgm:cxn modelId="{6A7CFB8D-1B60-4B37-AD74-BEDD3C6839F0}" type="presParOf" srcId="{F6290B4D-2087-4FCD-891E-E9D7206508DB}" destId="{6BC35E2D-33B7-4219-BEA0-A7ACF2E7F32C}" srcOrd="2" destOrd="0" presId="urn:microsoft.com/office/officeart/2005/8/layout/chevron1"/>
    <dgm:cxn modelId="{DF54FB15-B261-469A-9F20-DA3D4C6DA9FD}" type="presParOf" srcId="{F6290B4D-2087-4FCD-891E-E9D7206508DB}" destId="{46446C04-19E2-4140-847B-366C734683D3}" srcOrd="3" destOrd="0" presId="urn:microsoft.com/office/officeart/2005/8/layout/chevron1"/>
    <dgm:cxn modelId="{0B6E3D36-59CE-4643-A5DB-9C433962CC08}" type="presParOf" srcId="{F6290B4D-2087-4FCD-891E-E9D7206508DB}" destId="{82AE87FC-A1AF-446F-9900-780BC50F9100}" srcOrd="4" destOrd="0" presId="urn:microsoft.com/office/officeart/2005/8/layout/chevron1"/>
    <dgm:cxn modelId="{FAD847CE-D7DE-4103-9320-351C7D462248}" type="presParOf" srcId="{F6290B4D-2087-4FCD-891E-E9D7206508DB}" destId="{EBD3625A-EAA9-4359-9E03-FFBB27182428}" srcOrd="5" destOrd="0" presId="urn:microsoft.com/office/officeart/2005/8/layout/chevron1"/>
    <dgm:cxn modelId="{7DB40E36-CCD8-439B-A762-3DBD93AA6D64}" type="presParOf" srcId="{F6290B4D-2087-4FCD-891E-E9D7206508DB}" destId="{18EE230E-934F-4FAF-92D0-B484B2DC3237}" srcOrd="6" destOrd="0" presId="urn:microsoft.com/office/officeart/2005/8/layout/chevron1"/>
    <dgm:cxn modelId="{3D8281A2-BEE8-43D4-AE10-B40C4B5D3D0B}" type="presParOf" srcId="{F6290B4D-2087-4FCD-891E-E9D7206508DB}" destId="{CDC6801C-53A9-4C86-B923-D0F973787642}" srcOrd="7" destOrd="0" presId="urn:microsoft.com/office/officeart/2005/8/layout/chevron1"/>
    <dgm:cxn modelId="{E08A8142-75FF-4F46-8D8A-9718CE4F28D7}" type="presParOf" srcId="{F6290B4D-2087-4FCD-891E-E9D7206508DB}" destId="{C5376FE0-79CA-4533-AF28-F8315D09F747}" srcOrd="8" destOrd="0" presId="urn:microsoft.com/office/officeart/2005/8/layout/chevron1"/>
    <dgm:cxn modelId="{8310A572-2292-4991-8E7D-A2A09E78270B}" type="presParOf" srcId="{F6290B4D-2087-4FCD-891E-E9D7206508DB}" destId="{0CEBBDC0-98C9-4B2A-9CED-5552CB570245}" srcOrd="9" destOrd="0" presId="urn:microsoft.com/office/officeart/2005/8/layout/chevron1"/>
    <dgm:cxn modelId="{71CAEFAB-6C51-4453-9234-6D3331B10F58}" type="presParOf" srcId="{F6290B4D-2087-4FCD-891E-E9D7206508DB}" destId="{C4706F8D-485C-4F91-8A83-AAA10BBD4814}" srcOrd="10" destOrd="0" presId="urn:microsoft.com/office/officeart/2005/8/layout/chevron1"/>
    <dgm:cxn modelId="{EA6389DA-235D-4465-919D-BE8933D52EB5}" type="presParOf" srcId="{F6290B4D-2087-4FCD-891E-E9D7206508DB}" destId="{EC99C8F2-65DF-4C12-857E-4F33C6E8489F}" srcOrd="11" destOrd="0" presId="urn:microsoft.com/office/officeart/2005/8/layout/chevron1"/>
    <dgm:cxn modelId="{4F26CEC4-1018-4374-82B7-2CB32DC8FFA0}" type="presParOf" srcId="{F6290B4D-2087-4FCD-891E-E9D7206508DB}" destId="{0ED638A2-2731-4F05-8F97-E0DD76FAC114}" srcOrd="12" destOrd="0" presId="urn:microsoft.com/office/officeart/2005/8/layout/chevron1"/>
    <dgm:cxn modelId="{662BA831-297A-432D-9403-BCC6EC89597A}" type="presParOf" srcId="{F6290B4D-2087-4FCD-891E-E9D7206508DB}" destId="{C9AE5EF3-D127-4590-BDDB-0BFF6AC94396}" srcOrd="13" destOrd="0" presId="urn:microsoft.com/office/officeart/2005/8/layout/chevron1"/>
    <dgm:cxn modelId="{04808758-DDA7-4F99-8269-8E351080B0FD}" type="presParOf" srcId="{F6290B4D-2087-4FCD-891E-E9D7206508DB}" destId="{EFD92505-8603-47C2-A19C-2CA82EDD2289}" srcOrd="14" destOrd="0" presId="urn:microsoft.com/office/officeart/2005/8/layout/chevron1"/>
  </dgm:cxnLst>
  <dgm:bg>
    <a:gradFill flip="none" rotWithShape="1">
      <a:gsLst>
        <a:gs pos="0">
          <a:schemeClr val="accent1">
            <a:tint val="66000"/>
            <a:satMod val="160000"/>
          </a:schemeClr>
        </a:gs>
        <a:gs pos="50000">
          <a:schemeClr val="accent1">
            <a:tint val="44500"/>
            <a:satMod val="160000"/>
          </a:schemeClr>
        </a:gs>
        <a:gs pos="100000">
          <a:schemeClr val="accent1">
            <a:tint val="23500"/>
            <a:satMod val="160000"/>
          </a:schemeClr>
        </a:gs>
      </a:gsLst>
      <a:lin ang="16200000" scaled="1"/>
      <a:tileRect/>
    </a:gradFill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8DB603-555B-4871-8676-102FB645DCB1}">
      <dsp:nvSpPr>
        <dsp:cNvPr id="0" name=""/>
        <dsp:cNvSpPr/>
      </dsp:nvSpPr>
      <dsp:spPr>
        <a:xfrm>
          <a:off x="0" y="0"/>
          <a:ext cx="1358799" cy="40105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Jul</a:t>
          </a: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/15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00525" y="0"/>
        <a:ext cx="957749" cy="401050"/>
      </dsp:txXfrm>
    </dsp:sp>
    <dsp:sp modelId="{6BC35E2D-33B7-4219-BEA0-A7ACF2E7F32C}">
      <dsp:nvSpPr>
        <dsp:cNvPr id="0" name=""/>
        <dsp:cNvSpPr/>
      </dsp:nvSpPr>
      <dsp:spPr>
        <a:xfrm>
          <a:off x="1223766" y="0"/>
          <a:ext cx="1358799" cy="40105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Ago</a:t>
          </a: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/15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1424291" y="0"/>
        <a:ext cx="957749" cy="401050"/>
      </dsp:txXfrm>
    </dsp:sp>
    <dsp:sp modelId="{82AE87FC-A1AF-446F-9900-780BC50F9100}">
      <dsp:nvSpPr>
        <dsp:cNvPr id="0" name=""/>
        <dsp:cNvSpPr/>
      </dsp:nvSpPr>
      <dsp:spPr>
        <a:xfrm>
          <a:off x="2446686" y="0"/>
          <a:ext cx="1358799" cy="40105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Set/15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647211" y="0"/>
        <a:ext cx="957749" cy="401050"/>
      </dsp:txXfrm>
    </dsp:sp>
    <dsp:sp modelId="{18EE230E-934F-4FAF-92D0-B484B2DC3237}">
      <dsp:nvSpPr>
        <dsp:cNvPr id="0" name=""/>
        <dsp:cNvSpPr/>
      </dsp:nvSpPr>
      <dsp:spPr>
        <a:xfrm>
          <a:off x="3669605" y="0"/>
          <a:ext cx="1358799" cy="40105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Out/15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3870130" y="0"/>
        <a:ext cx="957749" cy="401050"/>
      </dsp:txXfrm>
    </dsp:sp>
    <dsp:sp modelId="{C5376FE0-79CA-4533-AF28-F8315D09F747}">
      <dsp:nvSpPr>
        <dsp:cNvPr id="0" name=""/>
        <dsp:cNvSpPr/>
      </dsp:nvSpPr>
      <dsp:spPr>
        <a:xfrm>
          <a:off x="4896168" y="0"/>
          <a:ext cx="1358799" cy="40105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Nov</a:t>
          </a: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/15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096693" y="0"/>
        <a:ext cx="957749" cy="401050"/>
      </dsp:txXfrm>
    </dsp:sp>
    <dsp:sp modelId="{C4706F8D-485C-4F91-8A83-AAA10BBD4814}">
      <dsp:nvSpPr>
        <dsp:cNvPr id="0" name=""/>
        <dsp:cNvSpPr/>
      </dsp:nvSpPr>
      <dsp:spPr>
        <a:xfrm>
          <a:off x="6147640" y="0"/>
          <a:ext cx="1358799" cy="40105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Dez/15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6348165" y="0"/>
        <a:ext cx="957749" cy="401050"/>
      </dsp:txXfrm>
    </dsp:sp>
    <dsp:sp modelId="{0ED638A2-2731-4F05-8F97-E0DD76FAC114}">
      <dsp:nvSpPr>
        <dsp:cNvPr id="0" name=""/>
        <dsp:cNvSpPr/>
      </dsp:nvSpPr>
      <dsp:spPr>
        <a:xfrm>
          <a:off x="7338362" y="0"/>
          <a:ext cx="1358799" cy="40105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Jan/16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7538887" y="0"/>
        <a:ext cx="957749" cy="401050"/>
      </dsp:txXfrm>
    </dsp:sp>
    <dsp:sp modelId="{EFD92505-8603-47C2-A19C-2CA82EDD2289}">
      <dsp:nvSpPr>
        <dsp:cNvPr id="0" name=""/>
        <dsp:cNvSpPr/>
      </dsp:nvSpPr>
      <dsp:spPr>
        <a:xfrm>
          <a:off x="8561282" y="0"/>
          <a:ext cx="1358799" cy="401050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6007" tIns="18669" rIns="18669" bIns="18669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b="1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Fev</a:t>
          </a:r>
          <a:r>
            <a:rPr lang="pt-BR" sz="14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/16</a:t>
          </a:r>
          <a:endParaRPr lang="pt-BR" sz="14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8761807" y="0"/>
        <a:ext cx="957749" cy="40105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14/12/2015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12/14/2015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12/14/2015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12/14/2015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12/14/2015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12/14/2015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12/14/2015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12/14/2015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12/14/2015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7.pn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11.png"/><Relationship Id="rId4" Type="http://schemas.openxmlformats.org/officeDocument/2006/relationships/diagramLayout" Target="../diagrams/layout1.xml"/><Relationship Id="rId9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slide" Target="slide4.xml"/><Relationship Id="rId4" Type="http://schemas.openxmlformats.org/officeDocument/2006/relationships/image" Target="../media/image1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" y="3012751"/>
            <a:ext cx="5688627" cy="2723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Nova estrutura de AD e FS</a:t>
            </a:r>
          </a:p>
          <a:p>
            <a:pPr algn="r"/>
            <a:endParaRPr lang="en-US" sz="11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endParaRPr lang="en-US" sz="1600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  <a:p>
            <a:pPr algn="r"/>
            <a:r>
              <a:rPr lang="en-US" sz="16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DEZEMBRO/15</a:t>
            </a:r>
            <a:endParaRPr lang="en-US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otham Rounded Book"/>
              <a:cs typeface="Gotham Rounded Book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3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8675" y="3892065"/>
            <a:ext cx="1188000" cy="1188000"/>
          </a:xfrm>
          <a:prstGeom prst="rect">
            <a:avLst/>
          </a:prstGeom>
        </p:spPr>
      </p:pic>
      <p:pic>
        <p:nvPicPr>
          <p:cNvPr id="3" name="Imagem 2"/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543" y="3892065"/>
            <a:ext cx="1188000" cy="1188000"/>
          </a:xfrm>
          <a:prstGeom prst="rect">
            <a:avLst/>
          </a:prstGeom>
        </p:spPr>
      </p:pic>
      <p:pic>
        <p:nvPicPr>
          <p:cNvPr id="5" name="Imagem 4"/>
          <p:cNvPicPr>
            <a:picLocks noChangeAspect="1"/>
          </p:cNvPicPr>
          <p:nvPr/>
        </p:nvPicPr>
        <p:blipFill>
          <a:blip r:embed="rId5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411" y="3946065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Nova </a:t>
            </a:r>
            <a:r>
              <a:rPr lang="en-US" sz="24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estrutura</a:t>
            </a:r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 de AD e File Server</a:t>
            </a:r>
          </a:p>
        </p:txBody>
      </p:sp>
      <p:grpSp>
        <p:nvGrpSpPr>
          <p:cNvPr id="8" name="Agrupar 7"/>
          <p:cNvGrpSpPr/>
          <p:nvPr/>
        </p:nvGrpSpPr>
        <p:grpSpPr>
          <a:xfrm>
            <a:off x="186489" y="1115362"/>
            <a:ext cx="2340001" cy="5218462"/>
            <a:chOff x="186489" y="880228"/>
            <a:chExt cx="2340001" cy="5218462"/>
          </a:xfrm>
        </p:grpSpPr>
        <p:sp>
          <p:nvSpPr>
            <p:cNvPr id="43" name="Retângulo 42"/>
            <p:cNvSpPr/>
            <p:nvPr/>
          </p:nvSpPr>
          <p:spPr>
            <a:xfrm>
              <a:off x="186490" y="1418690"/>
              <a:ext cx="2340000" cy="468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16000" indent="-216000" algn="just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 algn="just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4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AD GOL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File Server GOL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Gestão de Acessos GOL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Operação dos ambientes AD e FS GOL (Incidentes, Problemas, Mudanças)</a:t>
              </a:r>
            </a:p>
          </p:txBody>
        </p:sp>
        <p:sp>
          <p:nvSpPr>
            <p:cNvPr id="45" name="Retângulo de cantos arredondados 13"/>
            <p:cNvSpPr/>
            <p:nvPr/>
          </p:nvSpPr>
          <p:spPr>
            <a:xfrm>
              <a:off x="186489" y="880228"/>
              <a:ext cx="2340000" cy="900000"/>
            </a:xfrm>
            <a:prstGeom prst="round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Cenário </a:t>
              </a:r>
            </a:p>
            <a:p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Anterior</a:t>
              </a:r>
            </a:p>
          </p:txBody>
        </p:sp>
      </p:grpSp>
      <p:grpSp>
        <p:nvGrpSpPr>
          <p:cNvPr id="3" name="Agrupar 2"/>
          <p:cNvGrpSpPr/>
          <p:nvPr/>
        </p:nvGrpSpPr>
        <p:grpSpPr>
          <a:xfrm>
            <a:off x="2625978" y="1115362"/>
            <a:ext cx="2340000" cy="5218462"/>
            <a:chOff x="2991739" y="880228"/>
            <a:chExt cx="2340000" cy="5218462"/>
          </a:xfrm>
        </p:grpSpPr>
        <p:sp>
          <p:nvSpPr>
            <p:cNvPr id="47" name="Retângulo 46"/>
            <p:cNvSpPr/>
            <p:nvPr/>
          </p:nvSpPr>
          <p:spPr>
            <a:xfrm>
              <a:off x="2991739" y="1418690"/>
              <a:ext cx="2340000" cy="468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200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2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b="1" dirty="0" err="1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Logon</a:t>
              </a:r>
              <a:r>
                <a:rPr lang="pt-BR" sz="13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lento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Pouca agilidade </a:t>
              </a: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na Gestão de Acessos 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Prazos estendidos e retrabalho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Infraestrutura não adequada </a:t>
              </a: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às necessidades da </a:t>
              </a:r>
              <a:r>
                <a:rPr lang="pt-BR" sz="1300" dirty="0" err="1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Smiles</a:t>
              </a:r>
              <a:endParaRPr lang="pt-BR" sz="1300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Falta de padronização</a:t>
              </a: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na estrutura do File Server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Inexistência de controle de quotas </a:t>
              </a: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por área e usuário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3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52" name="Retângulo de cantos arredondados 16"/>
            <p:cNvSpPr/>
            <p:nvPr/>
          </p:nvSpPr>
          <p:spPr>
            <a:xfrm>
              <a:off x="2991739" y="880228"/>
              <a:ext cx="2340000" cy="900000"/>
            </a:xfrm>
            <a:prstGeom prst="roundRect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Principais </a:t>
              </a:r>
            </a:p>
            <a:p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Dificuldades</a:t>
              </a:r>
              <a:endParaRPr lang="pt-B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grpSp>
        <p:nvGrpSpPr>
          <p:cNvPr id="4" name="Agrupar 3"/>
          <p:cNvGrpSpPr/>
          <p:nvPr/>
        </p:nvGrpSpPr>
        <p:grpSpPr>
          <a:xfrm>
            <a:off x="5065466" y="1115362"/>
            <a:ext cx="2340000" cy="5218462"/>
            <a:chOff x="5718609" y="880228"/>
            <a:chExt cx="2340000" cy="5218462"/>
          </a:xfrm>
        </p:grpSpPr>
        <p:sp>
          <p:nvSpPr>
            <p:cNvPr id="49" name="Retângulo 48"/>
            <p:cNvSpPr/>
            <p:nvPr/>
          </p:nvSpPr>
          <p:spPr>
            <a:xfrm>
              <a:off x="5718609" y="1418690"/>
              <a:ext cx="2340000" cy="468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Implementação de um </a:t>
              </a:r>
              <a:r>
                <a:rPr lang="pt-BR" sz="13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AD específico para </a:t>
              </a:r>
              <a:r>
                <a:rPr lang="pt-BR" sz="1300" b="1" dirty="0" err="1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Smiles</a:t>
              </a:r>
              <a:endParaRPr lang="pt-BR" sz="13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Implementação de um </a:t>
              </a:r>
              <a:r>
                <a:rPr lang="pt-BR" sz="13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File Server específico para </a:t>
              </a:r>
              <a:r>
                <a:rPr lang="pt-BR" sz="1300" b="1" dirty="0" err="1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Smiles</a:t>
              </a:r>
              <a:endParaRPr lang="pt-BR" sz="13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3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Estabelecimento de </a:t>
              </a:r>
              <a:r>
                <a:rPr lang="pt-BR" sz="13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relação de “confiança” entre os </a:t>
              </a:r>
              <a:r>
                <a:rPr lang="pt-BR" sz="1300" b="1" dirty="0" err="1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ADs</a:t>
              </a:r>
              <a:r>
                <a:rPr lang="pt-BR" sz="13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GOL e </a:t>
              </a:r>
              <a:r>
                <a:rPr lang="pt-BR" sz="1300" b="1" dirty="0" err="1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Smiles</a:t>
              </a:r>
              <a:endParaRPr lang="pt-BR" sz="13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53" name="Retângulo de cantos arredondados 17"/>
            <p:cNvSpPr/>
            <p:nvPr/>
          </p:nvSpPr>
          <p:spPr>
            <a:xfrm>
              <a:off x="5718609" y="880228"/>
              <a:ext cx="2340000" cy="900000"/>
            </a:xfrm>
            <a:prstGeom prst="round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Solução</a:t>
              </a:r>
            </a:p>
            <a:p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Definida </a:t>
              </a:r>
            </a:p>
          </p:txBody>
        </p:sp>
      </p:grpSp>
      <p:grpSp>
        <p:nvGrpSpPr>
          <p:cNvPr id="5" name="Agrupar 4"/>
          <p:cNvGrpSpPr/>
          <p:nvPr/>
        </p:nvGrpSpPr>
        <p:grpSpPr>
          <a:xfrm>
            <a:off x="7504954" y="1115362"/>
            <a:ext cx="2340001" cy="5218462"/>
            <a:chOff x="8445479" y="880228"/>
            <a:chExt cx="2340001" cy="5218462"/>
          </a:xfrm>
        </p:grpSpPr>
        <p:sp>
          <p:nvSpPr>
            <p:cNvPr id="56" name="Retângulo 55"/>
            <p:cNvSpPr/>
            <p:nvPr/>
          </p:nvSpPr>
          <p:spPr>
            <a:xfrm>
              <a:off x="8445479" y="1418690"/>
              <a:ext cx="2340000" cy="4680000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200" b="1" dirty="0" smtClean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200" b="1" dirty="0" err="1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Logon</a:t>
              </a:r>
              <a:r>
                <a:rPr lang="pt-BR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mais rápido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Maior agilidade </a:t>
              </a:r>
              <a:r>
                <a:rPr lang="pt-BR" sz="12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na Gestão de Acessos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2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Integração com AD GOL (permite </a:t>
              </a:r>
              <a:r>
                <a:rPr lang="pt-BR" sz="1200" b="1" dirty="0" err="1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permissionamento</a:t>
              </a:r>
              <a:r>
                <a:rPr lang="pt-BR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ida-e-volta entre </a:t>
              </a:r>
              <a:r>
                <a:rPr lang="pt-BR" sz="1200" b="1" dirty="0" err="1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Smiles</a:t>
              </a:r>
              <a:r>
                <a:rPr lang="pt-BR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e GOL</a:t>
              </a:r>
              <a:r>
                <a:rPr lang="pt-BR" sz="12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)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Ambiente escalável e redundante </a:t>
              </a:r>
              <a:r>
                <a:rPr lang="pt-BR" sz="12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(infraestrutura nova: local e AWS)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Maior eficiência na Gestão </a:t>
              </a:r>
              <a:r>
                <a:rPr lang="pt-BR" sz="12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(gestão interna permite maior </a:t>
              </a:r>
              <a:r>
                <a:rPr lang="pt-BR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rastreabilidade e visibilidade</a:t>
              </a:r>
              <a:r>
                <a:rPr lang="pt-BR" sz="12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)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Padronização</a:t>
              </a:r>
              <a:r>
                <a:rPr lang="pt-BR" sz="12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 de Diretórios e Pastas na rede com uso de quotas por área e usuário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r>
                <a:rPr lang="pt-BR" sz="12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Independência da estrutura de TI da GOL</a:t>
              </a:r>
            </a:p>
            <a:p>
              <a:pPr marL="216000" indent="-216000">
                <a:spcBef>
                  <a:spcPts val="200"/>
                </a:spcBef>
                <a:spcAft>
                  <a:spcPts val="200"/>
                </a:spcAft>
                <a:buFont typeface="Wingdings" panose="05000000000000000000" pitchFamily="2" charset="2"/>
                <a:buChar char="q"/>
              </a:pPr>
              <a:endParaRPr lang="pt-BR" sz="12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57" name="Retângulo de cantos arredondados 17"/>
            <p:cNvSpPr/>
            <p:nvPr/>
          </p:nvSpPr>
          <p:spPr>
            <a:xfrm>
              <a:off x="8445480" y="880228"/>
              <a:ext cx="2340000" cy="900000"/>
            </a:xfrm>
            <a:prstGeom prst="roundRect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BR" sz="1600" b="1" dirty="0" smtClean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Benefícios</a:t>
              </a:r>
            </a:p>
          </p:txBody>
        </p:sp>
      </p:grpSp>
      <p:pic>
        <p:nvPicPr>
          <p:cNvPr id="10" name="Imagem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861" y="1223362"/>
            <a:ext cx="684000" cy="684000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  <p:pic>
        <p:nvPicPr>
          <p:cNvPr id="14" name="Imagem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1664" y="1154889"/>
            <a:ext cx="828000" cy="828000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  <p:pic>
        <p:nvPicPr>
          <p:cNvPr id="16" name="Imagem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05153" y="1237642"/>
            <a:ext cx="684000" cy="684000"/>
          </a:xfrm>
          <a:prstGeom prst="rect">
            <a:avLst/>
          </a:prstGeom>
          <a:effectLst>
            <a:glow rad="101600">
              <a:schemeClr val="bg1">
                <a:alpha val="60000"/>
              </a:schemeClr>
            </a:glow>
          </a:effectLst>
        </p:spPr>
      </p:pic>
      <p:pic>
        <p:nvPicPr>
          <p:cNvPr id="17" name="Imagem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6472" y="1228296"/>
            <a:ext cx="684000" cy="684000"/>
          </a:xfrm>
          <a:prstGeom prst="rect">
            <a:avLst/>
          </a:prstGeom>
          <a:effectLst>
            <a:glow rad="101600">
              <a:schemeClr val="bg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40800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7" name="Conector reto 36"/>
          <p:cNvCxnSpPr/>
          <p:nvPr/>
        </p:nvCxnSpPr>
        <p:spPr>
          <a:xfrm>
            <a:off x="1352587" y="1497597"/>
            <a:ext cx="32658" cy="529200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8" name="Conector reto 37"/>
          <p:cNvCxnSpPr/>
          <p:nvPr/>
        </p:nvCxnSpPr>
        <p:spPr>
          <a:xfrm>
            <a:off x="2590822" y="1497597"/>
            <a:ext cx="32658" cy="529200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9" name="Conector reto 38"/>
          <p:cNvCxnSpPr/>
          <p:nvPr/>
        </p:nvCxnSpPr>
        <p:spPr>
          <a:xfrm>
            <a:off x="3829057" y="1497597"/>
            <a:ext cx="32658" cy="529200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0" name="Conector reto 39"/>
          <p:cNvCxnSpPr/>
          <p:nvPr/>
        </p:nvCxnSpPr>
        <p:spPr>
          <a:xfrm>
            <a:off x="5067292" y="1497597"/>
            <a:ext cx="32658" cy="529200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1" name="Conector reto 40"/>
          <p:cNvCxnSpPr/>
          <p:nvPr/>
        </p:nvCxnSpPr>
        <p:spPr>
          <a:xfrm>
            <a:off x="6305527" y="1497597"/>
            <a:ext cx="32658" cy="529200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2" name="Conector reto 41"/>
          <p:cNvCxnSpPr/>
          <p:nvPr/>
        </p:nvCxnSpPr>
        <p:spPr>
          <a:xfrm>
            <a:off x="7543762" y="1497597"/>
            <a:ext cx="32658" cy="529200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4" name="Conector reto 43"/>
          <p:cNvCxnSpPr/>
          <p:nvPr/>
        </p:nvCxnSpPr>
        <p:spPr>
          <a:xfrm>
            <a:off x="8781997" y="1497597"/>
            <a:ext cx="32658" cy="529200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6" name="Conector reto 45"/>
          <p:cNvCxnSpPr/>
          <p:nvPr/>
        </p:nvCxnSpPr>
        <p:spPr>
          <a:xfrm>
            <a:off x="10020235" y="1497597"/>
            <a:ext cx="32658" cy="5292000"/>
          </a:xfrm>
          <a:prstGeom prst="line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Nova </a:t>
            </a:r>
            <a:r>
              <a:rPr lang="en-US" sz="24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estrutura</a:t>
            </a:r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 de AD e File Server</a:t>
            </a:r>
          </a:p>
        </p:txBody>
      </p:sp>
      <p:graphicFrame>
        <p:nvGraphicFramePr>
          <p:cNvPr id="15" name="Diagrama 14"/>
          <p:cNvGraphicFramePr/>
          <p:nvPr>
            <p:extLst/>
          </p:nvPr>
        </p:nvGraphicFramePr>
        <p:xfrm>
          <a:off x="104924" y="1297072"/>
          <a:ext cx="9920929" cy="401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8" name="Pentágono 17"/>
          <p:cNvSpPr/>
          <p:nvPr/>
        </p:nvSpPr>
        <p:spPr>
          <a:xfrm>
            <a:off x="117988" y="1828351"/>
            <a:ext cx="1224000" cy="901786"/>
          </a:xfrm>
          <a:prstGeom prst="homePlate">
            <a:avLst>
              <a:gd name="adj" fmla="val 19580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rgbClr val="800000"/>
              </a:buClr>
            </a:pPr>
            <a:r>
              <a:rPr lang="pt-BR" sz="1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Desenho da Solução e Validação com a GOL</a:t>
            </a:r>
            <a:endParaRPr lang="pt-BR" sz="1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4" name="CaixaDeTexto 23"/>
          <p:cNvSpPr txBox="1"/>
          <p:nvPr/>
        </p:nvSpPr>
        <p:spPr>
          <a:xfrm>
            <a:off x="6433265" y="3497266"/>
            <a:ext cx="11954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rgbClr val="C00000"/>
                </a:solidFill>
              </a:rPr>
              <a:t>Onde </a:t>
            </a:r>
          </a:p>
          <a:p>
            <a:r>
              <a:rPr lang="pt-BR" b="1" dirty="0" smtClean="0">
                <a:solidFill>
                  <a:srgbClr val="C00000"/>
                </a:solidFill>
              </a:rPr>
              <a:t>estamos</a:t>
            </a:r>
            <a:endParaRPr lang="pt-BR" b="1" dirty="0">
              <a:solidFill>
                <a:srgbClr val="C00000"/>
              </a:solidFill>
            </a:endParaRPr>
          </a:p>
        </p:txBody>
      </p:sp>
      <p:sp>
        <p:nvSpPr>
          <p:cNvPr id="30" name="Texto Explicativo 1 (Borda e Ênfase) 29"/>
          <p:cNvSpPr/>
          <p:nvPr/>
        </p:nvSpPr>
        <p:spPr>
          <a:xfrm>
            <a:off x="8054734" y="4143597"/>
            <a:ext cx="1816216" cy="1442215"/>
          </a:xfrm>
          <a:prstGeom prst="accentBorderCallout1">
            <a:avLst>
              <a:gd name="adj1" fmla="val 18545"/>
              <a:gd name="adj2" fmla="val -4278"/>
              <a:gd name="adj3" fmla="val 120332"/>
              <a:gd name="adj4" fmla="val -31756"/>
            </a:avLst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endParaRPr lang="pt-BR" sz="1050" b="1" dirty="0" smtClean="0"/>
          </a:p>
          <a:p>
            <a:r>
              <a:rPr lang="pt-BR" sz="1050" b="1" dirty="0" smtClean="0"/>
              <a:t>Virada equipe por equipe</a:t>
            </a:r>
          </a:p>
          <a:p>
            <a:r>
              <a:rPr lang="pt-BR" sz="1050" b="1" dirty="0" smtClean="0"/>
              <a:t>Padrão de Diretórios</a:t>
            </a:r>
          </a:p>
          <a:p>
            <a:endParaRPr lang="pt-BR" sz="1050" b="1" dirty="0" smtClean="0"/>
          </a:p>
          <a:p>
            <a:r>
              <a:rPr lang="pt-BR" sz="1050" b="1" dirty="0" smtClean="0"/>
              <a:t>Atenção! </a:t>
            </a:r>
          </a:p>
          <a:p>
            <a:r>
              <a:rPr lang="pt-BR" sz="1050" b="1" dirty="0" smtClean="0"/>
              <a:t>Office 365 </a:t>
            </a:r>
          </a:p>
          <a:p>
            <a:r>
              <a:rPr lang="pt-BR" sz="1050" b="1" dirty="0" smtClean="0"/>
              <a:t>com OneDrive?</a:t>
            </a:r>
            <a:endParaRPr lang="pt-BR" sz="1050" b="1" dirty="0"/>
          </a:p>
        </p:txBody>
      </p:sp>
      <p:sp>
        <p:nvSpPr>
          <p:cNvPr id="33" name="Pentágono 32"/>
          <p:cNvSpPr/>
          <p:nvPr/>
        </p:nvSpPr>
        <p:spPr>
          <a:xfrm>
            <a:off x="1399245" y="2804140"/>
            <a:ext cx="1692000" cy="901786"/>
          </a:xfrm>
          <a:prstGeom prst="homePlate">
            <a:avLst>
              <a:gd name="adj" fmla="val 19580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rgbClr val="800000"/>
              </a:buClr>
            </a:pPr>
            <a:r>
              <a:rPr lang="pt-BR" sz="1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Preparação da infraestrutura local e AWS </a:t>
            </a:r>
          </a:p>
          <a:p>
            <a:pPr>
              <a:buClr>
                <a:srgbClr val="800000"/>
              </a:buClr>
            </a:pPr>
            <a:r>
              <a:rPr lang="pt-BR" sz="1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(AD e FS)</a:t>
            </a:r>
            <a:endParaRPr lang="pt-BR" sz="1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Pentágono 33"/>
          <p:cNvSpPr/>
          <p:nvPr/>
        </p:nvSpPr>
        <p:spPr>
          <a:xfrm>
            <a:off x="3068783" y="3779929"/>
            <a:ext cx="1980000" cy="901786"/>
          </a:xfrm>
          <a:prstGeom prst="homePlate">
            <a:avLst>
              <a:gd name="adj" fmla="val 19580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rgbClr val="800000"/>
              </a:buClr>
            </a:pPr>
            <a:r>
              <a:rPr lang="pt-BR" sz="1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POC da Solução</a:t>
            </a:r>
          </a:p>
          <a:p>
            <a:pPr>
              <a:buClr>
                <a:srgbClr val="800000"/>
              </a:buClr>
            </a:pPr>
            <a:r>
              <a:rPr lang="pt-BR" sz="1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(AD e FS)</a:t>
            </a:r>
            <a:endParaRPr lang="pt-BR" sz="1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5" name="Pentágono 34"/>
          <p:cNvSpPr/>
          <p:nvPr/>
        </p:nvSpPr>
        <p:spPr>
          <a:xfrm>
            <a:off x="5117766" y="4755718"/>
            <a:ext cx="2012339" cy="901786"/>
          </a:xfrm>
          <a:prstGeom prst="homePlate">
            <a:avLst>
              <a:gd name="adj" fmla="val 19580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rgbClr val="800000"/>
              </a:buClr>
            </a:pPr>
            <a:r>
              <a:rPr lang="pt-BR" sz="1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Piloto em TI</a:t>
            </a:r>
          </a:p>
          <a:p>
            <a:pPr>
              <a:buClr>
                <a:srgbClr val="800000"/>
              </a:buClr>
            </a:pPr>
            <a:r>
              <a:rPr lang="pt-BR" sz="1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(AD)</a:t>
            </a:r>
            <a:endParaRPr lang="pt-BR" sz="1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6" name="Pentágono 35"/>
          <p:cNvSpPr/>
          <p:nvPr/>
        </p:nvSpPr>
        <p:spPr>
          <a:xfrm>
            <a:off x="6923606" y="5731507"/>
            <a:ext cx="3089186" cy="901786"/>
          </a:xfrm>
          <a:prstGeom prst="homePlate">
            <a:avLst>
              <a:gd name="adj" fmla="val 19580"/>
            </a:avLst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rgbClr val="800000"/>
              </a:buClr>
            </a:pPr>
            <a:r>
              <a:rPr lang="pt-BR" sz="1300" b="1" i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Rollout</a:t>
            </a:r>
            <a:r>
              <a:rPr lang="pt-BR" sz="1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para toda a empresa</a:t>
            </a:r>
          </a:p>
          <a:p>
            <a:pPr>
              <a:buClr>
                <a:srgbClr val="800000"/>
              </a:buClr>
            </a:pPr>
            <a:r>
              <a:rPr lang="pt-BR" sz="1300" b="1" i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(AD e FS)</a:t>
            </a:r>
            <a:endParaRPr lang="pt-BR" sz="13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9842" y="4100012"/>
            <a:ext cx="684000" cy="684000"/>
          </a:xfrm>
          <a:prstGeom prst="rect">
            <a:avLst/>
          </a:prstGeom>
        </p:spPr>
      </p:pic>
      <p:pic>
        <p:nvPicPr>
          <p:cNvPr id="1026" name="Picture 2" descr="http://www.schudio.com/wp-content/uploads/2015/01/one-drive.png">
            <a:hlinkClick r:id="rId9" action="ppaction://hlinksldjump"/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8703" y="5851075"/>
            <a:ext cx="834153" cy="636523"/>
          </a:xfrm>
          <a:prstGeom prst="rect">
            <a:avLst/>
          </a:prstGeom>
          <a:noFill/>
          <a:effectLst>
            <a:glow rad="101600">
              <a:schemeClr val="bg1">
                <a:lumMod val="95000"/>
                <a:alpha val="60000"/>
              </a:schemeClr>
            </a:glo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m 3"/>
          <p:cNvPicPr>
            <a:picLocks noChangeAspect="1"/>
          </p:cNvPicPr>
          <p:nvPr/>
        </p:nvPicPr>
        <p:blipFill>
          <a:blip r:embed="rId11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3850" y="4681715"/>
            <a:ext cx="801800" cy="8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133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903146" y="926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otham Rounded Book"/>
                <a:cs typeface="Gotham Rounded Book"/>
              </a:rPr>
              <a:t>Office 365</a:t>
            </a:r>
          </a:p>
        </p:txBody>
      </p:sp>
      <p:sp>
        <p:nvSpPr>
          <p:cNvPr id="4" name="Seta para a Esquerda 3">
            <a:hlinkClick r:id="rId3" action="ppaction://hlinksldjump"/>
          </p:cNvPr>
          <p:cNvSpPr/>
          <p:nvPr/>
        </p:nvSpPr>
        <p:spPr>
          <a:xfrm>
            <a:off x="181107" y="6133844"/>
            <a:ext cx="988130" cy="548637"/>
          </a:xfrm>
          <a:prstGeom prst="lef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 smtClean="0">
                <a:solidFill>
                  <a:srgbClr val="C00000"/>
                </a:solidFill>
              </a:rPr>
              <a:t>Voltar</a:t>
            </a:r>
            <a:endParaRPr lang="en-US" sz="1200" b="1" dirty="0">
              <a:solidFill>
                <a:srgbClr val="C00000"/>
              </a:solidFill>
            </a:endParaRPr>
          </a:p>
        </p:txBody>
      </p:sp>
      <p:grpSp>
        <p:nvGrpSpPr>
          <p:cNvPr id="5" name="Grupo 4"/>
          <p:cNvGrpSpPr/>
          <p:nvPr/>
        </p:nvGrpSpPr>
        <p:grpSpPr>
          <a:xfrm>
            <a:off x="457200" y="794696"/>
            <a:ext cx="9214338" cy="5339147"/>
            <a:chOff x="457200" y="970541"/>
            <a:chExt cx="9214338" cy="4903038"/>
          </a:xfrm>
        </p:grpSpPr>
        <p:grpSp>
          <p:nvGrpSpPr>
            <p:cNvPr id="3" name="Grupo 2"/>
            <p:cNvGrpSpPr/>
            <p:nvPr/>
          </p:nvGrpSpPr>
          <p:grpSpPr>
            <a:xfrm>
              <a:off x="457200" y="970541"/>
              <a:ext cx="9214338" cy="4903038"/>
              <a:chOff x="457200" y="970541"/>
              <a:chExt cx="9214338" cy="4903038"/>
            </a:xfrm>
          </p:grpSpPr>
          <p:sp>
            <p:nvSpPr>
              <p:cNvPr id="8" name="Triângulo isósceles 7"/>
              <p:cNvSpPr/>
              <p:nvPr/>
            </p:nvSpPr>
            <p:spPr>
              <a:xfrm>
                <a:off x="1540834" y="1586558"/>
                <a:ext cx="7012023" cy="1593669"/>
              </a:xfrm>
              <a:prstGeom prst="triangle">
                <a:avLst/>
              </a:prstGeom>
              <a:ln>
                <a:solidFill>
                  <a:srgbClr val="D0462D"/>
                </a:solidFill>
              </a:ln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tângulo 49"/>
              <p:cNvSpPr/>
              <p:nvPr/>
            </p:nvSpPr>
            <p:spPr>
              <a:xfrm>
                <a:off x="457200" y="2538655"/>
                <a:ext cx="9214338" cy="3334924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lumMod val="75000"/>
                      <a:tint val="66000"/>
                      <a:satMod val="160000"/>
                    </a:schemeClr>
                  </a:gs>
                  <a:gs pos="50000">
                    <a:schemeClr val="bg1">
                      <a:lumMod val="75000"/>
                      <a:tint val="44500"/>
                      <a:satMod val="160000"/>
                    </a:schemeClr>
                  </a:gs>
                  <a:gs pos="100000">
                    <a:schemeClr val="bg1">
                      <a:lumMod val="75000"/>
                      <a:tint val="23500"/>
                      <a:satMod val="160000"/>
                    </a:schemeClr>
                  </a:gs>
                </a:gsLst>
                <a:lin ang="5400000" scaled="1"/>
                <a:tileRect/>
              </a:gradFill>
              <a:ln w="9525">
                <a:solidFill>
                  <a:srgbClr val="D0462D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3">
                <a:schemeClr val="lt1"/>
              </a:lnRef>
              <a:fillRef idx="1">
                <a:schemeClr val="accent1"/>
              </a:fillRef>
              <a:effectRef idx="1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marL="216000" indent="-21600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q"/>
                </a:pPr>
                <a:r>
                  <a:rPr lang="pt-BR" sz="1400" b="1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Benefícios</a:t>
                </a:r>
                <a:r>
                  <a:rPr lang="pt-BR" sz="1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: </a:t>
                </a:r>
              </a:p>
              <a:p>
                <a:pPr marL="673200" lvl="1" indent="-21600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q"/>
                </a:pPr>
                <a:r>
                  <a:rPr lang="pt-BR" sz="1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Plataforma Única de Gerenciamento de Contas de E-mail, Office 365 e </a:t>
                </a:r>
                <a:r>
                  <a:rPr lang="pt-BR" sz="1400" dirty="0" err="1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OneDrive</a:t>
                </a:r>
                <a:r>
                  <a:rPr lang="pt-BR" sz="1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sincronizado com AD </a:t>
                </a:r>
                <a:r>
                  <a:rPr lang="pt-BR" sz="1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Smiles, gerando maior agilidade na gestão de contas (Gestão passa ser Smiles);</a:t>
                </a:r>
                <a:endParaRPr lang="pt-BR" sz="14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  <a:p>
                <a:pPr marL="673200" lvl="1" indent="-21600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q"/>
                </a:pPr>
                <a:r>
                  <a:rPr lang="pt-BR" sz="1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1TB de volume por </a:t>
                </a:r>
                <a:r>
                  <a:rPr lang="pt-BR" sz="1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Usuário com Backup – (Hoje temos uma vulnerabilidade com arquivos que em sua grande maioria são gravados localmente e acessados de qualquer </a:t>
                </a:r>
                <a:r>
                  <a:rPr lang="pt-BR" sz="1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lugar); </a:t>
                </a:r>
                <a:endParaRPr lang="pt-BR" sz="14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  <a:p>
                <a:pPr marL="673200" lvl="1" indent="-21600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q"/>
                </a:pPr>
                <a:r>
                  <a:rPr lang="pt-BR" sz="1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Gestão da Segurança da Informação e Classificação da Informação, mesmo com arquivos off-line;</a:t>
                </a:r>
                <a:endParaRPr lang="pt-BR" sz="14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  <a:p>
                <a:pPr marL="673200" lvl="1" indent="-21600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q"/>
                </a:pPr>
                <a:r>
                  <a:rPr lang="pt-BR" sz="1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Acesso off-line as informações do </a:t>
                </a:r>
                <a:r>
                  <a:rPr lang="pt-BR" sz="1400" dirty="0" err="1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OnDrive</a:t>
                </a:r>
                <a:r>
                  <a:rPr lang="pt-BR" sz="1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de forma segura e com bloqueio de informações, </a:t>
                </a:r>
                <a:r>
                  <a:rPr lang="pt-BR" sz="1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conforme definido pela Segurança da Informação;</a:t>
                </a:r>
                <a:endParaRPr lang="pt-BR" sz="14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  <a:p>
                <a:pPr marL="673200" lvl="1" indent="-21600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q"/>
                </a:pPr>
                <a:r>
                  <a:rPr lang="pt-BR" sz="1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Padronização </a:t>
                </a:r>
                <a:r>
                  <a:rPr lang="pt-BR" sz="1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de pastas por área e gestão de acesso por </a:t>
                </a:r>
                <a:r>
                  <a:rPr lang="pt-BR" sz="1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usuários;</a:t>
                </a:r>
              </a:p>
              <a:p>
                <a:pPr marL="673200" lvl="1" indent="-21600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q"/>
                </a:pPr>
                <a:r>
                  <a:rPr lang="pt-BR" sz="1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Sites de Equipes</a:t>
                </a:r>
                <a:endParaRPr lang="pt-BR" sz="1400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  <a:p>
                <a:pPr marL="216000" indent="-21600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q"/>
                </a:pPr>
                <a:r>
                  <a:rPr lang="pt-BR" sz="1400" b="1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Investimento</a:t>
                </a:r>
                <a:r>
                  <a:rPr lang="pt-BR" sz="1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:</a:t>
                </a:r>
              </a:p>
              <a:p>
                <a:pPr marL="673200" lvl="1" indent="-21600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q"/>
                </a:pPr>
                <a:r>
                  <a:rPr lang="pt-BR" sz="1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Licenciamento </a:t>
                </a:r>
                <a:r>
                  <a:rPr lang="pt-BR" sz="1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Office365 E3 </a:t>
                </a:r>
                <a:r>
                  <a:rPr lang="pt-BR" sz="1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+ </a:t>
                </a:r>
                <a:r>
                  <a:rPr lang="pt-BR" sz="1400" dirty="0" err="1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One</a:t>
                </a:r>
                <a:r>
                  <a:rPr lang="pt-BR" sz="1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Drive 1TB por Usuário: Valor Anual </a:t>
                </a:r>
                <a:r>
                  <a:rPr lang="pt-BR" sz="1400" b="1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R$106.871,31</a:t>
                </a:r>
                <a:r>
                  <a:rPr lang="pt-BR" sz="1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 (Por ano)</a:t>
                </a:r>
              </a:p>
              <a:p>
                <a:pPr marL="673200" lvl="1" indent="-21600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q"/>
                </a:pPr>
                <a:r>
                  <a:rPr lang="pt-BR" sz="1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Serviço de Migração de Contas + Implantação + Treinamento Ferramenta</a:t>
                </a:r>
                <a:r>
                  <a:rPr lang="pt-BR" sz="14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: </a:t>
                </a:r>
                <a:r>
                  <a:rPr lang="pt-BR" sz="14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R$68.753,11</a:t>
                </a:r>
                <a:endParaRPr lang="pt-BR" sz="1400" b="1" dirty="0" smtClean="0">
                  <a:solidFill>
                    <a:schemeClr val="tx1">
                      <a:lumMod val="95000"/>
                      <a:lumOff val="5000"/>
                    </a:schemeClr>
                  </a:solidFill>
                </a:endParaRPr>
              </a:p>
              <a:p>
                <a:pPr marL="216000" indent="-216000">
                  <a:spcBef>
                    <a:spcPts val="200"/>
                  </a:spcBef>
                  <a:spcAft>
                    <a:spcPts val="200"/>
                  </a:spcAft>
                  <a:buFont typeface="Wingdings" panose="05000000000000000000" pitchFamily="2" charset="2"/>
                  <a:buChar char="q"/>
                </a:pPr>
                <a:r>
                  <a:rPr lang="pt-BR" sz="1400" b="1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Prazo de Implantação</a:t>
                </a:r>
                <a:r>
                  <a:rPr lang="pt-BR" sz="1400" dirty="0" smtClean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: 30 Dias após a assinatura do contrato</a:t>
                </a:r>
              </a:p>
            </p:txBody>
          </p:sp>
          <p:pic>
            <p:nvPicPr>
              <p:cNvPr id="2050" name="Picture 2" descr="http://www.skypeassets.com/content/dam/scom/images/text-and-image/mobile/office-logo_v3.jpg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429248" y="970541"/>
                <a:ext cx="3258641" cy="135342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56" name="Picture 2" descr="http://www.schudio.com/wp-content/uploads/2015/01/one-drive.png">
              <a:hlinkClick r:id="rId5" action="ppaction://hlinksldjump"/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03960" y="1342858"/>
              <a:ext cx="1003571" cy="765802"/>
            </a:xfrm>
            <a:prstGeom prst="rect">
              <a:avLst/>
            </a:prstGeom>
            <a:noFill/>
            <a:effectLst>
              <a:glow rad="101600">
                <a:schemeClr val="bg1">
                  <a:lumMod val="95000"/>
                  <a:alpha val="60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185972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2616</TotalTime>
  <Words>410</Words>
  <Application>Microsoft Office PowerPoint</Application>
  <PresentationFormat>Personalizar</PresentationFormat>
  <Paragraphs>86</Paragraphs>
  <Slides>4</Slides>
  <Notes>0</Notes>
  <HiddenSlides>1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5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Claudio Cunha</cp:lastModifiedBy>
  <cp:revision>233</cp:revision>
  <dcterms:created xsi:type="dcterms:W3CDTF">2014-01-24T21:35:00Z</dcterms:created>
  <dcterms:modified xsi:type="dcterms:W3CDTF">2015-12-14T18:18:30Z</dcterms:modified>
</cp:coreProperties>
</file>