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75" r:id="rId3"/>
    <p:sldId id="376" r:id="rId4"/>
    <p:sldId id="377" r:id="rId5"/>
    <p:sldId id="378" r:id="rId6"/>
    <p:sldId id="379" r:id="rId7"/>
    <p:sldId id="380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5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92"/>
          <a:stretch/>
        </p:blipFill>
        <p:spPr bwMode="auto">
          <a:xfrm>
            <a:off x="972346" y="3429002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136523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5" y="2443898"/>
            <a:ext cx="2611245" cy="23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de cantos arredondados 6"/>
          <p:cNvSpPr/>
          <p:nvPr/>
        </p:nvSpPr>
        <p:spPr>
          <a:xfrm>
            <a:off x="-367338" y="3402187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2018 e Princípios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-367338" y="4420664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Road-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-367338" y="5439141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Cenário Atual vs. Entregas Q1-2017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-367338" y="2383710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507880"/>
            <a:ext cx="1800000" cy="4387361"/>
            <a:chOff x="90350" y="1507880"/>
            <a:chExt cx="1800000" cy="4387361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Prepararação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507880"/>
            <a:ext cx="1800000" cy="4387361"/>
            <a:chOff x="1724765" y="1507880"/>
            <a:chExt cx="1800000" cy="4387361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507880"/>
            <a:ext cx="1800000" cy="4387361"/>
            <a:chOff x="3359180" y="1507880"/>
            <a:chExt cx="1800000" cy="4387361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507880"/>
            <a:ext cx="1800000" cy="4412271"/>
            <a:chOff x="4993595" y="1507880"/>
            <a:chExt cx="1800000" cy="4412271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507880"/>
            <a:ext cx="1800000" cy="4387361"/>
            <a:chOff x="6628010" y="1507880"/>
            <a:chExt cx="1800000" cy="4387361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507880"/>
            <a:ext cx="1800000" cy="4387360"/>
            <a:chOff x="8262425" y="1507880"/>
            <a:chExt cx="1800000" cy="4387360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5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341059"/>
            <a:ext cx="3437794" cy="4752010"/>
          </a:xfrm>
          <a:prstGeom prst="rect">
            <a:avLst/>
          </a:prstGeom>
          <a:blipFill dpi="0" rotWithShape="1">
            <a:blip r:embed="rId2"/>
            <a:srcRect/>
            <a:stretch>
              <a:fillRect l="-38617" r="-52323" b="-185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341059"/>
            <a:ext cx="5497275" cy="47520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Baixa Qualidade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 Entrega</a:t>
            </a:r>
          </a:p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Alto Esforço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Operacional</a:t>
            </a:r>
          </a:p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Baixo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Time </a:t>
            </a: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to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Market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(velocidade de entrada de novas funcionalidades)</a:t>
            </a:r>
          </a:p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Deploys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muito espaçados</a:t>
            </a:r>
          </a:p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Testes manuais e precários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(há poucos testes automatizados)</a:t>
            </a:r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Controle de versão pouco eficiente</a:t>
            </a:r>
          </a:p>
          <a:p>
            <a:pPr marL="360000" indent="-288000">
              <a:lnSpc>
                <a:spcPts val="2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Falta de Padronização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(versionamento, documentação, rastreabilidade)</a:t>
            </a:r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48198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 flipH="1">
            <a:off x="0" y="464046"/>
            <a:ext cx="10117138" cy="6393954"/>
          </a:xfrm>
          <a:prstGeom prst="rect">
            <a:avLst/>
          </a:prstGeom>
          <a:blipFill dpi="0" rotWithShape="1">
            <a:blip r:embed="rId2"/>
            <a:srcRect/>
            <a:stretch>
              <a:fillRect t="-1" b="-1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309776" y="1627690"/>
            <a:ext cx="7497587" cy="3602621"/>
          </a:xfrm>
          <a:prstGeom prst="rect">
            <a:avLst/>
          </a:prstGeom>
          <a:solidFill>
            <a:schemeClr val="tx1">
              <a:lumMod val="75000"/>
              <a:lumOff val="25000"/>
              <a:alpha val="88000"/>
            </a:schemeClr>
          </a:solidFill>
        </p:spPr>
        <p:txBody>
          <a:bodyPr wrap="square" rtlCol="0" anchor="ctr">
            <a:noAutofit/>
          </a:bodyPr>
          <a:lstStyle/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Baixa Qualidade </a:t>
            </a:r>
            <a:r>
              <a:rPr lang="pt-BR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de Entrega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Alto Esforço </a:t>
            </a:r>
            <a:r>
              <a:rPr lang="pt-BR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Operacional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Baixo </a:t>
            </a:r>
            <a:r>
              <a:rPr lang="pt-BR" b="1" i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Time </a:t>
            </a:r>
            <a:r>
              <a:rPr lang="pt-BR" b="1" i="1" dirty="0" err="1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to</a:t>
            </a:r>
            <a:r>
              <a:rPr lang="pt-BR" b="1" i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 Market </a:t>
            </a:r>
            <a:r>
              <a:rPr lang="pt-BR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(velocidade de entrada)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i="1" dirty="0" err="1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Deploys</a:t>
            </a: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 muito espaçados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Testes manuais e precários </a:t>
            </a:r>
            <a:r>
              <a:rPr lang="pt-BR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(há poucos testes automatizados)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Controle de versão pouco eficiente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Falta de Padronização </a:t>
            </a:r>
            <a:r>
              <a:rPr lang="pt-BR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(versionamento, documentação, rastreabilidade)</a:t>
            </a:r>
          </a:p>
        </p:txBody>
      </p:sp>
    </p:spTree>
    <p:extLst>
      <p:ext uri="{BB962C8B-B14F-4D97-AF65-F5344CB8AC3E}">
        <p14:creationId xmlns:p14="http://schemas.microsoft.com/office/powerpoint/2010/main" val="14341617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/>
            <a:srcRect/>
            <a:stretch>
              <a:fillRect l="-10001" t="-5941" r="-9999" b="-16369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TextBox 8"/>
          <p:cNvSpPr txBox="1"/>
          <p:nvPr/>
        </p:nvSpPr>
        <p:spPr>
          <a:xfrm>
            <a:off x="607117" y="773160"/>
            <a:ext cx="373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Missão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62189" y="1427724"/>
            <a:ext cx="4428000" cy="4428000"/>
          </a:xfrm>
          <a:prstGeom prst="rect">
            <a:avLst/>
          </a:prstGeom>
          <a:solidFill>
            <a:schemeClr val="tx2">
              <a:lumMod val="75000"/>
              <a:alpha val="88000"/>
            </a:schemeClr>
          </a:solidFill>
        </p:spPr>
        <p:txBody>
          <a:bodyPr wrap="square" rtlCol="0" anchor="ctr">
            <a:noAutofit/>
          </a:bodyPr>
          <a:lstStyle/>
          <a:p>
            <a:pPr marL="3600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“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Habilitar os desenvolvedores a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entregar </a:t>
            </a:r>
            <a:r>
              <a:rPr lang="pt-BR" sz="2400" b="1" i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software</a:t>
            </a:r>
            <a:r>
              <a:rPr lang="pt-BR" sz="2400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 com qualidade e funcionando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no primeiro dia de trabalho na Smiles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.”</a:t>
            </a:r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471017" y="1427724"/>
            <a:ext cx="4428000" cy="4428000"/>
          </a:xfrm>
          <a:prstGeom prst="rect">
            <a:avLst/>
          </a:prstGeom>
          <a:solidFill>
            <a:schemeClr val="tx2">
              <a:lumMod val="75000"/>
              <a:alpha val="88000"/>
            </a:schemeClr>
          </a:solidFill>
        </p:spPr>
        <p:txBody>
          <a:bodyPr wrap="square" rtlCol="0" anchor="ctr">
            <a:noAutofit/>
          </a:bodyPr>
          <a:lstStyle/>
          <a:p>
            <a:pPr marL="3600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“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Promover um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ambiente de inovação constante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 onde a Tecnologia seja de fato um habilitador que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impulsiona os negócios da Smiles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, através de uma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cultura de desenvolvimento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que permita evoluções rápidas, contínuas e com alta resiliência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.”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5815945" y="773160"/>
            <a:ext cx="3738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Visão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  <a:endParaRPr lang="pt-BR" sz="1600" i="1" dirty="0"/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8593</TotalTime>
  <Words>433</Words>
  <Application>Microsoft Office PowerPoint</Application>
  <PresentationFormat>Personalizar</PresentationFormat>
  <Paragraphs>93</Paragraphs>
  <Slides>7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9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Segoe UI Light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99</cp:revision>
  <dcterms:created xsi:type="dcterms:W3CDTF">2014-01-24T21:35:00Z</dcterms:created>
  <dcterms:modified xsi:type="dcterms:W3CDTF">2017-02-21T12:14:56Z</dcterms:modified>
</cp:coreProperties>
</file>