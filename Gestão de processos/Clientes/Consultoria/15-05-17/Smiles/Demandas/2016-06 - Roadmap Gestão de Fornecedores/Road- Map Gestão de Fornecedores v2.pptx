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341" r:id="rId3"/>
    <p:sldId id="344" r:id="rId4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57124"/>
    <a:srgbClr val="F68E1E"/>
    <a:srgbClr val="99CCFF"/>
    <a:srgbClr val="000000"/>
    <a:srgbClr val="FF6600"/>
    <a:srgbClr val="EE6829"/>
    <a:srgbClr val="E28734"/>
    <a:srgbClr val="F4BC71"/>
    <a:srgbClr val="D04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42EF27-C77B-497C-9BF8-3001BEB83BA4}" type="doc">
      <dgm:prSet loTypeId="urn:microsoft.com/office/officeart/2005/8/layout/hList6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pt-BR"/>
        </a:p>
      </dgm:t>
    </dgm:pt>
    <dgm:pt modelId="{063475F4-3DD1-4F6C-8F0A-344B39C960B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(08h)</a:t>
          </a:r>
        </a:p>
      </dgm:t>
    </dgm:pt>
    <dgm:pt modelId="{4DEDF50D-D85A-42A8-95B1-A11BD0EF4F5A}" type="par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6947EB-935C-47CD-9BE2-46E000C7323B}" type="sib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476F37D-0632-4D26-BF4D-079B749201C0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Avaliação e entendimento dos </a:t>
          </a:r>
          <a:r>
            <a:rPr lang="pt-BR" sz="1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 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 auditoria</a:t>
          </a:r>
        </a:p>
      </dgm:t>
    </dgm:pt>
    <dgm:pt modelId="{F2816DA3-CAF3-4997-94B0-6D652CC0DA56}" type="par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15303C9-6E2D-4C1A-9B70-33AE8F1C2B9E}" type="sib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AA97F6-D39B-4CA2-84DA-FB6F2D623792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Mapeamentos</a:t>
          </a: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(80h)</a:t>
          </a:r>
        </a:p>
      </dgm:t>
    </dgm:pt>
    <dgm:pt modelId="{8FAF780D-6D87-4729-A332-0DBEB84B83FD}" type="par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3439CE3-C297-4A5A-9B3C-F2EB5A6ED509}" type="sib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B35C26-060A-45D5-9989-387EB9BAC2AA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Análise dos Contratos (Escopo, Vigência, </a:t>
          </a:r>
          <a:r>
            <a:rPr lang="pt-BR" sz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Penalidades, Renovação e Encerramento)</a:t>
          </a:r>
        </a:p>
      </dgm:t>
    </dgm:pt>
    <dgm:pt modelId="{E8E2CA08-53F9-41D0-BA62-FA6125524DE6}" type="par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405ED7-EF80-4F66-83BB-9CC9850AA9AC}" type="sib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CE17A4B-3505-4102-B1C0-9FB705ABAAE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Acomp</a:t>
          </a: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. e Melhoria</a:t>
          </a: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(32h)</a:t>
          </a:r>
        </a:p>
      </dgm:t>
    </dgm:pt>
    <dgm:pt modelId="{2A46D57B-C620-47F9-878C-FAEDEDA9C0F8}" type="parTrans" cxnId="{0834F5DF-3C3C-4EDF-8184-5DBBB5FE6568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595F52C-655D-41FE-81BD-B3EBB141649A}" type="sibTrans" cxnId="{0834F5DF-3C3C-4EDF-8184-5DBBB5FE6568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2D16D0-A785-4CB3-ADA9-FB57E2D578F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Controles e Auditoria</a:t>
          </a: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(24h)</a:t>
          </a:r>
        </a:p>
      </dgm:t>
    </dgm:pt>
    <dgm:pt modelId="{EC66A749-34BA-4A2A-8B55-531F9938769F}" type="sib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02EAE8-CCD6-4F18-A280-E7A577EC7D0B}" type="par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43DF09-5C6F-48D9-B281-AABBB85B428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Ciclo de Pagamentos</a:t>
          </a:r>
        </a:p>
      </dgm:t>
    </dgm:pt>
    <dgm:pt modelId="{00EEC8FA-D2A4-419C-A148-B9260B6A4215}" type="par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8018B4B-9872-4E99-BB97-C556B04727D8}" type="sib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616FD07-9D5E-49B2-A0B7-5401D6B01B2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Acompanhamento do Calendário de Controles (Pagamentos e Prestação de Contas) no primeiro mês</a:t>
          </a:r>
        </a:p>
      </dgm:t>
    </dgm:pt>
    <dgm:pt modelId="{3B2D1FBF-A519-46D0-B9E7-C6DFD8B2EFB9}" type="parTrans" cxnId="{5E695237-2DC7-4111-B482-C1230DD82C5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B22E99D-ED9B-4432-B28B-812A52BCA1E2}" type="sibTrans" cxnId="{5E695237-2DC7-4111-B482-C1230DD82C5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BB81CB-BA9F-4B1A-9D16-0BAD4AA075C6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Implantação</a:t>
          </a: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(24h)</a:t>
          </a:r>
        </a:p>
      </dgm:t>
    </dgm:pt>
    <dgm:pt modelId="{D9E6DE91-F630-488B-8CA4-C040D89A9E7F}" type="parTrans" cxnId="{988A62AF-B695-46CD-9E7E-F46EB4E12440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1CFBEBF-5312-45D5-A806-99CD7A90536F}" type="sibTrans" cxnId="{988A62AF-B695-46CD-9E7E-F46EB4E12440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FDA79A7-6A30-49D4-8991-AE700891E6E3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Utilização dos Controles elaborados (Excel)</a:t>
          </a:r>
        </a:p>
      </dgm:t>
    </dgm:pt>
    <dgm:pt modelId="{0ECFE73A-BA4A-4D0F-A61A-BE48365428F8}" type="parTrans" cxnId="{DA102032-9A35-4840-9F28-97F20B0250F7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3D56F3-0312-4690-877F-116DB5A94D6A}" type="sibTrans" cxnId="{DA102032-9A35-4840-9F28-97F20B0250F7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35BA7C1-BF19-47A8-B4FE-B28261A0036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Alinhamento Coordenadores</a:t>
          </a:r>
        </a:p>
      </dgm:t>
    </dgm:pt>
    <dgm:pt modelId="{BA77CF16-15B7-46FE-917F-091335C4E0FC}" type="parTrans" cxnId="{A9C39537-5CA2-420C-B2E7-072B6141BE9E}">
      <dgm:prSet/>
      <dgm:spPr/>
      <dgm:t>
        <a:bodyPr/>
        <a:lstStyle/>
        <a:p>
          <a:endParaRPr lang="pt-BR"/>
        </a:p>
      </dgm:t>
    </dgm:pt>
    <dgm:pt modelId="{1E0D8611-CDF9-484C-A41C-365F7688C7E8}" type="sibTrans" cxnId="{A9C39537-5CA2-420C-B2E7-072B6141BE9E}">
      <dgm:prSet/>
      <dgm:spPr/>
      <dgm:t>
        <a:bodyPr/>
        <a:lstStyle/>
        <a:p>
          <a:endParaRPr lang="pt-BR"/>
        </a:p>
      </dgm:t>
    </dgm:pt>
    <dgm:pt modelId="{5DC68E4A-F82E-46CC-AA7F-59662CB0274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Lista de Fornecedores, Serviços e Contratos</a:t>
          </a:r>
        </a:p>
      </dgm:t>
    </dgm:pt>
    <dgm:pt modelId="{DF11475A-BDDA-4868-A483-D60186B0C4CD}" type="parTrans" cxnId="{57133F24-E017-4AB4-972D-385CD551DC99}">
      <dgm:prSet/>
      <dgm:spPr/>
      <dgm:t>
        <a:bodyPr/>
        <a:lstStyle/>
        <a:p>
          <a:endParaRPr lang="pt-BR"/>
        </a:p>
      </dgm:t>
    </dgm:pt>
    <dgm:pt modelId="{22990CE5-BF6D-412F-BBCA-1F08A3F3470F}" type="sibTrans" cxnId="{57133F24-E017-4AB4-972D-385CD551DC99}">
      <dgm:prSet/>
      <dgm:spPr/>
      <dgm:t>
        <a:bodyPr/>
        <a:lstStyle/>
        <a:p>
          <a:endParaRPr lang="pt-BR"/>
        </a:p>
      </dgm:t>
    </dgm:pt>
    <dgm:pt modelId="{EA4523D3-0EEE-48C5-8A05-A87C3304748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Obtenção dos Contratos</a:t>
          </a:r>
        </a:p>
      </dgm:t>
    </dgm:pt>
    <dgm:pt modelId="{B102CFF0-11E2-41DE-B7FC-0ECA923E24CB}" type="parTrans" cxnId="{E8582DE2-DF4C-452A-B8F2-90161ED6D6C0}">
      <dgm:prSet/>
      <dgm:spPr/>
      <dgm:t>
        <a:bodyPr/>
        <a:lstStyle/>
        <a:p>
          <a:endParaRPr lang="pt-BR"/>
        </a:p>
      </dgm:t>
    </dgm:pt>
    <dgm:pt modelId="{8FB27D2A-2A0F-4073-8693-CCA21288CDBB}" type="sibTrans" cxnId="{E8582DE2-DF4C-452A-B8F2-90161ED6D6C0}">
      <dgm:prSet/>
      <dgm:spPr/>
      <dgm:t>
        <a:bodyPr/>
        <a:lstStyle/>
        <a:p>
          <a:endParaRPr lang="pt-BR"/>
        </a:p>
      </dgm:t>
    </dgm:pt>
    <dgm:pt modelId="{4FEB9719-1EDD-45FC-B74C-6F80F1A0CB82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Responsáveis (Comercial, Técnico-Operacional, Interno Smiles)</a:t>
          </a:r>
        </a:p>
      </dgm:t>
    </dgm:pt>
    <dgm:pt modelId="{DD299D99-017F-49B5-ADDE-E5927C9920B4}" type="parTrans" cxnId="{5430AE86-F04D-4402-80AF-AA95E7528F79}">
      <dgm:prSet/>
      <dgm:spPr/>
      <dgm:t>
        <a:bodyPr/>
        <a:lstStyle/>
        <a:p>
          <a:endParaRPr lang="pt-BR"/>
        </a:p>
      </dgm:t>
    </dgm:pt>
    <dgm:pt modelId="{75467575-373D-4F34-A56A-F725C2C848C2}" type="sibTrans" cxnId="{5430AE86-F04D-4402-80AF-AA95E7528F79}">
      <dgm:prSet/>
      <dgm:spPr/>
      <dgm:t>
        <a:bodyPr/>
        <a:lstStyle/>
        <a:p>
          <a:endParaRPr lang="pt-BR"/>
        </a:p>
      </dgm:t>
    </dgm:pt>
    <dgm:pt modelId="{B63C00AE-6A01-4945-92D0-A2519AB8AA57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Fichas e Fluxos de Acionamento</a:t>
          </a:r>
        </a:p>
      </dgm:t>
    </dgm:pt>
    <dgm:pt modelId="{8B7F88BF-7D91-42D3-B874-6587F61EF7FD}" type="parTrans" cxnId="{D53A6BFF-E3E7-4B27-9E89-80C94B848835}">
      <dgm:prSet/>
      <dgm:spPr/>
      <dgm:t>
        <a:bodyPr/>
        <a:lstStyle/>
        <a:p>
          <a:endParaRPr lang="pt-BR"/>
        </a:p>
      </dgm:t>
    </dgm:pt>
    <dgm:pt modelId="{84189457-65AD-4B7E-BB17-D2E468E8EE37}" type="sibTrans" cxnId="{D53A6BFF-E3E7-4B27-9E89-80C94B848835}">
      <dgm:prSet/>
      <dgm:spPr/>
      <dgm:t>
        <a:bodyPr/>
        <a:lstStyle/>
        <a:p>
          <a:endParaRPr lang="pt-BR"/>
        </a:p>
      </dgm:t>
    </dgm:pt>
    <dgm:pt modelId="{209562BA-EB15-4AB9-BA83-B6365EE33F7A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EE72FD6-5C67-4BA6-9441-A74B8EA78D2D}" type="parTrans" cxnId="{46BC6D31-95CE-4023-9C27-C14622D9F86A}">
      <dgm:prSet/>
      <dgm:spPr/>
      <dgm:t>
        <a:bodyPr/>
        <a:lstStyle/>
        <a:p>
          <a:endParaRPr lang="pt-BR"/>
        </a:p>
      </dgm:t>
    </dgm:pt>
    <dgm:pt modelId="{A05E9365-25A7-48D8-9BCE-09383354DBBD}" type="sibTrans" cxnId="{46BC6D31-95CE-4023-9C27-C14622D9F86A}">
      <dgm:prSet/>
      <dgm:spPr/>
      <dgm:t>
        <a:bodyPr/>
        <a:lstStyle/>
        <a:p>
          <a:endParaRPr lang="pt-BR"/>
        </a:p>
      </dgm:t>
    </dgm:pt>
    <dgm:pt modelId="{6C9EFFAB-D2B4-485A-99C5-51C72CCAD5AA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Cruzamento de </a:t>
          </a:r>
          <a:r>
            <a:rPr lang="pt-BR" sz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(Interno x Contratado)</a:t>
          </a:r>
        </a:p>
      </dgm:t>
    </dgm:pt>
    <dgm:pt modelId="{38E23A8D-C817-4754-B260-2DB892269E10}" type="parTrans" cxnId="{6595E7D4-5A6A-4161-BABF-0F4B8AA187C4}">
      <dgm:prSet/>
      <dgm:spPr/>
      <dgm:t>
        <a:bodyPr/>
        <a:lstStyle/>
        <a:p>
          <a:endParaRPr lang="pt-BR"/>
        </a:p>
      </dgm:t>
    </dgm:pt>
    <dgm:pt modelId="{DE04C4F4-4E22-4DFB-82AB-B9BA7F94B1C9}" type="sibTrans" cxnId="{6595E7D4-5A6A-4161-BABF-0F4B8AA187C4}">
      <dgm:prSet/>
      <dgm:spPr/>
      <dgm:t>
        <a:bodyPr/>
        <a:lstStyle/>
        <a:p>
          <a:endParaRPr lang="pt-BR"/>
        </a:p>
      </dgm:t>
    </dgm:pt>
    <dgm:pt modelId="{2DDAD0EF-A393-4A80-9B6A-41FA7F2B5E9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Ciclo Contratual</a:t>
          </a:r>
        </a:p>
      </dgm:t>
    </dgm:pt>
    <dgm:pt modelId="{D666891E-2340-426B-84FB-37017A6B610E}" type="parTrans" cxnId="{A43FFA47-C39F-4878-A7FE-29D47B9D9879}">
      <dgm:prSet/>
      <dgm:spPr/>
      <dgm:t>
        <a:bodyPr/>
        <a:lstStyle/>
        <a:p>
          <a:endParaRPr lang="pt-BR"/>
        </a:p>
      </dgm:t>
    </dgm:pt>
    <dgm:pt modelId="{14128CD8-DED0-413B-A555-DB22536D3B2A}" type="sibTrans" cxnId="{A43FFA47-C39F-4878-A7FE-29D47B9D9879}">
      <dgm:prSet/>
      <dgm:spPr/>
      <dgm:t>
        <a:bodyPr/>
        <a:lstStyle/>
        <a:p>
          <a:endParaRPr lang="pt-BR"/>
        </a:p>
      </dgm:t>
    </dgm:pt>
    <dgm:pt modelId="{6C2737E1-8E48-4F81-A770-4271B010A5D1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Análise de viabilidade de automação</a:t>
          </a:r>
        </a:p>
      </dgm:t>
    </dgm:pt>
    <dgm:pt modelId="{25EB72C9-A3EB-44D5-BEA5-9193C4EFAB3E}" type="parTrans" cxnId="{F170E709-85E4-4A49-833E-B0D6122182D3}">
      <dgm:prSet/>
      <dgm:spPr/>
      <dgm:t>
        <a:bodyPr/>
        <a:lstStyle/>
        <a:p>
          <a:endParaRPr lang="pt-BR"/>
        </a:p>
      </dgm:t>
    </dgm:pt>
    <dgm:pt modelId="{6BCFA727-7AF7-4FF3-830B-ECBB05A3A77B}" type="sibTrans" cxnId="{F170E709-85E4-4A49-833E-B0D6122182D3}">
      <dgm:prSet/>
      <dgm:spPr/>
      <dgm:t>
        <a:bodyPr/>
        <a:lstStyle/>
        <a:p>
          <a:endParaRPr lang="pt-BR"/>
        </a:p>
      </dgm:t>
    </dgm:pt>
    <dgm:pt modelId="{98D35677-E7A5-4C93-9B6F-984B3543DFA7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Calendários e Cadências de Gestão (Prestação de Contas e Pagamentos)</a:t>
          </a:r>
        </a:p>
      </dgm:t>
    </dgm:pt>
    <dgm:pt modelId="{5A2EC454-F96F-4F5B-ADF2-EFB0CEAD6425}" type="parTrans" cxnId="{1B75A100-162C-4C55-A255-5DAF8AA3BEDC}">
      <dgm:prSet/>
      <dgm:spPr/>
      <dgm:t>
        <a:bodyPr/>
        <a:lstStyle/>
        <a:p>
          <a:endParaRPr lang="pt-BR"/>
        </a:p>
      </dgm:t>
    </dgm:pt>
    <dgm:pt modelId="{C77EFB1A-E0C2-4F97-A504-6D1D26FF5F2B}" type="sibTrans" cxnId="{1B75A100-162C-4C55-A255-5DAF8AA3BEDC}">
      <dgm:prSet/>
      <dgm:spPr/>
      <dgm:t>
        <a:bodyPr/>
        <a:lstStyle/>
        <a:p>
          <a:endParaRPr lang="pt-BR"/>
        </a:p>
      </dgm:t>
    </dgm:pt>
    <dgm:pt modelId="{F1638288-A7CB-4C17-9B88-0776C8312352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no JIRA e validação com responsáveis (caso automação seja viável)</a:t>
          </a:r>
        </a:p>
      </dgm:t>
    </dgm:pt>
    <dgm:pt modelId="{E8A17151-B5D5-4393-B98A-2D3768573EA7}" type="parTrans" cxnId="{57E8F3F3-122B-4D36-BFFD-00CC7F8A6EE6}">
      <dgm:prSet/>
      <dgm:spPr/>
      <dgm:t>
        <a:bodyPr/>
        <a:lstStyle/>
        <a:p>
          <a:endParaRPr lang="pt-BR"/>
        </a:p>
      </dgm:t>
    </dgm:pt>
    <dgm:pt modelId="{64CD05EC-8BEF-4517-A999-74DAE18CBF5C}" type="sibTrans" cxnId="{57E8F3F3-122B-4D36-BFFD-00CC7F8A6EE6}">
      <dgm:prSet/>
      <dgm:spPr/>
      <dgm:t>
        <a:bodyPr/>
        <a:lstStyle/>
        <a:p>
          <a:endParaRPr lang="pt-BR"/>
        </a:p>
      </dgm:t>
    </dgm:pt>
    <dgm:pt modelId="{628D7201-4C44-4308-8E03-E5B232CD94CE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Workshop com os Coordenadores e Gerente</a:t>
          </a:r>
        </a:p>
      </dgm:t>
    </dgm:pt>
    <dgm:pt modelId="{5F5F5041-430A-4A10-BF14-54AE759718B8}" type="parTrans" cxnId="{95825F7C-04FD-46ED-A7E9-058C8EE42447}">
      <dgm:prSet/>
      <dgm:spPr/>
      <dgm:t>
        <a:bodyPr/>
        <a:lstStyle/>
        <a:p>
          <a:endParaRPr lang="pt-BR"/>
        </a:p>
      </dgm:t>
    </dgm:pt>
    <dgm:pt modelId="{C8796F28-992F-49B7-A949-7C05A8D946B4}" type="sibTrans" cxnId="{95825F7C-04FD-46ED-A7E9-058C8EE42447}">
      <dgm:prSet/>
      <dgm:spPr/>
      <dgm:t>
        <a:bodyPr/>
        <a:lstStyle/>
        <a:p>
          <a:endParaRPr lang="pt-BR"/>
        </a:p>
      </dgm:t>
    </dgm:pt>
    <dgm:pt modelId="{AFC8DEBA-383A-4186-B036-DE8DDB28CFB1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Comunicação aos Fornecedores sobre o processo e Calendário de Controles</a:t>
          </a:r>
        </a:p>
      </dgm:t>
    </dgm:pt>
    <dgm:pt modelId="{5977E8F5-AD33-409A-909C-656BE52D754F}" type="parTrans" cxnId="{525E67E4-C28D-4EDF-9EF4-8E1EE80713E5}">
      <dgm:prSet/>
      <dgm:spPr/>
      <dgm:t>
        <a:bodyPr/>
        <a:lstStyle/>
        <a:p>
          <a:endParaRPr lang="pt-BR"/>
        </a:p>
      </dgm:t>
    </dgm:pt>
    <dgm:pt modelId="{EA378BFE-9207-4B90-A4C9-149A5B3D6EF6}" type="sibTrans" cxnId="{525E67E4-C28D-4EDF-9EF4-8E1EE80713E5}">
      <dgm:prSet/>
      <dgm:spPr/>
      <dgm:t>
        <a:bodyPr/>
        <a:lstStyle/>
        <a:p>
          <a:endParaRPr lang="pt-BR"/>
        </a:p>
      </dgm:t>
    </dgm:pt>
    <dgm:pt modelId="{859D4380-1F44-4A77-ACE0-A2DF9AF7F8D0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Identificação de oportunidades de melhorias</a:t>
          </a:r>
        </a:p>
      </dgm:t>
    </dgm:pt>
    <dgm:pt modelId="{50970558-C89D-4199-846D-2ABF5B46C67A}" type="parTrans" cxnId="{A70DB5F9-26BB-4D60-8228-95198193AC8D}">
      <dgm:prSet/>
      <dgm:spPr/>
      <dgm:t>
        <a:bodyPr/>
        <a:lstStyle/>
        <a:p>
          <a:endParaRPr lang="pt-BR"/>
        </a:p>
      </dgm:t>
    </dgm:pt>
    <dgm:pt modelId="{D2F4826E-C49E-4A63-BFAA-9670DA6D7DEB}" type="sibTrans" cxnId="{A70DB5F9-26BB-4D60-8228-95198193AC8D}">
      <dgm:prSet/>
      <dgm:spPr/>
      <dgm:t>
        <a:bodyPr/>
        <a:lstStyle/>
        <a:p>
          <a:endParaRPr lang="pt-BR"/>
        </a:p>
      </dgm:t>
    </dgm:pt>
    <dgm:pt modelId="{9069A62F-595D-4B16-84A6-01996013A38B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Reciclagem do Workshop com os Coordenadores</a:t>
          </a:r>
        </a:p>
      </dgm:t>
    </dgm:pt>
    <dgm:pt modelId="{B6171B6A-288E-46EE-8C47-18DF7C5E4469}" type="parTrans" cxnId="{37D89005-FA10-432C-88F6-5762EE4062FE}">
      <dgm:prSet/>
      <dgm:spPr/>
      <dgm:t>
        <a:bodyPr/>
        <a:lstStyle/>
        <a:p>
          <a:endParaRPr lang="pt-BR"/>
        </a:p>
      </dgm:t>
    </dgm:pt>
    <dgm:pt modelId="{5A19F188-A202-4C75-AA8D-69EDF00E06BB}" type="sibTrans" cxnId="{37D89005-FA10-432C-88F6-5762EE4062FE}">
      <dgm:prSet/>
      <dgm:spPr/>
      <dgm:t>
        <a:bodyPr/>
        <a:lstStyle/>
        <a:p>
          <a:endParaRPr lang="pt-BR"/>
        </a:p>
      </dgm:t>
    </dgm:pt>
    <dgm:pt modelId="{BABDE0B7-24A6-4DCD-94C4-5C8A5A7FA246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Avaliação dos controles frente aos </a:t>
          </a:r>
          <a:r>
            <a:rPr lang="pt-BR" sz="1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</a:t>
          </a:r>
          <a:r>
            <a: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auditoria existentes</a:t>
          </a:r>
        </a:p>
      </dgm:t>
    </dgm:pt>
    <dgm:pt modelId="{AAB471F3-1F86-4B18-87FD-622D705BB4C6}" type="parTrans" cxnId="{1AC591F9-59E3-44DD-BF85-8B6F425D64FD}">
      <dgm:prSet/>
      <dgm:spPr/>
      <dgm:t>
        <a:bodyPr/>
        <a:lstStyle/>
        <a:p>
          <a:endParaRPr lang="pt-BR"/>
        </a:p>
      </dgm:t>
    </dgm:pt>
    <dgm:pt modelId="{3609373B-0568-4E5D-8B4E-9790FFDFB736}" type="sibTrans" cxnId="{1AC591F9-59E3-44DD-BF85-8B6F425D64FD}">
      <dgm:prSet/>
      <dgm:spPr/>
      <dgm:t>
        <a:bodyPr/>
        <a:lstStyle/>
        <a:p>
          <a:endParaRPr lang="pt-BR"/>
        </a:p>
      </dgm:t>
    </dgm:pt>
    <dgm:pt modelId="{F3A58A46-09C3-448A-AB86-C39C7492E9EF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Alinhamento Gerente</a:t>
          </a:r>
        </a:p>
      </dgm:t>
    </dgm:pt>
    <dgm:pt modelId="{38CAC03A-DC1C-4BD7-BEA5-60054B4841DF}" type="parTrans" cxnId="{EF6B665A-6042-4800-ACBD-C930C2704674}">
      <dgm:prSet/>
      <dgm:spPr/>
      <dgm:t>
        <a:bodyPr/>
        <a:lstStyle/>
        <a:p>
          <a:endParaRPr lang="pt-BR"/>
        </a:p>
      </dgm:t>
    </dgm:pt>
    <dgm:pt modelId="{4257E91E-A155-4791-B3EF-F9EA297978FA}" type="sibTrans" cxnId="{EF6B665A-6042-4800-ACBD-C930C2704674}">
      <dgm:prSet/>
      <dgm:spPr/>
      <dgm:t>
        <a:bodyPr/>
        <a:lstStyle/>
        <a:p>
          <a:endParaRPr lang="pt-BR"/>
        </a:p>
      </dgm:t>
    </dgm:pt>
    <dgm:pt modelId="{EEF9042F-D2F3-4850-8C4D-C056B12B7D91}" type="pres">
      <dgm:prSet presAssocID="{9042EF27-C77B-497C-9BF8-3001BEB83BA4}" presName="Name0" presStyleCnt="0">
        <dgm:presLayoutVars>
          <dgm:dir/>
          <dgm:resizeHandles val="exact"/>
        </dgm:presLayoutVars>
      </dgm:prSet>
      <dgm:spPr/>
    </dgm:pt>
    <dgm:pt modelId="{E36540E1-E58B-47D9-86D7-BB7D41CC4682}" type="pres">
      <dgm:prSet presAssocID="{063475F4-3DD1-4F6C-8F0A-344B39C960BC}" presName="node" presStyleLbl="node1" presStyleIdx="0" presStyleCnt="5" custLinFactNeighborX="-1359" custLinFactNeighborY="0">
        <dgm:presLayoutVars>
          <dgm:bulletEnabled val="1"/>
        </dgm:presLayoutVars>
      </dgm:prSet>
      <dgm:spPr/>
    </dgm:pt>
    <dgm:pt modelId="{40FCEEA9-3B75-4676-B014-EBFC40E1DD0B}" type="pres">
      <dgm:prSet presAssocID="{3E6947EB-935C-47CD-9BE2-46E000C7323B}" presName="sibTrans" presStyleCnt="0"/>
      <dgm:spPr/>
    </dgm:pt>
    <dgm:pt modelId="{3432B43A-FC60-4915-AF65-6AA157296DDE}" type="pres">
      <dgm:prSet presAssocID="{13AA97F6-D39B-4CA2-84DA-FB6F2D623792}" presName="node" presStyleLbl="node1" presStyleIdx="1" presStyleCnt="5">
        <dgm:presLayoutVars>
          <dgm:bulletEnabled val="1"/>
        </dgm:presLayoutVars>
      </dgm:prSet>
      <dgm:spPr/>
    </dgm:pt>
    <dgm:pt modelId="{DEFA9F3D-F5CD-4C37-BD3F-5B6FD710ACDD}" type="pres">
      <dgm:prSet presAssocID="{E3439CE3-C297-4A5A-9B3C-F2EB5A6ED509}" presName="sibTrans" presStyleCnt="0"/>
      <dgm:spPr/>
    </dgm:pt>
    <dgm:pt modelId="{ABEB93D4-46A3-40BC-AA62-153D6F034CC4}" type="pres">
      <dgm:prSet presAssocID="{202D16D0-A785-4CB3-ADA9-FB57E2D578F9}" presName="node" presStyleLbl="node1" presStyleIdx="2" presStyleCnt="5">
        <dgm:presLayoutVars>
          <dgm:bulletEnabled val="1"/>
        </dgm:presLayoutVars>
      </dgm:prSet>
      <dgm:spPr/>
    </dgm:pt>
    <dgm:pt modelId="{4170CCAE-597D-47BE-A040-EC55067E4720}" type="pres">
      <dgm:prSet presAssocID="{EC66A749-34BA-4A2A-8B55-531F9938769F}" presName="sibTrans" presStyleCnt="0"/>
      <dgm:spPr/>
    </dgm:pt>
    <dgm:pt modelId="{E8C6BC7B-B0A8-45C5-AD4B-E8C6AFEA6221}" type="pres">
      <dgm:prSet presAssocID="{88BB81CB-BA9F-4B1A-9D16-0BAD4AA075C6}" presName="node" presStyleLbl="node1" presStyleIdx="3" presStyleCnt="5">
        <dgm:presLayoutVars>
          <dgm:bulletEnabled val="1"/>
        </dgm:presLayoutVars>
      </dgm:prSet>
      <dgm:spPr/>
    </dgm:pt>
    <dgm:pt modelId="{D4A88890-9D90-4AB6-9B2B-41437CCA31CD}" type="pres">
      <dgm:prSet presAssocID="{41CFBEBF-5312-45D5-A806-99CD7A90536F}" presName="sibTrans" presStyleCnt="0"/>
      <dgm:spPr/>
    </dgm:pt>
    <dgm:pt modelId="{6D7182F9-F2CD-474D-B180-80AD6D17B7A3}" type="pres">
      <dgm:prSet presAssocID="{0CE17A4B-3505-4102-B1C0-9FB705ABAAEC}" presName="node" presStyleLbl="node1" presStyleIdx="4" presStyleCnt="5" custLinFactNeighborX="1359" custLinFactNeighborY="0">
        <dgm:presLayoutVars>
          <dgm:bulletEnabled val="1"/>
        </dgm:presLayoutVars>
      </dgm:prSet>
      <dgm:spPr/>
    </dgm:pt>
  </dgm:ptLst>
  <dgm:cxnLst>
    <dgm:cxn modelId="{B8F85E62-2893-4EE6-BE0E-BA35D2A5F66E}" type="presOf" srcId="{8616FD07-9D5E-49B2-A0B7-5401D6B01B29}" destId="{6D7182F9-F2CD-474D-B180-80AD6D17B7A3}" srcOrd="0" destOrd="1" presId="urn:microsoft.com/office/officeart/2005/8/layout/hList6"/>
    <dgm:cxn modelId="{BD883D86-8028-4E3C-88C7-2ADDF05CCE3C}" type="presOf" srcId="{9069A62F-595D-4B16-84A6-01996013A38B}" destId="{6D7182F9-F2CD-474D-B180-80AD6D17B7A3}" srcOrd="0" destOrd="3" presId="urn:microsoft.com/office/officeart/2005/8/layout/hList6"/>
    <dgm:cxn modelId="{063F8262-BCD3-4174-9047-D2D9D4D581CD}" type="presOf" srcId="{5DC68E4A-F82E-46CC-AA7F-59662CB02749}" destId="{E36540E1-E58B-47D9-86D7-BB7D41CC4682}" srcOrd="0" destOrd="4" presId="urn:microsoft.com/office/officeart/2005/8/layout/hList6"/>
    <dgm:cxn modelId="{6BFCCE4C-3427-4B5F-9BCF-F663A5B65AD7}" type="presOf" srcId="{0CE17A4B-3505-4102-B1C0-9FB705ABAAEC}" destId="{6D7182F9-F2CD-474D-B180-80AD6D17B7A3}" srcOrd="0" destOrd="0" presId="urn:microsoft.com/office/officeart/2005/8/layout/hList6"/>
    <dgm:cxn modelId="{F83727DA-FFC6-4BE7-A25C-4245E25A14DB}" type="presOf" srcId="{628D7201-4C44-4308-8E03-E5B232CD94CE}" destId="{E8C6BC7B-B0A8-45C5-AD4B-E8C6AFEA6221}" srcOrd="0" destOrd="3" presId="urn:microsoft.com/office/officeart/2005/8/layout/hList6"/>
    <dgm:cxn modelId="{E057DE39-BE83-44D2-8A20-51ED3BDF3A92}" srcId="{202D16D0-A785-4CB3-ADA9-FB57E2D578F9}" destId="{6543DF09-5C6F-48D9-B281-AABBB85B4288}" srcOrd="0" destOrd="0" parTransId="{00EEC8FA-D2A4-419C-A148-B9260B6A4215}" sibTransId="{98018B4B-9872-4E99-BB97-C556B04727D8}"/>
    <dgm:cxn modelId="{57133F24-E017-4AB4-972D-385CD551DC99}" srcId="{063475F4-3DD1-4F6C-8F0A-344B39C960BC}" destId="{5DC68E4A-F82E-46CC-AA7F-59662CB02749}" srcOrd="3" destOrd="0" parTransId="{DF11475A-BDDA-4868-A483-D60186B0C4CD}" sibTransId="{22990CE5-BF6D-412F-BBCA-1F08A3F3470F}"/>
    <dgm:cxn modelId="{2740F481-00C1-4CA7-B7CA-11C4BF440AE5}" type="presOf" srcId="{F1638288-A7CB-4C17-9B88-0776C8312352}" destId="{E8C6BC7B-B0A8-45C5-AD4B-E8C6AFEA6221}" srcOrd="0" destOrd="2" presId="urn:microsoft.com/office/officeart/2005/8/layout/hList6"/>
    <dgm:cxn modelId="{37D89005-FA10-432C-88F6-5762EE4062FE}" srcId="{0CE17A4B-3505-4102-B1C0-9FB705ABAAEC}" destId="{9069A62F-595D-4B16-84A6-01996013A38B}" srcOrd="2" destOrd="0" parTransId="{B6171B6A-288E-46EE-8C47-18DF7C5E4469}" sibTransId="{5A19F188-A202-4C75-AA8D-69EDF00E06BB}"/>
    <dgm:cxn modelId="{D53A6BFF-E3E7-4B27-9E89-80C94B848835}" srcId="{13AA97F6-D39B-4CA2-84DA-FB6F2D623792}" destId="{B63C00AE-6A01-4945-92D0-A2519AB8AA57}" srcOrd="2" destOrd="0" parTransId="{8B7F88BF-7D91-42D3-B874-6587F61EF7FD}" sibTransId="{84189457-65AD-4B7E-BB17-D2E468E8EE37}"/>
    <dgm:cxn modelId="{EF6B665A-6042-4800-ACBD-C930C2704674}" srcId="{063475F4-3DD1-4F6C-8F0A-344B39C960BC}" destId="{F3A58A46-09C3-448A-AB86-C39C7492E9EF}" srcOrd="1" destOrd="0" parTransId="{38CAC03A-DC1C-4BD7-BEA5-60054B4841DF}" sibTransId="{4257E91E-A155-4791-B3EF-F9EA297978FA}"/>
    <dgm:cxn modelId="{1B75A100-162C-4C55-A255-5DAF8AA3BEDC}" srcId="{202D16D0-A785-4CB3-ADA9-FB57E2D578F9}" destId="{98D35677-E7A5-4C93-9B6F-984B3543DFA7}" srcOrd="3" destOrd="0" parTransId="{5A2EC454-F96F-4F5B-ADF2-EFB0CEAD6425}" sibTransId="{C77EFB1A-E0C2-4F97-A504-6D1D26FF5F2B}"/>
    <dgm:cxn modelId="{927D1726-2752-4420-A541-776BE8E5885B}" srcId="{9042EF27-C77B-497C-9BF8-3001BEB83BA4}" destId="{13AA97F6-D39B-4CA2-84DA-FB6F2D623792}" srcOrd="1" destOrd="0" parTransId="{8FAF780D-6D87-4729-A332-0DBEB84B83FD}" sibTransId="{E3439CE3-C297-4A5A-9B3C-F2EB5A6ED509}"/>
    <dgm:cxn modelId="{39CDAEC2-DC48-4AE3-95D2-A3027AB02502}" type="presOf" srcId="{209562BA-EB15-4AB9-BA83-B6365EE33F7A}" destId="{3432B43A-FC60-4915-AF65-6AA157296DDE}" srcOrd="0" destOrd="5" presId="urn:microsoft.com/office/officeart/2005/8/layout/hList6"/>
    <dgm:cxn modelId="{57E8F3F3-122B-4D36-BFFD-00CC7F8A6EE6}" srcId="{88BB81CB-BA9F-4B1A-9D16-0BAD4AA075C6}" destId="{F1638288-A7CB-4C17-9B88-0776C8312352}" srcOrd="1" destOrd="0" parTransId="{E8A17151-B5D5-4393-B98A-2D3768573EA7}" sibTransId="{64CD05EC-8BEF-4517-A999-74DAE18CBF5C}"/>
    <dgm:cxn modelId="{88D2A95D-B5EB-43B6-8DE2-5CAC5D60BD43}" type="presOf" srcId="{88BB81CB-BA9F-4B1A-9D16-0BAD4AA075C6}" destId="{E8C6BC7B-B0A8-45C5-AD4B-E8C6AFEA6221}" srcOrd="0" destOrd="0" presId="urn:microsoft.com/office/officeart/2005/8/layout/hList6"/>
    <dgm:cxn modelId="{30FAA871-30F4-43AB-9745-49EC72C82C67}" type="presOf" srcId="{935BA7C1-BF19-47A8-B4FE-B28261A00369}" destId="{E36540E1-E58B-47D9-86D7-BB7D41CC4682}" srcOrd="0" destOrd="3" presId="urn:microsoft.com/office/officeart/2005/8/layout/hList6"/>
    <dgm:cxn modelId="{A9C39537-5CA2-420C-B2E7-072B6141BE9E}" srcId="{063475F4-3DD1-4F6C-8F0A-344B39C960BC}" destId="{935BA7C1-BF19-47A8-B4FE-B28261A00369}" srcOrd="2" destOrd="0" parTransId="{BA77CF16-15B7-46FE-917F-091335C4E0FC}" sibTransId="{1E0D8611-CDF9-484C-A41C-365F7688C7E8}"/>
    <dgm:cxn modelId="{2A313595-630B-4E98-8ED7-63BCFA1BA3D2}" type="presOf" srcId="{859D4380-1F44-4A77-ACE0-A2DF9AF7F8D0}" destId="{6D7182F9-F2CD-474D-B180-80AD6D17B7A3}" srcOrd="0" destOrd="2" presId="urn:microsoft.com/office/officeart/2005/8/layout/hList6"/>
    <dgm:cxn modelId="{F170E709-85E4-4A49-833E-B0D6122182D3}" srcId="{202D16D0-A785-4CB3-ADA9-FB57E2D578F9}" destId="{6C2737E1-8E48-4F81-A770-4271B010A5D1}" srcOrd="2" destOrd="0" parTransId="{25EB72C9-A3EB-44D5-BEA5-9193C4EFAB3E}" sibTransId="{6BCFA727-7AF7-4FF3-830B-ECBB05A3A77B}"/>
    <dgm:cxn modelId="{13F740F9-D5FC-493C-998F-F2AE2E4FBD20}" type="presOf" srcId="{063475F4-3DD1-4F6C-8F0A-344B39C960BC}" destId="{E36540E1-E58B-47D9-86D7-BB7D41CC4682}" srcOrd="0" destOrd="0" presId="urn:microsoft.com/office/officeart/2005/8/layout/hList6"/>
    <dgm:cxn modelId="{A70DB5F9-26BB-4D60-8228-95198193AC8D}" srcId="{0CE17A4B-3505-4102-B1C0-9FB705ABAAEC}" destId="{859D4380-1F44-4A77-ACE0-A2DF9AF7F8D0}" srcOrd="1" destOrd="0" parTransId="{50970558-C89D-4199-846D-2ABF5B46C67A}" sibTransId="{D2F4826E-C49E-4A63-BFAA-9670DA6D7DEB}"/>
    <dgm:cxn modelId="{D529C826-19CD-4735-9BEC-5802D9DD470B}" type="presOf" srcId="{202D16D0-A785-4CB3-ADA9-FB57E2D578F9}" destId="{ABEB93D4-46A3-40BC-AA62-153D6F034CC4}" srcOrd="0" destOrd="0" presId="urn:microsoft.com/office/officeart/2005/8/layout/hList6"/>
    <dgm:cxn modelId="{5E695237-2DC7-4111-B482-C1230DD82C57}" srcId="{0CE17A4B-3505-4102-B1C0-9FB705ABAAEC}" destId="{8616FD07-9D5E-49B2-A0B7-5401D6B01B29}" srcOrd="0" destOrd="0" parTransId="{3B2D1FBF-A519-46D0-B9E7-C6DFD8B2EFB9}" sibTransId="{6B22E99D-ED9B-4432-B28B-812A52BCA1E2}"/>
    <dgm:cxn modelId="{46BC6D31-95CE-4023-9C27-C14622D9F86A}" srcId="{13AA97F6-D39B-4CA2-84DA-FB6F2D623792}" destId="{209562BA-EB15-4AB9-BA83-B6365EE33F7A}" srcOrd="4" destOrd="0" parTransId="{1EE72FD6-5C67-4BA6-9441-A74B8EA78D2D}" sibTransId="{A05E9365-25A7-48D8-9BCE-09383354DBBD}"/>
    <dgm:cxn modelId="{5430AE86-F04D-4402-80AF-AA95E7528F79}" srcId="{13AA97F6-D39B-4CA2-84DA-FB6F2D623792}" destId="{4FEB9719-1EDD-45FC-B74C-6F80F1A0CB82}" srcOrd="1" destOrd="0" parTransId="{DD299D99-017F-49B5-ADDE-E5927C9920B4}" sibTransId="{75467575-373D-4F34-A56A-F725C2C848C2}"/>
    <dgm:cxn modelId="{68A7A9EA-2F04-48B4-804D-05E9DC65801C}" type="presOf" srcId="{4FEB9719-1EDD-45FC-B74C-6F80F1A0CB82}" destId="{3432B43A-FC60-4915-AF65-6AA157296DDE}" srcOrd="0" destOrd="2" presId="urn:microsoft.com/office/officeart/2005/8/layout/hList6"/>
    <dgm:cxn modelId="{DA102032-9A35-4840-9F28-97F20B0250F7}" srcId="{88BB81CB-BA9F-4B1A-9D16-0BAD4AA075C6}" destId="{5FDA79A7-6A30-49D4-8991-AE700891E6E3}" srcOrd="0" destOrd="0" parTransId="{0ECFE73A-BA4A-4D0F-A61A-BE48365428F8}" sibTransId="{E83D56F3-0312-4690-877F-116DB5A94D6A}"/>
    <dgm:cxn modelId="{6981DDC7-1C10-4482-9055-35B83795F402}" type="presOf" srcId="{F476F37D-0632-4D26-BF4D-079B749201C0}" destId="{E36540E1-E58B-47D9-86D7-BB7D41CC4682}" srcOrd="0" destOrd="1" presId="urn:microsoft.com/office/officeart/2005/8/layout/hList6"/>
    <dgm:cxn modelId="{701F0C49-EE2E-465E-99CE-21DB0D46CC47}" srcId="{9042EF27-C77B-497C-9BF8-3001BEB83BA4}" destId="{202D16D0-A785-4CB3-ADA9-FB57E2D578F9}" srcOrd="2" destOrd="0" parTransId="{3502EAE8-CCD6-4F18-A280-E7A577EC7D0B}" sibTransId="{EC66A749-34BA-4A2A-8B55-531F9938769F}"/>
    <dgm:cxn modelId="{311840AD-38B3-4139-92DC-4342F65D589E}" srcId="{13AA97F6-D39B-4CA2-84DA-FB6F2D623792}" destId="{72B35C26-060A-45D5-9989-387EB9BAC2AA}" srcOrd="0" destOrd="0" parTransId="{E8E2CA08-53F9-41D0-BA62-FA6125524DE6}" sibTransId="{A2405ED7-EF80-4F66-83BB-9CC9850AA9AC}"/>
    <dgm:cxn modelId="{933B72B7-A2E9-4B5C-A707-1AA3CDB4C1DC}" type="presOf" srcId="{2DDAD0EF-A393-4A80-9B6A-41FA7F2B5E94}" destId="{ABEB93D4-46A3-40BC-AA62-153D6F034CC4}" srcOrd="0" destOrd="2" presId="urn:microsoft.com/office/officeart/2005/8/layout/hList6"/>
    <dgm:cxn modelId="{8837B4F4-C56D-4D73-8930-958E85902C5A}" type="presOf" srcId="{AFC8DEBA-383A-4186-B036-DE8DDB28CFB1}" destId="{E8C6BC7B-B0A8-45C5-AD4B-E8C6AFEA6221}" srcOrd="0" destOrd="4" presId="urn:microsoft.com/office/officeart/2005/8/layout/hList6"/>
    <dgm:cxn modelId="{6595E7D4-5A6A-4161-BABF-0F4B8AA187C4}" srcId="{13AA97F6-D39B-4CA2-84DA-FB6F2D623792}" destId="{6C9EFFAB-D2B4-485A-99C5-51C72CCAD5AA}" srcOrd="3" destOrd="0" parTransId="{38E23A8D-C817-4754-B260-2DB892269E10}" sibTransId="{DE04C4F4-4E22-4DFB-82AB-B9BA7F94B1C9}"/>
    <dgm:cxn modelId="{AFD400AE-2D9D-4A21-86D7-9FD9E3CF86EA}" type="presOf" srcId="{72B35C26-060A-45D5-9989-387EB9BAC2AA}" destId="{3432B43A-FC60-4915-AF65-6AA157296DDE}" srcOrd="0" destOrd="1" presId="urn:microsoft.com/office/officeart/2005/8/layout/hList6"/>
    <dgm:cxn modelId="{B9874270-BA47-4D6B-9057-561ED86DBC20}" type="presOf" srcId="{6C9EFFAB-D2B4-485A-99C5-51C72CCAD5AA}" destId="{3432B43A-FC60-4915-AF65-6AA157296DDE}" srcOrd="0" destOrd="4" presId="urn:microsoft.com/office/officeart/2005/8/layout/hList6"/>
    <dgm:cxn modelId="{B0A6424B-E08B-4A54-81DD-2718E62E1607}" srcId="{063475F4-3DD1-4F6C-8F0A-344B39C960BC}" destId="{F476F37D-0632-4D26-BF4D-079B749201C0}" srcOrd="0" destOrd="0" parTransId="{F2816DA3-CAF3-4997-94B0-6D652CC0DA56}" sibTransId="{A15303C9-6E2D-4C1A-9B70-33AE8F1C2B9E}"/>
    <dgm:cxn modelId="{988A62AF-B695-46CD-9E7E-F46EB4E12440}" srcId="{9042EF27-C77B-497C-9BF8-3001BEB83BA4}" destId="{88BB81CB-BA9F-4B1A-9D16-0BAD4AA075C6}" srcOrd="3" destOrd="0" parTransId="{D9E6DE91-F630-488B-8CA4-C040D89A9E7F}" sibTransId="{41CFBEBF-5312-45D5-A806-99CD7A90536F}"/>
    <dgm:cxn modelId="{1AC591F9-59E3-44DD-BF85-8B6F425D64FD}" srcId="{202D16D0-A785-4CB3-ADA9-FB57E2D578F9}" destId="{BABDE0B7-24A6-4DCD-94C4-5C8A5A7FA246}" srcOrd="4" destOrd="0" parTransId="{AAB471F3-1F86-4B18-87FD-622D705BB4C6}" sibTransId="{3609373B-0568-4E5D-8B4E-9790FFDFB736}"/>
    <dgm:cxn modelId="{0C7152B0-E262-42F5-B838-42BAE27A0430}" type="presOf" srcId="{F3A58A46-09C3-448A-AB86-C39C7492E9EF}" destId="{E36540E1-E58B-47D9-86D7-BB7D41CC4682}" srcOrd="0" destOrd="2" presId="urn:microsoft.com/office/officeart/2005/8/layout/hList6"/>
    <dgm:cxn modelId="{0773A515-B52B-4FAD-ADDD-6085B8710C15}" srcId="{9042EF27-C77B-497C-9BF8-3001BEB83BA4}" destId="{063475F4-3DD1-4F6C-8F0A-344B39C960BC}" srcOrd="0" destOrd="0" parTransId="{4DEDF50D-D85A-42A8-95B1-A11BD0EF4F5A}" sibTransId="{3E6947EB-935C-47CD-9BE2-46E000C7323B}"/>
    <dgm:cxn modelId="{CFC185AE-D064-49C9-A599-407CA7837122}" type="presOf" srcId="{EA4523D3-0EEE-48C5-8A05-A87C33047484}" destId="{E36540E1-E58B-47D9-86D7-BB7D41CC4682}" srcOrd="0" destOrd="5" presId="urn:microsoft.com/office/officeart/2005/8/layout/hList6"/>
    <dgm:cxn modelId="{750ADB59-245C-44EA-87AE-C449905A46D5}" type="presOf" srcId="{B63C00AE-6A01-4945-92D0-A2519AB8AA57}" destId="{3432B43A-FC60-4915-AF65-6AA157296DDE}" srcOrd="0" destOrd="3" presId="urn:microsoft.com/office/officeart/2005/8/layout/hList6"/>
    <dgm:cxn modelId="{0834F5DF-3C3C-4EDF-8184-5DBBB5FE6568}" srcId="{9042EF27-C77B-497C-9BF8-3001BEB83BA4}" destId="{0CE17A4B-3505-4102-B1C0-9FB705ABAAEC}" srcOrd="4" destOrd="0" parTransId="{2A46D57B-C620-47F9-878C-FAEDEDA9C0F8}" sibTransId="{0595F52C-655D-41FE-81BD-B3EBB141649A}"/>
    <dgm:cxn modelId="{DDE79B59-D145-459A-A8A6-B874ECEF6929}" type="presOf" srcId="{98D35677-E7A5-4C93-9B6F-984B3543DFA7}" destId="{ABEB93D4-46A3-40BC-AA62-153D6F034CC4}" srcOrd="0" destOrd="4" presId="urn:microsoft.com/office/officeart/2005/8/layout/hList6"/>
    <dgm:cxn modelId="{A43FFA47-C39F-4878-A7FE-29D47B9D9879}" srcId="{202D16D0-A785-4CB3-ADA9-FB57E2D578F9}" destId="{2DDAD0EF-A393-4A80-9B6A-41FA7F2B5E94}" srcOrd="1" destOrd="0" parTransId="{D666891E-2340-426B-84FB-37017A6B610E}" sibTransId="{14128CD8-DED0-413B-A555-DB22536D3B2A}"/>
    <dgm:cxn modelId="{0CC3E159-AB99-4885-AC74-4E5C65917652}" type="presOf" srcId="{6543DF09-5C6F-48D9-B281-AABBB85B4288}" destId="{ABEB93D4-46A3-40BC-AA62-153D6F034CC4}" srcOrd="0" destOrd="1" presId="urn:microsoft.com/office/officeart/2005/8/layout/hList6"/>
    <dgm:cxn modelId="{AD1244F5-00F7-49F0-8E82-4699A020D627}" type="presOf" srcId="{13AA97F6-D39B-4CA2-84DA-FB6F2D623792}" destId="{3432B43A-FC60-4915-AF65-6AA157296DDE}" srcOrd="0" destOrd="0" presId="urn:microsoft.com/office/officeart/2005/8/layout/hList6"/>
    <dgm:cxn modelId="{9DC9D000-3CA4-4145-8A07-E1B8213C7975}" type="presOf" srcId="{6C2737E1-8E48-4F81-A770-4271B010A5D1}" destId="{ABEB93D4-46A3-40BC-AA62-153D6F034CC4}" srcOrd="0" destOrd="3" presId="urn:microsoft.com/office/officeart/2005/8/layout/hList6"/>
    <dgm:cxn modelId="{2073C034-635E-4947-8D2B-4CD7F72C7FF4}" type="presOf" srcId="{9042EF27-C77B-497C-9BF8-3001BEB83BA4}" destId="{EEF9042F-D2F3-4850-8C4D-C056B12B7D91}" srcOrd="0" destOrd="0" presId="urn:microsoft.com/office/officeart/2005/8/layout/hList6"/>
    <dgm:cxn modelId="{95825F7C-04FD-46ED-A7E9-058C8EE42447}" srcId="{88BB81CB-BA9F-4B1A-9D16-0BAD4AA075C6}" destId="{628D7201-4C44-4308-8E03-E5B232CD94CE}" srcOrd="2" destOrd="0" parTransId="{5F5F5041-430A-4A10-BF14-54AE759718B8}" sibTransId="{C8796F28-992F-49B7-A949-7C05A8D946B4}"/>
    <dgm:cxn modelId="{E8582DE2-DF4C-452A-B8F2-90161ED6D6C0}" srcId="{063475F4-3DD1-4F6C-8F0A-344B39C960BC}" destId="{EA4523D3-0EEE-48C5-8A05-A87C33047484}" srcOrd="4" destOrd="0" parTransId="{B102CFF0-11E2-41DE-B7FC-0ECA923E24CB}" sibTransId="{8FB27D2A-2A0F-4073-8693-CCA21288CDBB}"/>
    <dgm:cxn modelId="{0FB1D653-2801-4D5B-82C5-B8F40C8C76F7}" type="presOf" srcId="{5FDA79A7-6A30-49D4-8991-AE700891E6E3}" destId="{E8C6BC7B-B0A8-45C5-AD4B-E8C6AFEA6221}" srcOrd="0" destOrd="1" presId="urn:microsoft.com/office/officeart/2005/8/layout/hList6"/>
    <dgm:cxn modelId="{525E67E4-C28D-4EDF-9EF4-8E1EE80713E5}" srcId="{88BB81CB-BA9F-4B1A-9D16-0BAD4AA075C6}" destId="{AFC8DEBA-383A-4186-B036-DE8DDB28CFB1}" srcOrd="3" destOrd="0" parTransId="{5977E8F5-AD33-409A-909C-656BE52D754F}" sibTransId="{EA378BFE-9207-4B90-A4C9-149A5B3D6EF6}"/>
    <dgm:cxn modelId="{43EEB763-6DBE-4345-8E60-CC3AD7144E4D}" type="presOf" srcId="{BABDE0B7-24A6-4DCD-94C4-5C8A5A7FA246}" destId="{ABEB93D4-46A3-40BC-AA62-153D6F034CC4}" srcOrd="0" destOrd="5" presId="urn:microsoft.com/office/officeart/2005/8/layout/hList6"/>
    <dgm:cxn modelId="{52405B2A-1F12-450F-9759-2DF7CADECDBB}" type="presParOf" srcId="{EEF9042F-D2F3-4850-8C4D-C056B12B7D91}" destId="{E36540E1-E58B-47D9-86D7-BB7D41CC4682}" srcOrd="0" destOrd="0" presId="urn:microsoft.com/office/officeart/2005/8/layout/hList6"/>
    <dgm:cxn modelId="{8A0437B6-63E2-4669-847D-2C11DE11588E}" type="presParOf" srcId="{EEF9042F-D2F3-4850-8C4D-C056B12B7D91}" destId="{40FCEEA9-3B75-4676-B014-EBFC40E1DD0B}" srcOrd="1" destOrd="0" presId="urn:microsoft.com/office/officeart/2005/8/layout/hList6"/>
    <dgm:cxn modelId="{337D1847-BCE6-4418-B9CC-5CF40BC406ED}" type="presParOf" srcId="{EEF9042F-D2F3-4850-8C4D-C056B12B7D91}" destId="{3432B43A-FC60-4915-AF65-6AA157296DDE}" srcOrd="2" destOrd="0" presId="urn:microsoft.com/office/officeart/2005/8/layout/hList6"/>
    <dgm:cxn modelId="{5DFC2E51-6394-4F24-A3D1-F02F77F0E0D7}" type="presParOf" srcId="{EEF9042F-D2F3-4850-8C4D-C056B12B7D91}" destId="{DEFA9F3D-F5CD-4C37-BD3F-5B6FD710ACDD}" srcOrd="3" destOrd="0" presId="urn:microsoft.com/office/officeart/2005/8/layout/hList6"/>
    <dgm:cxn modelId="{44BEDC47-B3EC-4B1F-A0B2-E97198EBD6FE}" type="presParOf" srcId="{EEF9042F-D2F3-4850-8C4D-C056B12B7D91}" destId="{ABEB93D4-46A3-40BC-AA62-153D6F034CC4}" srcOrd="4" destOrd="0" presId="urn:microsoft.com/office/officeart/2005/8/layout/hList6"/>
    <dgm:cxn modelId="{575679DD-A0F5-4CF5-B66E-CCD89A54B3F9}" type="presParOf" srcId="{EEF9042F-D2F3-4850-8C4D-C056B12B7D91}" destId="{4170CCAE-597D-47BE-A040-EC55067E4720}" srcOrd="5" destOrd="0" presId="urn:microsoft.com/office/officeart/2005/8/layout/hList6"/>
    <dgm:cxn modelId="{F7015DFB-C239-4344-AC2E-4D0B3201BAA1}" type="presParOf" srcId="{EEF9042F-D2F3-4850-8C4D-C056B12B7D91}" destId="{E8C6BC7B-B0A8-45C5-AD4B-E8C6AFEA6221}" srcOrd="6" destOrd="0" presId="urn:microsoft.com/office/officeart/2005/8/layout/hList6"/>
    <dgm:cxn modelId="{7FDDF763-48B6-4C8C-950B-C4C399A3FA9E}" type="presParOf" srcId="{EEF9042F-D2F3-4850-8C4D-C056B12B7D91}" destId="{D4A88890-9D90-4AB6-9B2B-41437CCA31CD}" srcOrd="7" destOrd="0" presId="urn:microsoft.com/office/officeart/2005/8/layout/hList6"/>
    <dgm:cxn modelId="{CCD3246F-6EC2-45BF-B509-4389BC4629D1}" type="presParOf" srcId="{EEF9042F-D2F3-4850-8C4D-C056B12B7D91}" destId="{6D7182F9-F2CD-474D-B180-80AD6D17B7A3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540E1-E58B-47D9-86D7-BB7D41CC4682}">
      <dsp:nvSpPr>
        <dsp:cNvPr id="0" name=""/>
        <dsp:cNvSpPr/>
      </dsp:nvSpPr>
      <dsp:spPr>
        <a:xfrm rot="16200000">
          <a:off x="-2011432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(08h)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Avaliação e entendimento dos </a:t>
          </a:r>
          <a:r>
            <a:rPr lang="pt-BR" sz="12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 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 auditoria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Alinhamento Gerente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Alinhamento Coordenadores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Lista de Fornecedores, Serviços e Contratos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Obtenção dos Contratos</a:t>
          </a:r>
        </a:p>
      </dsp:txBody>
      <dsp:txXfrm rot="5400000">
        <a:off x="3409" y="1178407"/>
        <a:ext cx="1862352" cy="3535221"/>
      </dsp:txXfrm>
    </dsp:sp>
    <dsp:sp modelId="{3432B43A-FC60-4915-AF65-6AA157296DDE}">
      <dsp:nvSpPr>
        <dsp:cNvPr id="0" name=""/>
        <dsp:cNvSpPr/>
      </dsp:nvSpPr>
      <dsp:spPr>
        <a:xfrm rot="16200000">
          <a:off x="-7505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(80h)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Análise dos Contratos (Escopo, Vigência, </a:t>
          </a:r>
          <a:r>
            <a:rPr lang="pt-BR" sz="1200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Penalidades, Renovação e Encerramento)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Responsáveis (Comercial, Técnico-Operacional, Interno Smiles)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Fichas e Fluxos de Acionamento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Cruzamento de </a:t>
          </a:r>
          <a:r>
            <a:rPr lang="pt-BR" sz="1200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(Interno x Contratado)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2007336" y="1178407"/>
        <a:ext cx="1862352" cy="3535221"/>
      </dsp:txXfrm>
    </dsp:sp>
    <dsp:sp modelId="{ABEB93D4-46A3-40BC-AA62-153D6F034CC4}">
      <dsp:nvSpPr>
        <dsp:cNvPr id="0" name=""/>
        <dsp:cNvSpPr/>
      </dsp:nvSpPr>
      <dsp:spPr>
        <a:xfrm rot="16200000">
          <a:off x="1994523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Controles e Auditoria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(24h)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Ciclo de Pagamentos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Ciclo Contratual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Análise de viabilidade de automação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Calendários e Cadências de Gestão (Prestação de Contas e Pagamentos)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Avaliação dos controles frente aos </a:t>
          </a:r>
          <a:r>
            <a:rPr lang="pt-BR" sz="12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</a:t>
          </a:r>
          <a:r>
            <a:rPr lang="pt-BR" sz="1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auditoria existentes</a:t>
          </a:r>
        </a:p>
      </dsp:txBody>
      <dsp:txXfrm rot="5400000">
        <a:off x="4009364" y="1178407"/>
        <a:ext cx="1862352" cy="3535221"/>
      </dsp:txXfrm>
    </dsp:sp>
    <dsp:sp modelId="{E8C6BC7B-B0A8-45C5-AD4B-E8C6AFEA6221}">
      <dsp:nvSpPr>
        <dsp:cNvPr id="0" name=""/>
        <dsp:cNvSpPr/>
      </dsp:nvSpPr>
      <dsp:spPr>
        <a:xfrm rot="16200000">
          <a:off x="3996552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Implantação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(24h)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Utilização dos Controles elaborados (Excel)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no JIRA e validação com responsáveis (caso automação seja viável)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Workshop com os Coordenadores e Gerente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Comunicação aos Fornecedores sobre o processo e Calendário de Controles</a:t>
          </a:r>
        </a:p>
      </dsp:txBody>
      <dsp:txXfrm rot="5400000">
        <a:off x="6011393" y="1178407"/>
        <a:ext cx="1862352" cy="3535221"/>
      </dsp:txXfrm>
    </dsp:sp>
    <dsp:sp modelId="{6D7182F9-F2CD-474D-B180-80AD6D17B7A3}">
      <dsp:nvSpPr>
        <dsp:cNvPr id="0" name=""/>
        <dsp:cNvSpPr/>
      </dsp:nvSpPr>
      <dsp:spPr>
        <a:xfrm rot="16200000">
          <a:off x="6000479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Acomp</a:t>
          </a: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. e Melhoria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(32h)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Acompanhamento do Calendário de Controles (Pagamentos e Prestação de Contas) no primeiro mês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Identificação de oportunidades de melhorias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pt-BR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Reciclagem do Workshop com os Coordenadores</a:t>
          </a:r>
        </a:p>
      </dsp:txBody>
      <dsp:txXfrm rot="5400000">
        <a:off x="8015320" y="1178407"/>
        <a:ext cx="1862352" cy="3535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07/06/2016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6/7/2016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pic>
        <p:nvPicPr>
          <p:cNvPr id="1026" name="Picture 2" descr="http://www.nhsbsa.nhs.uk/i/CommercialServices/About_Supplier_Management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008" y="5249774"/>
            <a:ext cx="3968129" cy="16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6"/>
          <p:cNvSpPr txBox="1"/>
          <p:nvPr/>
        </p:nvSpPr>
        <p:spPr>
          <a:xfrm>
            <a:off x="288784" y="1329320"/>
            <a:ext cx="568862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Fornecedores de TI</a:t>
            </a:r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Gerência de Operações e Infraestrutura de TI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Junho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Objetivos e 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742887" y="1152941"/>
            <a:ext cx="4067651" cy="534062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Melhorar a Gestão dos Fornecedores de TI 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contratados pela Gerência de Operações e Infraestrutura de TI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Identificar os 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Riscos inerentes aos Contratos e atendimento a Auditoria 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incompatíveis, renovações automáticas, multas, rescisões)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Implantar 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controles, fluxos de acionamento e cadências 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Gestão 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simples e eficazes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Acompanhar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 ciclo de vida dos Contratos e Pagamentos</a:t>
            </a:r>
            <a:endParaRPr lang="pt-BR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Fluxograma: Processo 7"/>
          <p:cNvSpPr/>
          <p:nvPr/>
        </p:nvSpPr>
        <p:spPr>
          <a:xfrm>
            <a:off x="5506278" y="1152941"/>
            <a:ext cx="4067651" cy="534062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Escopo delimitado aos 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Fornecedores Críticos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Mapeamento </a:t>
            </a: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inicial em Excel, automatização será avaliada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Acompanhamento dos Coordenadores </a:t>
            </a:r>
            <a:r>
              <a:rPr lang="pt-BR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realização das reuniões de Prestação de Contas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538" y="1171459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929" y="1152941"/>
            <a:ext cx="828000" cy="828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8744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908936946"/>
              </p:ext>
            </p:extLst>
          </p:nvPr>
        </p:nvGraphicFramePr>
        <p:xfrm>
          <a:off x="144772" y="809210"/>
          <a:ext cx="9881082" cy="5892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Pentágono 3"/>
          <p:cNvSpPr/>
          <p:nvPr/>
        </p:nvSpPr>
        <p:spPr>
          <a:xfrm>
            <a:off x="144772" y="6066974"/>
            <a:ext cx="7890531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30 de Junho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Pentágono 11"/>
          <p:cNvSpPr/>
          <p:nvPr/>
        </p:nvSpPr>
        <p:spPr>
          <a:xfrm>
            <a:off x="8219171" y="6066974"/>
            <a:ext cx="1845872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01/07 a 30/07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Road-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Gestão de Fornecedores</a:t>
            </a:r>
          </a:p>
        </p:txBody>
      </p:sp>
    </p:spTree>
    <p:extLst>
      <p:ext uri="{BB962C8B-B14F-4D97-AF65-F5344CB8AC3E}">
        <p14:creationId xmlns:p14="http://schemas.microsoft.com/office/powerpoint/2010/main" val="376045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2694</TotalTime>
  <Words>290</Words>
  <Application>Microsoft Office PowerPoint</Application>
  <PresentationFormat>Personalizar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232</cp:revision>
  <dcterms:created xsi:type="dcterms:W3CDTF">2014-01-24T21:35:00Z</dcterms:created>
  <dcterms:modified xsi:type="dcterms:W3CDTF">2016-06-07T22:54:16Z</dcterms:modified>
</cp:coreProperties>
</file>