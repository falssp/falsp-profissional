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338" r:id="rId3"/>
    <p:sldId id="339" r:id="rId4"/>
    <p:sldId id="341" r:id="rId5"/>
    <p:sldId id="342" r:id="rId6"/>
    <p:sldId id="340" r:id="rId7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194505"/>
            <a:ext cx="56886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x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Review</a:t>
            </a: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1.0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Filas de Projetos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3" name="Texto Explicativo 1 2"/>
          <p:cNvSpPr/>
          <p:nvPr/>
        </p:nvSpPr>
        <p:spPr>
          <a:xfrm>
            <a:off x="6831466" y="4462128"/>
            <a:ext cx="1688925" cy="422143"/>
          </a:xfrm>
          <a:prstGeom prst="borderCallout1">
            <a:avLst>
              <a:gd name="adj1" fmla="val 67321"/>
              <a:gd name="adj2" fmla="val 102721"/>
              <a:gd name="adj3" fmla="val 786"/>
              <a:gd name="adj4" fmla="val 125254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Incluir “Desenho Técnico” e “Refinamento da Estimativa”</a:t>
            </a:r>
          </a:p>
        </p:txBody>
      </p:sp>
    </p:spTree>
    <p:extLst>
      <p:ext uri="{BB962C8B-B14F-4D97-AF65-F5344CB8AC3E}">
        <p14:creationId xmlns:p14="http://schemas.microsoft.com/office/powerpoint/2010/main" val="163448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167271" y="2040835"/>
            <a:ext cx="4102070" cy="1258957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Arquitetura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5057436" y="1750756"/>
            <a:ext cx="2579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66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DE ESTIMATIVA (5d.)</a:t>
            </a:r>
            <a:endParaRPr lang="pt-BR" sz="11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PMO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Filas de Projetos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</p:spTree>
    <p:extLst>
      <p:ext uri="{BB962C8B-B14F-4D97-AF65-F5344CB8AC3E}">
        <p14:creationId xmlns:p14="http://schemas.microsoft.com/office/powerpoint/2010/main" val="181622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4461</TotalTime>
  <Words>500</Words>
  <Application>Microsoft Office PowerPoint</Application>
  <PresentationFormat>Personalizar</PresentationFormat>
  <Paragraphs>200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289</cp:revision>
  <dcterms:created xsi:type="dcterms:W3CDTF">2014-01-24T21:35:00Z</dcterms:created>
  <dcterms:modified xsi:type="dcterms:W3CDTF">2016-03-23T14:21:03Z</dcterms:modified>
</cp:coreProperties>
</file>