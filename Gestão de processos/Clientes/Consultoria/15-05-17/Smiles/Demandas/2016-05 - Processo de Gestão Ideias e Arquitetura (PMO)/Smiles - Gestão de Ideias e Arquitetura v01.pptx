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8" r:id="rId3"/>
    <p:sldId id="339" r:id="rId4"/>
    <p:sldId id="341" r:id="rId5"/>
    <p:sldId id="340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194505"/>
            <a:ext cx="56886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x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Review</a:t>
            </a:r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1.0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Filas de Projetos 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</p:spTree>
    <p:extLst>
      <p:ext uri="{BB962C8B-B14F-4D97-AF65-F5344CB8AC3E}">
        <p14:creationId xmlns:p14="http://schemas.microsoft.com/office/powerpoint/2010/main" val="163448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Arredondado 2"/>
          <p:cNvSpPr/>
          <p:nvPr/>
        </p:nvSpPr>
        <p:spPr>
          <a:xfrm>
            <a:off x="3167271" y="2040835"/>
            <a:ext cx="4102070" cy="1258957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projeto 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5057436" y="1750756"/>
            <a:ext cx="2579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66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 DE ESTIMATIVA (5d.)</a:t>
            </a:r>
            <a:endParaRPr lang="pt-BR" sz="1100" b="1" dirty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2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5446643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Para as Ideias já estimadas e “em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alinhar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já tombar para as filas de Melhorias / Projetos.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Arquitetura</a:t>
            </a:r>
            <a:endParaRPr lang="pt-BR" i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E-core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(Rodolfo) para alterar o fluxo de Gestão de Ideias após aprovação dos envolvidos.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3377</TotalTime>
  <Words>385</Words>
  <Application>Microsoft Office PowerPoint</Application>
  <PresentationFormat>Personalizar</PresentationFormat>
  <Paragraphs>140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287</cp:revision>
  <dcterms:created xsi:type="dcterms:W3CDTF">2014-01-24T21:35:00Z</dcterms:created>
  <dcterms:modified xsi:type="dcterms:W3CDTF">2016-03-22T18:19:57Z</dcterms:modified>
</cp:coreProperties>
</file>