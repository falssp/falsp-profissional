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79B46BF0" ContentType="image/png"/>
  <Default Extension="wdp" ContentType="image/vnd.ms-photo"/>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4.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5.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6.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5" r:id="rId2"/>
    <p:sldMasterId id="2147483710" r:id="rId3"/>
    <p:sldMasterId id="2147483735" r:id="rId4"/>
    <p:sldMasterId id="2147483753" r:id="rId5"/>
    <p:sldMasterId id="2147483782" r:id="rId6"/>
    <p:sldMasterId id="2147483811" r:id="rId7"/>
  </p:sldMasterIdLst>
  <p:notesMasterIdLst>
    <p:notesMasterId r:id="rId34"/>
  </p:notesMasterIdLst>
  <p:sldIdLst>
    <p:sldId id="332" r:id="rId8"/>
    <p:sldId id="303" r:id="rId9"/>
    <p:sldId id="302" r:id="rId10"/>
    <p:sldId id="300" r:id="rId11"/>
    <p:sldId id="308" r:id="rId12"/>
    <p:sldId id="309" r:id="rId13"/>
    <p:sldId id="310" r:id="rId14"/>
    <p:sldId id="311" r:id="rId15"/>
    <p:sldId id="312" r:id="rId16"/>
    <p:sldId id="329" r:id="rId17"/>
    <p:sldId id="330" r:id="rId18"/>
    <p:sldId id="331" r:id="rId19"/>
    <p:sldId id="315" r:id="rId20"/>
    <p:sldId id="316" r:id="rId21"/>
    <p:sldId id="317" r:id="rId22"/>
    <p:sldId id="318" r:id="rId23"/>
    <p:sldId id="319" r:id="rId24"/>
    <p:sldId id="320" r:id="rId25"/>
    <p:sldId id="321" r:id="rId26"/>
    <p:sldId id="322" r:id="rId27"/>
    <p:sldId id="323" r:id="rId28"/>
    <p:sldId id="324" r:id="rId29"/>
    <p:sldId id="325" r:id="rId30"/>
    <p:sldId id="326" r:id="rId31"/>
    <p:sldId id="327" r:id="rId32"/>
    <p:sldId id="328" r:id="rId33"/>
  </p:sldIdLst>
  <p:sldSz cx="12187238" cy="7021513"/>
  <p:notesSz cx="6858000" cy="9144000"/>
  <p:defaultTextStyle>
    <a:defPPr>
      <a:defRPr lang="pt-BR"/>
    </a:defPPr>
    <a:lvl1pPr marL="0" algn="l" defTabSz="1229115" rtl="0" eaLnBrk="1" latinLnBrk="0" hangingPunct="1">
      <a:defRPr sz="2400" kern="1200">
        <a:solidFill>
          <a:schemeClr val="tx1"/>
        </a:solidFill>
        <a:latin typeface="+mn-lt"/>
        <a:ea typeface="+mn-ea"/>
        <a:cs typeface="+mn-cs"/>
      </a:defRPr>
    </a:lvl1pPr>
    <a:lvl2pPr marL="614558" algn="l" defTabSz="1229115" rtl="0" eaLnBrk="1" latinLnBrk="0" hangingPunct="1">
      <a:defRPr sz="2400" kern="1200">
        <a:solidFill>
          <a:schemeClr val="tx1"/>
        </a:solidFill>
        <a:latin typeface="+mn-lt"/>
        <a:ea typeface="+mn-ea"/>
        <a:cs typeface="+mn-cs"/>
      </a:defRPr>
    </a:lvl2pPr>
    <a:lvl3pPr marL="1229115" algn="l" defTabSz="1229115" rtl="0" eaLnBrk="1" latinLnBrk="0" hangingPunct="1">
      <a:defRPr sz="2400" kern="1200">
        <a:solidFill>
          <a:schemeClr val="tx1"/>
        </a:solidFill>
        <a:latin typeface="+mn-lt"/>
        <a:ea typeface="+mn-ea"/>
        <a:cs typeface="+mn-cs"/>
      </a:defRPr>
    </a:lvl3pPr>
    <a:lvl4pPr marL="1843673" algn="l" defTabSz="1229115" rtl="0" eaLnBrk="1" latinLnBrk="0" hangingPunct="1">
      <a:defRPr sz="2400" kern="1200">
        <a:solidFill>
          <a:schemeClr val="tx1"/>
        </a:solidFill>
        <a:latin typeface="+mn-lt"/>
        <a:ea typeface="+mn-ea"/>
        <a:cs typeface="+mn-cs"/>
      </a:defRPr>
    </a:lvl4pPr>
    <a:lvl5pPr marL="2458230" algn="l" defTabSz="1229115" rtl="0" eaLnBrk="1" latinLnBrk="0" hangingPunct="1">
      <a:defRPr sz="2400" kern="1200">
        <a:solidFill>
          <a:schemeClr val="tx1"/>
        </a:solidFill>
        <a:latin typeface="+mn-lt"/>
        <a:ea typeface="+mn-ea"/>
        <a:cs typeface="+mn-cs"/>
      </a:defRPr>
    </a:lvl5pPr>
    <a:lvl6pPr marL="3072785" algn="l" defTabSz="1229115" rtl="0" eaLnBrk="1" latinLnBrk="0" hangingPunct="1">
      <a:defRPr sz="2400" kern="1200">
        <a:solidFill>
          <a:schemeClr val="tx1"/>
        </a:solidFill>
        <a:latin typeface="+mn-lt"/>
        <a:ea typeface="+mn-ea"/>
        <a:cs typeface="+mn-cs"/>
      </a:defRPr>
    </a:lvl6pPr>
    <a:lvl7pPr marL="3687345" algn="l" defTabSz="1229115" rtl="0" eaLnBrk="1" latinLnBrk="0" hangingPunct="1">
      <a:defRPr sz="2400" kern="1200">
        <a:solidFill>
          <a:schemeClr val="tx1"/>
        </a:solidFill>
        <a:latin typeface="+mn-lt"/>
        <a:ea typeface="+mn-ea"/>
        <a:cs typeface="+mn-cs"/>
      </a:defRPr>
    </a:lvl7pPr>
    <a:lvl8pPr marL="4301900" algn="l" defTabSz="1229115" rtl="0" eaLnBrk="1" latinLnBrk="0" hangingPunct="1">
      <a:defRPr sz="2400" kern="1200">
        <a:solidFill>
          <a:schemeClr val="tx1"/>
        </a:solidFill>
        <a:latin typeface="+mn-lt"/>
        <a:ea typeface="+mn-ea"/>
        <a:cs typeface="+mn-cs"/>
      </a:defRPr>
    </a:lvl8pPr>
    <a:lvl9pPr marL="4916457" algn="l" defTabSz="122911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2">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C6C6"/>
    <a:srgbClr val="D5D5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34" autoAdjust="0"/>
  </p:normalViewPr>
  <p:slideViewPr>
    <p:cSldViewPr>
      <p:cViewPr varScale="1">
        <p:scale>
          <a:sx n="69" d="100"/>
          <a:sy n="69" d="100"/>
        </p:scale>
        <p:origin x="756" y="60"/>
      </p:cViewPr>
      <p:guideLst>
        <p:guide orient="horz" pos="2212"/>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422C9C-EF29-4805-A680-96BC96A85619}" type="datetimeFigureOut">
              <a:rPr lang="pt-BR" smtClean="0"/>
              <a:t>18/05/2015</a:t>
            </a:fld>
            <a:endParaRPr lang="pt-BR"/>
          </a:p>
        </p:txBody>
      </p:sp>
      <p:sp>
        <p:nvSpPr>
          <p:cNvPr id="4" name="Espaço Reservado para Imagem de Slide 3"/>
          <p:cNvSpPr>
            <a:spLocks noGrp="1" noRot="1" noChangeAspect="1"/>
          </p:cNvSpPr>
          <p:nvPr>
            <p:ph type="sldImg" idx="2"/>
          </p:nvPr>
        </p:nvSpPr>
        <p:spPr>
          <a:xfrm>
            <a:off x="452438" y="685800"/>
            <a:ext cx="5953125"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60BF121-C6AE-493E-A4ED-C5D7C98C75AF}" type="slidenum">
              <a:rPr lang="pt-BR" smtClean="0"/>
              <a:t>‹nº›</a:t>
            </a:fld>
            <a:endParaRPr lang="pt-BR"/>
          </a:p>
        </p:txBody>
      </p:sp>
    </p:spTree>
    <p:extLst>
      <p:ext uri="{BB962C8B-B14F-4D97-AF65-F5344CB8AC3E}">
        <p14:creationId xmlns:p14="http://schemas.microsoft.com/office/powerpoint/2010/main" val="368566744"/>
      </p:ext>
    </p:extLst>
  </p:cSld>
  <p:clrMap bg1="lt1" tx1="dk1" bg2="lt2" tx2="dk2" accent1="accent1" accent2="accent2" accent3="accent3" accent4="accent4" accent5="accent5" accent6="accent6" hlink="hlink" folHlink="folHlink"/>
  <p:notesStyle>
    <a:lvl1pPr marL="0" algn="l" defTabSz="1229115" rtl="0" eaLnBrk="1" latinLnBrk="0" hangingPunct="1">
      <a:defRPr sz="1600" kern="1200">
        <a:solidFill>
          <a:schemeClr val="tx1"/>
        </a:solidFill>
        <a:latin typeface="+mn-lt"/>
        <a:ea typeface="+mn-ea"/>
        <a:cs typeface="+mn-cs"/>
      </a:defRPr>
    </a:lvl1pPr>
    <a:lvl2pPr marL="614558" algn="l" defTabSz="1229115" rtl="0" eaLnBrk="1" latinLnBrk="0" hangingPunct="1">
      <a:defRPr sz="1600" kern="1200">
        <a:solidFill>
          <a:schemeClr val="tx1"/>
        </a:solidFill>
        <a:latin typeface="+mn-lt"/>
        <a:ea typeface="+mn-ea"/>
        <a:cs typeface="+mn-cs"/>
      </a:defRPr>
    </a:lvl2pPr>
    <a:lvl3pPr marL="1229115" algn="l" defTabSz="1229115" rtl="0" eaLnBrk="1" latinLnBrk="0" hangingPunct="1">
      <a:defRPr sz="1600" kern="1200">
        <a:solidFill>
          <a:schemeClr val="tx1"/>
        </a:solidFill>
        <a:latin typeface="+mn-lt"/>
        <a:ea typeface="+mn-ea"/>
        <a:cs typeface="+mn-cs"/>
      </a:defRPr>
    </a:lvl3pPr>
    <a:lvl4pPr marL="1843673" algn="l" defTabSz="1229115" rtl="0" eaLnBrk="1" latinLnBrk="0" hangingPunct="1">
      <a:defRPr sz="1600" kern="1200">
        <a:solidFill>
          <a:schemeClr val="tx1"/>
        </a:solidFill>
        <a:latin typeface="+mn-lt"/>
        <a:ea typeface="+mn-ea"/>
        <a:cs typeface="+mn-cs"/>
      </a:defRPr>
    </a:lvl4pPr>
    <a:lvl5pPr marL="2458230" algn="l" defTabSz="1229115" rtl="0" eaLnBrk="1" latinLnBrk="0" hangingPunct="1">
      <a:defRPr sz="1600" kern="1200">
        <a:solidFill>
          <a:schemeClr val="tx1"/>
        </a:solidFill>
        <a:latin typeface="+mn-lt"/>
        <a:ea typeface="+mn-ea"/>
        <a:cs typeface="+mn-cs"/>
      </a:defRPr>
    </a:lvl5pPr>
    <a:lvl6pPr marL="3072785" algn="l" defTabSz="1229115" rtl="0" eaLnBrk="1" latinLnBrk="0" hangingPunct="1">
      <a:defRPr sz="1600" kern="1200">
        <a:solidFill>
          <a:schemeClr val="tx1"/>
        </a:solidFill>
        <a:latin typeface="+mn-lt"/>
        <a:ea typeface="+mn-ea"/>
        <a:cs typeface="+mn-cs"/>
      </a:defRPr>
    </a:lvl6pPr>
    <a:lvl7pPr marL="3687345" algn="l" defTabSz="1229115" rtl="0" eaLnBrk="1" latinLnBrk="0" hangingPunct="1">
      <a:defRPr sz="1600" kern="1200">
        <a:solidFill>
          <a:schemeClr val="tx1"/>
        </a:solidFill>
        <a:latin typeface="+mn-lt"/>
        <a:ea typeface="+mn-ea"/>
        <a:cs typeface="+mn-cs"/>
      </a:defRPr>
    </a:lvl7pPr>
    <a:lvl8pPr marL="4301900" algn="l" defTabSz="1229115" rtl="0" eaLnBrk="1" latinLnBrk="0" hangingPunct="1">
      <a:defRPr sz="1600" kern="1200">
        <a:solidFill>
          <a:schemeClr val="tx1"/>
        </a:solidFill>
        <a:latin typeface="+mn-lt"/>
        <a:ea typeface="+mn-ea"/>
        <a:cs typeface="+mn-cs"/>
      </a:defRPr>
    </a:lvl8pPr>
    <a:lvl9pPr marL="4916457" algn="l" defTabSz="122911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685800"/>
            <a:ext cx="5953125" cy="3429000"/>
          </a:xfrm>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1BE972D3-2822-49F5-BB7A-261189D8ACD5}"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a:t>
            </a:fld>
            <a:endParaRPr lang="en-US">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789841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2438" y="685800"/>
            <a:ext cx="5953125" cy="3429000"/>
          </a:xfrm>
        </p:spPr>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3</a:t>
            </a:fld>
            <a:endParaRPr lang="en-US">
              <a:solidFill>
                <a:prstClr val="black"/>
              </a:solidFill>
            </a:endParaRPr>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278898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105000"/>
              </a:lnSpc>
            </a:pPr>
            <a:endParaRPr lang="en-US" sz="800" dirty="0"/>
          </a:p>
          <a:p>
            <a:pPr>
              <a:lnSpc>
                <a:spcPct val="105000"/>
              </a:lnSpc>
            </a:pPr>
            <a:r>
              <a:rPr lang="en-US" sz="800" dirty="0"/>
              <a:t> </a:t>
            </a:r>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3667579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89100" y="479425"/>
            <a:ext cx="3632200" cy="2092325"/>
          </a:xfrm>
        </p:spPr>
      </p:sp>
      <p:sp>
        <p:nvSpPr>
          <p:cNvPr id="3" name="Notes Placeholder 2"/>
          <p:cNvSpPr>
            <a:spLocks noGrp="1"/>
          </p:cNvSpPr>
          <p:nvPr>
            <p:ph type="body" idx="1"/>
          </p:nvPr>
        </p:nvSpPr>
        <p:spPr>
          <a:xfrm>
            <a:off x="195315" y="3213391"/>
            <a:ext cx="6543040" cy="4195613"/>
          </a:xfrm>
        </p:spPr>
        <p:txBody>
          <a:bodyPr/>
          <a:lstStyle/>
          <a:p>
            <a:endParaRPr lang="en-US" dirty="0"/>
          </a:p>
        </p:txBody>
      </p:sp>
      <p:sp>
        <p:nvSpPr>
          <p:cNvPr id="4" name="Slide Number Placeholder 3"/>
          <p:cNvSpPr>
            <a:spLocks noGrp="1"/>
          </p:cNvSpPr>
          <p:nvPr>
            <p:ph type="sldNum" sz="quarter" idx="10"/>
          </p:nvPr>
        </p:nvSpPr>
        <p:spPr/>
        <p:txBody>
          <a:bodyPr/>
          <a:lstStyle/>
          <a:p>
            <a:fld id="{14979F40-820F-4F3D-8332-FDAADAF68E99}" type="slidenum">
              <a:rPr 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3712804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3716193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40E81034-F825-4F90-A6E2-5E7506729C56}"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7</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Office365</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380993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3CD6E965-A8B4-4E2E-8400-DDBB7CD00AC4}"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9</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756673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3CD6E965-A8B4-4E2E-8400-DDBB7CD00AC4}"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10</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236844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3CD6E965-A8B4-4E2E-8400-DDBB7CD00AC4}"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11</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22366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3CD6E965-A8B4-4E2E-8400-DDBB7CD00AC4}"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12</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614429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F35155A1-94A8-4233-BAE4-A3297BD517E6}"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15</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532263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pPr marL="171450" indent="-171450">
              <a:buFont typeface="Arial" pitchFamily="34" charset="0"/>
              <a:buChar char="•"/>
            </a:pPr>
            <a:endParaRPr lang="en-US" dirty="0"/>
          </a:p>
        </p:txBody>
      </p:sp>
      <p:sp>
        <p:nvSpPr>
          <p:cNvPr id="4" name="Date Placeholder 3"/>
          <p:cNvSpPr>
            <a:spLocks noGrp="1"/>
          </p:cNvSpPr>
          <p:nvPr>
            <p:ph type="dt" idx="10"/>
          </p:nvPr>
        </p:nvSpPr>
        <p:spPr/>
        <p:txBody>
          <a:bodyPr/>
          <a:lstStyle/>
          <a:p>
            <a:fld id="{62EE0542-687A-4F0B-80C4-CE3829481DD2}"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16</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353241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90000"/>
              </a:lnSpc>
              <a:spcBef>
                <a:spcPts val="0"/>
              </a:spcBef>
              <a:spcAft>
                <a:spcPts val="333"/>
              </a:spcAft>
              <a:buClrTx/>
              <a:buSzTx/>
              <a:buFont typeface="Arial" pitchFamily="34" charset="0"/>
              <a:buNone/>
              <a:tabLst/>
              <a:defRPr/>
            </a:pPr>
            <a:endParaRPr lang="en-US" dirty="0"/>
          </a:p>
        </p:txBody>
      </p:sp>
      <p:sp>
        <p:nvSpPr>
          <p:cNvPr id="4" name="Date Placeholder 3"/>
          <p:cNvSpPr>
            <a:spLocks noGrp="1"/>
          </p:cNvSpPr>
          <p:nvPr>
            <p:ph type="dt" idx="10"/>
          </p:nvPr>
        </p:nvSpPr>
        <p:spPr/>
        <p:txBody>
          <a:bodyPr/>
          <a:lstStyle/>
          <a:p>
            <a:fld id="{D6DDADEE-5CA5-468A-9BF3-116CAE57484D}"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17</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68768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3CD6E965-A8B4-4E2E-8400-DDBB7CD00AC4}"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18</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0044016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pPr marL="171450" indent="-171450">
              <a:buFont typeface="Arial" pitchFamily="34" charset="0"/>
              <a:buChar char="•"/>
            </a:pPr>
            <a:endParaRPr lang="en-US" dirty="0"/>
          </a:p>
        </p:txBody>
      </p:sp>
      <p:sp>
        <p:nvSpPr>
          <p:cNvPr id="4" name="Date Placeholder 3"/>
          <p:cNvSpPr>
            <a:spLocks noGrp="1"/>
          </p:cNvSpPr>
          <p:nvPr>
            <p:ph type="dt" idx="10"/>
          </p:nvPr>
        </p:nvSpPr>
        <p:spPr/>
        <p:txBody>
          <a:bodyPr/>
          <a:lstStyle/>
          <a:p>
            <a:fld id="{C2971D53-1798-4333-8BE2-1FC056EA9DF9}"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19</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7269704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43335437-178B-4A85-9FB4-382201BA827A}"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20</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7587973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pPr marL="171450" marR="0" indent="-171450" algn="l" defTabSz="914363" rtl="0" eaLnBrk="1" fontAlgn="auto" latinLnBrk="0" hangingPunct="1">
              <a:lnSpc>
                <a:spcPct val="90000"/>
              </a:lnSpc>
              <a:spcBef>
                <a:spcPts val="0"/>
              </a:spcBef>
              <a:spcAft>
                <a:spcPts val="333"/>
              </a:spcAft>
              <a:buClrTx/>
              <a:buSzTx/>
              <a:buFont typeface="Arial" pitchFamily="34" charset="0"/>
              <a:buChar char="•"/>
              <a:tabLst/>
              <a:defRPr/>
            </a:pPr>
            <a:endParaRPr lang="en-US" dirty="0"/>
          </a:p>
        </p:txBody>
      </p:sp>
      <p:sp>
        <p:nvSpPr>
          <p:cNvPr id="4" name="Date Placeholder 3"/>
          <p:cNvSpPr>
            <a:spLocks noGrp="1"/>
          </p:cNvSpPr>
          <p:nvPr>
            <p:ph type="dt" idx="10"/>
          </p:nvPr>
        </p:nvSpPr>
        <p:spPr/>
        <p:txBody>
          <a:bodyPr/>
          <a:lstStyle/>
          <a:p>
            <a:fld id="{1A66F2F7-A17D-48FF-801E-96E06730DC30}"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21</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552918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479425" y="696913"/>
            <a:ext cx="6051550" cy="348615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Data 3"/>
          <p:cNvSpPr>
            <a:spLocks noGrp="1"/>
          </p:cNvSpPr>
          <p:nvPr>
            <p:ph type="dt" idx="10"/>
          </p:nvPr>
        </p:nvSpPr>
        <p:spPr/>
        <p:txBody>
          <a:bodyPr/>
          <a:lstStyle/>
          <a:p>
            <a:fld id="{81A471E7-1A7D-45AE-8821-FB23EF69B3AC}" type="datetime1">
              <a:rPr lang="en-US" smtClean="0">
                <a:solidFill>
                  <a:prstClr val="black"/>
                </a:solidFill>
              </a:rPr>
              <a:pPr/>
              <a:t>5/18/2015</a:t>
            </a:fld>
            <a:endParaRPr lang="en-US">
              <a:solidFill>
                <a:prstClr val="black"/>
              </a:solidFill>
            </a:endParaRPr>
          </a:p>
        </p:txBody>
      </p:sp>
      <p:sp>
        <p:nvSpPr>
          <p:cNvPr id="5" name="Espaço Reservado para Número de Slide 4"/>
          <p:cNvSpPr>
            <a:spLocks noGrp="1"/>
          </p:cNvSpPr>
          <p:nvPr>
            <p:ph type="sldNum" sz="quarter" idx="11"/>
          </p:nvPr>
        </p:nvSpPr>
        <p:spPr/>
        <p:txBody>
          <a:bodyPr/>
          <a:lstStyle/>
          <a:p>
            <a:fld id="{B4008EB6-D09E-4580-8CD6-DDB14511944F}" type="slidenum">
              <a:rPr lang="en-US" smtClean="0">
                <a:solidFill>
                  <a:prstClr val="black"/>
                </a:solidFill>
              </a:rPr>
              <a:pPr/>
              <a:t>22</a:t>
            </a:fld>
            <a:endParaRPr lang="en-US" dirty="0">
              <a:solidFill>
                <a:prstClr val="black"/>
              </a:solidFill>
            </a:endParaRPr>
          </a:p>
        </p:txBody>
      </p:sp>
      <p:sp>
        <p:nvSpPr>
          <p:cNvPr id="6" name="Espaço Reservado para Cabeçalho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Espaço Reservado para Rodapé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8765314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696913"/>
            <a:ext cx="6051550" cy="348615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89281CED-C91A-4C2B-9A00-8EE3CF40A81C}" type="datetime1">
              <a:rPr lang="en-US" smtClean="0">
                <a:solidFill>
                  <a:prstClr val="black"/>
                </a:solidFill>
              </a:rPr>
              <a:pPr/>
              <a:t>5/18/2015</a:t>
            </a:fld>
            <a:endParaRPr lang="en-US">
              <a:solidFill>
                <a:prstClr val="black"/>
              </a:solidFill>
            </a:endParaRPr>
          </a:p>
        </p:txBody>
      </p:sp>
      <p:sp>
        <p:nvSpPr>
          <p:cNvPr id="5" name="Slide Number Placeholder 4"/>
          <p:cNvSpPr>
            <a:spLocks noGrp="1"/>
          </p:cNvSpPr>
          <p:nvPr>
            <p:ph type="sldNum" sz="quarter" idx="11"/>
          </p:nvPr>
        </p:nvSpPr>
        <p:spPr/>
        <p:txBody>
          <a:bodyPr/>
          <a:lstStyle/>
          <a:p>
            <a:fld id="{B4008EB6-D09E-4580-8CD6-DDB14511944F}" type="slidenum">
              <a:rPr lang="en-US" smtClean="0">
                <a:solidFill>
                  <a:prstClr val="black"/>
                </a:solidFill>
              </a:rPr>
              <a:pPr/>
              <a:t>26</a:t>
            </a:fld>
            <a:endParaRPr lang="en-US" dirty="0">
              <a:solidFill>
                <a:prstClr val="black"/>
              </a:solidFill>
            </a:endParaRPr>
          </a:p>
        </p:txBody>
      </p:sp>
      <p:sp>
        <p:nvSpPr>
          <p:cNvPr id="6" name="Header Placeholder 5"/>
          <p:cNvSpPr>
            <a:spLocks noGrp="1"/>
          </p:cNvSpPr>
          <p:nvPr>
            <p:ph type="hdr" sz="quarter" idx="12"/>
          </p:nvPr>
        </p:nvSpPr>
        <p:spPr/>
        <p:txBody>
          <a:bodyPr/>
          <a:lstStyle/>
          <a:p>
            <a:r>
              <a:rPr lang="en-US" smtClean="0">
                <a:solidFill>
                  <a:prstClr val="black"/>
                </a:solidFill>
              </a:rPr>
              <a:t>Microsoft Office</a:t>
            </a:r>
            <a:endParaRPr lang="en-US" dirty="0">
              <a:solidFill>
                <a:prstClr val="black"/>
              </a:solidFill>
            </a:endParaRPr>
          </a:p>
        </p:txBody>
      </p:sp>
      <p:sp>
        <p:nvSpPr>
          <p:cNvPr id="7" name="Footer Placeholder 6"/>
          <p:cNvSpPr>
            <a:spLocks noGrp="1"/>
          </p:cNvSpPr>
          <p:nvPr>
            <p:ph type="ftr" sz="quarter" idx="13"/>
          </p:nvPr>
        </p:nvSpPr>
        <p:spPr/>
        <p:txBody>
          <a:bodyPr/>
          <a:lstStyle/>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marL="236179" defTabSz="931467" eaLnBrk="0" hangingPunct="0"/>
            <a:r>
              <a:rPr lang="en-US" sz="5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6787493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567" y="2159840"/>
            <a:ext cx="10236454" cy="1020972"/>
          </a:xfrm>
        </p:spPr>
        <p:txBody>
          <a:bodyPr anchor="b" anchorCtr="0"/>
          <a:lstStyle>
            <a:lvl1pPr>
              <a:defRPr sz="7300" spc="-152" baseline="0">
                <a:gradFill>
                  <a:gsLst>
                    <a:gs pos="1250">
                      <a:schemeClr val="bg1"/>
                    </a:gs>
                    <a:gs pos="100000">
                      <a:schemeClr val="bg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567" y="3507512"/>
            <a:ext cx="10236454" cy="510487"/>
          </a:xfrm>
        </p:spPr>
        <p:txBody>
          <a:bodyPr>
            <a:noAutofit/>
          </a:bodyPr>
          <a:lstStyle>
            <a:lvl1pPr marL="0" indent="0">
              <a:spcBef>
                <a:spcPts val="0"/>
              </a:spcBef>
              <a:buNone/>
              <a:defRPr spc="-71" baseline="0">
                <a:gradFill>
                  <a:gsLst>
                    <a:gs pos="0">
                      <a:schemeClr val="bg1"/>
                    </a:gs>
                    <a:gs pos="100000">
                      <a:schemeClr val="bg1"/>
                    </a:gs>
                  </a:gsLst>
                  <a:lin ang="5400000" scaled="0"/>
                </a:gradFill>
                <a:latin typeface="+mj-lt"/>
              </a:defRPr>
            </a:lvl1pPr>
          </a:lstStyle>
          <a:p>
            <a:pPr lvl="0"/>
            <a:r>
              <a:rPr lang="en-US" dirty="0" smtClean="0"/>
              <a:t>Speaker Title</a:t>
            </a:r>
            <a:endParaRPr lang="en-US" dirty="0"/>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163"/>
          <a:stretch/>
        </p:blipFill>
        <p:spPr bwMode="black">
          <a:xfrm>
            <a:off x="8048247" y="5089560"/>
            <a:ext cx="3623120" cy="1432389"/>
          </a:xfrm>
          <a:prstGeom prst="rect">
            <a:avLst/>
          </a:prstGeom>
        </p:spPr>
      </p:pic>
    </p:spTree>
    <p:extLst>
      <p:ext uri="{BB962C8B-B14F-4D97-AF65-F5344CB8AC3E}">
        <p14:creationId xmlns:p14="http://schemas.microsoft.com/office/powerpoint/2010/main" val="32884925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045" y="2886835"/>
            <a:ext cx="11147562" cy="1247854"/>
          </a:xfrm>
        </p:spPr>
        <p:txBody>
          <a:bodyPr anchor="b" anchorCtr="0"/>
          <a:lstStyle>
            <a:lvl1pPr>
              <a:defRPr sz="8900" spc="-302" baseline="0">
                <a:gradFill>
                  <a:gsLst>
                    <a:gs pos="100000">
                      <a:schemeClr val="bg1"/>
                    </a:gs>
                    <a:gs pos="0">
                      <a:schemeClr val="bg1"/>
                    </a:gs>
                  </a:gsLst>
                  <a:lin ang="5400000" scaled="0"/>
                </a:gradFill>
              </a:defRPr>
            </a:lvl1pPr>
          </a:lstStyle>
          <a:p>
            <a:r>
              <a:rPr lang="en-US" dirty="0" smtClean="0"/>
              <a:t>Click to edit title style</a:t>
            </a:r>
            <a:endParaRPr lang="en-US" dirty="0"/>
          </a:p>
        </p:txBody>
      </p:sp>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l="27228"/>
          <a:stretch/>
        </p:blipFill>
        <p:spPr bwMode="black">
          <a:xfrm>
            <a:off x="10422803" y="6300314"/>
            <a:ext cx="1400320" cy="561721"/>
          </a:xfrm>
          <a:prstGeom prst="rect">
            <a:avLst/>
          </a:prstGeom>
        </p:spPr>
      </p:pic>
    </p:spTree>
    <p:extLst>
      <p:ext uri="{BB962C8B-B14F-4D97-AF65-F5344CB8AC3E}">
        <p14:creationId xmlns:p14="http://schemas.microsoft.com/office/powerpoint/2010/main" val="2769792088"/>
      </p:ext>
    </p:extLst>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Video etc. &quot;special&quot; slide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3015" y="4446967"/>
            <a:ext cx="10236454" cy="472673"/>
          </a:xfrm>
        </p:spPr>
        <p:txBody>
          <a:bodyPr>
            <a:noAutofit/>
          </a:bodyPr>
          <a:lstStyle>
            <a:lvl1pPr marL="0" indent="0" algn="l">
              <a:lnSpc>
                <a:spcPct val="90000"/>
              </a:lnSpc>
              <a:spcBef>
                <a:spcPts val="0"/>
              </a:spcBef>
              <a:buNone/>
              <a:defRPr lang="en-US" sz="3600" kern="1200" spc="-71" baseline="0" dirty="0">
                <a:gradFill>
                  <a:gsLst>
                    <a:gs pos="2083">
                      <a:schemeClr val="bg2"/>
                    </a:gs>
                    <a:gs pos="99000">
                      <a:schemeClr val="bg2"/>
                    </a:gs>
                  </a:gsLst>
                  <a:lin ang="5400000" scaled="0"/>
                </a:gradFill>
                <a:latin typeface="+mj-lt"/>
                <a:ea typeface="+mn-ea"/>
                <a:cs typeface="+mn-cs"/>
              </a:defRPr>
            </a:lvl1pPr>
            <a:lvl2pPr marL="460960" indent="0" algn="ctr">
              <a:buNone/>
              <a:defRPr>
                <a:solidFill>
                  <a:schemeClr val="tx1">
                    <a:tint val="75000"/>
                  </a:schemeClr>
                </a:solidFill>
              </a:defRPr>
            </a:lvl2pPr>
            <a:lvl3pPr marL="921922" indent="0" algn="ctr">
              <a:buNone/>
              <a:defRPr>
                <a:solidFill>
                  <a:schemeClr val="tx1">
                    <a:tint val="75000"/>
                  </a:schemeClr>
                </a:solidFill>
              </a:defRPr>
            </a:lvl3pPr>
            <a:lvl4pPr marL="1382882" indent="0" algn="ctr">
              <a:buNone/>
              <a:defRPr>
                <a:solidFill>
                  <a:schemeClr val="tx1">
                    <a:tint val="75000"/>
                  </a:schemeClr>
                </a:solidFill>
              </a:defRPr>
            </a:lvl4pPr>
            <a:lvl5pPr marL="1843845" indent="0" algn="ctr">
              <a:buNone/>
              <a:defRPr>
                <a:solidFill>
                  <a:schemeClr val="tx1">
                    <a:tint val="75000"/>
                  </a:schemeClr>
                </a:solidFill>
              </a:defRPr>
            </a:lvl5pPr>
            <a:lvl6pPr marL="2304802" indent="0" algn="ctr">
              <a:buNone/>
              <a:defRPr>
                <a:solidFill>
                  <a:schemeClr val="tx1">
                    <a:tint val="75000"/>
                  </a:schemeClr>
                </a:solidFill>
              </a:defRPr>
            </a:lvl6pPr>
            <a:lvl7pPr marL="2765766" indent="0" algn="ctr">
              <a:buNone/>
              <a:defRPr>
                <a:solidFill>
                  <a:schemeClr val="tx1">
                    <a:tint val="75000"/>
                  </a:schemeClr>
                </a:solidFill>
              </a:defRPr>
            </a:lvl7pPr>
            <a:lvl8pPr marL="3226727" indent="0" algn="ctr">
              <a:buNone/>
              <a:defRPr>
                <a:solidFill>
                  <a:schemeClr val="tx1">
                    <a:tint val="75000"/>
                  </a:schemeClr>
                </a:solidFill>
              </a:defRPr>
            </a:lvl8pPr>
            <a:lvl9pPr marL="3687688" indent="0" algn="ctr">
              <a:buNone/>
              <a:defRPr>
                <a:solidFill>
                  <a:schemeClr val="tx1">
                    <a:tint val="75000"/>
                  </a:schemeClr>
                </a:solidFill>
              </a:defRPr>
            </a:lvl9pPr>
          </a:lstStyle>
          <a:p>
            <a:pPr marL="0" marR="0" lvl="0" indent="0" algn="l" defTabSz="921922" rtl="0" eaLnBrk="1" fontAlgn="auto" latinLnBrk="0" hangingPunct="1">
              <a:lnSpc>
                <a:spcPct val="90000"/>
              </a:lnSpc>
              <a:spcBef>
                <a:spcPts val="0"/>
              </a:spcBef>
              <a:spcAft>
                <a:spcPts val="0"/>
              </a:spcAft>
              <a:buClrTx/>
              <a:buSzPct val="90000"/>
              <a:buFont typeface="Arial" pitchFamily="34" charset="0"/>
              <a:buNone/>
              <a:tabLst/>
            </a:pPr>
            <a:r>
              <a:rPr lang="en-US" smtClean="0"/>
              <a:t>Click to edit Master subtitle style</a:t>
            </a:r>
            <a:endParaRPr lang="en-US" dirty="0"/>
          </a:p>
        </p:txBody>
      </p:sp>
      <p:sp>
        <p:nvSpPr>
          <p:cNvPr id="7" name="Text Placeholder 6"/>
          <p:cNvSpPr>
            <a:spLocks noGrp="1"/>
          </p:cNvSpPr>
          <p:nvPr>
            <p:ph type="body" sz="quarter" idx="10" hasCustomPrompt="1"/>
          </p:nvPr>
        </p:nvSpPr>
        <p:spPr>
          <a:xfrm>
            <a:off x="973013" y="2805000"/>
            <a:ext cx="10244390" cy="1411515"/>
          </a:xfrm>
        </p:spPr>
        <p:txBody>
          <a:bodyPr anchor="ctr" anchorCtr="0">
            <a:noAutofit/>
            <a:scene3d>
              <a:camera prst="orthographicFront"/>
              <a:lightRig rig="flat" dir="t"/>
            </a:scene3d>
            <a:sp3d>
              <a:contourClr>
                <a:schemeClr val="tx2"/>
              </a:contourClr>
            </a:sp3d>
          </a:bodyPr>
          <a:lstStyle>
            <a:lvl1pPr marL="0" indent="0" algn="l">
              <a:spcBef>
                <a:spcPts val="0"/>
              </a:spcBef>
              <a:buFont typeface="Arial" pitchFamily="34" charset="0"/>
              <a:buNone/>
              <a:defRPr lang="en-US" sz="9700" b="0" kern="1200" cap="none" spc="-403" baseline="0" dirty="0" smtClean="0">
                <a:ln w="3175">
                  <a:noFill/>
                </a:ln>
                <a:gradFill>
                  <a:gsLst>
                    <a:gs pos="100000">
                      <a:schemeClr val="tx2"/>
                    </a:gs>
                    <a:gs pos="0">
                      <a:schemeClr val="tx2"/>
                    </a:gs>
                  </a:gsLst>
                  <a:lin ang="5400000" scaled="0"/>
                </a:gradFill>
                <a:effectLst/>
                <a:latin typeface="+mj-lt"/>
                <a:ea typeface="+mn-ea"/>
                <a:cs typeface="Arial" charset="0"/>
              </a:defRPr>
            </a:lvl1pPr>
          </a:lstStyle>
          <a:p>
            <a:pPr lvl="0"/>
            <a:r>
              <a:rPr lang="en-US" dirty="0" smtClean="0"/>
              <a:t>click to…</a:t>
            </a:r>
          </a:p>
        </p:txBody>
      </p:sp>
      <p:sp>
        <p:nvSpPr>
          <p:cNvPr id="5" name="Text Placeholder 4"/>
          <p:cNvSpPr>
            <a:spLocks noGrp="1"/>
          </p:cNvSpPr>
          <p:nvPr>
            <p:ph type="body" sz="quarter" idx="11"/>
          </p:nvPr>
        </p:nvSpPr>
        <p:spPr>
          <a:xfrm>
            <a:off x="973015" y="1482320"/>
            <a:ext cx="10236454" cy="935890"/>
          </a:xfrm>
        </p:spPr>
        <p:txBody>
          <a:bodyPr wrap="square" anchor="b">
            <a:noAutofit/>
          </a:bodyPr>
          <a:lstStyle>
            <a:lvl1pPr marL="0" indent="0">
              <a:buNone/>
              <a:defRPr sz="6700" spc="-152"/>
            </a:lvl1pPr>
          </a:lstStyle>
          <a:p>
            <a:pPr lvl="0"/>
            <a:r>
              <a:rPr lang="en-US" smtClean="0"/>
              <a:t>Click to edit Master text styles</a:t>
            </a:r>
          </a:p>
        </p:txBody>
      </p:sp>
    </p:spTree>
    <p:extLst>
      <p:ext uri="{BB962C8B-B14F-4D97-AF65-F5344CB8AC3E}">
        <p14:creationId xmlns:p14="http://schemas.microsoft.com/office/powerpoint/2010/main" val="128345001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Content, 2-color,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045" y="1482324"/>
            <a:ext cx="11147562" cy="2023038"/>
          </a:xfrm>
          <a:prstGeom prst="rect">
            <a:avLst/>
          </a:prstGeom>
        </p:spPr>
        <p:txBody>
          <a:bodyPr/>
          <a:lstStyle>
            <a:lvl1pPr marL="0" indent="0">
              <a:spcBef>
                <a:spcPts val="2420"/>
              </a:spcBef>
              <a:buNone/>
              <a:defRPr sz="4000">
                <a:gradFill>
                  <a:gsLst>
                    <a:gs pos="100000">
                      <a:schemeClr val="tx2"/>
                    </a:gs>
                    <a:gs pos="0">
                      <a:schemeClr val="tx2"/>
                    </a:gs>
                  </a:gsLst>
                  <a:lin ang="5400000" scaled="0"/>
                </a:gradFill>
                <a:latin typeface="+mj-lt"/>
              </a:defRPr>
            </a:lvl1pPr>
            <a:lvl2pPr marL="0" indent="0">
              <a:buNone/>
              <a:defRPr sz="2000">
                <a:gradFill>
                  <a:gsLst>
                    <a:gs pos="100000">
                      <a:schemeClr val="bg2"/>
                    </a:gs>
                    <a:gs pos="6000">
                      <a:schemeClr val="bg2"/>
                    </a:gs>
                  </a:gsLst>
                  <a:lin ang="5400000" scaled="0"/>
                </a:gradFill>
              </a:defRPr>
            </a:lvl2pPr>
            <a:lvl3pPr marL="233689" indent="0">
              <a:buNone/>
              <a:defRPr sz="2000">
                <a:gradFill>
                  <a:gsLst>
                    <a:gs pos="100000">
                      <a:schemeClr val="bg2"/>
                    </a:gs>
                    <a:gs pos="6000">
                      <a:schemeClr val="bg2"/>
                    </a:gs>
                  </a:gsLst>
                  <a:lin ang="5400000" scaled="0"/>
                </a:gradFill>
              </a:defRPr>
            </a:lvl3pPr>
            <a:lvl4pPr marL="460976" indent="0">
              <a:buNone/>
              <a:defRPr sz="2000">
                <a:gradFill>
                  <a:gsLst>
                    <a:gs pos="100000">
                      <a:schemeClr val="bg2"/>
                    </a:gs>
                    <a:gs pos="6000">
                      <a:schemeClr val="bg2"/>
                    </a:gs>
                  </a:gsLst>
                  <a:lin ang="5400000" scaled="0"/>
                </a:gradFill>
              </a:defRPr>
            </a:lvl4pPr>
            <a:lvl5pPr marL="699474" indent="0">
              <a:buNone/>
              <a:defRPr sz="2000">
                <a:gradFill>
                  <a:gsLst>
                    <a:gs pos="100000">
                      <a:schemeClr val="bg2"/>
                    </a:gs>
                    <a:gs pos="6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633" y="6552140"/>
            <a:ext cx="560613" cy="224688"/>
          </a:xfrm>
          <a:prstGeom prst="rect">
            <a:avLst/>
          </a:prstGeom>
        </p:spPr>
        <p:txBody>
          <a:bodyPr lIns="122905" tIns="61453" rIns="122905" bIns="61453" anchor="ctr"/>
          <a:lstStyle>
            <a:lvl1pPr algn="l">
              <a:defRPr sz="1600">
                <a:gradFill>
                  <a:gsLst>
                    <a:gs pos="100000">
                      <a:schemeClr val="bg2"/>
                    </a:gs>
                    <a:gs pos="0">
                      <a:schemeClr val="bg2"/>
                    </a:gs>
                  </a:gsLst>
                  <a:lin ang="5400000" scaled="0"/>
                </a:gradFill>
              </a:defRPr>
            </a:lvl1pPr>
          </a:lstStyle>
          <a:p>
            <a:pPr defTabSz="921922"/>
            <a:fld id="{727B4C2D-45E2-4621-8491-2995EB46A674}" type="slidenum">
              <a:rPr lang="en-US" smtClean="0">
                <a:gradFill>
                  <a:gsLst>
                    <a:gs pos="100000">
                      <a:srgbClr val="797A7D"/>
                    </a:gs>
                    <a:gs pos="0">
                      <a:srgbClr val="797A7D"/>
                    </a:gs>
                  </a:gsLst>
                  <a:lin ang="5400000" scaled="0"/>
                </a:gradFill>
              </a:rPr>
              <a:pPr defTabSz="921922"/>
              <a:t>‹nº›</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1425413640"/>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045" y="1482324"/>
            <a:ext cx="11147562" cy="2023038"/>
          </a:xfrm>
          <a:prstGeom prst="rect">
            <a:avLst/>
          </a:prstGeom>
        </p:spPr>
        <p:txBody>
          <a:bodyPr/>
          <a:lstStyle>
            <a:lvl1pPr marL="0" indent="0">
              <a:spcBef>
                <a:spcPts val="2420"/>
              </a:spcBef>
              <a:buNone/>
              <a:defRPr sz="4000">
                <a:gradFill>
                  <a:gsLst>
                    <a:gs pos="100000">
                      <a:schemeClr val="bg2"/>
                    </a:gs>
                    <a:gs pos="0">
                      <a:schemeClr val="bg2"/>
                    </a:gs>
                  </a:gsLst>
                  <a:lin ang="5400000" scaled="0"/>
                </a:gradFill>
                <a:latin typeface="+mj-lt"/>
              </a:defRPr>
            </a:lvl1pPr>
            <a:lvl2pPr marL="0" indent="0">
              <a:buNone/>
              <a:defRPr sz="2000">
                <a:gradFill>
                  <a:gsLst>
                    <a:gs pos="100000">
                      <a:schemeClr val="bg2"/>
                    </a:gs>
                    <a:gs pos="0">
                      <a:schemeClr val="bg2"/>
                    </a:gs>
                  </a:gsLst>
                  <a:lin ang="5400000" scaled="0"/>
                </a:gradFill>
              </a:defRPr>
            </a:lvl2pPr>
            <a:lvl3pPr marL="233689" indent="0">
              <a:buNone/>
              <a:defRPr sz="2000">
                <a:gradFill>
                  <a:gsLst>
                    <a:gs pos="100000">
                      <a:schemeClr val="bg2"/>
                    </a:gs>
                    <a:gs pos="0">
                      <a:schemeClr val="bg2"/>
                    </a:gs>
                  </a:gsLst>
                  <a:lin ang="5400000" scaled="0"/>
                </a:gradFill>
              </a:defRPr>
            </a:lvl3pPr>
            <a:lvl4pPr marL="460976" indent="0">
              <a:buNone/>
              <a:defRPr sz="2000">
                <a:gradFill>
                  <a:gsLst>
                    <a:gs pos="100000">
                      <a:schemeClr val="bg2"/>
                    </a:gs>
                    <a:gs pos="0">
                      <a:schemeClr val="bg2"/>
                    </a:gs>
                  </a:gsLst>
                  <a:lin ang="5400000" scaled="0"/>
                </a:gradFill>
              </a:defRPr>
            </a:lvl4pPr>
            <a:lvl5pPr marL="699474" indent="0">
              <a:buNone/>
              <a:defRPr sz="2000">
                <a:gradFill>
                  <a:gsLst>
                    <a:gs pos="100000">
                      <a:schemeClr val="bg2"/>
                    </a:gs>
                    <a:gs pos="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633" y="6552140"/>
            <a:ext cx="560613" cy="224688"/>
          </a:xfrm>
          <a:prstGeom prst="rect">
            <a:avLst/>
          </a:prstGeom>
        </p:spPr>
        <p:txBody>
          <a:bodyPr lIns="122905" tIns="61453" rIns="122905" bIns="61453" anchor="ctr"/>
          <a:lstStyle>
            <a:lvl1pPr algn="l">
              <a:defRPr sz="1600">
                <a:gradFill>
                  <a:gsLst>
                    <a:gs pos="100000">
                      <a:schemeClr val="bg2"/>
                    </a:gs>
                    <a:gs pos="0">
                      <a:schemeClr val="bg2"/>
                    </a:gs>
                  </a:gsLst>
                  <a:lin ang="5400000" scaled="0"/>
                </a:gradFill>
              </a:defRPr>
            </a:lvl1pPr>
          </a:lstStyle>
          <a:p>
            <a:pPr defTabSz="921922"/>
            <a:fld id="{727B4C2D-45E2-4621-8491-2995EB46A674}" type="slidenum">
              <a:rPr lang="en-US" smtClean="0">
                <a:gradFill>
                  <a:gsLst>
                    <a:gs pos="100000">
                      <a:srgbClr val="797A7D"/>
                    </a:gs>
                    <a:gs pos="0">
                      <a:srgbClr val="797A7D"/>
                    </a:gs>
                  </a:gsLst>
                  <a:lin ang="5400000" scaled="0"/>
                </a:gradFill>
              </a:rPr>
              <a:pPr defTabSz="921922"/>
              <a:t>‹nº›</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3200656231"/>
      </p:ext>
    </p:extLst>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045" y="234057"/>
            <a:ext cx="11147562" cy="765729"/>
          </a:xfrm>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045" y="1482319"/>
            <a:ext cx="11147562" cy="2092362"/>
          </a:xfrm>
          <a:prstGeom prst="rect">
            <a:avLst/>
          </a:prstGeom>
        </p:spPr>
        <p:txBody>
          <a:bodyPr/>
          <a:lstStyle>
            <a:lvl1pPr marL="286512" indent="-286512">
              <a:buFont typeface="Wingdings" pitchFamily="2" charset="2"/>
              <a:buChar char=""/>
              <a:defRPr sz="4000"/>
            </a:lvl1pPr>
            <a:lvl2pPr marL="521803" indent="-235292">
              <a:buFont typeface="Wingdings" pitchFamily="2" charset="2"/>
              <a:buChar char=""/>
              <a:defRPr>
                <a:latin typeface="+mn-lt"/>
              </a:defRPr>
            </a:lvl2pPr>
            <a:lvl3pPr marL="747492" indent="-225688">
              <a:buFont typeface="Wingdings" pitchFamily="2" charset="2"/>
              <a:buChar char=""/>
              <a:tabLst/>
              <a:defRPr>
                <a:latin typeface="+mn-lt"/>
              </a:defRPr>
            </a:lvl3pPr>
            <a:lvl4pPr marL="921959" indent="-174467">
              <a:buFont typeface="Wingdings" pitchFamily="2" charset="2"/>
              <a:buChar char=""/>
              <a:defRPr>
                <a:latin typeface="+mn-lt"/>
              </a:defRPr>
            </a:lvl4pPr>
            <a:lvl5pPr marL="1096427" indent="-174467">
              <a:buFont typeface="Wingdings" pitchFamily="2" charset="2"/>
              <a:buChar char=""/>
              <a:tabLst/>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9"/>
          <p:cNvSpPr>
            <a:spLocks noGrp="1"/>
          </p:cNvSpPr>
          <p:nvPr>
            <p:ph type="sldNum" sz="quarter" idx="12"/>
          </p:nvPr>
        </p:nvSpPr>
        <p:spPr>
          <a:xfrm>
            <a:off x="520633" y="6552140"/>
            <a:ext cx="560613" cy="224688"/>
          </a:xfrm>
          <a:prstGeom prst="rect">
            <a:avLst/>
          </a:prstGeom>
        </p:spPr>
        <p:txBody>
          <a:bodyPr lIns="122905" tIns="61453" rIns="122905" bIns="61453" anchor="ctr"/>
          <a:lstStyle>
            <a:lvl1pPr algn="l">
              <a:defRPr sz="1600">
                <a:gradFill>
                  <a:gsLst>
                    <a:gs pos="100000">
                      <a:schemeClr val="bg2"/>
                    </a:gs>
                    <a:gs pos="0">
                      <a:schemeClr val="bg2"/>
                    </a:gs>
                  </a:gsLst>
                  <a:lin ang="5400000" scaled="0"/>
                </a:gradFill>
              </a:defRPr>
            </a:lvl1pPr>
          </a:lstStyle>
          <a:p>
            <a:pPr defTabSz="921922"/>
            <a:fld id="{727B4C2D-45E2-4621-8491-2995EB46A674}" type="slidenum">
              <a:rPr lang="en-US" smtClean="0">
                <a:gradFill>
                  <a:gsLst>
                    <a:gs pos="100000">
                      <a:srgbClr val="797A7D"/>
                    </a:gs>
                    <a:gs pos="0">
                      <a:srgbClr val="797A7D"/>
                    </a:gs>
                  </a:gsLst>
                  <a:lin ang="5400000" scaled="0"/>
                </a:gradFill>
              </a:rPr>
              <a:pPr defTabSz="921922"/>
              <a:t>‹nº›</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2844511293"/>
      </p:ext>
    </p:extLst>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2-Content,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632" y="1482322"/>
            <a:ext cx="5394258" cy="2520919"/>
          </a:xfrm>
        </p:spPr>
        <p:txBody>
          <a:bodyPr/>
          <a:lstStyle>
            <a:lvl1pPr marL="0" indent="0">
              <a:spcBef>
                <a:spcPts val="1210"/>
              </a:spcBef>
              <a:buNone/>
              <a:defRPr sz="4000">
                <a:gradFill>
                  <a:gsLst>
                    <a:gs pos="100000">
                      <a:schemeClr val="tx2"/>
                    </a:gs>
                    <a:gs pos="0">
                      <a:schemeClr val="tx2"/>
                    </a:gs>
                  </a:gsLst>
                  <a:lin ang="5400000" scaled="0"/>
                </a:gradFill>
                <a:latin typeface="+mj-lt"/>
              </a:defRPr>
            </a:lvl1pPr>
            <a:lvl2pPr marL="0" indent="0">
              <a:buNone/>
              <a:defRPr sz="2000"/>
            </a:lvl2pPr>
            <a:lvl3pPr marL="235292" indent="0">
              <a:buNone/>
              <a:defRPr sz="2000"/>
            </a:lvl3pPr>
            <a:lvl4pPr marL="460976" indent="0">
              <a:buNone/>
              <a:defRPr sz="2000"/>
            </a:lvl4pPr>
            <a:lvl5pPr marL="699474" indent="0">
              <a:buNone/>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7110" y="1482322"/>
            <a:ext cx="5394258" cy="2520919"/>
          </a:xfrm>
        </p:spPr>
        <p:txBody>
          <a:bodyPr/>
          <a:lstStyle>
            <a:lvl1pPr marL="0" indent="0">
              <a:spcBef>
                <a:spcPts val="1210"/>
              </a:spcBef>
              <a:buNone/>
              <a:defRPr lang="en-US" sz="4000" kern="1200" spc="-71" baseline="0" dirty="0" smtClean="0">
                <a:gradFill>
                  <a:gsLst>
                    <a:gs pos="100000">
                      <a:schemeClr val="tx2"/>
                    </a:gs>
                    <a:gs pos="0">
                      <a:schemeClr val="tx2"/>
                    </a:gs>
                  </a:gsLst>
                  <a:lin ang="5400000" scaled="0"/>
                </a:gradFill>
                <a:latin typeface="+mj-lt"/>
                <a:ea typeface="+mn-ea"/>
                <a:cs typeface="+mn-cs"/>
              </a:defRPr>
            </a:lvl1pPr>
            <a:lvl2pPr marL="3202" marR="0" indent="0" algn="l" defTabSz="921922"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smtClean="0">
                <a:gradFill>
                  <a:gsLst>
                    <a:gs pos="1250">
                      <a:schemeClr val="bg2"/>
                    </a:gs>
                    <a:gs pos="100000">
                      <a:schemeClr val="bg2"/>
                    </a:gs>
                  </a:gsLst>
                  <a:lin ang="5400000" scaled="0"/>
                </a:gradFill>
                <a:latin typeface="+mn-lt"/>
                <a:ea typeface="+mn-ea"/>
                <a:cs typeface="+mn-cs"/>
              </a:defRPr>
            </a:lvl2pPr>
            <a:lvl3pPr marL="235292" marR="0" indent="0" algn="l" defTabSz="921922"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smtClean="0">
                <a:gradFill>
                  <a:gsLst>
                    <a:gs pos="1250">
                      <a:schemeClr val="bg2"/>
                    </a:gs>
                    <a:gs pos="100000">
                      <a:schemeClr val="bg2"/>
                    </a:gs>
                  </a:gsLst>
                  <a:lin ang="5400000" scaled="0"/>
                </a:gradFill>
                <a:latin typeface="+mn-lt"/>
                <a:ea typeface="+mn-ea"/>
                <a:cs typeface="+mn-cs"/>
              </a:defRPr>
            </a:lvl3pPr>
            <a:lvl4pPr marL="464177" marR="0" indent="0" algn="l" defTabSz="921922"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smtClean="0">
                <a:gradFill>
                  <a:gsLst>
                    <a:gs pos="1250">
                      <a:schemeClr val="bg2"/>
                    </a:gs>
                    <a:gs pos="100000">
                      <a:schemeClr val="bg2"/>
                    </a:gs>
                  </a:gsLst>
                  <a:lin ang="5400000" scaled="0"/>
                </a:gradFill>
                <a:latin typeface="+mn-lt"/>
                <a:ea typeface="+mn-ea"/>
                <a:cs typeface="+mn-cs"/>
              </a:defRPr>
            </a:lvl4pPr>
            <a:lvl5pPr marL="693073" marR="0" indent="0" algn="l" defTabSz="921922"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a:gradFill>
                  <a:gsLst>
                    <a:gs pos="1250">
                      <a:schemeClr val="bg2"/>
                    </a:gs>
                    <a:gs pos="100000">
                      <a:schemeClr val="bg2"/>
                    </a:gs>
                  </a:gsLst>
                  <a:lin ang="5400000" scaled="0"/>
                </a:gradFill>
                <a:latin typeface="+mn-lt"/>
                <a:ea typeface="+mn-ea"/>
                <a:cs typeface="+mn-cs"/>
              </a:defRPr>
            </a:lvl5pPr>
          </a:lstStyle>
          <a:p>
            <a:pPr marL="0" marR="0" lvl="0" indent="0" algn="l" defTabSz="921922"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21922"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21922"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21922"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21922"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633" y="6552140"/>
            <a:ext cx="560613" cy="224688"/>
          </a:xfrm>
          <a:prstGeom prst="rect">
            <a:avLst/>
          </a:prstGeom>
        </p:spPr>
        <p:txBody>
          <a:bodyPr lIns="122905" tIns="61453" rIns="122905" bIns="61453" anchor="ctr"/>
          <a:lstStyle>
            <a:lvl1pPr algn="l">
              <a:defRPr sz="1600">
                <a:gradFill>
                  <a:gsLst>
                    <a:gs pos="100000">
                      <a:schemeClr val="bg2"/>
                    </a:gs>
                    <a:gs pos="0">
                      <a:schemeClr val="bg2"/>
                    </a:gs>
                  </a:gsLst>
                  <a:lin ang="5400000" scaled="0"/>
                </a:gradFill>
              </a:defRPr>
            </a:lvl1pPr>
          </a:lstStyle>
          <a:p>
            <a:pPr defTabSz="921922"/>
            <a:fld id="{727B4C2D-45E2-4621-8491-2995EB46A674}" type="slidenum">
              <a:rPr lang="en-US" smtClean="0">
                <a:gradFill>
                  <a:gsLst>
                    <a:gs pos="100000">
                      <a:srgbClr val="797A7D"/>
                    </a:gs>
                    <a:gs pos="0">
                      <a:srgbClr val="797A7D"/>
                    </a:gs>
                  </a:gsLst>
                  <a:lin ang="5400000" scaled="0"/>
                </a:gradFill>
              </a:rPr>
              <a:pPr defTabSz="921922"/>
              <a:t>‹nº›</a:t>
            </a:fld>
            <a:endParaRPr lang="en-US" dirty="0">
              <a:gradFill>
                <a:gsLst>
                  <a:gs pos="100000">
                    <a:srgbClr val="797A7D"/>
                  </a:gs>
                  <a:gs pos="0">
                    <a:srgbClr val="797A7D"/>
                  </a:gs>
                </a:gsLst>
                <a:lin ang="5400000" scaled="0"/>
              </a:gradFill>
            </a:endParaRPr>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3667277421"/>
      </p:ext>
    </p:extLst>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632" y="1482322"/>
            <a:ext cx="5394258" cy="2520919"/>
          </a:xfrm>
        </p:spPr>
        <p:txBody>
          <a:bodyPr/>
          <a:lstStyle>
            <a:lvl1pPr marL="0" indent="0">
              <a:spcBef>
                <a:spcPts val="1210"/>
              </a:spcBef>
              <a:buNone/>
              <a:defRPr sz="4000">
                <a:gradFill>
                  <a:gsLst>
                    <a:gs pos="1000">
                      <a:schemeClr val="bg2"/>
                    </a:gs>
                    <a:gs pos="98000">
                      <a:schemeClr val="bg2"/>
                    </a:gs>
                  </a:gsLst>
                  <a:lin ang="5400000" scaled="0"/>
                </a:gradFill>
                <a:latin typeface="+mj-lt"/>
              </a:defRPr>
            </a:lvl1pPr>
            <a:lvl2pPr marL="0" indent="0">
              <a:buNone/>
              <a:defRPr sz="2000">
                <a:gradFill>
                  <a:gsLst>
                    <a:gs pos="1000">
                      <a:schemeClr val="bg2"/>
                    </a:gs>
                    <a:gs pos="98000">
                      <a:schemeClr val="bg2"/>
                    </a:gs>
                  </a:gsLst>
                  <a:lin ang="5400000" scaled="0"/>
                </a:gradFill>
              </a:defRPr>
            </a:lvl2pPr>
            <a:lvl3pPr marL="235292" indent="0">
              <a:buNone/>
              <a:defRPr sz="2000">
                <a:gradFill>
                  <a:gsLst>
                    <a:gs pos="1000">
                      <a:schemeClr val="bg2"/>
                    </a:gs>
                    <a:gs pos="98000">
                      <a:schemeClr val="bg2"/>
                    </a:gs>
                  </a:gsLst>
                  <a:lin ang="5400000" scaled="0"/>
                </a:gradFill>
              </a:defRPr>
            </a:lvl3pPr>
            <a:lvl4pPr marL="460976" indent="0">
              <a:buNone/>
              <a:defRPr sz="2000">
                <a:gradFill>
                  <a:gsLst>
                    <a:gs pos="1000">
                      <a:schemeClr val="bg2"/>
                    </a:gs>
                    <a:gs pos="98000">
                      <a:schemeClr val="bg2"/>
                    </a:gs>
                  </a:gsLst>
                  <a:lin ang="5400000" scaled="0"/>
                </a:gradFill>
              </a:defRPr>
            </a:lvl4pPr>
            <a:lvl5pPr marL="699474" indent="0">
              <a:buNone/>
              <a:defRPr sz="2000">
                <a:gradFill>
                  <a:gsLst>
                    <a:gs pos="1000">
                      <a:schemeClr val="bg2"/>
                    </a:gs>
                    <a:gs pos="98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7110" y="1482322"/>
            <a:ext cx="5394258" cy="2520919"/>
          </a:xfrm>
        </p:spPr>
        <p:txBody>
          <a:bodyPr/>
          <a:lstStyle>
            <a:lvl1pPr marL="0" indent="0">
              <a:spcBef>
                <a:spcPts val="1210"/>
              </a:spcBef>
              <a:buNone/>
              <a:defRPr lang="en-US" sz="4000" kern="1200" spc="-71" baseline="0" dirty="0" smtClean="0">
                <a:gradFill>
                  <a:gsLst>
                    <a:gs pos="1000">
                      <a:schemeClr val="bg2"/>
                    </a:gs>
                    <a:gs pos="98000">
                      <a:schemeClr val="bg2"/>
                    </a:gs>
                  </a:gsLst>
                  <a:lin ang="5400000" scaled="0"/>
                </a:gradFill>
                <a:latin typeface="+mj-lt"/>
                <a:ea typeface="+mn-ea"/>
                <a:cs typeface="+mn-cs"/>
              </a:defRPr>
            </a:lvl1pPr>
            <a:lvl2pPr marL="3202" marR="0" indent="0" algn="l" defTabSz="921922"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smtClean="0">
                <a:gradFill>
                  <a:gsLst>
                    <a:gs pos="1000">
                      <a:schemeClr val="bg2"/>
                    </a:gs>
                    <a:gs pos="98000">
                      <a:schemeClr val="bg2"/>
                    </a:gs>
                  </a:gsLst>
                  <a:lin ang="5400000" scaled="0"/>
                </a:gradFill>
                <a:latin typeface="+mn-lt"/>
                <a:ea typeface="+mn-ea"/>
                <a:cs typeface="+mn-cs"/>
              </a:defRPr>
            </a:lvl2pPr>
            <a:lvl3pPr marL="235292" marR="0" indent="0" algn="l" defTabSz="921922"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smtClean="0">
                <a:gradFill>
                  <a:gsLst>
                    <a:gs pos="1000">
                      <a:schemeClr val="bg2"/>
                    </a:gs>
                    <a:gs pos="98000">
                      <a:schemeClr val="bg2"/>
                    </a:gs>
                  </a:gsLst>
                  <a:lin ang="5400000" scaled="0"/>
                </a:gradFill>
                <a:latin typeface="+mn-lt"/>
                <a:ea typeface="+mn-ea"/>
                <a:cs typeface="+mn-cs"/>
              </a:defRPr>
            </a:lvl3pPr>
            <a:lvl4pPr marL="464177" marR="0" indent="0" algn="l" defTabSz="921922"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smtClean="0">
                <a:gradFill>
                  <a:gsLst>
                    <a:gs pos="1000">
                      <a:schemeClr val="bg2"/>
                    </a:gs>
                    <a:gs pos="98000">
                      <a:schemeClr val="bg2"/>
                    </a:gs>
                  </a:gsLst>
                  <a:lin ang="5400000" scaled="0"/>
                </a:gradFill>
                <a:latin typeface="+mn-lt"/>
                <a:ea typeface="+mn-ea"/>
                <a:cs typeface="+mn-cs"/>
              </a:defRPr>
            </a:lvl4pPr>
            <a:lvl5pPr marL="693073" marR="0" indent="0" algn="l" defTabSz="921922"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a:gradFill>
                  <a:gsLst>
                    <a:gs pos="1000">
                      <a:schemeClr val="bg2"/>
                    </a:gs>
                    <a:gs pos="98000">
                      <a:schemeClr val="bg2"/>
                    </a:gs>
                  </a:gsLst>
                  <a:lin ang="5400000" scaled="0"/>
                </a:gradFill>
                <a:latin typeface="+mn-lt"/>
                <a:ea typeface="+mn-ea"/>
                <a:cs typeface="+mn-cs"/>
              </a:defRPr>
            </a:lvl5pPr>
          </a:lstStyle>
          <a:p>
            <a:pPr marL="0" marR="0" lvl="0" indent="0" algn="l" defTabSz="921922"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21922"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21922"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21922"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21922"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633" y="6552140"/>
            <a:ext cx="560613" cy="224688"/>
          </a:xfrm>
          <a:prstGeom prst="rect">
            <a:avLst/>
          </a:prstGeom>
        </p:spPr>
        <p:txBody>
          <a:bodyPr lIns="122905" tIns="61453" rIns="122905" bIns="61453" anchor="ctr"/>
          <a:lstStyle>
            <a:lvl1pPr algn="l">
              <a:defRPr sz="1600">
                <a:gradFill>
                  <a:gsLst>
                    <a:gs pos="100000">
                      <a:schemeClr val="bg2"/>
                    </a:gs>
                    <a:gs pos="0">
                      <a:schemeClr val="bg2"/>
                    </a:gs>
                  </a:gsLst>
                  <a:lin ang="5400000" scaled="0"/>
                </a:gradFill>
              </a:defRPr>
            </a:lvl1pPr>
          </a:lstStyle>
          <a:p>
            <a:pPr defTabSz="921922"/>
            <a:fld id="{727B4C2D-45E2-4621-8491-2995EB46A674}" type="slidenum">
              <a:rPr lang="en-US" smtClean="0">
                <a:gradFill>
                  <a:gsLst>
                    <a:gs pos="100000">
                      <a:srgbClr val="797A7D"/>
                    </a:gs>
                    <a:gs pos="0">
                      <a:srgbClr val="797A7D"/>
                    </a:gs>
                  </a:gsLst>
                  <a:lin ang="5400000" scaled="0"/>
                </a:gradFill>
              </a:rPr>
              <a:pPr defTabSz="921922"/>
              <a:t>‹nº›</a:t>
            </a:fld>
            <a:endParaRPr lang="en-US" dirty="0">
              <a:gradFill>
                <a:gsLst>
                  <a:gs pos="100000">
                    <a:srgbClr val="797A7D"/>
                  </a:gs>
                  <a:gs pos="0">
                    <a:srgbClr val="797A7D"/>
                  </a:gs>
                </a:gsLst>
                <a:lin ang="5400000" scaled="0"/>
              </a:gradFill>
            </a:endParaRPr>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25613189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mp; 2-Content w/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Text Placeholder 3"/>
          <p:cNvSpPr>
            <a:spLocks noGrp="1"/>
          </p:cNvSpPr>
          <p:nvPr>
            <p:ph type="body" sz="quarter" idx="10"/>
          </p:nvPr>
        </p:nvSpPr>
        <p:spPr>
          <a:xfrm>
            <a:off x="520632" y="1482323"/>
            <a:ext cx="5394258" cy="2407477"/>
          </a:xfrm>
        </p:spPr>
        <p:txBody>
          <a:bodyPr>
            <a:spAutoFit/>
          </a:bodyPr>
          <a:lstStyle>
            <a:lvl1pPr marL="294515" indent="-294515">
              <a:spcBef>
                <a:spcPts val="1210"/>
              </a:spcBef>
              <a:buClr>
                <a:schemeClr val="bg2"/>
              </a:buClr>
              <a:buSzPct val="100000"/>
              <a:buFont typeface="Wingdings" pitchFamily="2" charset="2"/>
              <a:buChar char=""/>
              <a:defRPr lang="en-US" sz="3600" kern="1200" spc="-71" baseline="0" dirty="0" smtClean="0">
                <a:gradFill>
                  <a:gsLst>
                    <a:gs pos="1250">
                      <a:schemeClr val="bg2"/>
                    </a:gs>
                    <a:gs pos="100000">
                      <a:schemeClr val="bg2"/>
                    </a:gs>
                  </a:gsLst>
                  <a:lin ang="5400000" scaled="0"/>
                </a:gradFill>
                <a:latin typeface="+mj-lt"/>
                <a:ea typeface="+mn-ea"/>
                <a:cs typeface="+mn-cs"/>
              </a:defRPr>
            </a:lvl1pPr>
            <a:lvl2pPr marL="525006" indent="-230491">
              <a:defRPr sz="2000"/>
            </a:lvl2pPr>
            <a:lvl3pPr marL="691472" indent="-166466">
              <a:tabLst/>
              <a:defRPr sz="2000"/>
            </a:lvl3pPr>
            <a:lvl4pPr marL="870738" indent="-179269">
              <a:defRPr/>
            </a:lvl4pPr>
            <a:lvl5pPr marL="1037205" indent="-166466">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6277110" y="1482329"/>
            <a:ext cx="5394258" cy="2785615"/>
          </a:xfrm>
        </p:spPr>
        <p:txBody>
          <a:bodyPr>
            <a:spAutoFit/>
          </a:bodyPr>
          <a:lstStyle>
            <a:lvl1pPr marL="342534" indent="-342534">
              <a:spcBef>
                <a:spcPts val="1210"/>
              </a:spcBef>
              <a:buClr>
                <a:schemeClr val="bg2"/>
              </a:buClr>
              <a:buFont typeface="Arial" pitchFamily="34" charset="0"/>
              <a:buChar char="•"/>
              <a:defRPr lang="en-US" sz="3600" kern="1200" spc="-71" baseline="0" dirty="0" smtClean="0">
                <a:gradFill>
                  <a:gsLst>
                    <a:gs pos="1250">
                      <a:schemeClr val="bg2"/>
                    </a:gs>
                    <a:gs pos="100000">
                      <a:schemeClr val="bg2"/>
                    </a:gs>
                  </a:gsLst>
                  <a:lin ang="5400000" scaled="0"/>
                </a:gradFill>
                <a:latin typeface="+mj-lt"/>
                <a:ea typeface="+mn-ea"/>
                <a:cs typeface="+mn-cs"/>
              </a:defRPr>
            </a:lvl1pPr>
            <a:lvl2pPr marL="640249" indent="-345735">
              <a:defRPr lang="en-US" sz="2000" kern="1200" spc="0" baseline="0" dirty="0" smtClean="0">
                <a:gradFill>
                  <a:gsLst>
                    <a:gs pos="1250">
                      <a:schemeClr val="bg2"/>
                    </a:gs>
                    <a:gs pos="100000">
                      <a:schemeClr val="bg2"/>
                    </a:gs>
                  </a:gsLst>
                  <a:lin ang="5400000" scaled="0"/>
                </a:gradFill>
                <a:latin typeface="+mn-lt"/>
                <a:ea typeface="+mn-ea"/>
                <a:cs typeface="+mn-cs"/>
              </a:defRPr>
            </a:lvl2pPr>
            <a:lvl3pPr marL="870738" indent="-345735">
              <a:defRPr lang="en-US" sz="2000" kern="1200" spc="0" baseline="0" dirty="0" smtClean="0">
                <a:gradFill>
                  <a:gsLst>
                    <a:gs pos="1250">
                      <a:schemeClr val="bg2"/>
                    </a:gs>
                    <a:gs pos="100000">
                      <a:schemeClr val="bg2"/>
                    </a:gs>
                  </a:gsLst>
                  <a:lin ang="5400000" scaled="0"/>
                </a:gradFill>
                <a:latin typeface="+mn-lt"/>
                <a:ea typeface="+mn-ea"/>
                <a:cs typeface="+mn-cs"/>
              </a:defRPr>
            </a:lvl3pPr>
            <a:lvl4pPr marL="1037205" indent="-345735">
              <a:defRPr lang="en-US" sz="2000" kern="1200" spc="0" baseline="0" dirty="0" smtClean="0">
                <a:gradFill>
                  <a:gsLst>
                    <a:gs pos="1250">
                      <a:schemeClr val="bg2"/>
                    </a:gs>
                    <a:gs pos="100000">
                      <a:schemeClr val="bg2"/>
                    </a:gs>
                  </a:gsLst>
                  <a:lin ang="5400000" scaled="0"/>
                </a:gradFill>
                <a:latin typeface="+mn-lt"/>
                <a:ea typeface="+mn-ea"/>
                <a:cs typeface="+mn-cs"/>
              </a:defRPr>
            </a:lvl4pPr>
            <a:lvl5pPr marL="1216475" indent="-345735">
              <a:defRPr lang="en-US" sz="2000" kern="1200" spc="0" baseline="0" dirty="0">
                <a:gradFill>
                  <a:gsLst>
                    <a:gs pos="1250">
                      <a:schemeClr val="bg2"/>
                    </a:gs>
                    <a:gs pos="100000">
                      <a:schemeClr val="bg2"/>
                    </a:gs>
                  </a:gsLst>
                  <a:lin ang="5400000" scaled="0"/>
                </a:gradFill>
                <a:latin typeface="+mn-lt"/>
                <a:ea typeface="+mn-ea"/>
                <a:cs typeface="+mn-cs"/>
              </a:defRPr>
            </a:lvl5pPr>
          </a:lstStyle>
          <a:p>
            <a:pPr marL="294515" marR="0" lvl="0" indent="-294515" algn="l" defTabSz="921922" rtl="0" eaLnBrk="1" fontAlgn="auto" latinLnBrk="0" hangingPunct="1">
              <a:lnSpc>
                <a:spcPct val="90000"/>
              </a:lnSpc>
              <a:spcBef>
                <a:spcPts val="1210"/>
              </a:spcBef>
              <a:spcAft>
                <a:spcPts val="0"/>
              </a:spcAft>
              <a:buClr>
                <a:schemeClr val="bg2"/>
              </a:buClr>
              <a:buSzPct val="100000"/>
              <a:buFont typeface="Wingdings" pitchFamily="2" charset="2"/>
              <a:buChar char=""/>
              <a:tabLst/>
            </a:pPr>
            <a:r>
              <a:rPr lang="en-US" smtClean="0"/>
              <a:t>Click to edit Master text styles</a:t>
            </a:r>
          </a:p>
          <a:p>
            <a:pPr marL="294515" marR="0" lvl="1" indent="-294515" algn="l" defTabSz="921922" rtl="0" eaLnBrk="1" fontAlgn="auto" latinLnBrk="0" hangingPunct="1">
              <a:lnSpc>
                <a:spcPct val="90000"/>
              </a:lnSpc>
              <a:spcBef>
                <a:spcPts val="1210"/>
              </a:spcBef>
              <a:spcAft>
                <a:spcPts val="0"/>
              </a:spcAft>
              <a:buClr>
                <a:schemeClr val="bg2"/>
              </a:buClr>
              <a:buSzPct val="100000"/>
              <a:buFont typeface="Wingdings" pitchFamily="2" charset="2"/>
              <a:buChar char=""/>
              <a:tabLst/>
            </a:pPr>
            <a:r>
              <a:rPr lang="en-US" smtClean="0"/>
              <a:t>Second level</a:t>
            </a:r>
          </a:p>
          <a:p>
            <a:pPr marL="294515" marR="0" lvl="2" indent="-294515" algn="l" defTabSz="921922" rtl="0" eaLnBrk="1" fontAlgn="auto" latinLnBrk="0" hangingPunct="1">
              <a:lnSpc>
                <a:spcPct val="90000"/>
              </a:lnSpc>
              <a:spcBef>
                <a:spcPts val="1210"/>
              </a:spcBef>
              <a:spcAft>
                <a:spcPts val="0"/>
              </a:spcAft>
              <a:buClr>
                <a:schemeClr val="bg2"/>
              </a:buClr>
              <a:buSzPct val="100000"/>
              <a:buFont typeface="Wingdings" pitchFamily="2" charset="2"/>
              <a:buChar char=""/>
              <a:tabLst/>
            </a:pPr>
            <a:r>
              <a:rPr lang="en-US" smtClean="0"/>
              <a:t>Third level</a:t>
            </a:r>
          </a:p>
          <a:p>
            <a:pPr marL="294515" marR="0" lvl="3" indent="-294515" algn="l" defTabSz="921922" rtl="0" eaLnBrk="1" fontAlgn="auto" latinLnBrk="0" hangingPunct="1">
              <a:lnSpc>
                <a:spcPct val="90000"/>
              </a:lnSpc>
              <a:spcBef>
                <a:spcPts val="1210"/>
              </a:spcBef>
              <a:spcAft>
                <a:spcPts val="0"/>
              </a:spcAft>
              <a:buClr>
                <a:schemeClr val="bg2"/>
              </a:buClr>
              <a:buSzPct val="100000"/>
              <a:buFont typeface="Wingdings" pitchFamily="2" charset="2"/>
              <a:buChar char=""/>
              <a:tabLst/>
            </a:pPr>
            <a:r>
              <a:rPr lang="en-US" smtClean="0"/>
              <a:t>Fourth level</a:t>
            </a:r>
          </a:p>
          <a:p>
            <a:pPr marL="294515" marR="0" lvl="4" indent="-294515" algn="l" defTabSz="921922" rtl="0" eaLnBrk="1" fontAlgn="auto" latinLnBrk="0" hangingPunct="1">
              <a:lnSpc>
                <a:spcPct val="90000"/>
              </a:lnSpc>
              <a:spcBef>
                <a:spcPts val="1210"/>
              </a:spcBef>
              <a:spcAft>
                <a:spcPts val="0"/>
              </a:spcAft>
              <a:buClr>
                <a:schemeClr val="bg2"/>
              </a:buClr>
              <a:buSzPct val="100000"/>
              <a:buFont typeface="Wingdings" pitchFamily="2" charset="2"/>
              <a:buChar char=""/>
              <a:tabLst/>
            </a:pPr>
            <a:r>
              <a:rPr lang="en-US" smtClean="0"/>
              <a:t>Fifth level</a:t>
            </a:r>
            <a:endParaRPr lang="en-US" dirty="0"/>
          </a:p>
        </p:txBody>
      </p:sp>
      <p:sp>
        <p:nvSpPr>
          <p:cNvPr id="6" name="Slide Number Placeholder 9"/>
          <p:cNvSpPr>
            <a:spLocks noGrp="1"/>
          </p:cNvSpPr>
          <p:nvPr>
            <p:ph type="sldNum" sz="quarter" idx="12"/>
          </p:nvPr>
        </p:nvSpPr>
        <p:spPr>
          <a:xfrm>
            <a:off x="520633" y="6552140"/>
            <a:ext cx="560613" cy="224688"/>
          </a:xfrm>
          <a:prstGeom prst="rect">
            <a:avLst/>
          </a:prstGeom>
        </p:spPr>
        <p:txBody>
          <a:bodyPr lIns="122905" tIns="61453" rIns="122905" bIns="61453" anchor="ctr"/>
          <a:lstStyle>
            <a:lvl1pPr algn="l">
              <a:defRPr sz="1600">
                <a:gradFill>
                  <a:gsLst>
                    <a:gs pos="100000">
                      <a:schemeClr val="bg2"/>
                    </a:gs>
                    <a:gs pos="0">
                      <a:schemeClr val="bg2"/>
                    </a:gs>
                  </a:gsLst>
                  <a:lin ang="5400000" scaled="0"/>
                </a:gradFill>
              </a:defRPr>
            </a:lvl1pPr>
          </a:lstStyle>
          <a:p>
            <a:pPr defTabSz="921922"/>
            <a:fld id="{727B4C2D-45E2-4621-8491-2995EB46A674}" type="slidenum">
              <a:rPr lang="en-US" smtClean="0">
                <a:gradFill>
                  <a:gsLst>
                    <a:gs pos="100000">
                      <a:srgbClr val="797A7D"/>
                    </a:gs>
                    <a:gs pos="0">
                      <a:srgbClr val="797A7D"/>
                    </a:gs>
                  </a:gsLst>
                  <a:lin ang="5400000" scaled="0"/>
                </a:gradFill>
              </a:rPr>
              <a:pPr defTabSz="921922"/>
              <a:t>‹nº›</a:t>
            </a:fld>
            <a:endParaRPr lang="en-US" dirty="0">
              <a:gradFill>
                <a:gsLst>
                  <a:gs pos="100000">
                    <a:srgbClr val="797A7D"/>
                  </a:gs>
                  <a:gs pos="0">
                    <a:srgbClr val="797A7D"/>
                  </a:gs>
                </a:gsLst>
                <a:lin ang="5400000" scaled="0"/>
              </a:gradFill>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217828188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arge &amp; Small Content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640" y="1482325"/>
            <a:ext cx="5432825" cy="1701620"/>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14532" indent="0">
              <a:buNone/>
              <a:defRPr sz="2700" b="1"/>
            </a:lvl2pPr>
            <a:lvl3pPr marL="1229064" indent="0">
              <a:buNone/>
              <a:defRPr sz="2400" b="1"/>
            </a:lvl3pPr>
            <a:lvl4pPr marL="1843596" indent="0">
              <a:buNone/>
              <a:defRPr sz="2200" b="1"/>
            </a:lvl4pPr>
            <a:lvl5pPr marL="2458128" indent="0">
              <a:buNone/>
              <a:defRPr sz="2200" b="1"/>
            </a:lvl5pPr>
            <a:lvl6pPr marL="3072656" indent="0">
              <a:buNone/>
              <a:defRPr sz="2200" b="1"/>
            </a:lvl6pPr>
            <a:lvl7pPr marL="3687192" indent="0">
              <a:buNone/>
              <a:defRPr sz="2200" b="1"/>
            </a:lvl7pPr>
            <a:lvl8pPr marL="4301720" indent="0">
              <a:buNone/>
              <a:defRPr sz="2200" b="1"/>
            </a:lvl8pPr>
            <a:lvl9pPr marL="4916252" indent="0">
              <a:buNone/>
              <a:defRPr sz="2200" b="1"/>
            </a:lvl9pPr>
          </a:lstStyle>
          <a:p>
            <a:pPr lvl="0"/>
            <a:r>
              <a:rPr lang="en-US" dirty="0" smtClean="0"/>
              <a:t>Click to edit Master text styles.</a:t>
            </a:r>
          </a:p>
        </p:txBody>
      </p:sp>
      <p:sp>
        <p:nvSpPr>
          <p:cNvPr id="6" name="Content Placeholder 5"/>
          <p:cNvSpPr>
            <a:spLocks noGrp="1"/>
          </p:cNvSpPr>
          <p:nvPr>
            <p:ph sz="quarter" idx="4"/>
          </p:nvPr>
        </p:nvSpPr>
        <p:spPr>
          <a:xfrm>
            <a:off x="6187351" y="1722016"/>
            <a:ext cx="5484027" cy="340324"/>
          </a:xfrm>
          <a:prstGeom prst="rect">
            <a:avLst/>
          </a:prstGeom>
        </p:spPr>
        <p:txBody>
          <a:bodyPr>
            <a:noAutofit/>
          </a:bodyPr>
          <a:lstStyle>
            <a:lvl1pPr marL="0" indent="0">
              <a:spcBef>
                <a:spcPts val="121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21797" indent="-384082">
              <a:defRPr lang="en-US" sz="2200" kern="1200" dirty="0" smtClean="0">
                <a:solidFill>
                  <a:schemeClr val="bg2">
                    <a:lumMod val="50000"/>
                  </a:schemeClr>
                </a:solidFill>
                <a:latin typeface="+mn-lt"/>
                <a:ea typeface="+mn-ea"/>
                <a:cs typeface="Arial" pitchFamily="34" charset="0"/>
              </a:defRPr>
            </a:lvl2pPr>
            <a:lvl3pPr marL="921797" indent="-230450">
              <a:defRPr lang="en-US" sz="1900" kern="1200" dirty="0" smtClean="0">
                <a:solidFill>
                  <a:schemeClr val="bg2">
                    <a:lumMod val="50000"/>
                  </a:schemeClr>
                </a:solidFill>
                <a:latin typeface="+mn-lt"/>
                <a:ea typeface="+mn-ea"/>
                <a:cs typeface="Arial" pitchFamily="34" charset="0"/>
              </a:defRPr>
            </a:lvl3pPr>
            <a:lvl4pPr marL="1229064" indent="-230450">
              <a:defRPr lang="en-US" sz="1600" kern="1200" dirty="0" smtClean="0">
                <a:solidFill>
                  <a:schemeClr val="bg2">
                    <a:lumMod val="50000"/>
                  </a:schemeClr>
                </a:solidFill>
                <a:latin typeface="+mn-lt"/>
                <a:ea typeface="+mn-ea"/>
                <a:cs typeface="Arial" pitchFamily="34" charset="0"/>
              </a:defRPr>
            </a:lvl4pPr>
            <a:lvl5pPr marL="1459514" indent="-230450">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sp>
        <p:nvSpPr>
          <p:cNvPr id="12" name="Title 11"/>
          <p:cNvSpPr>
            <a:spLocks noGrp="1"/>
          </p:cNvSpPr>
          <p:nvPr>
            <p:ph type="title"/>
          </p:nvPr>
        </p:nvSpPr>
        <p:spPr/>
        <p:txBody>
          <a:bodyPr>
            <a:noAutofit/>
          </a:bodyPr>
          <a:lstStyle>
            <a:lvl1pPr>
              <a:defRPr/>
            </a:lvl1pPr>
          </a:lstStyle>
          <a:p>
            <a:r>
              <a:rPr lang="en-US" smtClean="0"/>
              <a:t>Click to edit Master title style</a:t>
            </a:r>
            <a:endParaRPr lang="en-US" dirty="0"/>
          </a:p>
        </p:txBody>
      </p:sp>
      <p:sp>
        <p:nvSpPr>
          <p:cNvPr id="10" name="Slide Number Placeholder 9"/>
          <p:cNvSpPr>
            <a:spLocks noGrp="1"/>
          </p:cNvSpPr>
          <p:nvPr>
            <p:ph type="sldNum" sz="quarter" idx="12"/>
          </p:nvPr>
        </p:nvSpPr>
        <p:spPr>
          <a:xfrm>
            <a:off x="520633" y="6552140"/>
            <a:ext cx="560613" cy="224688"/>
          </a:xfrm>
          <a:prstGeom prst="rect">
            <a:avLst/>
          </a:prstGeom>
        </p:spPr>
        <p:txBody>
          <a:bodyPr lIns="122905" tIns="61453" rIns="122905" bIns="61453" anchor="ctr"/>
          <a:lstStyle>
            <a:lvl1pPr algn="l">
              <a:defRPr sz="1600">
                <a:gradFill>
                  <a:gsLst>
                    <a:gs pos="100000">
                      <a:schemeClr val="bg2"/>
                    </a:gs>
                    <a:gs pos="0">
                      <a:schemeClr val="bg2"/>
                    </a:gs>
                  </a:gsLst>
                  <a:lin ang="5400000" scaled="0"/>
                </a:gradFill>
              </a:defRPr>
            </a:lvl1pPr>
          </a:lstStyle>
          <a:p>
            <a:pPr defTabSz="921922"/>
            <a:fld id="{727B4C2D-45E2-4621-8491-2995EB46A674}" type="slidenum">
              <a:rPr lang="en-US" smtClean="0">
                <a:gradFill>
                  <a:gsLst>
                    <a:gs pos="100000">
                      <a:srgbClr val="797A7D"/>
                    </a:gs>
                    <a:gs pos="0">
                      <a:srgbClr val="797A7D"/>
                    </a:gs>
                  </a:gsLst>
                  <a:lin ang="5400000" scaled="0"/>
                </a:gradFill>
              </a:rPr>
              <a:pPr defTabSz="921922"/>
              <a:t>‹nº›</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173495200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Photo on Righ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98857" y="6300314"/>
            <a:ext cx="1924276" cy="561721"/>
          </a:xfrm>
          <a:prstGeom prst="rect">
            <a:avLst/>
          </a:prstGeom>
        </p:spPr>
      </p:pic>
      <p:sp>
        <p:nvSpPr>
          <p:cNvPr id="3" name="Text Placeholder 2"/>
          <p:cNvSpPr>
            <a:spLocks noGrp="1"/>
          </p:cNvSpPr>
          <p:nvPr>
            <p:ph type="body" idx="1" hasCustomPrompt="1"/>
          </p:nvPr>
        </p:nvSpPr>
        <p:spPr>
          <a:xfrm>
            <a:off x="520640" y="1482321"/>
            <a:ext cx="5432825" cy="1206540"/>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14532" indent="0">
              <a:buNone/>
              <a:defRPr sz="2700" b="1"/>
            </a:lvl2pPr>
            <a:lvl3pPr marL="1229064" indent="0">
              <a:buNone/>
              <a:defRPr sz="2400" b="1"/>
            </a:lvl3pPr>
            <a:lvl4pPr marL="1843596" indent="0">
              <a:buNone/>
              <a:defRPr sz="2200" b="1"/>
            </a:lvl4pPr>
            <a:lvl5pPr marL="2458128" indent="0">
              <a:buNone/>
              <a:defRPr sz="2200" b="1"/>
            </a:lvl5pPr>
            <a:lvl6pPr marL="3072656" indent="0">
              <a:buNone/>
              <a:defRPr sz="2200" b="1"/>
            </a:lvl6pPr>
            <a:lvl7pPr marL="3687192" indent="0">
              <a:buNone/>
              <a:defRPr sz="2200" b="1"/>
            </a:lvl7pPr>
            <a:lvl8pPr marL="4301720" indent="0">
              <a:buNone/>
              <a:defRPr sz="2200" b="1"/>
            </a:lvl8pPr>
            <a:lvl9pPr marL="4916252" indent="0">
              <a:buNone/>
              <a:defRPr sz="2200" b="1"/>
            </a:lvl9pPr>
          </a:lstStyle>
          <a:p>
            <a:pPr lvl="0"/>
            <a:r>
              <a:rPr lang="en-US" dirty="0" smtClean="0"/>
              <a:t>Click to edit Master text styles.</a:t>
            </a:r>
          </a:p>
        </p:txBody>
      </p:sp>
      <p:sp>
        <p:nvSpPr>
          <p:cNvPr id="10" name="Slide Number Placeholder 9"/>
          <p:cNvSpPr>
            <a:spLocks noGrp="1"/>
          </p:cNvSpPr>
          <p:nvPr>
            <p:ph type="sldNum" sz="quarter" idx="12"/>
          </p:nvPr>
        </p:nvSpPr>
        <p:spPr>
          <a:xfrm>
            <a:off x="520633" y="6552140"/>
            <a:ext cx="560613" cy="224688"/>
          </a:xfrm>
          <a:prstGeom prst="rect">
            <a:avLst/>
          </a:prstGeom>
        </p:spPr>
        <p:txBody>
          <a:bodyPr lIns="122905" tIns="61453" rIns="122905" bIns="61453" anchor="ctr"/>
          <a:lstStyle>
            <a:lvl1pPr algn="l">
              <a:defRPr sz="1600">
                <a:gradFill>
                  <a:gsLst>
                    <a:gs pos="100000">
                      <a:schemeClr val="bg2"/>
                    </a:gs>
                    <a:gs pos="0">
                      <a:schemeClr val="bg2"/>
                    </a:gs>
                  </a:gsLst>
                  <a:lin ang="5400000" scaled="0"/>
                </a:gradFill>
              </a:defRPr>
            </a:lvl1pPr>
          </a:lstStyle>
          <a:p>
            <a:pPr defTabSz="921922"/>
            <a:fld id="{727B4C2D-45E2-4621-8491-2995EB46A674}" type="slidenum">
              <a:rPr lang="en-US" smtClean="0">
                <a:gradFill>
                  <a:gsLst>
                    <a:gs pos="100000">
                      <a:srgbClr val="797A7D"/>
                    </a:gs>
                    <a:gs pos="0">
                      <a:srgbClr val="797A7D"/>
                    </a:gs>
                  </a:gsLst>
                  <a:lin ang="5400000" scaled="0"/>
                </a:gradFill>
              </a:rPr>
              <a:pPr defTabSz="921922"/>
              <a:t>‹nº›</a:t>
            </a:fld>
            <a:endParaRPr lang="en-US" dirty="0">
              <a:gradFill>
                <a:gsLst>
                  <a:gs pos="100000">
                    <a:srgbClr val="797A7D"/>
                  </a:gs>
                  <a:gs pos="0">
                    <a:srgbClr val="797A7D"/>
                  </a:gs>
                </a:gsLst>
                <a:lin ang="5400000" scaled="0"/>
              </a:gradFill>
            </a:endParaRPr>
          </a:p>
        </p:txBody>
      </p:sp>
      <p:sp>
        <p:nvSpPr>
          <p:cNvPr id="9" name="Content Placeholder 5"/>
          <p:cNvSpPr>
            <a:spLocks noGrp="1"/>
          </p:cNvSpPr>
          <p:nvPr>
            <p:ph sz="quarter" idx="13"/>
          </p:nvPr>
        </p:nvSpPr>
        <p:spPr>
          <a:xfrm>
            <a:off x="520641" y="2800201"/>
            <a:ext cx="5443456" cy="623928"/>
          </a:xfrm>
          <a:prstGeom prst="rect">
            <a:avLst/>
          </a:prstGeom>
        </p:spPr>
        <p:txBody>
          <a:bodyPr>
            <a:noAutofit/>
          </a:bodyPr>
          <a:lstStyle>
            <a:lvl1pPr marL="0" indent="0">
              <a:spcBef>
                <a:spcPts val="1210"/>
              </a:spcBef>
              <a:buFont typeface="Arial" pitchFamily="34" charset="0"/>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21797" indent="-384082">
              <a:defRPr lang="en-US" sz="2200" kern="1200" dirty="0" smtClean="0">
                <a:solidFill>
                  <a:schemeClr val="bg2">
                    <a:lumMod val="50000"/>
                  </a:schemeClr>
                </a:solidFill>
                <a:latin typeface="+mn-lt"/>
                <a:ea typeface="+mn-ea"/>
                <a:cs typeface="Arial" pitchFamily="34" charset="0"/>
              </a:defRPr>
            </a:lvl2pPr>
            <a:lvl3pPr marL="921797" indent="-230450">
              <a:defRPr lang="en-US" sz="1900" kern="1200" dirty="0" smtClean="0">
                <a:solidFill>
                  <a:schemeClr val="bg2">
                    <a:lumMod val="50000"/>
                  </a:schemeClr>
                </a:solidFill>
                <a:latin typeface="+mn-lt"/>
                <a:ea typeface="+mn-ea"/>
                <a:cs typeface="Arial" pitchFamily="34" charset="0"/>
              </a:defRPr>
            </a:lvl3pPr>
            <a:lvl4pPr marL="1229064" indent="-230450">
              <a:defRPr lang="en-US" sz="1600" kern="1200" dirty="0" smtClean="0">
                <a:solidFill>
                  <a:schemeClr val="bg2">
                    <a:lumMod val="50000"/>
                  </a:schemeClr>
                </a:solidFill>
                <a:latin typeface="+mn-lt"/>
                <a:ea typeface="+mn-ea"/>
                <a:cs typeface="Arial" pitchFamily="34" charset="0"/>
              </a:defRPr>
            </a:lvl4pPr>
            <a:lvl5pPr marL="1459514" indent="-230450">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07908" y="0"/>
            <a:ext cx="5979333" cy="7021513"/>
          </a:xfrm>
        </p:spPr>
        <p:txBody>
          <a:bodyPr lIns="184390" anchor="ctr"/>
          <a:lstStyle>
            <a:lvl1pPr marL="0" indent="0" algn="l">
              <a:buNone/>
              <a:defRPr/>
            </a:lvl1pPr>
          </a:lstStyle>
          <a:p>
            <a:r>
              <a:rPr lang="en-US" dirty="0" smtClean="0"/>
              <a:t>Click to insert photo.</a:t>
            </a:r>
            <a:endParaRPr lang="en-US" dirty="0"/>
          </a:p>
        </p:txBody>
      </p:sp>
    </p:spTree>
    <p:extLst>
      <p:ext uri="{BB962C8B-B14F-4D97-AF65-F5344CB8AC3E}">
        <p14:creationId xmlns:p14="http://schemas.microsoft.com/office/powerpoint/2010/main" val="1117828884"/>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7287" y="1482321"/>
            <a:ext cx="5432825" cy="1206540"/>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14532" indent="0">
              <a:buNone/>
              <a:defRPr sz="2700" b="1"/>
            </a:lvl2pPr>
            <a:lvl3pPr marL="1229064" indent="0">
              <a:buNone/>
              <a:defRPr sz="2400" b="1"/>
            </a:lvl3pPr>
            <a:lvl4pPr marL="1843596" indent="0">
              <a:buNone/>
              <a:defRPr sz="2200" b="1"/>
            </a:lvl4pPr>
            <a:lvl5pPr marL="2458128" indent="0">
              <a:buNone/>
              <a:defRPr sz="2200" b="1"/>
            </a:lvl5pPr>
            <a:lvl6pPr marL="3072656" indent="0">
              <a:buNone/>
              <a:defRPr sz="2200" b="1"/>
            </a:lvl6pPr>
            <a:lvl7pPr marL="3687192" indent="0">
              <a:buNone/>
              <a:defRPr sz="2200" b="1"/>
            </a:lvl7pPr>
            <a:lvl8pPr marL="4301720" indent="0">
              <a:buNone/>
              <a:defRPr sz="2200" b="1"/>
            </a:lvl8pPr>
            <a:lvl9pPr marL="4916252" indent="0">
              <a:buNone/>
              <a:defRPr sz="2200" b="1"/>
            </a:lvl9pPr>
          </a:lstStyle>
          <a:p>
            <a:pPr lvl="0"/>
            <a:r>
              <a:rPr lang="en-US" dirty="0" smtClean="0"/>
              <a:t>Click to edit Master text styles.</a:t>
            </a:r>
          </a:p>
        </p:txBody>
      </p:sp>
      <p:sp>
        <p:nvSpPr>
          <p:cNvPr id="9" name="Content Placeholder 5"/>
          <p:cNvSpPr>
            <a:spLocks noGrp="1"/>
          </p:cNvSpPr>
          <p:nvPr>
            <p:ph sz="quarter" idx="13"/>
          </p:nvPr>
        </p:nvSpPr>
        <p:spPr>
          <a:xfrm>
            <a:off x="6217290" y="2800201"/>
            <a:ext cx="5443456" cy="623928"/>
          </a:xfrm>
          <a:prstGeom prst="rect">
            <a:avLst/>
          </a:prstGeom>
        </p:spPr>
        <p:txBody>
          <a:bodyPr>
            <a:noAutofit/>
          </a:bodyPr>
          <a:lstStyle>
            <a:lvl1pPr marL="0" indent="0">
              <a:spcBef>
                <a:spcPts val="1210"/>
              </a:spcBef>
              <a:buFont typeface="Arial" pitchFamily="34" charset="0"/>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21797" indent="-384082">
              <a:defRPr lang="en-US" sz="2200" kern="1200" dirty="0" smtClean="0">
                <a:solidFill>
                  <a:schemeClr val="bg2">
                    <a:lumMod val="50000"/>
                  </a:schemeClr>
                </a:solidFill>
                <a:latin typeface="+mn-lt"/>
                <a:ea typeface="+mn-ea"/>
                <a:cs typeface="Arial" pitchFamily="34" charset="0"/>
              </a:defRPr>
            </a:lvl2pPr>
            <a:lvl3pPr marL="921797" indent="-230450">
              <a:defRPr lang="en-US" sz="1900" kern="1200" dirty="0" smtClean="0">
                <a:solidFill>
                  <a:schemeClr val="bg2">
                    <a:lumMod val="50000"/>
                  </a:schemeClr>
                </a:solidFill>
                <a:latin typeface="+mn-lt"/>
                <a:ea typeface="+mn-ea"/>
                <a:cs typeface="Arial" pitchFamily="34" charset="0"/>
              </a:defRPr>
            </a:lvl3pPr>
            <a:lvl4pPr marL="1229064" indent="-230450">
              <a:defRPr lang="en-US" sz="1600" kern="1200" dirty="0" smtClean="0">
                <a:solidFill>
                  <a:schemeClr val="bg2">
                    <a:lumMod val="50000"/>
                  </a:schemeClr>
                </a:solidFill>
                <a:latin typeface="+mn-lt"/>
                <a:ea typeface="+mn-ea"/>
                <a:cs typeface="Arial" pitchFamily="34" charset="0"/>
              </a:defRPr>
            </a:lvl4pPr>
            <a:lvl5pPr marL="1459514" indent="-230450">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0" y="0"/>
            <a:ext cx="5979333" cy="7021513"/>
          </a:xfrm>
        </p:spPr>
        <p:txBody>
          <a:bodyPr lIns="184390" anchor="ctr"/>
          <a:lstStyle>
            <a:lvl1pPr marL="0" indent="0" algn="l">
              <a:buNone/>
              <a:defRPr/>
            </a:lvl1pPr>
          </a:lstStyle>
          <a:p>
            <a:r>
              <a:rPr lang="en-US" dirty="0" smtClean="0"/>
              <a:t>Click to insert photo.</a:t>
            </a:r>
            <a:endParaRPr lang="en-US" dirty="0"/>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7302612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9514" y="0"/>
            <a:ext cx="5985684"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098" tIns="46098" rIns="46098" bIns="46098" numCol="1" spcCol="0" rtlCol="0" fromWordArt="0" anchor="ctr" anchorCtr="0" forceAA="0" compatLnSpc="1">
            <a:prstTxWarp prst="textNoShape">
              <a:avLst/>
            </a:prstTxWarp>
            <a:noAutofit/>
          </a:bodyPr>
          <a:lstStyle/>
          <a:p>
            <a:pPr algn="ctr" defTabSz="921656" fontAlgn="base">
              <a:spcBef>
                <a:spcPct val="0"/>
              </a:spcBef>
              <a:spcAft>
                <a:spcPct val="0"/>
              </a:spcAft>
            </a:pPr>
            <a:endParaRPr lang="en-US" sz="23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40" y="1482325"/>
            <a:ext cx="5231720" cy="1701620"/>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14532" indent="0">
              <a:buNone/>
              <a:defRPr sz="2700" b="1"/>
            </a:lvl2pPr>
            <a:lvl3pPr marL="1229064" indent="0">
              <a:buNone/>
              <a:defRPr sz="2400" b="1"/>
            </a:lvl3pPr>
            <a:lvl4pPr marL="1843596" indent="0">
              <a:buNone/>
              <a:defRPr sz="2200" b="1"/>
            </a:lvl4pPr>
            <a:lvl5pPr marL="2458128" indent="0">
              <a:buNone/>
              <a:defRPr sz="2200" b="1"/>
            </a:lvl5pPr>
            <a:lvl6pPr marL="3072656" indent="0">
              <a:buNone/>
              <a:defRPr sz="2200" b="1"/>
            </a:lvl6pPr>
            <a:lvl7pPr marL="3687192" indent="0">
              <a:buNone/>
              <a:defRPr sz="2200" b="1"/>
            </a:lvl7pPr>
            <a:lvl8pPr marL="4301720" indent="0">
              <a:buNone/>
              <a:defRPr sz="2200" b="1"/>
            </a:lvl8pPr>
            <a:lvl9pPr marL="4916252" indent="0">
              <a:buNone/>
              <a:defRPr sz="2200" b="1"/>
            </a:lvl9pPr>
          </a:lstStyle>
          <a:p>
            <a:pPr lvl="0"/>
            <a:r>
              <a:rPr lang="en-US" dirty="0" smtClean="0"/>
              <a:t>Click to edit Master text styles.</a:t>
            </a:r>
          </a:p>
        </p:txBody>
      </p:sp>
      <p:sp>
        <p:nvSpPr>
          <p:cNvPr id="6" name="Content Placeholder 5"/>
          <p:cNvSpPr>
            <a:spLocks noGrp="1"/>
          </p:cNvSpPr>
          <p:nvPr>
            <p:ph sz="quarter" idx="4"/>
          </p:nvPr>
        </p:nvSpPr>
        <p:spPr>
          <a:xfrm>
            <a:off x="6187351" y="1722016"/>
            <a:ext cx="5484027" cy="340324"/>
          </a:xfrm>
          <a:prstGeom prst="rect">
            <a:avLst/>
          </a:prstGeom>
        </p:spPr>
        <p:txBody>
          <a:bodyPr>
            <a:noAutofit/>
          </a:bodyPr>
          <a:lstStyle>
            <a:lvl1pPr marL="0" indent="0">
              <a:spcBef>
                <a:spcPts val="121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21797" indent="-384082">
              <a:defRPr lang="en-US" sz="2200" kern="1200" dirty="0" smtClean="0">
                <a:solidFill>
                  <a:schemeClr val="bg2">
                    <a:lumMod val="50000"/>
                  </a:schemeClr>
                </a:solidFill>
                <a:latin typeface="+mn-lt"/>
                <a:ea typeface="+mn-ea"/>
                <a:cs typeface="Arial" pitchFamily="34" charset="0"/>
              </a:defRPr>
            </a:lvl2pPr>
            <a:lvl3pPr marL="921797" indent="-230450">
              <a:defRPr lang="en-US" sz="1900" kern="1200" dirty="0" smtClean="0">
                <a:solidFill>
                  <a:schemeClr val="bg2">
                    <a:lumMod val="50000"/>
                  </a:schemeClr>
                </a:solidFill>
                <a:latin typeface="+mn-lt"/>
                <a:ea typeface="+mn-ea"/>
                <a:cs typeface="Arial" pitchFamily="34" charset="0"/>
              </a:defRPr>
            </a:lvl3pPr>
            <a:lvl4pPr marL="1229064" indent="-230450">
              <a:defRPr lang="en-US" sz="1600" kern="1200" dirty="0" smtClean="0">
                <a:solidFill>
                  <a:schemeClr val="bg2">
                    <a:lumMod val="50000"/>
                  </a:schemeClr>
                </a:solidFill>
                <a:latin typeface="+mn-lt"/>
                <a:ea typeface="+mn-ea"/>
                <a:cs typeface="Arial" pitchFamily="34" charset="0"/>
              </a:defRPr>
            </a:lvl4pPr>
            <a:lvl5pPr marL="1459514" indent="-230450">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1422005302"/>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lor Block text w/Photo on Right">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a:xfrm>
            <a:off x="6207908" y="0"/>
            <a:ext cx="5979333" cy="7021513"/>
          </a:xfrm>
        </p:spPr>
        <p:txBody>
          <a:bodyPr lIns="184390" anchor="ctr"/>
          <a:lstStyle>
            <a:lvl1pPr marL="0" indent="0" algn="l">
              <a:buNone/>
              <a:defRPr/>
            </a:lvl1pPr>
          </a:lstStyle>
          <a:p>
            <a:r>
              <a:rPr lang="en-US" dirty="0" smtClean="0"/>
              <a:t>Click to insert photo.</a:t>
            </a:r>
            <a:endParaRPr lang="en-US" dirty="0"/>
          </a:p>
        </p:txBody>
      </p:sp>
      <p:sp>
        <p:nvSpPr>
          <p:cNvPr id="7" name="Rectangle 6"/>
          <p:cNvSpPr/>
          <p:nvPr userDrawn="1"/>
        </p:nvSpPr>
        <p:spPr bwMode="white">
          <a:xfrm>
            <a:off x="3" y="0"/>
            <a:ext cx="6219015"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098" tIns="46098" rIns="46098" bIns="46098" numCol="1" spcCol="0" rtlCol="0" fromWordArt="0" anchor="ctr" anchorCtr="0" forceAA="0" compatLnSpc="1">
            <a:prstTxWarp prst="textNoShape">
              <a:avLst/>
            </a:prstTxWarp>
            <a:noAutofit/>
          </a:bodyPr>
          <a:lstStyle/>
          <a:p>
            <a:pPr algn="ctr" defTabSz="921656" fontAlgn="base">
              <a:spcBef>
                <a:spcPct val="0"/>
              </a:spcBef>
              <a:spcAft>
                <a:spcPct val="0"/>
              </a:spcAft>
            </a:pPr>
            <a:endParaRPr lang="en-US" sz="23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40" y="1482321"/>
            <a:ext cx="5432825" cy="1206540"/>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14532" indent="0">
              <a:buNone/>
              <a:defRPr sz="2700" b="1"/>
            </a:lvl2pPr>
            <a:lvl3pPr marL="1229064" indent="0">
              <a:buNone/>
              <a:defRPr sz="2400" b="1"/>
            </a:lvl3pPr>
            <a:lvl4pPr marL="1843596" indent="0">
              <a:buNone/>
              <a:defRPr sz="2200" b="1"/>
            </a:lvl4pPr>
            <a:lvl5pPr marL="2458128" indent="0">
              <a:buNone/>
              <a:defRPr sz="2200" b="1"/>
            </a:lvl5pPr>
            <a:lvl6pPr marL="3072656" indent="0">
              <a:buNone/>
              <a:defRPr sz="2200" b="1"/>
            </a:lvl6pPr>
            <a:lvl7pPr marL="3687192" indent="0">
              <a:buNone/>
              <a:defRPr sz="2200" b="1"/>
            </a:lvl7pPr>
            <a:lvl8pPr marL="4301720" indent="0">
              <a:buNone/>
              <a:defRPr sz="2200" b="1"/>
            </a:lvl8pPr>
            <a:lvl9pPr marL="4916252" indent="0">
              <a:buNone/>
              <a:defRPr sz="2200" b="1"/>
            </a:lvl9pPr>
          </a:lstStyle>
          <a:p>
            <a:pPr lvl="0"/>
            <a:r>
              <a:rPr lang="en-US" dirty="0" smtClean="0"/>
              <a:t>Click to edit Master text styles.</a:t>
            </a:r>
          </a:p>
        </p:txBody>
      </p:sp>
      <p:sp>
        <p:nvSpPr>
          <p:cNvPr id="9" name="Content Placeholder 5"/>
          <p:cNvSpPr>
            <a:spLocks noGrp="1"/>
          </p:cNvSpPr>
          <p:nvPr>
            <p:ph sz="quarter" idx="13"/>
          </p:nvPr>
        </p:nvSpPr>
        <p:spPr>
          <a:xfrm>
            <a:off x="520641" y="2800201"/>
            <a:ext cx="5443456" cy="623928"/>
          </a:xfrm>
          <a:prstGeom prst="rect">
            <a:avLst/>
          </a:prstGeom>
        </p:spPr>
        <p:txBody>
          <a:bodyPr>
            <a:noAutofit/>
          </a:bodyPr>
          <a:lstStyle>
            <a:lvl1pPr marL="0" indent="0">
              <a:spcBef>
                <a:spcPts val="121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21797" indent="-384082">
              <a:defRPr lang="en-US" sz="2200" kern="1200" dirty="0" smtClean="0">
                <a:solidFill>
                  <a:schemeClr val="bg2">
                    <a:lumMod val="50000"/>
                  </a:schemeClr>
                </a:solidFill>
                <a:latin typeface="+mn-lt"/>
                <a:ea typeface="+mn-ea"/>
                <a:cs typeface="Arial" pitchFamily="34" charset="0"/>
              </a:defRPr>
            </a:lvl2pPr>
            <a:lvl3pPr marL="921797" indent="-230450">
              <a:defRPr lang="en-US" sz="1900" kern="1200" dirty="0" smtClean="0">
                <a:solidFill>
                  <a:schemeClr val="bg2">
                    <a:lumMod val="50000"/>
                  </a:schemeClr>
                </a:solidFill>
                <a:latin typeface="+mn-lt"/>
                <a:ea typeface="+mn-ea"/>
                <a:cs typeface="Arial" pitchFamily="34" charset="0"/>
              </a:defRPr>
            </a:lvl3pPr>
            <a:lvl4pPr marL="1229064" indent="-230450">
              <a:defRPr lang="en-US" sz="1600" kern="1200" dirty="0" smtClean="0">
                <a:solidFill>
                  <a:schemeClr val="bg2">
                    <a:lumMod val="50000"/>
                  </a:schemeClr>
                </a:solidFill>
                <a:latin typeface="+mn-lt"/>
                <a:ea typeface="+mn-ea"/>
                <a:cs typeface="Arial" pitchFamily="34" charset="0"/>
              </a:defRPr>
            </a:lvl4pPr>
            <a:lvl5pPr marL="1459514" indent="-230450">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2398543886"/>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lor Block text w/Photo on Left">
    <p:spTree>
      <p:nvGrpSpPr>
        <p:cNvPr id="1" name=""/>
        <p:cNvGrpSpPr/>
        <p:nvPr/>
      </p:nvGrpSpPr>
      <p:grpSpPr>
        <a:xfrm>
          <a:off x="0" y="0"/>
          <a:ext cx="0" cy="0"/>
          <a:chOff x="0" y="0"/>
          <a:chExt cx="0" cy="0"/>
        </a:xfrm>
      </p:grpSpPr>
      <p:sp>
        <p:nvSpPr>
          <p:cNvPr id="7" name="Rectangle 6"/>
          <p:cNvSpPr/>
          <p:nvPr userDrawn="1"/>
        </p:nvSpPr>
        <p:spPr bwMode="white">
          <a:xfrm>
            <a:off x="5966641" y="0"/>
            <a:ext cx="6220601"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098" tIns="46098" rIns="46098" bIns="46098" numCol="1" spcCol="0" rtlCol="0" fromWordArt="0" anchor="ctr" anchorCtr="0" forceAA="0" compatLnSpc="1">
            <a:prstTxWarp prst="textNoShape">
              <a:avLst/>
            </a:prstTxWarp>
            <a:noAutofit/>
          </a:bodyPr>
          <a:lstStyle/>
          <a:p>
            <a:pPr algn="ctr" defTabSz="921656" fontAlgn="base">
              <a:spcBef>
                <a:spcPct val="0"/>
              </a:spcBef>
              <a:spcAft>
                <a:spcPct val="0"/>
              </a:spcAft>
            </a:pPr>
            <a:endParaRPr lang="en-US" sz="23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6217287" y="1482321"/>
            <a:ext cx="5432825" cy="1206540"/>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14532" indent="0">
              <a:buNone/>
              <a:defRPr sz="2700" b="1"/>
            </a:lvl2pPr>
            <a:lvl3pPr marL="1229064" indent="0">
              <a:buNone/>
              <a:defRPr sz="2400" b="1"/>
            </a:lvl3pPr>
            <a:lvl4pPr marL="1843596" indent="0">
              <a:buNone/>
              <a:defRPr sz="2200" b="1"/>
            </a:lvl4pPr>
            <a:lvl5pPr marL="2458128" indent="0">
              <a:buNone/>
              <a:defRPr sz="2200" b="1"/>
            </a:lvl5pPr>
            <a:lvl6pPr marL="3072656" indent="0">
              <a:buNone/>
              <a:defRPr sz="2200" b="1"/>
            </a:lvl6pPr>
            <a:lvl7pPr marL="3687192" indent="0">
              <a:buNone/>
              <a:defRPr sz="2200" b="1"/>
            </a:lvl7pPr>
            <a:lvl8pPr marL="4301720" indent="0">
              <a:buNone/>
              <a:defRPr sz="2200" b="1"/>
            </a:lvl8pPr>
            <a:lvl9pPr marL="4916252" indent="0">
              <a:buNone/>
              <a:defRPr sz="2200" b="1"/>
            </a:lvl9pPr>
          </a:lstStyle>
          <a:p>
            <a:pPr lvl="0"/>
            <a:r>
              <a:rPr lang="en-US" dirty="0" smtClean="0"/>
              <a:t>Click to edit Master text styles.</a:t>
            </a:r>
          </a:p>
        </p:txBody>
      </p:sp>
      <p:sp>
        <p:nvSpPr>
          <p:cNvPr id="9" name="Content Placeholder 5"/>
          <p:cNvSpPr>
            <a:spLocks noGrp="1"/>
          </p:cNvSpPr>
          <p:nvPr>
            <p:ph sz="quarter" idx="13"/>
          </p:nvPr>
        </p:nvSpPr>
        <p:spPr>
          <a:xfrm>
            <a:off x="6217290" y="2800201"/>
            <a:ext cx="5443456" cy="623928"/>
          </a:xfrm>
          <a:prstGeom prst="rect">
            <a:avLst/>
          </a:prstGeom>
        </p:spPr>
        <p:txBody>
          <a:bodyPr>
            <a:noAutofit/>
          </a:bodyPr>
          <a:lstStyle>
            <a:lvl1pPr marL="0" indent="0">
              <a:spcBef>
                <a:spcPts val="121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21797" indent="-384082">
              <a:defRPr lang="en-US" sz="2200" kern="1200" dirty="0" smtClean="0">
                <a:solidFill>
                  <a:schemeClr val="bg2">
                    <a:lumMod val="50000"/>
                  </a:schemeClr>
                </a:solidFill>
                <a:latin typeface="+mn-lt"/>
                <a:ea typeface="+mn-ea"/>
                <a:cs typeface="Arial" pitchFamily="34" charset="0"/>
              </a:defRPr>
            </a:lvl2pPr>
            <a:lvl3pPr marL="921797" indent="-230450">
              <a:defRPr lang="en-US" sz="1900" kern="1200" dirty="0" smtClean="0">
                <a:solidFill>
                  <a:schemeClr val="bg2">
                    <a:lumMod val="50000"/>
                  </a:schemeClr>
                </a:solidFill>
                <a:latin typeface="+mn-lt"/>
                <a:ea typeface="+mn-ea"/>
                <a:cs typeface="Arial" pitchFamily="34" charset="0"/>
              </a:defRPr>
            </a:lvl3pPr>
            <a:lvl4pPr marL="1229064" indent="-230450">
              <a:defRPr lang="en-US" sz="1600" kern="1200" dirty="0" smtClean="0">
                <a:solidFill>
                  <a:schemeClr val="bg2">
                    <a:lumMod val="50000"/>
                  </a:schemeClr>
                </a:solidFill>
                <a:latin typeface="+mn-lt"/>
                <a:ea typeface="+mn-ea"/>
                <a:cs typeface="Arial" pitchFamily="34" charset="0"/>
              </a:defRPr>
            </a:lvl4pPr>
            <a:lvl5pPr marL="1459514" indent="-230450">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0" y="0"/>
            <a:ext cx="5979333" cy="7021513"/>
          </a:xfrm>
        </p:spPr>
        <p:txBody>
          <a:bodyPr lIns="184390" anchor="ctr"/>
          <a:lstStyle>
            <a:lvl1pPr marL="0" indent="0" algn="l">
              <a:buNone/>
              <a:defRPr/>
            </a:lvl1pPr>
          </a:lstStyle>
          <a:p>
            <a:r>
              <a:rPr lang="en-US" dirty="0" smtClean="0"/>
              <a:t>Click to insert photo.</a:t>
            </a:r>
            <a:endParaRPr lang="en-US" dirty="0"/>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7371"/>
          <a:stretch/>
        </p:blipFill>
        <p:spPr bwMode="black">
          <a:xfrm>
            <a:off x="10425541" y="6300314"/>
            <a:ext cx="1397591" cy="561721"/>
          </a:xfrm>
          <a:prstGeom prst="rect">
            <a:avLst/>
          </a:prstGeom>
        </p:spPr>
      </p:pic>
    </p:spTree>
    <p:extLst>
      <p:ext uri="{BB962C8B-B14F-4D97-AF65-F5344CB8AC3E}">
        <p14:creationId xmlns:p14="http://schemas.microsoft.com/office/powerpoint/2010/main" val="238952312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Quote ">
    <p:spTree>
      <p:nvGrpSpPr>
        <p:cNvPr id="1" name=""/>
        <p:cNvGrpSpPr/>
        <p:nvPr/>
      </p:nvGrpSpPr>
      <p:grpSpPr>
        <a:xfrm>
          <a:off x="0" y="0"/>
          <a:ext cx="0" cy="0"/>
          <a:chOff x="0" y="0"/>
          <a:chExt cx="0" cy="0"/>
        </a:xfrm>
      </p:grpSpPr>
      <p:sp>
        <p:nvSpPr>
          <p:cNvPr id="5" name="Content Placeholder 4"/>
          <p:cNvSpPr>
            <a:spLocks noGrp="1"/>
          </p:cNvSpPr>
          <p:nvPr>
            <p:ph sz="quarter" idx="11" hasCustomPrompt="1"/>
          </p:nvPr>
        </p:nvSpPr>
        <p:spPr>
          <a:xfrm>
            <a:off x="520633" y="1390438"/>
            <a:ext cx="11150736" cy="2931337"/>
          </a:xfrm>
          <a:prstGeom prst="rect">
            <a:avLst/>
          </a:prstGeom>
        </p:spPr>
        <p:txBody>
          <a:bodyPr>
            <a:normAutofit/>
          </a:bodyPr>
          <a:lstStyle>
            <a:lvl1pPr marL="0" indent="0">
              <a:lnSpc>
                <a:spcPct val="90000"/>
              </a:lnSpc>
              <a:buNone/>
              <a:defRPr sz="6500">
                <a:gradFill>
                  <a:gsLst>
                    <a:gs pos="100000">
                      <a:schemeClr val="tx2"/>
                    </a:gs>
                    <a:gs pos="0">
                      <a:schemeClr val="tx2"/>
                    </a:gs>
                  </a:gsLst>
                  <a:lin ang="5400000" scaled="0"/>
                </a:gradFill>
                <a:latin typeface="+mj-lt"/>
              </a:defRPr>
            </a:lvl1pPr>
            <a:lvl2pPr>
              <a:defRPr sz="6500">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633" y="6552140"/>
            <a:ext cx="560613" cy="224688"/>
          </a:xfrm>
          <a:prstGeom prst="rect">
            <a:avLst/>
          </a:prstGeom>
        </p:spPr>
        <p:txBody>
          <a:bodyPr lIns="122905" tIns="61453" rIns="122905" bIns="61453" anchor="ctr"/>
          <a:lstStyle>
            <a:lvl1pPr algn="l">
              <a:defRPr sz="1600">
                <a:gradFill>
                  <a:gsLst>
                    <a:gs pos="100000">
                      <a:schemeClr val="bg2"/>
                    </a:gs>
                    <a:gs pos="0">
                      <a:schemeClr val="bg2"/>
                    </a:gs>
                  </a:gsLst>
                  <a:lin ang="5400000" scaled="0"/>
                </a:gradFill>
              </a:defRPr>
            </a:lvl1pPr>
          </a:lstStyle>
          <a:p>
            <a:pPr defTabSz="921922"/>
            <a:fld id="{727B4C2D-45E2-4621-8491-2995EB46A674}" type="slidenum">
              <a:rPr lang="en-US" smtClean="0">
                <a:gradFill>
                  <a:gsLst>
                    <a:gs pos="100000">
                      <a:srgbClr val="797A7D"/>
                    </a:gs>
                    <a:gs pos="0">
                      <a:srgbClr val="797A7D"/>
                    </a:gs>
                  </a:gsLst>
                  <a:lin ang="5400000" scaled="0"/>
                </a:gradFill>
              </a:rPr>
              <a:pPr defTabSz="921922"/>
              <a:t>‹nº›</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633" y="4446962"/>
            <a:ext cx="11150736" cy="481971"/>
          </a:xfrm>
          <a:prstGeom prst="rect">
            <a:avLst/>
          </a:prstGeom>
        </p:spPr>
        <p:txBody>
          <a:bodyPr>
            <a:normAutofit/>
          </a:bodyPr>
          <a:lstStyle>
            <a:lvl1pPr marL="0" indent="0">
              <a:lnSpc>
                <a:spcPct val="90000"/>
              </a:lnSpc>
              <a:buNone/>
              <a:defRPr sz="3600">
                <a:gradFill>
                  <a:gsLst>
                    <a:gs pos="100000">
                      <a:schemeClr val="bg2"/>
                    </a:gs>
                    <a:gs pos="0">
                      <a:schemeClr val="bg2"/>
                    </a:gs>
                  </a:gsLst>
                  <a:lin ang="5400000" scaled="0"/>
                </a:gradFill>
                <a:latin typeface="+mj-lt"/>
              </a:defRPr>
            </a:lvl1pPr>
            <a:lvl2pPr>
              <a:defRPr sz="6500">
                <a:solidFill>
                  <a:schemeClr val="tx2"/>
                </a:solidFill>
                <a:latin typeface="+mn-lt"/>
              </a:defRPr>
            </a:lvl2pPr>
          </a:lstStyle>
          <a:p>
            <a:pPr lvl="0"/>
            <a:r>
              <a:rPr lang="en-US" smtClean="0"/>
              <a:t>Click to edit Master text styles</a:t>
            </a: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38328176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userDrawn="1"/>
        </p:nvSpPr>
        <p:spPr bwMode="white">
          <a:xfrm>
            <a:off x="0" y="877692"/>
            <a:ext cx="12187238" cy="524663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098" tIns="46098" rIns="46098" bIns="46098" numCol="1" spcCol="0" rtlCol="0" fromWordArt="0" anchor="ctr" anchorCtr="0" forceAA="0" compatLnSpc="1">
            <a:prstTxWarp prst="textNoShape">
              <a:avLst/>
            </a:prstTxWarp>
            <a:noAutofit/>
          </a:bodyPr>
          <a:lstStyle/>
          <a:p>
            <a:pPr algn="ctr" defTabSz="921656" fontAlgn="base">
              <a:spcBef>
                <a:spcPct val="0"/>
              </a:spcBef>
              <a:spcAft>
                <a:spcPct val="0"/>
              </a:spcAft>
            </a:pPr>
            <a:endParaRPr lang="en-US" sz="2300" dirty="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520633" y="1390438"/>
            <a:ext cx="11150736" cy="2931337"/>
          </a:xfrm>
          <a:prstGeom prst="rect">
            <a:avLst/>
          </a:prstGeom>
        </p:spPr>
        <p:txBody>
          <a:bodyPr>
            <a:normAutofit/>
          </a:bodyPr>
          <a:lstStyle>
            <a:lvl1pPr marL="0" indent="0">
              <a:lnSpc>
                <a:spcPct val="90000"/>
              </a:lnSpc>
              <a:buNone/>
              <a:defRPr sz="6500">
                <a:gradFill>
                  <a:gsLst>
                    <a:gs pos="100000">
                      <a:schemeClr val="bg1"/>
                    </a:gs>
                    <a:gs pos="0">
                      <a:schemeClr val="bg1"/>
                    </a:gs>
                  </a:gsLst>
                  <a:lin ang="5400000" scaled="0"/>
                </a:gradFill>
                <a:latin typeface="+mj-lt"/>
              </a:defRPr>
            </a:lvl1pPr>
            <a:lvl2pPr>
              <a:defRPr sz="6500">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633" y="6552140"/>
            <a:ext cx="560613" cy="224688"/>
          </a:xfrm>
          <a:prstGeom prst="rect">
            <a:avLst/>
          </a:prstGeom>
        </p:spPr>
        <p:txBody>
          <a:bodyPr lIns="122905" tIns="61453" rIns="122905" bIns="61453" anchor="ctr"/>
          <a:lstStyle>
            <a:lvl1pPr algn="l">
              <a:defRPr sz="1600">
                <a:gradFill>
                  <a:gsLst>
                    <a:gs pos="100000">
                      <a:schemeClr val="bg2"/>
                    </a:gs>
                    <a:gs pos="0">
                      <a:schemeClr val="bg2"/>
                    </a:gs>
                  </a:gsLst>
                  <a:lin ang="5400000" scaled="0"/>
                </a:gradFill>
              </a:defRPr>
            </a:lvl1pPr>
          </a:lstStyle>
          <a:p>
            <a:pPr defTabSz="921922"/>
            <a:fld id="{727B4C2D-45E2-4621-8491-2995EB46A674}" type="slidenum">
              <a:rPr lang="en-US" smtClean="0">
                <a:gradFill>
                  <a:gsLst>
                    <a:gs pos="100000">
                      <a:srgbClr val="797A7D"/>
                    </a:gs>
                    <a:gs pos="0">
                      <a:srgbClr val="797A7D"/>
                    </a:gs>
                  </a:gsLst>
                  <a:lin ang="5400000" scaled="0"/>
                </a:gradFill>
              </a:rPr>
              <a:pPr defTabSz="921922"/>
              <a:t>‹nº›</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633" y="4446962"/>
            <a:ext cx="11150736" cy="481971"/>
          </a:xfrm>
          <a:prstGeom prst="rect">
            <a:avLst/>
          </a:prstGeom>
        </p:spPr>
        <p:txBody>
          <a:bodyPr>
            <a:normAutofit/>
          </a:bodyPr>
          <a:lstStyle>
            <a:lvl1pPr marL="0" indent="0">
              <a:lnSpc>
                <a:spcPct val="90000"/>
              </a:lnSpc>
              <a:buNone/>
              <a:defRPr sz="3600">
                <a:gradFill>
                  <a:gsLst>
                    <a:gs pos="100000">
                      <a:schemeClr val="bg1"/>
                    </a:gs>
                    <a:gs pos="0">
                      <a:schemeClr val="bg1"/>
                    </a:gs>
                  </a:gsLst>
                  <a:lin ang="5400000" scaled="0"/>
                </a:gradFill>
                <a:latin typeface="+mj-lt"/>
              </a:defRPr>
            </a:lvl1pPr>
            <a:lvl2pPr>
              <a:defRPr sz="6500">
                <a:solidFill>
                  <a:schemeClr val="tx2"/>
                </a:solidFill>
                <a:latin typeface="+mn-lt"/>
              </a:defRPr>
            </a:lvl2pPr>
          </a:lstStyle>
          <a:p>
            <a:pPr lvl="0"/>
            <a:r>
              <a:rPr lang="en-US" smtClean="0"/>
              <a:t>Click to edit Master text styles</a:t>
            </a: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36689805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Slide Number Placeholder 9"/>
          <p:cNvSpPr>
            <a:spLocks noGrp="1"/>
          </p:cNvSpPr>
          <p:nvPr>
            <p:ph type="sldNum" sz="quarter" idx="12"/>
          </p:nvPr>
        </p:nvSpPr>
        <p:spPr>
          <a:xfrm>
            <a:off x="520633" y="6552140"/>
            <a:ext cx="560613" cy="224688"/>
          </a:xfrm>
          <a:prstGeom prst="rect">
            <a:avLst/>
          </a:prstGeom>
        </p:spPr>
        <p:txBody>
          <a:bodyPr lIns="122905" tIns="61453" rIns="122905" bIns="61453" anchor="ctr"/>
          <a:lstStyle>
            <a:lvl1pPr algn="l">
              <a:defRPr sz="1600">
                <a:gradFill>
                  <a:gsLst>
                    <a:gs pos="100000">
                      <a:schemeClr val="bg2"/>
                    </a:gs>
                    <a:gs pos="0">
                      <a:schemeClr val="bg2"/>
                    </a:gs>
                  </a:gsLst>
                  <a:lin ang="5400000" scaled="0"/>
                </a:gradFill>
              </a:defRPr>
            </a:lvl1pPr>
          </a:lstStyle>
          <a:p>
            <a:pPr defTabSz="921922"/>
            <a:fld id="{727B4C2D-45E2-4621-8491-2995EB46A674}" type="slidenum">
              <a:rPr lang="en-US" smtClean="0">
                <a:gradFill>
                  <a:gsLst>
                    <a:gs pos="100000">
                      <a:srgbClr val="797A7D"/>
                    </a:gs>
                    <a:gs pos="0">
                      <a:srgbClr val="797A7D"/>
                    </a:gs>
                  </a:gsLst>
                  <a:lin ang="5400000" scaled="0"/>
                </a:gradFill>
              </a:rPr>
              <a:pPr defTabSz="921922"/>
              <a:t>‹nº›</a:t>
            </a:fld>
            <a:endParaRPr lang="en-US" dirty="0">
              <a:gradFill>
                <a:gsLst>
                  <a:gs pos="100000">
                    <a:srgbClr val="797A7D"/>
                  </a:gs>
                  <a:gs pos="0">
                    <a:srgbClr val="797A7D"/>
                  </a:gs>
                </a:gsLst>
                <a:lin ang="5400000" scaled="0"/>
              </a:gradFill>
            </a:endParaRP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48852852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505558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250">
                      <a:schemeClr val="tx2"/>
                    </a:gs>
                    <a:gs pos="100000">
                      <a:schemeClr val="tx2"/>
                    </a:gs>
                  </a:gsLst>
                  <a:lin ang="5400000" scaled="0"/>
                </a:gradFill>
              </a:defRPr>
            </a:lvl1pPr>
          </a:lstStyle>
          <a:p>
            <a:r>
              <a:rPr lang="en-US" dirty="0" smtClean="0"/>
              <a:t>Slide for Developer Code</a:t>
            </a:r>
            <a:endParaRPr lang="en-US" dirty="0"/>
          </a:p>
        </p:txBody>
      </p:sp>
      <p:sp>
        <p:nvSpPr>
          <p:cNvPr id="3" name="Rectangle 2"/>
          <p:cNvSpPr/>
          <p:nvPr userDrawn="1"/>
        </p:nvSpPr>
        <p:spPr bwMode="hidden">
          <a:xfrm>
            <a:off x="0" y="1183503"/>
            <a:ext cx="12187238" cy="58380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098" tIns="46098" rIns="46098" bIns="46098" numCol="1" spcCol="0" rtlCol="0" fromWordArt="0" anchor="ctr" anchorCtr="0" forceAA="0" compatLnSpc="1">
            <a:prstTxWarp prst="textNoShape">
              <a:avLst/>
            </a:prstTxWarp>
            <a:noAutofit/>
          </a:bodyPr>
          <a:lstStyle/>
          <a:p>
            <a:pPr algn="ctr" defTabSz="921656" fontAlgn="base">
              <a:spcBef>
                <a:spcPct val="0"/>
              </a:spcBef>
              <a:spcAft>
                <a:spcPct val="0"/>
              </a:spcAft>
            </a:pPr>
            <a:endParaRPr lang="en-US" sz="19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18251" y="1482323"/>
            <a:ext cx="11150736" cy="2035642"/>
          </a:xfrm>
        </p:spPr>
        <p:txBody>
          <a:bodyPr/>
          <a:lstStyle>
            <a:lvl1pPr marL="0" indent="0">
              <a:lnSpc>
                <a:spcPct val="95000"/>
              </a:lnSpc>
              <a:buNone/>
              <a:defRPr sz="3200">
                <a:gradFill>
                  <a:gsLst>
                    <a:gs pos="1250">
                      <a:srgbClr val="000000"/>
                    </a:gs>
                    <a:gs pos="100000">
                      <a:srgbClr val="000000"/>
                    </a:gs>
                  </a:gsLst>
                  <a:lin ang="5400000" scaled="0"/>
                </a:gradFill>
                <a:latin typeface="Consolas" pitchFamily="49" charset="0"/>
                <a:cs typeface="Consolas" pitchFamily="49" charset="0"/>
              </a:defRPr>
            </a:lvl1pPr>
            <a:lvl2pPr marL="342534"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77824"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805114"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3880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0697987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633" y="234053"/>
            <a:ext cx="11150736" cy="680648"/>
          </a:xfrm>
        </p:spPr>
        <p:txBody>
          <a:bodyPr/>
          <a:lstStyle>
            <a:lvl1pPr>
              <a:defRPr sz="4800"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6" name="Text Placeholder 5"/>
          <p:cNvSpPr>
            <a:spLocks noGrp="1"/>
          </p:cNvSpPr>
          <p:nvPr>
            <p:ph type="body" sz="quarter" idx="10" hasCustomPrompt="1"/>
          </p:nvPr>
        </p:nvSpPr>
        <p:spPr bwMode="white">
          <a:xfrm>
            <a:off x="519045" y="1482319"/>
            <a:ext cx="11147562" cy="2092362"/>
          </a:xfrm>
          <a:prstGeom prst="rect">
            <a:avLst/>
          </a:prstGeom>
        </p:spPr>
        <p:txBody>
          <a:bodyPr/>
          <a:lstStyle>
            <a:lvl1pPr marL="345735" indent="-345735">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33847" indent="-288112">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21959" indent="-288112">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52447" indent="-230491">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82937" indent="-230491">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5" y="6387630"/>
            <a:ext cx="12187239" cy="633887"/>
          </a:xfrm>
          <a:prstGeom prst="rect">
            <a:avLst/>
          </a:prstGeom>
          <a:solidFill>
            <a:srgbClr val="FFFF99"/>
          </a:solidFill>
        </p:spPr>
        <p:txBody>
          <a:bodyPr wrap="square" lIns="153653" tIns="76823" rIns="153653" bIns="76823" anchor="b" anchorCtr="0">
            <a:noAutofit/>
          </a:bodyPr>
          <a:lstStyle>
            <a:lvl1pPr algn="r">
              <a:buFont typeface="Arial" pitchFamily="34" charset="0"/>
              <a:buNone/>
              <a:defRPr sz="36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Tree>
    <p:extLst>
      <p:ext uri="{BB962C8B-B14F-4D97-AF65-F5344CB8AC3E}">
        <p14:creationId xmlns:p14="http://schemas.microsoft.com/office/powerpoint/2010/main" val="1676996214"/>
      </p:ext>
    </p:extLst>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pic>
        <p:nvPicPr>
          <p:cNvPr id="1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474" t="2554" b="36337"/>
          <a:stretch/>
        </p:blipFill>
        <p:spPr bwMode="auto">
          <a:xfrm>
            <a:off x="-1587" y="8"/>
            <a:ext cx="7542818" cy="7022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760314" y="575294"/>
            <a:ext cx="10742801" cy="623928"/>
          </a:xfrm>
        </p:spPr>
        <p:txBody>
          <a:bodyPr anchor="b" anchorCtr="0">
            <a:noAutofit/>
          </a:bodyPr>
          <a:lstStyle>
            <a:lvl1pPr>
              <a:defRPr sz="4000">
                <a:gradFill flip="none" rotWithShape="1">
                  <a:gsLst>
                    <a:gs pos="37000">
                      <a:schemeClr val="bg2"/>
                    </a:gs>
                    <a:gs pos="99000">
                      <a:schemeClr val="bg2"/>
                    </a:gs>
                  </a:gsLst>
                  <a:lin ang="5400000" scaled="0"/>
                  <a:tileRect/>
                </a:gradFill>
              </a:defRPr>
            </a:lvl1pPr>
          </a:lstStyle>
          <a:p>
            <a:r>
              <a:rPr lang="en-US" smtClean="0"/>
              <a:t>Click to edit Master title style</a:t>
            </a:r>
            <a:endParaRPr lang="en-US" dirty="0"/>
          </a:p>
        </p:txBody>
      </p:sp>
      <p:sp>
        <p:nvSpPr>
          <p:cNvPr id="8" name="Rectangle 7"/>
          <p:cNvSpPr/>
          <p:nvPr/>
        </p:nvSpPr>
        <p:spPr bwMode="gray">
          <a:xfrm flipV="1">
            <a:off x="607942" y="6631439"/>
            <a:ext cx="10971370" cy="46809"/>
          </a:xfrm>
          <a:prstGeom prst="rect">
            <a:avLst/>
          </a:prstGeom>
          <a:solidFill>
            <a:srgbClr val="FFA502"/>
          </a:solidFill>
          <a:ln>
            <a:noFill/>
          </a:ln>
        </p:spPr>
        <p:style>
          <a:lnRef idx="2">
            <a:schemeClr val="accent1">
              <a:shade val="50000"/>
            </a:schemeClr>
          </a:lnRef>
          <a:fillRef idx="1">
            <a:schemeClr val="accent1"/>
          </a:fillRef>
          <a:effectRef idx="0">
            <a:schemeClr val="accent1"/>
          </a:effectRef>
          <a:fontRef idx="minor">
            <a:schemeClr val="lt1"/>
          </a:fontRef>
        </p:style>
        <p:txBody>
          <a:bodyPr lIns="92195" tIns="46098" rIns="92195" bIns="46098" rtlCol="0" anchor="ctr"/>
          <a:lstStyle/>
          <a:p>
            <a:pPr algn="ctr" defTabSz="921922"/>
            <a:endParaRPr lang="en-US" sz="1900" dirty="0">
              <a:solidFill>
                <a:srgbClr val="FFFFFF"/>
              </a:solidFill>
            </a:endParaRPr>
          </a:p>
        </p:txBody>
      </p:sp>
      <p:sp>
        <p:nvSpPr>
          <p:cNvPr id="7" name="Rectangle 6"/>
          <p:cNvSpPr/>
          <p:nvPr/>
        </p:nvSpPr>
        <p:spPr bwMode="gray">
          <a:xfrm>
            <a:off x="7" y="1246057"/>
            <a:ext cx="11579304" cy="46809"/>
          </a:xfrm>
          <a:prstGeom prst="rect">
            <a:avLst/>
          </a:prstGeom>
          <a:solidFill>
            <a:srgbClr val="FFA502"/>
          </a:solidFill>
          <a:ln>
            <a:noFill/>
          </a:ln>
        </p:spPr>
        <p:style>
          <a:lnRef idx="2">
            <a:schemeClr val="accent1">
              <a:shade val="50000"/>
            </a:schemeClr>
          </a:lnRef>
          <a:fillRef idx="1">
            <a:schemeClr val="accent1"/>
          </a:fillRef>
          <a:effectRef idx="0">
            <a:schemeClr val="accent1"/>
          </a:effectRef>
          <a:fontRef idx="minor">
            <a:schemeClr val="lt1"/>
          </a:fontRef>
        </p:style>
        <p:txBody>
          <a:bodyPr lIns="92195" tIns="46098" rIns="92195" bIns="46098" rtlCol="0" anchor="ctr"/>
          <a:lstStyle/>
          <a:p>
            <a:pPr algn="ctr" defTabSz="921922"/>
            <a:endParaRPr lang="en-US" sz="1900" dirty="0">
              <a:solidFill>
                <a:srgbClr val="FFFFFF"/>
              </a:solidFill>
            </a:endParaRPr>
          </a:p>
        </p:txBody>
      </p:sp>
      <p:sp>
        <p:nvSpPr>
          <p:cNvPr id="9" name="Text Placeholder 4"/>
          <p:cNvSpPr>
            <a:spLocks noGrp="1"/>
          </p:cNvSpPr>
          <p:nvPr>
            <p:ph type="body" sz="quarter" idx="10"/>
          </p:nvPr>
        </p:nvSpPr>
        <p:spPr>
          <a:xfrm>
            <a:off x="760315" y="1560344"/>
            <a:ext cx="10742802" cy="1818212"/>
          </a:xfrm>
        </p:spPr>
        <p:txBody>
          <a:bodyPr/>
          <a:lstStyle>
            <a:lvl1pPr marL="409764" indent="-409764">
              <a:defRPr sz="2800">
                <a:gradFill>
                  <a:gsLst>
                    <a:gs pos="0">
                      <a:schemeClr val="tx1"/>
                    </a:gs>
                    <a:gs pos="86000">
                      <a:schemeClr val="tx1"/>
                    </a:gs>
                  </a:gsLst>
                  <a:lin ang="5400000" scaled="0"/>
                </a:gradFill>
                <a:latin typeface="+mn-lt"/>
              </a:defRPr>
            </a:lvl1pPr>
            <a:lvl2pPr>
              <a:defRPr sz="2400">
                <a:gradFill>
                  <a:gsLst>
                    <a:gs pos="0">
                      <a:schemeClr val="tx1"/>
                    </a:gs>
                    <a:gs pos="86000">
                      <a:schemeClr val="tx1"/>
                    </a:gs>
                  </a:gsLst>
                  <a:lin ang="5400000" scaled="0"/>
                </a:gradFill>
                <a:latin typeface="+mn-lt"/>
              </a:defRPr>
            </a:lvl2pPr>
            <a:lvl3pPr marL="1214871" indent="-352136">
              <a:defRPr sz="2000">
                <a:gradFill>
                  <a:gsLst>
                    <a:gs pos="0">
                      <a:schemeClr val="tx1"/>
                    </a:gs>
                    <a:gs pos="86000">
                      <a:schemeClr val="tx1"/>
                    </a:gs>
                  </a:gsLst>
                  <a:lin ang="5400000" scaled="0"/>
                </a:gradFill>
                <a:latin typeface="+mn-lt"/>
              </a:defRPr>
            </a:lvl3pPr>
            <a:lvl4pPr marL="1551005" indent="-281708">
              <a:defRPr sz="1900">
                <a:gradFill>
                  <a:gsLst>
                    <a:gs pos="0">
                      <a:schemeClr val="tx1"/>
                    </a:gs>
                    <a:gs pos="86000">
                      <a:schemeClr val="tx1"/>
                    </a:gs>
                  </a:gsLst>
                  <a:lin ang="5400000" scaled="0"/>
                </a:gradFill>
                <a:latin typeface="+mn-lt"/>
              </a:defRPr>
            </a:lvl4pPr>
            <a:lvl5pPr marL="1903141" indent="-284911">
              <a:defRPr sz="1900">
                <a:gradFill>
                  <a:gsLst>
                    <a:gs pos="0">
                      <a:schemeClr val="tx1"/>
                    </a:gs>
                    <a:gs pos="86000">
                      <a:schemeClr val="tx1"/>
                    </a:gs>
                  </a:gsLst>
                  <a:lin ang="5400000" scaled="0"/>
                </a:gradFill>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11"/>
          <p:cNvSpPr>
            <a:spLocks noGrp="1"/>
          </p:cNvSpPr>
          <p:nvPr>
            <p:ph type="ftr" sz="quarter" idx="3"/>
          </p:nvPr>
        </p:nvSpPr>
        <p:spPr>
          <a:xfrm>
            <a:off x="2742132" y="6631436"/>
            <a:ext cx="7225287" cy="373831"/>
          </a:xfrm>
          <a:prstGeom prst="rect">
            <a:avLst/>
          </a:prstGeom>
        </p:spPr>
        <p:txBody>
          <a:bodyPr lIns="92195" tIns="46098" rIns="92195" bIns="46098" rtlCol="0"/>
          <a:lstStyle/>
          <a:p>
            <a:pPr algn="ctr" defTabSz="921922"/>
            <a:r>
              <a:rPr lang="en-US" sz="1900" smtClean="0">
                <a:solidFill>
                  <a:srgbClr val="000000"/>
                </a:solidFill>
              </a:rPr>
              <a:t>Microsoft NDA</a:t>
            </a:r>
            <a:endParaRPr lang="en-US" sz="1900" dirty="0">
              <a:solidFill>
                <a:srgbClr val="000000"/>
              </a:solidFill>
            </a:endParaRPr>
          </a:p>
        </p:txBody>
      </p:sp>
    </p:spTree>
    <p:extLst>
      <p:ext uri="{BB962C8B-B14F-4D97-AF65-F5344CB8AC3E}">
        <p14:creationId xmlns:p14="http://schemas.microsoft.com/office/powerpoint/2010/main" val="1719364201"/>
      </p:ext>
    </p:extLst>
  </p:cSld>
  <p:clrMapOvr>
    <a:masterClrMapping/>
  </p:clrMapOvr>
  <p:transition spd="slow">
    <p:wipe dir="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045" y="234055"/>
            <a:ext cx="11147562" cy="682275"/>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519045" y="1482323"/>
            <a:ext cx="11147562" cy="968978"/>
          </a:xfrm>
        </p:spPr>
        <p:txBody>
          <a:bodyPr/>
          <a:lstStyle>
            <a:lvl1pPr marL="0" indent="0">
              <a:spcBef>
                <a:spcPts val="0"/>
              </a:spcBef>
              <a:spcAft>
                <a:spcPts val="907"/>
              </a:spcAft>
              <a:buNone/>
              <a:defRPr sz="4000" spc="-101" baseline="0">
                <a:latin typeface="Segoe UI Light" pitchFamily="34" charset="0"/>
              </a:defRPr>
            </a:lvl1pPr>
            <a:lvl2pPr marL="0" indent="0">
              <a:spcBef>
                <a:spcPts val="0"/>
              </a:spcBef>
              <a:spcAft>
                <a:spcPts val="403"/>
              </a:spcAft>
              <a:buNone/>
              <a:defRPr sz="2000" spc="-51" baseline="0"/>
            </a:lvl2pPr>
            <a:lvl3pPr marL="0" indent="0">
              <a:spcBef>
                <a:spcPts val="0"/>
              </a:spcBef>
              <a:spcAft>
                <a:spcPts val="403"/>
              </a:spcAft>
              <a:buNone/>
              <a:defRPr sz="2000"/>
            </a:lvl3pPr>
            <a:lvl4pPr marL="0" indent="0">
              <a:spcBef>
                <a:spcPts val="0"/>
              </a:spcBef>
              <a:spcAft>
                <a:spcPts val="403"/>
              </a:spcAft>
              <a:buNone/>
              <a:defRPr/>
            </a:lvl4pPr>
            <a:lvl5pPr marL="0" indent="0">
              <a:spcBef>
                <a:spcPts val="0"/>
              </a:spcBef>
              <a:spcAft>
                <a:spcPts val="403"/>
              </a:spcAft>
              <a:buNone/>
              <a:defRPr/>
            </a:lvl5pPr>
          </a:lstStyle>
          <a:p>
            <a:pPr lvl="0"/>
            <a:r>
              <a:rPr lang="en-US" smtClean="0"/>
              <a:t>Click to edit Master text styles</a:t>
            </a:r>
          </a:p>
          <a:p>
            <a:pPr lvl="1"/>
            <a:r>
              <a:rPr lang="en-US" smtClean="0"/>
              <a:t>Second level</a:t>
            </a:r>
          </a:p>
        </p:txBody>
      </p:sp>
      <p:sp>
        <p:nvSpPr>
          <p:cNvPr id="3" name="Date Placeholder 2"/>
          <p:cNvSpPr>
            <a:spLocks noGrp="1"/>
          </p:cNvSpPr>
          <p:nvPr>
            <p:ph type="dt" sz="half" idx="11"/>
          </p:nvPr>
        </p:nvSpPr>
        <p:spPr>
          <a:xfrm>
            <a:off x="609531" y="6507907"/>
            <a:ext cx="2842843" cy="373831"/>
          </a:xfrm>
          <a:prstGeom prst="rect">
            <a:avLst/>
          </a:prstGeom>
        </p:spPr>
        <p:txBody>
          <a:bodyPr lIns="92195" tIns="46098" rIns="92195" bIns="46098"/>
          <a:lstStyle/>
          <a:p>
            <a:pPr defTabSz="921922"/>
            <a:fld id="{5C02A0D0-DDC2-40CA-9C92-069C6962C08D}" type="datetimeFigureOut">
              <a:rPr lang="en-US" sz="1900" smtClean="0">
                <a:solidFill>
                  <a:srgbClr val="000000"/>
                </a:solidFill>
              </a:rPr>
              <a:pPr defTabSz="921922"/>
              <a:t>5/18/2015</a:t>
            </a:fld>
            <a:endParaRPr lang="en-US" sz="1900">
              <a:solidFill>
                <a:srgbClr val="000000"/>
              </a:solidFill>
            </a:endParaRPr>
          </a:p>
        </p:txBody>
      </p:sp>
      <p:sp>
        <p:nvSpPr>
          <p:cNvPr id="4" name="Footer Placeholder 3"/>
          <p:cNvSpPr>
            <a:spLocks noGrp="1"/>
          </p:cNvSpPr>
          <p:nvPr>
            <p:ph type="ftr" sz="quarter" idx="12"/>
          </p:nvPr>
        </p:nvSpPr>
        <p:spPr>
          <a:xfrm>
            <a:off x="4163474" y="6507907"/>
            <a:ext cx="3860297" cy="373831"/>
          </a:xfrm>
          <a:prstGeom prst="rect">
            <a:avLst/>
          </a:prstGeom>
        </p:spPr>
        <p:txBody>
          <a:bodyPr lIns="92195" tIns="46098" rIns="92195" bIns="46098"/>
          <a:lstStyle/>
          <a:p>
            <a:pPr defTabSz="921922"/>
            <a:r>
              <a:rPr lang="en-US" sz="1900" smtClean="0">
                <a:solidFill>
                  <a:srgbClr val="000000"/>
                </a:solidFill>
              </a:rPr>
              <a:t>Microsoft Confidential</a:t>
            </a:r>
            <a:endParaRPr lang="en-US" sz="1900" dirty="0">
              <a:solidFill>
                <a:srgbClr val="000000"/>
              </a:solidFill>
            </a:endParaRPr>
          </a:p>
        </p:txBody>
      </p:sp>
      <p:sp>
        <p:nvSpPr>
          <p:cNvPr id="6" name="Slide Number Placeholder 5"/>
          <p:cNvSpPr>
            <a:spLocks noGrp="1"/>
          </p:cNvSpPr>
          <p:nvPr>
            <p:ph type="sldNum" sz="quarter" idx="13"/>
          </p:nvPr>
        </p:nvSpPr>
        <p:spPr>
          <a:xfrm>
            <a:off x="8734879" y="6507907"/>
            <a:ext cx="2842841" cy="373831"/>
          </a:xfrm>
          <a:prstGeom prst="rect">
            <a:avLst/>
          </a:prstGeom>
        </p:spPr>
        <p:txBody>
          <a:bodyPr lIns="92195" tIns="46098" rIns="92195" bIns="46098"/>
          <a:lstStyle/>
          <a:p>
            <a:pPr defTabSz="921922"/>
            <a:fld id="{AB59FAF8-F41E-4EA8-B6CC-D9AAD7B0B0A2}" type="slidenum">
              <a:rPr lang="en-US" sz="1900" smtClean="0">
                <a:solidFill>
                  <a:srgbClr val="000000"/>
                </a:solidFill>
              </a:rPr>
              <a:pPr defTabSz="921922"/>
              <a:t>‹nº›</a:t>
            </a:fld>
            <a:endParaRPr lang="en-US" sz="1900">
              <a:solidFill>
                <a:srgbClr val="000000"/>
              </a:solidFill>
            </a:endParaRPr>
          </a:p>
        </p:txBody>
      </p:sp>
    </p:spTree>
    <p:extLst>
      <p:ext uri="{BB962C8B-B14F-4D97-AF65-F5344CB8AC3E}">
        <p14:creationId xmlns:p14="http://schemas.microsoft.com/office/powerpoint/2010/main" val="1553511576"/>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045" y="234057"/>
            <a:ext cx="11147562" cy="623928"/>
          </a:xfrm>
        </p:spPr>
        <p:txBody>
          <a:bodyPr/>
          <a:lstStyle>
            <a:lvl1pPr>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045" y="1482326"/>
            <a:ext cx="11147562" cy="20206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64926665"/>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567" y="2159840"/>
            <a:ext cx="10236454" cy="1020972"/>
          </a:xfrm>
        </p:spPr>
        <p:txBody>
          <a:bodyPr anchor="b" anchorCtr="0"/>
          <a:lstStyle>
            <a:lvl1pPr>
              <a:defRPr sz="7300" spc="-152" baseline="0">
                <a:gradFill>
                  <a:gsLst>
                    <a:gs pos="1250">
                      <a:schemeClr val="bg1"/>
                    </a:gs>
                    <a:gs pos="100000">
                      <a:schemeClr val="bg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567" y="3507512"/>
            <a:ext cx="10236454" cy="510487"/>
          </a:xfrm>
        </p:spPr>
        <p:txBody>
          <a:bodyPr>
            <a:noAutofit/>
          </a:bodyPr>
          <a:lstStyle>
            <a:lvl1pPr marL="0" indent="0">
              <a:spcBef>
                <a:spcPts val="0"/>
              </a:spcBef>
              <a:buNone/>
              <a:defRPr spc="-71" baseline="0">
                <a:gradFill>
                  <a:gsLst>
                    <a:gs pos="0">
                      <a:schemeClr val="bg1"/>
                    </a:gs>
                    <a:gs pos="100000">
                      <a:schemeClr val="bg1"/>
                    </a:gs>
                  </a:gsLst>
                  <a:lin ang="5400000" scaled="0"/>
                </a:gradFill>
                <a:latin typeface="+mj-lt"/>
              </a:defRPr>
            </a:lvl1pPr>
          </a:lstStyle>
          <a:p>
            <a:pPr lvl="0"/>
            <a:r>
              <a:rPr lang="en-US" dirty="0" smtClean="0"/>
              <a:t>Speaker Title</a:t>
            </a:r>
            <a:endParaRPr lang="en-US" dirty="0"/>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163"/>
          <a:stretch/>
        </p:blipFill>
        <p:spPr bwMode="black">
          <a:xfrm>
            <a:off x="8048247" y="5089560"/>
            <a:ext cx="3623120" cy="1432389"/>
          </a:xfrm>
          <a:prstGeom prst="rect">
            <a:avLst/>
          </a:prstGeom>
        </p:spPr>
      </p:pic>
    </p:spTree>
    <p:extLst>
      <p:ext uri="{BB962C8B-B14F-4D97-AF65-F5344CB8AC3E}">
        <p14:creationId xmlns:p14="http://schemas.microsoft.com/office/powerpoint/2010/main" val="7545552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045" y="2886835"/>
            <a:ext cx="11147562" cy="1247854"/>
          </a:xfrm>
        </p:spPr>
        <p:txBody>
          <a:bodyPr anchor="b" anchorCtr="0"/>
          <a:lstStyle>
            <a:lvl1pPr>
              <a:defRPr sz="8900" spc="-302" baseline="0">
                <a:gradFill>
                  <a:gsLst>
                    <a:gs pos="100000">
                      <a:schemeClr val="bg1"/>
                    </a:gs>
                    <a:gs pos="0">
                      <a:schemeClr val="bg1"/>
                    </a:gs>
                  </a:gsLst>
                  <a:lin ang="5400000" scaled="0"/>
                </a:gradFill>
              </a:defRPr>
            </a:lvl1pPr>
          </a:lstStyle>
          <a:p>
            <a:r>
              <a:rPr lang="en-US" dirty="0" smtClean="0"/>
              <a:t>Click to edit title style</a:t>
            </a:r>
            <a:endParaRPr lang="en-US" dirty="0"/>
          </a:p>
        </p:txBody>
      </p:sp>
    </p:spTree>
    <p:extLst>
      <p:ext uri="{BB962C8B-B14F-4D97-AF65-F5344CB8AC3E}">
        <p14:creationId xmlns:p14="http://schemas.microsoft.com/office/powerpoint/2010/main" val="2893209987"/>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emo, Video etc. &quot;special&quot; slide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3015" y="4446966"/>
            <a:ext cx="10236454" cy="472673"/>
          </a:xfrm>
        </p:spPr>
        <p:txBody>
          <a:bodyPr>
            <a:noAutofit/>
          </a:bodyPr>
          <a:lstStyle>
            <a:lvl1pPr marL="0" indent="0" algn="l">
              <a:lnSpc>
                <a:spcPct val="90000"/>
              </a:lnSpc>
              <a:spcBef>
                <a:spcPts val="0"/>
              </a:spcBef>
              <a:buNone/>
              <a:defRPr lang="en-US" sz="3600" kern="1200" spc="-71" baseline="0" dirty="0">
                <a:gradFill>
                  <a:gsLst>
                    <a:gs pos="2083">
                      <a:schemeClr val="bg2"/>
                    </a:gs>
                    <a:gs pos="99000">
                      <a:schemeClr val="bg2"/>
                    </a:gs>
                  </a:gsLst>
                  <a:lin ang="5400000" scaled="0"/>
                </a:gradFill>
                <a:latin typeface="+mj-lt"/>
                <a:ea typeface="+mn-ea"/>
                <a:cs typeface="+mn-cs"/>
              </a:defRPr>
            </a:lvl1pPr>
            <a:lvl2pPr marL="460980" indent="0" algn="ctr">
              <a:buNone/>
              <a:defRPr>
                <a:solidFill>
                  <a:schemeClr val="tx1">
                    <a:tint val="75000"/>
                  </a:schemeClr>
                </a:solidFill>
              </a:defRPr>
            </a:lvl2pPr>
            <a:lvl3pPr marL="921960" indent="0" algn="ctr">
              <a:buNone/>
              <a:defRPr>
                <a:solidFill>
                  <a:schemeClr val="tx1">
                    <a:tint val="75000"/>
                  </a:schemeClr>
                </a:solidFill>
              </a:defRPr>
            </a:lvl3pPr>
            <a:lvl4pPr marL="1382940" indent="0" algn="ctr">
              <a:buNone/>
              <a:defRPr>
                <a:solidFill>
                  <a:schemeClr val="tx1">
                    <a:tint val="75000"/>
                  </a:schemeClr>
                </a:solidFill>
              </a:defRPr>
            </a:lvl4pPr>
            <a:lvl5pPr marL="1843921" indent="0" algn="ctr">
              <a:buNone/>
              <a:defRPr>
                <a:solidFill>
                  <a:schemeClr val="tx1">
                    <a:tint val="75000"/>
                  </a:schemeClr>
                </a:solidFill>
              </a:defRPr>
            </a:lvl5pPr>
            <a:lvl6pPr marL="2304899" indent="0" algn="ctr">
              <a:buNone/>
              <a:defRPr>
                <a:solidFill>
                  <a:schemeClr val="tx1">
                    <a:tint val="75000"/>
                  </a:schemeClr>
                </a:solidFill>
              </a:defRPr>
            </a:lvl6pPr>
            <a:lvl7pPr marL="2765881" indent="0" algn="ctr">
              <a:buNone/>
              <a:defRPr>
                <a:solidFill>
                  <a:schemeClr val="tx1">
                    <a:tint val="75000"/>
                  </a:schemeClr>
                </a:solidFill>
              </a:defRPr>
            </a:lvl7pPr>
            <a:lvl8pPr marL="3226861" indent="0" algn="ctr">
              <a:buNone/>
              <a:defRPr>
                <a:solidFill>
                  <a:schemeClr val="tx1">
                    <a:tint val="75000"/>
                  </a:schemeClr>
                </a:solidFill>
              </a:defRPr>
            </a:lvl8pPr>
            <a:lvl9pPr marL="3687841" indent="0" algn="ctr">
              <a:buNone/>
              <a:defRPr>
                <a:solidFill>
                  <a:schemeClr val="tx1">
                    <a:tint val="75000"/>
                  </a:schemeClr>
                </a:solidFill>
              </a:defRPr>
            </a:lvl9pPr>
          </a:lstStyle>
          <a:p>
            <a:pPr marL="0" marR="0" lvl="0" indent="0" algn="l" defTabSz="921960" rtl="0" eaLnBrk="1" fontAlgn="auto" latinLnBrk="0" hangingPunct="1">
              <a:lnSpc>
                <a:spcPct val="90000"/>
              </a:lnSpc>
              <a:spcBef>
                <a:spcPts val="0"/>
              </a:spcBef>
              <a:spcAft>
                <a:spcPts val="0"/>
              </a:spcAft>
              <a:buClrTx/>
              <a:buSzPct val="90000"/>
              <a:buFont typeface="Arial" pitchFamily="34" charset="0"/>
              <a:buNone/>
              <a:tabLst/>
            </a:pPr>
            <a:r>
              <a:rPr lang="en-US" smtClean="0"/>
              <a:t>Click to edit Master subtitle style</a:t>
            </a:r>
            <a:endParaRPr lang="en-US" dirty="0"/>
          </a:p>
        </p:txBody>
      </p:sp>
      <p:sp>
        <p:nvSpPr>
          <p:cNvPr id="7" name="Text Placeholder 6"/>
          <p:cNvSpPr>
            <a:spLocks noGrp="1"/>
          </p:cNvSpPr>
          <p:nvPr>
            <p:ph type="body" sz="quarter" idx="10" hasCustomPrompt="1"/>
          </p:nvPr>
        </p:nvSpPr>
        <p:spPr>
          <a:xfrm>
            <a:off x="973013" y="2805000"/>
            <a:ext cx="10244390" cy="1411515"/>
          </a:xfrm>
        </p:spPr>
        <p:txBody>
          <a:bodyPr anchor="ctr" anchorCtr="0">
            <a:noAutofit/>
            <a:scene3d>
              <a:camera prst="orthographicFront"/>
              <a:lightRig rig="flat" dir="t"/>
            </a:scene3d>
            <a:sp3d>
              <a:contourClr>
                <a:schemeClr val="tx2"/>
              </a:contourClr>
            </a:sp3d>
          </a:bodyPr>
          <a:lstStyle>
            <a:lvl1pPr marL="0" indent="0" algn="l">
              <a:spcBef>
                <a:spcPts val="0"/>
              </a:spcBef>
              <a:buFont typeface="Arial" pitchFamily="34" charset="0"/>
              <a:buNone/>
              <a:defRPr lang="en-US" sz="9700" b="0" kern="1200" cap="none" spc="-403" baseline="0" dirty="0" smtClean="0">
                <a:ln w="3175">
                  <a:noFill/>
                </a:ln>
                <a:gradFill>
                  <a:gsLst>
                    <a:gs pos="100000">
                      <a:schemeClr val="tx2"/>
                    </a:gs>
                    <a:gs pos="0">
                      <a:schemeClr val="tx2"/>
                    </a:gs>
                  </a:gsLst>
                  <a:lin ang="5400000" scaled="0"/>
                </a:gradFill>
                <a:effectLst/>
                <a:latin typeface="+mj-lt"/>
                <a:ea typeface="+mn-ea"/>
                <a:cs typeface="Arial" charset="0"/>
              </a:defRPr>
            </a:lvl1pPr>
          </a:lstStyle>
          <a:p>
            <a:pPr lvl="0"/>
            <a:r>
              <a:rPr lang="en-US" dirty="0" smtClean="0"/>
              <a:t>click to…</a:t>
            </a:r>
          </a:p>
        </p:txBody>
      </p:sp>
      <p:sp>
        <p:nvSpPr>
          <p:cNvPr id="5" name="Text Placeholder 4"/>
          <p:cNvSpPr>
            <a:spLocks noGrp="1"/>
          </p:cNvSpPr>
          <p:nvPr>
            <p:ph type="body" sz="quarter" idx="11"/>
          </p:nvPr>
        </p:nvSpPr>
        <p:spPr>
          <a:xfrm>
            <a:off x="973015" y="1482320"/>
            <a:ext cx="10236454" cy="935890"/>
          </a:xfrm>
        </p:spPr>
        <p:txBody>
          <a:bodyPr wrap="square" anchor="b">
            <a:noAutofit/>
          </a:bodyPr>
          <a:lstStyle>
            <a:lvl1pPr marL="0" indent="0">
              <a:buNone/>
              <a:defRPr sz="6700" spc="-152"/>
            </a:lvl1pPr>
          </a:lstStyle>
          <a:p>
            <a:pPr lvl="0"/>
            <a:r>
              <a:rPr lang="en-US" smtClean="0"/>
              <a:t>Click to edit Master text styles</a:t>
            </a:r>
          </a:p>
        </p:txBody>
      </p:sp>
    </p:spTree>
    <p:extLst>
      <p:ext uri="{BB962C8B-B14F-4D97-AF65-F5344CB8AC3E}">
        <p14:creationId xmlns:p14="http://schemas.microsoft.com/office/powerpoint/2010/main" val="67742680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Content, 2-color,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045" y="1482323"/>
            <a:ext cx="11147562" cy="2023038"/>
          </a:xfrm>
          <a:prstGeom prst="rect">
            <a:avLst/>
          </a:prstGeom>
        </p:spPr>
        <p:txBody>
          <a:bodyPr/>
          <a:lstStyle>
            <a:lvl1pPr marL="0" indent="0">
              <a:spcBef>
                <a:spcPts val="2420"/>
              </a:spcBef>
              <a:buNone/>
              <a:defRPr sz="4000">
                <a:gradFill>
                  <a:gsLst>
                    <a:gs pos="100000">
                      <a:schemeClr val="tx2"/>
                    </a:gs>
                    <a:gs pos="0">
                      <a:schemeClr val="tx2"/>
                    </a:gs>
                  </a:gsLst>
                  <a:lin ang="5400000" scaled="0"/>
                </a:gradFill>
                <a:latin typeface="+mj-lt"/>
              </a:defRPr>
            </a:lvl1pPr>
            <a:lvl2pPr marL="0" indent="0">
              <a:buNone/>
              <a:defRPr sz="2000">
                <a:gradFill>
                  <a:gsLst>
                    <a:gs pos="100000">
                      <a:schemeClr val="bg2"/>
                    </a:gs>
                    <a:gs pos="6000">
                      <a:schemeClr val="bg2"/>
                    </a:gs>
                  </a:gsLst>
                  <a:lin ang="5400000" scaled="0"/>
                </a:gradFill>
              </a:defRPr>
            </a:lvl2pPr>
            <a:lvl3pPr marL="233700" indent="0">
              <a:buNone/>
              <a:defRPr sz="2000">
                <a:gradFill>
                  <a:gsLst>
                    <a:gs pos="100000">
                      <a:schemeClr val="bg2"/>
                    </a:gs>
                    <a:gs pos="6000">
                      <a:schemeClr val="bg2"/>
                    </a:gs>
                  </a:gsLst>
                  <a:lin ang="5400000" scaled="0"/>
                </a:gradFill>
              </a:defRPr>
            </a:lvl3pPr>
            <a:lvl4pPr marL="460996" indent="0">
              <a:buNone/>
              <a:defRPr sz="2000">
                <a:gradFill>
                  <a:gsLst>
                    <a:gs pos="100000">
                      <a:schemeClr val="bg2"/>
                    </a:gs>
                    <a:gs pos="6000">
                      <a:schemeClr val="bg2"/>
                    </a:gs>
                  </a:gsLst>
                  <a:lin ang="5400000" scaled="0"/>
                </a:gradFill>
              </a:defRPr>
            </a:lvl4pPr>
            <a:lvl5pPr marL="699502" indent="0">
              <a:buNone/>
              <a:defRPr sz="2000">
                <a:gradFill>
                  <a:gsLst>
                    <a:gs pos="100000">
                      <a:schemeClr val="bg2"/>
                    </a:gs>
                    <a:gs pos="6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633" y="6552140"/>
            <a:ext cx="560613" cy="224688"/>
          </a:xfrm>
          <a:prstGeom prst="rect">
            <a:avLst/>
          </a:prstGeom>
        </p:spPr>
        <p:txBody>
          <a:bodyPr lIns="122910" tIns="61455" rIns="122910" bIns="61455" anchor="ctr"/>
          <a:lstStyle>
            <a:lvl1pPr algn="l">
              <a:defRPr sz="1600">
                <a:gradFill>
                  <a:gsLst>
                    <a:gs pos="100000">
                      <a:schemeClr val="bg2"/>
                    </a:gs>
                    <a:gs pos="0">
                      <a:schemeClr val="bg2"/>
                    </a:gs>
                  </a:gsLst>
                  <a:lin ang="5400000" scaled="0"/>
                </a:gradFill>
              </a:defRPr>
            </a:lvl1pPr>
          </a:lstStyle>
          <a:p>
            <a:pPr defTabSz="921960"/>
            <a:fld id="{727B4C2D-45E2-4621-8491-2995EB46A674}" type="slidenum">
              <a:rPr lang="en-US" smtClean="0">
                <a:gradFill>
                  <a:gsLst>
                    <a:gs pos="100000">
                      <a:srgbClr val="797A7D"/>
                    </a:gs>
                    <a:gs pos="0">
                      <a:srgbClr val="797A7D"/>
                    </a:gs>
                  </a:gsLst>
                  <a:lin ang="5400000" scaled="0"/>
                </a:gradFill>
              </a:rPr>
              <a:pPr defTabSz="921960"/>
              <a:t>‹nº›</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1970762942"/>
      </p:ext>
    </p:extLst>
  </p:cSld>
  <p:clrMapOvr>
    <a:masterClrMapping/>
  </p:clrMapOvr>
  <p:transition>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045" y="1482323"/>
            <a:ext cx="11147562" cy="2023038"/>
          </a:xfrm>
          <a:prstGeom prst="rect">
            <a:avLst/>
          </a:prstGeom>
        </p:spPr>
        <p:txBody>
          <a:bodyPr/>
          <a:lstStyle>
            <a:lvl1pPr marL="0" indent="0">
              <a:spcBef>
                <a:spcPts val="2420"/>
              </a:spcBef>
              <a:buNone/>
              <a:defRPr sz="4000">
                <a:gradFill>
                  <a:gsLst>
                    <a:gs pos="100000">
                      <a:schemeClr val="bg2"/>
                    </a:gs>
                    <a:gs pos="0">
                      <a:schemeClr val="bg2"/>
                    </a:gs>
                  </a:gsLst>
                  <a:lin ang="5400000" scaled="0"/>
                </a:gradFill>
                <a:latin typeface="+mj-lt"/>
              </a:defRPr>
            </a:lvl1pPr>
            <a:lvl2pPr marL="0" indent="0">
              <a:buNone/>
              <a:defRPr sz="2000">
                <a:gradFill>
                  <a:gsLst>
                    <a:gs pos="100000">
                      <a:schemeClr val="bg2"/>
                    </a:gs>
                    <a:gs pos="0">
                      <a:schemeClr val="bg2"/>
                    </a:gs>
                  </a:gsLst>
                  <a:lin ang="5400000" scaled="0"/>
                </a:gradFill>
              </a:defRPr>
            </a:lvl2pPr>
            <a:lvl3pPr marL="233700" indent="0">
              <a:buNone/>
              <a:defRPr sz="2000">
                <a:gradFill>
                  <a:gsLst>
                    <a:gs pos="100000">
                      <a:schemeClr val="bg2"/>
                    </a:gs>
                    <a:gs pos="0">
                      <a:schemeClr val="bg2"/>
                    </a:gs>
                  </a:gsLst>
                  <a:lin ang="5400000" scaled="0"/>
                </a:gradFill>
              </a:defRPr>
            </a:lvl3pPr>
            <a:lvl4pPr marL="460996" indent="0">
              <a:buNone/>
              <a:defRPr sz="2000">
                <a:gradFill>
                  <a:gsLst>
                    <a:gs pos="100000">
                      <a:schemeClr val="bg2"/>
                    </a:gs>
                    <a:gs pos="0">
                      <a:schemeClr val="bg2"/>
                    </a:gs>
                  </a:gsLst>
                  <a:lin ang="5400000" scaled="0"/>
                </a:gradFill>
              </a:defRPr>
            </a:lvl4pPr>
            <a:lvl5pPr marL="699502" indent="0">
              <a:buNone/>
              <a:defRPr sz="2000">
                <a:gradFill>
                  <a:gsLst>
                    <a:gs pos="100000">
                      <a:schemeClr val="bg2"/>
                    </a:gs>
                    <a:gs pos="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633" y="6552140"/>
            <a:ext cx="560613" cy="224688"/>
          </a:xfrm>
          <a:prstGeom prst="rect">
            <a:avLst/>
          </a:prstGeom>
        </p:spPr>
        <p:txBody>
          <a:bodyPr lIns="122910" tIns="61455" rIns="122910" bIns="61455" anchor="ctr"/>
          <a:lstStyle>
            <a:lvl1pPr algn="l">
              <a:defRPr sz="1600">
                <a:gradFill>
                  <a:gsLst>
                    <a:gs pos="100000">
                      <a:schemeClr val="bg2"/>
                    </a:gs>
                    <a:gs pos="0">
                      <a:schemeClr val="bg2"/>
                    </a:gs>
                  </a:gsLst>
                  <a:lin ang="5400000" scaled="0"/>
                </a:gradFill>
              </a:defRPr>
            </a:lvl1pPr>
          </a:lstStyle>
          <a:p>
            <a:pPr defTabSz="921960"/>
            <a:fld id="{727B4C2D-45E2-4621-8491-2995EB46A674}" type="slidenum">
              <a:rPr lang="en-US" smtClean="0">
                <a:gradFill>
                  <a:gsLst>
                    <a:gs pos="100000">
                      <a:srgbClr val="797A7D"/>
                    </a:gs>
                    <a:gs pos="0">
                      <a:srgbClr val="797A7D"/>
                    </a:gs>
                  </a:gsLst>
                  <a:lin ang="5400000" scaled="0"/>
                </a:gradFill>
              </a:rPr>
              <a:pPr defTabSz="921960"/>
              <a:t>‹nº›</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49245123"/>
      </p:ext>
    </p:extLst>
  </p:cSld>
  <p:clrMapOvr>
    <a:masterClrMapping/>
  </p:clrMapOvr>
  <p:transition>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045" y="234057"/>
            <a:ext cx="11147562" cy="765729"/>
          </a:xfrm>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045" y="1482319"/>
            <a:ext cx="11147562" cy="2092362"/>
          </a:xfrm>
          <a:prstGeom prst="rect">
            <a:avLst/>
          </a:prstGeom>
        </p:spPr>
        <p:txBody>
          <a:bodyPr/>
          <a:lstStyle>
            <a:lvl1pPr marL="286524" indent="-286524">
              <a:buFont typeface="Wingdings" pitchFamily="2" charset="2"/>
              <a:buChar char=""/>
              <a:defRPr sz="4000"/>
            </a:lvl1pPr>
            <a:lvl2pPr marL="521825" indent="-235302">
              <a:buFont typeface="Wingdings" pitchFamily="2" charset="2"/>
              <a:buChar char=""/>
              <a:defRPr>
                <a:latin typeface="+mn-lt"/>
              </a:defRPr>
            </a:lvl2pPr>
            <a:lvl3pPr marL="747523" indent="-225698">
              <a:buFont typeface="Wingdings" pitchFamily="2" charset="2"/>
              <a:buChar char=""/>
              <a:tabLst/>
              <a:defRPr>
                <a:latin typeface="+mn-lt"/>
              </a:defRPr>
            </a:lvl3pPr>
            <a:lvl4pPr marL="921996" indent="-174475">
              <a:buFont typeface="Wingdings" pitchFamily="2" charset="2"/>
              <a:buChar char=""/>
              <a:defRPr>
                <a:latin typeface="+mn-lt"/>
              </a:defRPr>
            </a:lvl4pPr>
            <a:lvl5pPr marL="1096472" indent="-174475">
              <a:buFont typeface="Wingdings" pitchFamily="2" charset="2"/>
              <a:buChar char=""/>
              <a:tabLst/>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9"/>
          <p:cNvSpPr>
            <a:spLocks noGrp="1"/>
          </p:cNvSpPr>
          <p:nvPr>
            <p:ph type="sldNum" sz="quarter" idx="12"/>
          </p:nvPr>
        </p:nvSpPr>
        <p:spPr>
          <a:xfrm>
            <a:off x="520633" y="6552140"/>
            <a:ext cx="560613" cy="224688"/>
          </a:xfrm>
          <a:prstGeom prst="rect">
            <a:avLst/>
          </a:prstGeom>
        </p:spPr>
        <p:txBody>
          <a:bodyPr lIns="122910" tIns="61455" rIns="122910" bIns="61455" anchor="ctr"/>
          <a:lstStyle>
            <a:lvl1pPr algn="l">
              <a:defRPr sz="1600">
                <a:gradFill>
                  <a:gsLst>
                    <a:gs pos="100000">
                      <a:schemeClr val="bg2"/>
                    </a:gs>
                    <a:gs pos="0">
                      <a:schemeClr val="bg2"/>
                    </a:gs>
                  </a:gsLst>
                  <a:lin ang="5400000" scaled="0"/>
                </a:gradFill>
              </a:defRPr>
            </a:lvl1pPr>
          </a:lstStyle>
          <a:p>
            <a:pPr defTabSz="921960"/>
            <a:fld id="{727B4C2D-45E2-4621-8491-2995EB46A674}" type="slidenum">
              <a:rPr lang="en-US" smtClean="0">
                <a:gradFill>
                  <a:gsLst>
                    <a:gs pos="100000">
                      <a:srgbClr val="797A7D"/>
                    </a:gs>
                    <a:gs pos="0">
                      <a:srgbClr val="797A7D"/>
                    </a:gs>
                  </a:gsLst>
                  <a:lin ang="5400000" scaled="0"/>
                </a:gradFill>
              </a:rPr>
              <a:pPr defTabSz="921960"/>
              <a:t>‹nº›</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2947119239"/>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mp; 2-Content,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632" y="1482322"/>
            <a:ext cx="5394258" cy="2520919"/>
          </a:xfrm>
        </p:spPr>
        <p:txBody>
          <a:bodyPr/>
          <a:lstStyle>
            <a:lvl1pPr marL="0" indent="0">
              <a:spcBef>
                <a:spcPts val="1210"/>
              </a:spcBef>
              <a:buNone/>
              <a:defRPr sz="4000">
                <a:gradFill>
                  <a:gsLst>
                    <a:gs pos="100000">
                      <a:schemeClr val="tx2"/>
                    </a:gs>
                    <a:gs pos="0">
                      <a:schemeClr val="tx2"/>
                    </a:gs>
                  </a:gsLst>
                  <a:lin ang="5400000" scaled="0"/>
                </a:gradFill>
                <a:latin typeface="+mj-lt"/>
              </a:defRPr>
            </a:lvl1pPr>
            <a:lvl2pPr marL="0" indent="0">
              <a:buNone/>
              <a:defRPr sz="2000"/>
            </a:lvl2pPr>
            <a:lvl3pPr marL="235302" indent="0">
              <a:buNone/>
              <a:defRPr sz="2000"/>
            </a:lvl3pPr>
            <a:lvl4pPr marL="460996" indent="0">
              <a:buNone/>
              <a:defRPr sz="2000"/>
            </a:lvl4pPr>
            <a:lvl5pPr marL="699502" indent="0">
              <a:buNone/>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7110" y="1482322"/>
            <a:ext cx="5394258" cy="2520919"/>
          </a:xfrm>
        </p:spPr>
        <p:txBody>
          <a:bodyPr/>
          <a:lstStyle>
            <a:lvl1pPr marL="0" indent="0">
              <a:spcBef>
                <a:spcPts val="1210"/>
              </a:spcBef>
              <a:buNone/>
              <a:defRPr lang="en-US" sz="4000" kern="1200" spc="-71" baseline="0" dirty="0" smtClean="0">
                <a:gradFill>
                  <a:gsLst>
                    <a:gs pos="100000">
                      <a:schemeClr val="tx2"/>
                    </a:gs>
                    <a:gs pos="0">
                      <a:schemeClr val="tx2"/>
                    </a:gs>
                  </a:gsLst>
                  <a:lin ang="5400000" scaled="0"/>
                </a:gradFill>
                <a:latin typeface="+mj-lt"/>
                <a:ea typeface="+mn-ea"/>
                <a:cs typeface="+mn-cs"/>
              </a:defRPr>
            </a:lvl1pPr>
            <a:lvl2pPr marL="3202" marR="0" indent="0" algn="l" defTabSz="921960"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smtClean="0">
                <a:gradFill>
                  <a:gsLst>
                    <a:gs pos="1250">
                      <a:schemeClr val="bg2"/>
                    </a:gs>
                    <a:gs pos="100000">
                      <a:schemeClr val="bg2"/>
                    </a:gs>
                  </a:gsLst>
                  <a:lin ang="5400000" scaled="0"/>
                </a:gradFill>
                <a:latin typeface="+mn-lt"/>
                <a:ea typeface="+mn-ea"/>
                <a:cs typeface="+mn-cs"/>
              </a:defRPr>
            </a:lvl2pPr>
            <a:lvl3pPr marL="235302" marR="0" indent="0" algn="l" defTabSz="921960"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smtClean="0">
                <a:gradFill>
                  <a:gsLst>
                    <a:gs pos="1250">
                      <a:schemeClr val="bg2"/>
                    </a:gs>
                    <a:gs pos="100000">
                      <a:schemeClr val="bg2"/>
                    </a:gs>
                  </a:gsLst>
                  <a:lin ang="5400000" scaled="0"/>
                </a:gradFill>
                <a:latin typeface="+mn-lt"/>
                <a:ea typeface="+mn-ea"/>
                <a:cs typeface="+mn-cs"/>
              </a:defRPr>
            </a:lvl3pPr>
            <a:lvl4pPr marL="464197" marR="0" indent="0" algn="l" defTabSz="921960"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smtClean="0">
                <a:gradFill>
                  <a:gsLst>
                    <a:gs pos="1250">
                      <a:schemeClr val="bg2"/>
                    </a:gs>
                    <a:gs pos="100000">
                      <a:schemeClr val="bg2"/>
                    </a:gs>
                  </a:gsLst>
                  <a:lin ang="5400000" scaled="0"/>
                </a:gradFill>
                <a:latin typeface="+mn-lt"/>
                <a:ea typeface="+mn-ea"/>
                <a:cs typeface="+mn-cs"/>
              </a:defRPr>
            </a:lvl4pPr>
            <a:lvl5pPr marL="693101" marR="0" indent="0" algn="l" defTabSz="921960"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a:gradFill>
                  <a:gsLst>
                    <a:gs pos="1250">
                      <a:schemeClr val="bg2"/>
                    </a:gs>
                    <a:gs pos="100000">
                      <a:schemeClr val="bg2"/>
                    </a:gs>
                  </a:gsLst>
                  <a:lin ang="5400000" scaled="0"/>
                </a:gradFill>
                <a:latin typeface="+mn-lt"/>
                <a:ea typeface="+mn-ea"/>
                <a:cs typeface="+mn-cs"/>
              </a:defRPr>
            </a:lvl5pPr>
          </a:lstStyle>
          <a:p>
            <a:pPr marL="0" marR="0" lvl="0" indent="0" algn="l" defTabSz="921960"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21960"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21960"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21960"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21960"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633" y="6552140"/>
            <a:ext cx="560613" cy="224688"/>
          </a:xfrm>
          <a:prstGeom prst="rect">
            <a:avLst/>
          </a:prstGeom>
        </p:spPr>
        <p:txBody>
          <a:bodyPr lIns="122910" tIns="61455" rIns="122910" bIns="61455" anchor="ctr"/>
          <a:lstStyle>
            <a:lvl1pPr algn="l">
              <a:defRPr sz="1600">
                <a:gradFill>
                  <a:gsLst>
                    <a:gs pos="100000">
                      <a:schemeClr val="bg2"/>
                    </a:gs>
                    <a:gs pos="0">
                      <a:schemeClr val="bg2"/>
                    </a:gs>
                  </a:gsLst>
                  <a:lin ang="5400000" scaled="0"/>
                </a:gradFill>
              </a:defRPr>
            </a:lvl1pPr>
          </a:lstStyle>
          <a:p>
            <a:pPr defTabSz="921960"/>
            <a:fld id="{727B4C2D-45E2-4621-8491-2995EB46A674}" type="slidenum">
              <a:rPr lang="en-US" smtClean="0">
                <a:gradFill>
                  <a:gsLst>
                    <a:gs pos="100000">
                      <a:srgbClr val="797A7D"/>
                    </a:gs>
                    <a:gs pos="0">
                      <a:srgbClr val="797A7D"/>
                    </a:gs>
                  </a:gsLst>
                  <a:lin ang="5400000" scaled="0"/>
                </a:gradFill>
              </a:rPr>
              <a:pPr defTabSz="921960"/>
              <a:t>‹nº›</a:t>
            </a:fld>
            <a:endParaRPr lang="en-US" dirty="0">
              <a:gradFill>
                <a:gsLst>
                  <a:gs pos="100000">
                    <a:srgbClr val="797A7D"/>
                  </a:gs>
                  <a:gs pos="0">
                    <a:srgbClr val="797A7D"/>
                  </a:gs>
                </a:gsLst>
                <a:lin ang="5400000" scaled="0"/>
              </a:gradFill>
            </a:endParaRPr>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4111157828"/>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632" y="1482322"/>
            <a:ext cx="5394258" cy="2520919"/>
          </a:xfrm>
        </p:spPr>
        <p:txBody>
          <a:bodyPr/>
          <a:lstStyle>
            <a:lvl1pPr marL="0" indent="0">
              <a:spcBef>
                <a:spcPts val="1210"/>
              </a:spcBef>
              <a:buNone/>
              <a:defRPr sz="4000">
                <a:gradFill>
                  <a:gsLst>
                    <a:gs pos="1000">
                      <a:schemeClr val="bg2"/>
                    </a:gs>
                    <a:gs pos="98000">
                      <a:schemeClr val="bg2"/>
                    </a:gs>
                  </a:gsLst>
                  <a:lin ang="5400000" scaled="0"/>
                </a:gradFill>
                <a:latin typeface="+mj-lt"/>
              </a:defRPr>
            </a:lvl1pPr>
            <a:lvl2pPr marL="0" indent="0">
              <a:buNone/>
              <a:defRPr sz="2000">
                <a:gradFill>
                  <a:gsLst>
                    <a:gs pos="1000">
                      <a:schemeClr val="bg2"/>
                    </a:gs>
                    <a:gs pos="98000">
                      <a:schemeClr val="bg2"/>
                    </a:gs>
                  </a:gsLst>
                  <a:lin ang="5400000" scaled="0"/>
                </a:gradFill>
              </a:defRPr>
            </a:lvl2pPr>
            <a:lvl3pPr marL="235302" indent="0">
              <a:buNone/>
              <a:defRPr sz="2000">
                <a:gradFill>
                  <a:gsLst>
                    <a:gs pos="1000">
                      <a:schemeClr val="bg2"/>
                    </a:gs>
                    <a:gs pos="98000">
                      <a:schemeClr val="bg2"/>
                    </a:gs>
                  </a:gsLst>
                  <a:lin ang="5400000" scaled="0"/>
                </a:gradFill>
              </a:defRPr>
            </a:lvl3pPr>
            <a:lvl4pPr marL="460996" indent="0">
              <a:buNone/>
              <a:defRPr sz="2000">
                <a:gradFill>
                  <a:gsLst>
                    <a:gs pos="1000">
                      <a:schemeClr val="bg2"/>
                    </a:gs>
                    <a:gs pos="98000">
                      <a:schemeClr val="bg2"/>
                    </a:gs>
                  </a:gsLst>
                  <a:lin ang="5400000" scaled="0"/>
                </a:gradFill>
              </a:defRPr>
            </a:lvl4pPr>
            <a:lvl5pPr marL="699502" indent="0">
              <a:buNone/>
              <a:defRPr sz="2000">
                <a:gradFill>
                  <a:gsLst>
                    <a:gs pos="1000">
                      <a:schemeClr val="bg2"/>
                    </a:gs>
                    <a:gs pos="98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7110" y="1482322"/>
            <a:ext cx="5394258" cy="2520919"/>
          </a:xfrm>
        </p:spPr>
        <p:txBody>
          <a:bodyPr/>
          <a:lstStyle>
            <a:lvl1pPr marL="0" indent="0">
              <a:spcBef>
                <a:spcPts val="1210"/>
              </a:spcBef>
              <a:buNone/>
              <a:defRPr lang="en-US" sz="4000" kern="1200" spc="-71" baseline="0" dirty="0" smtClean="0">
                <a:gradFill>
                  <a:gsLst>
                    <a:gs pos="1000">
                      <a:schemeClr val="bg2"/>
                    </a:gs>
                    <a:gs pos="98000">
                      <a:schemeClr val="bg2"/>
                    </a:gs>
                  </a:gsLst>
                  <a:lin ang="5400000" scaled="0"/>
                </a:gradFill>
                <a:latin typeface="+mj-lt"/>
                <a:ea typeface="+mn-ea"/>
                <a:cs typeface="+mn-cs"/>
              </a:defRPr>
            </a:lvl1pPr>
            <a:lvl2pPr marL="3202" marR="0" indent="0" algn="l" defTabSz="921960"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smtClean="0">
                <a:gradFill>
                  <a:gsLst>
                    <a:gs pos="1000">
                      <a:schemeClr val="bg2"/>
                    </a:gs>
                    <a:gs pos="98000">
                      <a:schemeClr val="bg2"/>
                    </a:gs>
                  </a:gsLst>
                  <a:lin ang="5400000" scaled="0"/>
                </a:gradFill>
                <a:latin typeface="+mn-lt"/>
                <a:ea typeface="+mn-ea"/>
                <a:cs typeface="+mn-cs"/>
              </a:defRPr>
            </a:lvl2pPr>
            <a:lvl3pPr marL="235302" marR="0" indent="0" algn="l" defTabSz="921960"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smtClean="0">
                <a:gradFill>
                  <a:gsLst>
                    <a:gs pos="1000">
                      <a:schemeClr val="bg2"/>
                    </a:gs>
                    <a:gs pos="98000">
                      <a:schemeClr val="bg2"/>
                    </a:gs>
                  </a:gsLst>
                  <a:lin ang="5400000" scaled="0"/>
                </a:gradFill>
                <a:latin typeface="+mn-lt"/>
                <a:ea typeface="+mn-ea"/>
                <a:cs typeface="+mn-cs"/>
              </a:defRPr>
            </a:lvl3pPr>
            <a:lvl4pPr marL="464197" marR="0" indent="0" algn="l" defTabSz="921960"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smtClean="0">
                <a:gradFill>
                  <a:gsLst>
                    <a:gs pos="1000">
                      <a:schemeClr val="bg2"/>
                    </a:gs>
                    <a:gs pos="98000">
                      <a:schemeClr val="bg2"/>
                    </a:gs>
                  </a:gsLst>
                  <a:lin ang="5400000" scaled="0"/>
                </a:gradFill>
                <a:latin typeface="+mn-lt"/>
                <a:ea typeface="+mn-ea"/>
                <a:cs typeface="+mn-cs"/>
              </a:defRPr>
            </a:lvl4pPr>
            <a:lvl5pPr marL="693101" marR="0" indent="0" algn="l" defTabSz="921960" rtl="0" eaLnBrk="1" fontAlgn="auto" latinLnBrk="0" hangingPunct="1">
              <a:lnSpc>
                <a:spcPct val="90000"/>
              </a:lnSpc>
              <a:spcBef>
                <a:spcPct val="20000"/>
              </a:spcBef>
              <a:spcAft>
                <a:spcPts val="0"/>
              </a:spcAft>
              <a:buClrTx/>
              <a:buSzPct val="90000"/>
              <a:buFont typeface="Arial" pitchFamily="34" charset="0"/>
              <a:buNone/>
              <a:tabLst/>
              <a:defRPr lang="en-US" sz="2000" kern="1200" spc="-71" baseline="0" dirty="0">
                <a:gradFill>
                  <a:gsLst>
                    <a:gs pos="1000">
                      <a:schemeClr val="bg2"/>
                    </a:gs>
                    <a:gs pos="98000">
                      <a:schemeClr val="bg2"/>
                    </a:gs>
                  </a:gsLst>
                  <a:lin ang="5400000" scaled="0"/>
                </a:gradFill>
                <a:latin typeface="+mn-lt"/>
                <a:ea typeface="+mn-ea"/>
                <a:cs typeface="+mn-cs"/>
              </a:defRPr>
            </a:lvl5pPr>
          </a:lstStyle>
          <a:p>
            <a:pPr marL="0" marR="0" lvl="0" indent="0" algn="l" defTabSz="921960"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21960"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21960"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21960"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21960"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633" y="6552140"/>
            <a:ext cx="560613" cy="224688"/>
          </a:xfrm>
          <a:prstGeom prst="rect">
            <a:avLst/>
          </a:prstGeom>
        </p:spPr>
        <p:txBody>
          <a:bodyPr lIns="122910" tIns="61455" rIns="122910" bIns="61455" anchor="ctr"/>
          <a:lstStyle>
            <a:lvl1pPr algn="l">
              <a:defRPr sz="1600">
                <a:gradFill>
                  <a:gsLst>
                    <a:gs pos="100000">
                      <a:schemeClr val="bg2"/>
                    </a:gs>
                    <a:gs pos="0">
                      <a:schemeClr val="bg2"/>
                    </a:gs>
                  </a:gsLst>
                  <a:lin ang="5400000" scaled="0"/>
                </a:gradFill>
              </a:defRPr>
            </a:lvl1pPr>
          </a:lstStyle>
          <a:p>
            <a:pPr defTabSz="921960"/>
            <a:fld id="{727B4C2D-45E2-4621-8491-2995EB46A674}" type="slidenum">
              <a:rPr lang="en-US" smtClean="0">
                <a:gradFill>
                  <a:gsLst>
                    <a:gs pos="100000">
                      <a:srgbClr val="797A7D"/>
                    </a:gs>
                    <a:gs pos="0">
                      <a:srgbClr val="797A7D"/>
                    </a:gs>
                  </a:gsLst>
                  <a:lin ang="5400000" scaled="0"/>
                </a:gradFill>
              </a:rPr>
              <a:pPr defTabSz="921960"/>
              <a:t>‹nº›</a:t>
            </a:fld>
            <a:endParaRPr lang="en-US" dirty="0">
              <a:gradFill>
                <a:gsLst>
                  <a:gs pos="100000">
                    <a:srgbClr val="797A7D"/>
                  </a:gs>
                  <a:gs pos="0">
                    <a:srgbClr val="797A7D"/>
                  </a:gs>
                </a:gsLst>
                <a:lin ang="5400000" scaled="0"/>
              </a:gradFill>
            </a:endParaRPr>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4084037301"/>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2-Content w/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Text Placeholder 3"/>
          <p:cNvSpPr>
            <a:spLocks noGrp="1"/>
          </p:cNvSpPr>
          <p:nvPr>
            <p:ph type="body" sz="quarter" idx="10"/>
          </p:nvPr>
        </p:nvSpPr>
        <p:spPr>
          <a:xfrm>
            <a:off x="520632" y="1482323"/>
            <a:ext cx="5394258" cy="2407477"/>
          </a:xfrm>
        </p:spPr>
        <p:txBody>
          <a:bodyPr>
            <a:spAutoFit/>
          </a:bodyPr>
          <a:lstStyle>
            <a:lvl1pPr marL="294527" indent="-294527">
              <a:spcBef>
                <a:spcPts val="1210"/>
              </a:spcBef>
              <a:buClr>
                <a:schemeClr val="bg2"/>
              </a:buClr>
              <a:buSzPct val="100000"/>
              <a:buFont typeface="Wingdings" pitchFamily="2" charset="2"/>
              <a:buChar char=""/>
              <a:defRPr lang="en-US" sz="3600" kern="1200" spc="-71" baseline="0" dirty="0" smtClean="0">
                <a:gradFill>
                  <a:gsLst>
                    <a:gs pos="1250">
                      <a:schemeClr val="bg2"/>
                    </a:gs>
                    <a:gs pos="100000">
                      <a:schemeClr val="bg2"/>
                    </a:gs>
                  </a:gsLst>
                  <a:lin ang="5400000" scaled="0"/>
                </a:gradFill>
                <a:latin typeface="+mj-lt"/>
                <a:ea typeface="+mn-ea"/>
                <a:cs typeface="+mn-cs"/>
              </a:defRPr>
            </a:lvl1pPr>
            <a:lvl2pPr marL="525027" indent="-230500">
              <a:defRPr sz="2000"/>
            </a:lvl2pPr>
            <a:lvl3pPr marL="691500" indent="-166473">
              <a:tabLst/>
              <a:defRPr sz="2000"/>
            </a:lvl3pPr>
            <a:lvl4pPr marL="870775" indent="-179277">
              <a:defRPr/>
            </a:lvl4pPr>
            <a:lvl5pPr marL="1037248" indent="-166473">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6277110" y="1482327"/>
            <a:ext cx="5394258" cy="2785615"/>
          </a:xfrm>
        </p:spPr>
        <p:txBody>
          <a:bodyPr>
            <a:spAutoFit/>
          </a:bodyPr>
          <a:lstStyle>
            <a:lvl1pPr marL="342548" indent="-342548">
              <a:spcBef>
                <a:spcPts val="1210"/>
              </a:spcBef>
              <a:buClr>
                <a:schemeClr val="bg2"/>
              </a:buClr>
              <a:buFont typeface="Arial" pitchFamily="34" charset="0"/>
              <a:buChar char="•"/>
              <a:defRPr lang="en-US" sz="3600" kern="1200" spc="-71" baseline="0" dirty="0" smtClean="0">
                <a:gradFill>
                  <a:gsLst>
                    <a:gs pos="1250">
                      <a:schemeClr val="bg2"/>
                    </a:gs>
                    <a:gs pos="100000">
                      <a:schemeClr val="bg2"/>
                    </a:gs>
                  </a:gsLst>
                  <a:lin ang="5400000" scaled="0"/>
                </a:gradFill>
                <a:latin typeface="+mj-lt"/>
                <a:ea typeface="+mn-ea"/>
                <a:cs typeface="+mn-cs"/>
              </a:defRPr>
            </a:lvl1pPr>
            <a:lvl2pPr marL="640276" indent="-345749">
              <a:defRPr lang="en-US" sz="2000" kern="1200" spc="0" baseline="0" dirty="0" smtClean="0">
                <a:gradFill>
                  <a:gsLst>
                    <a:gs pos="1250">
                      <a:schemeClr val="bg2"/>
                    </a:gs>
                    <a:gs pos="100000">
                      <a:schemeClr val="bg2"/>
                    </a:gs>
                  </a:gsLst>
                  <a:lin ang="5400000" scaled="0"/>
                </a:gradFill>
                <a:latin typeface="+mn-lt"/>
                <a:ea typeface="+mn-ea"/>
                <a:cs typeface="+mn-cs"/>
              </a:defRPr>
            </a:lvl2pPr>
            <a:lvl3pPr marL="870775" indent="-345749">
              <a:defRPr lang="en-US" sz="2000" kern="1200" spc="0" baseline="0" dirty="0" smtClean="0">
                <a:gradFill>
                  <a:gsLst>
                    <a:gs pos="1250">
                      <a:schemeClr val="bg2"/>
                    </a:gs>
                    <a:gs pos="100000">
                      <a:schemeClr val="bg2"/>
                    </a:gs>
                  </a:gsLst>
                  <a:lin ang="5400000" scaled="0"/>
                </a:gradFill>
                <a:latin typeface="+mn-lt"/>
                <a:ea typeface="+mn-ea"/>
                <a:cs typeface="+mn-cs"/>
              </a:defRPr>
            </a:lvl3pPr>
            <a:lvl4pPr marL="1037248" indent="-345749">
              <a:defRPr lang="en-US" sz="2000" kern="1200" spc="0" baseline="0" dirty="0" smtClean="0">
                <a:gradFill>
                  <a:gsLst>
                    <a:gs pos="1250">
                      <a:schemeClr val="bg2"/>
                    </a:gs>
                    <a:gs pos="100000">
                      <a:schemeClr val="bg2"/>
                    </a:gs>
                  </a:gsLst>
                  <a:lin ang="5400000" scaled="0"/>
                </a:gradFill>
                <a:latin typeface="+mn-lt"/>
                <a:ea typeface="+mn-ea"/>
                <a:cs typeface="+mn-cs"/>
              </a:defRPr>
            </a:lvl4pPr>
            <a:lvl5pPr marL="1216525" indent="-345749">
              <a:defRPr lang="en-US" sz="2000" kern="1200" spc="0" baseline="0" dirty="0">
                <a:gradFill>
                  <a:gsLst>
                    <a:gs pos="1250">
                      <a:schemeClr val="bg2"/>
                    </a:gs>
                    <a:gs pos="100000">
                      <a:schemeClr val="bg2"/>
                    </a:gs>
                  </a:gsLst>
                  <a:lin ang="5400000" scaled="0"/>
                </a:gradFill>
                <a:latin typeface="+mn-lt"/>
                <a:ea typeface="+mn-ea"/>
                <a:cs typeface="+mn-cs"/>
              </a:defRPr>
            </a:lvl5pPr>
          </a:lstStyle>
          <a:p>
            <a:pPr marL="294527" marR="0" lvl="0" indent="-294527" algn="l" defTabSz="921960" rtl="0" eaLnBrk="1" fontAlgn="auto" latinLnBrk="0" hangingPunct="1">
              <a:lnSpc>
                <a:spcPct val="90000"/>
              </a:lnSpc>
              <a:spcBef>
                <a:spcPts val="1210"/>
              </a:spcBef>
              <a:spcAft>
                <a:spcPts val="0"/>
              </a:spcAft>
              <a:buClr>
                <a:schemeClr val="bg2"/>
              </a:buClr>
              <a:buSzPct val="100000"/>
              <a:buFont typeface="Wingdings" pitchFamily="2" charset="2"/>
              <a:buChar char=""/>
              <a:tabLst/>
            </a:pPr>
            <a:r>
              <a:rPr lang="en-US" smtClean="0"/>
              <a:t>Click to edit Master text styles</a:t>
            </a:r>
          </a:p>
          <a:p>
            <a:pPr marL="294527" marR="0" lvl="1" indent="-294527" algn="l" defTabSz="921960" rtl="0" eaLnBrk="1" fontAlgn="auto" latinLnBrk="0" hangingPunct="1">
              <a:lnSpc>
                <a:spcPct val="90000"/>
              </a:lnSpc>
              <a:spcBef>
                <a:spcPts val="1210"/>
              </a:spcBef>
              <a:spcAft>
                <a:spcPts val="0"/>
              </a:spcAft>
              <a:buClr>
                <a:schemeClr val="bg2"/>
              </a:buClr>
              <a:buSzPct val="100000"/>
              <a:buFont typeface="Wingdings" pitchFamily="2" charset="2"/>
              <a:buChar char=""/>
              <a:tabLst/>
            </a:pPr>
            <a:r>
              <a:rPr lang="en-US" smtClean="0"/>
              <a:t>Second level</a:t>
            </a:r>
          </a:p>
          <a:p>
            <a:pPr marL="294527" marR="0" lvl="2" indent="-294527" algn="l" defTabSz="921960" rtl="0" eaLnBrk="1" fontAlgn="auto" latinLnBrk="0" hangingPunct="1">
              <a:lnSpc>
                <a:spcPct val="90000"/>
              </a:lnSpc>
              <a:spcBef>
                <a:spcPts val="1210"/>
              </a:spcBef>
              <a:spcAft>
                <a:spcPts val="0"/>
              </a:spcAft>
              <a:buClr>
                <a:schemeClr val="bg2"/>
              </a:buClr>
              <a:buSzPct val="100000"/>
              <a:buFont typeface="Wingdings" pitchFamily="2" charset="2"/>
              <a:buChar char=""/>
              <a:tabLst/>
            </a:pPr>
            <a:r>
              <a:rPr lang="en-US" smtClean="0"/>
              <a:t>Third level</a:t>
            </a:r>
          </a:p>
          <a:p>
            <a:pPr marL="294527" marR="0" lvl="3" indent="-294527" algn="l" defTabSz="921960" rtl="0" eaLnBrk="1" fontAlgn="auto" latinLnBrk="0" hangingPunct="1">
              <a:lnSpc>
                <a:spcPct val="90000"/>
              </a:lnSpc>
              <a:spcBef>
                <a:spcPts val="1210"/>
              </a:spcBef>
              <a:spcAft>
                <a:spcPts val="0"/>
              </a:spcAft>
              <a:buClr>
                <a:schemeClr val="bg2"/>
              </a:buClr>
              <a:buSzPct val="100000"/>
              <a:buFont typeface="Wingdings" pitchFamily="2" charset="2"/>
              <a:buChar char=""/>
              <a:tabLst/>
            </a:pPr>
            <a:r>
              <a:rPr lang="en-US" smtClean="0"/>
              <a:t>Fourth level</a:t>
            </a:r>
          </a:p>
          <a:p>
            <a:pPr marL="294527" marR="0" lvl="4" indent="-294527" algn="l" defTabSz="921960" rtl="0" eaLnBrk="1" fontAlgn="auto" latinLnBrk="0" hangingPunct="1">
              <a:lnSpc>
                <a:spcPct val="90000"/>
              </a:lnSpc>
              <a:spcBef>
                <a:spcPts val="1210"/>
              </a:spcBef>
              <a:spcAft>
                <a:spcPts val="0"/>
              </a:spcAft>
              <a:buClr>
                <a:schemeClr val="bg2"/>
              </a:buClr>
              <a:buSzPct val="100000"/>
              <a:buFont typeface="Wingdings" pitchFamily="2" charset="2"/>
              <a:buChar char=""/>
              <a:tabLst/>
            </a:pPr>
            <a:r>
              <a:rPr lang="en-US" smtClean="0"/>
              <a:t>Fifth level</a:t>
            </a:r>
            <a:endParaRPr lang="en-US" dirty="0"/>
          </a:p>
        </p:txBody>
      </p:sp>
      <p:sp>
        <p:nvSpPr>
          <p:cNvPr id="6" name="Slide Number Placeholder 9"/>
          <p:cNvSpPr>
            <a:spLocks noGrp="1"/>
          </p:cNvSpPr>
          <p:nvPr>
            <p:ph type="sldNum" sz="quarter" idx="12"/>
          </p:nvPr>
        </p:nvSpPr>
        <p:spPr>
          <a:xfrm>
            <a:off x="520633" y="6552140"/>
            <a:ext cx="560613" cy="224688"/>
          </a:xfrm>
          <a:prstGeom prst="rect">
            <a:avLst/>
          </a:prstGeom>
        </p:spPr>
        <p:txBody>
          <a:bodyPr lIns="122910" tIns="61455" rIns="122910" bIns="61455" anchor="ctr"/>
          <a:lstStyle>
            <a:lvl1pPr algn="l">
              <a:defRPr sz="1600">
                <a:gradFill>
                  <a:gsLst>
                    <a:gs pos="100000">
                      <a:schemeClr val="bg2"/>
                    </a:gs>
                    <a:gs pos="0">
                      <a:schemeClr val="bg2"/>
                    </a:gs>
                  </a:gsLst>
                  <a:lin ang="5400000" scaled="0"/>
                </a:gradFill>
              </a:defRPr>
            </a:lvl1pPr>
          </a:lstStyle>
          <a:p>
            <a:pPr defTabSz="921960"/>
            <a:fld id="{727B4C2D-45E2-4621-8491-2995EB46A674}" type="slidenum">
              <a:rPr lang="en-US" smtClean="0">
                <a:gradFill>
                  <a:gsLst>
                    <a:gs pos="100000">
                      <a:srgbClr val="797A7D"/>
                    </a:gs>
                    <a:gs pos="0">
                      <a:srgbClr val="797A7D"/>
                    </a:gs>
                  </a:gsLst>
                  <a:lin ang="5400000" scaled="0"/>
                </a:gradFill>
              </a:rPr>
              <a:pPr defTabSz="921960"/>
              <a:t>‹nº›</a:t>
            </a:fld>
            <a:endParaRPr lang="en-US" dirty="0">
              <a:gradFill>
                <a:gsLst>
                  <a:gs pos="100000">
                    <a:srgbClr val="797A7D"/>
                  </a:gs>
                  <a:gs pos="0">
                    <a:srgbClr val="797A7D"/>
                  </a:gs>
                </a:gsLst>
                <a:lin ang="5400000" scaled="0"/>
              </a:gradFill>
            </a:endParaRPr>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111894837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arge &amp; Small Content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639" y="1482324"/>
            <a:ext cx="5432825" cy="1701620"/>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14558" indent="0">
              <a:buNone/>
              <a:defRPr sz="2700" b="1"/>
            </a:lvl2pPr>
            <a:lvl3pPr marL="1229115" indent="0">
              <a:buNone/>
              <a:defRPr sz="2400" b="1"/>
            </a:lvl3pPr>
            <a:lvl4pPr marL="1843673" indent="0">
              <a:buNone/>
              <a:defRPr sz="2200" b="1"/>
            </a:lvl4pPr>
            <a:lvl5pPr marL="2458230" indent="0">
              <a:buNone/>
              <a:defRPr sz="2200" b="1"/>
            </a:lvl5pPr>
            <a:lvl6pPr marL="3072785" indent="0">
              <a:buNone/>
              <a:defRPr sz="2200" b="1"/>
            </a:lvl6pPr>
            <a:lvl7pPr marL="3687345" indent="0">
              <a:buNone/>
              <a:defRPr sz="2200" b="1"/>
            </a:lvl7pPr>
            <a:lvl8pPr marL="4301900" indent="0">
              <a:buNone/>
              <a:defRPr sz="2200" b="1"/>
            </a:lvl8pPr>
            <a:lvl9pPr marL="4916457" indent="0">
              <a:buNone/>
              <a:defRPr sz="2200" b="1"/>
            </a:lvl9pPr>
          </a:lstStyle>
          <a:p>
            <a:pPr lvl="0"/>
            <a:r>
              <a:rPr lang="en-US" dirty="0" smtClean="0"/>
              <a:t>Click to edit Master text styles.</a:t>
            </a:r>
          </a:p>
        </p:txBody>
      </p:sp>
      <p:sp>
        <p:nvSpPr>
          <p:cNvPr id="6" name="Content Placeholder 5"/>
          <p:cNvSpPr>
            <a:spLocks noGrp="1"/>
          </p:cNvSpPr>
          <p:nvPr>
            <p:ph sz="quarter" idx="4"/>
          </p:nvPr>
        </p:nvSpPr>
        <p:spPr>
          <a:xfrm>
            <a:off x="6187350" y="1722014"/>
            <a:ext cx="5484027" cy="340324"/>
          </a:xfrm>
          <a:prstGeom prst="rect">
            <a:avLst/>
          </a:prstGeom>
        </p:spPr>
        <p:txBody>
          <a:bodyPr>
            <a:noAutofit/>
          </a:bodyPr>
          <a:lstStyle>
            <a:lvl1pPr marL="0" indent="0">
              <a:spcBef>
                <a:spcPts val="121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21835" indent="-384098">
              <a:defRPr lang="en-US" sz="2200" kern="1200" dirty="0" smtClean="0">
                <a:solidFill>
                  <a:schemeClr val="bg2">
                    <a:lumMod val="50000"/>
                  </a:schemeClr>
                </a:solidFill>
                <a:latin typeface="+mn-lt"/>
                <a:ea typeface="+mn-ea"/>
                <a:cs typeface="Arial" pitchFamily="34" charset="0"/>
              </a:defRPr>
            </a:lvl2pPr>
            <a:lvl3pPr marL="921835" indent="-230460">
              <a:defRPr lang="en-US" sz="1900" kern="1200" dirty="0" smtClean="0">
                <a:solidFill>
                  <a:schemeClr val="bg2">
                    <a:lumMod val="50000"/>
                  </a:schemeClr>
                </a:solidFill>
                <a:latin typeface="+mn-lt"/>
                <a:ea typeface="+mn-ea"/>
                <a:cs typeface="Arial" pitchFamily="34" charset="0"/>
              </a:defRPr>
            </a:lvl3pPr>
            <a:lvl4pPr marL="1229115" indent="-230460">
              <a:defRPr lang="en-US" sz="1600" kern="1200" dirty="0" smtClean="0">
                <a:solidFill>
                  <a:schemeClr val="bg2">
                    <a:lumMod val="50000"/>
                  </a:schemeClr>
                </a:solidFill>
                <a:latin typeface="+mn-lt"/>
                <a:ea typeface="+mn-ea"/>
                <a:cs typeface="Arial" pitchFamily="34" charset="0"/>
              </a:defRPr>
            </a:lvl4pPr>
            <a:lvl5pPr marL="1459575" indent="-230460">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sp>
        <p:nvSpPr>
          <p:cNvPr id="12" name="Title 11"/>
          <p:cNvSpPr>
            <a:spLocks noGrp="1"/>
          </p:cNvSpPr>
          <p:nvPr>
            <p:ph type="title"/>
          </p:nvPr>
        </p:nvSpPr>
        <p:spPr/>
        <p:txBody>
          <a:bodyPr>
            <a:noAutofit/>
          </a:bodyPr>
          <a:lstStyle>
            <a:lvl1pPr>
              <a:defRPr/>
            </a:lvl1pPr>
          </a:lstStyle>
          <a:p>
            <a:r>
              <a:rPr lang="en-US" smtClean="0"/>
              <a:t>Click to edit Master title style</a:t>
            </a:r>
            <a:endParaRPr lang="en-US" dirty="0"/>
          </a:p>
        </p:txBody>
      </p:sp>
      <p:sp>
        <p:nvSpPr>
          <p:cNvPr id="10" name="Slide Number Placeholder 9"/>
          <p:cNvSpPr>
            <a:spLocks noGrp="1"/>
          </p:cNvSpPr>
          <p:nvPr>
            <p:ph type="sldNum" sz="quarter" idx="12"/>
          </p:nvPr>
        </p:nvSpPr>
        <p:spPr>
          <a:xfrm>
            <a:off x="520633" y="6552140"/>
            <a:ext cx="560613" cy="224688"/>
          </a:xfrm>
          <a:prstGeom prst="rect">
            <a:avLst/>
          </a:prstGeom>
        </p:spPr>
        <p:txBody>
          <a:bodyPr lIns="122910" tIns="61455" rIns="122910" bIns="61455" anchor="ctr"/>
          <a:lstStyle>
            <a:lvl1pPr algn="l">
              <a:defRPr sz="1600">
                <a:gradFill>
                  <a:gsLst>
                    <a:gs pos="100000">
                      <a:schemeClr val="bg2"/>
                    </a:gs>
                    <a:gs pos="0">
                      <a:schemeClr val="bg2"/>
                    </a:gs>
                  </a:gsLst>
                  <a:lin ang="5400000" scaled="0"/>
                </a:gradFill>
              </a:defRPr>
            </a:lvl1pPr>
          </a:lstStyle>
          <a:p>
            <a:pPr defTabSz="921960"/>
            <a:fld id="{727B4C2D-45E2-4621-8491-2995EB46A674}" type="slidenum">
              <a:rPr lang="en-US" smtClean="0">
                <a:gradFill>
                  <a:gsLst>
                    <a:gs pos="100000">
                      <a:srgbClr val="797A7D"/>
                    </a:gs>
                    <a:gs pos="0">
                      <a:srgbClr val="797A7D"/>
                    </a:gs>
                  </a:gsLst>
                  <a:lin ang="5400000" scaled="0"/>
                </a:gradFill>
              </a:rPr>
              <a:pPr defTabSz="921960"/>
              <a:t>‹nº›</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3362741831"/>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Photo on Righ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98856" y="6300314"/>
            <a:ext cx="1924276" cy="561721"/>
          </a:xfrm>
          <a:prstGeom prst="rect">
            <a:avLst/>
          </a:prstGeom>
        </p:spPr>
      </p:pic>
      <p:sp>
        <p:nvSpPr>
          <p:cNvPr id="3" name="Text Placeholder 2"/>
          <p:cNvSpPr>
            <a:spLocks noGrp="1"/>
          </p:cNvSpPr>
          <p:nvPr>
            <p:ph type="body" idx="1" hasCustomPrompt="1"/>
          </p:nvPr>
        </p:nvSpPr>
        <p:spPr>
          <a:xfrm>
            <a:off x="520639" y="1482321"/>
            <a:ext cx="5432825" cy="1206540"/>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14558" indent="0">
              <a:buNone/>
              <a:defRPr sz="2700" b="1"/>
            </a:lvl2pPr>
            <a:lvl3pPr marL="1229115" indent="0">
              <a:buNone/>
              <a:defRPr sz="2400" b="1"/>
            </a:lvl3pPr>
            <a:lvl4pPr marL="1843673" indent="0">
              <a:buNone/>
              <a:defRPr sz="2200" b="1"/>
            </a:lvl4pPr>
            <a:lvl5pPr marL="2458230" indent="0">
              <a:buNone/>
              <a:defRPr sz="2200" b="1"/>
            </a:lvl5pPr>
            <a:lvl6pPr marL="3072785" indent="0">
              <a:buNone/>
              <a:defRPr sz="2200" b="1"/>
            </a:lvl6pPr>
            <a:lvl7pPr marL="3687345" indent="0">
              <a:buNone/>
              <a:defRPr sz="2200" b="1"/>
            </a:lvl7pPr>
            <a:lvl8pPr marL="4301900" indent="0">
              <a:buNone/>
              <a:defRPr sz="2200" b="1"/>
            </a:lvl8pPr>
            <a:lvl9pPr marL="4916457" indent="0">
              <a:buNone/>
              <a:defRPr sz="2200" b="1"/>
            </a:lvl9pPr>
          </a:lstStyle>
          <a:p>
            <a:pPr lvl="0"/>
            <a:r>
              <a:rPr lang="en-US" dirty="0" smtClean="0"/>
              <a:t>Click to edit Master text styles.</a:t>
            </a:r>
          </a:p>
        </p:txBody>
      </p:sp>
      <p:sp>
        <p:nvSpPr>
          <p:cNvPr id="10" name="Slide Number Placeholder 9"/>
          <p:cNvSpPr>
            <a:spLocks noGrp="1"/>
          </p:cNvSpPr>
          <p:nvPr>
            <p:ph type="sldNum" sz="quarter" idx="12"/>
          </p:nvPr>
        </p:nvSpPr>
        <p:spPr>
          <a:xfrm>
            <a:off x="520633" y="6552140"/>
            <a:ext cx="560613" cy="224688"/>
          </a:xfrm>
          <a:prstGeom prst="rect">
            <a:avLst/>
          </a:prstGeom>
        </p:spPr>
        <p:txBody>
          <a:bodyPr lIns="122910" tIns="61455" rIns="122910" bIns="61455" anchor="ctr"/>
          <a:lstStyle>
            <a:lvl1pPr algn="l">
              <a:defRPr sz="1600">
                <a:gradFill>
                  <a:gsLst>
                    <a:gs pos="100000">
                      <a:schemeClr val="bg2"/>
                    </a:gs>
                    <a:gs pos="0">
                      <a:schemeClr val="bg2"/>
                    </a:gs>
                  </a:gsLst>
                  <a:lin ang="5400000" scaled="0"/>
                </a:gradFill>
              </a:defRPr>
            </a:lvl1pPr>
          </a:lstStyle>
          <a:p>
            <a:pPr defTabSz="921960"/>
            <a:fld id="{727B4C2D-45E2-4621-8491-2995EB46A674}" type="slidenum">
              <a:rPr lang="en-US" smtClean="0">
                <a:gradFill>
                  <a:gsLst>
                    <a:gs pos="100000">
                      <a:srgbClr val="797A7D"/>
                    </a:gs>
                    <a:gs pos="0">
                      <a:srgbClr val="797A7D"/>
                    </a:gs>
                  </a:gsLst>
                  <a:lin ang="5400000" scaled="0"/>
                </a:gradFill>
              </a:rPr>
              <a:pPr defTabSz="921960"/>
              <a:t>‹nº›</a:t>
            </a:fld>
            <a:endParaRPr lang="en-US" dirty="0">
              <a:gradFill>
                <a:gsLst>
                  <a:gs pos="100000">
                    <a:srgbClr val="797A7D"/>
                  </a:gs>
                  <a:gs pos="0">
                    <a:srgbClr val="797A7D"/>
                  </a:gs>
                </a:gsLst>
                <a:lin ang="5400000" scaled="0"/>
              </a:gradFill>
            </a:endParaRPr>
          </a:p>
        </p:txBody>
      </p:sp>
      <p:sp>
        <p:nvSpPr>
          <p:cNvPr id="9" name="Content Placeholder 5"/>
          <p:cNvSpPr>
            <a:spLocks noGrp="1"/>
          </p:cNvSpPr>
          <p:nvPr>
            <p:ph sz="quarter" idx="13"/>
          </p:nvPr>
        </p:nvSpPr>
        <p:spPr>
          <a:xfrm>
            <a:off x="520640" y="2800200"/>
            <a:ext cx="5443456" cy="623928"/>
          </a:xfrm>
          <a:prstGeom prst="rect">
            <a:avLst/>
          </a:prstGeom>
        </p:spPr>
        <p:txBody>
          <a:bodyPr>
            <a:noAutofit/>
          </a:bodyPr>
          <a:lstStyle>
            <a:lvl1pPr marL="0" indent="0">
              <a:spcBef>
                <a:spcPts val="1210"/>
              </a:spcBef>
              <a:buFont typeface="Arial" pitchFamily="34" charset="0"/>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21835" indent="-384098">
              <a:defRPr lang="en-US" sz="2200" kern="1200" dirty="0" smtClean="0">
                <a:solidFill>
                  <a:schemeClr val="bg2">
                    <a:lumMod val="50000"/>
                  </a:schemeClr>
                </a:solidFill>
                <a:latin typeface="+mn-lt"/>
                <a:ea typeface="+mn-ea"/>
                <a:cs typeface="Arial" pitchFamily="34" charset="0"/>
              </a:defRPr>
            </a:lvl2pPr>
            <a:lvl3pPr marL="921835" indent="-230460">
              <a:defRPr lang="en-US" sz="1900" kern="1200" dirty="0" smtClean="0">
                <a:solidFill>
                  <a:schemeClr val="bg2">
                    <a:lumMod val="50000"/>
                  </a:schemeClr>
                </a:solidFill>
                <a:latin typeface="+mn-lt"/>
                <a:ea typeface="+mn-ea"/>
                <a:cs typeface="Arial" pitchFamily="34" charset="0"/>
              </a:defRPr>
            </a:lvl3pPr>
            <a:lvl4pPr marL="1229115" indent="-230460">
              <a:defRPr lang="en-US" sz="1600" kern="1200" dirty="0" smtClean="0">
                <a:solidFill>
                  <a:schemeClr val="bg2">
                    <a:lumMod val="50000"/>
                  </a:schemeClr>
                </a:solidFill>
                <a:latin typeface="+mn-lt"/>
                <a:ea typeface="+mn-ea"/>
                <a:cs typeface="Arial" pitchFamily="34" charset="0"/>
              </a:defRPr>
            </a:lvl4pPr>
            <a:lvl5pPr marL="1459575" indent="-230460">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07908" y="0"/>
            <a:ext cx="5979333" cy="7021513"/>
          </a:xfrm>
        </p:spPr>
        <p:txBody>
          <a:bodyPr lIns="184398" anchor="ctr"/>
          <a:lstStyle>
            <a:lvl1pPr marL="0" indent="0" algn="l">
              <a:buNone/>
              <a:defRPr/>
            </a:lvl1pPr>
          </a:lstStyle>
          <a:p>
            <a:r>
              <a:rPr lang="en-US" dirty="0" smtClean="0"/>
              <a:t>Click to insert photo.</a:t>
            </a:r>
            <a:endParaRPr lang="en-US" dirty="0"/>
          </a:p>
        </p:txBody>
      </p:sp>
    </p:spTree>
    <p:extLst>
      <p:ext uri="{BB962C8B-B14F-4D97-AF65-F5344CB8AC3E}">
        <p14:creationId xmlns:p14="http://schemas.microsoft.com/office/powerpoint/2010/main" val="614123376"/>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7286" y="1482321"/>
            <a:ext cx="5432825" cy="1206540"/>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14558" indent="0">
              <a:buNone/>
              <a:defRPr sz="2700" b="1"/>
            </a:lvl2pPr>
            <a:lvl3pPr marL="1229115" indent="0">
              <a:buNone/>
              <a:defRPr sz="2400" b="1"/>
            </a:lvl3pPr>
            <a:lvl4pPr marL="1843673" indent="0">
              <a:buNone/>
              <a:defRPr sz="2200" b="1"/>
            </a:lvl4pPr>
            <a:lvl5pPr marL="2458230" indent="0">
              <a:buNone/>
              <a:defRPr sz="2200" b="1"/>
            </a:lvl5pPr>
            <a:lvl6pPr marL="3072785" indent="0">
              <a:buNone/>
              <a:defRPr sz="2200" b="1"/>
            </a:lvl6pPr>
            <a:lvl7pPr marL="3687345" indent="0">
              <a:buNone/>
              <a:defRPr sz="2200" b="1"/>
            </a:lvl7pPr>
            <a:lvl8pPr marL="4301900" indent="0">
              <a:buNone/>
              <a:defRPr sz="2200" b="1"/>
            </a:lvl8pPr>
            <a:lvl9pPr marL="4916457" indent="0">
              <a:buNone/>
              <a:defRPr sz="2200" b="1"/>
            </a:lvl9pPr>
          </a:lstStyle>
          <a:p>
            <a:pPr lvl="0"/>
            <a:r>
              <a:rPr lang="en-US" dirty="0" smtClean="0"/>
              <a:t>Click to edit Master text styles.</a:t>
            </a:r>
          </a:p>
        </p:txBody>
      </p:sp>
      <p:sp>
        <p:nvSpPr>
          <p:cNvPr id="9" name="Content Placeholder 5"/>
          <p:cNvSpPr>
            <a:spLocks noGrp="1"/>
          </p:cNvSpPr>
          <p:nvPr>
            <p:ph sz="quarter" idx="13"/>
          </p:nvPr>
        </p:nvSpPr>
        <p:spPr>
          <a:xfrm>
            <a:off x="6217289" y="2800200"/>
            <a:ext cx="5443456" cy="623928"/>
          </a:xfrm>
          <a:prstGeom prst="rect">
            <a:avLst/>
          </a:prstGeom>
        </p:spPr>
        <p:txBody>
          <a:bodyPr>
            <a:noAutofit/>
          </a:bodyPr>
          <a:lstStyle>
            <a:lvl1pPr marL="0" indent="0">
              <a:spcBef>
                <a:spcPts val="1210"/>
              </a:spcBef>
              <a:buFont typeface="Arial" pitchFamily="34" charset="0"/>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21835" indent="-384098">
              <a:defRPr lang="en-US" sz="2200" kern="1200" dirty="0" smtClean="0">
                <a:solidFill>
                  <a:schemeClr val="bg2">
                    <a:lumMod val="50000"/>
                  </a:schemeClr>
                </a:solidFill>
                <a:latin typeface="+mn-lt"/>
                <a:ea typeface="+mn-ea"/>
                <a:cs typeface="Arial" pitchFamily="34" charset="0"/>
              </a:defRPr>
            </a:lvl2pPr>
            <a:lvl3pPr marL="921835" indent="-230460">
              <a:defRPr lang="en-US" sz="1900" kern="1200" dirty="0" smtClean="0">
                <a:solidFill>
                  <a:schemeClr val="bg2">
                    <a:lumMod val="50000"/>
                  </a:schemeClr>
                </a:solidFill>
                <a:latin typeface="+mn-lt"/>
                <a:ea typeface="+mn-ea"/>
                <a:cs typeface="Arial" pitchFamily="34" charset="0"/>
              </a:defRPr>
            </a:lvl3pPr>
            <a:lvl4pPr marL="1229115" indent="-230460">
              <a:defRPr lang="en-US" sz="1600" kern="1200" dirty="0" smtClean="0">
                <a:solidFill>
                  <a:schemeClr val="bg2">
                    <a:lumMod val="50000"/>
                  </a:schemeClr>
                </a:solidFill>
                <a:latin typeface="+mn-lt"/>
                <a:ea typeface="+mn-ea"/>
                <a:cs typeface="Arial" pitchFamily="34" charset="0"/>
              </a:defRPr>
            </a:lvl4pPr>
            <a:lvl5pPr marL="1459575" indent="-230460">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0" y="0"/>
            <a:ext cx="5979333" cy="7021513"/>
          </a:xfrm>
        </p:spPr>
        <p:txBody>
          <a:bodyPr lIns="184398" anchor="ctr"/>
          <a:lstStyle>
            <a:lvl1pPr marL="0" indent="0" algn="l">
              <a:buNone/>
              <a:defRPr/>
            </a:lvl1pPr>
          </a:lstStyle>
          <a:p>
            <a:r>
              <a:rPr lang="en-US" dirty="0" smtClean="0"/>
              <a:t>Click to insert photo.</a:t>
            </a:r>
            <a:endParaRPr lang="en-US" dirty="0"/>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1855120415"/>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9515" y="0"/>
            <a:ext cx="5985684"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101" tIns="46101" rIns="46101" bIns="46101" numCol="1" spcCol="0" rtlCol="0" fromWordArt="0" anchor="ctr" anchorCtr="0" forceAA="0" compatLnSpc="1">
            <a:prstTxWarp prst="textNoShape">
              <a:avLst/>
            </a:prstTxWarp>
            <a:noAutofit/>
          </a:bodyPr>
          <a:lstStyle/>
          <a:p>
            <a:pPr algn="ctr" defTabSz="921694" fontAlgn="base">
              <a:spcBef>
                <a:spcPct val="0"/>
              </a:spcBef>
              <a:spcAft>
                <a:spcPct val="0"/>
              </a:spcAft>
            </a:pPr>
            <a:endParaRPr lang="en-US" sz="23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9" y="1482324"/>
            <a:ext cx="5231720" cy="1701620"/>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14558" indent="0">
              <a:buNone/>
              <a:defRPr sz="2700" b="1"/>
            </a:lvl2pPr>
            <a:lvl3pPr marL="1229115" indent="0">
              <a:buNone/>
              <a:defRPr sz="2400" b="1"/>
            </a:lvl3pPr>
            <a:lvl4pPr marL="1843673" indent="0">
              <a:buNone/>
              <a:defRPr sz="2200" b="1"/>
            </a:lvl4pPr>
            <a:lvl5pPr marL="2458230" indent="0">
              <a:buNone/>
              <a:defRPr sz="2200" b="1"/>
            </a:lvl5pPr>
            <a:lvl6pPr marL="3072785" indent="0">
              <a:buNone/>
              <a:defRPr sz="2200" b="1"/>
            </a:lvl6pPr>
            <a:lvl7pPr marL="3687345" indent="0">
              <a:buNone/>
              <a:defRPr sz="2200" b="1"/>
            </a:lvl7pPr>
            <a:lvl8pPr marL="4301900" indent="0">
              <a:buNone/>
              <a:defRPr sz="2200" b="1"/>
            </a:lvl8pPr>
            <a:lvl9pPr marL="4916457" indent="0">
              <a:buNone/>
              <a:defRPr sz="2200" b="1"/>
            </a:lvl9pPr>
          </a:lstStyle>
          <a:p>
            <a:pPr lvl="0"/>
            <a:r>
              <a:rPr lang="en-US" dirty="0" smtClean="0"/>
              <a:t>Click to edit Master text styles.</a:t>
            </a:r>
          </a:p>
        </p:txBody>
      </p:sp>
      <p:sp>
        <p:nvSpPr>
          <p:cNvPr id="6" name="Content Placeholder 5"/>
          <p:cNvSpPr>
            <a:spLocks noGrp="1"/>
          </p:cNvSpPr>
          <p:nvPr>
            <p:ph sz="quarter" idx="4"/>
          </p:nvPr>
        </p:nvSpPr>
        <p:spPr>
          <a:xfrm>
            <a:off x="6187350" y="1722014"/>
            <a:ext cx="5484027" cy="340324"/>
          </a:xfrm>
          <a:prstGeom prst="rect">
            <a:avLst/>
          </a:prstGeom>
        </p:spPr>
        <p:txBody>
          <a:bodyPr>
            <a:noAutofit/>
          </a:bodyPr>
          <a:lstStyle>
            <a:lvl1pPr marL="0" indent="0">
              <a:spcBef>
                <a:spcPts val="121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21835" indent="-384098">
              <a:defRPr lang="en-US" sz="2200" kern="1200" dirty="0" smtClean="0">
                <a:solidFill>
                  <a:schemeClr val="bg2">
                    <a:lumMod val="50000"/>
                  </a:schemeClr>
                </a:solidFill>
                <a:latin typeface="+mn-lt"/>
                <a:ea typeface="+mn-ea"/>
                <a:cs typeface="Arial" pitchFamily="34" charset="0"/>
              </a:defRPr>
            </a:lvl2pPr>
            <a:lvl3pPr marL="921835" indent="-230460">
              <a:defRPr lang="en-US" sz="1900" kern="1200" dirty="0" smtClean="0">
                <a:solidFill>
                  <a:schemeClr val="bg2">
                    <a:lumMod val="50000"/>
                  </a:schemeClr>
                </a:solidFill>
                <a:latin typeface="+mn-lt"/>
                <a:ea typeface="+mn-ea"/>
                <a:cs typeface="Arial" pitchFamily="34" charset="0"/>
              </a:defRPr>
            </a:lvl3pPr>
            <a:lvl4pPr marL="1229115" indent="-230460">
              <a:defRPr lang="en-US" sz="1600" kern="1200" dirty="0" smtClean="0">
                <a:solidFill>
                  <a:schemeClr val="bg2">
                    <a:lumMod val="50000"/>
                  </a:schemeClr>
                </a:solidFill>
                <a:latin typeface="+mn-lt"/>
                <a:ea typeface="+mn-ea"/>
                <a:cs typeface="Arial" pitchFamily="34" charset="0"/>
              </a:defRPr>
            </a:lvl4pPr>
            <a:lvl5pPr marL="1459575" indent="-230460">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2337401127"/>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or Block text w/Photo on Right">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a:xfrm>
            <a:off x="6207908" y="0"/>
            <a:ext cx="5979333" cy="7021513"/>
          </a:xfrm>
        </p:spPr>
        <p:txBody>
          <a:bodyPr lIns="184398" anchor="ctr"/>
          <a:lstStyle>
            <a:lvl1pPr marL="0" indent="0" algn="l">
              <a:buNone/>
              <a:defRPr/>
            </a:lvl1pPr>
          </a:lstStyle>
          <a:p>
            <a:r>
              <a:rPr lang="en-US" dirty="0" smtClean="0"/>
              <a:t>Click to insert photo.</a:t>
            </a:r>
            <a:endParaRPr lang="en-US" dirty="0"/>
          </a:p>
        </p:txBody>
      </p:sp>
      <p:sp>
        <p:nvSpPr>
          <p:cNvPr id="7" name="Rectangle 6"/>
          <p:cNvSpPr/>
          <p:nvPr userDrawn="1"/>
        </p:nvSpPr>
        <p:spPr bwMode="white">
          <a:xfrm>
            <a:off x="3" y="0"/>
            <a:ext cx="6219015"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101" tIns="46101" rIns="46101" bIns="46101" numCol="1" spcCol="0" rtlCol="0" fromWordArt="0" anchor="ctr" anchorCtr="0" forceAA="0" compatLnSpc="1">
            <a:prstTxWarp prst="textNoShape">
              <a:avLst/>
            </a:prstTxWarp>
            <a:noAutofit/>
          </a:bodyPr>
          <a:lstStyle/>
          <a:p>
            <a:pPr algn="ctr" defTabSz="921694" fontAlgn="base">
              <a:spcBef>
                <a:spcPct val="0"/>
              </a:spcBef>
              <a:spcAft>
                <a:spcPct val="0"/>
              </a:spcAft>
            </a:pPr>
            <a:endParaRPr lang="en-US" sz="23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9" y="1482321"/>
            <a:ext cx="5432825" cy="1206540"/>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14558" indent="0">
              <a:buNone/>
              <a:defRPr sz="2700" b="1"/>
            </a:lvl2pPr>
            <a:lvl3pPr marL="1229115" indent="0">
              <a:buNone/>
              <a:defRPr sz="2400" b="1"/>
            </a:lvl3pPr>
            <a:lvl4pPr marL="1843673" indent="0">
              <a:buNone/>
              <a:defRPr sz="2200" b="1"/>
            </a:lvl4pPr>
            <a:lvl5pPr marL="2458230" indent="0">
              <a:buNone/>
              <a:defRPr sz="2200" b="1"/>
            </a:lvl5pPr>
            <a:lvl6pPr marL="3072785" indent="0">
              <a:buNone/>
              <a:defRPr sz="2200" b="1"/>
            </a:lvl6pPr>
            <a:lvl7pPr marL="3687345" indent="0">
              <a:buNone/>
              <a:defRPr sz="2200" b="1"/>
            </a:lvl7pPr>
            <a:lvl8pPr marL="4301900" indent="0">
              <a:buNone/>
              <a:defRPr sz="2200" b="1"/>
            </a:lvl8pPr>
            <a:lvl9pPr marL="4916457" indent="0">
              <a:buNone/>
              <a:defRPr sz="2200" b="1"/>
            </a:lvl9pPr>
          </a:lstStyle>
          <a:p>
            <a:pPr lvl="0"/>
            <a:r>
              <a:rPr lang="en-US" dirty="0" smtClean="0"/>
              <a:t>Click to edit Master text styles.</a:t>
            </a:r>
          </a:p>
        </p:txBody>
      </p:sp>
      <p:sp>
        <p:nvSpPr>
          <p:cNvPr id="9" name="Content Placeholder 5"/>
          <p:cNvSpPr>
            <a:spLocks noGrp="1"/>
          </p:cNvSpPr>
          <p:nvPr>
            <p:ph sz="quarter" idx="13"/>
          </p:nvPr>
        </p:nvSpPr>
        <p:spPr>
          <a:xfrm>
            <a:off x="520640" y="2800200"/>
            <a:ext cx="5443456" cy="623928"/>
          </a:xfrm>
          <a:prstGeom prst="rect">
            <a:avLst/>
          </a:prstGeom>
        </p:spPr>
        <p:txBody>
          <a:bodyPr>
            <a:noAutofit/>
          </a:bodyPr>
          <a:lstStyle>
            <a:lvl1pPr marL="0" indent="0">
              <a:spcBef>
                <a:spcPts val="121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21835" indent="-384098">
              <a:defRPr lang="en-US" sz="2200" kern="1200" dirty="0" smtClean="0">
                <a:solidFill>
                  <a:schemeClr val="bg2">
                    <a:lumMod val="50000"/>
                  </a:schemeClr>
                </a:solidFill>
                <a:latin typeface="+mn-lt"/>
                <a:ea typeface="+mn-ea"/>
                <a:cs typeface="Arial" pitchFamily="34" charset="0"/>
              </a:defRPr>
            </a:lvl2pPr>
            <a:lvl3pPr marL="921835" indent="-230460">
              <a:defRPr lang="en-US" sz="1900" kern="1200" dirty="0" smtClean="0">
                <a:solidFill>
                  <a:schemeClr val="bg2">
                    <a:lumMod val="50000"/>
                  </a:schemeClr>
                </a:solidFill>
                <a:latin typeface="+mn-lt"/>
                <a:ea typeface="+mn-ea"/>
                <a:cs typeface="Arial" pitchFamily="34" charset="0"/>
              </a:defRPr>
            </a:lvl3pPr>
            <a:lvl4pPr marL="1229115" indent="-230460">
              <a:defRPr lang="en-US" sz="1600" kern="1200" dirty="0" smtClean="0">
                <a:solidFill>
                  <a:schemeClr val="bg2">
                    <a:lumMod val="50000"/>
                  </a:schemeClr>
                </a:solidFill>
                <a:latin typeface="+mn-lt"/>
                <a:ea typeface="+mn-ea"/>
                <a:cs typeface="Arial" pitchFamily="34" charset="0"/>
              </a:defRPr>
            </a:lvl4pPr>
            <a:lvl5pPr marL="1459575" indent="-230460">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326710957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lor Block text w/Photo on Left">
    <p:spTree>
      <p:nvGrpSpPr>
        <p:cNvPr id="1" name=""/>
        <p:cNvGrpSpPr/>
        <p:nvPr/>
      </p:nvGrpSpPr>
      <p:grpSpPr>
        <a:xfrm>
          <a:off x="0" y="0"/>
          <a:ext cx="0" cy="0"/>
          <a:chOff x="0" y="0"/>
          <a:chExt cx="0" cy="0"/>
        </a:xfrm>
      </p:grpSpPr>
      <p:sp>
        <p:nvSpPr>
          <p:cNvPr id="7" name="Rectangle 6"/>
          <p:cNvSpPr/>
          <p:nvPr userDrawn="1"/>
        </p:nvSpPr>
        <p:spPr bwMode="white">
          <a:xfrm>
            <a:off x="5966641" y="0"/>
            <a:ext cx="6220601"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101" tIns="46101" rIns="46101" bIns="46101" numCol="1" spcCol="0" rtlCol="0" fromWordArt="0" anchor="ctr" anchorCtr="0" forceAA="0" compatLnSpc="1">
            <a:prstTxWarp prst="textNoShape">
              <a:avLst/>
            </a:prstTxWarp>
            <a:noAutofit/>
          </a:bodyPr>
          <a:lstStyle/>
          <a:p>
            <a:pPr algn="ctr" defTabSz="921694" fontAlgn="base">
              <a:spcBef>
                <a:spcPct val="0"/>
              </a:spcBef>
              <a:spcAft>
                <a:spcPct val="0"/>
              </a:spcAft>
            </a:pPr>
            <a:endParaRPr lang="en-US" sz="23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6217286" y="1482321"/>
            <a:ext cx="5432825" cy="1206540"/>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14558" indent="0">
              <a:buNone/>
              <a:defRPr sz="2700" b="1"/>
            </a:lvl2pPr>
            <a:lvl3pPr marL="1229115" indent="0">
              <a:buNone/>
              <a:defRPr sz="2400" b="1"/>
            </a:lvl3pPr>
            <a:lvl4pPr marL="1843673" indent="0">
              <a:buNone/>
              <a:defRPr sz="2200" b="1"/>
            </a:lvl4pPr>
            <a:lvl5pPr marL="2458230" indent="0">
              <a:buNone/>
              <a:defRPr sz="2200" b="1"/>
            </a:lvl5pPr>
            <a:lvl6pPr marL="3072785" indent="0">
              <a:buNone/>
              <a:defRPr sz="2200" b="1"/>
            </a:lvl6pPr>
            <a:lvl7pPr marL="3687345" indent="0">
              <a:buNone/>
              <a:defRPr sz="2200" b="1"/>
            </a:lvl7pPr>
            <a:lvl8pPr marL="4301900" indent="0">
              <a:buNone/>
              <a:defRPr sz="2200" b="1"/>
            </a:lvl8pPr>
            <a:lvl9pPr marL="4916457" indent="0">
              <a:buNone/>
              <a:defRPr sz="2200" b="1"/>
            </a:lvl9pPr>
          </a:lstStyle>
          <a:p>
            <a:pPr lvl="0"/>
            <a:r>
              <a:rPr lang="en-US" dirty="0" smtClean="0"/>
              <a:t>Click to edit Master text styles.</a:t>
            </a:r>
          </a:p>
        </p:txBody>
      </p:sp>
      <p:sp>
        <p:nvSpPr>
          <p:cNvPr id="9" name="Content Placeholder 5"/>
          <p:cNvSpPr>
            <a:spLocks noGrp="1"/>
          </p:cNvSpPr>
          <p:nvPr>
            <p:ph sz="quarter" idx="13"/>
          </p:nvPr>
        </p:nvSpPr>
        <p:spPr>
          <a:xfrm>
            <a:off x="6217289" y="2800200"/>
            <a:ext cx="5443456" cy="623928"/>
          </a:xfrm>
          <a:prstGeom prst="rect">
            <a:avLst/>
          </a:prstGeom>
        </p:spPr>
        <p:txBody>
          <a:bodyPr>
            <a:noAutofit/>
          </a:bodyPr>
          <a:lstStyle>
            <a:lvl1pPr marL="0" indent="0">
              <a:spcBef>
                <a:spcPts val="121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21835" indent="-384098">
              <a:defRPr lang="en-US" sz="2200" kern="1200" dirty="0" smtClean="0">
                <a:solidFill>
                  <a:schemeClr val="bg2">
                    <a:lumMod val="50000"/>
                  </a:schemeClr>
                </a:solidFill>
                <a:latin typeface="+mn-lt"/>
                <a:ea typeface="+mn-ea"/>
                <a:cs typeface="Arial" pitchFamily="34" charset="0"/>
              </a:defRPr>
            </a:lvl2pPr>
            <a:lvl3pPr marL="921835" indent="-230460">
              <a:defRPr lang="en-US" sz="1900" kern="1200" dirty="0" smtClean="0">
                <a:solidFill>
                  <a:schemeClr val="bg2">
                    <a:lumMod val="50000"/>
                  </a:schemeClr>
                </a:solidFill>
                <a:latin typeface="+mn-lt"/>
                <a:ea typeface="+mn-ea"/>
                <a:cs typeface="Arial" pitchFamily="34" charset="0"/>
              </a:defRPr>
            </a:lvl3pPr>
            <a:lvl4pPr marL="1229115" indent="-230460">
              <a:defRPr lang="en-US" sz="1600" kern="1200" dirty="0" smtClean="0">
                <a:solidFill>
                  <a:schemeClr val="bg2">
                    <a:lumMod val="50000"/>
                  </a:schemeClr>
                </a:solidFill>
                <a:latin typeface="+mn-lt"/>
                <a:ea typeface="+mn-ea"/>
                <a:cs typeface="Arial" pitchFamily="34" charset="0"/>
              </a:defRPr>
            </a:lvl4pPr>
            <a:lvl5pPr marL="1459575" indent="-230460">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0" y="0"/>
            <a:ext cx="5979333" cy="7021513"/>
          </a:xfrm>
        </p:spPr>
        <p:txBody>
          <a:bodyPr lIns="184398" anchor="ctr"/>
          <a:lstStyle>
            <a:lvl1pPr marL="0" indent="0" algn="l">
              <a:buNone/>
              <a:defRPr/>
            </a:lvl1pPr>
          </a:lstStyle>
          <a:p>
            <a:r>
              <a:rPr lang="en-US" dirty="0" smtClean="0"/>
              <a:t>Click to insert photo.</a:t>
            </a:r>
            <a:endParaRPr lang="en-US" dirty="0"/>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7371"/>
          <a:stretch/>
        </p:blipFill>
        <p:spPr bwMode="black">
          <a:xfrm>
            <a:off x="10425539" y="6300314"/>
            <a:ext cx="1397591" cy="561721"/>
          </a:xfrm>
          <a:prstGeom prst="rect">
            <a:avLst/>
          </a:prstGeom>
        </p:spPr>
      </p:pic>
    </p:spTree>
    <p:extLst>
      <p:ext uri="{BB962C8B-B14F-4D97-AF65-F5344CB8AC3E}">
        <p14:creationId xmlns:p14="http://schemas.microsoft.com/office/powerpoint/2010/main" val="4113979510"/>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Quote ">
    <p:spTree>
      <p:nvGrpSpPr>
        <p:cNvPr id="1" name=""/>
        <p:cNvGrpSpPr/>
        <p:nvPr/>
      </p:nvGrpSpPr>
      <p:grpSpPr>
        <a:xfrm>
          <a:off x="0" y="0"/>
          <a:ext cx="0" cy="0"/>
          <a:chOff x="0" y="0"/>
          <a:chExt cx="0" cy="0"/>
        </a:xfrm>
      </p:grpSpPr>
      <p:sp>
        <p:nvSpPr>
          <p:cNvPr id="5" name="Content Placeholder 4"/>
          <p:cNvSpPr>
            <a:spLocks noGrp="1"/>
          </p:cNvSpPr>
          <p:nvPr>
            <p:ph sz="quarter" idx="11" hasCustomPrompt="1"/>
          </p:nvPr>
        </p:nvSpPr>
        <p:spPr>
          <a:xfrm>
            <a:off x="520633" y="1390438"/>
            <a:ext cx="11150736" cy="2931337"/>
          </a:xfrm>
          <a:prstGeom prst="rect">
            <a:avLst/>
          </a:prstGeom>
        </p:spPr>
        <p:txBody>
          <a:bodyPr>
            <a:normAutofit/>
          </a:bodyPr>
          <a:lstStyle>
            <a:lvl1pPr marL="0" indent="0">
              <a:lnSpc>
                <a:spcPct val="90000"/>
              </a:lnSpc>
              <a:buNone/>
              <a:defRPr sz="6500">
                <a:gradFill>
                  <a:gsLst>
                    <a:gs pos="100000">
                      <a:schemeClr val="tx2"/>
                    </a:gs>
                    <a:gs pos="0">
                      <a:schemeClr val="tx2"/>
                    </a:gs>
                  </a:gsLst>
                  <a:lin ang="5400000" scaled="0"/>
                </a:gradFill>
                <a:latin typeface="+mj-lt"/>
              </a:defRPr>
            </a:lvl1pPr>
            <a:lvl2pPr>
              <a:defRPr sz="6500">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633" y="6552140"/>
            <a:ext cx="560613" cy="224688"/>
          </a:xfrm>
          <a:prstGeom prst="rect">
            <a:avLst/>
          </a:prstGeom>
        </p:spPr>
        <p:txBody>
          <a:bodyPr lIns="122910" tIns="61455" rIns="122910" bIns="61455" anchor="ctr"/>
          <a:lstStyle>
            <a:lvl1pPr algn="l">
              <a:defRPr sz="1600">
                <a:gradFill>
                  <a:gsLst>
                    <a:gs pos="100000">
                      <a:schemeClr val="bg2"/>
                    </a:gs>
                    <a:gs pos="0">
                      <a:schemeClr val="bg2"/>
                    </a:gs>
                  </a:gsLst>
                  <a:lin ang="5400000" scaled="0"/>
                </a:gradFill>
              </a:defRPr>
            </a:lvl1pPr>
          </a:lstStyle>
          <a:p>
            <a:pPr defTabSz="921960"/>
            <a:fld id="{727B4C2D-45E2-4621-8491-2995EB46A674}" type="slidenum">
              <a:rPr lang="en-US" smtClean="0">
                <a:gradFill>
                  <a:gsLst>
                    <a:gs pos="100000">
                      <a:srgbClr val="797A7D"/>
                    </a:gs>
                    <a:gs pos="0">
                      <a:srgbClr val="797A7D"/>
                    </a:gs>
                  </a:gsLst>
                  <a:lin ang="5400000" scaled="0"/>
                </a:gradFill>
              </a:rPr>
              <a:pPr defTabSz="921960"/>
              <a:t>‹nº›</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633" y="4446962"/>
            <a:ext cx="11150736" cy="481971"/>
          </a:xfrm>
          <a:prstGeom prst="rect">
            <a:avLst/>
          </a:prstGeom>
        </p:spPr>
        <p:txBody>
          <a:bodyPr>
            <a:normAutofit/>
          </a:bodyPr>
          <a:lstStyle>
            <a:lvl1pPr marL="0" indent="0">
              <a:lnSpc>
                <a:spcPct val="90000"/>
              </a:lnSpc>
              <a:buNone/>
              <a:defRPr sz="3600">
                <a:gradFill>
                  <a:gsLst>
                    <a:gs pos="100000">
                      <a:schemeClr val="bg2"/>
                    </a:gs>
                    <a:gs pos="0">
                      <a:schemeClr val="bg2"/>
                    </a:gs>
                  </a:gsLst>
                  <a:lin ang="5400000" scaled="0"/>
                </a:gradFill>
                <a:latin typeface="+mj-lt"/>
              </a:defRPr>
            </a:lvl1pPr>
            <a:lvl2pPr>
              <a:defRPr sz="6500">
                <a:solidFill>
                  <a:schemeClr val="tx2"/>
                </a:solidFill>
                <a:latin typeface="+mn-lt"/>
              </a:defRPr>
            </a:lvl2pPr>
          </a:lstStyle>
          <a:p>
            <a:pPr lvl="0"/>
            <a:r>
              <a:rPr lang="en-US" smtClean="0"/>
              <a:t>Click to edit Master text styles</a:t>
            </a: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8500361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userDrawn="1"/>
        </p:nvSpPr>
        <p:spPr bwMode="white">
          <a:xfrm>
            <a:off x="0" y="877692"/>
            <a:ext cx="12187238" cy="524663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101" tIns="46101" rIns="46101" bIns="46101" numCol="1" spcCol="0" rtlCol="0" fromWordArt="0" anchor="ctr" anchorCtr="0" forceAA="0" compatLnSpc="1">
            <a:prstTxWarp prst="textNoShape">
              <a:avLst/>
            </a:prstTxWarp>
            <a:noAutofit/>
          </a:bodyPr>
          <a:lstStyle/>
          <a:p>
            <a:pPr algn="ctr" defTabSz="921694" fontAlgn="base">
              <a:spcBef>
                <a:spcPct val="0"/>
              </a:spcBef>
              <a:spcAft>
                <a:spcPct val="0"/>
              </a:spcAft>
            </a:pPr>
            <a:endParaRPr lang="en-US" sz="2300" dirty="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520633" y="1390438"/>
            <a:ext cx="11150736" cy="2931337"/>
          </a:xfrm>
          <a:prstGeom prst="rect">
            <a:avLst/>
          </a:prstGeom>
        </p:spPr>
        <p:txBody>
          <a:bodyPr>
            <a:normAutofit/>
          </a:bodyPr>
          <a:lstStyle>
            <a:lvl1pPr marL="0" indent="0">
              <a:lnSpc>
                <a:spcPct val="90000"/>
              </a:lnSpc>
              <a:buNone/>
              <a:defRPr sz="6500">
                <a:gradFill>
                  <a:gsLst>
                    <a:gs pos="100000">
                      <a:schemeClr val="bg1"/>
                    </a:gs>
                    <a:gs pos="0">
                      <a:schemeClr val="bg1"/>
                    </a:gs>
                  </a:gsLst>
                  <a:lin ang="5400000" scaled="0"/>
                </a:gradFill>
                <a:latin typeface="+mj-lt"/>
              </a:defRPr>
            </a:lvl1pPr>
            <a:lvl2pPr>
              <a:defRPr sz="6500">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633" y="6552140"/>
            <a:ext cx="560613" cy="224688"/>
          </a:xfrm>
          <a:prstGeom prst="rect">
            <a:avLst/>
          </a:prstGeom>
        </p:spPr>
        <p:txBody>
          <a:bodyPr lIns="122910" tIns="61455" rIns="122910" bIns="61455" anchor="ctr"/>
          <a:lstStyle>
            <a:lvl1pPr algn="l">
              <a:defRPr sz="1600">
                <a:gradFill>
                  <a:gsLst>
                    <a:gs pos="100000">
                      <a:schemeClr val="bg2"/>
                    </a:gs>
                    <a:gs pos="0">
                      <a:schemeClr val="bg2"/>
                    </a:gs>
                  </a:gsLst>
                  <a:lin ang="5400000" scaled="0"/>
                </a:gradFill>
              </a:defRPr>
            </a:lvl1pPr>
          </a:lstStyle>
          <a:p>
            <a:pPr defTabSz="921960"/>
            <a:fld id="{727B4C2D-45E2-4621-8491-2995EB46A674}" type="slidenum">
              <a:rPr lang="en-US" smtClean="0">
                <a:gradFill>
                  <a:gsLst>
                    <a:gs pos="100000">
                      <a:srgbClr val="797A7D"/>
                    </a:gs>
                    <a:gs pos="0">
                      <a:srgbClr val="797A7D"/>
                    </a:gs>
                  </a:gsLst>
                  <a:lin ang="5400000" scaled="0"/>
                </a:gradFill>
              </a:rPr>
              <a:pPr defTabSz="921960"/>
              <a:t>‹nº›</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633" y="4446962"/>
            <a:ext cx="11150736" cy="481971"/>
          </a:xfrm>
          <a:prstGeom prst="rect">
            <a:avLst/>
          </a:prstGeom>
        </p:spPr>
        <p:txBody>
          <a:bodyPr>
            <a:normAutofit/>
          </a:bodyPr>
          <a:lstStyle>
            <a:lvl1pPr marL="0" indent="0">
              <a:lnSpc>
                <a:spcPct val="90000"/>
              </a:lnSpc>
              <a:buNone/>
              <a:defRPr sz="3600">
                <a:gradFill>
                  <a:gsLst>
                    <a:gs pos="100000">
                      <a:schemeClr val="bg1"/>
                    </a:gs>
                    <a:gs pos="0">
                      <a:schemeClr val="bg1"/>
                    </a:gs>
                  </a:gsLst>
                  <a:lin ang="5400000" scaled="0"/>
                </a:gradFill>
                <a:latin typeface="+mj-lt"/>
              </a:defRPr>
            </a:lvl1pPr>
            <a:lvl2pPr>
              <a:defRPr sz="6500">
                <a:solidFill>
                  <a:schemeClr val="tx2"/>
                </a:solidFill>
                <a:latin typeface="+mn-lt"/>
              </a:defRPr>
            </a:lvl2pPr>
          </a:lstStyle>
          <a:p>
            <a:pPr lvl="0"/>
            <a:r>
              <a:rPr lang="en-US" smtClean="0"/>
              <a:t>Click to edit Master text styles</a:t>
            </a: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29272416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Slide Number Placeholder 9"/>
          <p:cNvSpPr>
            <a:spLocks noGrp="1"/>
          </p:cNvSpPr>
          <p:nvPr>
            <p:ph type="sldNum" sz="quarter" idx="12"/>
          </p:nvPr>
        </p:nvSpPr>
        <p:spPr>
          <a:xfrm>
            <a:off x="520633" y="6552140"/>
            <a:ext cx="560613" cy="224688"/>
          </a:xfrm>
          <a:prstGeom prst="rect">
            <a:avLst/>
          </a:prstGeom>
        </p:spPr>
        <p:txBody>
          <a:bodyPr lIns="122910" tIns="61455" rIns="122910" bIns="61455" anchor="ctr"/>
          <a:lstStyle>
            <a:lvl1pPr algn="l">
              <a:defRPr sz="1600">
                <a:gradFill>
                  <a:gsLst>
                    <a:gs pos="100000">
                      <a:schemeClr val="bg2"/>
                    </a:gs>
                    <a:gs pos="0">
                      <a:schemeClr val="bg2"/>
                    </a:gs>
                  </a:gsLst>
                  <a:lin ang="5400000" scaled="0"/>
                </a:gradFill>
              </a:defRPr>
            </a:lvl1pPr>
          </a:lstStyle>
          <a:p>
            <a:pPr defTabSz="921960"/>
            <a:fld id="{727B4C2D-45E2-4621-8491-2995EB46A674}" type="slidenum">
              <a:rPr lang="en-US" smtClean="0">
                <a:gradFill>
                  <a:gsLst>
                    <a:gs pos="100000">
                      <a:srgbClr val="797A7D"/>
                    </a:gs>
                    <a:gs pos="0">
                      <a:srgbClr val="797A7D"/>
                    </a:gs>
                  </a:gsLst>
                  <a:lin ang="5400000" scaled="0"/>
                </a:gradFill>
              </a:rPr>
              <a:pPr defTabSz="921960"/>
              <a:t>‹nº›</a:t>
            </a:fld>
            <a:endParaRPr lang="en-US" dirty="0">
              <a:gradFill>
                <a:gsLst>
                  <a:gs pos="100000">
                    <a:srgbClr val="797A7D"/>
                  </a:gs>
                  <a:gs pos="0">
                    <a:srgbClr val="797A7D"/>
                  </a:gs>
                </a:gsLst>
                <a:lin ang="5400000" scaled="0"/>
              </a:gradFill>
            </a:endParaRP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1717990485"/>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58623706"/>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567" y="2159840"/>
            <a:ext cx="10236454" cy="1020972"/>
          </a:xfrm>
        </p:spPr>
        <p:txBody>
          <a:bodyPr anchor="b" anchorCtr="0"/>
          <a:lstStyle>
            <a:lvl1pPr>
              <a:defRPr sz="7300" spc="-152" baseline="0">
                <a:gradFill>
                  <a:gsLst>
                    <a:gs pos="1250">
                      <a:schemeClr val="bg1"/>
                    </a:gs>
                    <a:gs pos="100000">
                      <a:schemeClr val="bg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567" y="3507510"/>
            <a:ext cx="10236454" cy="510487"/>
          </a:xfrm>
        </p:spPr>
        <p:txBody>
          <a:bodyPr>
            <a:noAutofit/>
          </a:bodyPr>
          <a:lstStyle>
            <a:lvl1pPr marL="0" indent="0">
              <a:spcBef>
                <a:spcPts val="0"/>
              </a:spcBef>
              <a:buNone/>
              <a:defRPr spc="-71" baseline="0">
                <a:gradFill>
                  <a:gsLst>
                    <a:gs pos="0">
                      <a:schemeClr val="bg1"/>
                    </a:gs>
                    <a:gs pos="100000">
                      <a:schemeClr val="bg1"/>
                    </a:gs>
                  </a:gsLst>
                  <a:lin ang="5400000" scaled="0"/>
                </a:gradFill>
                <a:latin typeface="+mj-lt"/>
              </a:defRPr>
            </a:lvl1pPr>
          </a:lstStyle>
          <a:p>
            <a:pPr lvl="0"/>
            <a:r>
              <a:rPr lang="en-US" dirty="0" smtClean="0"/>
              <a:t>Speaker Title</a:t>
            </a:r>
            <a:endParaRPr lang="en-US" dirty="0"/>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163"/>
          <a:stretch/>
        </p:blipFill>
        <p:spPr bwMode="black">
          <a:xfrm>
            <a:off x="8048247" y="5089560"/>
            <a:ext cx="3623120" cy="1432389"/>
          </a:xfrm>
          <a:prstGeom prst="rect">
            <a:avLst/>
          </a:prstGeom>
        </p:spPr>
      </p:pic>
    </p:spTree>
    <p:extLst>
      <p:ext uri="{BB962C8B-B14F-4D97-AF65-F5344CB8AC3E}">
        <p14:creationId xmlns:p14="http://schemas.microsoft.com/office/powerpoint/2010/main" val="11731587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045" y="2886834"/>
            <a:ext cx="11147562" cy="1247854"/>
          </a:xfrm>
        </p:spPr>
        <p:txBody>
          <a:bodyPr anchor="b" anchorCtr="0"/>
          <a:lstStyle>
            <a:lvl1pPr>
              <a:defRPr sz="8900" spc="-302" baseline="0">
                <a:gradFill>
                  <a:gsLst>
                    <a:gs pos="100000">
                      <a:schemeClr val="bg1"/>
                    </a:gs>
                    <a:gs pos="0">
                      <a:schemeClr val="bg1"/>
                    </a:gs>
                  </a:gsLst>
                  <a:lin ang="5400000" scaled="0"/>
                </a:gradFill>
              </a:defRPr>
            </a:lvl1pPr>
          </a:lstStyle>
          <a:p>
            <a:r>
              <a:rPr lang="en-US" dirty="0" smtClean="0"/>
              <a:t>Click to edit title style</a:t>
            </a:r>
            <a:endParaRPr lang="en-US" dirty="0"/>
          </a:p>
        </p:txBody>
      </p:sp>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l="27228"/>
          <a:stretch/>
        </p:blipFill>
        <p:spPr bwMode="black">
          <a:xfrm>
            <a:off x="10422803" y="6300314"/>
            <a:ext cx="1400320" cy="561721"/>
          </a:xfrm>
          <a:prstGeom prst="rect">
            <a:avLst/>
          </a:prstGeom>
        </p:spPr>
      </p:pic>
    </p:spTree>
    <p:extLst>
      <p:ext uri="{BB962C8B-B14F-4D97-AF65-F5344CB8AC3E}">
        <p14:creationId xmlns:p14="http://schemas.microsoft.com/office/powerpoint/2010/main" val="3062287323"/>
      </p:ext>
    </p:extLst>
  </p:cSld>
  <p:clrMapOvr>
    <a:masterClrMapping/>
  </p:clrMapOvr>
  <p:transition>
    <p:fade/>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9519" y="0"/>
            <a:ext cx="5985684"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106" tIns="46106" rIns="46106" bIns="46106" numCol="1" spcCol="0" rtlCol="0" fromWordArt="0" anchor="ctr" anchorCtr="0" forceAA="0" compatLnSpc="1">
            <a:prstTxWarp prst="textNoShape">
              <a:avLst/>
            </a:prstTxWarp>
            <a:noAutofit/>
          </a:bodyPr>
          <a:lstStyle/>
          <a:p>
            <a:pPr algn="ctr" defTabSz="921809" fontAlgn="base">
              <a:spcBef>
                <a:spcPct val="0"/>
              </a:spcBef>
              <a:spcAft>
                <a:spcPct val="0"/>
              </a:spcAft>
            </a:pPr>
            <a:endParaRPr lang="en-US" sz="23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5" y="1482320"/>
            <a:ext cx="5231720" cy="1701620"/>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14634" indent="0">
              <a:buNone/>
              <a:defRPr sz="2700" b="1"/>
            </a:lvl2pPr>
            <a:lvl3pPr marL="1229268" indent="0">
              <a:buNone/>
              <a:defRPr sz="2400" b="1"/>
            </a:lvl3pPr>
            <a:lvl4pPr marL="1843902" indent="0">
              <a:buNone/>
              <a:defRPr sz="2200" b="1"/>
            </a:lvl4pPr>
            <a:lvl5pPr marL="2458537" indent="0">
              <a:buNone/>
              <a:defRPr sz="2200" b="1"/>
            </a:lvl5pPr>
            <a:lvl6pPr marL="3073171" indent="0">
              <a:buNone/>
              <a:defRPr sz="2200" b="1"/>
            </a:lvl6pPr>
            <a:lvl7pPr marL="3687805" indent="0">
              <a:buNone/>
              <a:defRPr sz="2200" b="1"/>
            </a:lvl7pPr>
            <a:lvl8pPr marL="4302438" indent="0">
              <a:buNone/>
              <a:defRPr sz="2200" b="1"/>
            </a:lvl8pPr>
            <a:lvl9pPr marL="4917073" indent="0">
              <a:buNone/>
              <a:defRPr sz="2200" b="1"/>
            </a:lvl9pPr>
          </a:lstStyle>
          <a:p>
            <a:pPr lvl="0"/>
            <a:r>
              <a:rPr lang="en-US" dirty="0" smtClean="0"/>
              <a:t>Click to edit Master text styles.</a:t>
            </a:r>
          </a:p>
        </p:txBody>
      </p:sp>
      <p:sp>
        <p:nvSpPr>
          <p:cNvPr id="6" name="Content Placeholder 5"/>
          <p:cNvSpPr>
            <a:spLocks noGrp="1"/>
          </p:cNvSpPr>
          <p:nvPr>
            <p:ph sz="quarter" idx="4"/>
          </p:nvPr>
        </p:nvSpPr>
        <p:spPr>
          <a:xfrm>
            <a:off x="6187346" y="1722010"/>
            <a:ext cx="5484027" cy="340324"/>
          </a:xfrm>
          <a:prstGeom prst="rect">
            <a:avLst/>
          </a:prstGeom>
        </p:spPr>
        <p:txBody>
          <a:bodyPr>
            <a:noAutofit/>
          </a:bodyPr>
          <a:lstStyle>
            <a:lvl1pPr marL="0" indent="0">
              <a:spcBef>
                <a:spcPts val="121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21951" indent="-384146">
              <a:defRPr lang="en-US" sz="2200" kern="1200" dirty="0" smtClean="0">
                <a:solidFill>
                  <a:schemeClr val="bg2">
                    <a:lumMod val="50000"/>
                  </a:schemeClr>
                </a:solidFill>
                <a:latin typeface="+mn-lt"/>
                <a:ea typeface="+mn-ea"/>
                <a:cs typeface="Arial" pitchFamily="34" charset="0"/>
              </a:defRPr>
            </a:lvl2pPr>
            <a:lvl3pPr marL="921951" indent="-230488">
              <a:defRPr lang="en-US" sz="1900" kern="1200" dirty="0" smtClean="0">
                <a:solidFill>
                  <a:schemeClr val="bg2">
                    <a:lumMod val="50000"/>
                  </a:schemeClr>
                </a:solidFill>
                <a:latin typeface="+mn-lt"/>
                <a:ea typeface="+mn-ea"/>
                <a:cs typeface="Arial" pitchFamily="34" charset="0"/>
              </a:defRPr>
            </a:lvl3pPr>
            <a:lvl4pPr marL="1229268" indent="-230488">
              <a:defRPr lang="en-US" sz="1600" kern="1200" dirty="0" smtClean="0">
                <a:solidFill>
                  <a:schemeClr val="bg2">
                    <a:lumMod val="50000"/>
                  </a:schemeClr>
                </a:solidFill>
                <a:latin typeface="+mn-lt"/>
                <a:ea typeface="+mn-ea"/>
                <a:cs typeface="Arial" pitchFamily="34" charset="0"/>
              </a:defRPr>
            </a:lvl4pPr>
            <a:lvl5pPr marL="1459756" indent="-230488">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3492845169"/>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lor Block text w/Photo on Right">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a:xfrm>
            <a:off x="6207908" y="0"/>
            <a:ext cx="5979333" cy="7021513"/>
          </a:xfrm>
        </p:spPr>
        <p:txBody>
          <a:bodyPr lIns="184422" anchor="ctr"/>
          <a:lstStyle>
            <a:lvl1pPr marL="0" indent="0" algn="l">
              <a:buNone/>
              <a:defRPr/>
            </a:lvl1pPr>
          </a:lstStyle>
          <a:p>
            <a:r>
              <a:rPr lang="en-US" dirty="0" smtClean="0"/>
              <a:t>Click to insert photo.</a:t>
            </a:r>
            <a:endParaRPr lang="en-US" dirty="0"/>
          </a:p>
        </p:txBody>
      </p:sp>
      <p:sp>
        <p:nvSpPr>
          <p:cNvPr id="7" name="Rectangle 6"/>
          <p:cNvSpPr/>
          <p:nvPr userDrawn="1"/>
        </p:nvSpPr>
        <p:spPr bwMode="white">
          <a:xfrm>
            <a:off x="3" y="0"/>
            <a:ext cx="6219015"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106" tIns="46106" rIns="46106" bIns="46106" numCol="1" spcCol="0" rtlCol="0" fromWordArt="0" anchor="ctr" anchorCtr="0" forceAA="0" compatLnSpc="1">
            <a:prstTxWarp prst="textNoShape">
              <a:avLst/>
            </a:prstTxWarp>
            <a:noAutofit/>
          </a:bodyPr>
          <a:lstStyle/>
          <a:p>
            <a:pPr algn="ctr" defTabSz="921809" fontAlgn="base">
              <a:spcBef>
                <a:spcPct val="0"/>
              </a:spcBef>
              <a:spcAft>
                <a:spcPct val="0"/>
              </a:spcAft>
            </a:pPr>
            <a:endParaRPr lang="en-US" sz="23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5" y="1482321"/>
            <a:ext cx="5432825" cy="1206540"/>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14634" indent="0">
              <a:buNone/>
              <a:defRPr sz="2700" b="1"/>
            </a:lvl2pPr>
            <a:lvl3pPr marL="1229268" indent="0">
              <a:buNone/>
              <a:defRPr sz="2400" b="1"/>
            </a:lvl3pPr>
            <a:lvl4pPr marL="1843902" indent="0">
              <a:buNone/>
              <a:defRPr sz="2200" b="1"/>
            </a:lvl4pPr>
            <a:lvl5pPr marL="2458537" indent="0">
              <a:buNone/>
              <a:defRPr sz="2200" b="1"/>
            </a:lvl5pPr>
            <a:lvl6pPr marL="3073171" indent="0">
              <a:buNone/>
              <a:defRPr sz="2200" b="1"/>
            </a:lvl6pPr>
            <a:lvl7pPr marL="3687805" indent="0">
              <a:buNone/>
              <a:defRPr sz="2200" b="1"/>
            </a:lvl7pPr>
            <a:lvl8pPr marL="4302438" indent="0">
              <a:buNone/>
              <a:defRPr sz="2200" b="1"/>
            </a:lvl8pPr>
            <a:lvl9pPr marL="4917073" indent="0">
              <a:buNone/>
              <a:defRPr sz="2200" b="1"/>
            </a:lvl9pPr>
          </a:lstStyle>
          <a:p>
            <a:pPr lvl="0"/>
            <a:r>
              <a:rPr lang="en-US" dirty="0" smtClean="0"/>
              <a:t>Click to edit Master text styles.</a:t>
            </a:r>
          </a:p>
        </p:txBody>
      </p:sp>
      <p:sp>
        <p:nvSpPr>
          <p:cNvPr id="9" name="Content Placeholder 5"/>
          <p:cNvSpPr>
            <a:spLocks noGrp="1"/>
          </p:cNvSpPr>
          <p:nvPr>
            <p:ph sz="quarter" idx="13"/>
          </p:nvPr>
        </p:nvSpPr>
        <p:spPr>
          <a:xfrm>
            <a:off x="520636" y="2800196"/>
            <a:ext cx="5443456" cy="623928"/>
          </a:xfrm>
          <a:prstGeom prst="rect">
            <a:avLst/>
          </a:prstGeom>
        </p:spPr>
        <p:txBody>
          <a:bodyPr>
            <a:noAutofit/>
          </a:bodyPr>
          <a:lstStyle>
            <a:lvl1pPr marL="0" indent="0">
              <a:spcBef>
                <a:spcPts val="121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21951" indent="-384146">
              <a:defRPr lang="en-US" sz="2200" kern="1200" dirty="0" smtClean="0">
                <a:solidFill>
                  <a:schemeClr val="bg2">
                    <a:lumMod val="50000"/>
                  </a:schemeClr>
                </a:solidFill>
                <a:latin typeface="+mn-lt"/>
                <a:ea typeface="+mn-ea"/>
                <a:cs typeface="Arial" pitchFamily="34" charset="0"/>
              </a:defRPr>
            </a:lvl2pPr>
            <a:lvl3pPr marL="921951" indent="-230488">
              <a:defRPr lang="en-US" sz="1900" kern="1200" dirty="0" smtClean="0">
                <a:solidFill>
                  <a:schemeClr val="bg2">
                    <a:lumMod val="50000"/>
                  </a:schemeClr>
                </a:solidFill>
                <a:latin typeface="+mn-lt"/>
                <a:ea typeface="+mn-ea"/>
                <a:cs typeface="Arial" pitchFamily="34" charset="0"/>
              </a:defRPr>
            </a:lvl3pPr>
            <a:lvl4pPr marL="1229268" indent="-230488">
              <a:defRPr lang="en-US" sz="1600" kern="1200" dirty="0" smtClean="0">
                <a:solidFill>
                  <a:schemeClr val="bg2">
                    <a:lumMod val="50000"/>
                  </a:schemeClr>
                </a:solidFill>
                <a:latin typeface="+mn-lt"/>
                <a:ea typeface="+mn-ea"/>
                <a:cs typeface="Arial" pitchFamily="34" charset="0"/>
              </a:defRPr>
            </a:lvl4pPr>
            <a:lvl5pPr marL="1459756" indent="-230488">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3317862012"/>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lor Block text w/Photo on Left">
    <p:spTree>
      <p:nvGrpSpPr>
        <p:cNvPr id="1" name=""/>
        <p:cNvGrpSpPr/>
        <p:nvPr/>
      </p:nvGrpSpPr>
      <p:grpSpPr>
        <a:xfrm>
          <a:off x="0" y="0"/>
          <a:ext cx="0" cy="0"/>
          <a:chOff x="0" y="0"/>
          <a:chExt cx="0" cy="0"/>
        </a:xfrm>
      </p:grpSpPr>
      <p:sp>
        <p:nvSpPr>
          <p:cNvPr id="7" name="Rectangle 6"/>
          <p:cNvSpPr/>
          <p:nvPr userDrawn="1"/>
        </p:nvSpPr>
        <p:spPr bwMode="white">
          <a:xfrm>
            <a:off x="5966640" y="0"/>
            <a:ext cx="6220601"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106" tIns="46106" rIns="46106" bIns="46106" numCol="1" spcCol="0" rtlCol="0" fromWordArt="0" anchor="ctr" anchorCtr="0" forceAA="0" compatLnSpc="1">
            <a:prstTxWarp prst="textNoShape">
              <a:avLst/>
            </a:prstTxWarp>
            <a:noAutofit/>
          </a:bodyPr>
          <a:lstStyle/>
          <a:p>
            <a:pPr algn="ctr" defTabSz="921809" fontAlgn="base">
              <a:spcBef>
                <a:spcPct val="0"/>
              </a:spcBef>
              <a:spcAft>
                <a:spcPct val="0"/>
              </a:spcAft>
            </a:pPr>
            <a:endParaRPr lang="en-US" sz="23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6217282" y="1482321"/>
            <a:ext cx="5432825" cy="1206540"/>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14634" indent="0">
              <a:buNone/>
              <a:defRPr sz="2700" b="1"/>
            </a:lvl2pPr>
            <a:lvl3pPr marL="1229268" indent="0">
              <a:buNone/>
              <a:defRPr sz="2400" b="1"/>
            </a:lvl3pPr>
            <a:lvl4pPr marL="1843902" indent="0">
              <a:buNone/>
              <a:defRPr sz="2200" b="1"/>
            </a:lvl4pPr>
            <a:lvl5pPr marL="2458537" indent="0">
              <a:buNone/>
              <a:defRPr sz="2200" b="1"/>
            </a:lvl5pPr>
            <a:lvl6pPr marL="3073171" indent="0">
              <a:buNone/>
              <a:defRPr sz="2200" b="1"/>
            </a:lvl6pPr>
            <a:lvl7pPr marL="3687805" indent="0">
              <a:buNone/>
              <a:defRPr sz="2200" b="1"/>
            </a:lvl7pPr>
            <a:lvl8pPr marL="4302438" indent="0">
              <a:buNone/>
              <a:defRPr sz="2200" b="1"/>
            </a:lvl8pPr>
            <a:lvl9pPr marL="4917073" indent="0">
              <a:buNone/>
              <a:defRPr sz="2200" b="1"/>
            </a:lvl9pPr>
          </a:lstStyle>
          <a:p>
            <a:pPr lvl="0"/>
            <a:r>
              <a:rPr lang="en-US" dirty="0" smtClean="0"/>
              <a:t>Click to edit Master text styles.</a:t>
            </a:r>
          </a:p>
        </p:txBody>
      </p:sp>
      <p:sp>
        <p:nvSpPr>
          <p:cNvPr id="9" name="Content Placeholder 5"/>
          <p:cNvSpPr>
            <a:spLocks noGrp="1"/>
          </p:cNvSpPr>
          <p:nvPr>
            <p:ph sz="quarter" idx="13"/>
          </p:nvPr>
        </p:nvSpPr>
        <p:spPr>
          <a:xfrm>
            <a:off x="6217285" y="2800196"/>
            <a:ext cx="5443456" cy="623928"/>
          </a:xfrm>
          <a:prstGeom prst="rect">
            <a:avLst/>
          </a:prstGeom>
        </p:spPr>
        <p:txBody>
          <a:bodyPr>
            <a:noAutofit/>
          </a:bodyPr>
          <a:lstStyle>
            <a:lvl1pPr marL="0" indent="0">
              <a:spcBef>
                <a:spcPts val="121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21951" indent="-384146">
              <a:defRPr lang="en-US" sz="2200" kern="1200" dirty="0" smtClean="0">
                <a:solidFill>
                  <a:schemeClr val="bg2">
                    <a:lumMod val="50000"/>
                  </a:schemeClr>
                </a:solidFill>
                <a:latin typeface="+mn-lt"/>
                <a:ea typeface="+mn-ea"/>
                <a:cs typeface="Arial" pitchFamily="34" charset="0"/>
              </a:defRPr>
            </a:lvl2pPr>
            <a:lvl3pPr marL="921951" indent="-230488">
              <a:defRPr lang="en-US" sz="1900" kern="1200" dirty="0" smtClean="0">
                <a:solidFill>
                  <a:schemeClr val="bg2">
                    <a:lumMod val="50000"/>
                  </a:schemeClr>
                </a:solidFill>
                <a:latin typeface="+mn-lt"/>
                <a:ea typeface="+mn-ea"/>
                <a:cs typeface="Arial" pitchFamily="34" charset="0"/>
              </a:defRPr>
            </a:lvl3pPr>
            <a:lvl4pPr marL="1229268" indent="-230488">
              <a:defRPr lang="en-US" sz="1600" kern="1200" dirty="0" smtClean="0">
                <a:solidFill>
                  <a:schemeClr val="bg2">
                    <a:lumMod val="50000"/>
                  </a:schemeClr>
                </a:solidFill>
                <a:latin typeface="+mn-lt"/>
                <a:ea typeface="+mn-ea"/>
                <a:cs typeface="Arial" pitchFamily="34" charset="0"/>
              </a:defRPr>
            </a:lvl4pPr>
            <a:lvl5pPr marL="1459756" indent="-230488">
              <a:defRPr lang="en-US" sz="1600" kern="1200" dirty="0">
                <a:solidFill>
                  <a:schemeClr val="bg2">
                    <a:lumMod val="50000"/>
                  </a:schemeClr>
                </a:solidFill>
                <a:latin typeface="+mn-lt"/>
                <a:ea typeface="+mn-ea"/>
                <a:cs typeface="Arial" pitchFamily="34" charset="0"/>
              </a:defRPr>
            </a:lvl5pPr>
            <a:lvl6pPr>
              <a:defRPr sz="2200"/>
            </a:lvl6pPr>
            <a:lvl7pPr>
              <a:defRPr sz="2200"/>
            </a:lvl7pPr>
            <a:lvl8pPr>
              <a:defRPr sz="2200"/>
            </a:lvl8pPr>
            <a:lvl9pPr>
              <a:defRPr sz="22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0" y="0"/>
            <a:ext cx="5979333" cy="7021513"/>
          </a:xfrm>
        </p:spPr>
        <p:txBody>
          <a:bodyPr lIns="184422" anchor="ctr"/>
          <a:lstStyle>
            <a:lvl1pPr marL="0" indent="0" algn="l">
              <a:buNone/>
              <a:defRPr/>
            </a:lvl1pPr>
          </a:lstStyle>
          <a:p>
            <a:r>
              <a:rPr lang="en-US" dirty="0" smtClean="0"/>
              <a:t>Click to insert photo.</a:t>
            </a:r>
            <a:endParaRPr lang="en-US" dirty="0"/>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7371"/>
          <a:stretch/>
        </p:blipFill>
        <p:spPr bwMode="black">
          <a:xfrm>
            <a:off x="10425535" y="6300314"/>
            <a:ext cx="1397591" cy="561721"/>
          </a:xfrm>
          <a:prstGeom prst="rect">
            <a:avLst/>
          </a:prstGeom>
        </p:spPr>
      </p:pic>
    </p:spTree>
    <p:extLst>
      <p:ext uri="{BB962C8B-B14F-4D97-AF65-F5344CB8AC3E}">
        <p14:creationId xmlns:p14="http://schemas.microsoft.com/office/powerpoint/2010/main" val="3526022955"/>
      </p:ext>
    </p:extLst>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Quote ">
    <p:spTree>
      <p:nvGrpSpPr>
        <p:cNvPr id="1" name=""/>
        <p:cNvGrpSpPr/>
        <p:nvPr/>
      </p:nvGrpSpPr>
      <p:grpSpPr>
        <a:xfrm>
          <a:off x="0" y="0"/>
          <a:ext cx="0" cy="0"/>
          <a:chOff x="0" y="0"/>
          <a:chExt cx="0" cy="0"/>
        </a:xfrm>
      </p:grpSpPr>
      <p:sp>
        <p:nvSpPr>
          <p:cNvPr id="5" name="Content Placeholder 4"/>
          <p:cNvSpPr>
            <a:spLocks noGrp="1"/>
          </p:cNvSpPr>
          <p:nvPr>
            <p:ph sz="quarter" idx="11" hasCustomPrompt="1"/>
          </p:nvPr>
        </p:nvSpPr>
        <p:spPr>
          <a:xfrm>
            <a:off x="520633" y="1390436"/>
            <a:ext cx="11150736" cy="2931337"/>
          </a:xfrm>
          <a:prstGeom prst="rect">
            <a:avLst/>
          </a:prstGeom>
        </p:spPr>
        <p:txBody>
          <a:bodyPr>
            <a:normAutofit/>
          </a:bodyPr>
          <a:lstStyle>
            <a:lvl1pPr marL="0" indent="0">
              <a:lnSpc>
                <a:spcPct val="90000"/>
              </a:lnSpc>
              <a:buNone/>
              <a:defRPr sz="6500">
                <a:gradFill>
                  <a:gsLst>
                    <a:gs pos="100000">
                      <a:schemeClr val="tx2"/>
                    </a:gs>
                    <a:gs pos="0">
                      <a:schemeClr val="tx2"/>
                    </a:gs>
                  </a:gsLst>
                  <a:lin ang="5400000" scaled="0"/>
                </a:gradFill>
                <a:latin typeface="+mj-lt"/>
              </a:defRPr>
            </a:lvl1pPr>
            <a:lvl2pPr>
              <a:defRPr sz="6500">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633" y="6552140"/>
            <a:ext cx="560613" cy="224688"/>
          </a:xfrm>
          <a:prstGeom prst="rect">
            <a:avLst/>
          </a:prstGeom>
        </p:spPr>
        <p:txBody>
          <a:bodyPr lIns="122927" tIns="61463" rIns="122927" bIns="61463" anchor="ctr"/>
          <a:lstStyle>
            <a:lvl1pPr algn="l">
              <a:defRPr sz="1600">
                <a:gradFill>
                  <a:gsLst>
                    <a:gs pos="100000">
                      <a:schemeClr val="bg2"/>
                    </a:gs>
                    <a:gs pos="0">
                      <a:schemeClr val="bg2"/>
                    </a:gs>
                  </a:gsLst>
                  <a:lin ang="5400000" scaled="0"/>
                </a:gradFill>
              </a:defRPr>
            </a:lvl1pPr>
          </a:lstStyle>
          <a:p>
            <a:pPr defTabSz="922076"/>
            <a:fld id="{727B4C2D-45E2-4621-8491-2995EB46A674}" type="slidenum">
              <a:rPr lang="en-US" smtClean="0">
                <a:gradFill>
                  <a:gsLst>
                    <a:gs pos="100000">
                      <a:srgbClr val="797A7D"/>
                    </a:gs>
                    <a:gs pos="0">
                      <a:srgbClr val="797A7D"/>
                    </a:gs>
                  </a:gsLst>
                  <a:lin ang="5400000" scaled="0"/>
                </a:gradFill>
              </a:rPr>
              <a:pPr defTabSz="922076"/>
              <a:t>‹nº›</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633" y="4446962"/>
            <a:ext cx="11150736" cy="481971"/>
          </a:xfrm>
          <a:prstGeom prst="rect">
            <a:avLst/>
          </a:prstGeom>
        </p:spPr>
        <p:txBody>
          <a:bodyPr>
            <a:normAutofit/>
          </a:bodyPr>
          <a:lstStyle>
            <a:lvl1pPr marL="0" indent="0">
              <a:lnSpc>
                <a:spcPct val="90000"/>
              </a:lnSpc>
              <a:buNone/>
              <a:defRPr sz="3600">
                <a:gradFill>
                  <a:gsLst>
                    <a:gs pos="100000">
                      <a:schemeClr val="bg2"/>
                    </a:gs>
                    <a:gs pos="0">
                      <a:schemeClr val="bg2"/>
                    </a:gs>
                  </a:gsLst>
                  <a:lin ang="5400000" scaled="0"/>
                </a:gradFill>
                <a:latin typeface="+mj-lt"/>
              </a:defRPr>
            </a:lvl1pPr>
            <a:lvl2pPr>
              <a:defRPr sz="6500">
                <a:solidFill>
                  <a:schemeClr val="tx2"/>
                </a:solidFill>
                <a:latin typeface="+mn-lt"/>
              </a:defRPr>
            </a:lvl2pPr>
          </a:lstStyle>
          <a:p>
            <a:pPr lvl="0"/>
            <a:r>
              <a:rPr lang="en-US" smtClean="0"/>
              <a:t>Click to edit Master text styles</a:t>
            </a: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21145537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userDrawn="1"/>
        </p:nvSpPr>
        <p:spPr bwMode="white">
          <a:xfrm>
            <a:off x="0" y="877692"/>
            <a:ext cx="12187238" cy="524663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106" tIns="46106" rIns="46106" bIns="46106" numCol="1" spcCol="0" rtlCol="0" fromWordArt="0" anchor="ctr" anchorCtr="0" forceAA="0" compatLnSpc="1">
            <a:prstTxWarp prst="textNoShape">
              <a:avLst/>
            </a:prstTxWarp>
            <a:noAutofit/>
          </a:bodyPr>
          <a:lstStyle/>
          <a:p>
            <a:pPr algn="ctr" defTabSz="921809" fontAlgn="base">
              <a:spcBef>
                <a:spcPct val="0"/>
              </a:spcBef>
              <a:spcAft>
                <a:spcPct val="0"/>
              </a:spcAft>
            </a:pPr>
            <a:endParaRPr lang="en-US" sz="2300" dirty="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520633" y="1390436"/>
            <a:ext cx="11150736" cy="2931337"/>
          </a:xfrm>
          <a:prstGeom prst="rect">
            <a:avLst/>
          </a:prstGeom>
        </p:spPr>
        <p:txBody>
          <a:bodyPr>
            <a:normAutofit/>
          </a:bodyPr>
          <a:lstStyle>
            <a:lvl1pPr marL="0" indent="0">
              <a:lnSpc>
                <a:spcPct val="90000"/>
              </a:lnSpc>
              <a:buNone/>
              <a:defRPr sz="6500">
                <a:gradFill>
                  <a:gsLst>
                    <a:gs pos="100000">
                      <a:schemeClr val="bg1"/>
                    </a:gs>
                    <a:gs pos="0">
                      <a:schemeClr val="bg1"/>
                    </a:gs>
                  </a:gsLst>
                  <a:lin ang="5400000" scaled="0"/>
                </a:gradFill>
                <a:latin typeface="+mj-lt"/>
              </a:defRPr>
            </a:lvl1pPr>
            <a:lvl2pPr>
              <a:defRPr sz="6500">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633" y="6552140"/>
            <a:ext cx="560613" cy="224688"/>
          </a:xfrm>
          <a:prstGeom prst="rect">
            <a:avLst/>
          </a:prstGeom>
        </p:spPr>
        <p:txBody>
          <a:bodyPr lIns="122927" tIns="61463" rIns="122927" bIns="61463" anchor="ctr"/>
          <a:lstStyle>
            <a:lvl1pPr algn="l">
              <a:defRPr sz="1600">
                <a:gradFill>
                  <a:gsLst>
                    <a:gs pos="100000">
                      <a:schemeClr val="bg2"/>
                    </a:gs>
                    <a:gs pos="0">
                      <a:schemeClr val="bg2"/>
                    </a:gs>
                  </a:gsLst>
                  <a:lin ang="5400000" scaled="0"/>
                </a:gradFill>
              </a:defRPr>
            </a:lvl1pPr>
          </a:lstStyle>
          <a:p>
            <a:pPr defTabSz="922076"/>
            <a:fld id="{727B4C2D-45E2-4621-8491-2995EB46A674}" type="slidenum">
              <a:rPr lang="en-US" smtClean="0">
                <a:gradFill>
                  <a:gsLst>
                    <a:gs pos="100000">
                      <a:srgbClr val="797A7D"/>
                    </a:gs>
                    <a:gs pos="0">
                      <a:srgbClr val="797A7D"/>
                    </a:gs>
                  </a:gsLst>
                  <a:lin ang="5400000" scaled="0"/>
                </a:gradFill>
              </a:rPr>
              <a:pPr defTabSz="922076"/>
              <a:t>‹nº›</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633" y="4446962"/>
            <a:ext cx="11150736" cy="481971"/>
          </a:xfrm>
          <a:prstGeom prst="rect">
            <a:avLst/>
          </a:prstGeom>
        </p:spPr>
        <p:txBody>
          <a:bodyPr>
            <a:normAutofit/>
          </a:bodyPr>
          <a:lstStyle>
            <a:lvl1pPr marL="0" indent="0">
              <a:lnSpc>
                <a:spcPct val="90000"/>
              </a:lnSpc>
              <a:buNone/>
              <a:defRPr sz="3600">
                <a:gradFill>
                  <a:gsLst>
                    <a:gs pos="100000">
                      <a:schemeClr val="bg1"/>
                    </a:gs>
                    <a:gs pos="0">
                      <a:schemeClr val="bg1"/>
                    </a:gs>
                  </a:gsLst>
                  <a:lin ang="5400000" scaled="0"/>
                </a:gradFill>
                <a:latin typeface="+mj-lt"/>
              </a:defRPr>
            </a:lvl1pPr>
            <a:lvl2pPr>
              <a:defRPr sz="6500">
                <a:solidFill>
                  <a:schemeClr val="tx2"/>
                </a:solidFill>
                <a:latin typeface="+mn-lt"/>
              </a:defRPr>
            </a:lvl2pPr>
          </a:lstStyle>
          <a:p>
            <a:pPr lvl="0"/>
            <a:r>
              <a:rPr lang="en-US" smtClean="0"/>
              <a:t>Click to edit Master text styles</a:t>
            </a: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5952008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Slide Number Placeholder 9"/>
          <p:cNvSpPr>
            <a:spLocks noGrp="1"/>
          </p:cNvSpPr>
          <p:nvPr>
            <p:ph type="sldNum" sz="quarter" idx="12"/>
          </p:nvPr>
        </p:nvSpPr>
        <p:spPr>
          <a:xfrm>
            <a:off x="520633" y="6552140"/>
            <a:ext cx="560613" cy="224688"/>
          </a:xfrm>
          <a:prstGeom prst="rect">
            <a:avLst/>
          </a:prstGeom>
        </p:spPr>
        <p:txBody>
          <a:bodyPr lIns="122927" tIns="61463" rIns="122927" bIns="61463" anchor="ctr"/>
          <a:lstStyle>
            <a:lvl1pPr algn="l">
              <a:defRPr sz="1600">
                <a:gradFill>
                  <a:gsLst>
                    <a:gs pos="100000">
                      <a:schemeClr val="bg2"/>
                    </a:gs>
                    <a:gs pos="0">
                      <a:schemeClr val="bg2"/>
                    </a:gs>
                  </a:gsLst>
                  <a:lin ang="5400000" scaled="0"/>
                </a:gradFill>
              </a:defRPr>
            </a:lvl1pPr>
          </a:lstStyle>
          <a:p>
            <a:pPr defTabSz="922076"/>
            <a:fld id="{727B4C2D-45E2-4621-8491-2995EB46A674}" type="slidenum">
              <a:rPr lang="en-US" smtClean="0">
                <a:gradFill>
                  <a:gsLst>
                    <a:gs pos="100000">
                      <a:srgbClr val="797A7D"/>
                    </a:gs>
                    <a:gs pos="0">
                      <a:srgbClr val="797A7D"/>
                    </a:gs>
                  </a:gsLst>
                  <a:lin ang="5400000" scaled="0"/>
                </a:gradFill>
              </a:rPr>
              <a:pPr defTabSz="922076"/>
              <a:t>‹nº›</a:t>
            </a:fld>
            <a:endParaRPr lang="en-US" dirty="0">
              <a:gradFill>
                <a:gsLst>
                  <a:gs pos="100000">
                    <a:srgbClr val="797A7D"/>
                  </a:gs>
                  <a:gs pos="0">
                    <a:srgbClr val="797A7D"/>
                  </a:gs>
                </a:gsLst>
                <a:lin ang="5400000" scaled="0"/>
              </a:gradFill>
            </a:endParaRP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5" y="6300314"/>
            <a:ext cx="1416221" cy="561721"/>
          </a:xfrm>
          <a:prstGeom prst="rect">
            <a:avLst/>
          </a:prstGeom>
        </p:spPr>
      </p:pic>
    </p:spTree>
    <p:extLst>
      <p:ext uri="{BB962C8B-B14F-4D97-AF65-F5344CB8AC3E}">
        <p14:creationId xmlns:p14="http://schemas.microsoft.com/office/powerpoint/2010/main" val="4183568963"/>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414651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250">
                      <a:schemeClr val="tx2"/>
                    </a:gs>
                    <a:gs pos="100000">
                      <a:schemeClr val="tx2"/>
                    </a:gs>
                  </a:gsLst>
                  <a:lin ang="5400000" scaled="0"/>
                </a:gradFill>
              </a:defRPr>
            </a:lvl1pPr>
          </a:lstStyle>
          <a:p>
            <a:r>
              <a:rPr lang="en-US" dirty="0" smtClean="0"/>
              <a:t>Slide for Developer Code</a:t>
            </a:r>
            <a:endParaRPr lang="en-US" dirty="0"/>
          </a:p>
        </p:txBody>
      </p:sp>
      <p:sp>
        <p:nvSpPr>
          <p:cNvPr id="3" name="Rectangle 2"/>
          <p:cNvSpPr/>
          <p:nvPr userDrawn="1"/>
        </p:nvSpPr>
        <p:spPr bwMode="hidden">
          <a:xfrm>
            <a:off x="0" y="1183502"/>
            <a:ext cx="12187238" cy="58380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106" tIns="46106" rIns="46106" bIns="46106" numCol="1" spcCol="0" rtlCol="0" fromWordArt="0" anchor="ctr" anchorCtr="0" forceAA="0" compatLnSpc="1">
            <a:prstTxWarp prst="textNoShape">
              <a:avLst/>
            </a:prstTxWarp>
            <a:noAutofit/>
          </a:bodyPr>
          <a:lstStyle/>
          <a:p>
            <a:pPr algn="ctr" defTabSz="921809" fontAlgn="base">
              <a:spcBef>
                <a:spcPct val="0"/>
              </a:spcBef>
              <a:spcAft>
                <a:spcPct val="0"/>
              </a:spcAft>
            </a:pPr>
            <a:endParaRPr lang="en-US" sz="19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18251" y="1482323"/>
            <a:ext cx="11150736" cy="2035642"/>
          </a:xfrm>
        </p:spPr>
        <p:txBody>
          <a:bodyPr/>
          <a:lstStyle>
            <a:lvl1pPr marL="0" indent="0">
              <a:lnSpc>
                <a:spcPct val="95000"/>
              </a:lnSpc>
              <a:buNone/>
              <a:defRPr sz="3200">
                <a:gradFill>
                  <a:gsLst>
                    <a:gs pos="1250">
                      <a:srgbClr val="000000"/>
                    </a:gs>
                    <a:gs pos="100000">
                      <a:srgbClr val="000000"/>
                    </a:gs>
                  </a:gsLst>
                  <a:lin ang="5400000" scaled="0"/>
                </a:gradFill>
                <a:latin typeface="Consolas" pitchFamily="49" charset="0"/>
                <a:cs typeface="Consolas" pitchFamily="49" charset="0"/>
              </a:defRPr>
            </a:lvl1pPr>
            <a:lvl2pPr marL="34259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7792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805249"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38978"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1751959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633" y="234053"/>
            <a:ext cx="11150736" cy="680648"/>
          </a:xfrm>
        </p:spPr>
        <p:txBody>
          <a:bodyPr/>
          <a:lstStyle>
            <a:lvl1pPr>
              <a:defRPr sz="4800"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6" name="Text Placeholder 5"/>
          <p:cNvSpPr>
            <a:spLocks noGrp="1"/>
          </p:cNvSpPr>
          <p:nvPr>
            <p:ph type="body" sz="quarter" idx="10" hasCustomPrompt="1"/>
          </p:nvPr>
        </p:nvSpPr>
        <p:spPr bwMode="white">
          <a:xfrm>
            <a:off x="519045" y="1482319"/>
            <a:ext cx="11147562" cy="2092362"/>
          </a:xfrm>
          <a:prstGeom prst="rect">
            <a:avLst/>
          </a:prstGeom>
        </p:spPr>
        <p:txBody>
          <a:bodyPr/>
          <a:lstStyle>
            <a:lvl1pPr marL="345792" indent="-345792">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33952" indent="-28816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22112" indent="-28816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52640" indent="-230528">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83168" indent="-230528">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5" y="6387630"/>
            <a:ext cx="12187239" cy="633887"/>
          </a:xfrm>
          <a:prstGeom prst="rect">
            <a:avLst/>
          </a:prstGeom>
          <a:solidFill>
            <a:srgbClr val="FFFF99"/>
          </a:solidFill>
        </p:spPr>
        <p:txBody>
          <a:bodyPr wrap="square" lIns="153680" tIns="76839" rIns="153680" bIns="76839" anchor="b" anchorCtr="0">
            <a:noAutofit/>
          </a:bodyPr>
          <a:lstStyle>
            <a:lvl1pPr algn="r">
              <a:buFont typeface="Arial" pitchFamily="34" charset="0"/>
              <a:buNone/>
              <a:defRPr sz="36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Tree>
    <p:extLst>
      <p:ext uri="{BB962C8B-B14F-4D97-AF65-F5344CB8AC3E}">
        <p14:creationId xmlns:p14="http://schemas.microsoft.com/office/powerpoint/2010/main" val="307684398"/>
      </p:ext>
    </p:extLst>
  </p:cSld>
  <p:clrMapOvr>
    <a:masterClrMapping/>
  </p:clrMapOvr>
  <p:transition>
    <p:fade/>
  </p:transition>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pic>
        <p:nvPicPr>
          <p:cNvPr id="1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474" t="2554" b="36337"/>
          <a:stretch/>
        </p:blipFill>
        <p:spPr bwMode="auto">
          <a:xfrm>
            <a:off x="-1587" y="-1"/>
            <a:ext cx="7542818" cy="7022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760314" y="575291"/>
            <a:ext cx="10742801" cy="623928"/>
          </a:xfrm>
        </p:spPr>
        <p:txBody>
          <a:bodyPr anchor="b" anchorCtr="0">
            <a:noAutofit/>
          </a:bodyPr>
          <a:lstStyle>
            <a:lvl1pPr>
              <a:defRPr sz="4000">
                <a:gradFill flip="none" rotWithShape="1">
                  <a:gsLst>
                    <a:gs pos="37000">
                      <a:schemeClr val="bg2"/>
                    </a:gs>
                    <a:gs pos="99000">
                      <a:schemeClr val="bg2"/>
                    </a:gs>
                  </a:gsLst>
                  <a:lin ang="5400000" scaled="0"/>
                  <a:tileRect/>
                </a:gradFill>
              </a:defRPr>
            </a:lvl1pPr>
          </a:lstStyle>
          <a:p>
            <a:r>
              <a:rPr lang="en-US" smtClean="0"/>
              <a:t>Click to edit Master title style</a:t>
            </a:r>
            <a:endParaRPr lang="en-US" dirty="0"/>
          </a:p>
        </p:txBody>
      </p:sp>
      <p:sp>
        <p:nvSpPr>
          <p:cNvPr id="8" name="Rectangle 7"/>
          <p:cNvSpPr/>
          <p:nvPr/>
        </p:nvSpPr>
        <p:spPr bwMode="gray">
          <a:xfrm flipV="1">
            <a:off x="607937" y="6631434"/>
            <a:ext cx="10971370" cy="46809"/>
          </a:xfrm>
          <a:prstGeom prst="rect">
            <a:avLst/>
          </a:prstGeom>
          <a:solidFill>
            <a:srgbClr val="FFA502"/>
          </a:solidFill>
          <a:ln>
            <a:noFill/>
          </a:ln>
        </p:spPr>
        <p:style>
          <a:lnRef idx="2">
            <a:schemeClr val="accent1">
              <a:shade val="50000"/>
            </a:schemeClr>
          </a:lnRef>
          <a:fillRef idx="1">
            <a:schemeClr val="accent1"/>
          </a:fillRef>
          <a:effectRef idx="0">
            <a:schemeClr val="accent1"/>
          </a:effectRef>
          <a:fontRef idx="minor">
            <a:schemeClr val="lt1"/>
          </a:fontRef>
        </p:style>
        <p:txBody>
          <a:bodyPr lIns="92211" tIns="46106" rIns="92211" bIns="46106" rtlCol="0" anchor="ctr"/>
          <a:lstStyle/>
          <a:p>
            <a:pPr algn="ctr" defTabSz="922076"/>
            <a:endParaRPr lang="en-US" sz="1900" dirty="0">
              <a:solidFill>
                <a:srgbClr val="FFFFFF"/>
              </a:solidFill>
            </a:endParaRPr>
          </a:p>
        </p:txBody>
      </p:sp>
      <p:sp>
        <p:nvSpPr>
          <p:cNvPr id="7" name="Rectangle 6"/>
          <p:cNvSpPr/>
          <p:nvPr/>
        </p:nvSpPr>
        <p:spPr bwMode="gray">
          <a:xfrm>
            <a:off x="2" y="1246051"/>
            <a:ext cx="11579304" cy="46809"/>
          </a:xfrm>
          <a:prstGeom prst="rect">
            <a:avLst/>
          </a:prstGeom>
          <a:solidFill>
            <a:srgbClr val="FFA502"/>
          </a:solidFill>
          <a:ln>
            <a:noFill/>
          </a:ln>
        </p:spPr>
        <p:style>
          <a:lnRef idx="2">
            <a:schemeClr val="accent1">
              <a:shade val="50000"/>
            </a:schemeClr>
          </a:lnRef>
          <a:fillRef idx="1">
            <a:schemeClr val="accent1"/>
          </a:fillRef>
          <a:effectRef idx="0">
            <a:schemeClr val="accent1"/>
          </a:effectRef>
          <a:fontRef idx="minor">
            <a:schemeClr val="lt1"/>
          </a:fontRef>
        </p:style>
        <p:txBody>
          <a:bodyPr lIns="92211" tIns="46106" rIns="92211" bIns="46106" rtlCol="0" anchor="ctr"/>
          <a:lstStyle/>
          <a:p>
            <a:pPr algn="ctr" defTabSz="922076"/>
            <a:endParaRPr lang="en-US" sz="1900" dirty="0">
              <a:solidFill>
                <a:srgbClr val="FFFFFF"/>
              </a:solidFill>
            </a:endParaRPr>
          </a:p>
        </p:txBody>
      </p:sp>
      <p:sp>
        <p:nvSpPr>
          <p:cNvPr id="9" name="Text Placeholder 4"/>
          <p:cNvSpPr>
            <a:spLocks noGrp="1"/>
          </p:cNvSpPr>
          <p:nvPr>
            <p:ph type="body" sz="quarter" idx="10"/>
          </p:nvPr>
        </p:nvSpPr>
        <p:spPr>
          <a:xfrm>
            <a:off x="760315" y="1560338"/>
            <a:ext cx="10742802" cy="1818212"/>
          </a:xfrm>
        </p:spPr>
        <p:txBody>
          <a:bodyPr/>
          <a:lstStyle>
            <a:lvl1pPr marL="409828" indent="-409828">
              <a:defRPr sz="2800">
                <a:gradFill>
                  <a:gsLst>
                    <a:gs pos="0">
                      <a:schemeClr val="tx1"/>
                    </a:gs>
                    <a:gs pos="86000">
                      <a:schemeClr val="tx1"/>
                    </a:gs>
                  </a:gsLst>
                  <a:lin ang="5400000" scaled="0"/>
                </a:gradFill>
                <a:latin typeface="+mn-lt"/>
              </a:defRPr>
            </a:lvl1pPr>
            <a:lvl2pPr>
              <a:defRPr sz="2400">
                <a:gradFill>
                  <a:gsLst>
                    <a:gs pos="0">
                      <a:schemeClr val="tx1"/>
                    </a:gs>
                    <a:gs pos="86000">
                      <a:schemeClr val="tx1"/>
                    </a:gs>
                  </a:gsLst>
                  <a:lin ang="5400000" scaled="0"/>
                </a:gradFill>
                <a:latin typeface="+mn-lt"/>
              </a:defRPr>
            </a:lvl2pPr>
            <a:lvl3pPr marL="1215075" indent="-352195">
              <a:defRPr sz="2000">
                <a:gradFill>
                  <a:gsLst>
                    <a:gs pos="0">
                      <a:schemeClr val="tx1"/>
                    </a:gs>
                    <a:gs pos="86000">
                      <a:schemeClr val="tx1"/>
                    </a:gs>
                  </a:gsLst>
                  <a:lin ang="5400000" scaled="0"/>
                </a:gradFill>
                <a:latin typeface="+mn-lt"/>
              </a:defRPr>
            </a:lvl3pPr>
            <a:lvl4pPr marL="1551263" indent="-281757">
              <a:defRPr sz="1900">
                <a:gradFill>
                  <a:gsLst>
                    <a:gs pos="0">
                      <a:schemeClr val="tx1"/>
                    </a:gs>
                    <a:gs pos="86000">
                      <a:schemeClr val="tx1"/>
                    </a:gs>
                  </a:gsLst>
                  <a:lin ang="5400000" scaled="0"/>
                </a:gradFill>
                <a:latin typeface="+mn-lt"/>
              </a:defRPr>
            </a:lvl4pPr>
            <a:lvl5pPr marL="1903458" indent="-284959">
              <a:defRPr sz="1900">
                <a:gradFill>
                  <a:gsLst>
                    <a:gs pos="0">
                      <a:schemeClr val="tx1"/>
                    </a:gs>
                    <a:gs pos="86000">
                      <a:schemeClr val="tx1"/>
                    </a:gs>
                  </a:gsLst>
                  <a:lin ang="5400000" scaled="0"/>
                </a:gradFill>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11"/>
          <p:cNvSpPr>
            <a:spLocks noGrp="1"/>
          </p:cNvSpPr>
          <p:nvPr>
            <p:ph type="ftr" sz="quarter" idx="3"/>
          </p:nvPr>
        </p:nvSpPr>
        <p:spPr>
          <a:xfrm>
            <a:off x="2742132" y="6631433"/>
            <a:ext cx="7225287" cy="373831"/>
          </a:xfrm>
          <a:prstGeom prst="rect">
            <a:avLst/>
          </a:prstGeom>
        </p:spPr>
        <p:txBody>
          <a:bodyPr lIns="92211" tIns="46106" rIns="92211" bIns="46106" rtlCol="0"/>
          <a:lstStyle/>
          <a:p>
            <a:pPr algn="ctr" defTabSz="922076"/>
            <a:r>
              <a:rPr lang="en-US" sz="1900" smtClean="0">
                <a:solidFill>
                  <a:srgbClr val="000000"/>
                </a:solidFill>
              </a:rPr>
              <a:t>Microsoft NDA</a:t>
            </a:r>
            <a:endParaRPr lang="en-US" sz="1900" dirty="0">
              <a:solidFill>
                <a:srgbClr val="000000"/>
              </a:solidFill>
            </a:endParaRPr>
          </a:p>
        </p:txBody>
      </p:sp>
    </p:spTree>
    <p:extLst>
      <p:ext uri="{BB962C8B-B14F-4D97-AF65-F5344CB8AC3E}">
        <p14:creationId xmlns:p14="http://schemas.microsoft.com/office/powerpoint/2010/main" val="1480997222"/>
      </p:ext>
    </p:extLst>
  </p:cSld>
  <p:clrMapOvr>
    <a:masterClrMapping/>
  </p:clrMapOvr>
  <p:transition spd="slow">
    <p:wipe dir="r"/>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045" y="234055"/>
            <a:ext cx="11147562" cy="682275"/>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519045" y="1482323"/>
            <a:ext cx="11147562" cy="968978"/>
          </a:xfrm>
        </p:spPr>
        <p:txBody>
          <a:bodyPr/>
          <a:lstStyle>
            <a:lvl1pPr marL="0" indent="0">
              <a:spcBef>
                <a:spcPts val="0"/>
              </a:spcBef>
              <a:spcAft>
                <a:spcPts val="907"/>
              </a:spcAft>
              <a:buNone/>
              <a:defRPr sz="4000" spc="-101" baseline="0">
                <a:latin typeface="Segoe UI Light" pitchFamily="34" charset="0"/>
              </a:defRPr>
            </a:lvl1pPr>
            <a:lvl2pPr marL="0" indent="0">
              <a:spcBef>
                <a:spcPts val="0"/>
              </a:spcBef>
              <a:spcAft>
                <a:spcPts val="403"/>
              </a:spcAft>
              <a:buNone/>
              <a:defRPr sz="2000" spc="-51" baseline="0"/>
            </a:lvl2pPr>
            <a:lvl3pPr marL="0" indent="0">
              <a:spcBef>
                <a:spcPts val="0"/>
              </a:spcBef>
              <a:spcAft>
                <a:spcPts val="403"/>
              </a:spcAft>
              <a:buNone/>
              <a:defRPr sz="2000"/>
            </a:lvl3pPr>
            <a:lvl4pPr marL="0" indent="0">
              <a:spcBef>
                <a:spcPts val="0"/>
              </a:spcBef>
              <a:spcAft>
                <a:spcPts val="403"/>
              </a:spcAft>
              <a:buNone/>
              <a:defRPr/>
            </a:lvl4pPr>
            <a:lvl5pPr marL="0" indent="0">
              <a:spcBef>
                <a:spcPts val="0"/>
              </a:spcBef>
              <a:spcAft>
                <a:spcPts val="403"/>
              </a:spcAft>
              <a:buNone/>
              <a:defRPr/>
            </a:lvl5pPr>
          </a:lstStyle>
          <a:p>
            <a:pPr lvl="0"/>
            <a:r>
              <a:rPr lang="en-US" smtClean="0"/>
              <a:t>Click to edit Master text styles</a:t>
            </a:r>
          </a:p>
          <a:p>
            <a:pPr lvl="1"/>
            <a:r>
              <a:rPr lang="en-US" smtClean="0"/>
              <a:t>Second level</a:t>
            </a:r>
          </a:p>
        </p:txBody>
      </p:sp>
      <p:sp>
        <p:nvSpPr>
          <p:cNvPr id="3" name="Date Placeholder 2"/>
          <p:cNvSpPr>
            <a:spLocks noGrp="1"/>
          </p:cNvSpPr>
          <p:nvPr>
            <p:ph type="dt" sz="half" idx="11"/>
          </p:nvPr>
        </p:nvSpPr>
        <p:spPr>
          <a:xfrm>
            <a:off x="609525" y="6507906"/>
            <a:ext cx="2842843" cy="373831"/>
          </a:xfrm>
          <a:prstGeom prst="rect">
            <a:avLst/>
          </a:prstGeom>
        </p:spPr>
        <p:txBody>
          <a:bodyPr lIns="92211" tIns="46106" rIns="92211" bIns="46106"/>
          <a:lstStyle/>
          <a:p>
            <a:pPr defTabSz="922076"/>
            <a:fld id="{5C02A0D0-DDC2-40CA-9C92-069C6962C08D}" type="datetimeFigureOut">
              <a:rPr lang="en-US" sz="1900" smtClean="0">
                <a:solidFill>
                  <a:srgbClr val="000000"/>
                </a:solidFill>
              </a:rPr>
              <a:pPr defTabSz="922076"/>
              <a:t>5/18/2015</a:t>
            </a:fld>
            <a:endParaRPr lang="en-US" sz="1900">
              <a:solidFill>
                <a:srgbClr val="000000"/>
              </a:solidFill>
            </a:endParaRPr>
          </a:p>
        </p:txBody>
      </p:sp>
      <p:sp>
        <p:nvSpPr>
          <p:cNvPr id="4" name="Footer Placeholder 3"/>
          <p:cNvSpPr>
            <a:spLocks noGrp="1"/>
          </p:cNvSpPr>
          <p:nvPr>
            <p:ph type="ftr" sz="quarter" idx="12"/>
          </p:nvPr>
        </p:nvSpPr>
        <p:spPr>
          <a:xfrm>
            <a:off x="4163474" y="6507906"/>
            <a:ext cx="3860297" cy="373831"/>
          </a:xfrm>
          <a:prstGeom prst="rect">
            <a:avLst/>
          </a:prstGeom>
        </p:spPr>
        <p:txBody>
          <a:bodyPr lIns="92211" tIns="46106" rIns="92211" bIns="46106"/>
          <a:lstStyle/>
          <a:p>
            <a:pPr defTabSz="922076"/>
            <a:r>
              <a:rPr lang="en-US" sz="1900" smtClean="0">
                <a:solidFill>
                  <a:srgbClr val="000000"/>
                </a:solidFill>
              </a:rPr>
              <a:t>Microsoft Confidential</a:t>
            </a:r>
            <a:endParaRPr lang="en-US" sz="1900" dirty="0">
              <a:solidFill>
                <a:srgbClr val="000000"/>
              </a:solidFill>
            </a:endParaRPr>
          </a:p>
        </p:txBody>
      </p:sp>
      <p:sp>
        <p:nvSpPr>
          <p:cNvPr id="6" name="Slide Number Placeholder 5"/>
          <p:cNvSpPr>
            <a:spLocks noGrp="1"/>
          </p:cNvSpPr>
          <p:nvPr>
            <p:ph type="sldNum" sz="quarter" idx="13"/>
          </p:nvPr>
        </p:nvSpPr>
        <p:spPr>
          <a:xfrm>
            <a:off x="8734879" y="6507906"/>
            <a:ext cx="2842841" cy="373831"/>
          </a:xfrm>
          <a:prstGeom prst="rect">
            <a:avLst/>
          </a:prstGeom>
        </p:spPr>
        <p:txBody>
          <a:bodyPr lIns="92211" tIns="46106" rIns="92211" bIns="46106"/>
          <a:lstStyle/>
          <a:p>
            <a:pPr defTabSz="922076"/>
            <a:fld id="{AB59FAF8-F41E-4EA8-B6CC-D9AAD7B0B0A2}" type="slidenum">
              <a:rPr lang="en-US" sz="1900" smtClean="0">
                <a:solidFill>
                  <a:srgbClr val="000000"/>
                </a:solidFill>
              </a:rPr>
              <a:pPr defTabSz="922076"/>
              <a:t>‹nº›</a:t>
            </a:fld>
            <a:endParaRPr lang="en-US" sz="1900">
              <a:solidFill>
                <a:srgbClr val="000000"/>
              </a:solidFill>
            </a:endParaRPr>
          </a:p>
        </p:txBody>
      </p:sp>
    </p:spTree>
    <p:extLst>
      <p:ext uri="{BB962C8B-B14F-4D97-AF65-F5344CB8AC3E}">
        <p14:creationId xmlns:p14="http://schemas.microsoft.com/office/powerpoint/2010/main" val="3646600607"/>
      </p:ext>
    </p:extLst>
  </p:cSld>
  <p:clrMapOvr>
    <a:masterClrMapping/>
  </p:clrMapOvr>
  <p:transition>
    <p:fade/>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045" y="234051"/>
            <a:ext cx="11147562" cy="623928"/>
          </a:xfrm>
        </p:spPr>
        <p:txBody>
          <a:bodyPr/>
          <a:lstStyle>
            <a:lvl1pPr>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045" y="1482323"/>
            <a:ext cx="11147562" cy="20206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90489417"/>
      </p:ext>
    </p:extLst>
  </p:cSld>
  <p:clrMapOvr>
    <a:masterClrMapping/>
  </p:clrMapOvr>
  <p:transition>
    <p:fade/>
  </p:transition>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567" y="2159839"/>
            <a:ext cx="10236454" cy="1020972"/>
          </a:xfrm>
        </p:spPr>
        <p:txBody>
          <a:bodyPr anchor="b" anchorCtr="0"/>
          <a:lstStyle>
            <a:lvl1pPr>
              <a:defRPr sz="7200" spc="-150" baseline="0">
                <a:gradFill>
                  <a:gsLst>
                    <a:gs pos="1250">
                      <a:schemeClr val="bg1"/>
                    </a:gs>
                    <a:gs pos="100000">
                      <a:schemeClr val="bg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567" y="3507506"/>
            <a:ext cx="10236454" cy="510486"/>
          </a:xfrm>
        </p:spPr>
        <p:txBody>
          <a:bodyPr>
            <a:noAutofit/>
          </a:bodyPr>
          <a:lstStyle>
            <a:lvl1pPr marL="0" indent="0">
              <a:spcBef>
                <a:spcPts val="0"/>
              </a:spcBef>
              <a:buNone/>
              <a:defRPr spc="-70" baseline="0">
                <a:gradFill>
                  <a:gsLst>
                    <a:gs pos="0">
                      <a:schemeClr val="bg1"/>
                    </a:gs>
                    <a:gs pos="100000">
                      <a:schemeClr val="bg1"/>
                    </a:gs>
                  </a:gsLst>
                  <a:lin ang="5400000" scaled="0"/>
                </a:gradFill>
                <a:latin typeface="+mj-lt"/>
              </a:defRPr>
            </a:lvl1pPr>
          </a:lstStyle>
          <a:p>
            <a:pPr lvl="0"/>
            <a:r>
              <a:rPr lang="en-US" dirty="0" smtClean="0"/>
              <a:t>Speaker Title</a:t>
            </a:r>
            <a:endParaRPr lang="en-US" dirty="0"/>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163"/>
          <a:stretch/>
        </p:blipFill>
        <p:spPr bwMode="black">
          <a:xfrm>
            <a:off x="8048248" y="5089557"/>
            <a:ext cx="3623120" cy="1432389"/>
          </a:xfrm>
          <a:prstGeom prst="rect">
            <a:avLst/>
          </a:prstGeom>
        </p:spPr>
      </p:pic>
    </p:spTree>
    <p:extLst>
      <p:ext uri="{BB962C8B-B14F-4D97-AF65-F5344CB8AC3E}">
        <p14:creationId xmlns:p14="http://schemas.microsoft.com/office/powerpoint/2010/main" val="12862044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045" y="2886831"/>
            <a:ext cx="11147561" cy="1247854"/>
          </a:xfrm>
        </p:spPr>
        <p:txBody>
          <a:bodyPr anchor="b" anchorCtr="0"/>
          <a:lstStyle>
            <a:lvl1pPr>
              <a:defRPr sz="8800" spc="-300" baseline="0">
                <a:gradFill>
                  <a:gsLst>
                    <a:gs pos="100000">
                      <a:schemeClr val="bg1"/>
                    </a:gs>
                    <a:gs pos="0">
                      <a:schemeClr val="bg1"/>
                    </a:gs>
                  </a:gsLst>
                  <a:lin ang="5400000" scaled="0"/>
                </a:gradFill>
              </a:defRPr>
            </a:lvl1pPr>
          </a:lstStyle>
          <a:p>
            <a:r>
              <a:rPr lang="en-US" dirty="0" smtClean="0"/>
              <a:t>Click to edit title style</a:t>
            </a:r>
            <a:endParaRPr lang="en-US" dirty="0"/>
          </a:p>
        </p:txBody>
      </p:sp>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l="27228"/>
          <a:stretch/>
        </p:blipFill>
        <p:spPr bwMode="black">
          <a:xfrm>
            <a:off x="10422803" y="6300314"/>
            <a:ext cx="1400320" cy="561721"/>
          </a:xfrm>
          <a:prstGeom prst="rect">
            <a:avLst/>
          </a:prstGeom>
        </p:spPr>
      </p:pic>
    </p:spTree>
    <p:extLst>
      <p:ext uri="{BB962C8B-B14F-4D97-AF65-F5344CB8AC3E}">
        <p14:creationId xmlns:p14="http://schemas.microsoft.com/office/powerpoint/2010/main" val="3391876071"/>
      </p:ext>
    </p:extLst>
  </p:cSld>
  <p:clrMapOvr>
    <a:masterClrMapping/>
  </p:clrMapOvr>
  <p:transition>
    <p:fade/>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9523" y="0"/>
            <a:ext cx="5985684"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2" y="1482320"/>
            <a:ext cx="5231720" cy="1701619"/>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6" name="Content Placeholder 5"/>
          <p:cNvSpPr>
            <a:spLocks noGrp="1"/>
          </p:cNvSpPr>
          <p:nvPr>
            <p:ph sz="quarter" idx="4"/>
          </p:nvPr>
        </p:nvSpPr>
        <p:spPr>
          <a:xfrm>
            <a:off x="6187343" y="1722006"/>
            <a:ext cx="5484026" cy="340324"/>
          </a:xfrm>
          <a:prstGeom prst="rect">
            <a:avLst/>
          </a:prstGeom>
        </p:spPr>
        <p:txBody>
          <a:bodyPr>
            <a:noAutofit/>
          </a:bodyPr>
          <a:lstStyle>
            <a:lvl1pPr marL="0" indent="0">
              <a:spcBef>
                <a:spcPts val="120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2" y="6300314"/>
            <a:ext cx="1416222" cy="561721"/>
          </a:xfrm>
          <a:prstGeom prst="rect">
            <a:avLst/>
          </a:prstGeom>
        </p:spPr>
      </p:pic>
    </p:spTree>
    <p:extLst>
      <p:ext uri="{BB962C8B-B14F-4D97-AF65-F5344CB8AC3E}">
        <p14:creationId xmlns:p14="http://schemas.microsoft.com/office/powerpoint/2010/main" val="4080902460"/>
      </p:ext>
    </p:extLst>
  </p:cSld>
  <p:clrMapOvr>
    <a:masterClrMapping/>
  </p:clrMapOvr>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lor Block text w/Photo on Right">
    <p:spTree>
      <p:nvGrpSpPr>
        <p:cNvPr id="1" name=""/>
        <p:cNvGrpSpPr/>
        <p:nvPr/>
      </p:nvGrpSpPr>
      <p:grpSpPr>
        <a:xfrm>
          <a:off x="0" y="0"/>
          <a:ext cx="0" cy="0"/>
          <a:chOff x="0" y="0"/>
          <a:chExt cx="0" cy="0"/>
        </a:xfrm>
      </p:grpSpPr>
      <p:sp>
        <p:nvSpPr>
          <p:cNvPr id="4" name="Picture Placeholder 3"/>
          <p:cNvSpPr>
            <a:spLocks noGrp="1"/>
          </p:cNvSpPr>
          <p:nvPr>
            <p:ph type="pic" sz="quarter" idx="14" hasCustomPrompt="1"/>
          </p:nvPr>
        </p:nvSpPr>
        <p:spPr>
          <a:xfrm>
            <a:off x="6207905" y="0"/>
            <a:ext cx="5979333" cy="7021513"/>
          </a:xfrm>
        </p:spPr>
        <p:txBody>
          <a:bodyPr lIns="182880" anchor="ctr"/>
          <a:lstStyle>
            <a:lvl1pPr marL="0" indent="0" algn="l">
              <a:buNone/>
              <a:defRPr/>
            </a:lvl1pPr>
          </a:lstStyle>
          <a:p>
            <a:r>
              <a:rPr lang="en-US" dirty="0" smtClean="0"/>
              <a:t>Click to insert photo.</a:t>
            </a:r>
            <a:endParaRPr lang="en-US" dirty="0"/>
          </a:p>
        </p:txBody>
      </p:sp>
      <p:sp>
        <p:nvSpPr>
          <p:cNvPr id="7" name="Rectangle 6"/>
          <p:cNvSpPr/>
          <p:nvPr userDrawn="1"/>
        </p:nvSpPr>
        <p:spPr bwMode="white">
          <a:xfrm>
            <a:off x="1" y="0"/>
            <a:ext cx="6219015"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1" y="1482321"/>
            <a:ext cx="5432826" cy="1206539"/>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520632" y="2800194"/>
            <a:ext cx="5443456" cy="62392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2" y="6300314"/>
            <a:ext cx="1416222" cy="561721"/>
          </a:xfrm>
          <a:prstGeom prst="rect">
            <a:avLst/>
          </a:prstGeom>
        </p:spPr>
      </p:pic>
    </p:spTree>
    <p:extLst>
      <p:ext uri="{BB962C8B-B14F-4D97-AF65-F5344CB8AC3E}">
        <p14:creationId xmlns:p14="http://schemas.microsoft.com/office/powerpoint/2010/main" val="3343699247"/>
      </p:ext>
    </p:extLst>
  </p:cSld>
  <p:clrMapOvr>
    <a:masterClrMapping/>
  </p:clrMapOvr>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lor Block text w/Photo on Left">
    <p:spTree>
      <p:nvGrpSpPr>
        <p:cNvPr id="1" name=""/>
        <p:cNvGrpSpPr/>
        <p:nvPr/>
      </p:nvGrpSpPr>
      <p:grpSpPr>
        <a:xfrm>
          <a:off x="0" y="0"/>
          <a:ext cx="0" cy="0"/>
          <a:chOff x="0" y="0"/>
          <a:chExt cx="0" cy="0"/>
        </a:xfrm>
      </p:grpSpPr>
      <p:sp>
        <p:nvSpPr>
          <p:cNvPr id="7" name="Rectangle 6"/>
          <p:cNvSpPr/>
          <p:nvPr userDrawn="1"/>
        </p:nvSpPr>
        <p:spPr bwMode="white">
          <a:xfrm>
            <a:off x="5966637" y="0"/>
            <a:ext cx="6220601"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6217281" y="1482321"/>
            <a:ext cx="5432826" cy="1206539"/>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6217281" y="2800194"/>
            <a:ext cx="5443456" cy="62392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0" y="0"/>
            <a:ext cx="5979333" cy="7021513"/>
          </a:xfrm>
        </p:spPr>
        <p:txBody>
          <a:bodyPr lIns="182880" anchor="ctr"/>
          <a:lstStyle>
            <a:lvl1pPr marL="0" indent="0" algn="l">
              <a:buNone/>
              <a:defRPr/>
            </a:lvl1pPr>
          </a:lstStyle>
          <a:p>
            <a:r>
              <a:rPr lang="en-US" dirty="0" smtClean="0"/>
              <a:t>Click to insert photo.</a:t>
            </a:r>
            <a:endParaRPr lang="en-US" dirty="0"/>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27371"/>
          <a:stretch/>
        </p:blipFill>
        <p:spPr bwMode="black">
          <a:xfrm>
            <a:off x="10425532" y="6300314"/>
            <a:ext cx="1397591" cy="561721"/>
          </a:xfrm>
          <a:prstGeom prst="rect">
            <a:avLst/>
          </a:prstGeom>
        </p:spPr>
      </p:pic>
    </p:spTree>
    <p:extLst>
      <p:ext uri="{BB962C8B-B14F-4D97-AF65-F5344CB8AC3E}">
        <p14:creationId xmlns:p14="http://schemas.microsoft.com/office/powerpoint/2010/main" val="3300505689"/>
      </p:ext>
    </p:extLst>
  </p:cSld>
  <p:clrMapOvr>
    <a:masterClrMapping/>
  </p:clrMapOvr>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Quote ">
    <p:spTree>
      <p:nvGrpSpPr>
        <p:cNvPr id="1" name=""/>
        <p:cNvGrpSpPr/>
        <p:nvPr/>
      </p:nvGrpSpPr>
      <p:grpSpPr>
        <a:xfrm>
          <a:off x="0" y="0"/>
          <a:ext cx="0" cy="0"/>
          <a:chOff x="0" y="0"/>
          <a:chExt cx="0" cy="0"/>
        </a:xfrm>
      </p:grpSpPr>
      <p:sp>
        <p:nvSpPr>
          <p:cNvPr id="5" name="Content Placeholder 4"/>
          <p:cNvSpPr>
            <a:spLocks noGrp="1"/>
          </p:cNvSpPr>
          <p:nvPr>
            <p:ph sz="quarter" idx="11" hasCustomPrompt="1"/>
          </p:nvPr>
        </p:nvSpPr>
        <p:spPr>
          <a:xfrm>
            <a:off x="520632" y="1390433"/>
            <a:ext cx="11150736" cy="2931336"/>
          </a:xfrm>
          <a:prstGeom prst="rect">
            <a:avLst/>
          </a:prstGeom>
        </p:spPr>
        <p:txBody>
          <a:bodyPr>
            <a:normAutofit/>
          </a:bodyPr>
          <a:lstStyle>
            <a:lvl1pPr marL="0" indent="0">
              <a:lnSpc>
                <a:spcPct val="90000"/>
              </a:lnSpc>
              <a:buNone/>
              <a:defRPr sz="6400">
                <a:gradFill>
                  <a:gsLst>
                    <a:gs pos="100000">
                      <a:schemeClr val="tx2"/>
                    </a:gs>
                    <a:gs pos="0">
                      <a:schemeClr val="tx2"/>
                    </a:gs>
                  </a:gsLst>
                  <a:lin ang="5400000" scaled="0"/>
                </a:gradFill>
                <a:latin typeface="+mj-lt"/>
              </a:defRPr>
            </a:lvl1pPr>
            <a:lvl2pPr>
              <a:defRPr sz="6400">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‹nº›</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632" y="4446959"/>
            <a:ext cx="11150736" cy="481971"/>
          </a:xfrm>
          <a:prstGeom prst="rect">
            <a:avLst/>
          </a:prstGeom>
        </p:spPr>
        <p:txBody>
          <a:bodyPr>
            <a:normAutofit/>
          </a:bodyPr>
          <a:lstStyle>
            <a:lvl1pPr marL="0" indent="0">
              <a:lnSpc>
                <a:spcPct val="90000"/>
              </a:lnSpc>
              <a:buNone/>
              <a:defRPr sz="3600">
                <a:gradFill>
                  <a:gsLst>
                    <a:gs pos="100000">
                      <a:schemeClr val="bg2"/>
                    </a:gs>
                    <a:gs pos="0">
                      <a:schemeClr val="bg2"/>
                    </a:gs>
                  </a:gsLst>
                  <a:lin ang="5400000" scaled="0"/>
                </a:gradFill>
                <a:latin typeface="+mj-lt"/>
              </a:defRPr>
            </a:lvl1pPr>
            <a:lvl2pPr>
              <a:defRPr sz="6400">
                <a:solidFill>
                  <a:schemeClr val="tx2"/>
                </a:solidFill>
                <a:latin typeface="+mn-lt"/>
              </a:defRPr>
            </a:lvl2pPr>
          </a:lstStyle>
          <a:p>
            <a:pPr lvl="0"/>
            <a:r>
              <a:rPr lang="en-US" smtClean="0"/>
              <a:t>Click to edit Master text styles</a:t>
            </a: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2" y="6300314"/>
            <a:ext cx="1416222" cy="561721"/>
          </a:xfrm>
          <a:prstGeom prst="rect">
            <a:avLst/>
          </a:prstGeom>
        </p:spPr>
      </p:pic>
    </p:spTree>
    <p:extLst>
      <p:ext uri="{BB962C8B-B14F-4D97-AF65-F5344CB8AC3E}">
        <p14:creationId xmlns:p14="http://schemas.microsoft.com/office/powerpoint/2010/main" val="33473408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userDrawn="1"/>
        </p:nvSpPr>
        <p:spPr bwMode="white">
          <a:xfrm>
            <a:off x="0" y="877689"/>
            <a:ext cx="12187238" cy="524663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520632" y="1390433"/>
            <a:ext cx="11150736" cy="2931336"/>
          </a:xfrm>
          <a:prstGeom prst="rect">
            <a:avLst/>
          </a:prstGeom>
        </p:spPr>
        <p:txBody>
          <a:bodyPr>
            <a:normAutofit/>
          </a:bodyPr>
          <a:lstStyle>
            <a:lvl1pPr marL="0" indent="0">
              <a:lnSpc>
                <a:spcPct val="90000"/>
              </a:lnSpc>
              <a:buNone/>
              <a:defRPr sz="6400">
                <a:gradFill>
                  <a:gsLst>
                    <a:gs pos="100000">
                      <a:schemeClr val="bg1"/>
                    </a:gs>
                    <a:gs pos="0">
                      <a:schemeClr val="bg1"/>
                    </a:gs>
                  </a:gsLst>
                  <a:lin ang="5400000" scaled="0"/>
                </a:gradFill>
                <a:latin typeface="+mj-lt"/>
              </a:defRPr>
            </a:lvl1pPr>
            <a:lvl2pPr>
              <a:defRPr sz="6400">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‹nº›</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632" y="4446959"/>
            <a:ext cx="11150736" cy="481971"/>
          </a:xfrm>
          <a:prstGeom prst="rect">
            <a:avLst/>
          </a:prstGeom>
        </p:spPr>
        <p:txBody>
          <a:bodyPr>
            <a:normAutofit/>
          </a:bodyPr>
          <a:lstStyle>
            <a:lvl1pPr marL="0" indent="0">
              <a:lnSpc>
                <a:spcPct val="90000"/>
              </a:lnSpc>
              <a:buNone/>
              <a:defRPr sz="3600">
                <a:gradFill>
                  <a:gsLst>
                    <a:gs pos="100000">
                      <a:schemeClr val="bg1"/>
                    </a:gs>
                    <a:gs pos="0">
                      <a:schemeClr val="bg1"/>
                    </a:gs>
                  </a:gsLst>
                  <a:lin ang="5400000" scaled="0"/>
                </a:gradFill>
                <a:latin typeface="+mj-lt"/>
              </a:defRPr>
            </a:lvl1pPr>
            <a:lvl2pPr>
              <a:defRPr sz="6400">
                <a:solidFill>
                  <a:schemeClr val="tx2"/>
                </a:solidFill>
                <a:latin typeface="+mn-lt"/>
              </a:defRPr>
            </a:lvl2pPr>
          </a:lstStyle>
          <a:p>
            <a:pPr lvl="0"/>
            <a:r>
              <a:rPr lang="en-US" smtClean="0"/>
              <a:t>Click to edit Master text styles</a:t>
            </a:r>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26402"/>
          <a:stretch/>
        </p:blipFill>
        <p:spPr>
          <a:xfrm>
            <a:off x="10406902" y="6300314"/>
            <a:ext cx="1416222" cy="561721"/>
          </a:xfrm>
          <a:prstGeom prst="rect">
            <a:avLst/>
          </a:prstGeom>
        </p:spPr>
      </p:pic>
    </p:spTree>
    <p:extLst>
      <p:ext uri="{BB962C8B-B14F-4D97-AF65-F5344CB8AC3E}">
        <p14:creationId xmlns:p14="http://schemas.microsoft.com/office/powerpoint/2010/main" val="423154549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48986" y="5153113"/>
            <a:ext cx="5431522" cy="1926580"/>
          </a:xfrm>
          <a:prstGeom prst="rect">
            <a:avLst/>
          </a:prstGeom>
        </p:spPr>
      </p:pic>
      <p:sp>
        <p:nvSpPr>
          <p:cNvPr id="2" name="Title 1"/>
          <p:cNvSpPr>
            <a:spLocks noGrp="1"/>
          </p:cNvSpPr>
          <p:nvPr>
            <p:ph type="title" hasCustomPrompt="1"/>
          </p:nvPr>
        </p:nvSpPr>
        <p:spPr>
          <a:xfrm>
            <a:off x="978574" y="2159840"/>
            <a:ext cx="10236455" cy="1020972"/>
          </a:xfrm>
        </p:spPr>
        <p:txBody>
          <a:bodyPr anchor="b" anchorCtr="0"/>
          <a:lstStyle>
            <a:lvl1pPr>
              <a:defRPr sz="7197" spc="-151" baseline="0">
                <a:gradFill>
                  <a:gsLst>
                    <a:gs pos="1250">
                      <a:schemeClr val="bg1"/>
                    </a:gs>
                    <a:gs pos="100000">
                      <a:schemeClr val="bg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574" y="3507513"/>
            <a:ext cx="10236455" cy="510487"/>
          </a:xfrm>
        </p:spPr>
        <p:txBody>
          <a:bodyPr>
            <a:noAutofit/>
          </a:bodyPr>
          <a:lstStyle>
            <a:lvl1pPr marL="0" indent="0">
              <a:spcBef>
                <a:spcPts val="0"/>
              </a:spcBef>
              <a:buNone/>
              <a:defRPr spc="-71" baseline="0">
                <a:gradFill>
                  <a:gsLst>
                    <a:gs pos="0">
                      <a:schemeClr val="bg1"/>
                    </a:gs>
                    <a:gs pos="100000">
                      <a:schemeClr val="bg1"/>
                    </a:gs>
                  </a:gsLst>
                  <a:lin ang="5400000" scaled="0"/>
                </a:gra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15588140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Divider Slide">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2224" y="6247659"/>
            <a:ext cx="2159048" cy="765822"/>
          </a:xfrm>
          <a:prstGeom prst="rect">
            <a:avLst/>
          </a:prstGeom>
        </p:spPr>
      </p:pic>
      <p:sp>
        <p:nvSpPr>
          <p:cNvPr id="2" name="Title 1"/>
          <p:cNvSpPr>
            <a:spLocks noGrp="1"/>
          </p:cNvSpPr>
          <p:nvPr>
            <p:ph type="title" hasCustomPrompt="1"/>
          </p:nvPr>
        </p:nvSpPr>
        <p:spPr>
          <a:xfrm>
            <a:off x="519058" y="2886839"/>
            <a:ext cx="11147561" cy="1247854"/>
          </a:xfrm>
        </p:spPr>
        <p:txBody>
          <a:bodyPr anchor="b" anchorCtr="0"/>
          <a:lstStyle>
            <a:lvl1pPr>
              <a:defRPr sz="8796" spc="-300" baseline="0">
                <a:gradFill>
                  <a:gsLst>
                    <a:gs pos="100000">
                      <a:schemeClr val="bg1"/>
                    </a:gs>
                    <a:gs pos="0">
                      <a:schemeClr val="bg1"/>
                    </a:gs>
                  </a:gsLst>
                  <a:lin ang="5400000" scaled="0"/>
                </a:gradFill>
              </a:defRPr>
            </a:lvl1pPr>
          </a:lstStyle>
          <a:p>
            <a:r>
              <a:rPr lang="en-US" dirty="0" smtClean="0"/>
              <a:t>Click to edit title style</a:t>
            </a:r>
            <a:endParaRPr lang="en-US" dirty="0"/>
          </a:p>
        </p:txBody>
      </p:sp>
    </p:spTree>
    <p:extLst>
      <p:ext uri="{BB962C8B-B14F-4D97-AF65-F5344CB8AC3E}">
        <p14:creationId xmlns:p14="http://schemas.microsoft.com/office/powerpoint/2010/main" val="3104719963"/>
      </p:ext>
    </p:extLst>
  </p:cSld>
  <p:clrMapOvr>
    <a:masterClrMapping/>
  </p:clrMapOvr>
  <p:transition>
    <p:fade/>
  </p:transition>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Demo, Video etc. &quot;special&quot; slide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3016" y="4446978"/>
            <a:ext cx="10236453" cy="472672"/>
          </a:xfrm>
        </p:spPr>
        <p:txBody>
          <a:bodyPr>
            <a:noAutofit/>
          </a:bodyPr>
          <a:lstStyle>
            <a:lvl1pPr marL="0" indent="0" algn="l">
              <a:lnSpc>
                <a:spcPct val="90000"/>
              </a:lnSpc>
              <a:spcBef>
                <a:spcPts val="0"/>
              </a:spcBef>
              <a:buNone/>
              <a:defRPr lang="en-US" sz="3599" kern="1200" spc="-71" baseline="0" dirty="0">
                <a:gradFill>
                  <a:gsLst>
                    <a:gs pos="2083">
                      <a:schemeClr val="bg2"/>
                    </a:gs>
                    <a:gs pos="99000">
                      <a:schemeClr val="bg2"/>
                    </a:gs>
                  </a:gsLst>
                  <a:lin ang="5400000" scaled="0"/>
                </a:gradFill>
                <a:latin typeface="+mj-lt"/>
                <a:ea typeface="+mn-ea"/>
                <a:cs typeface="+mn-cs"/>
              </a:defRPr>
            </a:lvl1pPr>
            <a:lvl2pPr marL="456976" indent="0" algn="ctr">
              <a:buNone/>
              <a:defRPr>
                <a:solidFill>
                  <a:schemeClr val="tx1">
                    <a:tint val="75000"/>
                  </a:schemeClr>
                </a:solidFill>
              </a:defRPr>
            </a:lvl2pPr>
            <a:lvl3pPr marL="913952" indent="0" algn="ctr">
              <a:buNone/>
              <a:defRPr>
                <a:solidFill>
                  <a:schemeClr val="tx1">
                    <a:tint val="75000"/>
                  </a:schemeClr>
                </a:solidFill>
              </a:defRPr>
            </a:lvl3pPr>
            <a:lvl4pPr marL="1370928" indent="0" algn="ctr">
              <a:buNone/>
              <a:defRPr>
                <a:solidFill>
                  <a:schemeClr val="tx1">
                    <a:tint val="75000"/>
                  </a:schemeClr>
                </a:solidFill>
              </a:defRPr>
            </a:lvl4pPr>
            <a:lvl5pPr marL="1827904" indent="0" algn="ctr">
              <a:buNone/>
              <a:defRPr>
                <a:solidFill>
                  <a:schemeClr val="tx1">
                    <a:tint val="75000"/>
                  </a:schemeClr>
                </a:solidFill>
              </a:defRPr>
            </a:lvl5pPr>
            <a:lvl6pPr marL="2284880" indent="0" algn="ctr">
              <a:buNone/>
              <a:defRPr>
                <a:solidFill>
                  <a:schemeClr val="tx1">
                    <a:tint val="75000"/>
                  </a:schemeClr>
                </a:solidFill>
              </a:defRPr>
            </a:lvl6pPr>
            <a:lvl7pPr marL="2741857" indent="0" algn="ctr">
              <a:buNone/>
              <a:defRPr>
                <a:solidFill>
                  <a:schemeClr val="tx1">
                    <a:tint val="75000"/>
                  </a:schemeClr>
                </a:solidFill>
              </a:defRPr>
            </a:lvl7pPr>
            <a:lvl8pPr marL="3198832" indent="0" algn="ctr">
              <a:buNone/>
              <a:defRPr>
                <a:solidFill>
                  <a:schemeClr val="tx1">
                    <a:tint val="75000"/>
                  </a:schemeClr>
                </a:solidFill>
              </a:defRPr>
            </a:lvl8pPr>
            <a:lvl9pPr marL="3655808" indent="0" algn="ctr">
              <a:buNone/>
              <a:defRPr>
                <a:solidFill>
                  <a:schemeClr val="tx1">
                    <a:tint val="75000"/>
                  </a:schemeClr>
                </a:solidFill>
              </a:defRPr>
            </a:lvl9pPr>
          </a:lstStyle>
          <a:p>
            <a:pPr marL="0" marR="0" lvl="0" indent="0" algn="l" defTabSz="913952" rtl="0" eaLnBrk="1" fontAlgn="auto" latinLnBrk="0" hangingPunct="1">
              <a:lnSpc>
                <a:spcPct val="90000"/>
              </a:lnSpc>
              <a:spcBef>
                <a:spcPts val="0"/>
              </a:spcBef>
              <a:spcAft>
                <a:spcPts val="0"/>
              </a:spcAft>
              <a:buClrTx/>
              <a:buSzPct val="90000"/>
              <a:buFont typeface="Arial" pitchFamily="34" charset="0"/>
              <a:buNone/>
              <a:tabLst/>
            </a:pPr>
            <a:r>
              <a:rPr lang="en-US" smtClean="0"/>
              <a:t>Click to edit Master subtitle style</a:t>
            </a:r>
            <a:endParaRPr lang="en-US" dirty="0"/>
          </a:p>
        </p:txBody>
      </p:sp>
      <p:sp>
        <p:nvSpPr>
          <p:cNvPr id="7" name="Text Placeholder 6"/>
          <p:cNvSpPr>
            <a:spLocks noGrp="1"/>
          </p:cNvSpPr>
          <p:nvPr>
            <p:ph type="body" sz="quarter" idx="10" hasCustomPrompt="1"/>
          </p:nvPr>
        </p:nvSpPr>
        <p:spPr>
          <a:xfrm>
            <a:off x="973020" y="2805000"/>
            <a:ext cx="10244392" cy="1411515"/>
          </a:xfrm>
        </p:spPr>
        <p:txBody>
          <a:bodyPr anchor="ctr" anchorCtr="0">
            <a:noAutofit/>
            <a:scene3d>
              <a:camera prst="orthographicFront"/>
              <a:lightRig rig="flat" dir="t"/>
            </a:scene3d>
            <a:sp3d>
              <a:contourClr>
                <a:schemeClr val="tx2"/>
              </a:contourClr>
            </a:sp3d>
          </a:bodyPr>
          <a:lstStyle>
            <a:lvl1pPr marL="0" indent="0" algn="l">
              <a:spcBef>
                <a:spcPts val="0"/>
              </a:spcBef>
              <a:buFont typeface="Arial" pitchFamily="34" charset="0"/>
              <a:buNone/>
              <a:defRPr lang="en-US" sz="9596" b="0" kern="1200" cap="none" spc="-400" baseline="0" dirty="0" smtClean="0">
                <a:ln w="3175">
                  <a:noFill/>
                </a:ln>
                <a:gradFill>
                  <a:gsLst>
                    <a:gs pos="100000">
                      <a:schemeClr val="tx2"/>
                    </a:gs>
                    <a:gs pos="0">
                      <a:schemeClr val="tx2"/>
                    </a:gs>
                  </a:gsLst>
                  <a:lin ang="5400000" scaled="0"/>
                </a:gradFill>
                <a:effectLst/>
                <a:latin typeface="+mj-lt"/>
                <a:ea typeface="+mn-ea"/>
                <a:cs typeface="Arial" charset="0"/>
              </a:defRPr>
            </a:lvl1pPr>
          </a:lstStyle>
          <a:p>
            <a:pPr lvl="0"/>
            <a:r>
              <a:rPr lang="en-US" dirty="0" smtClean="0"/>
              <a:t>click to…</a:t>
            </a:r>
          </a:p>
        </p:txBody>
      </p:sp>
      <p:sp>
        <p:nvSpPr>
          <p:cNvPr id="5" name="Text Placeholder 4"/>
          <p:cNvSpPr>
            <a:spLocks noGrp="1"/>
          </p:cNvSpPr>
          <p:nvPr>
            <p:ph type="body" sz="quarter" idx="11"/>
          </p:nvPr>
        </p:nvSpPr>
        <p:spPr>
          <a:xfrm>
            <a:off x="973025" y="1482320"/>
            <a:ext cx="10236455" cy="935890"/>
          </a:xfrm>
        </p:spPr>
        <p:txBody>
          <a:bodyPr wrap="square" anchor="b">
            <a:noAutofit/>
          </a:bodyPr>
          <a:lstStyle>
            <a:lvl1pPr marL="0" indent="0">
              <a:buNone/>
              <a:defRPr sz="6697" spc="-151"/>
            </a:lvl1pPr>
          </a:lstStyle>
          <a:p>
            <a:pPr lvl="0"/>
            <a:r>
              <a:rPr lang="en-US" smtClean="0"/>
              <a:t>Click to edit Master text styles</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3593907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amp; Content, 2-color,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058" y="1482322"/>
            <a:ext cx="11147561" cy="2023038"/>
          </a:xfrm>
          <a:prstGeom prst="rect">
            <a:avLst/>
          </a:prstGeom>
        </p:spPr>
        <p:txBody>
          <a:bodyPr/>
          <a:lstStyle>
            <a:lvl1pPr marL="0" indent="0">
              <a:spcBef>
                <a:spcPts val="2399"/>
              </a:spcBef>
              <a:buNone/>
              <a:defRPr sz="3999">
                <a:gradFill>
                  <a:gsLst>
                    <a:gs pos="100000">
                      <a:schemeClr val="tx2"/>
                    </a:gs>
                    <a:gs pos="0">
                      <a:schemeClr val="tx2"/>
                    </a:gs>
                  </a:gsLst>
                  <a:lin ang="5400000" scaled="0"/>
                </a:gradFill>
                <a:latin typeface="+mj-lt"/>
              </a:defRPr>
            </a:lvl1pPr>
            <a:lvl2pPr marL="0" indent="0">
              <a:buNone/>
              <a:defRPr sz="1999">
                <a:gradFill>
                  <a:gsLst>
                    <a:gs pos="100000">
                      <a:schemeClr val="bg2"/>
                    </a:gs>
                    <a:gs pos="6000">
                      <a:schemeClr val="bg2"/>
                    </a:gs>
                  </a:gsLst>
                  <a:lin ang="5400000" scaled="0"/>
                </a:gradFill>
              </a:defRPr>
            </a:lvl2pPr>
            <a:lvl3pPr marL="231671" indent="0">
              <a:buNone/>
              <a:defRPr sz="1999">
                <a:gradFill>
                  <a:gsLst>
                    <a:gs pos="100000">
                      <a:schemeClr val="bg2"/>
                    </a:gs>
                    <a:gs pos="6000">
                      <a:schemeClr val="bg2"/>
                    </a:gs>
                  </a:gsLst>
                  <a:lin ang="5400000" scaled="0"/>
                </a:gradFill>
              </a:defRPr>
            </a:lvl3pPr>
            <a:lvl4pPr marL="456995" indent="0">
              <a:buNone/>
              <a:defRPr sz="1999">
                <a:gradFill>
                  <a:gsLst>
                    <a:gs pos="100000">
                      <a:schemeClr val="bg2"/>
                    </a:gs>
                    <a:gs pos="6000">
                      <a:schemeClr val="bg2"/>
                    </a:gs>
                  </a:gsLst>
                  <a:lin ang="5400000" scaled="0"/>
                </a:gradFill>
              </a:defRPr>
            </a:lvl4pPr>
            <a:lvl5pPr marL="693427" indent="0">
              <a:buNone/>
              <a:defRPr sz="1999">
                <a:gradFill>
                  <a:gsLst>
                    <a:gs pos="100000">
                      <a:schemeClr val="bg2"/>
                    </a:gs>
                    <a:gs pos="6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1268458796"/>
      </p:ext>
    </p:extLst>
  </p:cSld>
  <p:clrMapOvr>
    <a:masterClrMapping/>
  </p:clrMapOvr>
  <p:transition>
    <p:fade/>
  </p:transition>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058" y="1482322"/>
            <a:ext cx="11147561" cy="2023038"/>
          </a:xfrm>
          <a:prstGeom prst="rect">
            <a:avLst/>
          </a:prstGeom>
        </p:spPr>
        <p:txBody>
          <a:bodyPr/>
          <a:lstStyle>
            <a:lvl1pPr marL="0" indent="0">
              <a:spcBef>
                <a:spcPts val="2399"/>
              </a:spcBef>
              <a:buNone/>
              <a:defRPr sz="3999">
                <a:gradFill>
                  <a:gsLst>
                    <a:gs pos="100000">
                      <a:schemeClr val="bg2"/>
                    </a:gs>
                    <a:gs pos="0">
                      <a:schemeClr val="bg2"/>
                    </a:gs>
                  </a:gsLst>
                  <a:lin ang="5400000" scaled="0"/>
                </a:gradFill>
                <a:latin typeface="+mj-lt"/>
              </a:defRPr>
            </a:lvl1pPr>
            <a:lvl2pPr marL="0" indent="0">
              <a:buNone/>
              <a:defRPr sz="1999">
                <a:gradFill>
                  <a:gsLst>
                    <a:gs pos="100000">
                      <a:schemeClr val="bg2"/>
                    </a:gs>
                    <a:gs pos="0">
                      <a:schemeClr val="bg2"/>
                    </a:gs>
                  </a:gsLst>
                  <a:lin ang="5400000" scaled="0"/>
                </a:gradFill>
              </a:defRPr>
            </a:lvl2pPr>
            <a:lvl3pPr marL="231671" indent="0">
              <a:buNone/>
              <a:defRPr sz="1999">
                <a:gradFill>
                  <a:gsLst>
                    <a:gs pos="100000">
                      <a:schemeClr val="bg2"/>
                    </a:gs>
                    <a:gs pos="0">
                      <a:schemeClr val="bg2"/>
                    </a:gs>
                  </a:gsLst>
                  <a:lin ang="5400000" scaled="0"/>
                </a:gradFill>
              </a:defRPr>
            </a:lvl3pPr>
            <a:lvl4pPr marL="456995" indent="0">
              <a:buNone/>
              <a:defRPr sz="1999">
                <a:gradFill>
                  <a:gsLst>
                    <a:gs pos="100000">
                      <a:schemeClr val="bg2"/>
                    </a:gs>
                    <a:gs pos="0">
                      <a:schemeClr val="bg2"/>
                    </a:gs>
                  </a:gsLst>
                  <a:lin ang="5400000" scaled="0"/>
                </a:gradFill>
              </a:defRPr>
            </a:lvl4pPr>
            <a:lvl5pPr marL="693427" indent="0">
              <a:buNone/>
              <a:defRPr sz="1999">
                <a:gradFill>
                  <a:gsLst>
                    <a:gs pos="100000">
                      <a:schemeClr val="bg2"/>
                    </a:gs>
                    <a:gs pos="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1805072324"/>
      </p:ext>
    </p:extLst>
  </p:cSld>
  <p:clrMapOvr>
    <a:masterClrMapping/>
  </p:clrMapOvr>
  <p:transition>
    <p:fade/>
  </p:transition>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058" y="234074"/>
            <a:ext cx="11147561" cy="765729"/>
          </a:xfrm>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058" y="1482318"/>
            <a:ext cx="11147561" cy="2092362"/>
          </a:xfrm>
          <a:prstGeom prst="rect">
            <a:avLst/>
          </a:prstGeom>
        </p:spPr>
        <p:txBody>
          <a:bodyPr/>
          <a:lstStyle>
            <a:lvl1pPr marL="284036" indent="-284036">
              <a:buFont typeface="Wingdings" pitchFamily="2" charset="2"/>
              <a:buChar char=""/>
              <a:defRPr sz="3999"/>
            </a:lvl1pPr>
            <a:lvl2pPr marL="517292" indent="-233258">
              <a:buFont typeface="Wingdings" pitchFamily="2" charset="2"/>
              <a:buChar char=""/>
              <a:defRPr>
                <a:latin typeface="+mn-lt"/>
              </a:defRPr>
            </a:lvl2pPr>
            <a:lvl3pPr marL="741029" indent="-223739">
              <a:buFont typeface="Wingdings" pitchFamily="2" charset="2"/>
              <a:buChar char=""/>
              <a:tabLst/>
              <a:defRPr>
                <a:latin typeface="+mn-lt"/>
              </a:defRPr>
            </a:lvl3pPr>
            <a:lvl4pPr marL="913989" indent="-172961">
              <a:buFont typeface="Wingdings" pitchFamily="2" charset="2"/>
              <a:buChar char=""/>
              <a:defRPr>
                <a:latin typeface="+mn-lt"/>
              </a:defRPr>
            </a:lvl4pPr>
            <a:lvl5pPr marL="1086948" indent="-172961">
              <a:buFont typeface="Wingdings" pitchFamily="2" charset="2"/>
              <a:buChar char=""/>
              <a:tabLst/>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292014516"/>
      </p:ext>
    </p:extLst>
  </p:cSld>
  <p:clrMapOvr>
    <a:masterClrMapping/>
  </p:clrMapOvr>
  <p:transition>
    <p:fade/>
  </p:transition>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amp; 2-Content,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645" y="1482341"/>
            <a:ext cx="5394258" cy="2520919"/>
          </a:xfrm>
        </p:spPr>
        <p:txBody>
          <a:bodyPr/>
          <a:lstStyle>
            <a:lvl1pPr marL="0" indent="0">
              <a:spcBef>
                <a:spcPts val="1200"/>
              </a:spcBef>
              <a:buNone/>
              <a:defRPr sz="3999">
                <a:gradFill>
                  <a:gsLst>
                    <a:gs pos="100000">
                      <a:schemeClr val="tx2"/>
                    </a:gs>
                    <a:gs pos="0">
                      <a:schemeClr val="tx2"/>
                    </a:gs>
                  </a:gsLst>
                  <a:lin ang="5400000" scaled="0"/>
                </a:gradFill>
                <a:latin typeface="+mj-lt"/>
              </a:defRPr>
            </a:lvl1pPr>
            <a:lvl2pPr marL="0" indent="0">
              <a:buNone/>
              <a:defRPr sz="1999"/>
            </a:lvl2pPr>
            <a:lvl3pPr marL="233258" indent="0">
              <a:buNone/>
              <a:defRPr sz="1999"/>
            </a:lvl3pPr>
            <a:lvl4pPr marL="456995" indent="0">
              <a:buNone/>
              <a:defRPr sz="1999"/>
            </a:lvl4pPr>
            <a:lvl5pPr marL="693427" indent="0">
              <a:buNone/>
              <a:defRPr sz="1999"/>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7115" y="1482341"/>
            <a:ext cx="5394258" cy="2520919"/>
          </a:xfrm>
        </p:spPr>
        <p:txBody>
          <a:bodyPr/>
          <a:lstStyle>
            <a:lvl1pPr marL="0" indent="0">
              <a:spcBef>
                <a:spcPts val="1200"/>
              </a:spcBef>
              <a:buNone/>
              <a:defRPr lang="en-US" sz="3999" kern="1200" spc="-71" baseline="0" dirty="0" smtClean="0">
                <a:gradFill>
                  <a:gsLst>
                    <a:gs pos="100000">
                      <a:schemeClr val="tx2"/>
                    </a:gs>
                    <a:gs pos="0">
                      <a:schemeClr val="tx2"/>
                    </a:gs>
                  </a:gsLst>
                  <a:lin ang="5400000" scaled="0"/>
                </a:gradFill>
                <a:latin typeface="+mj-lt"/>
                <a:ea typeface="+mn-ea"/>
                <a:cs typeface="+mn-cs"/>
              </a:defRPr>
            </a:lvl1pPr>
            <a:lvl2pPr marL="3174"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smtClean="0">
                <a:gradFill>
                  <a:gsLst>
                    <a:gs pos="1250">
                      <a:schemeClr val="bg2"/>
                    </a:gs>
                    <a:gs pos="100000">
                      <a:schemeClr val="bg2"/>
                    </a:gs>
                  </a:gsLst>
                  <a:lin ang="5400000" scaled="0"/>
                </a:gradFill>
                <a:latin typeface="+mn-lt"/>
                <a:ea typeface="+mn-ea"/>
                <a:cs typeface="+mn-cs"/>
              </a:defRPr>
            </a:lvl2pPr>
            <a:lvl3pPr marL="233258"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smtClean="0">
                <a:gradFill>
                  <a:gsLst>
                    <a:gs pos="1250">
                      <a:schemeClr val="bg2"/>
                    </a:gs>
                    <a:gs pos="100000">
                      <a:schemeClr val="bg2"/>
                    </a:gs>
                  </a:gsLst>
                  <a:lin ang="5400000" scaled="0"/>
                </a:gradFill>
                <a:latin typeface="+mn-lt"/>
                <a:ea typeface="+mn-ea"/>
                <a:cs typeface="+mn-cs"/>
              </a:defRPr>
            </a:lvl3pPr>
            <a:lvl4pPr marL="460167"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smtClean="0">
                <a:gradFill>
                  <a:gsLst>
                    <a:gs pos="1250">
                      <a:schemeClr val="bg2"/>
                    </a:gs>
                    <a:gs pos="100000">
                      <a:schemeClr val="bg2"/>
                    </a:gs>
                  </a:gsLst>
                  <a:lin ang="5400000" scaled="0"/>
                </a:gradFill>
                <a:latin typeface="+mn-lt"/>
                <a:ea typeface="+mn-ea"/>
                <a:cs typeface="+mn-cs"/>
              </a:defRPr>
            </a:lvl4pPr>
            <a:lvl5pPr marL="687078"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a:gradFill>
                  <a:gsLst>
                    <a:gs pos="1250">
                      <a:schemeClr val="bg2"/>
                    </a:gs>
                    <a:gs pos="100000">
                      <a:schemeClr val="bg2"/>
                    </a:gs>
                  </a:gsLst>
                  <a:lin ang="5400000" scaled="0"/>
                </a:gradFill>
                <a:latin typeface="+mn-lt"/>
                <a:ea typeface="+mn-ea"/>
                <a:cs typeface="+mn-cs"/>
              </a:defRPr>
            </a:lvl5pPr>
          </a:lstStyle>
          <a:p>
            <a:pPr marL="0" marR="0" lvl="0"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2613455704"/>
      </p:ext>
    </p:extLst>
  </p:cSld>
  <p:clrMapOvr>
    <a:masterClrMapping/>
  </p:clrMapOvr>
  <p:transition>
    <p:fade/>
  </p:transition>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645" y="1482341"/>
            <a:ext cx="5394258" cy="2520919"/>
          </a:xfrm>
        </p:spPr>
        <p:txBody>
          <a:bodyPr/>
          <a:lstStyle>
            <a:lvl1pPr marL="0" indent="0">
              <a:spcBef>
                <a:spcPts val="1200"/>
              </a:spcBef>
              <a:buNone/>
              <a:defRPr sz="3999">
                <a:gradFill>
                  <a:gsLst>
                    <a:gs pos="1000">
                      <a:schemeClr val="bg2"/>
                    </a:gs>
                    <a:gs pos="98000">
                      <a:schemeClr val="bg2"/>
                    </a:gs>
                  </a:gsLst>
                  <a:lin ang="5400000" scaled="0"/>
                </a:gradFill>
                <a:latin typeface="+mj-lt"/>
              </a:defRPr>
            </a:lvl1pPr>
            <a:lvl2pPr marL="0" indent="0">
              <a:buNone/>
              <a:defRPr sz="1999">
                <a:gradFill>
                  <a:gsLst>
                    <a:gs pos="1000">
                      <a:schemeClr val="bg2"/>
                    </a:gs>
                    <a:gs pos="98000">
                      <a:schemeClr val="bg2"/>
                    </a:gs>
                  </a:gsLst>
                  <a:lin ang="5400000" scaled="0"/>
                </a:gradFill>
              </a:defRPr>
            </a:lvl2pPr>
            <a:lvl3pPr marL="233258" indent="0">
              <a:buNone/>
              <a:defRPr sz="1999">
                <a:gradFill>
                  <a:gsLst>
                    <a:gs pos="1000">
                      <a:schemeClr val="bg2"/>
                    </a:gs>
                    <a:gs pos="98000">
                      <a:schemeClr val="bg2"/>
                    </a:gs>
                  </a:gsLst>
                  <a:lin ang="5400000" scaled="0"/>
                </a:gradFill>
              </a:defRPr>
            </a:lvl3pPr>
            <a:lvl4pPr marL="456995" indent="0">
              <a:buNone/>
              <a:defRPr sz="1999">
                <a:gradFill>
                  <a:gsLst>
                    <a:gs pos="1000">
                      <a:schemeClr val="bg2"/>
                    </a:gs>
                    <a:gs pos="98000">
                      <a:schemeClr val="bg2"/>
                    </a:gs>
                  </a:gsLst>
                  <a:lin ang="5400000" scaled="0"/>
                </a:gradFill>
              </a:defRPr>
            </a:lvl4pPr>
            <a:lvl5pPr marL="693427" indent="0">
              <a:buNone/>
              <a:defRPr sz="1999">
                <a:gradFill>
                  <a:gsLst>
                    <a:gs pos="1000">
                      <a:schemeClr val="bg2"/>
                    </a:gs>
                    <a:gs pos="98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7115" y="1482341"/>
            <a:ext cx="5394258" cy="2520919"/>
          </a:xfrm>
        </p:spPr>
        <p:txBody>
          <a:bodyPr/>
          <a:lstStyle>
            <a:lvl1pPr marL="0" indent="0">
              <a:spcBef>
                <a:spcPts val="1200"/>
              </a:spcBef>
              <a:buNone/>
              <a:defRPr lang="en-US" sz="3999" kern="1200" spc="-71" baseline="0" dirty="0" smtClean="0">
                <a:gradFill>
                  <a:gsLst>
                    <a:gs pos="1000">
                      <a:schemeClr val="bg2"/>
                    </a:gs>
                    <a:gs pos="98000">
                      <a:schemeClr val="bg2"/>
                    </a:gs>
                  </a:gsLst>
                  <a:lin ang="5400000" scaled="0"/>
                </a:gradFill>
                <a:latin typeface="+mj-lt"/>
                <a:ea typeface="+mn-ea"/>
                <a:cs typeface="+mn-cs"/>
              </a:defRPr>
            </a:lvl1pPr>
            <a:lvl2pPr marL="3174"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smtClean="0">
                <a:gradFill>
                  <a:gsLst>
                    <a:gs pos="1000">
                      <a:schemeClr val="bg2"/>
                    </a:gs>
                    <a:gs pos="98000">
                      <a:schemeClr val="bg2"/>
                    </a:gs>
                  </a:gsLst>
                  <a:lin ang="5400000" scaled="0"/>
                </a:gradFill>
                <a:latin typeface="+mn-lt"/>
                <a:ea typeface="+mn-ea"/>
                <a:cs typeface="+mn-cs"/>
              </a:defRPr>
            </a:lvl2pPr>
            <a:lvl3pPr marL="233258"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smtClean="0">
                <a:gradFill>
                  <a:gsLst>
                    <a:gs pos="1000">
                      <a:schemeClr val="bg2"/>
                    </a:gs>
                    <a:gs pos="98000">
                      <a:schemeClr val="bg2"/>
                    </a:gs>
                  </a:gsLst>
                  <a:lin ang="5400000" scaled="0"/>
                </a:gradFill>
                <a:latin typeface="+mn-lt"/>
                <a:ea typeface="+mn-ea"/>
                <a:cs typeface="+mn-cs"/>
              </a:defRPr>
            </a:lvl3pPr>
            <a:lvl4pPr marL="460167"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smtClean="0">
                <a:gradFill>
                  <a:gsLst>
                    <a:gs pos="1000">
                      <a:schemeClr val="bg2"/>
                    </a:gs>
                    <a:gs pos="98000">
                      <a:schemeClr val="bg2"/>
                    </a:gs>
                  </a:gsLst>
                  <a:lin ang="5400000" scaled="0"/>
                </a:gradFill>
                <a:latin typeface="+mn-lt"/>
                <a:ea typeface="+mn-ea"/>
                <a:cs typeface="+mn-cs"/>
              </a:defRPr>
            </a:lvl4pPr>
            <a:lvl5pPr marL="687078"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a:gradFill>
                  <a:gsLst>
                    <a:gs pos="1000">
                      <a:schemeClr val="bg2"/>
                    </a:gs>
                    <a:gs pos="98000">
                      <a:schemeClr val="bg2"/>
                    </a:gs>
                  </a:gsLst>
                  <a:lin ang="5400000" scaled="0"/>
                </a:gradFill>
                <a:latin typeface="+mn-lt"/>
                <a:ea typeface="+mn-ea"/>
                <a:cs typeface="+mn-cs"/>
              </a:defRPr>
            </a:lvl5pPr>
          </a:lstStyle>
          <a:p>
            <a:pPr marL="0" marR="0" lvl="0"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3738870142"/>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amp; 2-Content w/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Text Placeholder 3"/>
          <p:cNvSpPr>
            <a:spLocks noGrp="1"/>
          </p:cNvSpPr>
          <p:nvPr>
            <p:ph type="body" sz="quarter" idx="10"/>
          </p:nvPr>
        </p:nvSpPr>
        <p:spPr>
          <a:xfrm>
            <a:off x="520645" y="1482341"/>
            <a:ext cx="5394258" cy="2407477"/>
          </a:xfrm>
        </p:spPr>
        <p:txBody>
          <a:bodyPr>
            <a:spAutoFit/>
          </a:bodyPr>
          <a:lstStyle>
            <a:lvl1pPr marL="291969" indent="-291969">
              <a:spcBef>
                <a:spcPts val="1200"/>
              </a:spcBef>
              <a:buClr>
                <a:schemeClr val="bg2"/>
              </a:buClr>
              <a:buSzPct val="100000"/>
              <a:buFont typeface="Wingdings" pitchFamily="2" charset="2"/>
              <a:buChar char=""/>
              <a:defRPr lang="en-US" sz="3599" kern="1200" spc="-71" baseline="0" dirty="0" smtClean="0">
                <a:gradFill>
                  <a:gsLst>
                    <a:gs pos="1250">
                      <a:schemeClr val="bg2"/>
                    </a:gs>
                    <a:gs pos="100000">
                      <a:schemeClr val="bg2"/>
                    </a:gs>
                  </a:gsLst>
                  <a:lin ang="5400000" scaled="0"/>
                </a:gradFill>
                <a:latin typeface="+mj-lt"/>
                <a:ea typeface="+mn-ea"/>
                <a:cs typeface="+mn-cs"/>
              </a:defRPr>
            </a:lvl1pPr>
            <a:lvl2pPr marL="520466" indent="-228497">
              <a:defRPr sz="1999"/>
            </a:lvl2pPr>
            <a:lvl3pPr marL="685491" indent="-165025">
              <a:tabLst/>
              <a:defRPr sz="1999"/>
            </a:lvl3pPr>
            <a:lvl4pPr marL="863212" indent="-177721">
              <a:defRPr/>
            </a:lvl4pPr>
            <a:lvl5pPr marL="1028237" indent="-165025">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6277115" y="1482343"/>
            <a:ext cx="5394258" cy="2785615"/>
          </a:xfrm>
        </p:spPr>
        <p:txBody>
          <a:bodyPr>
            <a:spAutoFit/>
          </a:bodyPr>
          <a:lstStyle>
            <a:lvl1pPr marL="339573" indent="-339573">
              <a:spcBef>
                <a:spcPts val="1200"/>
              </a:spcBef>
              <a:buClr>
                <a:schemeClr val="bg2"/>
              </a:buClr>
              <a:buFont typeface="Arial" pitchFamily="34" charset="0"/>
              <a:buChar char="•"/>
              <a:defRPr lang="en-US" sz="3599" kern="1200" spc="-71" baseline="0" dirty="0" smtClean="0">
                <a:gradFill>
                  <a:gsLst>
                    <a:gs pos="1250">
                      <a:schemeClr val="bg2"/>
                    </a:gs>
                    <a:gs pos="100000">
                      <a:schemeClr val="bg2"/>
                    </a:gs>
                  </a:gsLst>
                  <a:lin ang="5400000" scaled="0"/>
                </a:gradFill>
                <a:latin typeface="+mj-lt"/>
                <a:ea typeface="+mn-ea"/>
                <a:cs typeface="+mn-cs"/>
              </a:defRPr>
            </a:lvl1pPr>
            <a:lvl2pPr marL="634715" indent="-342745">
              <a:defRPr lang="en-US" sz="1999" kern="1200" spc="0" baseline="0" dirty="0" smtClean="0">
                <a:gradFill>
                  <a:gsLst>
                    <a:gs pos="1250">
                      <a:schemeClr val="bg2"/>
                    </a:gs>
                    <a:gs pos="100000">
                      <a:schemeClr val="bg2"/>
                    </a:gs>
                  </a:gsLst>
                  <a:lin ang="5400000" scaled="0"/>
                </a:gradFill>
                <a:latin typeface="+mn-lt"/>
                <a:ea typeface="+mn-ea"/>
                <a:cs typeface="+mn-cs"/>
              </a:defRPr>
            </a:lvl2pPr>
            <a:lvl3pPr marL="863212" indent="-342745">
              <a:defRPr lang="en-US" sz="1999" kern="1200" spc="0" baseline="0" dirty="0" smtClean="0">
                <a:gradFill>
                  <a:gsLst>
                    <a:gs pos="1250">
                      <a:schemeClr val="bg2"/>
                    </a:gs>
                    <a:gs pos="100000">
                      <a:schemeClr val="bg2"/>
                    </a:gs>
                  </a:gsLst>
                  <a:lin ang="5400000" scaled="0"/>
                </a:gradFill>
                <a:latin typeface="+mn-lt"/>
                <a:ea typeface="+mn-ea"/>
                <a:cs typeface="+mn-cs"/>
              </a:defRPr>
            </a:lvl3pPr>
            <a:lvl4pPr marL="1028237" indent="-342745">
              <a:defRPr lang="en-US" sz="1999" kern="1200" spc="0" baseline="0" dirty="0" smtClean="0">
                <a:gradFill>
                  <a:gsLst>
                    <a:gs pos="1250">
                      <a:schemeClr val="bg2"/>
                    </a:gs>
                    <a:gs pos="100000">
                      <a:schemeClr val="bg2"/>
                    </a:gs>
                  </a:gsLst>
                  <a:lin ang="5400000" scaled="0"/>
                </a:gradFill>
                <a:latin typeface="+mn-lt"/>
                <a:ea typeface="+mn-ea"/>
                <a:cs typeface="+mn-cs"/>
              </a:defRPr>
            </a:lvl4pPr>
            <a:lvl5pPr marL="1205958" indent="-342745">
              <a:defRPr lang="en-US" sz="1999" kern="1200" spc="0" baseline="0" dirty="0">
                <a:gradFill>
                  <a:gsLst>
                    <a:gs pos="1250">
                      <a:schemeClr val="bg2"/>
                    </a:gs>
                    <a:gs pos="100000">
                      <a:schemeClr val="bg2"/>
                    </a:gs>
                  </a:gsLst>
                  <a:lin ang="5400000" scaled="0"/>
                </a:gradFill>
                <a:latin typeface="+mn-lt"/>
                <a:ea typeface="+mn-ea"/>
                <a:cs typeface="+mn-cs"/>
              </a:defRPr>
            </a:lvl5pPr>
          </a:lstStyle>
          <a:p>
            <a:pPr marL="291969" marR="0" lvl="0" indent="-291969" algn="l" defTabSz="91395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Click to edit Master text styles</a:t>
            </a:r>
          </a:p>
          <a:p>
            <a:pPr marL="291969" marR="0" lvl="1" indent="-291969" algn="l" defTabSz="91395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Second level</a:t>
            </a:r>
          </a:p>
          <a:p>
            <a:pPr marL="291969" marR="0" lvl="2" indent="-291969" algn="l" defTabSz="91395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Third level</a:t>
            </a:r>
          </a:p>
          <a:p>
            <a:pPr marL="291969" marR="0" lvl="3" indent="-291969" algn="l" defTabSz="91395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Fourth level</a:t>
            </a:r>
          </a:p>
          <a:p>
            <a:pPr marL="291969" marR="0" lvl="4" indent="-291969" algn="l" defTabSz="91395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Fifth level</a:t>
            </a:r>
            <a:endParaRPr lang="en-US" dirty="0"/>
          </a:p>
        </p:txBody>
      </p:sp>
      <p:sp>
        <p:nvSpPr>
          <p:cNvPr id="6"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3004468552"/>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Large &amp; Small Content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635" y="1482344"/>
            <a:ext cx="5432826" cy="1701619"/>
          </a:xfrm>
          <a:prstGeom prst="rect">
            <a:avLst/>
          </a:prstGeom>
        </p:spPr>
        <p:txBody>
          <a:bodyPr>
            <a:noAutofit/>
          </a:bodyPr>
          <a:lstStyle>
            <a:lvl1pPr marL="0" indent="0">
              <a:buNone/>
              <a:defRPr sz="3999" b="0" cap="none" baseline="0">
                <a:gradFill>
                  <a:gsLst>
                    <a:gs pos="100000">
                      <a:schemeClr val="tx2"/>
                    </a:gs>
                    <a:gs pos="0">
                      <a:schemeClr val="tx2"/>
                    </a:gs>
                  </a:gsLst>
                  <a:lin ang="5400000" scaled="0"/>
                </a:gradFill>
                <a:latin typeface="+mj-lt"/>
              </a:defRPr>
            </a:lvl1pPr>
            <a:lvl2pPr marL="609219" indent="0">
              <a:buNone/>
              <a:defRPr sz="2699" b="1"/>
            </a:lvl2pPr>
            <a:lvl3pPr marL="1218438" indent="0">
              <a:buNone/>
              <a:defRPr sz="2399" b="1"/>
            </a:lvl3pPr>
            <a:lvl4pPr marL="1827657" indent="0">
              <a:buNone/>
              <a:defRPr sz="2099" b="1"/>
            </a:lvl4pPr>
            <a:lvl5pPr marL="2436876" indent="0">
              <a:buNone/>
              <a:defRPr sz="2099" b="1"/>
            </a:lvl5pPr>
            <a:lvl6pPr marL="3046095" indent="0">
              <a:buNone/>
              <a:defRPr sz="2099" b="1"/>
            </a:lvl6pPr>
            <a:lvl7pPr marL="3655315" indent="0">
              <a:buNone/>
              <a:defRPr sz="2099" b="1"/>
            </a:lvl7pPr>
            <a:lvl8pPr marL="4264534" indent="0">
              <a:buNone/>
              <a:defRPr sz="2099" b="1"/>
            </a:lvl8pPr>
            <a:lvl9pPr marL="4873753" indent="0">
              <a:buNone/>
              <a:defRPr sz="2099" b="1"/>
            </a:lvl9pPr>
          </a:lstStyle>
          <a:p>
            <a:pPr lvl="0"/>
            <a:r>
              <a:rPr lang="en-US" dirty="0" smtClean="0"/>
              <a:t>Click to edit Master text styles.</a:t>
            </a:r>
          </a:p>
        </p:txBody>
      </p:sp>
      <p:sp>
        <p:nvSpPr>
          <p:cNvPr id="6" name="Content Placeholder 5"/>
          <p:cNvSpPr>
            <a:spLocks noGrp="1"/>
          </p:cNvSpPr>
          <p:nvPr>
            <p:ph sz="quarter" idx="4"/>
          </p:nvPr>
        </p:nvSpPr>
        <p:spPr>
          <a:xfrm>
            <a:off x="6187357" y="1722017"/>
            <a:ext cx="5484026" cy="340324"/>
          </a:xfrm>
          <a:prstGeom prst="rect">
            <a:avLst/>
          </a:prstGeom>
        </p:spPr>
        <p:txBody>
          <a:bodyPr>
            <a:noAutofit/>
          </a:bodyPr>
          <a:lstStyle>
            <a:lvl1pPr marL="0" indent="0">
              <a:spcBef>
                <a:spcPts val="1200"/>
              </a:spcBef>
              <a:buNone/>
              <a:defRPr lang="en-US" sz="1999" kern="1200" spc="0" dirty="0" smtClean="0">
                <a:gradFill>
                  <a:gsLst>
                    <a:gs pos="100000">
                      <a:schemeClr val="bg2"/>
                    </a:gs>
                    <a:gs pos="0">
                      <a:schemeClr val="bg2"/>
                    </a:gs>
                  </a:gsLst>
                  <a:lin ang="5400000" scaled="0"/>
                </a:gradFill>
                <a:latin typeface="+mn-lt"/>
                <a:ea typeface="+mn-ea"/>
                <a:cs typeface="Segoe UI" pitchFamily="34" charset="0"/>
              </a:defRPr>
            </a:lvl1pPr>
            <a:lvl2pPr marL="913829" indent="-380762">
              <a:defRPr lang="en-US" sz="2099" kern="1200" dirty="0" smtClean="0">
                <a:solidFill>
                  <a:schemeClr val="bg2">
                    <a:lumMod val="50000"/>
                  </a:schemeClr>
                </a:solidFill>
                <a:latin typeface="+mn-lt"/>
                <a:ea typeface="+mn-ea"/>
                <a:cs typeface="Arial" pitchFamily="34" charset="0"/>
              </a:defRPr>
            </a:lvl2pPr>
            <a:lvl3pPr marL="913829" indent="-228457">
              <a:defRPr lang="en-US" sz="1899" kern="1200" dirty="0" smtClean="0">
                <a:solidFill>
                  <a:schemeClr val="bg2">
                    <a:lumMod val="50000"/>
                  </a:schemeClr>
                </a:solidFill>
                <a:latin typeface="+mn-lt"/>
                <a:ea typeface="+mn-ea"/>
                <a:cs typeface="Arial" pitchFamily="34" charset="0"/>
              </a:defRPr>
            </a:lvl3pPr>
            <a:lvl4pPr marL="1218438" indent="-228457">
              <a:defRPr lang="en-US" sz="1600" kern="1200" dirty="0" smtClean="0">
                <a:solidFill>
                  <a:schemeClr val="bg2">
                    <a:lumMod val="50000"/>
                  </a:schemeClr>
                </a:solidFill>
                <a:latin typeface="+mn-lt"/>
                <a:ea typeface="+mn-ea"/>
                <a:cs typeface="Arial" pitchFamily="34" charset="0"/>
              </a:defRPr>
            </a:lvl4pPr>
            <a:lvl5pPr marL="1446895" indent="-228457">
              <a:defRPr lang="en-US" sz="1600" kern="1200" dirty="0">
                <a:solidFill>
                  <a:schemeClr val="bg2">
                    <a:lumMod val="50000"/>
                  </a:schemeClr>
                </a:solidFill>
                <a:latin typeface="+mn-lt"/>
                <a:ea typeface="+mn-ea"/>
                <a:cs typeface="Arial" pitchFamily="34" charset="0"/>
              </a:defRPr>
            </a:lvl5pPr>
            <a:lvl6pPr>
              <a:defRPr sz="2099"/>
            </a:lvl6pPr>
            <a:lvl7pPr>
              <a:defRPr sz="2099"/>
            </a:lvl7pPr>
            <a:lvl8pPr>
              <a:defRPr sz="2099"/>
            </a:lvl8pPr>
            <a:lvl9pPr>
              <a:defRPr sz="2099"/>
            </a:lvl9pPr>
          </a:lstStyle>
          <a:p>
            <a:pPr lvl="0"/>
            <a:r>
              <a:rPr lang="en-US" smtClean="0"/>
              <a:t>Click to edit Master text styles</a:t>
            </a:r>
          </a:p>
        </p:txBody>
      </p:sp>
      <p:sp>
        <p:nvSpPr>
          <p:cNvPr id="12" name="Title 11"/>
          <p:cNvSpPr>
            <a:spLocks noGrp="1"/>
          </p:cNvSpPr>
          <p:nvPr>
            <p:ph type="title"/>
          </p:nvPr>
        </p:nvSpPr>
        <p:spPr/>
        <p:txBody>
          <a:bodyPr>
            <a:noAutofit/>
          </a:bodyPr>
          <a:lstStyle>
            <a:lvl1pPr>
              <a:defRPr/>
            </a:lvl1pPr>
          </a:lstStyle>
          <a:p>
            <a:r>
              <a:rPr lang="en-US" smtClean="0"/>
              <a:t>Click to edit Master title style</a:t>
            </a:r>
            <a:endParaRPr lang="en-US" dirty="0"/>
          </a:p>
        </p:txBody>
      </p:sp>
      <p:sp>
        <p:nvSpPr>
          <p:cNvPr id="10"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1895691901"/>
      </p:ext>
    </p:extLst>
  </p:cSld>
  <p:clrMapOvr>
    <a:masterClrMapping/>
  </p:clrMapOvr>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Content w/Photo on Righ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635" y="1482322"/>
            <a:ext cx="5432826" cy="1206540"/>
          </a:xfrm>
          <a:prstGeom prst="rect">
            <a:avLst/>
          </a:prstGeom>
        </p:spPr>
        <p:txBody>
          <a:bodyPr>
            <a:noAutofit/>
          </a:bodyPr>
          <a:lstStyle>
            <a:lvl1pPr marL="0" indent="0">
              <a:buNone/>
              <a:defRPr sz="3999" b="0" cap="none" baseline="0">
                <a:gradFill>
                  <a:gsLst>
                    <a:gs pos="100000">
                      <a:schemeClr val="tx2"/>
                    </a:gs>
                    <a:gs pos="0">
                      <a:schemeClr val="tx2"/>
                    </a:gs>
                  </a:gsLst>
                  <a:lin ang="5400000" scaled="0"/>
                </a:gradFill>
                <a:latin typeface="+mj-lt"/>
              </a:defRPr>
            </a:lvl1pPr>
            <a:lvl2pPr marL="609219" indent="0">
              <a:buNone/>
              <a:defRPr sz="2699" b="1"/>
            </a:lvl2pPr>
            <a:lvl3pPr marL="1218438" indent="0">
              <a:buNone/>
              <a:defRPr sz="2399" b="1"/>
            </a:lvl3pPr>
            <a:lvl4pPr marL="1827657" indent="0">
              <a:buNone/>
              <a:defRPr sz="2099" b="1"/>
            </a:lvl4pPr>
            <a:lvl5pPr marL="2436876" indent="0">
              <a:buNone/>
              <a:defRPr sz="2099" b="1"/>
            </a:lvl5pPr>
            <a:lvl6pPr marL="3046095" indent="0">
              <a:buNone/>
              <a:defRPr sz="2099" b="1"/>
            </a:lvl6pPr>
            <a:lvl7pPr marL="3655315" indent="0">
              <a:buNone/>
              <a:defRPr sz="2099" b="1"/>
            </a:lvl7pPr>
            <a:lvl8pPr marL="4264534" indent="0">
              <a:buNone/>
              <a:defRPr sz="2099" b="1"/>
            </a:lvl8pPr>
            <a:lvl9pPr marL="4873753" indent="0">
              <a:buNone/>
              <a:defRPr sz="2099" b="1"/>
            </a:lvl9pPr>
          </a:lstStyle>
          <a:p>
            <a:pPr lvl="0"/>
            <a:r>
              <a:rPr lang="en-US" dirty="0" smtClean="0"/>
              <a:t>Click to edit Master text styles.</a:t>
            </a:r>
          </a:p>
        </p:txBody>
      </p:sp>
      <p:sp>
        <p:nvSpPr>
          <p:cNvPr id="10"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sp>
        <p:nvSpPr>
          <p:cNvPr id="9" name="Content Placeholder 5"/>
          <p:cNvSpPr>
            <a:spLocks noGrp="1"/>
          </p:cNvSpPr>
          <p:nvPr>
            <p:ph sz="quarter" idx="13"/>
          </p:nvPr>
        </p:nvSpPr>
        <p:spPr>
          <a:xfrm>
            <a:off x="520643" y="2800202"/>
            <a:ext cx="5443456" cy="623929"/>
          </a:xfrm>
          <a:prstGeom prst="rect">
            <a:avLst/>
          </a:prstGeom>
        </p:spPr>
        <p:txBody>
          <a:bodyPr>
            <a:noAutofit/>
          </a:bodyPr>
          <a:lstStyle>
            <a:lvl1pPr marL="0" indent="0">
              <a:spcBef>
                <a:spcPts val="1200"/>
              </a:spcBef>
              <a:buFont typeface="Arial" pitchFamily="34" charset="0"/>
              <a:buNone/>
              <a:defRPr lang="en-US" sz="1999" kern="1200" spc="0" dirty="0" smtClean="0">
                <a:gradFill>
                  <a:gsLst>
                    <a:gs pos="100000">
                      <a:schemeClr val="bg2"/>
                    </a:gs>
                    <a:gs pos="0">
                      <a:schemeClr val="bg2"/>
                    </a:gs>
                  </a:gsLst>
                  <a:lin ang="5400000" scaled="0"/>
                </a:gradFill>
                <a:latin typeface="+mn-lt"/>
                <a:ea typeface="+mn-ea"/>
                <a:cs typeface="Segoe UI" pitchFamily="34" charset="0"/>
              </a:defRPr>
            </a:lvl1pPr>
            <a:lvl2pPr marL="913829" indent="-380762">
              <a:defRPr lang="en-US" sz="2099" kern="1200" dirty="0" smtClean="0">
                <a:solidFill>
                  <a:schemeClr val="bg2">
                    <a:lumMod val="50000"/>
                  </a:schemeClr>
                </a:solidFill>
                <a:latin typeface="+mn-lt"/>
                <a:ea typeface="+mn-ea"/>
                <a:cs typeface="Arial" pitchFamily="34" charset="0"/>
              </a:defRPr>
            </a:lvl2pPr>
            <a:lvl3pPr marL="913829" indent="-228457">
              <a:defRPr lang="en-US" sz="1899" kern="1200" dirty="0" smtClean="0">
                <a:solidFill>
                  <a:schemeClr val="bg2">
                    <a:lumMod val="50000"/>
                  </a:schemeClr>
                </a:solidFill>
                <a:latin typeface="+mn-lt"/>
                <a:ea typeface="+mn-ea"/>
                <a:cs typeface="Arial" pitchFamily="34" charset="0"/>
              </a:defRPr>
            </a:lvl3pPr>
            <a:lvl4pPr marL="1218438" indent="-228457">
              <a:defRPr lang="en-US" sz="1600" kern="1200" dirty="0" smtClean="0">
                <a:solidFill>
                  <a:schemeClr val="bg2">
                    <a:lumMod val="50000"/>
                  </a:schemeClr>
                </a:solidFill>
                <a:latin typeface="+mn-lt"/>
                <a:ea typeface="+mn-ea"/>
                <a:cs typeface="Arial" pitchFamily="34" charset="0"/>
              </a:defRPr>
            </a:lvl4pPr>
            <a:lvl5pPr marL="1446895" indent="-228457">
              <a:defRPr lang="en-US" sz="1600" kern="1200" dirty="0">
                <a:solidFill>
                  <a:schemeClr val="bg2">
                    <a:lumMod val="50000"/>
                  </a:schemeClr>
                </a:solidFill>
                <a:latin typeface="+mn-lt"/>
                <a:ea typeface="+mn-ea"/>
                <a:cs typeface="Arial" pitchFamily="34" charset="0"/>
              </a:defRPr>
            </a:lvl5pPr>
            <a:lvl6pPr>
              <a:defRPr sz="2099"/>
            </a:lvl6pPr>
            <a:lvl7pPr>
              <a:defRPr sz="2099"/>
            </a:lvl7pPr>
            <a:lvl8pPr>
              <a:defRPr sz="2099"/>
            </a:lvl8pPr>
            <a:lvl9pPr>
              <a:defRPr sz="2099"/>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07910" y="0"/>
            <a:ext cx="5979334" cy="7021513"/>
          </a:xfrm>
        </p:spPr>
        <p:txBody>
          <a:bodyPr lIns="182870" anchor="ctr"/>
          <a:lstStyle>
            <a:lvl1pPr marL="0" indent="0" algn="l">
              <a:buNone/>
              <a:defRPr/>
            </a:lvl1pPr>
          </a:lstStyle>
          <a:p>
            <a:r>
              <a:rPr lang="en-US" smtClean="0"/>
              <a:t>Click to insert photo.</a:t>
            </a:r>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55111232"/>
      </p:ext>
    </p:extLst>
  </p:cSld>
  <p:clrMapOvr>
    <a:masterClrMapping/>
  </p:clrMapOvr>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7286" y="1482322"/>
            <a:ext cx="5432826" cy="1206540"/>
          </a:xfrm>
          <a:prstGeom prst="rect">
            <a:avLst/>
          </a:prstGeom>
        </p:spPr>
        <p:txBody>
          <a:bodyPr>
            <a:noAutofit/>
          </a:bodyPr>
          <a:lstStyle>
            <a:lvl1pPr marL="0" indent="0">
              <a:buNone/>
              <a:defRPr sz="3999" b="0" cap="none" baseline="0">
                <a:gradFill>
                  <a:gsLst>
                    <a:gs pos="100000">
                      <a:schemeClr val="tx2"/>
                    </a:gs>
                    <a:gs pos="0">
                      <a:schemeClr val="tx2"/>
                    </a:gs>
                  </a:gsLst>
                  <a:lin ang="5400000" scaled="0"/>
                </a:gradFill>
                <a:latin typeface="+mj-lt"/>
              </a:defRPr>
            </a:lvl1pPr>
            <a:lvl2pPr marL="609219" indent="0">
              <a:buNone/>
              <a:defRPr sz="2699" b="1"/>
            </a:lvl2pPr>
            <a:lvl3pPr marL="1218438" indent="0">
              <a:buNone/>
              <a:defRPr sz="2399" b="1"/>
            </a:lvl3pPr>
            <a:lvl4pPr marL="1827657" indent="0">
              <a:buNone/>
              <a:defRPr sz="2099" b="1"/>
            </a:lvl4pPr>
            <a:lvl5pPr marL="2436876" indent="0">
              <a:buNone/>
              <a:defRPr sz="2099" b="1"/>
            </a:lvl5pPr>
            <a:lvl6pPr marL="3046095" indent="0">
              <a:buNone/>
              <a:defRPr sz="2099" b="1"/>
            </a:lvl6pPr>
            <a:lvl7pPr marL="3655315" indent="0">
              <a:buNone/>
              <a:defRPr sz="2099" b="1"/>
            </a:lvl7pPr>
            <a:lvl8pPr marL="4264534" indent="0">
              <a:buNone/>
              <a:defRPr sz="2099" b="1"/>
            </a:lvl8pPr>
            <a:lvl9pPr marL="4873753" indent="0">
              <a:buNone/>
              <a:defRPr sz="2099" b="1"/>
            </a:lvl9pPr>
          </a:lstStyle>
          <a:p>
            <a:pPr lvl="0"/>
            <a:r>
              <a:rPr lang="en-US" dirty="0" smtClean="0"/>
              <a:t>Click to edit Master text styles.</a:t>
            </a:r>
          </a:p>
        </p:txBody>
      </p:sp>
      <p:sp>
        <p:nvSpPr>
          <p:cNvPr id="9" name="Content Placeholder 5"/>
          <p:cNvSpPr>
            <a:spLocks noGrp="1"/>
          </p:cNvSpPr>
          <p:nvPr>
            <p:ph sz="quarter" idx="13"/>
          </p:nvPr>
        </p:nvSpPr>
        <p:spPr>
          <a:xfrm>
            <a:off x="6217291" y="2800202"/>
            <a:ext cx="5443456" cy="623929"/>
          </a:xfrm>
          <a:prstGeom prst="rect">
            <a:avLst/>
          </a:prstGeom>
        </p:spPr>
        <p:txBody>
          <a:bodyPr>
            <a:noAutofit/>
          </a:bodyPr>
          <a:lstStyle>
            <a:lvl1pPr marL="0" indent="0">
              <a:spcBef>
                <a:spcPts val="1200"/>
              </a:spcBef>
              <a:buFont typeface="Arial" pitchFamily="34" charset="0"/>
              <a:buNone/>
              <a:defRPr lang="en-US" sz="1999" kern="1200" spc="0" dirty="0" smtClean="0">
                <a:gradFill>
                  <a:gsLst>
                    <a:gs pos="100000">
                      <a:schemeClr val="bg2"/>
                    </a:gs>
                    <a:gs pos="0">
                      <a:schemeClr val="bg2"/>
                    </a:gs>
                  </a:gsLst>
                  <a:lin ang="5400000" scaled="0"/>
                </a:gradFill>
                <a:latin typeface="+mn-lt"/>
                <a:ea typeface="+mn-ea"/>
                <a:cs typeface="Segoe UI" pitchFamily="34" charset="0"/>
              </a:defRPr>
            </a:lvl1pPr>
            <a:lvl2pPr marL="913829" indent="-380762">
              <a:defRPr lang="en-US" sz="2099" kern="1200" dirty="0" smtClean="0">
                <a:solidFill>
                  <a:schemeClr val="bg2">
                    <a:lumMod val="50000"/>
                  </a:schemeClr>
                </a:solidFill>
                <a:latin typeface="+mn-lt"/>
                <a:ea typeface="+mn-ea"/>
                <a:cs typeface="Arial" pitchFamily="34" charset="0"/>
              </a:defRPr>
            </a:lvl2pPr>
            <a:lvl3pPr marL="913829" indent="-228457">
              <a:defRPr lang="en-US" sz="1899" kern="1200" dirty="0" smtClean="0">
                <a:solidFill>
                  <a:schemeClr val="bg2">
                    <a:lumMod val="50000"/>
                  </a:schemeClr>
                </a:solidFill>
                <a:latin typeface="+mn-lt"/>
                <a:ea typeface="+mn-ea"/>
                <a:cs typeface="Arial" pitchFamily="34" charset="0"/>
              </a:defRPr>
            </a:lvl3pPr>
            <a:lvl4pPr marL="1218438" indent="-228457">
              <a:defRPr lang="en-US" sz="1600" kern="1200" dirty="0" smtClean="0">
                <a:solidFill>
                  <a:schemeClr val="bg2">
                    <a:lumMod val="50000"/>
                  </a:schemeClr>
                </a:solidFill>
                <a:latin typeface="+mn-lt"/>
                <a:ea typeface="+mn-ea"/>
                <a:cs typeface="Arial" pitchFamily="34" charset="0"/>
              </a:defRPr>
            </a:lvl4pPr>
            <a:lvl5pPr marL="1446895" indent="-228457">
              <a:defRPr lang="en-US" sz="1600" kern="1200" dirty="0">
                <a:solidFill>
                  <a:schemeClr val="bg2">
                    <a:lumMod val="50000"/>
                  </a:schemeClr>
                </a:solidFill>
                <a:latin typeface="+mn-lt"/>
                <a:ea typeface="+mn-ea"/>
                <a:cs typeface="Arial" pitchFamily="34" charset="0"/>
              </a:defRPr>
            </a:lvl5pPr>
            <a:lvl6pPr>
              <a:defRPr sz="2099"/>
            </a:lvl6pPr>
            <a:lvl7pPr>
              <a:defRPr sz="2099"/>
            </a:lvl7pPr>
            <a:lvl8pPr>
              <a:defRPr sz="2099"/>
            </a:lvl8pPr>
            <a:lvl9pPr>
              <a:defRPr sz="2099"/>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8" y="0"/>
            <a:ext cx="5979334" cy="7021513"/>
          </a:xfrm>
        </p:spPr>
        <p:txBody>
          <a:bodyPr lIns="182870" anchor="ctr"/>
          <a:lstStyle>
            <a:lvl1pPr marL="0" indent="0" algn="l">
              <a:buNone/>
              <a:defRPr/>
            </a:lvl1pPr>
          </a:lstStyle>
          <a:p>
            <a:r>
              <a:rPr lang="en-US" smtClean="0"/>
              <a:t>Click to insert photo.</a:t>
            </a:r>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1988634121"/>
      </p:ext>
    </p:extLst>
  </p:cSld>
  <p:clrMapOvr>
    <a:masterClrMapping/>
  </p:clrMapOvr>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Color Block Header on Left &amp; Text on Right ">
    <p:spTree>
      <p:nvGrpSpPr>
        <p:cNvPr id="1" name=""/>
        <p:cNvGrpSpPr/>
        <p:nvPr/>
      </p:nvGrpSpPr>
      <p:grpSpPr>
        <a:xfrm>
          <a:off x="0" y="0"/>
          <a:ext cx="0" cy="0"/>
          <a:chOff x="0" y="0"/>
          <a:chExt cx="0" cy="0"/>
        </a:xfrm>
      </p:grpSpPr>
      <p:sp>
        <p:nvSpPr>
          <p:cNvPr id="2" name="Rectangle 1"/>
          <p:cNvSpPr/>
          <p:nvPr/>
        </p:nvSpPr>
        <p:spPr bwMode="white">
          <a:xfrm>
            <a:off x="-9524" y="0"/>
            <a:ext cx="5985685"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0" tIns="45700" rIns="45700" bIns="45700" numCol="1" spcCol="0" rtlCol="0" fromWordArt="0" anchor="ctr" anchorCtr="0" forceAA="0" compatLnSpc="1">
            <a:prstTxWarp prst="textNoShape">
              <a:avLst/>
            </a:prstTxWarp>
            <a:noAutofit/>
          </a:bodyPr>
          <a:lstStyle/>
          <a:p>
            <a:pPr algn="ctr" defTabSz="913688" fontAlgn="base">
              <a:spcBef>
                <a:spcPct val="0"/>
              </a:spcBef>
              <a:spcAft>
                <a:spcPct val="0"/>
              </a:spcAft>
            </a:pPr>
            <a:endParaRPr lang="en-US" sz="2299"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2" y="1482344"/>
            <a:ext cx="5231720" cy="1701619"/>
          </a:xfrm>
          <a:prstGeom prst="rect">
            <a:avLst/>
          </a:prstGeom>
        </p:spPr>
        <p:txBody>
          <a:bodyPr>
            <a:noAutofit/>
          </a:bodyPr>
          <a:lstStyle>
            <a:lvl1pPr marL="0" indent="0">
              <a:buNone/>
              <a:defRPr sz="3999" b="0" cap="none" baseline="0">
                <a:gradFill>
                  <a:gsLst>
                    <a:gs pos="100000">
                      <a:schemeClr val="bg1"/>
                    </a:gs>
                    <a:gs pos="0">
                      <a:schemeClr val="bg1"/>
                    </a:gs>
                  </a:gsLst>
                  <a:lin ang="5400000" scaled="0"/>
                </a:gradFill>
                <a:latin typeface="+mj-lt"/>
              </a:defRPr>
            </a:lvl1pPr>
            <a:lvl2pPr marL="609219" indent="0">
              <a:buNone/>
              <a:defRPr sz="2699" b="1"/>
            </a:lvl2pPr>
            <a:lvl3pPr marL="1218438" indent="0">
              <a:buNone/>
              <a:defRPr sz="2399" b="1"/>
            </a:lvl3pPr>
            <a:lvl4pPr marL="1827657" indent="0">
              <a:buNone/>
              <a:defRPr sz="2099" b="1"/>
            </a:lvl4pPr>
            <a:lvl5pPr marL="2436876" indent="0">
              <a:buNone/>
              <a:defRPr sz="2099" b="1"/>
            </a:lvl5pPr>
            <a:lvl6pPr marL="3046095" indent="0">
              <a:buNone/>
              <a:defRPr sz="2099" b="1"/>
            </a:lvl6pPr>
            <a:lvl7pPr marL="3655315" indent="0">
              <a:buNone/>
              <a:defRPr sz="2099" b="1"/>
            </a:lvl7pPr>
            <a:lvl8pPr marL="4264534" indent="0">
              <a:buNone/>
              <a:defRPr sz="2099" b="1"/>
            </a:lvl8pPr>
            <a:lvl9pPr marL="4873753" indent="0">
              <a:buNone/>
              <a:defRPr sz="2099" b="1"/>
            </a:lvl9pPr>
          </a:lstStyle>
          <a:p>
            <a:pPr lvl="0"/>
            <a:r>
              <a:rPr lang="en-US" dirty="0" smtClean="0"/>
              <a:t>Click to edit Master text styles.</a:t>
            </a:r>
          </a:p>
        </p:txBody>
      </p:sp>
      <p:sp>
        <p:nvSpPr>
          <p:cNvPr id="6" name="Content Placeholder 5"/>
          <p:cNvSpPr>
            <a:spLocks noGrp="1"/>
          </p:cNvSpPr>
          <p:nvPr>
            <p:ph sz="quarter" idx="4"/>
          </p:nvPr>
        </p:nvSpPr>
        <p:spPr>
          <a:xfrm>
            <a:off x="6187357" y="1722017"/>
            <a:ext cx="5484026" cy="340324"/>
          </a:xfrm>
          <a:prstGeom prst="rect">
            <a:avLst/>
          </a:prstGeom>
        </p:spPr>
        <p:txBody>
          <a:bodyPr>
            <a:noAutofit/>
          </a:bodyPr>
          <a:lstStyle>
            <a:lvl1pPr marL="0" indent="0">
              <a:spcBef>
                <a:spcPts val="1200"/>
              </a:spcBef>
              <a:buNone/>
              <a:defRPr lang="en-US" sz="1999" kern="1200" spc="0" dirty="0" smtClean="0">
                <a:gradFill>
                  <a:gsLst>
                    <a:gs pos="100000">
                      <a:schemeClr val="bg2"/>
                    </a:gs>
                    <a:gs pos="0">
                      <a:schemeClr val="bg2"/>
                    </a:gs>
                  </a:gsLst>
                  <a:lin ang="5400000" scaled="0"/>
                </a:gradFill>
                <a:latin typeface="+mn-lt"/>
                <a:ea typeface="+mn-ea"/>
                <a:cs typeface="Segoe UI" pitchFamily="34" charset="0"/>
              </a:defRPr>
            </a:lvl1pPr>
            <a:lvl2pPr marL="913829" indent="-380762">
              <a:defRPr lang="en-US" sz="2099" kern="1200" dirty="0" smtClean="0">
                <a:solidFill>
                  <a:schemeClr val="bg2">
                    <a:lumMod val="50000"/>
                  </a:schemeClr>
                </a:solidFill>
                <a:latin typeface="+mn-lt"/>
                <a:ea typeface="+mn-ea"/>
                <a:cs typeface="Arial" pitchFamily="34" charset="0"/>
              </a:defRPr>
            </a:lvl2pPr>
            <a:lvl3pPr marL="913829" indent="-228457">
              <a:defRPr lang="en-US" sz="1899" kern="1200" dirty="0" smtClean="0">
                <a:solidFill>
                  <a:schemeClr val="bg2">
                    <a:lumMod val="50000"/>
                  </a:schemeClr>
                </a:solidFill>
                <a:latin typeface="+mn-lt"/>
                <a:ea typeface="+mn-ea"/>
                <a:cs typeface="Arial" pitchFamily="34" charset="0"/>
              </a:defRPr>
            </a:lvl3pPr>
            <a:lvl4pPr marL="1218438" indent="-228457">
              <a:defRPr lang="en-US" sz="1600" kern="1200" dirty="0" smtClean="0">
                <a:solidFill>
                  <a:schemeClr val="bg2">
                    <a:lumMod val="50000"/>
                  </a:schemeClr>
                </a:solidFill>
                <a:latin typeface="+mn-lt"/>
                <a:ea typeface="+mn-ea"/>
                <a:cs typeface="Arial" pitchFamily="34" charset="0"/>
              </a:defRPr>
            </a:lvl4pPr>
            <a:lvl5pPr marL="1446895" indent="-228457">
              <a:defRPr lang="en-US" sz="1600" kern="1200" dirty="0">
                <a:solidFill>
                  <a:schemeClr val="bg2">
                    <a:lumMod val="50000"/>
                  </a:schemeClr>
                </a:solidFill>
                <a:latin typeface="+mn-lt"/>
                <a:ea typeface="+mn-ea"/>
                <a:cs typeface="Arial" pitchFamily="34" charset="0"/>
              </a:defRPr>
            </a:lvl5pPr>
            <a:lvl6pPr>
              <a:defRPr sz="2099"/>
            </a:lvl6pPr>
            <a:lvl7pPr>
              <a:defRPr sz="2099"/>
            </a:lvl7pPr>
            <a:lvl8pPr>
              <a:defRPr sz="2099"/>
            </a:lvl8pPr>
            <a:lvl9pPr>
              <a:defRPr sz="2099"/>
            </a:lvl9pPr>
          </a:lstStyle>
          <a:p>
            <a:pPr lvl="0"/>
            <a:r>
              <a:rPr lang="en-US" smtClean="0"/>
              <a:t>Click to edit Master text styles</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528539382"/>
      </p:ext>
    </p:extLst>
  </p:cSld>
  <p:clrMapOvr>
    <a:masterClrMapping/>
  </p:clrMapOvr>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Color Block text w/Photo on Right">
    <p:spTree>
      <p:nvGrpSpPr>
        <p:cNvPr id="1" name=""/>
        <p:cNvGrpSpPr/>
        <p:nvPr/>
      </p:nvGrpSpPr>
      <p:grpSpPr>
        <a:xfrm>
          <a:off x="0" y="0"/>
          <a:ext cx="0" cy="0"/>
          <a:chOff x="0" y="0"/>
          <a:chExt cx="0" cy="0"/>
        </a:xfrm>
      </p:grpSpPr>
      <p:sp>
        <p:nvSpPr>
          <p:cNvPr id="7" name="Rectangle 6"/>
          <p:cNvSpPr/>
          <p:nvPr/>
        </p:nvSpPr>
        <p:spPr bwMode="white">
          <a:xfrm>
            <a:off x="13" y="0"/>
            <a:ext cx="6219015"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0" tIns="45700" rIns="45700" bIns="45700" numCol="1" spcCol="0" rtlCol="0" fromWordArt="0" anchor="ctr" anchorCtr="0" forceAA="0" compatLnSpc="1">
            <a:prstTxWarp prst="textNoShape">
              <a:avLst/>
            </a:prstTxWarp>
            <a:noAutofit/>
          </a:bodyPr>
          <a:lstStyle/>
          <a:p>
            <a:pPr algn="ctr" defTabSz="913688" fontAlgn="base">
              <a:spcBef>
                <a:spcPct val="0"/>
              </a:spcBef>
              <a:spcAft>
                <a:spcPct val="0"/>
              </a:spcAft>
            </a:pPr>
            <a:endParaRPr lang="en-US" sz="2299"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5" y="1482322"/>
            <a:ext cx="5432826" cy="1206540"/>
          </a:xfrm>
          <a:prstGeom prst="rect">
            <a:avLst/>
          </a:prstGeom>
        </p:spPr>
        <p:txBody>
          <a:bodyPr>
            <a:noAutofit/>
          </a:bodyPr>
          <a:lstStyle>
            <a:lvl1pPr marL="0" indent="0">
              <a:buNone/>
              <a:defRPr sz="3999" b="0" cap="none" baseline="0">
                <a:gradFill>
                  <a:gsLst>
                    <a:gs pos="100000">
                      <a:schemeClr val="bg1"/>
                    </a:gs>
                    <a:gs pos="0">
                      <a:schemeClr val="bg1"/>
                    </a:gs>
                  </a:gsLst>
                  <a:lin ang="5400000" scaled="0"/>
                </a:gradFill>
                <a:latin typeface="+mj-lt"/>
              </a:defRPr>
            </a:lvl1pPr>
            <a:lvl2pPr marL="609219" indent="0">
              <a:buNone/>
              <a:defRPr sz="2699" b="1"/>
            </a:lvl2pPr>
            <a:lvl3pPr marL="1218438" indent="0">
              <a:buNone/>
              <a:defRPr sz="2399" b="1"/>
            </a:lvl3pPr>
            <a:lvl4pPr marL="1827657" indent="0">
              <a:buNone/>
              <a:defRPr sz="2099" b="1"/>
            </a:lvl4pPr>
            <a:lvl5pPr marL="2436876" indent="0">
              <a:buNone/>
              <a:defRPr sz="2099" b="1"/>
            </a:lvl5pPr>
            <a:lvl6pPr marL="3046095" indent="0">
              <a:buNone/>
              <a:defRPr sz="2099" b="1"/>
            </a:lvl6pPr>
            <a:lvl7pPr marL="3655315" indent="0">
              <a:buNone/>
              <a:defRPr sz="2099" b="1"/>
            </a:lvl7pPr>
            <a:lvl8pPr marL="4264534" indent="0">
              <a:buNone/>
              <a:defRPr sz="2099" b="1"/>
            </a:lvl8pPr>
            <a:lvl9pPr marL="4873753" indent="0">
              <a:buNone/>
              <a:defRPr sz="2099" b="1"/>
            </a:lvl9pPr>
          </a:lstStyle>
          <a:p>
            <a:pPr lvl="0"/>
            <a:r>
              <a:rPr lang="en-US" dirty="0" smtClean="0"/>
              <a:t>Click to edit Master text styles.</a:t>
            </a:r>
          </a:p>
        </p:txBody>
      </p:sp>
      <p:sp>
        <p:nvSpPr>
          <p:cNvPr id="9" name="Content Placeholder 5"/>
          <p:cNvSpPr>
            <a:spLocks noGrp="1"/>
          </p:cNvSpPr>
          <p:nvPr>
            <p:ph sz="quarter" idx="13"/>
          </p:nvPr>
        </p:nvSpPr>
        <p:spPr>
          <a:xfrm>
            <a:off x="520643" y="2800202"/>
            <a:ext cx="5443456" cy="623929"/>
          </a:xfrm>
          <a:prstGeom prst="rect">
            <a:avLst/>
          </a:prstGeom>
        </p:spPr>
        <p:txBody>
          <a:bodyPr>
            <a:noAutofit/>
          </a:bodyPr>
          <a:lstStyle>
            <a:lvl1pPr marL="0" indent="0">
              <a:spcBef>
                <a:spcPts val="1200"/>
              </a:spcBef>
              <a:buFont typeface="Arial" pitchFamily="34" charset="0"/>
              <a:buNone/>
              <a:defRPr lang="en-US" sz="1999" kern="1200" spc="0" dirty="0" smtClean="0">
                <a:gradFill>
                  <a:gsLst>
                    <a:gs pos="100000">
                      <a:schemeClr val="bg1"/>
                    </a:gs>
                    <a:gs pos="0">
                      <a:schemeClr val="bg1"/>
                    </a:gs>
                  </a:gsLst>
                  <a:lin ang="5400000" scaled="0"/>
                </a:gradFill>
                <a:latin typeface="+mn-lt"/>
                <a:ea typeface="+mn-ea"/>
                <a:cs typeface="Segoe UI" pitchFamily="34" charset="0"/>
              </a:defRPr>
            </a:lvl1pPr>
            <a:lvl2pPr marL="913829" indent="-380762">
              <a:defRPr lang="en-US" sz="2099" kern="1200" dirty="0" smtClean="0">
                <a:solidFill>
                  <a:schemeClr val="bg2">
                    <a:lumMod val="50000"/>
                  </a:schemeClr>
                </a:solidFill>
                <a:latin typeface="+mn-lt"/>
                <a:ea typeface="+mn-ea"/>
                <a:cs typeface="Arial" pitchFamily="34" charset="0"/>
              </a:defRPr>
            </a:lvl2pPr>
            <a:lvl3pPr marL="913829" indent="-228457">
              <a:defRPr lang="en-US" sz="1899" kern="1200" dirty="0" smtClean="0">
                <a:solidFill>
                  <a:schemeClr val="bg2">
                    <a:lumMod val="50000"/>
                  </a:schemeClr>
                </a:solidFill>
                <a:latin typeface="+mn-lt"/>
                <a:ea typeface="+mn-ea"/>
                <a:cs typeface="Arial" pitchFamily="34" charset="0"/>
              </a:defRPr>
            </a:lvl3pPr>
            <a:lvl4pPr marL="1218438" indent="-228457">
              <a:defRPr lang="en-US" sz="1600" kern="1200" dirty="0" smtClean="0">
                <a:solidFill>
                  <a:schemeClr val="bg2">
                    <a:lumMod val="50000"/>
                  </a:schemeClr>
                </a:solidFill>
                <a:latin typeface="+mn-lt"/>
                <a:ea typeface="+mn-ea"/>
                <a:cs typeface="Arial" pitchFamily="34" charset="0"/>
              </a:defRPr>
            </a:lvl4pPr>
            <a:lvl5pPr marL="1446895" indent="-228457">
              <a:defRPr lang="en-US" sz="1600" kern="1200" dirty="0">
                <a:solidFill>
                  <a:schemeClr val="bg2">
                    <a:lumMod val="50000"/>
                  </a:schemeClr>
                </a:solidFill>
                <a:latin typeface="+mn-lt"/>
                <a:ea typeface="+mn-ea"/>
                <a:cs typeface="Arial" pitchFamily="34" charset="0"/>
              </a:defRPr>
            </a:lvl5pPr>
            <a:lvl6pPr>
              <a:defRPr sz="2099"/>
            </a:lvl6pPr>
            <a:lvl7pPr>
              <a:defRPr sz="2099"/>
            </a:lvl7pPr>
            <a:lvl8pPr>
              <a:defRPr sz="2099"/>
            </a:lvl8pPr>
            <a:lvl9pPr>
              <a:defRPr sz="2099"/>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07910" y="0"/>
            <a:ext cx="5979334" cy="7021513"/>
          </a:xfrm>
        </p:spPr>
        <p:txBody>
          <a:bodyPr lIns="182870" anchor="ctr"/>
          <a:lstStyle>
            <a:lvl1pPr marL="0" indent="0" algn="l">
              <a:buNone/>
              <a:defRPr/>
            </a:lvl1pPr>
          </a:lstStyle>
          <a:p>
            <a:r>
              <a:rPr lang="en-US" smtClean="0"/>
              <a:t>Click to insert photo.</a:t>
            </a:r>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4025185113"/>
      </p:ext>
    </p:extLst>
  </p:cSld>
  <p:clrMapOvr>
    <a:masterClrMapping/>
  </p:clrMapOvr>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lor Block text w/Photo on Left">
    <p:spTree>
      <p:nvGrpSpPr>
        <p:cNvPr id="1" name=""/>
        <p:cNvGrpSpPr/>
        <p:nvPr/>
      </p:nvGrpSpPr>
      <p:grpSpPr>
        <a:xfrm>
          <a:off x="0" y="0"/>
          <a:ext cx="0" cy="0"/>
          <a:chOff x="0" y="0"/>
          <a:chExt cx="0" cy="0"/>
        </a:xfrm>
      </p:grpSpPr>
      <p:sp>
        <p:nvSpPr>
          <p:cNvPr id="7" name="Rectangle 6"/>
          <p:cNvSpPr/>
          <p:nvPr/>
        </p:nvSpPr>
        <p:spPr bwMode="white">
          <a:xfrm>
            <a:off x="5966649" y="0"/>
            <a:ext cx="6220601"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0" tIns="45700" rIns="45700" bIns="45700" numCol="1" spcCol="0" rtlCol="0" fromWordArt="0" anchor="ctr" anchorCtr="0" forceAA="0" compatLnSpc="1">
            <a:prstTxWarp prst="textNoShape">
              <a:avLst/>
            </a:prstTxWarp>
            <a:noAutofit/>
          </a:bodyPr>
          <a:lstStyle/>
          <a:p>
            <a:pPr algn="ctr" defTabSz="913688" fontAlgn="base">
              <a:spcBef>
                <a:spcPct val="0"/>
              </a:spcBef>
              <a:spcAft>
                <a:spcPct val="0"/>
              </a:spcAft>
            </a:pPr>
            <a:endParaRPr lang="en-US" sz="2299"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6217286" y="1482322"/>
            <a:ext cx="5432826" cy="1206540"/>
          </a:xfrm>
          <a:prstGeom prst="rect">
            <a:avLst/>
          </a:prstGeom>
        </p:spPr>
        <p:txBody>
          <a:bodyPr>
            <a:noAutofit/>
          </a:bodyPr>
          <a:lstStyle>
            <a:lvl1pPr marL="0" indent="0">
              <a:buNone/>
              <a:defRPr sz="3999" b="0" cap="none" baseline="0">
                <a:gradFill>
                  <a:gsLst>
                    <a:gs pos="100000">
                      <a:schemeClr val="bg1"/>
                    </a:gs>
                    <a:gs pos="0">
                      <a:schemeClr val="bg1"/>
                    </a:gs>
                  </a:gsLst>
                  <a:lin ang="5400000" scaled="0"/>
                </a:gradFill>
                <a:latin typeface="+mj-lt"/>
              </a:defRPr>
            </a:lvl1pPr>
            <a:lvl2pPr marL="609219" indent="0">
              <a:buNone/>
              <a:defRPr sz="2699" b="1"/>
            </a:lvl2pPr>
            <a:lvl3pPr marL="1218438" indent="0">
              <a:buNone/>
              <a:defRPr sz="2399" b="1"/>
            </a:lvl3pPr>
            <a:lvl4pPr marL="1827657" indent="0">
              <a:buNone/>
              <a:defRPr sz="2099" b="1"/>
            </a:lvl4pPr>
            <a:lvl5pPr marL="2436876" indent="0">
              <a:buNone/>
              <a:defRPr sz="2099" b="1"/>
            </a:lvl5pPr>
            <a:lvl6pPr marL="3046095" indent="0">
              <a:buNone/>
              <a:defRPr sz="2099" b="1"/>
            </a:lvl6pPr>
            <a:lvl7pPr marL="3655315" indent="0">
              <a:buNone/>
              <a:defRPr sz="2099" b="1"/>
            </a:lvl7pPr>
            <a:lvl8pPr marL="4264534" indent="0">
              <a:buNone/>
              <a:defRPr sz="2099" b="1"/>
            </a:lvl8pPr>
            <a:lvl9pPr marL="4873753" indent="0">
              <a:buNone/>
              <a:defRPr sz="2099" b="1"/>
            </a:lvl9pPr>
          </a:lstStyle>
          <a:p>
            <a:pPr lvl="0"/>
            <a:r>
              <a:rPr lang="en-US" dirty="0" smtClean="0"/>
              <a:t>Click to edit Master text styles.</a:t>
            </a:r>
          </a:p>
        </p:txBody>
      </p:sp>
      <p:sp>
        <p:nvSpPr>
          <p:cNvPr id="9" name="Content Placeholder 5"/>
          <p:cNvSpPr>
            <a:spLocks noGrp="1"/>
          </p:cNvSpPr>
          <p:nvPr>
            <p:ph sz="quarter" idx="13"/>
          </p:nvPr>
        </p:nvSpPr>
        <p:spPr>
          <a:xfrm>
            <a:off x="6217291" y="2800202"/>
            <a:ext cx="5443456" cy="623929"/>
          </a:xfrm>
          <a:prstGeom prst="rect">
            <a:avLst/>
          </a:prstGeom>
        </p:spPr>
        <p:txBody>
          <a:bodyPr>
            <a:noAutofit/>
          </a:bodyPr>
          <a:lstStyle>
            <a:lvl1pPr marL="0" indent="0">
              <a:spcBef>
                <a:spcPts val="1200"/>
              </a:spcBef>
              <a:buFont typeface="Arial" pitchFamily="34" charset="0"/>
              <a:buNone/>
              <a:defRPr lang="en-US" sz="1999" kern="1200" spc="0" dirty="0" smtClean="0">
                <a:gradFill>
                  <a:gsLst>
                    <a:gs pos="100000">
                      <a:schemeClr val="bg1"/>
                    </a:gs>
                    <a:gs pos="0">
                      <a:schemeClr val="bg1"/>
                    </a:gs>
                  </a:gsLst>
                  <a:lin ang="5400000" scaled="0"/>
                </a:gradFill>
                <a:latin typeface="+mn-lt"/>
                <a:ea typeface="+mn-ea"/>
                <a:cs typeface="Segoe UI" pitchFamily="34" charset="0"/>
              </a:defRPr>
            </a:lvl1pPr>
            <a:lvl2pPr marL="913829" indent="-380762">
              <a:defRPr lang="en-US" sz="2099" kern="1200" dirty="0" smtClean="0">
                <a:solidFill>
                  <a:schemeClr val="bg2">
                    <a:lumMod val="50000"/>
                  </a:schemeClr>
                </a:solidFill>
                <a:latin typeface="+mn-lt"/>
                <a:ea typeface="+mn-ea"/>
                <a:cs typeface="Arial" pitchFamily="34" charset="0"/>
              </a:defRPr>
            </a:lvl2pPr>
            <a:lvl3pPr marL="913829" indent="-228457">
              <a:defRPr lang="en-US" sz="1899" kern="1200" dirty="0" smtClean="0">
                <a:solidFill>
                  <a:schemeClr val="bg2">
                    <a:lumMod val="50000"/>
                  </a:schemeClr>
                </a:solidFill>
                <a:latin typeface="+mn-lt"/>
                <a:ea typeface="+mn-ea"/>
                <a:cs typeface="Arial" pitchFamily="34" charset="0"/>
              </a:defRPr>
            </a:lvl3pPr>
            <a:lvl4pPr marL="1218438" indent="-228457">
              <a:defRPr lang="en-US" sz="1600" kern="1200" dirty="0" smtClean="0">
                <a:solidFill>
                  <a:schemeClr val="bg2">
                    <a:lumMod val="50000"/>
                  </a:schemeClr>
                </a:solidFill>
                <a:latin typeface="+mn-lt"/>
                <a:ea typeface="+mn-ea"/>
                <a:cs typeface="Arial" pitchFamily="34" charset="0"/>
              </a:defRPr>
            </a:lvl4pPr>
            <a:lvl5pPr marL="1446895" indent="-228457">
              <a:defRPr lang="en-US" sz="1600" kern="1200" dirty="0">
                <a:solidFill>
                  <a:schemeClr val="bg2">
                    <a:lumMod val="50000"/>
                  </a:schemeClr>
                </a:solidFill>
                <a:latin typeface="+mn-lt"/>
                <a:ea typeface="+mn-ea"/>
                <a:cs typeface="Arial" pitchFamily="34" charset="0"/>
              </a:defRPr>
            </a:lvl5pPr>
            <a:lvl6pPr>
              <a:defRPr sz="2099"/>
            </a:lvl6pPr>
            <a:lvl7pPr>
              <a:defRPr sz="2099"/>
            </a:lvl7pPr>
            <a:lvl8pPr>
              <a:defRPr sz="2099"/>
            </a:lvl8pPr>
            <a:lvl9pPr>
              <a:defRPr sz="2099"/>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8" y="0"/>
            <a:ext cx="5979334" cy="7021513"/>
          </a:xfrm>
        </p:spPr>
        <p:txBody>
          <a:bodyPr lIns="182870" anchor="ctr"/>
          <a:lstStyle>
            <a:lvl1pPr marL="0" indent="0" algn="l">
              <a:buNone/>
              <a:defRPr/>
            </a:lvl1pPr>
          </a:lstStyle>
          <a:p>
            <a:r>
              <a:rPr lang="en-US" smtClean="0"/>
              <a:t>Click to insert photo.</a:t>
            </a:r>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2224" y="6247659"/>
            <a:ext cx="2159048" cy="765822"/>
          </a:xfrm>
          <a:prstGeom prst="rect">
            <a:avLst/>
          </a:prstGeom>
        </p:spPr>
      </p:pic>
    </p:spTree>
    <p:extLst>
      <p:ext uri="{BB962C8B-B14F-4D97-AF65-F5344CB8AC3E}">
        <p14:creationId xmlns:p14="http://schemas.microsoft.com/office/powerpoint/2010/main" val="1018094874"/>
      </p:ext>
    </p:extLst>
  </p:cSld>
  <p:clrMapOvr>
    <a:masterClrMapping/>
  </p:clrMapOvr>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p:nvSpPr>
        <p:spPr bwMode="white">
          <a:xfrm>
            <a:off x="8" y="877689"/>
            <a:ext cx="12187238" cy="524663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0" tIns="45700" rIns="45700" bIns="45700" numCol="1" spcCol="0" rtlCol="0" fromWordArt="0" anchor="ctr" anchorCtr="0" forceAA="0" compatLnSpc="1">
            <a:prstTxWarp prst="textNoShape">
              <a:avLst/>
            </a:prstTxWarp>
            <a:noAutofit/>
          </a:bodyPr>
          <a:lstStyle/>
          <a:p>
            <a:pPr algn="ctr" defTabSz="913688" fontAlgn="base">
              <a:spcBef>
                <a:spcPct val="0"/>
              </a:spcBef>
              <a:spcAft>
                <a:spcPct val="0"/>
              </a:spcAft>
            </a:pPr>
            <a:endParaRPr lang="en-US" sz="2299"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520641" y="1390456"/>
            <a:ext cx="11150736" cy="2931336"/>
          </a:xfrm>
          <a:prstGeom prst="rect">
            <a:avLst/>
          </a:prstGeom>
        </p:spPr>
        <p:txBody>
          <a:bodyPr>
            <a:normAutofit/>
          </a:bodyPr>
          <a:lstStyle>
            <a:lvl1pPr marL="0" indent="0">
              <a:lnSpc>
                <a:spcPct val="90000"/>
              </a:lnSpc>
              <a:buNone/>
              <a:defRPr sz="6397">
                <a:gradFill>
                  <a:gsLst>
                    <a:gs pos="100000">
                      <a:schemeClr val="bg1"/>
                    </a:gs>
                    <a:gs pos="0">
                      <a:schemeClr val="bg1"/>
                    </a:gs>
                  </a:gsLst>
                  <a:lin ang="5400000" scaled="0"/>
                </a:gradFill>
                <a:latin typeface="+mj-lt"/>
              </a:defRPr>
            </a:lvl1pPr>
            <a:lvl2pPr>
              <a:defRPr sz="6397">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641" y="4446980"/>
            <a:ext cx="11150736" cy="481971"/>
          </a:xfrm>
          <a:prstGeom prst="rect">
            <a:avLst/>
          </a:prstGeom>
        </p:spPr>
        <p:txBody>
          <a:bodyPr>
            <a:normAutofit/>
          </a:bodyPr>
          <a:lstStyle>
            <a:lvl1pPr marL="0" indent="0">
              <a:lnSpc>
                <a:spcPct val="90000"/>
              </a:lnSpc>
              <a:buNone/>
              <a:defRPr sz="3599">
                <a:gradFill>
                  <a:gsLst>
                    <a:gs pos="100000">
                      <a:schemeClr val="bg1"/>
                    </a:gs>
                    <a:gs pos="0">
                      <a:schemeClr val="bg1"/>
                    </a:gs>
                  </a:gsLst>
                  <a:lin ang="5400000" scaled="0"/>
                </a:gradFill>
                <a:latin typeface="+mj-lt"/>
              </a:defRPr>
            </a:lvl1pPr>
            <a:lvl2pPr>
              <a:defRPr sz="6397">
                <a:solidFill>
                  <a:schemeClr val="tx2"/>
                </a:solidFill>
                <a:latin typeface="+mn-lt"/>
              </a:defRPr>
            </a:lvl2pPr>
          </a:lstStyle>
          <a:p>
            <a:pPr lvl="0"/>
            <a:r>
              <a:rPr lang="en-US" smtClean="0"/>
              <a:t>Click to edit Master text styles</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255335830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43791393"/>
      </p:ext>
    </p:extLst>
  </p:cSld>
  <p:clrMapOvr>
    <a:masterClrMapping/>
  </p:clrMapOvr>
  <p:transition>
    <p:fade/>
  </p:transition>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0041958"/>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250">
                      <a:schemeClr val="tx2"/>
                    </a:gs>
                    <a:gs pos="100000">
                      <a:schemeClr val="tx2"/>
                    </a:gs>
                  </a:gsLst>
                  <a:lin ang="5400000" scaled="0"/>
                </a:gradFill>
              </a:defRPr>
            </a:lvl1pPr>
          </a:lstStyle>
          <a:p>
            <a:r>
              <a:rPr lang="en-US" dirty="0" smtClean="0"/>
              <a:t>Slide for Developer Code</a:t>
            </a:r>
            <a:endParaRPr lang="en-US" dirty="0"/>
          </a:p>
        </p:txBody>
      </p:sp>
      <p:sp>
        <p:nvSpPr>
          <p:cNvPr id="3" name="Rectangle 2"/>
          <p:cNvSpPr/>
          <p:nvPr/>
        </p:nvSpPr>
        <p:spPr bwMode="hidden">
          <a:xfrm>
            <a:off x="8" y="1183503"/>
            <a:ext cx="12187238" cy="58380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0" tIns="45700" rIns="45700" bIns="45700" numCol="1" spcCol="0" rtlCol="0" fromWordArt="0" anchor="ctr" anchorCtr="0" forceAA="0" compatLnSpc="1">
            <a:prstTxWarp prst="textNoShape">
              <a:avLst/>
            </a:prstTxWarp>
            <a:noAutofit/>
          </a:bodyPr>
          <a:lstStyle/>
          <a:p>
            <a:pPr algn="ctr" defTabSz="913688" fontAlgn="base">
              <a:spcBef>
                <a:spcPct val="0"/>
              </a:spcBef>
              <a:spcAft>
                <a:spcPct val="0"/>
              </a:spcAft>
            </a:pPr>
            <a:endParaRPr lang="en-US" sz="1899" err="1"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18257" y="1482337"/>
            <a:ext cx="11150736" cy="2035642"/>
          </a:xfrm>
        </p:spPr>
        <p:txBody>
          <a:bodyPr/>
          <a:lstStyle>
            <a:lvl1pPr marL="0" indent="0">
              <a:lnSpc>
                <a:spcPct val="95000"/>
              </a:lnSpc>
              <a:buNone/>
              <a:defRPr sz="3199">
                <a:gradFill>
                  <a:gsLst>
                    <a:gs pos="1250">
                      <a:srgbClr val="000000"/>
                    </a:gs>
                    <a:gs pos="100000">
                      <a:srgbClr val="000000"/>
                    </a:gs>
                  </a:gsLst>
                  <a:lin ang="5400000" scaled="0"/>
                </a:gradFill>
                <a:latin typeface="Consolas" pitchFamily="49" charset="0"/>
                <a:cs typeface="Consolas" pitchFamily="49" charset="0"/>
              </a:defRPr>
            </a:lvl1pPr>
            <a:lvl2pPr marL="33957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7283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79815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29825"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53242777"/>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641" y="234068"/>
            <a:ext cx="11150736" cy="680648"/>
          </a:xfrm>
        </p:spPr>
        <p:txBody>
          <a:bodyPr/>
          <a:lstStyle>
            <a:lvl1pPr>
              <a:defRPr sz="4799"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6" name="Text Placeholder 5"/>
          <p:cNvSpPr>
            <a:spLocks noGrp="1"/>
          </p:cNvSpPr>
          <p:nvPr>
            <p:ph type="body" sz="quarter" idx="10" hasCustomPrompt="1"/>
          </p:nvPr>
        </p:nvSpPr>
        <p:spPr bwMode="white">
          <a:xfrm>
            <a:off x="519058" y="1482318"/>
            <a:ext cx="11147561" cy="2092362"/>
          </a:xfrm>
          <a:prstGeom prst="rect">
            <a:avLst/>
          </a:prstGeom>
        </p:spPr>
        <p:txBody>
          <a:bodyPr/>
          <a:lstStyle>
            <a:lvl1pPr marL="342745" indent="-342745">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8367" indent="-285622">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3989" indent="-285622">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2485" indent="-228497">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70984" indent="-228497">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8" y="6387649"/>
            <a:ext cx="12187239" cy="633887"/>
          </a:xfrm>
          <a:prstGeom prst="rect">
            <a:avLst/>
          </a:prstGeom>
          <a:solidFill>
            <a:srgbClr val="FFFF99"/>
          </a:solidFill>
        </p:spPr>
        <p:txBody>
          <a:bodyPr wrap="square" lIns="152387" tIns="76193" rIns="152387" bIns="76193" anchor="b" anchorCtr="0">
            <a:noAutofit/>
          </a:bodyPr>
          <a:lstStyle>
            <a:lvl1pPr algn="r">
              <a:buFont typeface="Arial" pitchFamily="34" charset="0"/>
              <a:buNone/>
              <a:defRPr sz="3599"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Tree>
    <p:extLst>
      <p:ext uri="{BB962C8B-B14F-4D97-AF65-F5344CB8AC3E}">
        <p14:creationId xmlns:p14="http://schemas.microsoft.com/office/powerpoint/2010/main" val="202089942"/>
      </p:ext>
    </p:extLst>
  </p:cSld>
  <p:clrMapOvr>
    <a:masterClrMapping/>
  </p:clrMapOvr>
  <p:transition>
    <p:fade/>
  </p:transition>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058" y="234058"/>
            <a:ext cx="11147561" cy="623929"/>
          </a:xfrm>
        </p:spPr>
        <p:txBody>
          <a:bodyPr/>
          <a:lstStyle>
            <a:lvl1pPr>
              <a:defRPr/>
            </a:lvl1pPr>
          </a:lstStyle>
          <a:p>
            <a:r>
              <a:rPr lang="en-US" smtClean="0"/>
              <a:t>Click to edit Master title style</a:t>
            </a:r>
            <a:endParaRPr lang="en-US" dirty="0"/>
          </a:p>
        </p:txBody>
      </p:sp>
      <p:sp>
        <p:nvSpPr>
          <p:cNvPr id="7" name="Text Placeholder 6"/>
          <p:cNvSpPr>
            <a:spLocks noGrp="1"/>
          </p:cNvSpPr>
          <p:nvPr>
            <p:ph type="body" sz="quarter" idx="10"/>
          </p:nvPr>
        </p:nvSpPr>
        <p:spPr>
          <a:xfrm>
            <a:off x="519048" y="1482322"/>
            <a:ext cx="11147560" cy="2048246"/>
          </a:xfrm>
        </p:spPr>
        <p:txBody>
          <a:bodyPr>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24332144"/>
      </p:ext>
    </p:extLst>
  </p:cSld>
  <p:clrMapOvr>
    <a:masterClrMapping/>
  </p:clrMapOvr>
  <p:transition>
    <p:fade/>
  </p:transition>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Content Placeholder 3"/>
          <p:cNvSpPr>
            <a:spLocks noGrp="1"/>
          </p:cNvSpPr>
          <p:nvPr>
            <p:ph sz="quarter" idx="10"/>
          </p:nvPr>
        </p:nvSpPr>
        <p:spPr>
          <a:xfrm>
            <a:off x="611114" y="1483963"/>
            <a:ext cx="10971372" cy="2035642"/>
          </a:xfrm>
        </p:spPr>
        <p:txBody>
          <a:bodyPr>
            <a:spAutoFit/>
          </a:bodyPr>
          <a:lstStyle>
            <a:lvl1pPr>
              <a:defRPr>
                <a:latin typeface="Segoe UI" pitchFamily="34" charset="0"/>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12827589"/>
      </p:ext>
    </p:extLst>
  </p:cSld>
  <p:clrMapOvr>
    <a:masterClrMapping/>
  </p:clrMapOvr>
  <p:transition>
    <p:fade/>
  </p:transition>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cSld name="5_Title and Content_Oran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pc="-100" baseline="0"/>
            </a:lvl1pPr>
          </a:lstStyle>
          <a:p>
            <a:r>
              <a:rPr lang="en-US" smtClean="0"/>
              <a:t>Click to edit Master title style</a:t>
            </a:r>
            <a:endParaRPr lang="en-US" dirty="0"/>
          </a:p>
        </p:txBody>
      </p:sp>
      <p:sp>
        <p:nvSpPr>
          <p:cNvPr id="4" name="Text Placeholder 3"/>
          <p:cNvSpPr>
            <a:spLocks noGrp="1"/>
          </p:cNvSpPr>
          <p:nvPr>
            <p:ph type="body" sz="quarter" idx="10"/>
          </p:nvPr>
        </p:nvSpPr>
        <p:spPr>
          <a:xfrm>
            <a:off x="611114" y="1483964"/>
            <a:ext cx="10971372" cy="2026188"/>
          </a:xfrm>
        </p:spPr>
        <p:txBody>
          <a:bodyPr>
            <a:spAutoFit/>
          </a:bodyPr>
          <a:lstStyle>
            <a:lvl1pPr marL="0" indent="0">
              <a:spcBef>
                <a:spcPts val="0"/>
              </a:spcBef>
              <a:spcAft>
                <a:spcPts val="600"/>
              </a:spcAft>
              <a:buNone/>
              <a:defRPr sz="2799" spc="-100" baseline="0">
                <a:gradFill>
                  <a:gsLst>
                    <a:gs pos="10000">
                      <a:srgbClr val="FF8A00"/>
                    </a:gs>
                    <a:gs pos="29583">
                      <a:srgbClr val="FF8A00"/>
                    </a:gs>
                  </a:gsLst>
                  <a:lin ang="5400000" scaled="0"/>
                </a:gradFill>
                <a:latin typeface="+mn-lt"/>
              </a:defRPr>
            </a:lvl1pPr>
            <a:lvl2pPr marL="0" indent="0">
              <a:spcBef>
                <a:spcPts val="0"/>
              </a:spcBef>
              <a:spcAft>
                <a:spcPts val="1200"/>
              </a:spcAft>
              <a:buNone/>
              <a:defRPr sz="1999">
                <a:latin typeface="Segoe UI Light" pitchFamily="34" charset="0"/>
                <a:ea typeface="Segoe UI" pitchFamily="34" charset="0"/>
                <a:cs typeface="Segoe UI" pitchFamily="34" charset="0"/>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35439622"/>
      </p:ext>
    </p:extLst>
  </p:cSld>
  <p:clrMapOvr>
    <a:masterClrMapping/>
  </p:clrMapOvr>
  <p:transition>
    <p:fade/>
  </p:transition>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058" y="234078"/>
            <a:ext cx="11147561" cy="775183"/>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519058" y="1482325"/>
            <a:ext cx="11147561" cy="968978"/>
          </a:xfrm>
        </p:spPr>
        <p:txBody>
          <a:bodyPr/>
          <a:lstStyle>
            <a:lvl1pPr marL="0" indent="0">
              <a:spcBef>
                <a:spcPts val="0"/>
              </a:spcBef>
              <a:spcAft>
                <a:spcPts val="900"/>
              </a:spcAft>
              <a:buNone/>
              <a:defRPr sz="3999" spc="-100" baseline="0">
                <a:latin typeface="Segoe UI Light" pitchFamily="34" charset="0"/>
              </a:defRPr>
            </a:lvl1pPr>
            <a:lvl2pPr marL="0" indent="0">
              <a:spcBef>
                <a:spcPts val="0"/>
              </a:spcBef>
              <a:spcAft>
                <a:spcPts val="400"/>
              </a:spcAft>
              <a:buNone/>
              <a:defRPr sz="1999" spc="-51" baseline="0"/>
            </a:lvl2pPr>
            <a:lvl3pPr marL="0" indent="0">
              <a:spcBef>
                <a:spcPts val="0"/>
              </a:spcBef>
              <a:spcAft>
                <a:spcPts val="400"/>
              </a:spcAft>
              <a:buNone/>
              <a:defRPr sz="1999"/>
            </a:lvl3pPr>
            <a:lvl4pPr marL="0" indent="0">
              <a:spcBef>
                <a:spcPts val="0"/>
              </a:spcBef>
              <a:spcAft>
                <a:spcPts val="400"/>
              </a:spcAft>
              <a:buNone/>
              <a:defRPr/>
            </a:lvl4pPr>
            <a:lvl5pPr marL="0" indent="0">
              <a:spcBef>
                <a:spcPts val="0"/>
              </a:spcBef>
              <a:spcAft>
                <a:spcPts val="400"/>
              </a:spcAft>
              <a:buNone/>
              <a:defRPr/>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2474294502"/>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058" y="2886839"/>
            <a:ext cx="11147561" cy="1247854"/>
          </a:xfrm>
        </p:spPr>
        <p:txBody>
          <a:bodyPr anchor="b" anchorCtr="0"/>
          <a:lstStyle>
            <a:lvl1pPr>
              <a:defRPr sz="8796" spc="-300" baseline="0">
                <a:gradFill>
                  <a:gsLst>
                    <a:gs pos="100000">
                      <a:schemeClr val="bg1"/>
                    </a:gs>
                    <a:gs pos="0">
                      <a:schemeClr val="bg1"/>
                    </a:gs>
                  </a:gsLst>
                  <a:lin ang="5400000" scaled="0"/>
                </a:gradFill>
              </a:defRPr>
            </a:lvl1pPr>
          </a:lstStyle>
          <a:p>
            <a:r>
              <a:rPr lang="en-US" dirty="0" smtClean="0"/>
              <a:t>Click to edit title style</a:t>
            </a:r>
            <a:endParaRPr lang="en-US" dirty="0"/>
          </a:p>
        </p:txBody>
      </p:sp>
    </p:spTree>
    <p:extLst>
      <p:ext uri="{BB962C8B-B14F-4D97-AF65-F5344CB8AC3E}">
        <p14:creationId xmlns:p14="http://schemas.microsoft.com/office/powerpoint/2010/main" val="1681673374"/>
      </p:ext>
    </p:extLst>
  </p:cSld>
  <p:clrMapOvr>
    <a:masterClrMapping/>
  </p:clrMapOvr>
  <p:transition>
    <p:fade/>
  </p:transition>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reeform 2"/>
          <p:cNvSpPr/>
          <p:nvPr userDrawn="1"/>
        </p:nvSpPr>
        <p:spPr bwMode="auto">
          <a:xfrm rot="5751357" flipH="1">
            <a:off x="5264295" y="668983"/>
            <a:ext cx="1658671" cy="8499790"/>
          </a:xfrm>
          <a:custGeom>
            <a:avLst/>
            <a:gdLst>
              <a:gd name="connsiteX0" fmla="*/ 2048722 w 4418809"/>
              <a:gd name="connsiteY0" fmla="*/ 10463832 h 17130814"/>
              <a:gd name="connsiteX1" fmla="*/ 2041247 w 4418809"/>
              <a:gd name="connsiteY1" fmla="*/ 10531766 h 17130814"/>
              <a:gd name="connsiteX2" fmla="*/ 1355426 w 4418809"/>
              <a:gd name="connsiteY2" fmla="*/ 10961683 h 17130814"/>
              <a:gd name="connsiteX3" fmla="*/ 895534 w 4418809"/>
              <a:gd name="connsiteY3" fmla="*/ 10346384 h 17130814"/>
              <a:gd name="connsiteX4" fmla="*/ 900855 w 4418809"/>
              <a:gd name="connsiteY4" fmla="*/ 10312998 h 17130814"/>
              <a:gd name="connsiteX5" fmla="*/ 907053 w 4418809"/>
              <a:gd name="connsiteY5" fmla="*/ 10318727 h 17130814"/>
              <a:gd name="connsiteX6" fmla="*/ 1184506 w 4418809"/>
              <a:gd name="connsiteY6" fmla="*/ 10391882 h 17130814"/>
              <a:gd name="connsiteX7" fmla="*/ 1325145 w 4418809"/>
              <a:gd name="connsiteY7" fmla="*/ 10343061 h 17130814"/>
              <a:gd name="connsiteX8" fmla="*/ 1367338 w 4418809"/>
              <a:gd name="connsiteY8" fmla="*/ 10312156 h 17130814"/>
              <a:gd name="connsiteX9" fmla="*/ 1354487 w 4418809"/>
              <a:gd name="connsiteY9" fmla="*/ 10346141 h 17130814"/>
              <a:gd name="connsiteX10" fmla="*/ 1344601 w 4418809"/>
              <a:gd name="connsiteY10" fmla="*/ 10383226 h 17130814"/>
              <a:gd name="connsiteX11" fmla="*/ 1344913 w 4418809"/>
              <a:gd name="connsiteY11" fmla="*/ 10383293 h 17130814"/>
              <a:gd name="connsiteX12" fmla="*/ 1343941 w 4418809"/>
              <a:gd name="connsiteY12" fmla="*/ 10386320 h 17130814"/>
              <a:gd name="connsiteX13" fmla="*/ 1502603 w 4418809"/>
              <a:gd name="connsiteY13" fmla="*/ 10630978 h 17130814"/>
              <a:gd name="connsiteX14" fmla="*/ 1747262 w 4418809"/>
              <a:gd name="connsiteY14" fmla="*/ 10472316 h 17130814"/>
              <a:gd name="connsiteX15" fmla="*/ 1747610 w 4418809"/>
              <a:gd name="connsiteY15" fmla="*/ 10469156 h 17130814"/>
              <a:gd name="connsiteX16" fmla="*/ 1710945 w 4418809"/>
              <a:gd name="connsiteY16" fmla="*/ 10461339 h 17130814"/>
              <a:gd name="connsiteX17" fmla="*/ 1710597 w 4418809"/>
              <a:gd name="connsiteY17" fmla="*/ 10464498 h 17130814"/>
              <a:gd name="connsiteX18" fmla="*/ 1510422 w 4418809"/>
              <a:gd name="connsiteY18" fmla="*/ 10594313 h 17130814"/>
              <a:gd name="connsiteX19" fmla="*/ 1380607 w 4418809"/>
              <a:gd name="connsiteY19" fmla="*/ 10394137 h 17130814"/>
              <a:gd name="connsiteX20" fmla="*/ 1381579 w 4418809"/>
              <a:gd name="connsiteY20" fmla="*/ 10391111 h 17130814"/>
              <a:gd name="connsiteX21" fmla="*/ 1381266 w 4418809"/>
              <a:gd name="connsiteY21" fmla="*/ 10391044 h 17130814"/>
              <a:gd name="connsiteX22" fmla="*/ 1434585 w 4418809"/>
              <a:gd name="connsiteY22" fmla="*/ 10268126 h 17130814"/>
              <a:gd name="connsiteX23" fmla="*/ 1471030 w 4418809"/>
              <a:gd name="connsiteY23" fmla="*/ 10225500 h 17130814"/>
              <a:gd name="connsiteX24" fmla="*/ 1514671 w 4418809"/>
              <a:gd name="connsiteY24" fmla="*/ 10194889 h 17130814"/>
              <a:gd name="connsiteX25" fmla="*/ 1724119 w 4418809"/>
              <a:gd name="connsiteY25" fmla="*/ 10128757 h 17130814"/>
              <a:gd name="connsiteX26" fmla="*/ 1754630 w 4418809"/>
              <a:gd name="connsiteY26" fmla="*/ 10128445 h 17130814"/>
              <a:gd name="connsiteX27" fmla="*/ 1781617 w 4418809"/>
              <a:gd name="connsiteY27" fmla="*/ 10131414 h 17130814"/>
              <a:gd name="connsiteX28" fmla="*/ 2048722 w 4418809"/>
              <a:gd name="connsiteY28" fmla="*/ 10463832 h 17130814"/>
              <a:gd name="connsiteX29" fmla="*/ 2331583 w 4418809"/>
              <a:gd name="connsiteY29" fmla="*/ 8652258 h 17130814"/>
              <a:gd name="connsiteX30" fmla="*/ 2319716 w 4418809"/>
              <a:gd name="connsiteY30" fmla="*/ 8653340 h 17130814"/>
              <a:gd name="connsiteX31" fmla="*/ 1831363 w 4418809"/>
              <a:gd name="connsiteY31" fmla="*/ 9131995 h 17130814"/>
              <a:gd name="connsiteX32" fmla="*/ 1983264 w 4418809"/>
              <a:gd name="connsiteY32" fmla="*/ 9517585 h 17130814"/>
              <a:gd name="connsiteX33" fmla="*/ 2008328 w 4418809"/>
              <a:gd name="connsiteY33" fmla="*/ 9531640 h 17130814"/>
              <a:gd name="connsiteX34" fmla="*/ 1967321 w 4418809"/>
              <a:gd name="connsiteY34" fmla="*/ 9524146 h 17130814"/>
              <a:gd name="connsiteX35" fmla="*/ 1681602 w 4418809"/>
              <a:gd name="connsiteY35" fmla="*/ 9341989 h 17130814"/>
              <a:gd name="connsiteX36" fmla="*/ 1684373 w 4418809"/>
              <a:gd name="connsiteY36" fmla="*/ 8573817 h 17130814"/>
              <a:gd name="connsiteX37" fmla="*/ 1692273 w 4418809"/>
              <a:gd name="connsiteY37" fmla="*/ 8566200 h 17130814"/>
              <a:gd name="connsiteX38" fmla="*/ 1722684 w 4418809"/>
              <a:gd name="connsiteY38" fmla="*/ 8547337 h 17130814"/>
              <a:gd name="connsiteX39" fmla="*/ 1724998 w 4418809"/>
              <a:gd name="connsiteY39" fmla="*/ 8545155 h 17130814"/>
              <a:gd name="connsiteX40" fmla="*/ 1720354 w 4418809"/>
              <a:gd name="connsiteY40" fmla="*/ 8539117 h 17130814"/>
              <a:gd name="connsiteX41" fmla="*/ 1725900 w 4418809"/>
              <a:gd name="connsiteY41" fmla="*/ 8533770 h 17130814"/>
              <a:gd name="connsiteX42" fmla="*/ 1701313 w 4418809"/>
              <a:gd name="connsiteY42" fmla="*/ 8505468 h 17130814"/>
              <a:gd name="connsiteX43" fmla="*/ 1677027 w 4418809"/>
              <a:gd name="connsiteY43" fmla="*/ 8528816 h 17130814"/>
              <a:gd name="connsiteX44" fmla="*/ 1639694 w 4418809"/>
              <a:gd name="connsiteY44" fmla="*/ 8547146 h 17130814"/>
              <a:gd name="connsiteX45" fmla="*/ 1463250 w 4418809"/>
              <a:gd name="connsiteY45" fmla="*/ 8486753 h 17130814"/>
              <a:gd name="connsiteX46" fmla="*/ 1494117 w 4418809"/>
              <a:gd name="connsiteY46" fmla="*/ 8250176 h 17130814"/>
              <a:gd name="connsiteX47" fmla="*/ 1496818 w 4418809"/>
              <a:gd name="connsiteY47" fmla="*/ 8248499 h 17130814"/>
              <a:gd name="connsiteX48" fmla="*/ 1493777 w 4418809"/>
              <a:gd name="connsiteY48" fmla="*/ 8244547 h 17130814"/>
              <a:gd name="connsiteX49" fmla="*/ 1495862 w 4418809"/>
              <a:gd name="connsiteY49" fmla="*/ 8245371 h 17130814"/>
              <a:gd name="connsiteX50" fmla="*/ 1506078 w 4418809"/>
              <a:gd name="connsiteY50" fmla="*/ 8209299 h 17130814"/>
              <a:gd name="connsiteX51" fmla="*/ 1261456 w 4418809"/>
              <a:gd name="connsiteY51" fmla="*/ 7860006 h 17130814"/>
              <a:gd name="connsiteX52" fmla="*/ 1273391 w 4418809"/>
              <a:gd name="connsiteY52" fmla="*/ 7792712 h 17130814"/>
              <a:gd name="connsiteX53" fmla="*/ 1622685 w 4418809"/>
              <a:gd name="connsiteY53" fmla="*/ 7548090 h 17130814"/>
              <a:gd name="connsiteX54" fmla="*/ 1675677 w 4418809"/>
              <a:gd name="connsiteY54" fmla="*/ 7557489 h 17130814"/>
              <a:gd name="connsiteX55" fmla="*/ 1718585 w 4418809"/>
              <a:gd name="connsiteY55" fmla="*/ 7596485 h 17130814"/>
              <a:gd name="connsiteX56" fmla="*/ 1922264 w 4418809"/>
              <a:gd name="connsiteY56" fmla="*/ 7677416 h 17130814"/>
              <a:gd name="connsiteX57" fmla="*/ 1983841 w 4418809"/>
              <a:gd name="connsiteY57" fmla="*/ 7676481 h 17130814"/>
              <a:gd name="connsiteX58" fmla="*/ 1957083 w 4418809"/>
              <a:gd name="connsiteY58" fmla="*/ 7688231 h 17130814"/>
              <a:gd name="connsiteX59" fmla="*/ 1766434 w 4418809"/>
              <a:gd name="connsiteY59" fmla="*/ 7984227 h 17130814"/>
              <a:gd name="connsiteX60" fmla="*/ 2331248 w 4418809"/>
              <a:gd name="connsiteY60" fmla="*/ 8652261 h 17130814"/>
              <a:gd name="connsiteX61" fmla="*/ 1921186 w 4418809"/>
              <a:gd name="connsiteY61" fmla="*/ 13764386 h 17130814"/>
              <a:gd name="connsiteX62" fmla="*/ 1910297 w 4418809"/>
              <a:gd name="connsiteY62" fmla="*/ 13831857 h 17130814"/>
              <a:gd name="connsiteX63" fmla="*/ 1203679 w 4418809"/>
              <a:gd name="connsiteY63" fmla="*/ 14226662 h 17130814"/>
              <a:gd name="connsiteX64" fmla="*/ 775383 w 4418809"/>
              <a:gd name="connsiteY64" fmla="*/ 13588965 h 17130814"/>
              <a:gd name="connsiteX65" fmla="*/ 782380 w 4418809"/>
              <a:gd name="connsiteY65" fmla="*/ 13555890 h 17130814"/>
              <a:gd name="connsiteX66" fmla="*/ 788283 w 4418809"/>
              <a:gd name="connsiteY66" fmla="*/ 13561925 h 17130814"/>
              <a:gd name="connsiteX67" fmla="*/ 1061695 w 4418809"/>
              <a:gd name="connsiteY67" fmla="*/ 13648970 h 17130814"/>
              <a:gd name="connsiteX68" fmla="*/ 1204615 w 4418809"/>
              <a:gd name="connsiteY68" fmla="*/ 13607300 h 17130814"/>
              <a:gd name="connsiteX69" fmla="*/ 1248313 w 4418809"/>
              <a:gd name="connsiteY69" fmla="*/ 13578560 h 17130814"/>
              <a:gd name="connsiteX70" fmla="*/ 1233765 w 4418809"/>
              <a:gd name="connsiteY70" fmla="*/ 13611855 h 17130814"/>
              <a:gd name="connsiteX71" fmla="*/ 1222022 w 4418809"/>
              <a:gd name="connsiteY71" fmla="*/ 13648394 h 17130814"/>
              <a:gd name="connsiteX72" fmla="*/ 1222331 w 4418809"/>
              <a:gd name="connsiteY72" fmla="*/ 13648477 h 17130814"/>
              <a:gd name="connsiteX73" fmla="*/ 1221208 w 4418809"/>
              <a:gd name="connsiteY73" fmla="*/ 13651450 h 17130814"/>
              <a:gd name="connsiteX74" fmla="*/ 1367337 w 4418809"/>
              <a:gd name="connsiteY74" fmla="*/ 13903795 h 17130814"/>
              <a:gd name="connsiteX75" fmla="*/ 1619682 w 4418809"/>
              <a:gd name="connsiteY75" fmla="*/ 13757665 h 17130814"/>
              <a:gd name="connsiteX76" fmla="*/ 1620189 w 4418809"/>
              <a:gd name="connsiteY76" fmla="*/ 13754527 h 17130814"/>
              <a:gd name="connsiteX77" fmla="*/ 1583964 w 4418809"/>
              <a:gd name="connsiteY77" fmla="*/ 13744872 h 17130814"/>
              <a:gd name="connsiteX78" fmla="*/ 1583457 w 4418809"/>
              <a:gd name="connsiteY78" fmla="*/ 13748009 h 17130814"/>
              <a:gd name="connsiteX79" fmla="*/ 1376994 w 4418809"/>
              <a:gd name="connsiteY79" fmla="*/ 13867570 h 17130814"/>
              <a:gd name="connsiteX80" fmla="*/ 1257433 w 4418809"/>
              <a:gd name="connsiteY80" fmla="*/ 13661106 h 17130814"/>
              <a:gd name="connsiteX81" fmla="*/ 1258556 w 4418809"/>
              <a:gd name="connsiteY81" fmla="*/ 13658132 h 17130814"/>
              <a:gd name="connsiteX82" fmla="*/ 1258247 w 4418809"/>
              <a:gd name="connsiteY82" fmla="*/ 13658050 h 17130814"/>
              <a:gd name="connsiteX83" fmla="*/ 1317694 w 4418809"/>
              <a:gd name="connsiteY83" fmla="*/ 13537976 h 17130814"/>
              <a:gd name="connsiteX84" fmla="*/ 1356241 w 4418809"/>
              <a:gd name="connsiteY84" fmla="*/ 13497241 h 17130814"/>
              <a:gd name="connsiteX85" fmla="*/ 1401369 w 4418809"/>
              <a:gd name="connsiteY85" fmla="*/ 13468868 h 17130814"/>
              <a:gd name="connsiteX86" fmla="*/ 1613884 w 4418809"/>
              <a:gd name="connsiteY86" fmla="*/ 13413377 h 17130814"/>
              <a:gd name="connsiteX87" fmla="*/ 1644371 w 4418809"/>
              <a:gd name="connsiteY87" fmla="*/ 13414603 h 17130814"/>
              <a:gd name="connsiteX88" fmla="*/ 1671175 w 4418809"/>
              <a:gd name="connsiteY88" fmla="*/ 13418928 h 17130814"/>
              <a:gd name="connsiteX89" fmla="*/ 1921186 w 4418809"/>
              <a:gd name="connsiteY89" fmla="*/ 13764386 h 17130814"/>
              <a:gd name="connsiteX90" fmla="*/ 2105482 w 4418809"/>
              <a:gd name="connsiteY90" fmla="*/ 11684224 h 17130814"/>
              <a:gd name="connsiteX91" fmla="*/ 1741099 w 4418809"/>
              <a:gd name="connsiteY91" fmla="*/ 11992304 h 17130814"/>
              <a:gd name="connsiteX92" fmla="*/ 1433019 w 4418809"/>
              <a:gd name="connsiteY92" fmla="*/ 11627922 h 17130814"/>
              <a:gd name="connsiteX93" fmla="*/ 1433337 w 4418809"/>
              <a:gd name="connsiteY93" fmla="*/ 11627948 h 17130814"/>
              <a:gd name="connsiteX94" fmla="*/ 1433283 w 4418809"/>
              <a:gd name="connsiteY94" fmla="*/ 11624770 h 17130814"/>
              <a:gd name="connsiteX95" fmla="*/ 1615474 w 4418809"/>
              <a:gd name="connsiteY95" fmla="*/ 11470730 h 17130814"/>
              <a:gd name="connsiteX96" fmla="*/ 1769514 w 4418809"/>
              <a:gd name="connsiteY96" fmla="*/ 11652921 h 17130814"/>
              <a:gd name="connsiteX97" fmla="*/ 1768932 w 4418809"/>
              <a:gd name="connsiteY97" fmla="*/ 11656046 h 17130814"/>
              <a:gd name="connsiteX98" fmla="*/ 1806292 w 4418809"/>
              <a:gd name="connsiteY98" fmla="*/ 11659174 h 17130814"/>
              <a:gd name="connsiteX99" fmla="*/ 1806873 w 4418809"/>
              <a:gd name="connsiteY99" fmla="*/ 11656049 h 17130814"/>
              <a:gd name="connsiteX100" fmla="*/ 1618602 w 4418809"/>
              <a:gd name="connsiteY100" fmla="*/ 11433370 h 17130814"/>
              <a:gd name="connsiteX101" fmla="*/ 1395923 w 4418809"/>
              <a:gd name="connsiteY101" fmla="*/ 11621642 h 17130814"/>
              <a:gd name="connsiteX102" fmla="*/ 1395977 w 4418809"/>
              <a:gd name="connsiteY102" fmla="*/ 11624820 h 17130814"/>
              <a:gd name="connsiteX103" fmla="*/ 1395659 w 4418809"/>
              <a:gd name="connsiteY103" fmla="*/ 11624794 h 17130814"/>
              <a:gd name="connsiteX104" fmla="*/ 1737971 w 4418809"/>
              <a:gd name="connsiteY104" fmla="*/ 12029664 h 17130814"/>
              <a:gd name="connsiteX105" fmla="*/ 1800508 w 4418809"/>
              <a:gd name="connsiteY105" fmla="*/ 12028604 h 17130814"/>
              <a:gd name="connsiteX106" fmla="*/ 1777910 w 4418809"/>
              <a:gd name="connsiteY106" fmla="*/ 12038127 h 17130814"/>
              <a:gd name="connsiteX107" fmla="*/ 1663752 w 4418809"/>
              <a:gd name="connsiteY107" fmla="*/ 12133680 h 17130814"/>
              <a:gd name="connsiteX108" fmla="*/ 1598645 w 4418809"/>
              <a:gd name="connsiteY108" fmla="*/ 12479689 h 17130814"/>
              <a:gd name="connsiteX109" fmla="*/ 1622501 w 4418809"/>
              <a:gd name="connsiteY109" fmla="*/ 12536298 h 17130814"/>
              <a:gd name="connsiteX110" fmla="*/ 1532691 w 4418809"/>
              <a:gd name="connsiteY110" fmla="*/ 12588046 h 17130814"/>
              <a:gd name="connsiteX111" fmla="*/ 834471 w 4418809"/>
              <a:gd name="connsiteY111" fmla="*/ 12390552 h 17130814"/>
              <a:gd name="connsiteX112" fmla="*/ 950377 w 4418809"/>
              <a:gd name="connsiteY112" fmla="*/ 11589461 h 17130814"/>
              <a:gd name="connsiteX113" fmla="*/ 947579 w 4418809"/>
              <a:gd name="connsiteY113" fmla="*/ 11585592 h 17130814"/>
              <a:gd name="connsiteX114" fmla="*/ 955147 w 4418809"/>
              <a:gd name="connsiteY114" fmla="*/ 11530097 h 17130814"/>
              <a:gd name="connsiteX115" fmla="*/ 1573431 w 4418809"/>
              <a:gd name="connsiteY115" fmla="*/ 11074224 h 17130814"/>
              <a:gd name="connsiteX116" fmla="*/ 2105482 w 4418809"/>
              <a:gd name="connsiteY116" fmla="*/ 11684224 h 17130814"/>
              <a:gd name="connsiteX117" fmla="*/ 1916364 w 4418809"/>
              <a:gd name="connsiteY117" fmla="*/ 14986088 h 17130814"/>
              <a:gd name="connsiteX118" fmla="*/ 1536917 w 4418809"/>
              <a:gd name="connsiteY118" fmla="*/ 15275412 h 17130814"/>
              <a:gd name="connsiteX119" fmla="*/ 1247594 w 4418809"/>
              <a:gd name="connsiteY119" fmla="*/ 14895964 h 17130814"/>
              <a:gd name="connsiteX120" fmla="*/ 1247910 w 4418809"/>
              <a:gd name="connsiteY120" fmla="*/ 14896007 h 17130814"/>
              <a:gd name="connsiteX121" fmla="*/ 1248016 w 4418809"/>
              <a:gd name="connsiteY121" fmla="*/ 14892830 h 17130814"/>
              <a:gd name="connsiteX122" fmla="*/ 1437740 w 4418809"/>
              <a:gd name="connsiteY122" fmla="*/ 14748168 h 17130814"/>
              <a:gd name="connsiteX123" fmla="*/ 1582402 w 4418809"/>
              <a:gd name="connsiteY123" fmla="*/ 14937892 h 17130814"/>
              <a:gd name="connsiteX124" fmla="*/ 1581663 w 4418809"/>
              <a:gd name="connsiteY124" fmla="*/ 14940984 h 17130814"/>
              <a:gd name="connsiteX125" fmla="*/ 1618817 w 4418809"/>
              <a:gd name="connsiteY125" fmla="*/ 14945990 h 17130814"/>
              <a:gd name="connsiteX126" fmla="*/ 1619556 w 4418809"/>
              <a:gd name="connsiteY126" fmla="*/ 14942899 h 17130814"/>
              <a:gd name="connsiteX127" fmla="*/ 1442747 w 4418809"/>
              <a:gd name="connsiteY127" fmla="*/ 14711014 h 17130814"/>
              <a:gd name="connsiteX128" fmla="*/ 1210862 w 4418809"/>
              <a:gd name="connsiteY128" fmla="*/ 14887823 h 17130814"/>
              <a:gd name="connsiteX129" fmla="*/ 1210756 w 4418809"/>
              <a:gd name="connsiteY129" fmla="*/ 14891000 h 17130814"/>
              <a:gd name="connsiteX130" fmla="*/ 1210440 w 4418809"/>
              <a:gd name="connsiteY130" fmla="*/ 14890957 h 17130814"/>
              <a:gd name="connsiteX131" fmla="*/ 1531910 w 4418809"/>
              <a:gd name="connsiteY131" fmla="*/ 15312566 h 17130814"/>
              <a:gd name="connsiteX132" fmla="*/ 1594421 w 4418809"/>
              <a:gd name="connsiteY132" fmla="*/ 15314660 h 17130814"/>
              <a:gd name="connsiteX133" fmla="*/ 1571372 w 4418809"/>
              <a:gd name="connsiteY133" fmla="*/ 15323031 h 17130814"/>
              <a:gd name="connsiteX134" fmla="*/ 1452543 w 4418809"/>
              <a:gd name="connsiteY134" fmla="*/ 15412709 h 17130814"/>
              <a:gd name="connsiteX135" fmla="*/ 1370079 w 4418809"/>
              <a:gd name="connsiteY135" fmla="*/ 15754997 h 17130814"/>
              <a:gd name="connsiteX136" fmla="*/ 1391052 w 4418809"/>
              <a:gd name="connsiteY136" fmla="*/ 15812736 h 17130814"/>
              <a:gd name="connsiteX137" fmla="*/ 1298748 w 4418809"/>
              <a:gd name="connsiteY137" fmla="*/ 15859892 h 17130814"/>
              <a:gd name="connsiteX138" fmla="*/ 611370 w 4418809"/>
              <a:gd name="connsiteY138" fmla="*/ 15627457 h 17130814"/>
              <a:gd name="connsiteX139" fmla="*/ 767504 w 4418809"/>
              <a:gd name="connsiteY139" fmla="*/ 14833227 h 17130814"/>
              <a:gd name="connsiteX140" fmla="*/ 764904 w 4418809"/>
              <a:gd name="connsiteY140" fmla="*/ 14829221 h 17130814"/>
              <a:gd name="connsiteX141" fmla="*/ 775260 w 4418809"/>
              <a:gd name="connsiteY141" fmla="*/ 14774179 h 17130814"/>
              <a:gd name="connsiteX142" fmla="*/ 1415734 w 4418809"/>
              <a:gd name="connsiteY142" fmla="*/ 14350047 h 17130814"/>
              <a:gd name="connsiteX143" fmla="*/ 1916364 w 4418809"/>
              <a:gd name="connsiteY143" fmla="*/ 14986088 h 17130814"/>
              <a:gd name="connsiteX144" fmla="*/ 2991941 w 4418809"/>
              <a:gd name="connsiteY144" fmla="*/ 4480530 h 17130814"/>
              <a:gd name="connsiteX145" fmla="*/ 2976597 w 4418809"/>
              <a:gd name="connsiteY145" fmla="*/ 4527837 h 17130814"/>
              <a:gd name="connsiteX146" fmla="*/ 2326003 w 4418809"/>
              <a:gd name="connsiteY146" fmla="*/ 4849152 h 17130814"/>
              <a:gd name="connsiteX147" fmla="*/ 1866112 w 4418809"/>
              <a:gd name="connsiteY147" fmla="*/ 4233852 h 17130814"/>
              <a:gd name="connsiteX148" fmla="*/ 1871433 w 4418809"/>
              <a:gd name="connsiteY148" fmla="*/ 4200468 h 17130814"/>
              <a:gd name="connsiteX149" fmla="*/ 1877631 w 4418809"/>
              <a:gd name="connsiteY149" fmla="*/ 4206197 h 17130814"/>
              <a:gd name="connsiteX150" fmla="*/ 2155084 w 4418809"/>
              <a:gd name="connsiteY150" fmla="*/ 4279350 h 17130814"/>
              <a:gd name="connsiteX151" fmla="*/ 2295723 w 4418809"/>
              <a:gd name="connsiteY151" fmla="*/ 4230530 h 17130814"/>
              <a:gd name="connsiteX152" fmla="*/ 2337916 w 4418809"/>
              <a:gd name="connsiteY152" fmla="*/ 4199625 h 17130814"/>
              <a:gd name="connsiteX153" fmla="*/ 2325065 w 4418809"/>
              <a:gd name="connsiteY153" fmla="*/ 4233610 h 17130814"/>
              <a:gd name="connsiteX154" fmla="*/ 2315178 w 4418809"/>
              <a:gd name="connsiteY154" fmla="*/ 4270695 h 17130814"/>
              <a:gd name="connsiteX155" fmla="*/ 2315490 w 4418809"/>
              <a:gd name="connsiteY155" fmla="*/ 4270762 h 17130814"/>
              <a:gd name="connsiteX156" fmla="*/ 2314519 w 4418809"/>
              <a:gd name="connsiteY156" fmla="*/ 4273788 h 17130814"/>
              <a:gd name="connsiteX157" fmla="*/ 2473181 w 4418809"/>
              <a:gd name="connsiteY157" fmla="*/ 4518447 h 17130814"/>
              <a:gd name="connsiteX158" fmla="*/ 2685256 w 4418809"/>
              <a:gd name="connsiteY158" fmla="*/ 4434901 h 17130814"/>
              <a:gd name="connsiteX159" fmla="*/ 2685509 w 4418809"/>
              <a:gd name="connsiteY159" fmla="*/ 4434449 h 17130814"/>
              <a:gd name="connsiteX160" fmla="*/ 2795862 w 4418809"/>
              <a:gd name="connsiteY160" fmla="*/ 4488832 h 17130814"/>
              <a:gd name="connsiteX161" fmla="*/ 2939290 w 4418809"/>
              <a:gd name="connsiteY161" fmla="*/ 4498007 h 17130814"/>
              <a:gd name="connsiteX162" fmla="*/ 3019300 w 4418809"/>
              <a:gd name="connsiteY162" fmla="*/ 4351300 h 17130814"/>
              <a:gd name="connsiteX163" fmla="*/ 3011824 w 4418809"/>
              <a:gd name="connsiteY163" fmla="*/ 4419234 h 17130814"/>
              <a:gd name="connsiteX164" fmla="*/ 3006036 w 4418809"/>
              <a:gd name="connsiteY164" fmla="*/ 4437078 h 17130814"/>
              <a:gd name="connsiteX165" fmla="*/ 2934493 w 4418809"/>
              <a:gd name="connsiteY165" fmla="*/ 4460825 h 17130814"/>
              <a:gd name="connsiteX166" fmla="*/ 2805408 w 4418809"/>
              <a:gd name="connsiteY166" fmla="*/ 4452568 h 17130814"/>
              <a:gd name="connsiteX167" fmla="*/ 2703508 w 4418809"/>
              <a:gd name="connsiteY167" fmla="*/ 4402351 h 17130814"/>
              <a:gd name="connsiteX168" fmla="*/ 2705077 w 4418809"/>
              <a:gd name="connsiteY168" fmla="*/ 4399553 h 17130814"/>
              <a:gd name="connsiteX169" fmla="*/ 2717840 w 4418809"/>
              <a:gd name="connsiteY169" fmla="*/ 4359785 h 17130814"/>
              <a:gd name="connsiteX170" fmla="*/ 2718188 w 4418809"/>
              <a:gd name="connsiteY170" fmla="*/ 4356625 h 17130814"/>
              <a:gd name="connsiteX171" fmla="*/ 2681522 w 4418809"/>
              <a:gd name="connsiteY171" fmla="*/ 4348807 h 17130814"/>
              <a:gd name="connsiteX172" fmla="*/ 2681174 w 4418809"/>
              <a:gd name="connsiteY172" fmla="*/ 4351967 h 17130814"/>
              <a:gd name="connsiteX173" fmla="*/ 2480999 w 4418809"/>
              <a:gd name="connsiteY173" fmla="*/ 4481782 h 17130814"/>
              <a:gd name="connsiteX174" fmla="*/ 2351184 w 4418809"/>
              <a:gd name="connsiteY174" fmla="*/ 4281606 h 17130814"/>
              <a:gd name="connsiteX175" fmla="*/ 2352156 w 4418809"/>
              <a:gd name="connsiteY175" fmla="*/ 4278580 h 17130814"/>
              <a:gd name="connsiteX176" fmla="*/ 2351844 w 4418809"/>
              <a:gd name="connsiteY176" fmla="*/ 4278513 h 17130814"/>
              <a:gd name="connsiteX177" fmla="*/ 2405163 w 4418809"/>
              <a:gd name="connsiteY177" fmla="*/ 4155595 h 17130814"/>
              <a:gd name="connsiteX178" fmla="*/ 2441607 w 4418809"/>
              <a:gd name="connsiteY178" fmla="*/ 4112969 h 17130814"/>
              <a:gd name="connsiteX179" fmla="*/ 2485249 w 4418809"/>
              <a:gd name="connsiteY179" fmla="*/ 4082357 h 17130814"/>
              <a:gd name="connsiteX180" fmla="*/ 2694697 w 4418809"/>
              <a:gd name="connsiteY180" fmla="*/ 4016226 h 17130814"/>
              <a:gd name="connsiteX181" fmla="*/ 2725207 w 4418809"/>
              <a:gd name="connsiteY181" fmla="*/ 4015913 h 17130814"/>
              <a:gd name="connsiteX182" fmla="*/ 2752194 w 4418809"/>
              <a:gd name="connsiteY182" fmla="*/ 4018882 h 17130814"/>
              <a:gd name="connsiteX183" fmla="*/ 3019300 w 4418809"/>
              <a:gd name="connsiteY183" fmla="*/ 4351300 h 17130814"/>
              <a:gd name="connsiteX184" fmla="*/ 2366703 w 4418809"/>
              <a:gd name="connsiteY184" fmla="*/ 12637622 h 17130814"/>
              <a:gd name="connsiteX185" fmla="*/ 2244329 w 4418809"/>
              <a:gd name="connsiteY185" fmla="*/ 12910127 h 17130814"/>
              <a:gd name="connsiteX186" fmla="*/ 1441326 w 4418809"/>
              <a:gd name="connsiteY186" fmla="*/ 13011933 h 17130814"/>
              <a:gd name="connsiteX187" fmla="*/ 1417908 w 4418809"/>
              <a:gd name="connsiteY187" fmla="*/ 13041210 h 17130814"/>
              <a:gd name="connsiteX188" fmla="*/ 1694797 w 4418809"/>
              <a:gd name="connsiteY188" fmla="*/ 13167085 h 17130814"/>
              <a:gd name="connsiteX189" fmla="*/ 1696362 w 4418809"/>
              <a:gd name="connsiteY189" fmla="*/ 13167287 h 17130814"/>
              <a:gd name="connsiteX190" fmla="*/ 1695845 w 4418809"/>
              <a:gd name="connsiteY190" fmla="*/ 13167959 h 17130814"/>
              <a:gd name="connsiteX191" fmla="*/ 1824384 w 4418809"/>
              <a:gd name="connsiteY191" fmla="*/ 13391937 h 17130814"/>
              <a:gd name="connsiteX192" fmla="*/ 1824458 w 4418809"/>
              <a:gd name="connsiteY192" fmla="*/ 13394182 h 17130814"/>
              <a:gd name="connsiteX193" fmla="*/ 1791140 w 4418809"/>
              <a:gd name="connsiteY193" fmla="*/ 13384308 h 17130814"/>
              <a:gd name="connsiteX194" fmla="*/ 1670231 w 4418809"/>
              <a:gd name="connsiteY194" fmla="*/ 13374184 h 17130814"/>
              <a:gd name="connsiteX195" fmla="*/ 1670379 w 4418809"/>
              <a:gd name="connsiteY195" fmla="*/ 13372421 h 17130814"/>
              <a:gd name="connsiteX196" fmla="*/ 1618951 w 4418809"/>
              <a:gd name="connsiteY196" fmla="*/ 13369906 h 17130814"/>
              <a:gd name="connsiteX197" fmla="*/ 1610450 w 4418809"/>
              <a:gd name="connsiteY197" fmla="*/ 13371344 h 17130814"/>
              <a:gd name="connsiteX198" fmla="*/ 1605864 w 4418809"/>
              <a:gd name="connsiteY198" fmla="*/ 13370604 h 17130814"/>
              <a:gd name="connsiteX199" fmla="*/ 1396401 w 4418809"/>
              <a:gd name="connsiteY199" fmla="*/ 13420526 h 17130814"/>
              <a:gd name="connsiteX200" fmla="*/ 1363708 w 4418809"/>
              <a:gd name="connsiteY200" fmla="*/ 13443888 h 17130814"/>
              <a:gd name="connsiteX201" fmla="*/ 1386579 w 4418809"/>
              <a:gd name="connsiteY201" fmla="*/ 13391668 h 17130814"/>
              <a:gd name="connsiteX202" fmla="*/ 1403621 w 4418809"/>
              <a:gd name="connsiteY202" fmla="*/ 13243774 h 17130814"/>
              <a:gd name="connsiteX203" fmla="*/ 1403304 w 4418809"/>
              <a:gd name="connsiteY203" fmla="*/ 13243802 h 17130814"/>
              <a:gd name="connsiteX204" fmla="*/ 1403355 w 4418809"/>
              <a:gd name="connsiteY204" fmla="*/ 13240623 h 17130814"/>
              <a:gd name="connsiteX205" fmla="*/ 1180497 w 4418809"/>
              <a:gd name="connsiteY205" fmla="*/ 13052563 h 17130814"/>
              <a:gd name="connsiteX206" fmla="*/ 992438 w 4418809"/>
              <a:gd name="connsiteY206" fmla="*/ 13275421 h 17130814"/>
              <a:gd name="connsiteX207" fmla="*/ 993022 w 4418809"/>
              <a:gd name="connsiteY207" fmla="*/ 13278546 h 17130814"/>
              <a:gd name="connsiteX208" fmla="*/ 1030378 w 4418809"/>
              <a:gd name="connsiteY208" fmla="*/ 13275382 h 17130814"/>
              <a:gd name="connsiteX209" fmla="*/ 1029793 w 4418809"/>
              <a:gd name="connsiteY209" fmla="*/ 13272257 h 17130814"/>
              <a:gd name="connsiteX210" fmla="*/ 1183661 w 4418809"/>
              <a:gd name="connsiteY210" fmla="*/ 13089919 h 17130814"/>
              <a:gd name="connsiteX211" fmla="*/ 1365999 w 4418809"/>
              <a:gd name="connsiteY211" fmla="*/ 13243787 h 17130814"/>
              <a:gd name="connsiteX212" fmla="*/ 1365948 w 4418809"/>
              <a:gd name="connsiteY212" fmla="*/ 13246966 h 17130814"/>
              <a:gd name="connsiteX213" fmla="*/ 1366265 w 4418809"/>
              <a:gd name="connsiteY213" fmla="*/ 13246938 h 17130814"/>
              <a:gd name="connsiteX214" fmla="*/ 1058532 w 4418809"/>
              <a:gd name="connsiteY214" fmla="*/ 13611614 h 17130814"/>
              <a:gd name="connsiteX215" fmla="*/ 693856 w 4418809"/>
              <a:gd name="connsiteY215" fmla="*/ 13303880 h 17130814"/>
              <a:gd name="connsiteX216" fmla="*/ 1225328 w 4418809"/>
              <a:gd name="connsiteY216" fmla="*/ 12693374 h 17130814"/>
              <a:gd name="connsiteX217" fmla="*/ 1342986 w 4418809"/>
              <a:gd name="connsiteY217" fmla="*/ 12694899 h 17130814"/>
              <a:gd name="connsiteX218" fmla="*/ 1344741 w 4418809"/>
              <a:gd name="connsiteY218" fmla="*/ 12695269 h 17130814"/>
              <a:gd name="connsiteX219" fmla="*/ 1346806 w 4418809"/>
              <a:gd name="connsiteY219" fmla="*/ 12670604 h 17130814"/>
              <a:gd name="connsiteX220" fmla="*/ 1385768 w 4418809"/>
              <a:gd name="connsiteY220" fmla="*/ 12671664 h 17130814"/>
              <a:gd name="connsiteX221" fmla="*/ 1600479 w 4418809"/>
              <a:gd name="connsiteY221" fmla="*/ 12595905 h 17130814"/>
              <a:gd name="connsiteX222" fmla="*/ 1642005 w 4418809"/>
              <a:gd name="connsiteY222" fmla="*/ 12568942 h 17130814"/>
              <a:gd name="connsiteX223" fmla="*/ 1668093 w 4418809"/>
              <a:gd name="connsiteY223" fmla="*/ 12607476 h 17130814"/>
              <a:gd name="connsiteX224" fmla="*/ 1722337 w 4418809"/>
              <a:gd name="connsiteY224" fmla="*/ 12660618 h 17130814"/>
              <a:gd name="connsiteX225" fmla="*/ 1722537 w 4418809"/>
              <a:gd name="connsiteY225" fmla="*/ 12660370 h 17130814"/>
              <a:gd name="connsiteX226" fmla="*/ 1724807 w 4418809"/>
              <a:gd name="connsiteY226" fmla="*/ 12662595 h 17130814"/>
              <a:gd name="connsiteX227" fmla="*/ 2014624 w 4418809"/>
              <a:gd name="connsiteY227" fmla="*/ 12630373 h 17130814"/>
              <a:gd name="connsiteX228" fmla="*/ 1982402 w 4418809"/>
              <a:gd name="connsiteY228" fmla="*/ 12340557 h 17130814"/>
              <a:gd name="connsiteX229" fmla="*/ 1979732 w 4418809"/>
              <a:gd name="connsiteY229" fmla="*/ 12338830 h 17130814"/>
              <a:gd name="connsiteX230" fmla="*/ 1956315 w 4418809"/>
              <a:gd name="connsiteY230" fmla="*/ 12368106 h 17130814"/>
              <a:gd name="connsiteX231" fmla="*/ 1958984 w 4418809"/>
              <a:gd name="connsiteY231" fmla="*/ 12369833 h 17130814"/>
              <a:gd name="connsiteX232" fmla="*/ 1985347 w 4418809"/>
              <a:gd name="connsiteY232" fmla="*/ 12606955 h 17130814"/>
              <a:gd name="connsiteX233" fmla="*/ 1748224 w 4418809"/>
              <a:gd name="connsiteY233" fmla="*/ 12633318 h 17130814"/>
              <a:gd name="connsiteX234" fmla="*/ 1745954 w 4418809"/>
              <a:gd name="connsiteY234" fmla="*/ 12631094 h 17130814"/>
              <a:gd name="connsiteX235" fmla="*/ 1745755 w 4418809"/>
              <a:gd name="connsiteY235" fmla="*/ 12631342 h 17130814"/>
              <a:gd name="connsiteX236" fmla="*/ 1693028 w 4418809"/>
              <a:gd name="connsiteY236" fmla="*/ 12157098 h 17130814"/>
              <a:gd name="connsiteX237" fmla="*/ 2167273 w 4418809"/>
              <a:gd name="connsiteY237" fmla="*/ 12104372 h 17130814"/>
              <a:gd name="connsiteX238" fmla="*/ 2210389 w 4418809"/>
              <a:gd name="connsiteY238" fmla="*/ 12142701 h 17130814"/>
              <a:gd name="connsiteX239" fmla="*/ 2210454 w 4418809"/>
              <a:gd name="connsiteY239" fmla="*/ 12142772 h 17130814"/>
              <a:gd name="connsiteX240" fmla="*/ 2209080 w 4418809"/>
              <a:gd name="connsiteY240" fmla="*/ 12147625 h 17130814"/>
              <a:gd name="connsiteX241" fmla="*/ 2216007 w 4418809"/>
              <a:gd name="connsiteY241" fmla="*/ 12148854 h 17130814"/>
              <a:gd name="connsiteX242" fmla="*/ 2248580 w 4418809"/>
              <a:gd name="connsiteY242" fmla="*/ 12184525 h 17130814"/>
              <a:gd name="connsiteX243" fmla="*/ 2366703 w 4418809"/>
              <a:gd name="connsiteY243" fmla="*/ 12637622 h 17130814"/>
              <a:gd name="connsiteX244" fmla="*/ 2142086 w 4418809"/>
              <a:gd name="connsiteY244" fmla="*/ 15855451 h 17130814"/>
              <a:gd name="connsiteX245" fmla="*/ 1993248 w 4418809"/>
              <a:gd name="connsiteY245" fmla="*/ 16217431 h 17130814"/>
              <a:gd name="connsiteX246" fmla="*/ 1186135 w 4418809"/>
              <a:gd name="connsiteY246" fmla="*/ 16278636 h 17130814"/>
              <a:gd name="connsiteX247" fmla="*/ 1161271 w 4418809"/>
              <a:gd name="connsiteY247" fmla="*/ 16306694 h 17130814"/>
              <a:gd name="connsiteX248" fmla="*/ 1431464 w 4418809"/>
              <a:gd name="connsiteY248" fmla="*/ 16446365 h 17130814"/>
              <a:gd name="connsiteX249" fmla="*/ 1433018 w 4418809"/>
              <a:gd name="connsiteY249" fmla="*/ 16446646 h 17130814"/>
              <a:gd name="connsiteX250" fmla="*/ 1432466 w 4418809"/>
              <a:gd name="connsiteY250" fmla="*/ 16447291 h 17130814"/>
              <a:gd name="connsiteX251" fmla="*/ 1469591 w 4418809"/>
              <a:gd name="connsiteY251" fmla="*/ 16923010 h 17130814"/>
              <a:gd name="connsiteX252" fmla="*/ 1110915 w 4418809"/>
              <a:gd name="connsiteY252" fmla="*/ 17025346 h 17130814"/>
              <a:gd name="connsiteX253" fmla="*/ 999115 w 4418809"/>
              <a:gd name="connsiteY253" fmla="*/ 16963058 h 17130814"/>
              <a:gd name="connsiteX254" fmla="*/ 1035630 w 4418809"/>
              <a:gd name="connsiteY254" fmla="*/ 16907424 h 17130814"/>
              <a:gd name="connsiteX255" fmla="*/ 1081865 w 4418809"/>
              <a:gd name="connsiteY255" fmla="*/ 16748284 h 17130814"/>
              <a:gd name="connsiteX256" fmla="*/ 700813 w 4418809"/>
              <a:gd name="connsiteY256" fmla="*/ 16297594 h 17130814"/>
              <a:gd name="connsiteX257" fmla="*/ 700783 w 4418809"/>
              <a:gd name="connsiteY257" fmla="*/ 16297948 h 17130814"/>
              <a:gd name="connsiteX258" fmla="*/ 697304 w 4418809"/>
              <a:gd name="connsiteY258" fmla="*/ 16297300 h 17130814"/>
              <a:gd name="connsiteX259" fmla="*/ 449425 w 4418809"/>
              <a:gd name="connsiteY259" fmla="*/ 16506878 h 17130814"/>
              <a:gd name="connsiteX260" fmla="*/ 659003 w 4418809"/>
              <a:gd name="connsiteY260" fmla="*/ 16754758 h 17130814"/>
              <a:gd name="connsiteX261" fmla="*/ 662542 w 4418809"/>
              <a:gd name="connsiteY261" fmla="*/ 16754697 h 17130814"/>
              <a:gd name="connsiteX262" fmla="*/ 666023 w 4418809"/>
              <a:gd name="connsiteY262" fmla="*/ 16713111 h 17130814"/>
              <a:gd name="connsiteX263" fmla="*/ 662485 w 4418809"/>
              <a:gd name="connsiteY263" fmla="*/ 16713171 h 17130814"/>
              <a:gd name="connsiteX264" fmla="*/ 491012 w 4418809"/>
              <a:gd name="connsiteY264" fmla="*/ 16510360 h 17130814"/>
              <a:gd name="connsiteX265" fmla="*/ 693822 w 4418809"/>
              <a:gd name="connsiteY265" fmla="*/ 16338887 h 17130814"/>
              <a:gd name="connsiteX266" fmla="*/ 697301 w 4418809"/>
              <a:gd name="connsiteY266" fmla="*/ 16339534 h 17130814"/>
              <a:gd name="connsiteX267" fmla="*/ 697331 w 4418809"/>
              <a:gd name="connsiteY267" fmla="*/ 16339181 h 17130814"/>
              <a:gd name="connsiteX268" fmla="*/ 1040277 w 4418809"/>
              <a:gd name="connsiteY268" fmla="*/ 16744802 h 17130814"/>
              <a:gd name="connsiteX269" fmla="*/ 634657 w 4418809"/>
              <a:gd name="connsiteY269" fmla="*/ 17087748 h 17130814"/>
              <a:gd name="connsiteX270" fmla="*/ 63559 w 4418809"/>
              <a:gd name="connsiteY270" fmla="*/ 16390814 h 17130814"/>
              <a:gd name="connsiteX271" fmla="*/ 615526 w 4418809"/>
              <a:gd name="connsiteY271" fmla="*/ 15801097 h 17130814"/>
              <a:gd name="connsiteX272" fmla="*/ 694417 w 4418809"/>
              <a:gd name="connsiteY272" fmla="*/ 15799515 h 17130814"/>
              <a:gd name="connsiteX273" fmla="*/ 694520 w 4418809"/>
              <a:gd name="connsiteY273" fmla="*/ 15798286 h 17130814"/>
              <a:gd name="connsiteX274" fmla="*/ 724668 w 4418809"/>
              <a:gd name="connsiteY274" fmla="*/ 15824329 h 17130814"/>
              <a:gd name="connsiteX275" fmla="*/ 1366054 w 4418809"/>
              <a:gd name="connsiteY275" fmla="*/ 15871157 h 17130814"/>
              <a:gd name="connsiteX276" fmla="*/ 1408886 w 4418809"/>
              <a:gd name="connsiteY276" fmla="*/ 15846322 h 17130814"/>
              <a:gd name="connsiteX277" fmla="*/ 1432999 w 4418809"/>
              <a:gd name="connsiteY277" fmla="*/ 15886122 h 17130814"/>
              <a:gd name="connsiteX278" fmla="*/ 1484496 w 4418809"/>
              <a:gd name="connsiteY278" fmla="*/ 15941931 h 17130814"/>
              <a:gd name="connsiteX279" fmla="*/ 1484707 w 4418809"/>
              <a:gd name="connsiteY279" fmla="*/ 15941693 h 17130814"/>
              <a:gd name="connsiteX280" fmla="*/ 1486864 w 4418809"/>
              <a:gd name="connsiteY280" fmla="*/ 15944030 h 17130814"/>
              <a:gd name="connsiteX281" fmla="*/ 1777935 w 4418809"/>
              <a:gd name="connsiteY281" fmla="*/ 15926455 h 17130814"/>
              <a:gd name="connsiteX282" fmla="*/ 1760361 w 4418809"/>
              <a:gd name="connsiteY282" fmla="*/ 15635383 h 17130814"/>
              <a:gd name="connsiteX283" fmla="*/ 1757782 w 4418809"/>
              <a:gd name="connsiteY283" fmla="*/ 15633524 h 17130814"/>
              <a:gd name="connsiteX284" fmla="*/ 1732918 w 4418809"/>
              <a:gd name="connsiteY284" fmla="*/ 15661583 h 17130814"/>
              <a:gd name="connsiteX285" fmla="*/ 1735497 w 4418809"/>
              <a:gd name="connsiteY285" fmla="*/ 15663442 h 17130814"/>
              <a:gd name="connsiteX286" fmla="*/ 1749875 w 4418809"/>
              <a:gd name="connsiteY286" fmla="*/ 15901592 h 17130814"/>
              <a:gd name="connsiteX287" fmla="*/ 1511727 w 4418809"/>
              <a:gd name="connsiteY287" fmla="*/ 15915970 h 17130814"/>
              <a:gd name="connsiteX288" fmla="*/ 1509570 w 4418809"/>
              <a:gd name="connsiteY288" fmla="*/ 15913634 h 17130814"/>
              <a:gd name="connsiteX289" fmla="*/ 1509359 w 4418809"/>
              <a:gd name="connsiteY289" fmla="*/ 15913873 h 17130814"/>
              <a:gd name="connsiteX290" fmla="*/ 1480601 w 4418809"/>
              <a:gd name="connsiteY290" fmla="*/ 15437573 h 17130814"/>
              <a:gd name="connsiteX291" fmla="*/ 1956901 w 4418809"/>
              <a:gd name="connsiteY291" fmla="*/ 15408816 h 17130814"/>
              <a:gd name="connsiteX292" fmla="*/ 1998031 w 4418809"/>
              <a:gd name="connsiteY292" fmla="*/ 15449269 h 17130814"/>
              <a:gd name="connsiteX293" fmla="*/ 1998092 w 4418809"/>
              <a:gd name="connsiteY293" fmla="*/ 15449343 h 17130814"/>
              <a:gd name="connsiteX294" fmla="*/ 1996475 w 4418809"/>
              <a:gd name="connsiteY294" fmla="*/ 15454121 h 17130814"/>
              <a:gd name="connsiteX295" fmla="*/ 2003332 w 4418809"/>
              <a:gd name="connsiteY295" fmla="*/ 15455698 h 17130814"/>
              <a:gd name="connsiteX296" fmla="*/ 2034065 w 4418809"/>
              <a:gd name="connsiteY296" fmla="*/ 15492966 h 17130814"/>
              <a:gd name="connsiteX297" fmla="*/ 2142086 w 4418809"/>
              <a:gd name="connsiteY297" fmla="*/ 15855451 h 17130814"/>
              <a:gd name="connsiteX298" fmla="*/ 3076059 w 4418809"/>
              <a:gd name="connsiteY298" fmla="*/ 5571693 h 17130814"/>
              <a:gd name="connsiteX299" fmla="*/ 2711677 w 4418809"/>
              <a:gd name="connsiteY299" fmla="*/ 5879773 h 17130814"/>
              <a:gd name="connsiteX300" fmla="*/ 2403596 w 4418809"/>
              <a:gd name="connsiteY300" fmla="*/ 5515390 h 17130814"/>
              <a:gd name="connsiteX301" fmla="*/ 2403914 w 4418809"/>
              <a:gd name="connsiteY301" fmla="*/ 5515417 h 17130814"/>
              <a:gd name="connsiteX302" fmla="*/ 2403860 w 4418809"/>
              <a:gd name="connsiteY302" fmla="*/ 5512238 h 17130814"/>
              <a:gd name="connsiteX303" fmla="*/ 2586052 w 4418809"/>
              <a:gd name="connsiteY303" fmla="*/ 5358198 h 17130814"/>
              <a:gd name="connsiteX304" fmla="*/ 2740092 w 4418809"/>
              <a:gd name="connsiteY304" fmla="*/ 5540390 h 17130814"/>
              <a:gd name="connsiteX305" fmla="*/ 2739510 w 4418809"/>
              <a:gd name="connsiteY305" fmla="*/ 5543515 h 17130814"/>
              <a:gd name="connsiteX306" fmla="*/ 2776869 w 4418809"/>
              <a:gd name="connsiteY306" fmla="*/ 5546643 h 17130814"/>
              <a:gd name="connsiteX307" fmla="*/ 2777451 w 4418809"/>
              <a:gd name="connsiteY307" fmla="*/ 5543518 h 17130814"/>
              <a:gd name="connsiteX308" fmla="*/ 2589180 w 4418809"/>
              <a:gd name="connsiteY308" fmla="*/ 5320839 h 17130814"/>
              <a:gd name="connsiteX309" fmla="*/ 2366501 w 4418809"/>
              <a:gd name="connsiteY309" fmla="*/ 5509110 h 17130814"/>
              <a:gd name="connsiteX310" fmla="*/ 2366555 w 4418809"/>
              <a:gd name="connsiteY310" fmla="*/ 5512289 h 17130814"/>
              <a:gd name="connsiteX311" fmla="*/ 2366237 w 4418809"/>
              <a:gd name="connsiteY311" fmla="*/ 5512262 h 17130814"/>
              <a:gd name="connsiteX312" fmla="*/ 2708549 w 4418809"/>
              <a:gd name="connsiteY312" fmla="*/ 5917133 h 17130814"/>
              <a:gd name="connsiteX313" fmla="*/ 2771084 w 4418809"/>
              <a:gd name="connsiteY313" fmla="*/ 5916073 h 17130814"/>
              <a:gd name="connsiteX314" fmla="*/ 2748488 w 4418809"/>
              <a:gd name="connsiteY314" fmla="*/ 5925596 h 17130814"/>
              <a:gd name="connsiteX315" fmla="*/ 2634329 w 4418809"/>
              <a:gd name="connsiteY315" fmla="*/ 6021149 h 17130814"/>
              <a:gd name="connsiteX316" fmla="*/ 2569223 w 4418809"/>
              <a:gd name="connsiteY316" fmla="*/ 6367158 h 17130814"/>
              <a:gd name="connsiteX317" fmla="*/ 2593078 w 4418809"/>
              <a:gd name="connsiteY317" fmla="*/ 6423767 h 17130814"/>
              <a:gd name="connsiteX318" fmla="*/ 2503269 w 4418809"/>
              <a:gd name="connsiteY318" fmla="*/ 6475516 h 17130814"/>
              <a:gd name="connsiteX319" fmla="*/ 1805049 w 4418809"/>
              <a:gd name="connsiteY319" fmla="*/ 6278020 h 17130814"/>
              <a:gd name="connsiteX320" fmla="*/ 1920954 w 4418809"/>
              <a:gd name="connsiteY320" fmla="*/ 5476929 h 17130814"/>
              <a:gd name="connsiteX321" fmla="*/ 1918156 w 4418809"/>
              <a:gd name="connsiteY321" fmla="*/ 5473061 h 17130814"/>
              <a:gd name="connsiteX322" fmla="*/ 1925725 w 4418809"/>
              <a:gd name="connsiteY322" fmla="*/ 5417566 h 17130814"/>
              <a:gd name="connsiteX323" fmla="*/ 2544008 w 4418809"/>
              <a:gd name="connsiteY323" fmla="*/ 4961693 h 17130814"/>
              <a:gd name="connsiteX324" fmla="*/ 3076059 w 4418809"/>
              <a:gd name="connsiteY324" fmla="*/ 5571693 h 17130814"/>
              <a:gd name="connsiteX325" fmla="*/ 3450293 w 4418809"/>
              <a:gd name="connsiteY325" fmla="*/ 1154914 h 17130814"/>
              <a:gd name="connsiteX326" fmla="*/ 3442817 w 4418809"/>
              <a:gd name="connsiteY326" fmla="*/ 1222848 h 17130814"/>
              <a:gd name="connsiteX327" fmla="*/ 2756997 w 4418809"/>
              <a:gd name="connsiteY327" fmla="*/ 1652765 h 17130814"/>
              <a:gd name="connsiteX328" fmla="*/ 2297105 w 4418809"/>
              <a:gd name="connsiteY328" fmla="*/ 1037466 h 17130814"/>
              <a:gd name="connsiteX329" fmla="*/ 2302426 w 4418809"/>
              <a:gd name="connsiteY329" fmla="*/ 1004080 h 17130814"/>
              <a:gd name="connsiteX330" fmla="*/ 2308625 w 4418809"/>
              <a:gd name="connsiteY330" fmla="*/ 1009810 h 17130814"/>
              <a:gd name="connsiteX331" fmla="*/ 2586077 w 4418809"/>
              <a:gd name="connsiteY331" fmla="*/ 1082964 h 17130814"/>
              <a:gd name="connsiteX332" fmla="*/ 2726716 w 4418809"/>
              <a:gd name="connsiteY332" fmla="*/ 1034144 h 17130814"/>
              <a:gd name="connsiteX333" fmla="*/ 2768909 w 4418809"/>
              <a:gd name="connsiteY333" fmla="*/ 1003238 h 17130814"/>
              <a:gd name="connsiteX334" fmla="*/ 2756058 w 4418809"/>
              <a:gd name="connsiteY334" fmla="*/ 1037223 h 17130814"/>
              <a:gd name="connsiteX335" fmla="*/ 2746172 w 4418809"/>
              <a:gd name="connsiteY335" fmla="*/ 1074309 h 17130814"/>
              <a:gd name="connsiteX336" fmla="*/ 2746483 w 4418809"/>
              <a:gd name="connsiteY336" fmla="*/ 1074375 h 17130814"/>
              <a:gd name="connsiteX337" fmla="*/ 2745512 w 4418809"/>
              <a:gd name="connsiteY337" fmla="*/ 1077402 h 17130814"/>
              <a:gd name="connsiteX338" fmla="*/ 2904175 w 4418809"/>
              <a:gd name="connsiteY338" fmla="*/ 1322061 h 17130814"/>
              <a:gd name="connsiteX339" fmla="*/ 3148833 w 4418809"/>
              <a:gd name="connsiteY339" fmla="*/ 1163398 h 17130814"/>
              <a:gd name="connsiteX340" fmla="*/ 3149181 w 4418809"/>
              <a:gd name="connsiteY340" fmla="*/ 1160238 h 17130814"/>
              <a:gd name="connsiteX341" fmla="*/ 3112515 w 4418809"/>
              <a:gd name="connsiteY341" fmla="*/ 1152421 h 17130814"/>
              <a:gd name="connsiteX342" fmla="*/ 3112168 w 4418809"/>
              <a:gd name="connsiteY342" fmla="*/ 1155581 h 17130814"/>
              <a:gd name="connsiteX343" fmla="*/ 2911992 w 4418809"/>
              <a:gd name="connsiteY343" fmla="*/ 1285396 h 17130814"/>
              <a:gd name="connsiteX344" fmla="*/ 2782177 w 4418809"/>
              <a:gd name="connsiteY344" fmla="*/ 1085219 h 17130814"/>
              <a:gd name="connsiteX345" fmla="*/ 2783149 w 4418809"/>
              <a:gd name="connsiteY345" fmla="*/ 1082194 h 17130814"/>
              <a:gd name="connsiteX346" fmla="*/ 2782837 w 4418809"/>
              <a:gd name="connsiteY346" fmla="*/ 1082126 h 17130814"/>
              <a:gd name="connsiteX347" fmla="*/ 2836157 w 4418809"/>
              <a:gd name="connsiteY347" fmla="*/ 959208 h 17130814"/>
              <a:gd name="connsiteX348" fmla="*/ 2872600 w 4418809"/>
              <a:gd name="connsiteY348" fmla="*/ 916582 h 17130814"/>
              <a:gd name="connsiteX349" fmla="*/ 2916242 w 4418809"/>
              <a:gd name="connsiteY349" fmla="*/ 885972 h 17130814"/>
              <a:gd name="connsiteX350" fmla="*/ 3125690 w 4418809"/>
              <a:gd name="connsiteY350" fmla="*/ 819840 h 17130814"/>
              <a:gd name="connsiteX351" fmla="*/ 3156200 w 4418809"/>
              <a:gd name="connsiteY351" fmla="*/ 819527 h 17130814"/>
              <a:gd name="connsiteX352" fmla="*/ 3183188 w 4418809"/>
              <a:gd name="connsiteY352" fmla="*/ 822497 h 17130814"/>
              <a:gd name="connsiteX353" fmla="*/ 3450293 w 4418809"/>
              <a:gd name="connsiteY353" fmla="*/ 1154914 h 17130814"/>
              <a:gd name="connsiteX354" fmla="*/ 3209856 w 4418809"/>
              <a:gd name="connsiteY354" fmla="*/ 4233185 h 17130814"/>
              <a:gd name="connsiteX355" fmla="*/ 3194578 w 4418809"/>
              <a:gd name="connsiteY355" fmla="*/ 4274259 h 17130814"/>
              <a:gd name="connsiteX356" fmla="*/ 3158470 w 4418809"/>
              <a:gd name="connsiteY356" fmla="*/ 4332286 h 17130814"/>
              <a:gd name="connsiteX357" fmla="*/ 3057255 w 4418809"/>
              <a:gd name="connsiteY357" fmla="*/ 4420077 h 17130814"/>
              <a:gd name="connsiteX358" fmla="*/ 3049066 w 4418809"/>
              <a:gd name="connsiteY358" fmla="*/ 4422795 h 17130814"/>
              <a:gd name="connsiteX359" fmla="*/ 3056171 w 4418809"/>
              <a:gd name="connsiteY359" fmla="*/ 4370313 h 17130814"/>
              <a:gd name="connsiteX360" fmla="*/ 2896588 w 4418809"/>
              <a:gd name="connsiteY360" fmla="*/ 4041462 h 17130814"/>
              <a:gd name="connsiteX361" fmla="*/ 2871525 w 4418809"/>
              <a:gd name="connsiteY361" fmla="*/ 4027408 h 17130814"/>
              <a:gd name="connsiteX362" fmla="*/ 2912530 w 4418809"/>
              <a:gd name="connsiteY362" fmla="*/ 4034902 h 17130814"/>
              <a:gd name="connsiteX363" fmla="*/ 3198250 w 4418809"/>
              <a:gd name="connsiteY363" fmla="*/ 4217059 h 17130814"/>
              <a:gd name="connsiteX364" fmla="*/ 3228075 w 4418809"/>
              <a:gd name="connsiteY364" fmla="*/ 4147722 h 17130814"/>
              <a:gd name="connsiteX365" fmla="*/ 3224882 w 4418809"/>
              <a:gd name="connsiteY365" fmla="*/ 4167528 h 17130814"/>
              <a:gd name="connsiteX366" fmla="*/ 3123759 w 4418809"/>
              <a:gd name="connsiteY366" fmla="*/ 4076990 h 17130814"/>
              <a:gd name="connsiteX367" fmla="*/ 2697566 w 4418809"/>
              <a:gd name="connsiteY367" fmla="*/ 3972555 h 17130814"/>
              <a:gd name="connsiteX368" fmla="*/ 2689148 w 4418809"/>
              <a:gd name="connsiteY368" fmla="*/ 3974419 h 17130814"/>
              <a:gd name="connsiteX369" fmla="*/ 2684530 w 4418809"/>
              <a:gd name="connsiteY369" fmla="*/ 3973911 h 17130814"/>
              <a:gd name="connsiteX370" fmla="*/ 2477850 w 4418809"/>
              <a:gd name="connsiteY370" fmla="*/ 4034328 h 17130814"/>
              <a:gd name="connsiteX371" fmla="*/ 2446376 w 4418809"/>
              <a:gd name="connsiteY371" fmla="*/ 4059308 h 17130814"/>
              <a:gd name="connsiteX372" fmla="*/ 2466586 w 4418809"/>
              <a:gd name="connsiteY372" fmla="*/ 4006001 h 17130814"/>
              <a:gd name="connsiteX373" fmla="*/ 2476154 w 4418809"/>
              <a:gd name="connsiteY373" fmla="*/ 3857436 h 17130814"/>
              <a:gd name="connsiteX374" fmla="*/ 2475837 w 4418809"/>
              <a:gd name="connsiteY374" fmla="*/ 3857480 h 17130814"/>
              <a:gd name="connsiteX375" fmla="*/ 2475728 w 4418809"/>
              <a:gd name="connsiteY375" fmla="*/ 3854303 h 17130814"/>
              <a:gd name="connsiteX376" fmla="*/ 2243675 w 4418809"/>
              <a:gd name="connsiteY376" fmla="*/ 3677715 h 17130814"/>
              <a:gd name="connsiteX377" fmla="*/ 2067087 w 4418809"/>
              <a:gd name="connsiteY377" fmla="*/ 3909767 h 17130814"/>
              <a:gd name="connsiteX378" fmla="*/ 2067829 w 4418809"/>
              <a:gd name="connsiteY378" fmla="*/ 3912858 h 17130814"/>
              <a:gd name="connsiteX379" fmla="*/ 2104978 w 4418809"/>
              <a:gd name="connsiteY379" fmla="*/ 3907816 h 17130814"/>
              <a:gd name="connsiteX380" fmla="*/ 2104236 w 4418809"/>
              <a:gd name="connsiteY380" fmla="*/ 3904724 h 17130814"/>
              <a:gd name="connsiteX381" fmla="*/ 2248718 w 4418809"/>
              <a:gd name="connsiteY381" fmla="*/ 3714863 h 17130814"/>
              <a:gd name="connsiteX382" fmla="*/ 2438579 w 4418809"/>
              <a:gd name="connsiteY382" fmla="*/ 3859345 h 17130814"/>
              <a:gd name="connsiteX383" fmla="*/ 2438688 w 4418809"/>
              <a:gd name="connsiteY383" fmla="*/ 3862522 h 17130814"/>
              <a:gd name="connsiteX384" fmla="*/ 2439004 w 4418809"/>
              <a:gd name="connsiteY384" fmla="*/ 3862479 h 17130814"/>
              <a:gd name="connsiteX385" fmla="*/ 2150042 w 4418809"/>
              <a:gd name="connsiteY385" fmla="*/ 4242202 h 17130814"/>
              <a:gd name="connsiteX386" fmla="*/ 1770320 w 4418809"/>
              <a:gd name="connsiteY386" fmla="*/ 3953239 h 17130814"/>
              <a:gd name="connsiteX387" fmla="*/ 2270346 w 4418809"/>
              <a:gd name="connsiteY387" fmla="*/ 3316721 h 17130814"/>
              <a:gd name="connsiteX388" fmla="*/ 2387931 w 4418809"/>
              <a:gd name="connsiteY388" fmla="*/ 3312315 h 17130814"/>
              <a:gd name="connsiteX389" fmla="*/ 2457244 w 4418809"/>
              <a:gd name="connsiteY389" fmla="*/ 3323321 h 17130814"/>
              <a:gd name="connsiteX390" fmla="*/ 2458869 w 4418809"/>
              <a:gd name="connsiteY390" fmla="*/ 3324163 h 17130814"/>
              <a:gd name="connsiteX391" fmla="*/ 2565397 w 4418809"/>
              <a:gd name="connsiteY391" fmla="*/ 3356707 h 17130814"/>
              <a:gd name="connsiteX392" fmla="*/ 2573830 w 4418809"/>
              <a:gd name="connsiteY392" fmla="*/ 3356937 h 17130814"/>
              <a:gd name="connsiteX393" fmla="*/ 2605230 w 4418809"/>
              <a:gd name="connsiteY393" fmla="*/ 3368384 h 17130814"/>
              <a:gd name="connsiteX394" fmla="*/ 2894971 w 4418809"/>
              <a:gd name="connsiteY394" fmla="*/ 3685988 h 17130814"/>
              <a:gd name="connsiteX395" fmla="*/ 2909517 w 4418809"/>
              <a:gd name="connsiteY395" fmla="*/ 3745819 h 17130814"/>
              <a:gd name="connsiteX396" fmla="*/ 2842896 w 4418809"/>
              <a:gd name="connsiteY396" fmla="*/ 3703016 h 17130814"/>
              <a:gd name="connsiteX397" fmla="*/ 2819479 w 4418809"/>
              <a:gd name="connsiteY397" fmla="*/ 3732292 h 17130814"/>
              <a:gd name="connsiteX398" fmla="*/ 2921399 w 4418809"/>
              <a:gd name="connsiteY398" fmla="*/ 3794690 h 17130814"/>
              <a:gd name="connsiteX399" fmla="*/ 2921943 w 4418809"/>
              <a:gd name="connsiteY399" fmla="*/ 3796930 h 17130814"/>
              <a:gd name="connsiteX400" fmla="*/ 2924493 w 4418809"/>
              <a:gd name="connsiteY400" fmla="*/ 3796584 h 17130814"/>
              <a:gd name="connsiteX401" fmla="*/ 2952367 w 4418809"/>
              <a:gd name="connsiteY401" fmla="*/ 3813650 h 17130814"/>
              <a:gd name="connsiteX402" fmla="*/ 3096368 w 4418809"/>
              <a:gd name="connsiteY402" fmla="*/ 3858167 h 17130814"/>
              <a:gd name="connsiteX403" fmla="*/ 3097934 w 4418809"/>
              <a:gd name="connsiteY403" fmla="*/ 3858369 h 17130814"/>
              <a:gd name="connsiteX404" fmla="*/ 3097415 w 4418809"/>
              <a:gd name="connsiteY404" fmla="*/ 3859041 h 17130814"/>
              <a:gd name="connsiteX405" fmla="*/ 3228075 w 4418809"/>
              <a:gd name="connsiteY405" fmla="*/ 4147722 h 17130814"/>
              <a:gd name="connsiteX406" fmla="*/ 2647819 w 4418809"/>
              <a:gd name="connsiteY406" fmla="*/ 11811574 h 17130814"/>
              <a:gd name="connsiteX407" fmla="*/ 2635883 w 4418809"/>
              <a:gd name="connsiteY407" fmla="*/ 11878867 h 17130814"/>
              <a:gd name="connsiteX408" fmla="*/ 2286590 w 4418809"/>
              <a:gd name="connsiteY408" fmla="*/ 12123489 h 17130814"/>
              <a:gd name="connsiteX409" fmla="*/ 2233599 w 4418809"/>
              <a:gd name="connsiteY409" fmla="*/ 12114090 h 17130814"/>
              <a:gd name="connsiteX410" fmla="*/ 2190691 w 4418809"/>
              <a:gd name="connsiteY410" fmla="*/ 12075095 h 17130814"/>
              <a:gd name="connsiteX411" fmla="*/ 1987010 w 4418809"/>
              <a:gd name="connsiteY411" fmla="*/ 11994164 h 17130814"/>
              <a:gd name="connsiteX412" fmla="*/ 1925434 w 4418809"/>
              <a:gd name="connsiteY412" fmla="*/ 11995098 h 17130814"/>
              <a:gd name="connsiteX413" fmla="*/ 1952191 w 4418809"/>
              <a:gd name="connsiteY413" fmla="*/ 11983349 h 17130814"/>
              <a:gd name="connsiteX414" fmla="*/ 2142841 w 4418809"/>
              <a:gd name="connsiteY414" fmla="*/ 11687352 h 17130814"/>
              <a:gd name="connsiteX415" fmla="*/ 1578028 w 4418809"/>
              <a:gd name="connsiteY415" fmla="*/ 11019317 h 17130814"/>
              <a:gd name="connsiteX416" fmla="*/ 1577691 w 4418809"/>
              <a:gd name="connsiteY416" fmla="*/ 11019320 h 17130814"/>
              <a:gd name="connsiteX417" fmla="*/ 1589559 w 4418809"/>
              <a:gd name="connsiteY417" fmla="*/ 11018239 h 17130814"/>
              <a:gd name="connsiteX418" fmla="*/ 2077912 w 4418809"/>
              <a:gd name="connsiteY418" fmla="*/ 10539583 h 17130814"/>
              <a:gd name="connsiteX419" fmla="*/ 1926011 w 4418809"/>
              <a:gd name="connsiteY419" fmla="*/ 10153993 h 17130814"/>
              <a:gd name="connsiteX420" fmla="*/ 1900947 w 4418809"/>
              <a:gd name="connsiteY420" fmla="*/ 10139939 h 17130814"/>
              <a:gd name="connsiteX421" fmla="*/ 1941954 w 4418809"/>
              <a:gd name="connsiteY421" fmla="*/ 10147432 h 17130814"/>
              <a:gd name="connsiteX422" fmla="*/ 2227672 w 4418809"/>
              <a:gd name="connsiteY422" fmla="*/ 10329590 h 17130814"/>
              <a:gd name="connsiteX423" fmla="*/ 2224901 w 4418809"/>
              <a:gd name="connsiteY423" fmla="*/ 11097761 h 17130814"/>
              <a:gd name="connsiteX424" fmla="*/ 2217002 w 4418809"/>
              <a:gd name="connsiteY424" fmla="*/ 11105379 h 17130814"/>
              <a:gd name="connsiteX425" fmla="*/ 2186590 w 4418809"/>
              <a:gd name="connsiteY425" fmla="*/ 11124242 h 17130814"/>
              <a:gd name="connsiteX426" fmla="*/ 2184277 w 4418809"/>
              <a:gd name="connsiteY426" fmla="*/ 11126424 h 17130814"/>
              <a:gd name="connsiteX427" fmla="*/ 2188921 w 4418809"/>
              <a:gd name="connsiteY427" fmla="*/ 11132461 h 17130814"/>
              <a:gd name="connsiteX428" fmla="*/ 2183375 w 4418809"/>
              <a:gd name="connsiteY428" fmla="*/ 11137809 h 17130814"/>
              <a:gd name="connsiteX429" fmla="*/ 2207961 w 4418809"/>
              <a:gd name="connsiteY429" fmla="*/ 11166111 h 17130814"/>
              <a:gd name="connsiteX430" fmla="*/ 2232248 w 4418809"/>
              <a:gd name="connsiteY430" fmla="*/ 11142763 h 17130814"/>
              <a:gd name="connsiteX431" fmla="*/ 2269581 w 4418809"/>
              <a:gd name="connsiteY431" fmla="*/ 11124432 h 17130814"/>
              <a:gd name="connsiteX432" fmla="*/ 2446025 w 4418809"/>
              <a:gd name="connsiteY432" fmla="*/ 11184826 h 17130814"/>
              <a:gd name="connsiteX433" fmla="*/ 2415158 w 4418809"/>
              <a:gd name="connsiteY433" fmla="*/ 11421403 h 17130814"/>
              <a:gd name="connsiteX434" fmla="*/ 2412456 w 4418809"/>
              <a:gd name="connsiteY434" fmla="*/ 11423080 h 17130814"/>
              <a:gd name="connsiteX435" fmla="*/ 2415497 w 4418809"/>
              <a:gd name="connsiteY435" fmla="*/ 11427033 h 17130814"/>
              <a:gd name="connsiteX436" fmla="*/ 2413414 w 4418809"/>
              <a:gd name="connsiteY436" fmla="*/ 11426209 h 17130814"/>
              <a:gd name="connsiteX437" fmla="*/ 2403196 w 4418809"/>
              <a:gd name="connsiteY437" fmla="*/ 11462280 h 17130814"/>
              <a:gd name="connsiteX438" fmla="*/ 2647819 w 4418809"/>
              <a:gd name="connsiteY438" fmla="*/ 11811574 h 17130814"/>
              <a:gd name="connsiteX439" fmla="*/ 3507052 w 4418809"/>
              <a:gd name="connsiteY439" fmla="*/ 2375307 h 17130814"/>
              <a:gd name="connsiteX440" fmla="*/ 3142670 w 4418809"/>
              <a:gd name="connsiteY440" fmla="*/ 2683387 h 17130814"/>
              <a:gd name="connsiteX441" fmla="*/ 2834590 w 4418809"/>
              <a:gd name="connsiteY441" fmla="*/ 2319004 h 17130814"/>
              <a:gd name="connsiteX442" fmla="*/ 2834907 w 4418809"/>
              <a:gd name="connsiteY442" fmla="*/ 2319031 h 17130814"/>
              <a:gd name="connsiteX443" fmla="*/ 2834854 w 4418809"/>
              <a:gd name="connsiteY443" fmla="*/ 2315852 h 17130814"/>
              <a:gd name="connsiteX444" fmla="*/ 3017045 w 4418809"/>
              <a:gd name="connsiteY444" fmla="*/ 2161812 h 17130814"/>
              <a:gd name="connsiteX445" fmla="*/ 3171085 w 4418809"/>
              <a:gd name="connsiteY445" fmla="*/ 2344003 h 17130814"/>
              <a:gd name="connsiteX446" fmla="*/ 3170503 w 4418809"/>
              <a:gd name="connsiteY446" fmla="*/ 2347129 h 17130814"/>
              <a:gd name="connsiteX447" fmla="*/ 3207862 w 4418809"/>
              <a:gd name="connsiteY447" fmla="*/ 2350257 h 17130814"/>
              <a:gd name="connsiteX448" fmla="*/ 3208444 w 4418809"/>
              <a:gd name="connsiteY448" fmla="*/ 2347131 h 17130814"/>
              <a:gd name="connsiteX449" fmla="*/ 3020173 w 4418809"/>
              <a:gd name="connsiteY449" fmla="*/ 2124454 h 17130814"/>
              <a:gd name="connsiteX450" fmla="*/ 2797495 w 4418809"/>
              <a:gd name="connsiteY450" fmla="*/ 2312724 h 17130814"/>
              <a:gd name="connsiteX451" fmla="*/ 2797548 w 4418809"/>
              <a:gd name="connsiteY451" fmla="*/ 2315903 h 17130814"/>
              <a:gd name="connsiteX452" fmla="*/ 2797231 w 4418809"/>
              <a:gd name="connsiteY452" fmla="*/ 2315876 h 17130814"/>
              <a:gd name="connsiteX453" fmla="*/ 3139542 w 4418809"/>
              <a:gd name="connsiteY453" fmla="*/ 2720746 h 17130814"/>
              <a:gd name="connsiteX454" fmla="*/ 3202078 w 4418809"/>
              <a:gd name="connsiteY454" fmla="*/ 2719687 h 17130814"/>
              <a:gd name="connsiteX455" fmla="*/ 3179481 w 4418809"/>
              <a:gd name="connsiteY455" fmla="*/ 2729209 h 17130814"/>
              <a:gd name="connsiteX456" fmla="*/ 3065323 w 4418809"/>
              <a:gd name="connsiteY456" fmla="*/ 2824762 h 17130814"/>
              <a:gd name="connsiteX457" fmla="*/ 3000216 w 4418809"/>
              <a:gd name="connsiteY457" fmla="*/ 3170772 h 17130814"/>
              <a:gd name="connsiteX458" fmla="*/ 3024071 w 4418809"/>
              <a:gd name="connsiteY458" fmla="*/ 3227380 h 17130814"/>
              <a:gd name="connsiteX459" fmla="*/ 2934262 w 4418809"/>
              <a:gd name="connsiteY459" fmla="*/ 3279130 h 17130814"/>
              <a:gd name="connsiteX460" fmla="*/ 2747150 w 4418809"/>
              <a:gd name="connsiteY460" fmla="*/ 3325241 h 17130814"/>
              <a:gd name="connsiteX461" fmla="*/ 2590372 w 4418809"/>
              <a:gd name="connsiteY461" fmla="*/ 3309114 h 17130814"/>
              <a:gd name="connsiteX462" fmla="*/ 2508065 w 4418809"/>
              <a:gd name="connsiteY462" fmla="*/ 3277909 h 17130814"/>
              <a:gd name="connsiteX463" fmla="*/ 2491550 w 4418809"/>
              <a:gd name="connsiteY463" fmla="*/ 3275141 h 17130814"/>
              <a:gd name="connsiteX464" fmla="*/ 2380860 w 4418809"/>
              <a:gd name="connsiteY464" fmla="*/ 3223465 h 17130814"/>
              <a:gd name="connsiteX465" fmla="*/ 2236042 w 4418809"/>
              <a:gd name="connsiteY465" fmla="*/ 3081634 h 17130814"/>
              <a:gd name="connsiteX466" fmla="*/ 2351948 w 4418809"/>
              <a:gd name="connsiteY466" fmla="*/ 2280543 h 17130814"/>
              <a:gd name="connsiteX467" fmla="*/ 2349150 w 4418809"/>
              <a:gd name="connsiteY467" fmla="*/ 2276674 h 17130814"/>
              <a:gd name="connsiteX468" fmla="*/ 2356718 w 4418809"/>
              <a:gd name="connsiteY468" fmla="*/ 2221180 h 17130814"/>
              <a:gd name="connsiteX469" fmla="*/ 2975001 w 4418809"/>
              <a:gd name="connsiteY469" fmla="*/ 1765306 h 17130814"/>
              <a:gd name="connsiteX470" fmla="*/ 3507052 w 4418809"/>
              <a:gd name="connsiteY470" fmla="*/ 2375307 h 17130814"/>
              <a:gd name="connsiteX471" fmla="*/ 2451594 w 4418809"/>
              <a:gd name="connsiteY471" fmla="*/ 15140609 h 17130814"/>
              <a:gd name="connsiteX472" fmla="*/ 2436282 w 4418809"/>
              <a:gd name="connsiteY472" fmla="*/ 15207217 h 17130814"/>
              <a:gd name="connsiteX473" fmla="*/ 2075102 w 4418809"/>
              <a:gd name="connsiteY473" fmla="*/ 15433924 h 17130814"/>
              <a:gd name="connsiteX474" fmla="*/ 2022653 w 4418809"/>
              <a:gd name="connsiteY474" fmla="*/ 15421866 h 17130814"/>
              <a:gd name="connsiteX475" fmla="*/ 1981765 w 4418809"/>
              <a:gd name="connsiteY475" fmla="*/ 15380756 h 17130814"/>
              <a:gd name="connsiteX476" fmla="*/ 1782422 w 4418809"/>
              <a:gd name="connsiteY476" fmla="*/ 15289662 h 17130814"/>
              <a:gd name="connsiteX477" fmla="*/ 1720877 w 4418809"/>
              <a:gd name="connsiteY477" fmla="*/ 15287492 h 17130814"/>
              <a:gd name="connsiteX478" fmla="*/ 1748193 w 4418809"/>
              <a:gd name="connsiteY478" fmla="*/ 15277106 h 17130814"/>
              <a:gd name="connsiteX479" fmla="*/ 1953519 w 4418809"/>
              <a:gd name="connsiteY479" fmla="*/ 14991095 h 17130814"/>
              <a:gd name="connsiteX480" fmla="*/ 1423093 w 4418809"/>
              <a:gd name="connsiteY480" fmla="*/ 14295442 h 17130814"/>
              <a:gd name="connsiteX481" fmla="*/ 1422757 w 4418809"/>
              <a:gd name="connsiteY481" fmla="*/ 14295428 h 17130814"/>
              <a:gd name="connsiteX482" fmla="*/ 1434664 w 4418809"/>
              <a:gd name="connsiteY482" fmla="*/ 14294946 h 17130814"/>
              <a:gd name="connsiteX483" fmla="*/ 1946521 w 4418809"/>
              <a:gd name="connsiteY483" fmla="*/ 13841512 h 17130814"/>
              <a:gd name="connsiteX484" fmla="*/ 1814247 w 4418809"/>
              <a:gd name="connsiteY484" fmla="*/ 13448756 h 17130814"/>
              <a:gd name="connsiteX485" fmla="*/ 1789923 w 4418809"/>
              <a:gd name="connsiteY485" fmla="*/ 13433456 h 17130814"/>
              <a:gd name="connsiteX486" fmla="*/ 1830500 w 4418809"/>
              <a:gd name="connsiteY486" fmla="*/ 13443007 h 17130814"/>
              <a:gd name="connsiteX487" fmla="*/ 2106675 w 4418809"/>
              <a:gd name="connsiteY487" fmla="*/ 13639334 h 17130814"/>
              <a:gd name="connsiteX488" fmla="*/ 2065191 w 4418809"/>
              <a:gd name="connsiteY488" fmla="*/ 14406389 h 17130814"/>
              <a:gd name="connsiteX489" fmla="*/ 2056917 w 4418809"/>
              <a:gd name="connsiteY489" fmla="*/ 14413599 h 17130814"/>
              <a:gd name="connsiteX490" fmla="*/ 2025594 w 4418809"/>
              <a:gd name="connsiteY490" fmla="*/ 14430906 h 17130814"/>
              <a:gd name="connsiteX491" fmla="*/ 2023173 w 4418809"/>
              <a:gd name="connsiteY491" fmla="*/ 14432968 h 17130814"/>
              <a:gd name="connsiteX492" fmla="*/ 2027507 w 4418809"/>
              <a:gd name="connsiteY492" fmla="*/ 14439232 h 17130814"/>
              <a:gd name="connsiteX493" fmla="*/ 2021699 w 4418809"/>
              <a:gd name="connsiteY493" fmla="*/ 14444293 h 17130814"/>
              <a:gd name="connsiteX494" fmla="*/ 2044827 w 4418809"/>
              <a:gd name="connsiteY494" fmla="*/ 14473799 h 17130814"/>
              <a:gd name="connsiteX495" fmla="*/ 2070260 w 4418809"/>
              <a:gd name="connsiteY495" fmla="*/ 14451704 h 17130814"/>
              <a:gd name="connsiteX496" fmla="*/ 2108469 w 4418809"/>
              <a:gd name="connsiteY496" fmla="*/ 14435278 h 17130814"/>
              <a:gd name="connsiteX497" fmla="*/ 2281645 w 4418809"/>
              <a:gd name="connsiteY497" fmla="*/ 14504488 h 17130814"/>
              <a:gd name="connsiteX498" fmla="*/ 2238893 w 4418809"/>
              <a:gd name="connsiteY498" fmla="*/ 14739209 h 17130814"/>
              <a:gd name="connsiteX499" fmla="*/ 2236111 w 4418809"/>
              <a:gd name="connsiteY499" fmla="*/ 14740748 h 17130814"/>
              <a:gd name="connsiteX500" fmla="*/ 2238949 w 4418809"/>
              <a:gd name="connsiteY500" fmla="*/ 14744848 h 17130814"/>
              <a:gd name="connsiteX501" fmla="*/ 2236909 w 4418809"/>
              <a:gd name="connsiteY501" fmla="*/ 14743921 h 17130814"/>
              <a:gd name="connsiteX502" fmla="*/ 2224887 w 4418809"/>
              <a:gd name="connsiteY502" fmla="*/ 14779431 h 17130814"/>
              <a:gd name="connsiteX503" fmla="*/ 2451594 w 4418809"/>
              <a:gd name="connsiteY503" fmla="*/ 15140609 h 17130814"/>
              <a:gd name="connsiteX504" fmla="*/ 3013741 w 4418809"/>
              <a:gd name="connsiteY504" fmla="*/ 9325195 h 17130814"/>
              <a:gd name="connsiteX505" fmla="*/ 3008420 w 4418809"/>
              <a:gd name="connsiteY505" fmla="*/ 9358580 h 17130814"/>
              <a:gd name="connsiteX506" fmla="*/ 3002220 w 4418809"/>
              <a:gd name="connsiteY506" fmla="*/ 9352851 h 17130814"/>
              <a:gd name="connsiteX507" fmla="*/ 2724769 w 4418809"/>
              <a:gd name="connsiteY507" fmla="*/ 9279697 h 17130814"/>
              <a:gd name="connsiteX508" fmla="*/ 2584130 w 4418809"/>
              <a:gd name="connsiteY508" fmla="*/ 9328517 h 17130814"/>
              <a:gd name="connsiteX509" fmla="*/ 2541936 w 4418809"/>
              <a:gd name="connsiteY509" fmla="*/ 9359422 h 17130814"/>
              <a:gd name="connsiteX510" fmla="*/ 2554788 w 4418809"/>
              <a:gd name="connsiteY510" fmla="*/ 9325437 h 17130814"/>
              <a:gd name="connsiteX511" fmla="*/ 2564674 w 4418809"/>
              <a:gd name="connsiteY511" fmla="*/ 9288353 h 17130814"/>
              <a:gd name="connsiteX512" fmla="*/ 2564362 w 4418809"/>
              <a:gd name="connsiteY512" fmla="*/ 9288286 h 17130814"/>
              <a:gd name="connsiteX513" fmla="*/ 2565333 w 4418809"/>
              <a:gd name="connsiteY513" fmla="*/ 9285259 h 17130814"/>
              <a:gd name="connsiteX514" fmla="*/ 2406671 w 4418809"/>
              <a:gd name="connsiteY514" fmla="*/ 9040600 h 17130814"/>
              <a:gd name="connsiteX515" fmla="*/ 2162012 w 4418809"/>
              <a:gd name="connsiteY515" fmla="*/ 9199263 h 17130814"/>
              <a:gd name="connsiteX516" fmla="*/ 2161664 w 4418809"/>
              <a:gd name="connsiteY516" fmla="*/ 9202422 h 17130814"/>
              <a:gd name="connsiteX517" fmla="*/ 2198330 w 4418809"/>
              <a:gd name="connsiteY517" fmla="*/ 9210240 h 17130814"/>
              <a:gd name="connsiteX518" fmla="*/ 2198678 w 4418809"/>
              <a:gd name="connsiteY518" fmla="*/ 9207081 h 17130814"/>
              <a:gd name="connsiteX519" fmla="*/ 2398853 w 4418809"/>
              <a:gd name="connsiteY519" fmla="*/ 9077266 h 17130814"/>
              <a:gd name="connsiteX520" fmla="*/ 2528668 w 4418809"/>
              <a:gd name="connsiteY520" fmla="*/ 9277441 h 17130814"/>
              <a:gd name="connsiteX521" fmla="*/ 2527696 w 4418809"/>
              <a:gd name="connsiteY521" fmla="*/ 9280468 h 17130814"/>
              <a:gd name="connsiteX522" fmla="*/ 2528008 w 4418809"/>
              <a:gd name="connsiteY522" fmla="*/ 9280534 h 17130814"/>
              <a:gd name="connsiteX523" fmla="*/ 2474689 w 4418809"/>
              <a:gd name="connsiteY523" fmla="*/ 9403452 h 17130814"/>
              <a:gd name="connsiteX524" fmla="*/ 2438245 w 4418809"/>
              <a:gd name="connsiteY524" fmla="*/ 9446078 h 17130814"/>
              <a:gd name="connsiteX525" fmla="*/ 2394603 w 4418809"/>
              <a:gd name="connsiteY525" fmla="*/ 9476690 h 17130814"/>
              <a:gd name="connsiteX526" fmla="*/ 2185156 w 4418809"/>
              <a:gd name="connsiteY526" fmla="*/ 9542821 h 17130814"/>
              <a:gd name="connsiteX527" fmla="*/ 2154645 w 4418809"/>
              <a:gd name="connsiteY527" fmla="*/ 9543134 h 17130814"/>
              <a:gd name="connsiteX528" fmla="*/ 2127658 w 4418809"/>
              <a:gd name="connsiteY528" fmla="*/ 9540165 h 17130814"/>
              <a:gd name="connsiteX529" fmla="*/ 1860552 w 4418809"/>
              <a:gd name="connsiteY529" fmla="*/ 9207747 h 17130814"/>
              <a:gd name="connsiteX530" fmla="*/ 1868029 w 4418809"/>
              <a:gd name="connsiteY530" fmla="*/ 9139813 h 17130814"/>
              <a:gd name="connsiteX531" fmla="*/ 2553848 w 4418809"/>
              <a:gd name="connsiteY531" fmla="*/ 8709896 h 17130814"/>
              <a:gd name="connsiteX532" fmla="*/ 3013741 w 4418809"/>
              <a:gd name="connsiteY532" fmla="*/ 9325195 h 17130814"/>
              <a:gd name="connsiteX533" fmla="*/ 3181945 w 4418809"/>
              <a:gd name="connsiteY533" fmla="*/ 7710671 h 17130814"/>
              <a:gd name="connsiteX534" fmla="*/ 2958898 w 4418809"/>
              <a:gd name="connsiteY534" fmla="*/ 8082119 h 17130814"/>
              <a:gd name="connsiteX535" fmla="*/ 2961696 w 4418809"/>
              <a:gd name="connsiteY535" fmla="*/ 8085988 h 17130814"/>
              <a:gd name="connsiteX536" fmla="*/ 2954127 w 4418809"/>
              <a:gd name="connsiteY536" fmla="*/ 8141483 h 17130814"/>
              <a:gd name="connsiteX537" fmla="*/ 2335845 w 4418809"/>
              <a:gd name="connsiteY537" fmla="*/ 8597354 h 17130814"/>
              <a:gd name="connsiteX538" fmla="*/ 1803793 w 4418809"/>
              <a:gd name="connsiteY538" fmla="*/ 7987355 h 17130814"/>
              <a:gd name="connsiteX539" fmla="*/ 2168176 w 4418809"/>
              <a:gd name="connsiteY539" fmla="*/ 7679275 h 17130814"/>
              <a:gd name="connsiteX540" fmla="*/ 2476256 w 4418809"/>
              <a:gd name="connsiteY540" fmla="*/ 8043658 h 17130814"/>
              <a:gd name="connsiteX541" fmla="*/ 2475938 w 4418809"/>
              <a:gd name="connsiteY541" fmla="*/ 8043631 h 17130814"/>
              <a:gd name="connsiteX542" fmla="*/ 2475992 w 4418809"/>
              <a:gd name="connsiteY542" fmla="*/ 8046810 h 17130814"/>
              <a:gd name="connsiteX543" fmla="*/ 2293801 w 4418809"/>
              <a:gd name="connsiteY543" fmla="*/ 8200850 h 17130814"/>
              <a:gd name="connsiteX544" fmla="*/ 2139760 w 4418809"/>
              <a:gd name="connsiteY544" fmla="*/ 8018659 h 17130814"/>
              <a:gd name="connsiteX545" fmla="*/ 2140342 w 4418809"/>
              <a:gd name="connsiteY545" fmla="*/ 8015533 h 17130814"/>
              <a:gd name="connsiteX546" fmla="*/ 2102983 w 4418809"/>
              <a:gd name="connsiteY546" fmla="*/ 8012405 h 17130814"/>
              <a:gd name="connsiteX547" fmla="*/ 2102401 w 4418809"/>
              <a:gd name="connsiteY547" fmla="*/ 8015531 h 17130814"/>
              <a:gd name="connsiteX548" fmla="*/ 2290673 w 4418809"/>
              <a:gd name="connsiteY548" fmla="*/ 8238209 h 17130814"/>
              <a:gd name="connsiteX549" fmla="*/ 2513351 w 4418809"/>
              <a:gd name="connsiteY549" fmla="*/ 8049938 h 17130814"/>
              <a:gd name="connsiteX550" fmla="*/ 2513297 w 4418809"/>
              <a:gd name="connsiteY550" fmla="*/ 8046759 h 17130814"/>
              <a:gd name="connsiteX551" fmla="*/ 2513615 w 4418809"/>
              <a:gd name="connsiteY551" fmla="*/ 8046786 h 17130814"/>
              <a:gd name="connsiteX552" fmla="*/ 2171304 w 4418809"/>
              <a:gd name="connsiteY552" fmla="*/ 7641916 h 17130814"/>
              <a:gd name="connsiteX553" fmla="*/ 2108767 w 4418809"/>
              <a:gd name="connsiteY553" fmla="*/ 7642976 h 17130814"/>
              <a:gd name="connsiteX554" fmla="*/ 2131364 w 4418809"/>
              <a:gd name="connsiteY554" fmla="*/ 7633453 h 17130814"/>
              <a:gd name="connsiteX555" fmla="*/ 2245523 w 4418809"/>
              <a:gd name="connsiteY555" fmla="*/ 7537900 h 17130814"/>
              <a:gd name="connsiteX556" fmla="*/ 2310630 w 4418809"/>
              <a:gd name="connsiteY556" fmla="*/ 7191890 h 17130814"/>
              <a:gd name="connsiteX557" fmla="*/ 2286774 w 4418809"/>
              <a:gd name="connsiteY557" fmla="*/ 7135281 h 17130814"/>
              <a:gd name="connsiteX558" fmla="*/ 2376584 w 4418809"/>
              <a:gd name="connsiteY558" fmla="*/ 7083533 h 17130814"/>
              <a:gd name="connsiteX559" fmla="*/ 2563696 w 4418809"/>
              <a:gd name="connsiteY559" fmla="*/ 7037421 h 17130814"/>
              <a:gd name="connsiteX560" fmla="*/ 2633028 w 4418809"/>
              <a:gd name="connsiteY560" fmla="*/ 7044553 h 17130814"/>
              <a:gd name="connsiteX561" fmla="*/ 2665374 w 4418809"/>
              <a:gd name="connsiteY561" fmla="*/ 7054553 h 17130814"/>
              <a:gd name="connsiteX562" fmla="*/ 2666940 w 4418809"/>
              <a:gd name="connsiteY562" fmla="*/ 7054756 h 17130814"/>
              <a:gd name="connsiteX563" fmla="*/ 2666422 w 4418809"/>
              <a:gd name="connsiteY563" fmla="*/ 7055428 h 17130814"/>
              <a:gd name="connsiteX564" fmla="*/ 2727477 w 4418809"/>
              <a:gd name="connsiteY564" fmla="*/ 7528672 h 17130814"/>
              <a:gd name="connsiteX565" fmla="*/ 2254232 w 4418809"/>
              <a:gd name="connsiteY565" fmla="*/ 7589727 h 17130814"/>
              <a:gd name="connsiteX566" fmla="*/ 2231333 w 4418809"/>
              <a:gd name="connsiteY566" fmla="*/ 7619411 h 17130814"/>
              <a:gd name="connsiteX567" fmla="*/ 2757160 w 4418809"/>
              <a:gd name="connsiteY567" fmla="*/ 7551572 h 17130814"/>
              <a:gd name="connsiteX568" fmla="*/ 2834498 w 4418809"/>
              <a:gd name="connsiteY568" fmla="*/ 7346501 h 17130814"/>
              <a:gd name="connsiteX569" fmla="*/ 2756295 w 4418809"/>
              <a:gd name="connsiteY569" fmla="*/ 7092318 h 17130814"/>
              <a:gd name="connsiteX570" fmla="*/ 2729576 w 4418809"/>
              <a:gd name="connsiteY570" fmla="*/ 7062139 h 17130814"/>
              <a:gd name="connsiteX571" fmla="*/ 2763815 w 4418809"/>
              <a:gd name="connsiteY571" fmla="*/ 7061619 h 17130814"/>
              <a:gd name="connsiteX572" fmla="*/ 2929985 w 4418809"/>
              <a:gd name="connsiteY572" fmla="*/ 7139196 h 17130814"/>
              <a:gd name="connsiteX573" fmla="*/ 3074803 w 4418809"/>
              <a:gd name="connsiteY573" fmla="*/ 7281028 h 17130814"/>
              <a:gd name="connsiteX574" fmla="*/ 3181945 w 4418809"/>
              <a:gd name="connsiteY574" fmla="*/ 7710671 h 17130814"/>
              <a:gd name="connsiteX575" fmla="*/ 3337281 w 4418809"/>
              <a:gd name="connsiteY575" fmla="*/ 6525090 h 17130814"/>
              <a:gd name="connsiteX576" fmla="*/ 3214907 w 4418809"/>
              <a:gd name="connsiteY576" fmla="*/ 6797595 h 17130814"/>
              <a:gd name="connsiteX577" fmla="*/ 2829364 w 4418809"/>
              <a:gd name="connsiteY577" fmla="*/ 7015376 h 17130814"/>
              <a:gd name="connsiteX578" fmla="*/ 2761318 w 4418809"/>
              <a:gd name="connsiteY578" fmla="*/ 7010803 h 17130814"/>
              <a:gd name="connsiteX579" fmla="*/ 2745448 w 4418809"/>
              <a:gd name="connsiteY579" fmla="*/ 7005954 h 17130814"/>
              <a:gd name="connsiteX580" fmla="*/ 2650930 w 4418809"/>
              <a:gd name="connsiteY580" fmla="*/ 7003382 h 17130814"/>
              <a:gd name="connsiteX581" fmla="*/ 2611707 w 4418809"/>
              <a:gd name="connsiteY581" fmla="*/ 7000746 h 17130814"/>
              <a:gd name="connsiteX582" fmla="*/ 2411903 w 4418809"/>
              <a:gd name="connsiteY582" fmla="*/ 6899402 h 17130814"/>
              <a:gd name="connsiteX583" fmla="*/ 2388486 w 4418809"/>
              <a:gd name="connsiteY583" fmla="*/ 6928678 h 17130814"/>
              <a:gd name="connsiteX584" fmla="*/ 2510255 w 4418809"/>
              <a:gd name="connsiteY584" fmla="*/ 7003228 h 17130814"/>
              <a:gd name="connsiteX585" fmla="*/ 2413816 w 4418809"/>
              <a:gd name="connsiteY585" fmla="*/ 7027341 h 17130814"/>
              <a:gd name="connsiteX586" fmla="*/ 2308796 w 4418809"/>
              <a:gd name="connsiteY586" fmla="*/ 7075675 h 17130814"/>
              <a:gd name="connsiteX587" fmla="*/ 2267269 w 4418809"/>
              <a:gd name="connsiteY587" fmla="*/ 7102637 h 17130814"/>
              <a:gd name="connsiteX588" fmla="*/ 2241182 w 4418809"/>
              <a:gd name="connsiteY588" fmla="*/ 7064103 h 17130814"/>
              <a:gd name="connsiteX589" fmla="*/ 2186937 w 4418809"/>
              <a:gd name="connsiteY589" fmla="*/ 7010961 h 17130814"/>
              <a:gd name="connsiteX590" fmla="*/ 2186738 w 4418809"/>
              <a:gd name="connsiteY590" fmla="*/ 7011209 h 17130814"/>
              <a:gd name="connsiteX591" fmla="*/ 2184468 w 4418809"/>
              <a:gd name="connsiteY591" fmla="*/ 7008984 h 17130814"/>
              <a:gd name="connsiteX592" fmla="*/ 1894651 w 4418809"/>
              <a:gd name="connsiteY592" fmla="*/ 7041207 h 17130814"/>
              <a:gd name="connsiteX593" fmla="*/ 1926873 w 4418809"/>
              <a:gd name="connsiteY593" fmla="*/ 7331023 h 17130814"/>
              <a:gd name="connsiteX594" fmla="*/ 1929543 w 4418809"/>
              <a:gd name="connsiteY594" fmla="*/ 7332750 h 17130814"/>
              <a:gd name="connsiteX595" fmla="*/ 1952960 w 4418809"/>
              <a:gd name="connsiteY595" fmla="*/ 7303473 h 17130814"/>
              <a:gd name="connsiteX596" fmla="*/ 1950291 w 4418809"/>
              <a:gd name="connsiteY596" fmla="*/ 7301747 h 17130814"/>
              <a:gd name="connsiteX597" fmla="*/ 1923928 w 4418809"/>
              <a:gd name="connsiteY597" fmla="*/ 7064624 h 17130814"/>
              <a:gd name="connsiteX598" fmla="*/ 2161050 w 4418809"/>
              <a:gd name="connsiteY598" fmla="*/ 7038262 h 17130814"/>
              <a:gd name="connsiteX599" fmla="*/ 2163321 w 4418809"/>
              <a:gd name="connsiteY599" fmla="*/ 7040486 h 17130814"/>
              <a:gd name="connsiteX600" fmla="*/ 2163520 w 4418809"/>
              <a:gd name="connsiteY600" fmla="*/ 7040237 h 17130814"/>
              <a:gd name="connsiteX601" fmla="*/ 2216247 w 4418809"/>
              <a:gd name="connsiteY601" fmla="*/ 7514481 h 17130814"/>
              <a:gd name="connsiteX602" fmla="*/ 1742002 w 4418809"/>
              <a:gd name="connsiteY602" fmla="*/ 7567208 h 17130814"/>
              <a:gd name="connsiteX603" fmla="*/ 1698886 w 4418809"/>
              <a:gd name="connsiteY603" fmla="*/ 7528879 h 17130814"/>
              <a:gd name="connsiteX604" fmla="*/ 1698821 w 4418809"/>
              <a:gd name="connsiteY604" fmla="*/ 7528808 h 17130814"/>
              <a:gd name="connsiteX605" fmla="*/ 1700195 w 4418809"/>
              <a:gd name="connsiteY605" fmla="*/ 7523955 h 17130814"/>
              <a:gd name="connsiteX606" fmla="*/ 1693267 w 4418809"/>
              <a:gd name="connsiteY606" fmla="*/ 7522726 h 17130814"/>
              <a:gd name="connsiteX607" fmla="*/ 1660695 w 4418809"/>
              <a:gd name="connsiteY607" fmla="*/ 7487055 h 17130814"/>
              <a:gd name="connsiteX608" fmla="*/ 1664946 w 4418809"/>
              <a:gd name="connsiteY608" fmla="*/ 6761453 h 17130814"/>
              <a:gd name="connsiteX609" fmla="*/ 2050488 w 4418809"/>
              <a:gd name="connsiteY609" fmla="*/ 6543672 h 17130814"/>
              <a:gd name="connsiteX610" fmla="*/ 2118535 w 4418809"/>
              <a:gd name="connsiteY610" fmla="*/ 6548246 h 17130814"/>
              <a:gd name="connsiteX611" fmla="*/ 2134404 w 4418809"/>
              <a:gd name="connsiteY611" fmla="*/ 6553094 h 17130814"/>
              <a:gd name="connsiteX612" fmla="*/ 2228916 w 4418809"/>
              <a:gd name="connsiteY612" fmla="*/ 6555665 h 17130814"/>
              <a:gd name="connsiteX613" fmla="*/ 2268145 w 4418809"/>
              <a:gd name="connsiteY613" fmla="*/ 6558302 h 17130814"/>
              <a:gd name="connsiteX614" fmla="*/ 2467949 w 4418809"/>
              <a:gd name="connsiteY614" fmla="*/ 6659646 h 17130814"/>
              <a:gd name="connsiteX615" fmla="*/ 2491367 w 4418809"/>
              <a:gd name="connsiteY615" fmla="*/ 6630370 h 17130814"/>
              <a:gd name="connsiteX616" fmla="*/ 2369596 w 4418809"/>
              <a:gd name="connsiteY616" fmla="*/ 6555819 h 17130814"/>
              <a:gd name="connsiteX617" fmla="*/ 2466036 w 4418809"/>
              <a:gd name="connsiteY617" fmla="*/ 6531707 h 17130814"/>
              <a:gd name="connsiteX618" fmla="*/ 2571056 w 4418809"/>
              <a:gd name="connsiteY618" fmla="*/ 6483373 h 17130814"/>
              <a:gd name="connsiteX619" fmla="*/ 2612582 w 4418809"/>
              <a:gd name="connsiteY619" fmla="*/ 6456411 h 17130814"/>
              <a:gd name="connsiteX620" fmla="*/ 2638670 w 4418809"/>
              <a:gd name="connsiteY620" fmla="*/ 6494945 h 17130814"/>
              <a:gd name="connsiteX621" fmla="*/ 2692915 w 4418809"/>
              <a:gd name="connsiteY621" fmla="*/ 6548088 h 17130814"/>
              <a:gd name="connsiteX622" fmla="*/ 2693114 w 4418809"/>
              <a:gd name="connsiteY622" fmla="*/ 6547839 h 17130814"/>
              <a:gd name="connsiteX623" fmla="*/ 2695385 w 4418809"/>
              <a:gd name="connsiteY623" fmla="*/ 6550064 h 17130814"/>
              <a:gd name="connsiteX624" fmla="*/ 2985201 w 4418809"/>
              <a:gd name="connsiteY624" fmla="*/ 6517842 h 17130814"/>
              <a:gd name="connsiteX625" fmla="*/ 2952979 w 4418809"/>
              <a:gd name="connsiteY625" fmla="*/ 6228025 h 17130814"/>
              <a:gd name="connsiteX626" fmla="*/ 2950310 w 4418809"/>
              <a:gd name="connsiteY626" fmla="*/ 6226299 h 17130814"/>
              <a:gd name="connsiteX627" fmla="*/ 2926892 w 4418809"/>
              <a:gd name="connsiteY627" fmla="*/ 6255575 h 17130814"/>
              <a:gd name="connsiteX628" fmla="*/ 2929561 w 4418809"/>
              <a:gd name="connsiteY628" fmla="*/ 6257302 h 17130814"/>
              <a:gd name="connsiteX629" fmla="*/ 2955925 w 4418809"/>
              <a:gd name="connsiteY629" fmla="*/ 6494424 h 17130814"/>
              <a:gd name="connsiteX630" fmla="*/ 2718802 w 4418809"/>
              <a:gd name="connsiteY630" fmla="*/ 6520787 h 17130814"/>
              <a:gd name="connsiteX631" fmla="*/ 2716532 w 4418809"/>
              <a:gd name="connsiteY631" fmla="*/ 6518563 h 17130814"/>
              <a:gd name="connsiteX632" fmla="*/ 2716332 w 4418809"/>
              <a:gd name="connsiteY632" fmla="*/ 6518811 h 17130814"/>
              <a:gd name="connsiteX633" fmla="*/ 2663605 w 4418809"/>
              <a:gd name="connsiteY633" fmla="*/ 6044567 h 17130814"/>
              <a:gd name="connsiteX634" fmla="*/ 3137850 w 4418809"/>
              <a:gd name="connsiteY634" fmla="*/ 5991840 h 17130814"/>
              <a:gd name="connsiteX635" fmla="*/ 3180967 w 4418809"/>
              <a:gd name="connsiteY635" fmla="*/ 6030170 h 17130814"/>
              <a:gd name="connsiteX636" fmla="*/ 3181031 w 4418809"/>
              <a:gd name="connsiteY636" fmla="*/ 6030241 h 17130814"/>
              <a:gd name="connsiteX637" fmla="*/ 3179657 w 4418809"/>
              <a:gd name="connsiteY637" fmla="*/ 6035094 h 17130814"/>
              <a:gd name="connsiteX638" fmla="*/ 3186585 w 4418809"/>
              <a:gd name="connsiteY638" fmla="*/ 6036323 h 17130814"/>
              <a:gd name="connsiteX639" fmla="*/ 3219157 w 4418809"/>
              <a:gd name="connsiteY639" fmla="*/ 6071994 h 17130814"/>
              <a:gd name="connsiteX640" fmla="*/ 3337281 w 4418809"/>
              <a:gd name="connsiteY640" fmla="*/ 6525090 h 17130814"/>
              <a:gd name="connsiteX641" fmla="*/ 3768274 w 4418809"/>
              <a:gd name="connsiteY641" fmla="*/ 3328703 h 17130814"/>
              <a:gd name="connsiteX642" fmla="*/ 3645900 w 4418809"/>
              <a:gd name="connsiteY642" fmla="*/ 3601209 h 17130814"/>
              <a:gd name="connsiteX643" fmla="*/ 3042700 w 4418809"/>
              <a:gd name="connsiteY643" fmla="*/ 3804359 h 17130814"/>
              <a:gd name="connsiteX644" fmla="*/ 2953954 w 4418809"/>
              <a:gd name="connsiteY644" fmla="*/ 3770462 h 17130814"/>
              <a:gd name="connsiteX645" fmla="*/ 2929872 w 4418809"/>
              <a:gd name="connsiteY645" fmla="*/ 3670045 h 17130814"/>
              <a:gd name="connsiteX646" fmla="*/ 2720731 w 4418809"/>
              <a:gd name="connsiteY646" fmla="*/ 3382828 h 17130814"/>
              <a:gd name="connsiteX647" fmla="*/ 2683795 w 4418809"/>
              <a:gd name="connsiteY647" fmla="*/ 3359929 h 17130814"/>
              <a:gd name="connsiteX648" fmla="*/ 2787339 w 4418809"/>
              <a:gd name="connsiteY648" fmla="*/ 3362746 h 17130814"/>
              <a:gd name="connsiteX649" fmla="*/ 3002050 w 4418809"/>
              <a:gd name="connsiteY649" fmla="*/ 3286987 h 17130814"/>
              <a:gd name="connsiteX650" fmla="*/ 3043576 w 4418809"/>
              <a:gd name="connsiteY650" fmla="*/ 3260025 h 17130814"/>
              <a:gd name="connsiteX651" fmla="*/ 3069664 w 4418809"/>
              <a:gd name="connsiteY651" fmla="*/ 3298558 h 17130814"/>
              <a:gd name="connsiteX652" fmla="*/ 3123908 w 4418809"/>
              <a:gd name="connsiteY652" fmla="*/ 3351701 h 17130814"/>
              <a:gd name="connsiteX653" fmla="*/ 3124107 w 4418809"/>
              <a:gd name="connsiteY653" fmla="*/ 3351452 h 17130814"/>
              <a:gd name="connsiteX654" fmla="*/ 3126378 w 4418809"/>
              <a:gd name="connsiteY654" fmla="*/ 3353678 h 17130814"/>
              <a:gd name="connsiteX655" fmla="*/ 3416194 w 4418809"/>
              <a:gd name="connsiteY655" fmla="*/ 3321455 h 17130814"/>
              <a:gd name="connsiteX656" fmla="*/ 3383972 w 4418809"/>
              <a:gd name="connsiteY656" fmla="*/ 3031639 h 17130814"/>
              <a:gd name="connsiteX657" fmla="*/ 3381303 w 4418809"/>
              <a:gd name="connsiteY657" fmla="*/ 3029912 h 17130814"/>
              <a:gd name="connsiteX658" fmla="*/ 3357885 w 4418809"/>
              <a:gd name="connsiteY658" fmla="*/ 3059188 h 17130814"/>
              <a:gd name="connsiteX659" fmla="*/ 3360555 w 4418809"/>
              <a:gd name="connsiteY659" fmla="*/ 3060915 h 17130814"/>
              <a:gd name="connsiteX660" fmla="*/ 3386918 w 4418809"/>
              <a:gd name="connsiteY660" fmla="*/ 3298037 h 17130814"/>
              <a:gd name="connsiteX661" fmla="*/ 3149795 w 4418809"/>
              <a:gd name="connsiteY661" fmla="*/ 3324400 h 17130814"/>
              <a:gd name="connsiteX662" fmla="*/ 3147525 w 4418809"/>
              <a:gd name="connsiteY662" fmla="*/ 3322176 h 17130814"/>
              <a:gd name="connsiteX663" fmla="*/ 3147325 w 4418809"/>
              <a:gd name="connsiteY663" fmla="*/ 3322425 h 17130814"/>
              <a:gd name="connsiteX664" fmla="*/ 3094599 w 4418809"/>
              <a:gd name="connsiteY664" fmla="*/ 2848181 h 17130814"/>
              <a:gd name="connsiteX665" fmla="*/ 3568843 w 4418809"/>
              <a:gd name="connsiteY665" fmla="*/ 2795454 h 17130814"/>
              <a:gd name="connsiteX666" fmla="*/ 3611960 w 4418809"/>
              <a:gd name="connsiteY666" fmla="*/ 2833784 h 17130814"/>
              <a:gd name="connsiteX667" fmla="*/ 3612025 w 4418809"/>
              <a:gd name="connsiteY667" fmla="*/ 2833854 h 17130814"/>
              <a:gd name="connsiteX668" fmla="*/ 3610650 w 4418809"/>
              <a:gd name="connsiteY668" fmla="*/ 2838707 h 17130814"/>
              <a:gd name="connsiteX669" fmla="*/ 3617578 w 4418809"/>
              <a:gd name="connsiteY669" fmla="*/ 2839936 h 17130814"/>
              <a:gd name="connsiteX670" fmla="*/ 3650151 w 4418809"/>
              <a:gd name="connsiteY670" fmla="*/ 2875608 h 17130814"/>
              <a:gd name="connsiteX671" fmla="*/ 3768274 w 4418809"/>
              <a:gd name="connsiteY671" fmla="*/ 3328703 h 17130814"/>
              <a:gd name="connsiteX672" fmla="*/ 3618397 w 4418809"/>
              <a:gd name="connsiteY672" fmla="*/ 5699042 h 17130814"/>
              <a:gd name="connsiteX673" fmla="*/ 3606460 w 4418809"/>
              <a:gd name="connsiteY673" fmla="*/ 5766336 h 17130814"/>
              <a:gd name="connsiteX674" fmla="*/ 3257167 w 4418809"/>
              <a:gd name="connsiteY674" fmla="*/ 6010959 h 17130814"/>
              <a:gd name="connsiteX675" fmla="*/ 3204176 w 4418809"/>
              <a:gd name="connsiteY675" fmla="*/ 6001560 h 17130814"/>
              <a:gd name="connsiteX676" fmla="*/ 3161268 w 4418809"/>
              <a:gd name="connsiteY676" fmla="*/ 5962564 h 17130814"/>
              <a:gd name="connsiteX677" fmla="*/ 2957588 w 4418809"/>
              <a:gd name="connsiteY677" fmla="*/ 5881632 h 17130814"/>
              <a:gd name="connsiteX678" fmla="*/ 2896011 w 4418809"/>
              <a:gd name="connsiteY678" fmla="*/ 5882567 h 17130814"/>
              <a:gd name="connsiteX679" fmla="*/ 2922768 w 4418809"/>
              <a:gd name="connsiteY679" fmla="*/ 5870817 h 17130814"/>
              <a:gd name="connsiteX680" fmla="*/ 3113418 w 4418809"/>
              <a:gd name="connsiteY680" fmla="*/ 5574821 h 17130814"/>
              <a:gd name="connsiteX681" fmla="*/ 2548605 w 4418809"/>
              <a:gd name="connsiteY681" fmla="*/ 4906786 h 17130814"/>
              <a:gd name="connsiteX682" fmla="*/ 2548269 w 4418809"/>
              <a:gd name="connsiteY682" fmla="*/ 4906789 h 17130814"/>
              <a:gd name="connsiteX683" fmla="*/ 2560136 w 4418809"/>
              <a:gd name="connsiteY683" fmla="*/ 4905707 h 17130814"/>
              <a:gd name="connsiteX684" fmla="*/ 3021874 w 4418809"/>
              <a:gd name="connsiteY684" fmla="*/ 4517698 h 17130814"/>
              <a:gd name="connsiteX685" fmla="*/ 3037198 w 4418809"/>
              <a:gd name="connsiteY685" fmla="*/ 4465508 h 17130814"/>
              <a:gd name="connsiteX686" fmla="*/ 3075692 w 4418809"/>
              <a:gd name="connsiteY686" fmla="*/ 4452731 h 17130814"/>
              <a:gd name="connsiteX687" fmla="*/ 3188154 w 4418809"/>
              <a:gd name="connsiteY687" fmla="*/ 4355185 h 17130814"/>
              <a:gd name="connsiteX688" fmla="*/ 3219607 w 4418809"/>
              <a:gd name="connsiteY688" fmla="*/ 4307342 h 17130814"/>
              <a:gd name="connsiteX689" fmla="*/ 3236601 w 4418809"/>
              <a:gd name="connsiteY689" fmla="*/ 4270344 h 17130814"/>
              <a:gd name="connsiteX690" fmla="*/ 3262779 w 4418809"/>
              <a:gd name="connsiteY690" fmla="*/ 4306714 h 17130814"/>
              <a:gd name="connsiteX691" fmla="*/ 3195479 w 4418809"/>
              <a:gd name="connsiteY691" fmla="*/ 4985230 h 17130814"/>
              <a:gd name="connsiteX692" fmla="*/ 3187580 w 4418809"/>
              <a:gd name="connsiteY692" fmla="*/ 4992847 h 17130814"/>
              <a:gd name="connsiteX693" fmla="*/ 3157167 w 4418809"/>
              <a:gd name="connsiteY693" fmla="*/ 5011711 h 17130814"/>
              <a:gd name="connsiteX694" fmla="*/ 3154855 w 4418809"/>
              <a:gd name="connsiteY694" fmla="*/ 5013892 h 17130814"/>
              <a:gd name="connsiteX695" fmla="*/ 3159498 w 4418809"/>
              <a:gd name="connsiteY695" fmla="*/ 5019930 h 17130814"/>
              <a:gd name="connsiteX696" fmla="*/ 3153952 w 4418809"/>
              <a:gd name="connsiteY696" fmla="*/ 5025278 h 17130814"/>
              <a:gd name="connsiteX697" fmla="*/ 3178539 w 4418809"/>
              <a:gd name="connsiteY697" fmla="*/ 5053580 h 17130814"/>
              <a:gd name="connsiteX698" fmla="*/ 3202825 w 4418809"/>
              <a:gd name="connsiteY698" fmla="*/ 5030232 h 17130814"/>
              <a:gd name="connsiteX699" fmla="*/ 3240158 w 4418809"/>
              <a:gd name="connsiteY699" fmla="*/ 5011901 h 17130814"/>
              <a:gd name="connsiteX700" fmla="*/ 3416602 w 4418809"/>
              <a:gd name="connsiteY700" fmla="*/ 5072295 h 17130814"/>
              <a:gd name="connsiteX701" fmla="*/ 3385736 w 4418809"/>
              <a:gd name="connsiteY701" fmla="*/ 5308872 h 17130814"/>
              <a:gd name="connsiteX702" fmla="*/ 3383034 w 4418809"/>
              <a:gd name="connsiteY702" fmla="*/ 5310549 h 17130814"/>
              <a:gd name="connsiteX703" fmla="*/ 3386074 w 4418809"/>
              <a:gd name="connsiteY703" fmla="*/ 5314502 h 17130814"/>
              <a:gd name="connsiteX704" fmla="*/ 3383991 w 4418809"/>
              <a:gd name="connsiteY704" fmla="*/ 5313678 h 17130814"/>
              <a:gd name="connsiteX705" fmla="*/ 3373774 w 4418809"/>
              <a:gd name="connsiteY705" fmla="*/ 5349749 h 17130814"/>
              <a:gd name="connsiteX706" fmla="*/ 3618397 w 4418809"/>
              <a:gd name="connsiteY706" fmla="*/ 5699042 h 17130814"/>
              <a:gd name="connsiteX707" fmla="*/ 4049390 w 4418809"/>
              <a:gd name="connsiteY707" fmla="*/ 2502656 h 17130814"/>
              <a:gd name="connsiteX708" fmla="*/ 4037454 w 4418809"/>
              <a:gd name="connsiteY708" fmla="*/ 2569950 h 17130814"/>
              <a:gd name="connsiteX709" fmla="*/ 3688160 w 4418809"/>
              <a:gd name="connsiteY709" fmla="*/ 2814573 h 17130814"/>
              <a:gd name="connsiteX710" fmla="*/ 3635169 w 4418809"/>
              <a:gd name="connsiteY710" fmla="*/ 2805174 h 17130814"/>
              <a:gd name="connsiteX711" fmla="*/ 3592261 w 4418809"/>
              <a:gd name="connsiteY711" fmla="*/ 2766177 h 17130814"/>
              <a:gd name="connsiteX712" fmla="*/ 3388581 w 4418809"/>
              <a:gd name="connsiteY712" fmla="*/ 2685246 h 17130814"/>
              <a:gd name="connsiteX713" fmla="*/ 3327004 w 4418809"/>
              <a:gd name="connsiteY713" fmla="*/ 2686180 h 17130814"/>
              <a:gd name="connsiteX714" fmla="*/ 3353762 w 4418809"/>
              <a:gd name="connsiteY714" fmla="*/ 2674431 h 17130814"/>
              <a:gd name="connsiteX715" fmla="*/ 3544411 w 4418809"/>
              <a:gd name="connsiteY715" fmla="*/ 2378434 h 17130814"/>
              <a:gd name="connsiteX716" fmla="*/ 2979598 w 4418809"/>
              <a:gd name="connsiteY716" fmla="*/ 1710399 h 17130814"/>
              <a:gd name="connsiteX717" fmla="*/ 2979262 w 4418809"/>
              <a:gd name="connsiteY717" fmla="*/ 1710402 h 17130814"/>
              <a:gd name="connsiteX718" fmla="*/ 2991130 w 4418809"/>
              <a:gd name="connsiteY718" fmla="*/ 1709321 h 17130814"/>
              <a:gd name="connsiteX719" fmla="*/ 3479483 w 4418809"/>
              <a:gd name="connsiteY719" fmla="*/ 1230665 h 17130814"/>
              <a:gd name="connsiteX720" fmla="*/ 3327581 w 4418809"/>
              <a:gd name="connsiteY720" fmla="*/ 845075 h 17130814"/>
              <a:gd name="connsiteX721" fmla="*/ 3302518 w 4418809"/>
              <a:gd name="connsiteY721" fmla="*/ 831021 h 17130814"/>
              <a:gd name="connsiteX722" fmla="*/ 3343524 w 4418809"/>
              <a:gd name="connsiteY722" fmla="*/ 838514 h 17130814"/>
              <a:gd name="connsiteX723" fmla="*/ 3629243 w 4418809"/>
              <a:gd name="connsiteY723" fmla="*/ 1020672 h 17130814"/>
              <a:gd name="connsiteX724" fmla="*/ 3626472 w 4418809"/>
              <a:gd name="connsiteY724" fmla="*/ 1788843 h 17130814"/>
              <a:gd name="connsiteX725" fmla="*/ 3618573 w 4418809"/>
              <a:gd name="connsiteY725" fmla="*/ 1796461 h 17130814"/>
              <a:gd name="connsiteX726" fmla="*/ 3588161 w 4418809"/>
              <a:gd name="connsiteY726" fmla="*/ 1815325 h 17130814"/>
              <a:gd name="connsiteX727" fmla="*/ 3585848 w 4418809"/>
              <a:gd name="connsiteY727" fmla="*/ 1817506 h 17130814"/>
              <a:gd name="connsiteX728" fmla="*/ 3590492 w 4418809"/>
              <a:gd name="connsiteY728" fmla="*/ 1823543 h 17130814"/>
              <a:gd name="connsiteX729" fmla="*/ 3584946 w 4418809"/>
              <a:gd name="connsiteY729" fmla="*/ 1828891 h 17130814"/>
              <a:gd name="connsiteX730" fmla="*/ 3609532 w 4418809"/>
              <a:gd name="connsiteY730" fmla="*/ 1857193 h 17130814"/>
              <a:gd name="connsiteX731" fmla="*/ 3633818 w 4418809"/>
              <a:gd name="connsiteY731" fmla="*/ 1833845 h 17130814"/>
              <a:gd name="connsiteX732" fmla="*/ 3671151 w 4418809"/>
              <a:gd name="connsiteY732" fmla="*/ 1815514 h 17130814"/>
              <a:gd name="connsiteX733" fmla="*/ 3847596 w 4418809"/>
              <a:gd name="connsiteY733" fmla="*/ 1875908 h 17130814"/>
              <a:gd name="connsiteX734" fmla="*/ 3816729 w 4418809"/>
              <a:gd name="connsiteY734" fmla="*/ 2112486 h 17130814"/>
              <a:gd name="connsiteX735" fmla="*/ 3814027 w 4418809"/>
              <a:gd name="connsiteY735" fmla="*/ 2114162 h 17130814"/>
              <a:gd name="connsiteX736" fmla="*/ 3817068 w 4418809"/>
              <a:gd name="connsiteY736" fmla="*/ 2118116 h 17130814"/>
              <a:gd name="connsiteX737" fmla="*/ 3814984 w 4418809"/>
              <a:gd name="connsiteY737" fmla="*/ 2117291 h 17130814"/>
              <a:gd name="connsiteX738" fmla="*/ 3804767 w 4418809"/>
              <a:gd name="connsiteY738" fmla="*/ 2153362 h 17130814"/>
              <a:gd name="connsiteX739" fmla="*/ 4049390 w 4418809"/>
              <a:gd name="connsiteY739" fmla="*/ 2502656 h 17130814"/>
              <a:gd name="connsiteX740" fmla="*/ 4357475 w 4418809"/>
              <a:gd name="connsiteY740" fmla="*/ 688588 h 17130814"/>
              <a:gd name="connsiteX741" fmla="*/ 3856635 w 4418809"/>
              <a:gd name="connsiteY741" fmla="*/ 1322302 h 17130814"/>
              <a:gd name="connsiteX742" fmla="*/ 3817006 w 4418809"/>
              <a:gd name="connsiteY742" fmla="*/ 1326422 h 17130814"/>
              <a:gd name="connsiteX743" fmla="*/ 3810896 w 4418809"/>
              <a:gd name="connsiteY743" fmla="*/ 1270728 h 17130814"/>
              <a:gd name="connsiteX744" fmla="*/ 3670838 w 4418809"/>
              <a:gd name="connsiteY744" fmla="*/ 984539 h 17130814"/>
              <a:gd name="connsiteX745" fmla="*/ 3128559 w 4418809"/>
              <a:gd name="connsiteY745" fmla="*/ 776168 h 17130814"/>
              <a:gd name="connsiteX746" fmla="*/ 3120141 w 4418809"/>
              <a:gd name="connsiteY746" fmla="*/ 778033 h 17130814"/>
              <a:gd name="connsiteX747" fmla="*/ 3115523 w 4418809"/>
              <a:gd name="connsiteY747" fmla="*/ 777525 h 17130814"/>
              <a:gd name="connsiteX748" fmla="*/ 2908843 w 4418809"/>
              <a:gd name="connsiteY748" fmla="*/ 837941 h 17130814"/>
              <a:gd name="connsiteX749" fmla="*/ 2877369 w 4418809"/>
              <a:gd name="connsiteY749" fmla="*/ 862922 h 17130814"/>
              <a:gd name="connsiteX750" fmla="*/ 2897579 w 4418809"/>
              <a:gd name="connsiteY750" fmla="*/ 809615 h 17130814"/>
              <a:gd name="connsiteX751" fmla="*/ 2907147 w 4418809"/>
              <a:gd name="connsiteY751" fmla="*/ 661051 h 17130814"/>
              <a:gd name="connsiteX752" fmla="*/ 2906831 w 4418809"/>
              <a:gd name="connsiteY752" fmla="*/ 661094 h 17130814"/>
              <a:gd name="connsiteX753" fmla="*/ 2906721 w 4418809"/>
              <a:gd name="connsiteY753" fmla="*/ 657916 h 17130814"/>
              <a:gd name="connsiteX754" fmla="*/ 2674669 w 4418809"/>
              <a:gd name="connsiteY754" fmla="*/ 481328 h 17130814"/>
              <a:gd name="connsiteX755" fmla="*/ 2498080 w 4418809"/>
              <a:gd name="connsiteY755" fmla="*/ 713380 h 17130814"/>
              <a:gd name="connsiteX756" fmla="*/ 2498822 w 4418809"/>
              <a:gd name="connsiteY756" fmla="*/ 716472 h 17130814"/>
              <a:gd name="connsiteX757" fmla="*/ 2535971 w 4418809"/>
              <a:gd name="connsiteY757" fmla="*/ 711430 h 17130814"/>
              <a:gd name="connsiteX758" fmla="*/ 2535229 w 4418809"/>
              <a:gd name="connsiteY758" fmla="*/ 708338 h 17130814"/>
              <a:gd name="connsiteX759" fmla="*/ 2679711 w 4418809"/>
              <a:gd name="connsiteY759" fmla="*/ 518477 h 17130814"/>
              <a:gd name="connsiteX760" fmla="*/ 2869572 w 4418809"/>
              <a:gd name="connsiteY760" fmla="*/ 662958 h 17130814"/>
              <a:gd name="connsiteX761" fmla="*/ 2869682 w 4418809"/>
              <a:gd name="connsiteY761" fmla="*/ 666136 h 17130814"/>
              <a:gd name="connsiteX762" fmla="*/ 2869997 w 4418809"/>
              <a:gd name="connsiteY762" fmla="*/ 666093 h 17130814"/>
              <a:gd name="connsiteX763" fmla="*/ 2581035 w 4418809"/>
              <a:gd name="connsiteY763" fmla="*/ 1045815 h 17130814"/>
              <a:gd name="connsiteX764" fmla="*/ 2201313 w 4418809"/>
              <a:gd name="connsiteY764" fmla="*/ 756852 h 17130814"/>
              <a:gd name="connsiteX765" fmla="*/ 2701339 w 4418809"/>
              <a:gd name="connsiteY765" fmla="*/ 120335 h 17130814"/>
              <a:gd name="connsiteX766" fmla="*/ 3278187 w 4418809"/>
              <a:gd name="connsiteY766" fmla="*/ 389346 h 17130814"/>
              <a:gd name="connsiteX767" fmla="*/ 3318629 w 4418809"/>
              <a:gd name="connsiteY767" fmla="*/ 474210 h 17130814"/>
              <a:gd name="connsiteX768" fmla="*/ 3321373 w 4418809"/>
              <a:gd name="connsiteY768" fmla="*/ 501432 h 17130814"/>
              <a:gd name="connsiteX769" fmla="*/ 3345690 w 4418809"/>
              <a:gd name="connsiteY769" fmla="*/ 579768 h 17130814"/>
              <a:gd name="connsiteX770" fmla="*/ 3349666 w 4418809"/>
              <a:gd name="connsiteY770" fmla="*/ 587094 h 17130814"/>
              <a:gd name="connsiteX771" fmla="*/ 3352936 w 4418809"/>
              <a:gd name="connsiteY771" fmla="*/ 600544 h 17130814"/>
              <a:gd name="connsiteX772" fmla="*/ 3356690 w 4418809"/>
              <a:gd name="connsiteY772" fmla="*/ 600034 h 17130814"/>
              <a:gd name="connsiteX773" fmla="*/ 3384167 w 4418809"/>
              <a:gd name="connsiteY773" fmla="*/ 650657 h 17130814"/>
              <a:gd name="connsiteX774" fmla="*/ 3730221 w 4418809"/>
              <a:gd name="connsiteY774" fmla="*/ 834652 h 17130814"/>
              <a:gd name="connsiteX775" fmla="*/ 3730221 w 4418809"/>
              <a:gd name="connsiteY775" fmla="*/ 834297 h 17130814"/>
              <a:gd name="connsiteX776" fmla="*/ 3733742 w 4418809"/>
              <a:gd name="connsiteY776" fmla="*/ 834652 h 17130814"/>
              <a:gd name="connsiteX777" fmla="*/ 3963271 w 4418809"/>
              <a:gd name="connsiteY777" fmla="*/ 605123 h 17130814"/>
              <a:gd name="connsiteX778" fmla="*/ 3733742 w 4418809"/>
              <a:gd name="connsiteY778" fmla="*/ 375594 h 17130814"/>
              <a:gd name="connsiteX779" fmla="*/ 3730221 w 4418809"/>
              <a:gd name="connsiteY779" fmla="*/ 375949 h 17130814"/>
              <a:gd name="connsiteX780" fmla="*/ 3730221 w 4418809"/>
              <a:gd name="connsiteY780" fmla="*/ 417681 h 17130814"/>
              <a:gd name="connsiteX781" fmla="*/ 3733742 w 4418809"/>
              <a:gd name="connsiteY781" fmla="*/ 417326 h 17130814"/>
              <a:gd name="connsiteX782" fmla="*/ 3921539 w 4418809"/>
              <a:gd name="connsiteY782" fmla="*/ 605123 h 17130814"/>
              <a:gd name="connsiteX783" fmla="*/ 3733742 w 4418809"/>
              <a:gd name="connsiteY783" fmla="*/ 792920 h 17130814"/>
              <a:gd name="connsiteX784" fmla="*/ 3730221 w 4418809"/>
              <a:gd name="connsiteY784" fmla="*/ 792565 h 17130814"/>
              <a:gd name="connsiteX785" fmla="*/ 3730221 w 4418809"/>
              <a:gd name="connsiteY785" fmla="*/ 792920 h 17130814"/>
              <a:gd name="connsiteX786" fmla="*/ 3384144 w 4418809"/>
              <a:gd name="connsiteY786" fmla="*/ 563525 h 17130814"/>
              <a:gd name="connsiteX787" fmla="*/ 3376549 w 4418809"/>
              <a:gd name="connsiteY787" fmla="*/ 539061 h 17130814"/>
              <a:gd name="connsiteX788" fmla="*/ 3360865 w 4418809"/>
              <a:gd name="connsiteY788" fmla="*/ 473659 h 17130814"/>
              <a:gd name="connsiteX789" fmla="*/ 3360152 w 4418809"/>
              <a:gd name="connsiteY789" fmla="*/ 472128 h 17130814"/>
              <a:gd name="connsiteX790" fmla="*/ 3354628 w 4418809"/>
              <a:gd name="connsiteY790" fmla="*/ 417326 h 17130814"/>
              <a:gd name="connsiteX791" fmla="*/ 3730221 w 4418809"/>
              <a:gd name="connsiteY791" fmla="*/ 41733 h 17130814"/>
              <a:gd name="connsiteX792" fmla="*/ 4357475 w 4418809"/>
              <a:gd name="connsiteY792" fmla="*/ 688588 h 17130814"/>
              <a:gd name="connsiteX793" fmla="*/ 4418809 w 4418809"/>
              <a:gd name="connsiteY793" fmla="*/ 688588 h 17130814"/>
              <a:gd name="connsiteX794" fmla="*/ 3730221 w 4418809"/>
              <a:gd name="connsiteY794" fmla="*/ 0 h 17130814"/>
              <a:gd name="connsiteX795" fmla="*/ 3321373 w 4418809"/>
              <a:gd name="connsiteY795" fmla="*/ 333220 h 17130814"/>
              <a:gd name="connsiteX796" fmla="*/ 3316761 w 4418809"/>
              <a:gd name="connsiteY796" fmla="*/ 378969 h 17130814"/>
              <a:gd name="connsiteX797" fmla="*/ 3309532 w 4418809"/>
              <a:gd name="connsiteY797" fmla="*/ 363447 h 17130814"/>
              <a:gd name="connsiteX798" fmla="*/ 2693928 w 4418809"/>
              <a:gd name="connsiteY798" fmla="*/ 65737 h 17130814"/>
              <a:gd name="connsiteX799" fmla="*/ 2164164 w 4418809"/>
              <a:gd name="connsiteY799" fmla="*/ 761894 h 17130814"/>
              <a:gd name="connsiteX800" fmla="*/ 2255800 w 4418809"/>
              <a:gd name="connsiteY800" fmla="*/ 960988 h 17130814"/>
              <a:gd name="connsiteX801" fmla="*/ 2269380 w 4418809"/>
              <a:gd name="connsiteY801" fmla="*/ 973539 h 17130814"/>
              <a:gd name="connsiteX802" fmla="*/ 2259454 w 4418809"/>
              <a:gd name="connsiteY802" fmla="*/ 1035198 h 17130814"/>
              <a:gd name="connsiteX803" fmla="*/ 2745507 w 4418809"/>
              <a:gd name="connsiteY803" fmla="*/ 1706653 h 17130814"/>
              <a:gd name="connsiteX804" fmla="*/ 2836914 w 4418809"/>
              <a:gd name="connsiteY804" fmla="*/ 1716712 h 17130814"/>
              <a:gd name="connsiteX805" fmla="*/ 2749990 w 4418809"/>
              <a:gd name="connsiteY805" fmla="*/ 1734232 h 17130814"/>
              <a:gd name="connsiteX806" fmla="*/ 2320022 w 4418809"/>
              <a:gd name="connsiteY806" fmla="*/ 2212454 h 17130814"/>
              <a:gd name="connsiteX807" fmla="*/ 2313113 w 4418809"/>
              <a:gd name="connsiteY807" fmla="*/ 2263713 h 17130814"/>
              <a:gd name="connsiteX808" fmla="*/ 2280603 w 4418809"/>
              <a:gd name="connsiteY808" fmla="*/ 2289830 h 17130814"/>
              <a:gd name="connsiteX809" fmla="*/ 2191402 w 4418809"/>
              <a:gd name="connsiteY809" fmla="*/ 3113931 h 17130814"/>
              <a:gd name="connsiteX810" fmla="*/ 2269010 w 4418809"/>
              <a:gd name="connsiteY810" fmla="*/ 3202314 h 17130814"/>
              <a:gd name="connsiteX811" fmla="*/ 2342243 w 4418809"/>
              <a:gd name="connsiteY811" fmla="*/ 3259391 h 17130814"/>
              <a:gd name="connsiteX812" fmla="*/ 2262935 w 4418809"/>
              <a:gd name="connsiteY812" fmla="*/ 3262124 h 17130814"/>
              <a:gd name="connsiteX813" fmla="*/ 1733171 w 4418809"/>
              <a:gd name="connsiteY813" fmla="*/ 3958281 h 17130814"/>
              <a:gd name="connsiteX814" fmla="*/ 1824807 w 4418809"/>
              <a:gd name="connsiteY814" fmla="*/ 4157374 h 17130814"/>
              <a:gd name="connsiteX815" fmla="*/ 1838387 w 4418809"/>
              <a:gd name="connsiteY815" fmla="*/ 4169925 h 17130814"/>
              <a:gd name="connsiteX816" fmla="*/ 1828460 w 4418809"/>
              <a:gd name="connsiteY816" fmla="*/ 4231585 h 17130814"/>
              <a:gd name="connsiteX817" fmla="*/ 2314513 w 4418809"/>
              <a:gd name="connsiteY817" fmla="*/ 4903040 h 17130814"/>
              <a:gd name="connsiteX818" fmla="*/ 2405921 w 4418809"/>
              <a:gd name="connsiteY818" fmla="*/ 4913098 h 17130814"/>
              <a:gd name="connsiteX819" fmla="*/ 2318997 w 4418809"/>
              <a:gd name="connsiteY819" fmla="*/ 4930618 h 17130814"/>
              <a:gd name="connsiteX820" fmla="*/ 1889029 w 4418809"/>
              <a:gd name="connsiteY820" fmla="*/ 5408840 h 17130814"/>
              <a:gd name="connsiteX821" fmla="*/ 1882120 w 4418809"/>
              <a:gd name="connsiteY821" fmla="*/ 5460100 h 17130814"/>
              <a:gd name="connsiteX822" fmla="*/ 1849610 w 4418809"/>
              <a:gd name="connsiteY822" fmla="*/ 5486216 h 17130814"/>
              <a:gd name="connsiteX823" fmla="*/ 1760409 w 4418809"/>
              <a:gd name="connsiteY823" fmla="*/ 6310317 h 17130814"/>
              <a:gd name="connsiteX824" fmla="*/ 1928126 w 4418809"/>
              <a:gd name="connsiteY824" fmla="*/ 6468931 h 17130814"/>
              <a:gd name="connsiteX825" fmla="*/ 2016524 w 4418809"/>
              <a:gd name="connsiteY825" fmla="*/ 6514675 h 17130814"/>
              <a:gd name="connsiteX826" fmla="*/ 1976130 w 4418809"/>
              <a:gd name="connsiteY826" fmla="*/ 6511292 h 17130814"/>
              <a:gd name="connsiteX827" fmla="*/ 1920451 w 4418809"/>
              <a:gd name="connsiteY827" fmla="*/ 6522944 h 17130814"/>
              <a:gd name="connsiteX828" fmla="*/ 1621918 w 4418809"/>
              <a:gd name="connsiteY828" fmla="*/ 6727036 h 17130814"/>
              <a:gd name="connsiteX829" fmla="*/ 1488382 w 4418809"/>
              <a:gd name="connsiteY829" fmla="*/ 7063107 h 17130814"/>
              <a:gd name="connsiteX830" fmla="*/ 1610025 w 4418809"/>
              <a:gd name="connsiteY830" fmla="*/ 7484711 h 17130814"/>
              <a:gd name="connsiteX831" fmla="*/ 1633440 w 4418809"/>
              <a:gd name="connsiteY831" fmla="*/ 7512114 h 17130814"/>
              <a:gd name="connsiteX832" fmla="*/ 1625425 w 4418809"/>
              <a:gd name="connsiteY832" fmla="*/ 7510692 h 17130814"/>
              <a:gd name="connsiteX833" fmla="*/ 1237321 w 4418809"/>
              <a:gd name="connsiteY833" fmla="*/ 7782496 h 17130814"/>
              <a:gd name="connsiteX834" fmla="*/ 1224058 w 4418809"/>
              <a:gd name="connsiteY834" fmla="*/ 7857267 h 17130814"/>
              <a:gd name="connsiteX835" fmla="*/ 1425242 w 4418809"/>
              <a:gd name="connsiteY835" fmla="*/ 8217452 h 17130814"/>
              <a:gd name="connsiteX836" fmla="*/ 1459914 w 4418809"/>
              <a:gd name="connsiteY836" fmla="*/ 8231159 h 17130814"/>
              <a:gd name="connsiteX837" fmla="*/ 1440875 w 4418809"/>
              <a:gd name="connsiteY837" fmla="*/ 8249115 h 17130814"/>
              <a:gd name="connsiteX838" fmla="*/ 1392511 w 4418809"/>
              <a:gd name="connsiteY838" fmla="*/ 8357222 h 17130814"/>
              <a:gd name="connsiteX839" fmla="*/ 1433534 w 4418809"/>
              <a:gd name="connsiteY839" fmla="*/ 8509610 h 17130814"/>
              <a:gd name="connsiteX840" fmla="*/ 1570296 w 4418809"/>
              <a:gd name="connsiteY840" fmla="*/ 8588358 h 17130814"/>
              <a:gd name="connsiteX841" fmla="*/ 1625468 w 4418809"/>
              <a:gd name="connsiteY841" fmla="*/ 8584908 h 17130814"/>
              <a:gd name="connsiteX842" fmla="*/ 1615442 w 4418809"/>
              <a:gd name="connsiteY842" fmla="*/ 8596713 h 17130814"/>
              <a:gd name="connsiteX843" fmla="*/ 1640007 w 4418809"/>
              <a:gd name="connsiteY843" fmla="*/ 9378123 h 17130814"/>
              <a:gd name="connsiteX844" fmla="*/ 2182287 w 4418809"/>
              <a:gd name="connsiteY844" fmla="*/ 9586492 h 17130814"/>
              <a:gd name="connsiteX845" fmla="*/ 2190704 w 4418809"/>
              <a:gd name="connsiteY845" fmla="*/ 9584628 h 17130814"/>
              <a:gd name="connsiteX846" fmla="*/ 2195322 w 4418809"/>
              <a:gd name="connsiteY846" fmla="*/ 9585136 h 17130814"/>
              <a:gd name="connsiteX847" fmla="*/ 2402002 w 4418809"/>
              <a:gd name="connsiteY847" fmla="*/ 9524719 h 17130814"/>
              <a:gd name="connsiteX848" fmla="*/ 2433476 w 4418809"/>
              <a:gd name="connsiteY848" fmla="*/ 9499740 h 17130814"/>
              <a:gd name="connsiteX849" fmla="*/ 2413266 w 4418809"/>
              <a:gd name="connsiteY849" fmla="*/ 9553046 h 17130814"/>
              <a:gd name="connsiteX850" fmla="*/ 2403699 w 4418809"/>
              <a:gd name="connsiteY850" fmla="*/ 9701611 h 17130814"/>
              <a:gd name="connsiteX851" fmla="*/ 2404015 w 4418809"/>
              <a:gd name="connsiteY851" fmla="*/ 9701567 h 17130814"/>
              <a:gd name="connsiteX852" fmla="*/ 2404124 w 4418809"/>
              <a:gd name="connsiteY852" fmla="*/ 9704744 h 17130814"/>
              <a:gd name="connsiteX853" fmla="*/ 2636177 w 4418809"/>
              <a:gd name="connsiteY853" fmla="*/ 9881333 h 17130814"/>
              <a:gd name="connsiteX854" fmla="*/ 2812764 w 4418809"/>
              <a:gd name="connsiteY854" fmla="*/ 9649280 h 17130814"/>
              <a:gd name="connsiteX855" fmla="*/ 2812024 w 4418809"/>
              <a:gd name="connsiteY855" fmla="*/ 9646189 h 17130814"/>
              <a:gd name="connsiteX856" fmla="*/ 2774875 w 4418809"/>
              <a:gd name="connsiteY856" fmla="*/ 9651231 h 17130814"/>
              <a:gd name="connsiteX857" fmla="*/ 2775616 w 4418809"/>
              <a:gd name="connsiteY857" fmla="*/ 9654323 h 17130814"/>
              <a:gd name="connsiteX858" fmla="*/ 2631135 w 4418809"/>
              <a:gd name="connsiteY858" fmla="*/ 9844184 h 17130814"/>
              <a:gd name="connsiteX859" fmla="*/ 2441273 w 4418809"/>
              <a:gd name="connsiteY859" fmla="*/ 9699702 h 17130814"/>
              <a:gd name="connsiteX860" fmla="*/ 2441164 w 4418809"/>
              <a:gd name="connsiteY860" fmla="*/ 9696525 h 17130814"/>
              <a:gd name="connsiteX861" fmla="*/ 2440848 w 4418809"/>
              <a:gd name="connsiteY861" fmla="*/ 9696568 h 17130814"/>
              <a:gd name="connsiteX862" fmla="*/ 2729811 w 4418809"/>
              <a:gd name="connsiteY862" fmla="*/ 9316846 h 17130814"/>
              <a:gd name="connsiteX863" fmla="*/ 3109532 w 4418809"/>
              <a:gd name="connsiteY863" fmla="*/ 9605808 h 17130814"/>
              <a:gd name="connsiteX864" fmla="*/ 2609507 w 4418809"/>
              <a:gd name="connsiteY864" fmla="*/ 10242325 h 17130814"/>
              <a:gd name="connsiteX865" fmla="*/ 1957909 w 4418809"/>
              <a:gd name="connsiteY865" fmla="*/ 9762117 h 17130814"/>
              <a:gd name="connsiteX866" fmla="*/ 1950249 w 4418809"/>
              <a:gd name="connsiteY866" fmla="*/ 9763156 h 17130814"/>
              <a:gd name="connsiteX867" fmla="*/ 1907961 w 4418809"/>
              <a:gd name="connsiteY867" fmla="*/ 9672365 h 17130814"/>
              <a:gd name="connsiteX868" fmla="*/ 1292357 w 4418809"/>
              <a:gd name="connsiteY868" fmla="*/ 9374655 h 17130814"/>
              <a:gd name="connsiteX869" fmla="*/ 762593 w 4418809"/>
              <a:gd name="connsiteY869" fmla="*/ 10070812 h 17130814"/>
              <a:gd name="connsiteX870" fmla="*/ 854229 w 4418809"/>
              <a:gd name="connsiteY870" fmla="*/ 10269906 h 17130814"/>
              <a:gd name="connsiteX871" fmla="*/ 867810 w 4418809"/>
              <a:gd name="connsiteY871" fmla="*/ 10282457 h 17130814"/>
              <a:gd name="connsiteX872" fmla="*/ 857883 w 4418809"/>
              <a:gd name="connsiteY872" fmla="*/ 10344116 h 17130814"/>
              <a:gd name="connsiteX873" fmla="*/ 1343936 w 4418809"/>
              <a:gd name="connsiteY873" fmla="*/ 11015571 h 17130814"/>
              <a:gd name="connsiteX874" fmla="*/ 1435344 w 4418809"/>
              <a:gd name="connsiteY874" fmla="*/ 11025630 h 17130814"/>
              <a:gd name="connsiteX875" fmla="*/ 1348420 w 4418809"/>
              <a:gd name="connsiteY875" fmla="*/ 11043149 h 17130814"/>
              <a:gd name="connsiteX876" fmla="*/ 918451 w 4418809"/>
              <a:gd name="connsiteY876" fmla="*/ 11521372 h 17130814"/>
              <a:gd name="connsiteX877" fmla="*/ 911542 w 4418809"/>
              <a:gd name="connsiteY877" fmla="*/ 11572631 h 17130814"/>
              <a:gd name="connsiteX878" fmla="*/ 879032 w 4418809"/>
              <a:gd name="connsiteY878" fmla="*/ 11598748 h 17130814"/>
              <a:gd name="connsiteX879" fmla="*/ 789831 w 4418809"/>
              <a:gd name="connsiteY879" fmla="*/ 12422849 h 17130814"/>
              <a:gd name="connsiteX880" fmla="*/ 1057298 w 4418809"/>
              <a:gd name="connsiteY880" fmla="*/ 12633080 h 17130814"/>
              <a:gd name="connsiteX881" fmla="*/ 1130297 w 4418809"/>
              <a:gd name="connsiteY881" fmla="*/ 12655382 h 17130814"/>
              <a:gd name="connsiteX882" fmla="*/ 1097518 w 4418809"/>
              <a:gd name="connsiteY882" fmla="*/ 12661514 h 17130814"/>
              <a:gd name="connsiteX883" fmla="*/ 656501 w 4418809"/>
              <a:gd name="connsiteY883" fmla="*/ 13307044 h 17130814"/>
              <a:gd name="connsiteX884" fmla="*/ 737986 w 4418809"/>
              <a:gd name="connsiteY884" fmla="*/ 13510503 h 17130814"/>
              <a:gd name="connsiteX885" fmla="*/ 750916 w 4418809"/>
              <a:gd name="connsiteY885" fmla="*/ 13523722 h 17130814"/>
              <a:gd name="connsiteX886" fmla="*/ 737894 w 4418809"/>
              <a:gd name="connsiteY886" fmla="*/ 13584802 h 17130814"/>
              <a:gd name="connsiteX887" fmla="*/ 1189487 w 4418809"/>
              <a:gd name="connsiteY887" fmla="*/ 14279902 h 17130814"/>
              <a:gd name="connsiteX888" fmla="*/ 1280272 w 4418809"/>
              <a:gd name="connsiteY888" fmla="*/ 14294555 h 17130814"/>
              <a:gd name="connsiteX889" fmla="*/ 1192575 w 4418809"/>
              <a:gd name="connsiteY889" fmla="*/ 14307671 h 17130814"/>
              <a:gd name="connsiteX890" fmla="*/ 739051 w 4418809"/>
              <a:gd name="connsiteY890" fmla="*/ 14763615 h 17130814"/>
              <a:gd name="connsiteX891" fmla="*/ 729566 w 4418809"/>
              <a:gd name="connsiteY891" fmla="*/ 14814461 h 17130814"/>
              <a:gd name="connsiteX892" fmla="*/ 695782 w 4418809"/>
              <a:gd name="connsiteY892" fmla="*/ 14838906 h 17130814"/>
              <a:gd name="connsiteX893" fmla="*/ 565158 w 4418809"/>
              <a:gd name="connsiteY893" fmla="*/ 15657463 h 17130814"/>
              <a:gd name="connsiteX894" fmla="*/ 638213 w 4418809"/>
              <a:gd name="connsiteY894" fmla="*/ 15749646 h 17130814"/>
              <a:gd name="connsiteX895" fmla="*/ 648594 w 4418809"/>
              <a:gd name="connsiteY895" fmla="*/ 15758613 h 17130814"/>
              <a:gd name="connsiteX896" fmla="*/ 606620 w 4418809"/>
              <a:gd name="connsiteY896" fmla="*/ 15759324 h 17130814"/>
              <a:gd name="connsiteX897" fmla="*/ 2439 w 4418809"/>
              <a:gd name="connsiteY897" fmla="*/ 16385697 h 17130814"/>
              <a:gd name="connsiteX898" fmla="*/ 631175 w 4418809"/>
              <a:gd name="connsiteY898" fmla="*/ 17129336 h 17130814"/>
              <a:gd name="connsiteX899" fmla="*/ 935438 w 4418809"/>
              <a:gd name="connsiteY899" fmla="*/ 17032152 h 17130814"/>
              <a:gd name="connsiteX900" fmla="*/ 974959 w 4418809"/>
              <a:gd name="connsiteY900" fmla="*/ 16991668 h 17130814"/>
              <a:gd name="connsiteX901" fmla="*/ 1099554 w 4418809"/>
              <a:gd name="connsiteY901" fmla="*/ 17061084 h 17130814"/>
              <a:gd name="connsiteX902" fmla="*/ 1498082 w 4418809"/>
              <a:gd name="connsiteY902" fmla="*/ 16947378 h 17130814"/>
              <a:gd name="connsiteX903" fmla="*/ 1585658 w 4418809"/>
              <a:gd name="connsiteY903" fmla="*/ 16746466 h 17130814"/>
              <a:gd name="connsiteX904" fmla="*/ 1520366 w 4418809"/>
              <a:gd name="connsiteY904" fmla="*/ 16488665 h 17130814"/>
              <a:gd name="connsiteX905" fmla="*/ 1495202 w 4418809"/>
              <a:gd name="connsiteY905" fmla="*/ 16457176 h 17130814"/>
              <a:gd name="connsiteX906" fmla="*/ 1608797 w 4418809"/>
              <a:gd name="connsiteY906" fmla="*/ 16461182 h 17130814"/>
              <a:gd name="connsiteX907" fmla="*/ 2034486 w 4418809"/>
              <a:gd name="connsiteY907" fmla="*/ 16253972 h 17130814"/>
              <a:gd name="connsiteX908" fmla="*/ 2184791 w 4418809"/>
              <a:gd name="connsiteY908" fmla="*/ 15925058 h 17130814"/>
              <a:gd name="connsiteX909" fmla="*/ 2084552 w 4418809"/>
              <a:gd name="connsiteY909" fmla="*/ 15497859 h 17130814"/>
              <a:gd name="connsiteX910" fmla="*/ 2062548 w 4418809"/>
              <a:gd name="connsiteY910" fmla="*/ 15469311 h 17130814"/>
              <a:gd name="connsiteX911" fmla="*/ 2070481 w 4418809"/>
              <a:gd name="connsiteY911" fmla="*/ 15471135 h 17130814"/>
              <a:gd name="connsiteX912" fmla="*/ 2471791 w 4418809"/>
              <a:gd name="connsiteY912" fmla="*/ 15219238 h 17130814"/>
              <a:gd name="connsiteX913" fmla="*/ 2488806 w 4418809"/>
              <a:gd name="connsiteY913" fmla="*/ 15145230 h 17130814"/>
              <a:gd name="connsiteX914" fmla="*/ 2306031 w 4418809"/>
              <a:gd name="connsiteY914" fmla="*/ 14775363 h 17130814"/>
              <a:gd name="connsiteX915" fmla="*/ 2272094 w 4418809"/>
              <a:gd name="connsiteY915" fmla="*/ 14759926 h 17130814"/>
              <a:gd name="connsiteX916" fmla="*/ 2292014 w 4418809"/>
              <a:gd name="connsiteY916" fmla="*/ 14742953 h 17130814"/>
              <a:gd name="connsiteX917" fmla="*/ 2345765 w 4418809"/>
              <a:gd name="connsiteY917" fmla="*/ 14637421 h 17130814"/>
              <a:gd name="connsiteX918" fmla="*/ 2312476 w 4418809"/>
              <a:gd name="connsiteY918" fmla="*/ 14483158 h 17130814"/>
              <a:gd name="connsiteX919" fmla="*/ 2179856 w 4418809"/>
              <a:gd name="connsiteY919" fmla="*/ 14397617 h 17130814"/>
              <a:gd name="connsiteX920" fmla="*/ 2124580 w 4418809"/>
              <a:gd name="connsiteY920" fmla="*/ 14398281 h 17130814"/>
              <a:gd name="connsiteX921" fmla="*/ 2135189 w 4418809"/>
              <a:gd name="connsiteY921" fmla="*/ 14386997 h 17130814"/>
              <a:gd name="connsiteX922" fmla="*/ 2150038 w 4418809"/>
              <a:gd name="connsiteY922" fmla="*/ 13605342 h 17130814"/>
              <a:gd name="connsiteX923" fmla="*/ 1909375 w 4418809"/>
              <a:gd name="connsiteY923" fmla="*/ 13419348 h 17130814"/>
              <a:gd name="connsiteX924" fmla="*/ 1862485 w 4418809"/>
              <a:gd name="connsiteY924" fmla="*/ 13405452 h 17130814"/>
              <a:gd name="connsiteX925" fmla="*/ 1862115 w 4418809"/>
              <a:gd name="connsiteY925" fmla="*/ 13391603 h 17130814"/>
              <a:gd name="connsiteX926" fmla="*/ 1785718 w 4418809"/>
              <a:gd name="connsiteY926" fmla="*/ 13204850 h 17130814"/>
              <a:gd name="connsiteX927" fmla="*/ 1758999 w 4418809"/>
              <a:gd name="connsiteY927" fmla="*/ 13174670 h 17130814"/>
              <a:gd name="connsiteX928" fmla="*/ 1872652 w 4418809"/>
              <a:gd name="connsiteY928" fmla="*/ 13172945 h 17130814"/>
              <a:gd name="connsiteX929" fmla="*/ 2287356 w 4418809"/>
              <a:gd name="connsiteY929" fmla="*/ 12944543 h 17130814"/>
              <a:gd name="connsiteX930" fmla="*/ 2420893 w 4418809"/>
              <a:gd name="connsiteY930" fmla="*/ 12608472 h 17130814"/>
              <a:gd name="connsiteX931" fmla="*/ 2299250 w 4418809"/>
              <a:gd name="connsiteY931" fmla="*/ 12186868 h 17130814"/>
              <a:gd name="connsiteX932" fmla="*/ 2275834 w 4418809"/>
              <a:gd name="connsiteY932" fmla="*/ 12159465 h 17130814"/>
              <a:gd name="connsiteX933" fmla="*/ 2283850 w 4418809"/>
              <a:gd name="connsiteY933" fmla="*/ 12160887 h 17130814"/>
              <a:gd name="connsiteX934" fmla="*/ 2671954 w 4418809"/>
              <a:gd name="connsiteY934" fmla="*/ 11889084 h 17130814"/>
              <a:gd name="connsiteX935" fmla="*/ 2685216 w 4418809"/>
              <a:gd name="connsiteY935" fmla="*/ 11814313 h 17130814"/>
              <a:gd name="connsiteX936" fmla="*/ 2484033 w 4418809"/>
              <a:gd name="connsiteY936" fmla="*/ 11454127 h 17130814"/>
              <a:gd name="connsiteX937" fmla="*/ 2449360 w 4418809"/>
              <a:gd name="connsiteY937" fmla="*/ 11440421 h 17130814"/>
              <a:gd name="connsiteX938" fmla="*/ 2468400 w 4418809"/>
              <a:gd name="connsiteY938" fmla="*/ 11422464 h 17130814"/>
              <a:gd name="connsiteX939" fmla="*/ 2516763 w 4418809"/>
              <a:gd name="connsiteY939" fmla="*/ 11314357 h 17130814"/>
              <a:gd name="connsiteX940" fmla="*/ 2475741 w 4418809"/>
              <a:gd name="connsiteY940" fmla="*/ 11161969 h 17130814"/>
              <a:gd name="connsiteX941" fmla="*/ 2338979 w 4418809"/>
              <a:gd name="connsiteY941" fmla="*/ 11083221 h 17130814"/>
              <a:gd name="connsiteX942" fmla="*/ 2283807 w 4418809"/>
              <a:gd name="connsiteY942" fmla="*/ 11086670 h 17130814"/>
              <a:gd name="connsiteX943" fmla="*/ 2293833 w 4418809"/>
              <a:gd name="connsiteY943" fmla="*/ 11074866 h 17130814"/>
              <a:gd name="connsiteX944" fmla="*/ 2269267 w 4418809"/>
              <a:gd name="connsiteY944" fmla="*/ 10293455 h 17130814"/>
              <a:gd name="connsiteX945" fmla="*/ 1726989 w 4418809"/>
              <a:gd name="connsiteY945" fmla="*/ 10085086 h 17130814"/>
              <a:gd name="connsiteX946" fmla="*/ 1718571 w 4418809"/>
              <a:gd name="connsiteY946" fmla="*/ 10086951 h 17130814"/>
              <a:gd name="connsiteX947" fmla="*/ 1713953 w 4418809"/>
              <a:gd name="connsiteY947" fmla="*/ 10086443 h 17130814"/>
              <a:gd name="connsiteX948" fmla="*/ 1507273 w 4418809"/>
              <a:gd name="connsiteY948" fmla="*/ 10146859 h 17130814"/>
              <a:gd name="connsiteX949" fmla="*/ 1475799 w 4418809"/>
              <a:gd name="connsiteY949" fmla="*/ 10171839 h 17130814"/>
              <a:gd name="connsiteX950" fmla="*/ 1496009 w 4418809"/>
              <a:gd name="connsiteY950" fmla="*/ 10118532 h 17130814"/>
              <a:gd name="connsiteX951" fmla="*/ 1505576 w 4418809"/>
              <a:gd name="connsiteY951" fmla="*/ 9969968 h 17130814"/>
              <a:gd name="connsiteX952" fmla="*/ 1505260 w 4418809"/>
              <a:gd name="connsiteY952" fmla="*/ 9970012 h 17130814"/>
              <a:gd name="connsiteX953" fmla="*/ 1505151 w 4418809"/>
              <a:gd name="connsiteY953" fmla="*/ 9966834 h 17130814"/>
              <a:gd name="connsiteX954" fmla="*/ 1273098 w 4418809"/>
              <a:gd name="connsiteY954" fmla="*/ 9790245 h 17130814"/>
              <a:gd name="connsiteX955" fmla="*/ 1096509 w 4418809"/>
              <a:gd name="connsiteY955" fmla="*/ 10022298 h 17130814"/>
              <a:gd name="connsiteX956" fmla="*/ 1097251 w 4418809"/>
              <a:gd name="connsiteY956" fmla="*/ 10025390 h 17130814"/>
              <a:gd name="connsiteX957" fmla="*/ 1134400 w 4418809"/>
              <a:gd name="connsiteY957" fmla="*/ 10020347 h 17130814"/>
              <a:gd name="connsiteX958" fmla="*/ 1133658 w 4418809"/>
              <a:gd name="connsiteY958" fmla="*/ 10017256 h 17130814"/>
              <a:gd name="connsiteX959" fmla="*/ 1278140 w 4418809"/>
              <a:gd name="connsiteY959" fmla="*/ 9827395 h 17130814"/>
              <a:gd name="connsiteX960" fmla="*/ 1468001 w 4418809"/>
              <a:gd name="connsiteY960" fmla="*/ 9971876 h 17130814"/>
              <a:gd name="connsiteX961" fmla="*/ 1468111 w 4418809"/>
              <a:gd name="connsiteY961" fmla="*/ 9975054 h 17130814"/>
              <a:gd name="connsiteX962" fmla="*/ 1468426 w 4418809"/>
              <a:gd name="connsiteY962" fmla="*/ 9975011 h 17130814"/>
              <a:gd name="connsiteX963" fmla="*/ 1179464 w 4418809"/>
              <a:gd name="connsiteY963" fmla="*/ 10354732 h 17130814"/>
              <a:gd name="connsiteX964" fmla="*/ 799742 w 4418809"/>
              <a:gd name="connsiteY964" fmla="*/ 10065770 h 17130814"/>
              <a:gd name="connsiteX965" fmla="*/ 1299768 w 4418809"/>
              <a:gd name="connsiteY965" fmla="*/ 9429253 h 17130814"/>
              <a:gd name="connsiteX966" fmla="*/ 1951366 w 4418809"/>
              <a:gd name="connsiteY966" fmla="*/ 9909462 h 17130814"/>
              <a:gd name="connsiteX967" fmla="*/ 1959026 w 4418809"/>
              <a:gd name="connsiteY967" fmla="*/ 9908422 h 17130814"/>
              <a:gd name="connsiteX968" fmla="*/ 2001314 w 4418809"/>
              <a:gd name="connsiteY968" fmla="*/ 9999213 h 17130814"/>
              <a:gd name="connsiteX969" fmla="*/ 2616917 w 4418809"/>
              <a:gd name="connsiteY969" fmla="*/ 10296923 h 17130814"/>
              <a:gd name="connsiteX970" fmla="*/ 3150996 w 4418809"/>
              <a:gd name="connsiteY970" fmla="*/ 9725990 h 17130814"/>
              <a:gd name="connsiteX971" fmla="*/ 3146681 w 4418809"/>
              <a:gd name="connsiteY971" fmla="*/ 9600766 h 17130814"/>
              <a:gd name="connsiteX972" fmla="*/ 3055045 w 4418809"/>
              <a:gd name="connsiteY972" fmla="*/ 9401673 h 17130814"/>
              <a:gd name="connsiteX973" fmla="*/ 3041465 w 4418809"/>
              <a:gd name="connsiteY973" fmla="*/ 9389122 h 17130814"/>
              <a:gd name="connsiteX974" fmla="*/ 3051392 w 4418809"/>
              <a:gd name="connsiteY974" fmla="*/ 9327463 h 17130814"/>
              <a:gd name="connsiteX975" fmla="*/ 2565339 w 4418809"/>
              <a:gd name="connsiteY975" fmla="*/ 8656007 h 17130814"/>
              <a:gd name="connsiteX976" fmla="*/ 2473931 w 4418809"/>
              <a:gd name="connsiteY976" fmla="*/ 8645949 h 17130814"/>
              <a:gd name="connsiteX977" fmla="*/ 2560855 w 4418809"/>
              <a:gd name="connsiteY977" fmla="*/ 8628429 h 17130814"/>
              <a:gd name="connsiteX978" fmla="*/ 2990823 w 4418809"/>
              <a:gd name="connsiteY978" fmla="*/ 8150208 h 17130814"/>
              <a:gd name="connsiteX979" fmla="*/ 2997733 w 4418809"/>
              <a:gd name="connsiteY979" fmla="*/ 8098949 h 17130814"/>
              <a:gd name="connsiteX980" fmla="*/ 3030242 w 4418809"/>
              <a:gd name="connsiteY980" fmla="*/ 8072832 h 17130814"/>
              <a:gd name="connsiteX981" fmla="*/ 3119443 w 4418809"/>
              <a:gd name="connsiteY981" fmla="*/ 7248731 h 17130814"/>
              <a:gd name="connsiteX982" fmla="*/ 2951726 w 4418809"/>
              <a:gd name="connsiteY982" fmla="*/ 7090117 h 17130814"/>
              <a:gd name="connsiteX983" fmla="*/ 2879613 w 4418809"/>
              <a:gd name="connsiteY983" fmla="*/ 7052801 h 17130814"/>
              <a:gd name="connsiteX984" fmla="*/ 2959400 w 4418809"/>
              <a:gd name="connsiteY984" fmla="*/ 7036104 h 17130814"/>
              <a:gd name="connsiteX985" fmla="*/ 3257934 w 4418809"/>
              <a:gd name="connsiteY985" fmla="*/ 6832012 h 17130814"/>
              <a:gd name="connsiteX986" fmla="*/ 3391470 w 4418809"/>
              <a:gd name="connsiteY986" fmla="*/ 6495941 h 17130814"/>
              <a:gd name="connsiteX987" fmla="*/ 3269827 w 4418809"/>
              <a:gd name="connsiteY987" fmla="*/ 6074336 h 17130814"/>
              <a:gd name="connsiteX988" fmla="*/ 3246412 w 4418809"/>
              <a:gd name="connsiteY988" fmla="*/ 6046934 h 17130814"/>
              <a:gd name="connsiteX989" fmla="*/ 3254428 w 4418809"/>
              <a:gd name="connsiteY989" fmla="*/ 6048356 h 17130814"/>
              <a:gd name="connsiteX990" fmla="*/ 3642531 w 4418809"/>
              <a:gd name="connsiteY990" fmla="*/ 5776552 h 17130814"/>
              <a:gd name="connsiteX991" fmla="*/ 3655794 w 4418809"/>
              <a:gd name="connsiteY991" fmla="*/ 5701782 h 17130814"/>
              <a:gd name="connsiteX992" fmla="*/ 3454610 w 4418809"/>
              <a:gd name="connsiteY992" fmla="*/ 5341596 h 17130814"/>
              <a:gd name="connsiteX993" fmla="*/ 3419937 w 4418809"/>
              <a:gd name="connsiteY993" fmla="*/ 5327889 h 17130814"/>
              <a:gd name="connsiteX994" fmla="*/ 3438977 w 4418809"/>
              <a:gd name="connsiteY994" fmla="*/ 5309933 h 17130814"/>
              <a:gd name="connsiteX995" fmla="*/ 3487341 w 4418809"/>
              <a:gd name="connsiteY995" fmla="*/ 5201826 h 17130814"/>
              <a:gd name="connsiteX996" fmla="*/ 3446319 w 4418809"/>
              <a:gd name="connsiteY996" fmla="*/ 5049437 h 17130814"/>
              <a:gd name="connsiteX997" fmla="*/ 3309556 w 4418809"/>
              <a:gd name="connsiteY997" fmla="*/ 4970689 h 17130814"/>
              <a:gd name="connsiteX998" fmla="*/ 3254385 w 4418809"/>
              <a:gd name="connsiteY998" fmla="*/ 4974139 h 17130814"/>
              <a:gd name="connsiteX999" fmla="*/ 3264410 w 4418809"/>
              <a:gd name="connsiteY999" fmla="*/ 4962335 h 17130814"/>
              <a:gd name="connsiteX1000" fmla="*/ 3304362 w 4418809"/>
              <a:gd name="connsiteY1000" fmla="*/ 4269924 h 17130814"/>
              <a:gd name="connsiteX1001" fmla="*/ 3257690 w 4418809"/>
              <a:gd name="connsiteY1001" fmla="*/ 4205541 h 17130814"/>
              <a:gd name="connsiteX1002" fmla="*/ 3258161 w 4418809"/>
              <a:gd name="connsiteY1002" fmla="*/ 4203914 h 17130814"/>
              <a:gd name="connsiteX1003" fmla="*/ 3265492 w 4418809"/>
              <a:gd name="connsiteY1003" fmla="*/ 4150114 h 17130814"/>
              <a:gd name="connsiteX1004" fmla="*/ 3187289 w 4418809"/>
              <a:gd name="connsiteY1004" fmla="*/ 3895932 h 17130814"/>
              <a:gd name="connsiteX1005" fmla="*/ 3160569 w 4418809"/>
              <a:gd name="connsiteY1005" fmla="*/ 3865753 h 17130814"/>
              <a:gd name="connsiteX1006" fmla="*/ 3274223 w 4418809"/>
              <a:gd name="connsiteY1006" fmla="*/ 3864027 h 17130814"/>
              <a:gd name="connsiteX1007" fmla="*/ 3688927 w 4418809"/>
              <a:gd name="connsiteY1007" fmla="*/ 3635625 h 17130814"/>
              <a:gd name="connsiteX1008" fmla="*/ 3822464 w 4418809"/>
              <a:gd name="connsiteY1008" fmla="*/ 3299554 h 17130814"/>
              <a:gd name="connsiteX1009" fmla="*/ 3700820 w 4418809"/>
              <a:gd name="connsiteY1009" fmla="*/ 2877950 h 17130814"/>
              <a:gd name="connsiteX1010" fmla="*/ 3677405 w 4418809"/>
              <a:gd name="connsiteY1010" fmla="*/ 2850548 h 17130814"/>
              <a:gd name="connsiteX1011" fmla="*/ 3685421 w 4418809"/>
              <a:gd name="connsiteY1011" fmla="*/ 2851970 h 17130814"/>
              <a:gd name="connsiteX1012" fmla="*/ 4073525 w 4418809"/>
              <a:gd name="connsiteY1012" fmla="*/ 2580166 h 17130814"/>
              <a:gd name="connsiteX1013" fmla="*/ 4086787 w 4418809"/>
              <a:gd name="connsiteY1013" fmla="*/ 2505396 h 17130814"/>
              <a:gd name="connsiteX1014" fmla="*/ 3885603 w 4418809"/>
              <a:gd name="connsiteY1014" fmla="*/ 2145210 h 17130814"/>
              <a:gd name="connsiteX1015" fmla="*/ 3850931 w 4418809"/>
              <a:gd name="connsiteY1015" fmla="*/ 2131503 h 17130814"/>
              <a:gd name="connsiteX1016" fmla="*/ 3869970 w 4418809"/>
              <a:gd name="connsiteY1016" fmla="*/ 2113547 h 17130814"/>
              <a:gd name="connsiteX1017" fmla="*/ 3918334 w 4418809"/>
              <a:gd name="connsiteY1017" fmla="*/ 2005440 h 17130814"/>
              <a:gd name="connsiteX1018" fmla="*/ 3877312 w 4418809"/>
              <a:gd name="connsiteY1018" fmla="*/ 1853051 h 17130814"/>
              <a:gd name="connsiteX1019" fmla="*/ 3740550 w 4418809"/>
              <a:gd name="connsiteY1019" fmla="*/ 1774303 h 17130814"/>
              <a:gd name="connsiteX1020" fmla="*/ 3685378 w 4418809"/>
              <a:gd name="connsiteY1020" fmla="*/ 1777752 h 17130814"/>
              <a:gd name="connsiteX1021" fmla="*/ 3695403 w 4418809"/>
              <a:gd name="connsiteY1021" fmla="*/ 1765949 h 17130814"/>
              <a:gd name="connsiteX1022" fmla="*/ 3822249 w 4418809"/>
              <a:gd name="connsiteY1022" fmla="*/ 1374217 h 17130814"/>
              <a:gd name="connsiteX1023" fmla="*/ 3821563 w 4418809"/>
              <a:gd name="connsiteY1023" fmla="*/ 1367968 h 17130814"/>
              <a:gd name="connsiteX1024" fmla="*/ 3868996 w 4418809"/>
              <a:gd name="connsiteY1024" fmla="*/ 1363186 h 17130814"/>
              <a:gd name="connsiteX1025" fmla="*/ 4418809 w 4418809"/>
              <a:gd name="connsiteY1025" fmla="*/ 688588 h 1713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Lst>
            <a:rect l="l" t="t" r="r" b="b"/>
            <a:pathLst>
              <a:path w="4418809" h="17130814">
                <a:moveTo>
                  <a:pt x="2048722" y="10463832"/>
                </a:moveTo>
                <a:cubicBezTo>
                  <a:pt x="2048538" y="10486250"/>
                  <a:pt x="2046104" y="10508985"/>
                  <a:pt x="2041247" y="10531766"/>
                </a:cubicBezTo>
                <a:cubicBezTo>
                  <a:pt x="1976351" y="10836127"/>
                  <a:pt x="1669299" y="11028608"/>
                  <a:pt x="1355426" y="10961683"/>
                </a:cubicBezTo>
                <a:cubicBezTo>
                  <a:pt x="1061170" y="10898942"/>
                  <a:pt x="865385" y="10630482"/>
                  <a:pt x="895534" y="10346384"/>
                </a:cubicBezTo>
                <a:lnTo>
                  <a:pt x="900855" y="10312998"/>
                </a:lnTo>
                <a:lnTo>
                  <a:pt x="907053" y="10318727"/>
                </a:lnTo>
                <a:cubicBezTo>
                  <a:pt x="983406" y="10376831"/>
                  <a:pt x="1081922" y="10405806"/>
                  <a:pt x="1184506" y="10391882"/>
                </a:cubicBezTo>
                <a:cubicBezTo>
                  <a:pt x="1235799" y="10384920"/>
                  <a:pt x="1283252" y="10367893"/>
                  <a:pt x="1325145" y="10343061"/>
                </a:cubicBezTo>
                <a:lnTo>
                  <a:pt x="1367338" y="10312156"/>
                </a:lnTo>
                <a:lnTo>
                  <a:pt x="1354487" y="10346141"/>
                </a:lnTo>
                <a:cubicBezTo>
                  <a:pt x="1350607" y="10358201"/>
                  <a:pt x="1347300" y="10370570"/>
                  <a:pt x="1344601" y="10383226"/>
                </a:cubicBezTo>
                <a:lnTo>
                  <a:pt x="1344913" y="10383293"/>
                </a:lnTo>
                <a:lnTo>
                  <a:pt x="1343941" y="10386320"/>
                </a:lnTo>
                <a:cubicBezTo>
                  <a:pt x="1320194" y="10497695"/>
                  <a:pt x="1391229" y="10607231"/>
                  <a:pt x="1502603" y="10630978"/>
                </a:cubicBezTo>
                <a:cubicBezTo>
                  <a:pt x="1613978" y="10654726"/>
                  <a:pt x="1723515" y="10583690"/>
                  <a:pt x="1747262" y="10472316"/>
                </a:cubicBezTo>
                <a:lnTo>
                  <a:pt x="1747610" y="10469156"/>
                </a:lnTo>
                <a:lnTo>
                  <a:pt x="1710945" y="10461339"/>
                </a:lnTo>
                <a:lnTo>
                  <a:pt x="1710597" y="10464498"/>
                </a:lnTo>
                <a:cubicBezTo>
                  <a:pt x="1691167" y="10555622"/>
                  <a:pt x="1601545" y="10613742"/>
                  <a:pt x="1510422" y="10594313"/>
                </a:cubicBezTo>
                <a:cubicBezTo>
                  <a:pt x="1419297" y="10574883"/>
                  <a:pt x="1361177" y="10485261"/>
                  <a:pt x="1380607" y="10394137"/>
                </a:cubicBezTo>
                <a:lnTo>
                  <a:pt x="1381579" y="10391111"/>
                </a:lnTo>
                <a:lnTo>
                  <a:pt x="1381266" y="10391044"/>
                </a:lnTo>
                <a:cubicBezTo>
                  <a:pt x="1390981" y="10345482"/>
                  <a:pt x="1409470" y="10304045"/>
                  <a:pt x="1434585" y="10268126"/>
                </a:cubicBezTo>
                <a:lnTo>
                  <a:pt x="1471030" y="10225500"/>
                </a:lnTo>
                <a:lnTo>
                  <a:pt x="1514671" y="10194889"/>
                </a:lnTo>
                <a:cubicBezTo>
                  <a:pt x="1580207" y="10158464"/>
                  <a:pt x="1651464" y="10136543"/>
                  <a:pt x="1724119" y="10128757"/>
                </a:cubicBezTo>
                <a:lnTo>
                  <a:pt x="1754630" y="10128445"/>
                </a:lnTo>
                <a:lnTo>
                  <a:pt x="1781617" y="10131414"/>
                </a:lnTo>
                <a:cubicBezTo>
                  <a:pt x="1941085" y="10165416"/>
                  <a:pt x="2050014" y="10306899"/>
                  <a:pt x="2048722" y="10463832"/>
                </a:cubicBezTo>
                <a:close/>
                <a:moveTo>
                  <a:pt x="2331583" y="8652258"/>
                </a:moveTo>
                <a:lnTo>
                  <a:pt x="2319716" y="8653340"/>
                </a:lnTo>
                <a:cubicBezTo>
                  <a:pt x="2082996" y="8698883"/>
                  <a:pt x="1884794" y="8881404"/>
                  <a:pt x="1831363" y="9131995"/>
                </a:cubicBezTo>
                <a:cubicBezTo>
                  <a:pt x="1798980" y="9283869"/>
                  <a:pt x="1863535" y="9433865"/>
                  <a:pt x="1983264" y="9517585"/>
                </a:cubicBezTo>
                <a:lnTo>
                  <a:pt x="2008328" y="9531640"/>
                </a:lnTo>
                <a:lnTo>
                  <a:pt x="1967321" y="9524146"/>
                </a:lnTo>
                <a:cubicBezTo>
                  <a:pt x="1860633" y="9493977"/>
                  <a:pt x="1760529" y="9432841"/>
                  <a:pt x="1681602" y="9341989"/>
                </a:cubicBezTo>
                <a:cubicBezTo>
                  <a:pt x="1484287" y="9114855"/>
                  <a:pt x="1489386" y="8782625"/>
                  <a:pt x="1684373" y="8573817"/>
                </a:cubicBezTo>
                <a:lnTo>
                  <a:pt x="1692273" y="8566200"/>
                </a:lnTo>
                <a:lnTo>
                  <a:pt x="1722684" y="8547337"/>
                </a:lnTo>
                <a:lnTo>
                  <a:pt x="1724998" y="8545155"/>
                </a:lnTo>
                <a:lnTo>
                  <a:pt x="1720354" y="8539117"/>
                </a:lnTo>
                <a:lnTo>
                  <a:pt x="1725900" y="8533770"/>
                </a:lnTo>
                <a:lnTo>
                  <a:pt x="1701313" y="8505468"/>
                </a:lnTo>
                <a:lnTo>
                  <a:pt x="1677027" y="8528816"/>
                </a:lnTo>
                <a:lnTo>
                  <a:pt x="1639694" y="8547146"/>
                </a:lnTo>
                <a:cubicBezTo>
                  <a:pt x="1576085" y="8563763"/>
                  <a:pt x="1505854" y="8542142"/>
                  <a:pt x="1463250" y="8486753"/>
                </a:cubicBezTo>
                <a:cubicBezTo>
                  <a:pt x="1406444" y="8412901"/>
                  <a:pt x="1420264" y="8306981"/>
                  <a:pt x="1494117" y="8250176"/>
                </a:cubicBezTo>
                <a:lnTo>
                  <a:pt x="1496818" y="8248499"/>
                </a:lnTo>
                <a:lnTo>
                  <a:pt x="1493777" y="8244547"/>
                </a:lnTo>
                <a:lnTo>
                  <a:pt x="1495862" y="8245371"/>
                </a:lnTo>
                <a:lnTo>
                  <a:pt x="1506078" y="8209299"/>
                </a:lnTo>
                <a:cubicBezTo>
                  <a:pt x="1349197" y="8164864"/>
                  <a:pt x="1249827" y="8016512"/>
                  <a:pt x="1261456" y="7860006"/>
                </a:cubicBezTo>
                <a:cubicBezTo>
                  <a:pt x="1263117" y="7837649"/>
                  <a:pt x="1267043" y="7815125"/>
                  <a:pt x="1273391" y="7792712"/>
                </a:cubicBezTo>
                <a:cubicBezTo>
                  <a:pt x="1317826" y="7635832"/>
                  <a:pt x="1466180" y="7536461"/>
                  <a:pt x="1622685" y="7548090"/>
                </a:cubicBezTo>
                <a:lnTo>
                  <a:pt x="1675677" y="7557489"/>
                </a:lnTo>
                <a:lnTo>
                  <a:pt x="1718585" y="7596485"/>
                </a:lnTo>
                <a:cubicBezTo>
                  <a:pt x="1779218" y="7644984"/>
                  <a:pt x="1850289" y="7671608"/>
                  <a:pt x="1922264" y="7677416"/>
                </a:cubicBezTo>
                <a:lnTo>
                  <a:pt x="1983841" y="7676481"/>
                </a:lnTo>
                <a:lnTo>
                  <a:pt x="1957083" y="7688231"/>
                </a:lnTo>
                <a:cubicBezTo>
                  <a:pt x="1852087" y="7747048"/>
                  <a:pt x="1777230" y="7855273"/>
                  <a:pt x="1766434" y="7984227"/>
                </a:cubicBezTo>
                <a:cubicBezTo>
                  <a:pt x="1737930" y="8324669"/>
                  <a:pt x="1990805" y="8623757"/>
                  <a:pt x="2331248" y="8652261"/>
                </a:cubicBezTo>
                <a:close/>
                <a:moveTo>
                  <a:pt x="1921186" y="13764386"/>
                </a:moveTo>
                <a:cubicBezTo>
                  <a:pt x="1919872" y="13786767"/>
                  <a:pt x="1916295" y="13809350"/>
                  <a:pt x="1910297" y="13831857"/>
                </a:cubicBezTo>
                <a:cubicBezTo>
                  <a:pt x="1830143" y="14132560"/>
                  <a:pt x="1513780" y="14309321"/>
                  <a:pt x="1203679" y="14226662"/>
                </a:cubicBezTo>
                <a:cubicBezTo>
                  <a:pt x="912959" y="14149170"/>
                  <a:pt x="730954" y="13871183"/>
                  <a:pt x="775383" y="13588965"/>
                </a:cubicBezTo>
                <a:lnTo>
                  <a:pt x="782380" y="13555890"/>
                </a:lnTo>
                <a:lnTo>
                  <a:pt x="788283" y="13561925"/>
                </a:lnTo>
                <a:cubicBezTo>
                  <a:pt x="861609" y="13623802"/>
                  <a:pt x="958539" y="13657706"/>
                  <a:pt x="1061695" y="13648970"/>
                </a:cubicBezTo>
                <a:cubicBezTo>
                  <a:pt x="1113273" y="13644602"/>
                  <a:pt x="1161524" y="13629988"/>
                  <a:pt x="1204615" y="13607300"/>
                </a:cubicBezTo>
                <a:lnTo>
                  <a:pt x="1248313" y="13578560"/>
                </a:lnTo>
                <a:lnTo>
                  <a:pt x="1233765" y="13611855"/>
                </a:lnTo>
                <a:cubicBezTo>
                  <a:pt x="1229283" y="13623703"/>
                  <a:pt x="1225356" y="13635890"/>
                  <a:pt x="1222022" y="13648394"/>
                </a:cubicBezTo>
                <a:lnTo>
                  <a:pt x="1222331" y="13648477"/>
                </a:lnTo>
                <a:lnTo>
                  <a:pt x="1221208" y="13651450"/>
                </a:lnTo>
                <a:cubicBezTo>
                  <a:pt x="1191877" y="13761487"/>
                  <a:pt x="1257302" y="13874465"/>
                  <a:pt x="1367337" y="13903795"/>
                </a:cubicBezTo>
                <a:cubicBezTo>
                  <a:pt x="1477374" y="13933126"/>
                  <a:pt x="1590352" y="13867701"/>
                  <a:pt x="1619682" y="13757665"/>
                </a:cubicBezTo>
                <a:lnTo>
                  <a:pt x="1620189" y="13754527"/>
                </a:lnTo>
                <a:lnTo>
                  <a:pt x="1583964" y="13744872"/>
                </a:lnTo>
                <a:lnTo>
                  <a:pt x="1583457" y="13748009"/>
                </a:lnTo>
                <a:cubicBezTo>
                  <a:pt x="1559459" y="13838039"/>
                  <a:pt x="1467022" y="13891568"/>
                  <a:pt x="1376994" y="13867570"/>
                </a:cubicBezTo>
                <a:cubicBezTo>
                  <a:pt x="1286964" y="13843573"/>
                  <a:pt x="1233435" y="13751135"/>
                  <a:pt x="1257433" y="13661106"/>
                </a:cubicBezTo>
                <a:lnTo>
                  <a:pt x="1258556" y="13658132"/>
                </a:lnTo>
                <a:lnTo>
                  <a:pt x="1258247" y="13658050"/>
                </a:lnTo>
                <a:cubicBezTo>
                  <a:pt x="1270246" y="13613035"/>
                  <a:pt x="1290800" y="13572583"/>
                  <a:pt x="1317694" y="13537976"/>
                </a:cubicBezTo>
                <a:lnTo>
                  <a:pt x="1356241" y="13497241"/>
                </a:lnTo>
                <a:lnTo>
                  <a:pt x="1401369" y="13468868"/>
                </a:lnTo>
                <a:cubicBezTo>
                  <a:pt x="1468657" y="13435792"/>
                  <a:pt x="1540929" y="13417492"/>
                  <a:pt x="1613884" y="13413377"/>
                </a:cubicBezTo>
                <a:lnTo>
                  <a:pt x="1644371" y="13414603"/>
                </a:lnTo>
                <a:lnTo>
                  <a:pt x="1671175" y="13418928"/>
                </a:lnTo>
                <a:cubicBezTo>
                  <a:pt x="1828726" y="13460925"/>
                  <a:pt x="1930386" y="13607718"/>
                  <a:pt x="1921186" y="13764386"/>
                </a:cubicBezTo>
                <a:close/>
                <a:moveTo>
                  <a:pt x="2105482" y="11684224"/>
                </a:moveTo>
                <a:cubicBezTo>
                  <a:pt x="2089934" y="11869920"/>
                  <a:pt x="1926794" y="12007852"/>
                  <a:pt x="1741099" y="11992304"/>
                </a:cubicBezTo>
                <a:cubicBezTo>
                  <a:pt x="1555404" y="11976757"/>
                  <a:pt x="1417471" y="11813617"/>
                  <a:pt x="1433019" y="11627922"/>
                </a:cubicBezTo>
                <a:lnTo>
                  <a:pt x="1433337" y="11627948"/>
                </a:lnTo>
                <a:lnTo>
                  <a:pt x="1433283" y="11624770"/>
                </a:lnTo>
                <a:cubicBezTo>
                  <a:pt x="1441056" y="11531922"/>
                  <a:pt x="1522627" y="11462956"/>
                  <a:pt x="1615474" y="11470730"/>
                </a:cubicBezTo>
                <a:cubicBezTo>
                  <a:pt x="1708321" y="11478503"/>
                  <a:pt x="1777288" y="11560074"/>
                  <a:pt x="1769514" y="11652921"/>
                </a:cubicBezTo>
                <a:lnTo>
                  <a:pt x="1768932" y="11656046"/>
                </a:lnTo>
                <a:lnTo>
                  <a:pt x="1806292" y="11659174"/>
                </a:lnTo>
                <a:lnTo>
                  <a:pt x="1806873" y="11656049"/>
                </a:lnTo>
                <a:cubicBezTo>
                  <a:pt x="1816375" y="11542568"/>
                  <a:pt x="1732083" y="11442871"/>
                  <a:pt x="1618602" y="11433370"/>
                </a:cubicBezTo>
                <a:cubicBezTo>
                  <a:pt x="1505121" y="11423869"/>
                  <a:pt x="1405425" y="11508161"/>
                  <a:pt x="1395923" y="11621642"/>
                </a:cubicBezTo>
                <a:lnTo>
                  <a:pt x="1395977" y="11624820"/>
                </a:lnTo>
                <a:lnTo>
                  <a:pt x="1395659" y="11624794"/>
                </a:lnTo>
                <a:cubicBezTo>
                  <a:pt x="1378384" y="11831122"/>
                  <a:pt x="1531643" y="12012389"/>
                  <a:pt x="1737971" y="12029664"/>
                </a:cubicBezTo>
                <a:lnTo>
                  <a:pt x="1800508" y="12028604"/>
                </a:lnTo>
                <a:lnTo>
                  <a:pt x="1777910" y="12038127"/>
                </a:lnTo>
                <a:cubicBezTo>
                  <a:pt x="1735079" y="12061303"/>
                  <a:pt x="1696085" y="12093258"/>
                  <a:pt x="1663752" y="12133680"/>
                </a:cubicBezTo>
                <a:cubicBezTo>
                  <a:pt x="1582920" y="12234735"/>
                  <a:pt x="1562853" y="12364786"/>
                  <a:pt x="1598645" y="12479689"/>
                </a:cubicBezTo>
                <a:lnTo>
                  <a:pt x="1622501" y="12536298"/>
                </a:lnTo>
                <a:lnTo>
                  <a:pt x="1532691" y="12588046"/>
                </a:lnTo>
                <a:cubicBezTo>
                  <a:pt x="1292898" y="12694658"/>
                  <a:pt x="999075" y="12618060"/>
                  <a:pt x="834471" y="12390552"/>
                </a:cubicBezTo>
                <a:cubicBezTo>
                  <a:pt x="646352" y="12130540"/>
                  <a:pt x="698245" y="11771880"/>
                  <a:pt x="950377" y="11589461"/>
                </a:cubicBezTo>
                <a:lnTo>
                  <a:pt x="947579" y="11585592"/>
                </a:lnTo>
                <a:lnTo>
                  <a:pt x="955147" y="11530097"/>
                </a:lnTo>
                <a:cubicBezTo>
                  <a:pt x="1008509" y="11249430"/>
                  <a:pt x="1273609" y="11049122"/>
                  <a:pt x="1573431" y="11074224"/>
                </a:cubicBezTo>
                <a:cubicBezTo>
                  <a:pt x="1893240" y="11101001"/>
                  <a:pt x="2131447" y="11374107"/>
                  <a:pt x="2105482" y="11684224"/>
                </a:cubicBezTo>
                <a:close/>
                <a:moveTo>
                  <a:pt x="1916364" y="14986088"/>
                </a:moveTo>
                <a:cubicBezTo>
                  <a:pt x="1891477" y="15170765"/>
                  <a:pt x="1721593" y="15300299"/>
                  <a:pt x="1536917" y="15275412"/>
                </a:cubicBezTo>
                <a:cubicBezTo>
                  <a:pt x="1352242" y="15250525"/>
                  <a:pt x="1222707" y="15080641"/>
                  <a:pt x="1247594" y="14895964"/>
                </a:cubicBezTo>
                <a:lnTo>
                  <a:pt x="1247910" y="14896007"/>
                </a:lnTo>
                <a:lnTo>
                  <a:pt x="1248016" y="14892830"/>
                </a:lnTo>
                <a:cubicBezTo>
                  <a:pt x="1260460" y="14800492"/>
                  <a:pt x="1345403" y="14735725"/>
                  <a:pt x="1437740" y="14748168"/>
                </a:cubicBezTo>
                <a:cubicBezTo>
                  <a:pt x="1530078" y="14760612"/>
                  <a:pt x="1594845" y="14845554"/>
                  <a:pt x="1582402" y="14937892"/>
                </a:cubicBezTo>
                <a:lnTo>
                  <a:pt x="1581663" y="14940984"/>
                </a:lnTo>
                <a:lnTo>
                  <a:pt x="1618817" y="14945990"/>
                </a:lnTo>
                <a:lnTo>
                  <a:pt x="1619556" y="14942899"/>
                </a:lnTo>
                <a:cubicBezTo>
                  <a:pt x="1634765" y="14830041"/>
                  <a:pt x="1555605" y="14726223"/>
                  <a:pt x="1442747" y="14711014"/>
                </a:cubicBezTo>
                <a:cubicBezTo>
                  <a:pt x="1329889" y="14695805"/>
                  <a:pt x="1226071" y="14774965"/>
                  <a:pt x="1210862" y="14887823"/>
                </a:cubicBezTo>
                <a:lnTo>
                  <a:pt x="1210756" y="14891000"/>
                </a:lnTo>
                <a:lnTo>
                  <a:pt x="1210440" y="14890957"/>
                </a:lnTo>
                <a:cubicBezTo>
                  <a:pt x="1182787" y="15096154"/>
                  <a:pt x="1326715" y="15284913"/>
                  <a:pt x="1531910" y="15312566"/>
                </a:cubicBezTo>
                <a:lnTo>
                  <a:pt x="1594421" y="15314660"/>
                </a:lnTo>
                <a:lnTo>
                  <a:pt x="1571372" y="15323031"/>
                </a:lnTo>
                <a:cubicBezTo>
                  <a:pt x="1527427" y="15344019"/>
                  <a:pt x="1486872" y="15373968"/>
                  <a:pt x="1452543" y="15412709"/>
                </a:cubicBezTo>
                <a:cubicBezTo>
                  <a:pt x="1366720" y="15509562"/>
                  <a:pt x="1340124" y="15638436"/>
                  <a:pt x="1370079" y="15754997"/>
                </a:cubicBezTo>
                <a:lnTo>
                  <a:pt x="1391052" y="15812736"/>
                </a:lnTo>
                <a:lnTo>
                  <a:pt x="1298748" y="15859892"/>
                </a:lnTo>
                <a:cubicBezTo>
                  <a:pt x="1053886" y="15954284"/>
                  <a:pt x="764298" y="15862973"/>
                  <a:pt x="611370" y="15627457"/>
                </a:cubicBezTo>
                <a:cubicBezTo>
                  <a:pt x="436595" y="15358294"/>
                  <a:pt x="506498" y="15002706"/>
                  <a:pt x="767504" y="14833227"/>
                </a:cubicBezTo>
                <a:lnTo>
                  <a:pt x="764904" y="14829221"/>
                </a:lnTo>
                <a:lnTo>
                  <a:pt x="775260" y="14774179"/>
                </a:lnTo>
                <a:cubicBezTo>
                  <a:pt x="842700" y="14496558"/>
                  <a:pt x="1117558" y="14309865"/>
                  <a:pt x="1415734" y="14350047"/>
                </a:cubicBezTo>
                <a:cubicBezTo>
                  <a:pt x="1733787" y="14392909"/>
                  <a:pt x="1957927" y="14677673"/>
                  <a:pt x="1916364" y="14986088"/>
                </a:cubicBezTo>
                <a:close/>
                <a:moveTo>
                  <a:pt x="2991941" y="4480530"/>
                </a:moveTo>
                <a:lnTo>
                  <a:pt x="2976597" y="4527837"/>
                </a:lnTo>
                <a:cubicBezTo>
                  <a:pt x="2870058" y="4767662"/>
                  <a:pt x="2600642" y="4907711"/>
                  <a:pt x="2326003" y="4849152"/>
                </a:cubicBezTo>
                <a:cubicBezTo>
                  <a:pt x="2031748" y="4786411"/>
                  <a:pt x="1835963" y="4517951"/>
                  <a:pt x="1866112" y="4233852"/>
                </a:cubicBezTo>
                <a:lnTo>
                  <a:pt x="1871433" y="4200468"/>
                </a:lnTo>
                <a:lnTo>
                  <a:pt x="1877631" y="4206197"/>
                </a:lnTo>
                <a:cubicBezTo>
                  <a:pt x="1953983" y="4264299"/>
                  <a:pt x="2052500" y="4293275"/>
                  <a:pt x="2155084" y="4279350"/>
                </a:cubicBezTo>
                <a:cubicBezTo>
                  <a:pt x="2206376" y="4272389"/>
                  <a:pt x="2253830" y="4255361"/>
                  <a:pt x="2295723" y="4230530"/>
                </a:cubicBezTo>
                <a:lnTo>
                  <a:pt x="2337916" y="4199625"/>
                </a:lnTo>
                <a:lnTo>
                  <a:pt x="2325065" y="4233610"/>
                </a:lnTo>
                <a:cubicBezTo>
                  <a:pt x="2321185" y="4245669"/>
                  <a:pt x="2317877" y="4258039"/>
                  <a:pt x="2315178" y="4270695"/>
                </a:cubicBezTo>
                <a:lnTo>
                  <a:pt x="2315490" y="4270762"/>
                </a:lnTo>
                <a:lnTo>
                  <a:pt x="2314519" y="4273788"/>
                </a:lnTo>
                <a:cubicBezTo>
                  <a:pt x="2290772" y="4385163"/>
                  <a:pt x="2361807" y="4494700"/>
                  <a:pt x="2473181" y="4518447"/>
                </a:cubicBezTo>
                <a:cubicBezTo>
                  <a:pt x="2556712" y="4536257"/>
                  <a:pt x="2639210" y="4500752"/>
                  <a:pt x="2685256" y="4434901"/>
                </a:cubicBezTo>
                <a:lnTo>
                  <a:pt x="2685509" y="4434449"/>
                </a:lnTo>
                <a:lnTo>
                  <a:pt x="2795862" y="4488832"/>
                </a:lnTo>
                <a:cubicBezTo>
                  <a:pt x="2842963" y="4501208"/>
                  <a:pt x="2891712" y="4504145"/>
                  <a:pt x="2939290" y="4498007"/>
                </a:cubicBezTo>
                <a:close/>
                <a:moveTo>
                  <a:pt x="3019300" y="4351300"/>
                </a:moveTo>
                <a:cubicBezTo>
                  <a:pt x="3019116" y="4373719"/>
                  <a:pt x="3016681" y="4396453"/>
                  <a:pt x="3011824" y="4419234"/>
                </a:cubicBezTo>
                <a:lnTo>
                  <a:pt x="3006036" y="4437078"/>
                </a:lnTo>
                <a:lnTo>
                  <a:pt x="2934493" y="4460825"/>
                </a:lnTo>
                <a:cubicBezTo>
                  <a:pt x="2891672" y="4466350"/>
                  <a:pt x="2847798" y="4463707"/>
                  <a:pt x="2805408" y="4452568"/>
                </a:cubicBezTo>
                <a:lnTo>
                  <a:pt x="2703508" y="4402351"/>
                </a:lnTo>
                <a:lnTo>
                  <a:pt x="2705077" y="4399553"/>
                </a:lnTo>
                <a:cubicBezTo>
                  <a:pt x="2710563" y="4386998"/>
                  <a:pt x="2714872" y="4373707"/>
                  <a:pt x="2717840" y="4359785"/>
                </a:cubicBezTo>
                <a:lnTo>
                  <a:pt x="2718188" y="4356625"/>
                </a:lnTo>
                <a:lnTo>
                  <a:pt x="2681522" y="4348807"/>
                </a:lnTo>
                <a:lnTo>
                  <a:pt x="2681174" y="4351967"/>
                </a:lnTo>
                <a:cubicBezTo>
                  <a:pt x="2661745" y="4443091"/>
                  <a:pt x="2572123" y="4501211"/>
                  <a:pt x="2480999" y="4481782"/>
                </a:cubicBezTo>
                <a:cubicBezTo>
                  <a:pt x="2389875" y="4462352"/>
                  <a:pt x="2331755" y="4372730"/>
                  <a:pt x="2351184" y="4281606"/>
                </a:cubicBezTo>
                <a:lnTo>
                  <a:pt x="2352156" y="4278580"/>
                </a:lnTo>
                <a:lnTo>
                  <a:pt x="2351844" y="4278513"/>
                </a:lnTo>
                <a:cubicBezTo>
                  <a:pt x="2361559" y="4232950"/>
                  <a:pt x="2380048" y="4191514"/>
                  <a:pt x="2405163" y="4155595"/>
                </a:cubicBezTo>
                <a:lnTo>
                  <a:pt x="2441607" y="4112969"/>
                </a:lnTo>
                <a:lnTo>
                  <a:pt x="2485249" y="4082357"/>
                </a:lnTo>
                <a:cubicBezTo>
                  <a:pt x="2550784" y="4045932"/>
                  <a:pt x="2622042" y="4024012"/>
                  <a:pt x="2694697" y="4016226"/>
                </a:cubicBezTo>
                <a:lnTo>
                  <a:pt x="2725207" y="4015913"/>
                </a:lnTo>
                <a:lnTo>
                  <a:pt x="2752194" y="4018882"/>
                </a:lnTo>
                <a:cubicBezTo>
                  <a:pt x="2911662" y="4052885"/>
                  <a:pt x="3020592" y="4194368"/>
                  <a:pt x="3019300" y="4351300"/>
                </a:cubicBezTo>
                <a:close/>
                <a:moveTo>
                  <a:pt x="2366703" y="12637622"/>
                </a:moveTo>
                <a:cubicBezTo>
                  <a:pt x="2350587" y="12733803"/>
                  <a:pt x="2310107" y="12827894"/>
                  <a:pt x="2244329" y="12910127"/>
                </a:cubicBezTo>
                <a:cubicBezTo>
                  <a:pt x="2043865" y="13160743"/>
                  <a:pt x="1684348" y="13206323"/>
                  <a:pt x="1441326" y="13011933"/>
                </a:cubicBezTo>
                <a:lnTo>
                  <a:pt x="1417908" y="13041210"/>
                </a:lnTo>
                <a:cubicBezTo>
                  <a:pt x="1501278" y="13107897"/>
                  <a:pt x="1596610" y="13149517"/>
                  <a:pt x="1694797" y="13167085"/>
                </a:cubicBezTo>
                <a:lnTo>
                  <a:pt x="1696362" y="13167287"/>
                </a:lnTo>
                <a:lnTo>
                  <a:pt x="1695845" y="13167959"/>
                </a:lnTo>
                <a:cubicBezTo>
                  <a:pt x="1769616" y="13224871"/>
                  <a:pt x="1813335" y="13306296"/>
                  <a:pt x="1824384" y="13391937"/>
                </a:cubicBezTo>
                <a:lnTo>
                  <a:pt x="1824458" y="13394182"/>
                </a:lnTo>
                <a:lnTo>
                  <a:pt x="1791140" y="13384308"/>
                </a:lnTo>
                <a:lnTo>
                  <a:pt x="1670231" y="13374184"/>
                </a:lnTo>
                <a:lnTo>
                  <a:pt x="1670379" y="13372421"/>
                </a:lnTo>
                <a:lnTo>
                  <a:pt x="1618951" y="13369906"/>
                </a:lnTo>
                <a:lnTo>
                  <a:pt x="1610450" y="13371344"/>
                </a:lnTo>
                <a:lnTo>
                  <a:pt x="1605864" y="13370604"/>
                </a:lnTo>
                <a:cubicBezTo>
                  <a:pt x="1531260" y="13366223"/>
                  <a:pt x="1458672" y="13384466"/>
                  <a:pt x="1396401" y="13420526"/>
                </a:cubicBezTo>
                <a:lnTo>
                  <a:pt x="1363708" y="13443888"/>
                </a:lnTo>
                <a:lnTo>
                  <a:pt x="1386579" y="13391668"/>
                </a:lnTo>
                <a:cubicBezTo>
                  <a:pt x="1401698" y="13345375"/>
                  <a:pt x="1407989" y="13295353"/>
                  <a:pt x="1403621" y="13243774"/>
                </a:cubicBezTo>
                <a:lnTo>
                  <a:pt x="1403304" y="13243802"/>
                </a:lnTo>
                <a:lnTo>
                  <a:pt x="1403355" y="13240623"/>
                </a:lnTo>
                <a:cubicBezTo>
                  <a:pt x="1393745" y="13127151"/>
                  <a:pt x="1293969" y="13042954"/>
                  <a:pt x="1180497" y="13052563"/>
                </a:cubicBezTo>
                <a:cubicBezTo>
                  <a:pt x="1067025" y="13062173"/>
                  <a:pt x="982829" y="13161949"/>
                  <a:pt x="992438" y="13275421"/>
                </a:cubicBezTo>
                <a:lnTo>
                  <a:pt x="993022" y="13278546"/>
                </a:lnTo>
                <a:lnTo>
                  <a:pt x="1030378" y="13275382"/>
                </a:lnTo>
                <a:lnTo>
                  <a:pt x="1029793" y="13272257"/>
                </a:lnTo>
                <a:cubicBezTo>
                  <a:pt x="1021932" y="13179418"/>
                  <a:pt x="1090821" y="13097782"/>
                  <a:pt x="1183661" y="13089919"/>
                </a:cubicBezTo>
                <a:cubicBezTo>
                  <a:pt x="1276501" y="13082058"/>
                  <a:pt x="1358136" y="13150946"/>
                  <a:pt x="1365999" y="13243787"/>
                </a:cubicBezTo>
                <a:lnTo>
                  <a:pt x="1365948" y="13246966"/>
                </a:lnTo>
                <a:lnTo>
                  <a:pt x="1366265" y="13246938"/>
                </a:lnTo>
                <a:cubicBezTo>
                  <a:pt x="1381990" y="13432619"/>
                  <a:pt x="1244212" y="13595890"/>
                  <a:pt x="1058532" y="13611614"/>
                </a:cubicBezTo>
                <a:cubicBezTo>
                  <a:pt x="872851" y="13627338"/>
                  <a:pt x="709580" y="13489561"/>
                  <a:pt x="693856" y="13303880"/>
                </a:cubicBezTo>
                <a:cubicBezTo>
                  <a:pt x="667596" y="12993787"/>
                  <a:pt x="905545" y="12720454"/>
                  <a:pt x="1225328" y="12693374"/>
                </a:cubicBezTo>
                <a:cubicBezTo>
                  <a:pt x="1265301" y="12689989"/>
                  <a:pt x="1304661" y="12690611"/>
                  <a:pt x="1342986" y="12694899"/>
                </a:cubicBezTo>
                <a:lnTo>
                  <a:pt x="1344741" y="12695269"/>
                </a:lnTo>
                <a:lnTo>
                  <a:pt x="1346806" y="12670604"/>
                </a:lnTo>
                <a:lnTo>
                  <a:pt x="1385768" y="12671664"/>
                </a:lnTo>
                <a:cubicBezTo>
                  <a:pt x="1459816" y="12660248"/>
                  <a:pt x="1532658" y="12635199"/>
                  <a:pt x="1600479" y="12595905"/>
                </a:cubicBezTo>
                <a:lnTo>
                  <a:pt x="1642005" y="12568942"/>
                </a:lnTo>
                <a:lnTo>
                  <a:pt x="1668093" y="12607476"/>
                </a:lnTo>
                <a:cubicBezTo>
                  <a:pt x="1684031" y="12626621"/>
                  <a:pt x="1702127" y="12644452"/>
                  <a:pt x="1722337" y="12660618"/>
                </a:cubicBezTo>
                <a:lnTo>
                  <a:pt x="1722537" y="12660370"/>
                </a:lnTo>
                <a:lnTo>
                  <a:pt x="1724807" y="12662595"/>
                </a:lnTo>
                <a:cubicBezTo>
                  <a:pt x="1813736" y="12733728"/>
                  <a:pt x="1943490" y="12719302"/>
                  <a:pt x="2014624" y="12630373"/>
                </a:cubicBezTo>
                <a:cubicBezTo>
                  <a:pt x="2085757" y="12541444"/>
                  <a:pt x="2071330" y="12411689"/>
                  <a:pt x="1982402" y="12340557"/>
                </a:cubicBezTo>
                <a:lnTo>
                  <a:pt x="1979732" y="12338830"/>
                </a:lnTo>
                <a:lnTo>
                  <a:pt x="1956315" y="12368106"/>
                </a:lnTo>
                <a:lnTo>
                  <a:pt x="1958984" y="12369833"/>
                </a:lnTo>
                <a:cubicBezTo>
                  <a:pt x="2031743" y="12428032"/>
                  <a:pt x="2043546" y="12534195"/>
                  <a:pt x="1985347" y="12606955"/>
                </a:cubicBezTo>
                <a:cubicBezTo>
                  <a:pt x="1927148" y="12679714"/>
                  <a:pt x="1820984" y="12691518"/>
                  <a:pt x="1748224" y="12633318"/>
                </a:cubicBezTo>
                <a:lnTo>
                  <a:pt x="1745954" y="12631094"/>
                </a:lnTo>
                <a:lnTo>
                  <a:pt x="1745755" y="12631342"/>
                </a:lnTo>
                <a:cubicBezTo>
                  <a:pt x="1600236" y="12514944"/>
                  <a:pt x="1576629" y="12302617"/>
                  <a:pt x="1693028" y="12157098"/>
                </a:cubicBezTo>
                <a:cubicBezTo>
                  <a:pt x="1809427" y="12011579"/>
                  <a:pt x="2021754" y="11987972"/>
                  <a:pt x="2167273" y="12104372"/>
                </a:cubicBezTo>
                <a:cubicBezTo>
                  <a:pt x="2182462" y="12116521"/>
                  <a:pt x="2196836" y="12129319"/>
                  <a:pt x="2210389" y="12142701"/>
                </a:cubicBezTo>
                <a:lnTo>
                  <a:pt x="2210454" y="12142772"/>
                </a:lnTo>
                <a:lnTo>
                  <a:pt x="2209080" y="12147625"/>
                </a:lnTo>
                <a:lnTo>
                  <a:pt x="2216007" y="12148854"/>
                </a:lnTo>
                <a:lnTo>
                  <a:pt x="2248580" y="12184525"/>
                </a:lnTo>
                <a:cubicBezTo>
                  <a:pt x="2352748" y="12311214"/>
                  <a:pt x="2393564" y="12477320"/>
                  <a:pt x="2366703" y="12637622"/>
                </a:cubicBezTo>
                <a:close/>
                <a:moveTo>
                  <a:pt x="2142086" y="15855451"/>
                </a:moveTo>
                <a:cubicBezTo>
                  <a:pt x="2135631" y="15983941"/>
                  <a:pt x="2086367" y="16112346"/>
                  <a:pt x="1993248" y="16217431"/>
                </a:cubicBezTo>
                <a:cubicBezTo>
                  <a:pt x="1780408" y="16457625"/>
                  <a:pt x="1419050" y="16485027"/>
                  <a:pt x="1186135" y="16278636"/>
                </a:cubicBezTo>
                <a:lnTo>
                  <a:pt x="1161271" y="16306694"/>
                </a:lnTo>
                <a:cubicBezTo>
                  <a:pt x="1241174" y="16377499"/>
                  <a:pt x="1334287" y="16423871"/>
                  <a:pt x="1431464" y="16446365"/>
                </a:cubicBezTo>
                <a:lnTo>
                  <a:pt x="1433018" y="16446646"/>
                </a:lnTo>
                <a:lnTo>
                  <a:pt x="1432466" y="16447291"/>
                </a:lnTo>
                <a:cubicBezTo>
                  <a:pt x="1574084" y="16568406"/>
                  <a:pt x="1590706" y="16781394"/>
                  <a:pt x="1469591" y="16923010"/>
                </a:cubicBezTo>
                <a:cubicBezTo>
                  <a:pt x="1378755" y="17029226"/>
                  <a:pt x="1236241" y="17065128"/>
                  <a:pt x="1110915" y="17025346"/>
                </a:cubicBezTo>
                <a:lnTo>
                  <a:pt x="999115" y="16963058"/>
                </a:lnTo>
                <a:lnTo>
                  <a:pt x="1035630" y="16907424"/>
                </a:lnTo>
                <a:cubicBezTo>
                  <a:pt x="1060840" y="16859432"/>
                  <a:pt x="1077057" y="16805704"/>
                  <a:pt x="1081865" y="16748284"/>
                </a:cubicBezTo>
                <a:cubicBezTo>
                  <a:pt x="1101095" y="16518605"/>
                  <a:pt x="930492" y="16316824"/>
                  <a:pt x="700813" y="16297594"/>
                </a:cubicBezTo>
                <a:lnTo>
                  <a:pt x="700783" y="16297948"/>
                </a:lnTo>
                <a:lnTo>
                  <a:pt x="697304" y="16297300"/>
                </a:lnTo>
                <a:cubicBezTo>
                  <a:pt x="570980" y="16286724"/>
                  <a:pt x="460002" y="16380554"/>
                  <a:pt x="449425" y="16506878"/>
                </a:cubicBezTo>
                <a:cubicBezTo>
                  <a:pt x="438848" y="16633202"/>
                  <a:pt x="532679" y="16744181"/>
                  <a:pt x="659003" y="16754758"/>
                </a:cubicBezTo>
                <a:lnTo>
                  <a:pt x="662542" y="16754697"/>
                </a:lnTo>
                <a:lnTo>
                  <a:pt x="666023" y="16713111"/>
                </a:lnTo>
                <a:lnTo>
                  <a:pt x="662485" y="16713171"/>
                </a:lnTo>
                <a:cubicBezTo>
                  <a:pt x="559130" y="16704517"/>
                  <a:pt x="482358" y="16613715"/>
                  <a:pt x="491012" y="16510360"/>
                </a:cubicBezTo>
                <a:cubicBezTo>
                  <a:pt x="499665" y="16407005"/>
                  <a:pt x="590467" y="16330233"/>
                  <a:pt x="693822" y="16338887"/>
                </a:cubicBezTo>
                <a:lnTo>
                  <a:pt x="697301" y="16339534"/>
                </a:lnTo>
                <a:lnTo>
                  <a:pt x="697331" y="16339181"/>
                </a:lnTo>
                <a:cubicBezTo>
                  <a:pt x="904042" y="16356488"/>
                  <a:pt x="1057584" y="16538090"/>
                  <a:pt x="1040277" y="16744802"/>
                </a:cubicBezTo>
                <a:cubicBezTo>
                  <a:pt x="1022970" y="16951512"/>
                  <a:pt x="841367" y="17105056"/>
                  <a:pt x="634657" y="17087748"/>
                </a:cubicBezTo>
                <a:cubicBezTo>
                  <a:pt x="289441" y="17058844"/>
                  <a:pt x="33753" y="16746817"/>
                  <a:pt x="63559" y="16390814"/>
                </a:cubicBezTo>
                <a:cubicBezTo>
                  <a:pt x="89640" y="16079311"/>
                  <a:pt x="325661" y="15837356"/>
                  <a:pt x="615526" y="15801097"/>
                </a:cubicBezTo>
                <a:lnTo>
                  <a:pt x="694417" y="15799515"/>
                </a:lnTo>
                <a:lnTo>
                  <a:pt x="694520" y="15798286"/>
                </a:lnTo>
                <a:lnTo>
                  <a:pt x="724668" y="15824329"/>
                </a:lnTo>
                <a:cubicBezTo>
                  <a:pt x="909090" y="15955792"/>
                  <a:pt x="1156908" y="15978635"/>
                  <a:pt x="1366054" y="15871157"/>
                </a:cubicBezTo>
                <a:lnTo>
                  <a:pt x="1408886" y="15846322"/>
                </a:lnTo>
                <a:lnTo>
                  <a:pt x="1432999" y="15886122"/>
                </a:lnTo>
                <a:cubicBezTo>
                  <a:pt x="1447952" y="15906045"/>
                  <a:pt x="1465125" y="15924767"/>
                  <a:pt x="1484496" y="15941931"/>
                </a:cubicBezTo>
                <a:lnTo>
                  <a:pt x="1484707" y="15941693"/>
                </a:lnTo>
                <a:lnTo>
                  <a:pt x="1486864" y="15944030"/>
                </a:lnTo>
                <a:cubicBezTo>
                  <a:pt x="1572093" y="16019554"/>
                  <a:pt x="1702410" y="16011686"/>
                  <a:pt x="1777935" y="15926455"/>
                </a:cubicBezTo>
                <a:cubicBezTo>
                  <a:pt x="1853460" y="15841225"/>
                  <a:pt x="1845591" y="15710907"/>
                  <a:pt x="1760361" y="15635383"/>
                </a:cubicBezTo>
                <a:lnTo>
                  <a:pt x="1757782" y="15633524"/>
                </a:lnTo>
                <a:lnTo>
                  <a:pt x="1732918" y="15661583"/>
                </a:lnTo>
                <a:lnTo>
                  <a:pt x="1735497" y="15663442"/>
                </a:lnTo>
                <a:cubicBezTo>
                  <a:pt x="1805230" y="15725234"/>
                  <a:pt x="1811668" y="15831858"/>
                  <a:pt x="1749875" y="15901592"/>
                </a:cubicBezTo>
                <a:cubicBezTo>
                  <a:pt x="1688084" y="15971325"/>
                  <a:pt x="1581460" y="15977763"/>
                  <a:pt x="1511727" y="15915970"/>
                </a:cubicBezTo>
                <a:lnTo>
                  <a:pt x="1509570" y="15913634"/>
                </a:lnTo>
                <a:lnTo>
                  <a:pt x="1509359" y="15913873"/>
                </a:lnTo>
                <a:cubicBezTo>
                  <a:pt x="1369891" y="15790287"/>
                  <a:pt x="1357016" y="15577040"/>
                  <a:pt x="1480601" y="15437573"/>
                </a:cubicBezTo>
                <a:cubicBezTo>
                  <a:pt x="1604187" y="15298105"/>
                  <a:pt x="1817434" y="15285231"/>
                  <a:pt x="1956901" y="15408816"/>
                </a:cubicBezTo>
                <a:cubicBezTo>
                  <a:pt x="1971459" y="15421715"/>
                  <a:pt x="1985170" y="15435222"/>
                  <a:pt x="1998031" y="15449269"/>
                </a:cubicBezTo>
                <a:lnTo>
                  <a:pt x="1998092" y="15449343"/>
                </a:lnTo>
                <a:lnTo>
                  <a:pt x="1996475" y="15454121"/>
                </a:lnTo>
                <a:lnTo>
                  <a:pt x="2003332" y="15455698"/>
                </a:lnTo>
                <a:lnTo>
                  <a:pt x="2034065" y="15492966"/>
                </a:lnTo>
                <a:cubicBezTo>
                  <a:pt x="2112185" y="15598389"/>
                  <a:pt x="2148540" y="15726962"/>
                  <a:pt x="2142086" y="15855451"/>
                </a:cubicBezTo>
                <a:close/>
                <a:moveTo>
                  <a:pt x="3076059" y="5571693"/>
                </a:moveTo>
                <a:cubicBezTo>
                  <a:pt x="3060512" y="5757389"/>
                  <a:pt x="2897372" y="5895321"/>
                  <a:pt x="2711677" y="5879773"/>
                </a:cubicBezTo>
                <a:cubicBezTo>
                  <a:pt x="2525981" y="5864226"/>
                  <a:pt x="2388049" y="5701086"/>
                  <a:pt x="2403596" y="5515390"/>
                </a:cubicBezTo>
                <a:lnTo>
                  <a:pt x="2403914" y="5515417"/>
                </a:lnTo>
                <a:lnTo>
                  <a:pt x="2403860" y="5512238"/>
                </a:lnTo>
                <a:cubicBezTo>
                  <a:pt x="2411634" y="5419391"/>
                  <a:pt x="2493204" y="5350425"/>
                  <a:pt x="2586052" y="5358198"/>
                </a:cubicBezTo>
                <a:cubicBezTo>
                  <a:pt x="2678899" y="5365972"/>
                  <a:pt x="2747865" y="5447543"/>
                  <a:pt x="2740092" y="5540390"/>
                </a:cubicBezTo>
                <a:lnTo>
                  <a:pt x="2739510" y="5543515"/>
                </a:lnTo>
                <a:lnTo>
                  <a:pt x="2776869" y="5546643"/>
                </a:lnTo>
                <a:lnTo>
                  <a:pt x="2777451" y="5543518"/>
                </a:lnTo>
                <a:cubicBezTo>
                  <a:pt x="2786952" y="5430037"/>
                  <a:pt x="2702660" y="5330341"/>
                  <a:pt x="2589180" y="5320839"/>
                </a:cubicBezTo>
                <a:cubicBezTo>
                  <a:pt x="2475699" y="5311338"/>
                  <a:pt x="2376003" y="5395630"/>
                  <a:pt x="2366501" y="5509110"/>
                </a:cubicBezTo>
                <a:lnTo>
                  <a:pt x="2366555" y="5512289"/>
                </a:lnTo>
                <a:lnTo>
                  <a:pt x="2366237" y="5512262"/>
                </a:lnTo>
                <a:cubicBezTo>
                  <a:pt x="2348962" y="5718591"/>
                  <a:pt x="2502220" y="5899857"/>
                  <a:pt x="2708549" y="5917133"/>
                </a:cubicBezTo>
                <a:lnTo>
                  <a:pt x="2771084" y="5916073"/>
                </a:lnTo>
                <a:lnTo>
                  <a:pt x="2748488" y="5925596"/>
                </a:lnTo>
                <a:cubicBezTo>
                  <a:pt x="2705657" y="5948772"/>
                  <a:pt x="2666662" y="5980727"/>
                  <a:pt x="2634329" y="6021149"/>
                </a:cubicBezTo>
                <a:cubicBezTo>
                  <a:pt x="2553496" y="6122204"/>
                  <a:pt x="2533430" y="6252256"/>
                  <a:pt x="2569223" y="6367158"/>
                </a:cubicBezTo>
                <a:lnTo>
                  <a:pt x="2593078" y="6423767"/>
                </a:lnTo>
                <a:lnTo>
                  <a:pt x="2503269" y="6475516"/>
                </a:lnTo>
                <a:cubicBezTo>
                  <a:pt x="2263476" y="6582127"/>
                  <a:pt x="1969653" y="6505530"/>
                  <a:pt x="1805049" y="6278020"/>
                </a:cubicBezTo>
                <a:cubicBezTo>
                  <a:pt x="1616930" y="6018008"/>
                  <a:pt x="1668822" y="5659348"/>
                  <a:pt x="1920954" y="5476929"/>
                </a:cubicBezTo>
                <a:lnTo>
                  <a:pt x="1918156" y="5473061"/>
                </a:lnTo>
                <a:lnTo>
                  <a:pt x="1925725" y="5417566"/>
                </a:lnTo>
                <a:cubicBezTo>
                  <a:pt x="1979086" y="5136900"/>
                  <a:pt x="2244187" y="4936590"/>
                  <a:pt x="2544008" y="4961693"/>
                </a:cubicBezTo>
                <a:cubicBezTo>
                  <a:pt x="2863817" y="4988469"/>
                  <a:pt x="3102024" y="5261575"/>
                  <a:pt x="3076059" y="5571693"/>
                </a:cubicBezTo>
                <a:close/>
                <a:moveTo>
                  <a:pt x="3450293" y="1154914"/>
                </a:moveTo>
                <a:cubicBezTo>
                  <a:pt x="3450109" y="1177332"/>
                  <a:pt x="3447675" y="1200067"/>
                  <a:pt x="3442817" y="1222848"/>
                </a:cubicBezTo>
                <a:cubicBezTo>
                  <a:pt x="3377921" y="1527208"/>
                  <a:pt x="3070869" y="1719690"/>
                  <a:pt x="2756997" y="1652765"/>
                </a:cubicBezTo>
                <a:cubicBezTo>
                  <a:pt x="2462741" y="1590024"/>
                  <a:pt x="2266956" y="1321564"/>
                  <a:pt x="2297105" y="1037466"/>
                </a:cubicBezTo>
                <a:lnTo>
                  <a:pt x="2302426" y="1004080"/>
                </a:lnTo>
                <a:lnTo>
                  <a:pt x="2308625" y="1009810"/>
                </a:lnTo>
                <a:cubicBezTo>
                  <a:pt x="2384976" y="1067913"/>
                  <a:pt x="2483493" y="1096888"/>
                  <a:pt x="2586077" y="1082964"/>
                </a:cubicBezTo>
                <a:cubicBezTo>
                  <a:pt x="2637369" y="1076003"/>
                  <a:pt x="2684823" y="1058975"/>
                  <a:pt x="2726716" y="1034144"/>
                </a:cubicBezTo>
                <a:lnTo>
                  <a:pt x="2768909" y="1003238"/>
                </a:lnTo>
                <a:lnTo>
                  <a:pt x="2756058" y="1037223"/>
                </a:lnTo>
                <a:cubicBezTo>
                  <a:pt x="2752178" y="1049283"/>
                  <a:pt x="2748870" y="1061652"/>
                  <a:pt x="2746172" y="1074309"/>
                </a:cubicBezTo>
                <a:lnTo>
                  <a:pt x="2746483" y="1074375"/>
                </a:lnTo>
                <a:lnTo>
                  <a:pt x="2745512" y="1077402"/>
                </a:lnTo>
                <a:cubicBezTo>
                  <a:pt x="2721765" y="1188777"/>
                  <a:pt x="2792800" y="1298313"/>
                  <a:pt x="2904175" y="1322061"/>
                </a:cubicBezTo>
                <a:cubicBezTo>
                  <a:pt x="3015549" y="1345808"/>
                  <a:pt x="3125086" y="1274772"/>
                  <a:pt x="3148833" y="1163398"/>
                </a:cubicBezTo>
                <a:lnTo>
                  <a:pt x="3149181" y="1160238"/>
                </a:lnTo>
                <a:lnTo>
                  <a:pt x="3112515" y="1152421"/>
                </a:lnTo>
                <a:lnTo>
                  <a:pt x="3112168" y="1155581"/>
                </a:lnTo>
                <a:cubicBezTo>
                  <a:pt x="3092738" y="1246704"/>
                  <a:pt x="3003116" y="1304825"/>
                  <a:pt x="2911992" y="1285396"/>
                </a:cubicBezTo>
                <a:cubicBezTo>
                  <a:pt x="2820868" y="1265965"/>
                  <a:pt x="2762748" y="1176344"/>
                  <a:pt x="2782177" y="1085219"/>
                </a:cubicBezTo>
                <a:lnTo>
                  <a:pt x="2783149" y="1082194"/>
                </a:lnTo>
                <a:lnTo>
                  <a:pt x="2782837" y="1082126"/>
                </a:lnTo>
                <a:cubicBezTo>
                  <a:pt x="2792552" y="1036564"/>
                  <a:pt x="2811041" y="995127"/>
                  <a:pt x="2836157" y="959208"/>
                </a:cubicBezTo>
                <a:lnTo>
                  <a:pt x="2872600" y="916582"/>
                </a:lnTo>
                <a:lnTo>
                  <a:pt x="2916242" y="885972"/>
                </a:lnTo>
                <a:cubicBezTo>
                  <a:pt x="2981777" y="849546"/>
                  <a:pt x="3053035" y="827626"/>
                  <a:pt x="3125690" y="819840"/>
                </a:cubicBezTo>
                <a:lnTo>
                  <a:pt x="3156200" y="819527"/>
                </a:lnTo>
                <a:lnTo>
                  <a:pt x="3183188" y="822497"/>
                </a:lnTo>
                <a:cubicBezTo>
                  <a:pt x="3342655" y="856498"/>
                  <a:pt x="3451585" y="997981"/>
                  <a:pt x="3450293" y="1154914"/>
                </a:cubicBezTo>
                <a:close/>
                <a:moveTo>
                  <a:pt x="3209856" y="4233185"/>
                </a:moveTo>
                <a:lnTo>
                  <a:pt x="3194578" y="4274259"/>
                </a:lnTo>
                <a:cubicBezTo>
                  <a:pt x="3184720" y="4294395"/>
                  <a:pt x="3172698" y="4313843"/>
                  <a:pt x="3158470" y="4332286"/>
                </a:cubicBezTo>
                <a:cubicBezTo>
                  <a:pt x="3130014" y="4369171"/>
                  <a:pt x="3095430" y="4398544"/>
                  <a:pt x="3057255" y="4420077"/>
                </a:cubicBezTo>
                <a:lnTo>
                  <a:pt x="3049066" y="4422795"/>
                </a:lnTo>
                <a:lnTo>
                  <a:pt x="3056171" y="4370313"/>
                </a:lnTo>
                <a:cubicBezTo>
                  <a:pt x="3063871" y="4238714"/>
                  <a:pt x="3001352" y="4114717"/>
                  <a:pt x="2896588" y="4041462"/>
                </a:cubicBezTo>
                <a:lnTo>
                  <a:pt x="2871525" y="4027408"/>
                </a:lnTo>
                <a:lnTo>
                  <a:pt x="2912530" y="4034902"/>
                </a:lnTo>
                <a:cubicBezTo>
                  <a:pt x="3019219" y="4065069"/>
                  <a:pt x="3119323" y="4126206"/>
                  <a:pt x="3198250" y="4217059"/>
                </a:cubicBezTo>
                <a:close/>
                <a:moveTo>
                  <a:pt x="3228075" y="4147722"/>
                </a:moveTo>
                <a:lnTo>
                  <a:pt x="3224882" y="4167528"/>
                </a:lnTo>
                <a:lnTo>
                  <a:pt x="3123759" y="4076990"/>
                </a:lnTo>
                <a:cubicBezTo>
                  <a:pt x="2997751" y="3990096"/>
                  <a:pt x="2845406" y="3954562"/>
                  <a:pt x="2697566" y="3972555"/>
                </a:cubicBezTo>
                <a:lnTo>
                  <a:pt x="2689148" y="3974419"/>
                </a:lnTo>
                <a:lnTo>
                  <a:pt x="2684530" y="3973911"/>
                </a:lnTo>
                <a:cubicBezTo>
                  <a:pt x="2609801" y="3973296"/>
                  <a:pt x="2538224" y="3995175"/>
                  <a:pt x="2477850" y="4034328"/>
                </a:cubicBezTo>
                <a:lnTo>
                  <a:pt x="2446376" y="4059308"/>
                </a:lnTo>
                <a:lnTo>
                  <a:pt x="2466586" y="4006001"/>
                </a:lnTo>
                <a:cubicBezTo>
                  <a:pt x="2479353" y="3959004"/>
                  <a:pt x="2483115" y="3908730"/>
                  <a:pt x="2476154" y="3857436"/>
                </a:cubicBezTo>
                <a:lnTo>
                  <a:pt x="2475837" y="3857480"/>
                </a:lnTo>
                <a:lnTo>
                  <a:pt x="2475728" y="3854303"/>
                </a:lnTo>
                <a:cubicBezTo>
                  <a:pt x="2460412" y="3741459"/>
                  <a:pt x="2356519" y="3662399"/>
                  <a:pt x="2243675" y="3677715"/>
                </a:cubicBezTo>
                <a:cubicBezTo>
                  <a:pt x="2130832" y="3693030"/>
                  <a:pt x="2051772" y="3796923"/>
                  <a:pt x="2067087" y="3909767"/>
                </a:cubicBezTo>
                <a:lnTo>
                  <a:pt x="2067829" y="3912858"/>
                </a:lnTo>
                <a:lnTo>
                  <a:pt x="2104978" y="3907816"/>
                </a:lnTo>
                <a:lnTo>
                  <a:pt x="2104236" y="3904724"/>
                </a:lnTo>
                <a:cubicBezTo>
                  <a:pt x="2091705" y="3812399"/>
                  <a:pt x="2156392" y="3727395"/>
                  <a:pt x="2248718" y="3714863"/>
                </a:cubicBezTo>
                <a:cubicBezTo>
                  <a:pt x="2341044" y="3702333"/>
                  <a:pt x="2426048" y="3767018"/>
                  <a:pt x="2438579" y="3859345"/>
                </a:cubicBezTo>
                <a:lnTo>
                  <a:pt x="2438688" y="3862522"/>
                </a:lnTo>
                <a:lnTo>
                  <a:pt x="2439004" y="3862479"/>
                </a:lnTo>
                <a:cubicBezTo>
                  <a:pt x="2464067" y="4047131"/>
                  <a:pt x="2334694" y="4217139"/>
                  <a:pt x="2150042" y="4242202"/>
                </a:cubicBezTo>
                <a:cubicBezTo>
                  <a:pt x="1965389" y="4267264"/>
                  <a:pt x="1795382" y="4137891"/>
                  <a:pt x="1770320" y="3953239"/>
                </a:cubicBezTo>
                <a:cubicBezTo>
                  <a:pt x="1728464" y="3644863"/>
                  <a:pt x="1952333" y="3359885"/>
                  <a:pt x="2270346" y="3316721"/>
                </a:cubicBezTo>
                <a:cubicBezTo>
                  <a:pt x="2310097" y="3311326"/>
                  <a:pt x="2349438" y="3309964"/>
                  <a:pt x="2387931" y="3312315"/>
                </a:cubicBezTo>
                <a:lnTo>
                  <a:pt x="2457244" y="3323321"/>
                </a:lnTo>
                <a:lnTo>
                  <a:pt x="2458869" y="3324163"/>
                </a:lnTo>
                <a:cubicBezTo>
                  <a:pt x="2493408" y="3338214"/>
                  <a:pt x="2529076" y="3349089"/>
                  <a:pt x="2565397" y="3356707"/>
                </a:cubicBezTo>
                <a:lnTo>
                  <a:pt x="2573830" y="3356937"/>
                </a:lnTo>
                <a:lnTo>
                  <a:pt x="2605230" y="3368384"/>
                </a:lnTo>
                <a:cubicBezTo>
                  <a:pt x="2738659" y="3432027"/>
                  <a:pt x="2844556" y="3544760"/>
                  <a:pt x="2894971" y="3685988"/>
                </a:cubicBezTo>
                <a:lnTo>
                  <a:pt x="2909517" y="3745819"/>
                </a:lnTo>
                <a:lnTo>
                  <a:pt x="2842896" y="3703016"/>
                </a:lnTo>
                <a:lnTo>
                  <a:pt x="2819479" y="3732292"/>
                </a:lnTo>
                <a:lnTo>
                  <a:pt x="2921399" y="3794690"/>
                </a:lnTo>
                <a:lnTo>
                  <a:pt x="2921943" y="3796930"/>
                </a:lnTo>
                <a:lnTo>
                  <a:pt x="2924493" y="3796584"/>
                </a:lnTo>
                <a:lnTo>
                  <a:pt x="2952367" y="3813650"/>
                </a:lnTo>
                <a:cubicBezTo>
                  <a:pt x="2998894" y="3834587"/>
                  <a:pt x="3047274" y="3849383"/>
                  <a:pt x="3096368" y="3858167"/>
                </a:cubicBezTo>
                <a:lnTo>
                  <a:pt x="3097934" y="3858369"/>
                </a:lnTo>
                <a:lnTo>
                  <a:pt x="3097415" y="3859041"/>
                </a:lnTo>
                <a:cubicBezTo>
                  <a:pt x="3189630" y="3930180"/>
                  <a:pt x="3234888" y="4039623"/>
                  <a:pt x="3228075" y="4147722"/>
                </a:cubicBezTo>
                <a:close/>
                <a:moveTo>
                  <a:pt x="2647819" y="11811574"/>
                </a:moveTo>
                <a:cubicBezTo>
                  <a:pt x="2646157" y="11833931"/>
                  <a:pt x="2642231" y="11856455"/>
                  <a:pt x="2635883" y="11878867"/>
                </a:cubicBezTo>
                <a:cubicBezTo>
                  <a:pt x="2591448" y="12035748"/>
                  <a:pt x="2443095" y="12135119"/>
                  <a:pt x="2286590" y="12123489"/>
                </a:cubicBezTo>
                <a:lnTo>
                  <a:pt x="2233599" y="12114090"/>
                </a:lnTo>
                <a:lnTo>
                  <a:pt x="2190691" y="12075095"/>
                </a:lnTo>
                <a:cubicBezTo>
                  <a:pt x="2130057" y="12026596"/>
                  <a:pt x="2058986" y="11999971"/>
                  <a:pt x="1987010" y="11994164"/>
                </a:cubicBezTo>
                <a:lnTo>
                  <a:pt x="1925434" y="11995098"/>
                </a:lnTo>
                <a:lnTo>
                  <a:pt x="1952191" y="11983349"/>
                </a:lnTo>
                <a:cubicBezTo>
                  <a:pt x="2057188" y="11924532"/>
                  <a:pt x="2132044" y="11816307"/>
                  <a:pt x="2142841" y="11687352"/>
                </a:cubicBezTo>
                <a:cubicBezTo>
                  <a:pt x="2171345" y="11346910"/>
                  <a:pt x="1918470" y="11047821"/>
                  <a:pt x="1578028" y="11019317"/>
                </a:cubicBezTo>
                <a:lnTo>
                  <a:pt x="1577691" y="11019320"/>
                </a:lnTo>
                <a:lnTo>
                  <a:pt x="1589559" y="11018239"/>
                </a:lnTo>
                <a:cubicBezTo>
                  <a:pt x="1826279" y="10972696"/>
                  <a:pt x="2024481" y="10790175"/>
                  <a:pt x="2077912" y="10539583"/>
                </a:cubicBezTo>
                <a:cubicBezTo>
                  <a:pt x="2110295" y="10387709"/>
                  <a:pt x="2045740" y="10237713"/>
                  <a:pt x="1926011" y="10153993"/>
                </a:cubicBezTo>
                <a:lnTo>
                  <a:pt x="1900947" y="10139939"/>
                </a:lnTo>
                <a:lnTo>
                  <a:pt x="1941954" y="10147432"/>
                </a:lnTo>
                <a:cubicBezTo>
                  <a:pt x="2048642" y="10177601"/>
                  <a:pt x="2148745" y="10238737"/>
                  <a:pt x="2227672" y="10329590"/>
                </a:cubicBezTo>
                <a:cubicBezTo>
                  <a:pt x="2424988" y="10556724"/>
                  <a:pt x="2419889" y="10888954"/>
                  <a:pt x="2224901" y="11097761"/>
                </a:cubicBezTo>
                <a:lnTo>
                  <a:pt x="2217002" y="11105379"/>
                </a:lnTo>
                <a:lnTo>
                  <a:pt x="2186590" y="11124242"/>
                </a:lnTo>
                <a:lnTo>
                  <a:pt x="2184277" y="11126424"/>
                </a:lnTo>
                <a:lnTo>
                  <a:pt x="2188921" y="11132461"/>
                </a:lnTo>
                <a:lnTo>
                  <a:pt x="2183375" y="11137809"/>
                </a:lnTo>
                <a:lnTo>
                  <a:pt x="2207961" y="11166111"/>
                </a:lnTo>
                <a:lnTo>
                  <a:pt x="2232248" y="11142763"/>
                </a:lnTo>
                <a:lnTo>
                  <a:pt x="2269581" y="11124432"/>
                </a:lnTo>
                <a:cubicBezTo>
                  <a:pt x="2333190" y="11107815"/>
                  <a:pt x="2403421" y="11129436"/>
                  <a:pt x="2446025" y="11184826"/>
                </a:cubicBezTo>
                <a:cubicBezTo>
                  <a:pt x="2502830" y="11258678"/>
                  <a:pt x="2489011" y="11364599"/>
                  <a:pt x="2415158" y="11421403"/>
                </a:cubicBezTo>
                <a:lnTo>
                  <a:pt x="2412456" y="11423080"/>
                </a:lnTo>
                <a:lnTo>
                  <a:pt x="2415497" y="11427033"/>
                </a:lnTo>
                <a:lnTo>
                  <a:pt x="2413414" y="11426209"/>
                </a:lnTo>
                <a:lnTo>
                  <a:pt x="2403196" y="11462280"/>
                </a:lnTo>
                <a:cubicBezTo>
                  <a:pt x="2560077" y="11506715"/>
                  <a:pt x="2659448" y="11655067"/>
                  <a:pt x="2647819" y="11811574"/>
                </a:cubicBezTo>
                <a:close/>
                <a:moveTo>
                  <a:pt x="3507052" y="2375307"/>
                </a:moveTo>
                <a:cubicBezTo>
                  <a:pt x="3491505" y="2561003"/>
                  <a:pt x="3328365" y="2698934"/>
                  <a:pt x="3142670" y="2683387"/>
                </a:cubicBezTo>
                <a:cubicBezTo>
                  <a:pt x="2956974" y="2667839"/>
                  <a:pt x="2819042" y="2504700"/>
                  <a:pt x="2834590" y="2319004"/>
                </a:cubicBezTo>
                <a:lnTo>
                  <a:pt x="2834907" y="2319031"/>
                </a:lnTo>
                <a:lnTo>
                  <a:pt x="2834854" y="2315852"/>
                </a:lnTo>
                <a:cubicBezTo>
                  <a:pt x="2842627" y="2223005"/>
                  <a:pt x="2924197" y="2154038"/>
                  <a:pt x="3017045" y="2161812"/>
                </a:cubicBezTo>
                <a:cubicBezTo>
                  <a:pt x="3109892" y="2169586"/>
                  <a:pt x="3178859" y="2251156"/>
                  <a:pt x="3171085" y="2344003"/>
                </a:cubicBezTo>
                <a:lnTo>
                  <a:pt x="3170503" y="2347129"/>
                </a:lnTo>
                <a:lnTo>
                  <a:pt x="3207862" y="2350257"/>
                </a:lnTo>
                <a:lnTo>
                  <a:pt x="3208444" y="2347131"/>
                </a:lnTo>
                <a:cubicBezTo>
                  <a:pt x="3217945" y="2233650"/>
                  <a:pt x="3133653" y="2133955"/>
                  <a:pt x="3020173" y="2124454"/>
                </a:cubicBezTo>
                <a:cubicBezTo>
                  <a:pt x="2906692" y="2114952"/>
                  <a:pt x="2806996" y="2199243"/>
                  <a:pt x="2797495" y="2312724"/>
                </a:cubicBezTo>
                <a:lnTo>
                  <a:pt x="2797548" y="2315903"/>
                </a:lnTo>
                <a:lnTo>
                  <a:pt x="2797231" y="2315876"/>
                </a:lnTo>
                <a:cubicBezTo>
                  <a:pt x="2779956" y="2522204"/>
                  <a:pt x="2933213" y="2703471"/>
                  <a:pt x="3139542" y="2720746"/>
                </a:cubicBezTo>
                <a:lnTo>
                  <a:pt x="3202078" y="2719687"/>
                </a:lnTo>
                <a:lnTo>
                  <a:pt x="3179481" y="2729209"/>
                </a:lnTo>
                <a:cubicBezTo>
                  <a:pt x="3136650" y="2752385"/>
                  <a:pt x="3097655" y="2784341"/>
                  <a:pt x="3065323" y="2824762"/>
                </a:cubicBezTo>
                <a:cubicBezTo>
                  <a:pt x="2984490" y="2925817"/>
                  <a:pt x="2964423" y="3055869"/>
                  <a:pt x="3000216" y="3170772"/>
                </a:cubicBezTo>
                <a:lnTo>
                  <a:pt x="3024071" y="3227380"/>
                </a:lnTo>
                <a:lnTo>
                  <a:pt x="2934262" y="3279130"/>
                </a:lnTo>
                <a:cubicBezTo>
                  <a:pt x="2874314" y="3305782"/>
                  <a:pt x="2810989" y="3320984"/>
                  <a:pt x="2747150" y="3325241"/>
                </a:cubicBezTo>
                <a:lnTo>
                  <a:pt x="2590372" y="3309114"/>
                </a:lnTo>
                <a:lnTo>
                  <a:pt x="2508065" y="3277909"/>
                </a:lnTo>
                <a:lnTo>
                  <a:pt x="2491550" y="3275141"/>
                </a:lnTo>
                <a:lnTo>
                  <a:pt x="2380860" y="3223465"/>
                </a:lnTo>
                <a:cubicBezTo>
                  <a:pt x="2326420" y="3185956"/>
                  <a:pt x="2277193" y="3138510"/>
                  <a:pt x="2236042" y="3081634"/>
                </a:cubicBezTo>
                <a:cubicBezTo>
                  <a:pt x="2047923" y="2821622"/>
                  <a:pt x="2099816" y="2462962"/>
                  <a:pt x="2351948" y="2280543"/>
                </a:cubicBezTo>
                <a:lnTo>
                  <a:pt x="2349150" y="2276674"/>
                </a:lnTo>
                <a:lnTo>
                  <a:pt x="2356718" y="2221180"/>
                </a:lnTo>
                <a:cubicBezTo>
                  <a:pt x="2410079" y="1940514"/>
                  <a:pt x="2675180" y="1740204"/>
                  <a:pt x="2975001" y="1765306"/>
                </a:cubicBezTo>
                <a:cubicBezTo>
                  <a:pt x="3294810" y="1792083"/>
                  <a:pt x="3533017" y="2065189"/>
                  <a:pt x="3507052" y="2375307"/>
                </a:cubicBezTo>
                <a:close/>
                <a:moveTo>
                  <a:pt x="2451594" y="15140609"/>
                </a:moveTo>
                <a:cubicBezTo>
                  <a:pt x="2448807" y="15162855"/>
                  <a:pt x="2443751" y="15185154"/>
                  <a:pt x="2436282" y="15207217"/>
                </a:cubicBezTo>
                <a:cubicBezTo>
                  <a:pt x="2383996" y="15361659"/>
                  <a:pt x="2230823" y="15453426"/>
                  <a:pt x="2075102" y="15433924"/>
                </a:cubicBezTo>
                <a:lnTo>
                  <a:pt x="2022653" y="15421866"/>
                </a:lnTo>
                <a:lnTo>
                  <a:pt x="1981765" y="15380756"/>
                </a:lnTo>
                <a:cubicBezTo>
                  <a:pt x="1923653" y="15329263"/>
                  <a:pt x="1854013" y="15299090"/>
                  <a:pt x="1782422" y="15289662"/>
                </a:cubicBezTo>
                <a:lnTo>
                  <a:pt x="1720877" y="15287492"/>
                </a:lnTo>
                <a:lnTo>
                  <a:pt x="1748193" y="15277106"/>
                </a:lnTo>
                <a:cubicBezTo>
                  <a:pt x="1856020" y="15223656"/>
                  <a:pt x="1936236" y="15119342"/>
                  <a:pt x="1953519" y="14991095"/>
                </a:cubicBezTo>
                <a:cubicBezTo>
                  <a:pt x="1999145" y="14652523"/>
                  <a:pt x="1761665" y="14341068"/>
                  <a:pt x="1423093" y="14295442"/>
                </a:cubicBezTo>
                <a:lnTo>
                  <a:pt x="1422757" y="14295428"/>
                </a:lnTo>
                <a:lnTo>
                  <a:pt x="1434664" y="14294946"/>
                </a:lnTo>
                <a:cubicBezTo>
                  <a:pt x="1673379" y="14261392"/>
                  <a:pt x="1880527" y="14089093"/>
                  <a:pt x="1946521" y="13841512"/>
                </a:cubicBezTo>
                <a:cubicBezTo>
                  <a:pt x="1986518" y="13691464"/>
                  <a:pt x="1929605" y="13538405"/>
                  <a:pt x="1814247" y="13448756"/>
                </a:cubicBezTo>
                <a:lnTo>
                  <a:pt x="1789923" y="13433456"/>
                </a:lnTo>
                <a:lnTo>
                  <a:pt x="1830500" y="13443007"/>
                </a:lnTo>
                <a:cubicBezTo>
                  <a:pt x="1935533" y="13478515"/>
                  <a:pt x="2032428" y="13544619"/>
                  <a:pt x="2106675" y="13639334"/>
                </a:cubicBezTo>
                <a:cubicBezTo>
                  <a:pt x="2292292" y="13876124"/>
                  <a:pt x="2270454" y="14207675"/>
                  <a:pt x="2065191" y="14406389"/>
                </a:cubicBezTo>
                <a:lnTo>
                  <a:pt x="2056917" y="14413599"/>
                </a:lnTo>
                <a:lnTo>
                  <a:pt x="2025594" y="14430906"/>
                </a:lnTo>
                <a:lnTo>
                  <a:pt x="2023173" y="14432968"/>
                </a:lnTo>
                <a:lnTo>
                  <a:pt x="2027507" y="14439232"/>
                </a:lnTo>
                <a:lnTo>
                  <a:pt x="2021699" y="14444293"/>
                </a:lnTo>
                <a:lnTo>
                  <a:pt x="2044827" y="14473799"/>
                </a:lnTo>
                <a:lnTo>
                  <a:pt x="2070260" y="14451704"/>
                </a:lnTo>
                <a:lnTo>
                  <a:pt x="2108469" y="14435278"/>
                </a:lnTo>
                <a:cubicBezTo>
                  <a:pt x="2172835" y="14421888"/>
                  <a:pt x="2241887" y="14447021"/>
                  <a:pt x="2281645" y="14504488"/>
                </a:cubicBezTo>
                <a:cubicBezTo>
                  <a:pt x="2334656" y="14581110"/>
                  <a:pt x="2315515" y="14686199"/>
                  <a:pt x="2238893" y="14739209"/>
                </a:cubicBezTo>
                <a:lnTo>
                  <a:pt x="2236111" y="14740748"/>
                </a:lnTo>
                <a:lnTo>
                  <a:pt x="2238949" y="14744848"/>
                </a:lnTo>
                <a:lnTo>
                  <a:pt x="2236909" y="14743921"/>
                </a:lnTo>
                <a:lnTo>
                  <a:pt x="2224887" y="14779431"/>
                </a:lnTo>
                <a:cubicBezTo>
                  <a:pt x="2379329" y="14831717"/>
                  <a:pt x="2471096" y="14984889"/>
                  <a:pt x="2451594" y="15140609"/>
                </a:cubicBezTo>
                <a:close/>
                <a:moveTo>
                  <a:pt x="3013741" y="9325195"/>
                </a:moveTo>
                <a:lnTo>
                  <a:pt x="3008420" y="9358580"/>
                </a:lnTo>
                <a:lnTo>
                  <a:pt x="3002220" y="9352851"/>
                </a:lnTo>
                <a:cubicBezTo>
                  <a:pt x="2925869" y="9294748"/>
                  <a:pt x="2827353" y="9265772"/>
                  <a:pt x="2724769" y="9279697"/>
                </a:cubicBezTo>
                <a:cubicBezTo>
                  <a:pt x="2673476" y="9286659"/>
                  <a:pt x="2626023" y="9303686"/>
                  <a:pt x="2584130" y="9328517"/>
                </a:cubicBezTo>
                <a:lnTo>
                  <a:pt x="2541936" y="9359422"/>
                </a:lnTo>
                <a:lnTo>
                  <a:pt x="2554788" y="9325437"/>
                </a:lnTo>
                <a:cubicBezTo>
                  <a:pt x="2558667" y="9313378"/>
                  <a:pt x="2561975" y="9301009"/>
                  <a:pt x="2564674" y="9288353"/>
                </a:cubicBezTo>
                <a:lnTo>
                  <a:pt x="2564362" y="9288286"/>
                </a:lnTo>
                <a:lnTo>
                  <a:pt x="2565333" y="9285259"/>
                </a:lnTo>
                <a:cubicBezTo>
                  <a:pt x="2589081" y="9173884"/>
                  <a:pt x="2518045" y="9064347"/>
                  <a:pt x="2406671" y="9040600"/>
                </a:cubicBezTo>
                <a:cubicBezTo>
                  <a:pt x="2295297" y="9016853"/>
                  <a:pt x="2185760" y="9087888"/>
                  <a:pt x="2162012" y="9199263"/>
                </a:cubicBezTo>
                <a:lnTo>
                  <a:pt x="2161664" y="9202422"/>
                </a:lnTo>
                <a:lnTo>
                  <a:pt x="2198330" y="9210240"/>
                </a:lnTo>
                <a:lnTo>
                  <a:pt x="2198678" y="9207081"/>
                </a:lnTo>
                <a:cubicBezTo>
                  <a:pt x="2218108" y="9115956"/>
                  <a:pt x="2307729" y="9057836"/>
                  <a:pt x="2398853" y="9077266"/>
                </a:cubicBezTo>
                <a:cubicBezTo>
                  <a:pt x="2489977" y="9096695"/>
                  <a:pt x="2548097" y="9186317"/>
                  <a:pt x="2528668" y="9277441"/>
                </a:cubicBezTo>
                <a:lnTo>
                  <a:pt x="2527696" y="9280468"/>
                </a:lnTo>
                <a:lnTo>
                  <a:pt x="2528008" y="9280534"/>
                </a:lnTo>
                <a:cubicBezTo>
                  <a:pt x="2518293" y="9326097"/>
                  <a:pt x="2499805" y="9367534"/>
                  <a:pt x="2474689" y="9403452"/>
                </a:cubicBezTo>
                <a:lnTo>
                  <a:pt x="2438245" y="9446078"/>
                </a:lnTo>
                <a:lnTo>
                  <a:pt x="2394603" y="9476690"/>
                </a:lnTo>
                <a:cubicBezTo>
                  <a:pt x="2329068" y="9513115"/>
                  <a:pt x="2257810" y="9535035"/>
                  <a:pt x="2185156" y="9542821"/>
                </a:cubicBezTo>
                <a:lnTo>
                  <a:pt x="2154645" y="9543134"/>
                </a:lnTo>
                <a:lnTo>
                  <a:pt x="2127658" y="9540165"/>
                </a:lnTo>
                <a:cubicBezTo>
                  <a:pt x="1968190" y="9506162"/>
                  <a:pt x="1859260" y="9364679"/>
                  <a:pt x="1860552" y="9207747"/>
                </a:cubicBezTo>
                <a:cubicBezTo>
                  <a:pt x="1860737" y="9185328"/>
                  <a:pt x="1863171" y="9162594"/>
                  <a:pt x="1868029" y="9139813"/>
                </a:cubicBezTo>
                <a:cubicBezTo>
                  <a:pt x="1932924" y="8835452"/>
                  <a:pt x="2239977" y="8642971"/>
                  <a:pt x="2553848" y="8709896"/>
                </a:cubicBezTo>
                <a:cubicBezTo>
                  <a:pt x="2848105" y="8772636"/>
                  <a:pt x="3043890" y="9041097"/>
                  <a:pt x="3013741" y="9325195"/>
                </a:cubicBezTo>
                <a:close/>
                <a:moveTo>
                  <a:pt x="3181945" y="7710671"/>
                </a:moveTo>
                <a:cubicBezTo>
                  <a:pt x="3160969" y="7855639"/>
                  <a:pt x="3084963" y="7990908"/>
                  <a:pt x="2958898" y="8082119"/>
                </a:cubicBezTo>
                <a:lnTo>
                  <a:pt x="2961696" y="8085988"/>
                </a:lnTo>
                <a:lnTo>
                  <a:pt x="2954127" y="8141483"/>
                </a:lnTo>
                <a:cubicBezTo>
                  <a:pt x="2900766" y="8422148"/>
                  <a:pt x="2635666" y="8622457"/>
                  <a:pt x="2335845" y="8597354"/>
                </a:cubicBezTo>
                <a:cubicBezTo>
                  <a:pt x="2016035" y="8570578"/>
                  <a:pt x="1777828" y="8297473"/>
                  <a:pt x="1803793" y="7987355"/>
                </a:cubicBezTo>
                <a:cubicBezTo>
                  <a:pt x="1819340" y="7801660"/>
                  <a:pt x="1982480" y="7663728"/>
                  <a:pt x="2168176" y="7679275"/>
                </a:cubicBezTo>
                <a:cubicBezTo>
                  <a:pt x="2353871" y="7694823"/>
                  <a:pt x="2491803" y="7857963"/>
                  <a:pt x="2476256" y="8043658"/>
                </a:cubicBezTo>
                <a:lnTo>
                  <a:pt x="2475938" y="8043631"/>
                </a:lnTo>
                <a:lnTo>
                  <a:pt x="2475992" y="8046810"/>
                </a:lnTo>
                <a:cubicBezTo>
                  <a:pt x="2468218" y="8139657"/>
                  <a:pt x="2386648" y="8208623"/>
                  <a:pt x="2293801" y="8200850"/>
                </a:cubicBezTo>
                <a:cubicBezTo>
                  <a:pt x="2200953" y="8193076"/>
                  <a:pt x="2131987" y="8111505"/>
                  <a:pt x="2139760" y="8018659"/>
                </a:cubicBezTo>
                <a:lnTo>
                  <a:pt x="2140342" y="8015533"/>
                </a:lnTo>
                <a:lnTo>
                  <a:pt x="2102983" y="8012405"/>
                </a:lnTo>
                <a:lnTo>
                  <a:pt x="2102401" y="8015531"/>
                </a:lnTo>
                <a:cubicBezTo>
                  <a:pt x="2092900" y="8129011"/>
                  <a:pt x="2177192" y="8228708"/>
                  <a:pt x="2290673" y="8238209"/>
                </a:cubicBezTo>
                <a:cubicBezTo>
                  <a:pt x="2404153" y="8247711"/>
                  <a:pt x="2503850" y="8163418"/>
                  <a:pt x="2513351" y="8049938"/>
                </a:cubicBezTo>
                <a:lnTo>
                  <a:pt x="2513297" y="8046759"/>
                </a:lnTo>
                <a:lnTo>
                  <a:pt x="2513615" y="8046786"/>
                </a:lnTo>
                <a:cubicBezTo>
                  <a:pt x="2530890" y="7840458"/>
                  <a:pt x="2377632" y="7659191"/>
                  <a:pt x="2171304" y="7641916"/>
                </a:cubicBezTo>
                <a:lnTo>
                  <a:pt x="2108767" y="7642976"/>
                </a:lnTo>
                <a:lnTo>
                  <a:pt x="2131364" y="7633453"/>
                </a:lnTo>
                <a:cubicBezTo>
                  <a:pt x="2174196" y="7610276"/>
                  <a:pt x="2213190" y="7578322"/>
                  <a:pt x="2245523" y="7537900"/>
                </a:cubicBezTo>
                <a:cubicBezTo>
                  <a:pt x="2326356" y="7436844"/>
                  <a:pt x="2346422" y="7306793"/>
                  <a:pt x="2310630" y="7191890"/>
                </a:cubicBezTo>
                <a:lnTo>
                  <a:pt x="2286774" y="7135281"/>
                </a:lnTo>
                <a:lnTo>
                  <a:pt x="2376584" y="7083533"/>
                </a:lnTo>
                <a:cubicBezTo>
                  <a:pt x="2436532" y="7056880"/>
                  <a:pt x="2499857" y="7041677"/>
                  <a:pt x="2563696" y="7037421"/>
                </a:cubicBezTo>
                <a:lnTo>
                  <a:pt x="2633028" y="7044553"/>
                </a:lnTo>
                <a:lnTo>
                  <a:pt x="2665374" y="7054553"/>
                </a:lnTo>
                <a:lnTo>
                  <a:pt x="2666940" y="7054756"/>
                </a:lnTo>
                <a:lnTo>
                  <a:pt x="2666422" y="7055428"/>
                </a:lnTo>
                <a:cubicBezTo>
                  <a:pt x="2813965" y="7169251"/>
                  <a:pt x="2841300" y="7381130"/>
                  <a:pt x="2727477" y="7528672"/>
                </a:cubicBezTo>
                <a:cubicBezTo>
                  <a:pt x="2613654" y="7676214"/>
                  <a:pt x="2401775" y="7703550"/>
                  <a:pt x="2254232" y="7589727"/>
                </a:cubicBezTo>
                <a:lnTo>
                  <a:pt x="2231333" y="7619411"/>
                </a:lnTo>
                <a:cubicBezTo>
                  <a:pt x="2395269" y="7745881"/>
                  <a:pt x="2630690" y="7715508"/>
                  <a:pt x="2757160" y="7551572"/>
                </a:cubicBezTo>
                <a:cubicBezTo>
                  <a:pt x="2804587" y="7490095"/>
                  <a:pt x="2829957" y="7418567"/>
                  <a:pt x="2834498" y="7346501"/>
                </a:cubicBezTo>
                <a:cubicBezTo>
                  <a:pt x="2840176" y="7256418"/>
                  <a:pt x="2813309" y="7165496"/>
                  <a:pt x="2756295" y="7092318"/>
                </a:cubicBezTo>
                <a:lnTo>
                  <a:pt x="2729576" y="7062139"/>
                </a:lnTo>
                <a:lnTo>
                  <a:pt x="2763815" y="7061619"/>
                </a:lnTo>
                <a:lnTo>
                  <a:pt x="2929985" y="7139196"/>
                </a:lnTo>
                <a:cubicBezTo>
                  <a:pt x="2984425" y="7176705"/>
                  <a:pt x="3033652" y="7224151"/>
                  <a:pt x="3074803" y="7281028"/>
                </a:cubicBezTo>
                <a:cubicBezTo>
                  <a:pt x="3168863" y="7411034"/>
                  <a:pt x="3202919" y="7565701"/>
                  <a:pt x="3181945" y="7710671"/>
                </a:cubicBezTo>
                <a:close/>
                <a:moveTo>
                  <a:pt x="3337281" y="6525090"/>
                </a:moveTo>
                <a:cubicBezTo>
                  <a:pt x="3321164" y="6621271"/>
                  <a:pt x="3280684" y="6715362"/>
                  <a:pt x="3214907" y="6797595"/>
                </a:cubicBezTo>
                <a:cubicBezTo>
                  <a:pt x="3114674" y="6922904"/>
                  <a:pt x="2974679" y="6996953"/>
                  <a:pt x="2829364" y="7015376"/>
                </a:cubicBezTo>
                <a:lnTo>
                  <a:pt x="2761318" y="7010803"/>
                </a:lnTo>
                <a:lnTo>
                  <a:pt x="2745448" y="7005954"/>
                </a:lnTo>
                <a:lnTo>
                  <a:pt x="2650930" y="7003382"/>
                </a:lnTo>
                <a:lnTo>
                  <a:pt x="2611707" y="7000746"/>
                </a:lnTo>
                <a:cubicBezTo>
                  <a:pt x="2540695" y="6981599"/>
                  <a:pt x="2472659" y="6948000"/>
                  <a:pt x="2411903" y="6899402"/>
                </a:cubicBezTo>
                <a:lnTo>
                  <a:pt x="2388486" y="6928678"/>
                </a:lnTo>
                <a:lnTo>
                  <a:pt x="2510255" y="7003228"/>
                </a:lnTo>
                <a:lnTo>
                  <a:pt x="2413816" y="7027341"/>
                </a:lnTo>
                <a:cubicBezTo>
                  <a:pt x="2377872" y="7039942"/>
                  <a:pt x="2342706" y="7056028"/>
                  <a:pt x="2308796" y="7075675"/>
                </a:cubicBezTo>
                <a:lnTo>
                  <a:pt x="2267269" y="7102637"/>
                </a:lnTo>
                <a:lnTo>
                  <a:pt x="2241182" y="7064103"/>
                </a:lnTo>
                <a:cubicBezTo>
                  <a:pt x="2225243" y="7044959"/>
                  <a:pt x="2207149" y="7027128"/>
                  <a:pt x="2186937" y="7010961"/>
                </a:cubicBezTo>
                <a:lnTo>
                  <a:pt x="2186738" y="7011209"/>
                </a:lnTo>
                <a:lnTo>
                  <a:pt x="2184468" y="7008984"/>
                </a:lnTo>
                <a:cubicBezTo>
                  <a:pt x="2095538" y="6937853"/>
                  <a:pt x="1965784" y="6952277"/>
                  <a:pt x="1894651" y="7041207"/>
                </a:cubicBezTo>
                <a:cubicBezTo>
                  <a:pt x="1823518" y="7130135"/>
                  <a:pt x="1837944" y="7259890"/>
                  <a:pt x="1926873" y="7331023"/>
                </a:cubicBezTo>
                <a:lnTo>
                  <a:pt x="1929543" y="7332750"/>
                </a:lnTo>
                <a:lnTo>
                  <a:pt x="1952960" y="7303473"/>
                </a:lnTo>
                <a:lnTo>
                  <a:pt x="1950291" y="7301747"/>
                </a:lnTo>
                <a:cubicBezTo>
                  <a:pt x="1877532" y="7243547"/>
                  <a:pt x="1865728" y="7137384"/>
                  <a:pt x="1923928" y="7064624"/>
                </a:cubicBezTo>
                <a:cubicBezTo>
                  <a:pt x="1982126" y="6991865"/>
                  <a:pt x="2088290" y="6980062"/>
                  <a:pt x="2161050" y="7038262"/>
                </a:cubicBezTo>
                <a:lnTo>
                  <a:pt x="2163321" y="7040486"/>
                </a:lnTo>
                <a:lnTo>
                  <a:pt x="2163520" y="7040237"/>
                </a:lnTo>
                <a:cubicBezTo>
                  <a:pt x="2309039" y="7156636"/>
                  <a:pt x="2332646" y="7368962"/>
                  <a:pt x="2216247" y="7514481"/>
                </a:cubicBezTo>
                <a:cubicBezTo>
                  <a:pt x="2099848" y="7660000"/>
                  <a:pt x="1887522" y="7683608"/>
                  <a:pt x="1742002" y="7567208"/>
                </a:cubicBezTo>
                <a:cubicBezTo>
                  <a:pt x="1726813" y="7555059"/>
                  <a:pt x="1712438" y="7542260"/>
                  <a:pt x="1698886" y="7528879"/>
                </a:cubicBezTo>
                <a:lnTo>
                  <a:pt x="1698821" y="7528808"/>
                </a:lnTo>
                <a:lnTo>
                  <a:pt x="1700195" y="7523955"/>
                </a:lnTo>
                <a:lnTo>
                  <a:pt x="1693267" y="7522726"/>
                </a:lnTo>
                <a:lnTo>
                  <a:pt x="1660695" y="7487055"/>
                </a:lnTo>
                <a:cubicBezTo>
                  <a:pt x="1494026" y="7284352"/>
                  <a:pt x="1489539" y="6980742"/>
                  <a:pt x="1664946" y="6761453"/>
                </a:cubicBezTo>
                <a:cubicBezTo>
                  <a:pt x="1765178" y="6636144"/>
                  <a:pt x="1905173" y="6562095"/>
                  <a:pt x="2050488" y="6543672"/>
                </a:cubicBezTo>
                <a:lnTo>
                  <a:pt x="2118535" y="6548246"/>
                </a:lnTo>
                <a:lnTo>
                  <a:pt x="2134404" y="6553094"/>
                </a:lnTo>
                <a:lnTo>
                  <a:pt x="2228916" y="6555665"/>
                </a:lnTo>
                <a:lnTo>
                  <a:pt x="2268145" y="6558302"/>
                </a:lnTo>
                <a:cubicBezTo>
                  <a:pt x="2339157" y="6577449"/>
                  <a:pt x="2407193" y="6611049"/>
                  <a:pt x="2467949" y="6659646"/>
                </a:cubicBezTo>
                <a:lnTo>
                  <a:pt x="2491367" y="6630370"/>
                </a:lnTo>
                <a:lnTo>
                  <a:pt x="2369596" y="6555819"/>
                </a:lnTo>
                <a:lnTo>
                  <a:pt x="2466036" y="6531707"/>
                </a:lnTo>
                <a:cubicBezTo>
                  <a:pt x="2501980" y="6519106"/>
                  <a:pt x="2537146" y="6503020"/>
                  <a:pt x="2571056" y="6483373"/>
                </a:cubicBezTo>
                <a:lnTo>
                  <a:pt x="2612582" y="6456411"/>
                </a:lnTo>
                <a:lnTo>
                  <a:pt x="2638670" y="6494945"/>
                </a:lnTo>
                <a:cubicBezTo>
                  <a:pt x="2654609" y="6514090"/>
                  <a:pt x="2672704" y="6531921"/>
                  <a:pt x="2692915" y="6548088"/>
                </a:cubicBezTo>
                <a:lnTo>
                  <a:pt x="2693114" y="6547839"/>
                </a:lnTo>
                <a:lnTo>
                  <a:pt x="2695385" y="6550064"/>
                </a:lnTo>
                <a:cubicBezTo>
                  <a:pt x="2784314" y="6621196"/>
                  <a:pt x="2914068" y="6606770"/>
                  <a:pt x="2985201" y="6517842"/>
                </a:cubicBezTo>
                <a:cubicBezTo>
                  <a:pt x="3056334" y="6428913"/>
                  <a:pt x="3041908" y="6299158"/>
                  <a:pt x="2952979" y="6228025"/>
                </a:cubicBezTo>
                <a:lnTo>
                  <a:pt x="2950310" y="6226299"/>
                </a:lnTo>
                <a:lnTo>
                  <a:pt x="2926892" y="6255575"/>
                </a:lnTo>
                <a:lnTo>
                  <a:pt x="2929561" y="6257302"/>
                </a:lnTo>
                <a:cubicBezTo>
                  <a:pt x="3002321" y="6315501"/>
                  <a:pt x="3014124" y="6421664"/>
                  <a:pt x="2955925" y="6494424"/>
                </a:cubicBezTo>
                <a:cubicBezTo>
                  <a:pt x="2897725" y="6567183"/>
                  <a:pt x="2791562" y="6578987"/>
                  <a:pt x="2718802" y="6520787"/>
                </a:cubicBezTo>
                <a:lnTo>
                  <a:pt x="2716532" y="6518563"/>
                </a:lnTo>
                <a:lnTo>
                  <a:pt x="2716332" y="6518811"/>
                </a:lnTo>
                <a:cubicBezTo>
                  <a:pt x="2570813" y="6402413"/>
                  <a:pt x="2547206" y="6190086"/>
                  <a:pt x="2663605" y="6044567"/>
                </a:cubicBezTo>
                <a:cubicBezTo>
                  <a:pt x="2780004" y="5899047"/>
                  <a:pt x="2992331" y="5875441"/>
                  <a:pt x="3137850" y="5991840"/>
                </a:cubicBezTo>
                <a:cubicBezTo>
                  <a:pt x="3153039" y="6003989"/>
                  <a:pt x="3167413" y="6016788"/>
                  <a:pt x="3180967" y="6030170"/>
                </a:cubicBezTo>
                <a:lnTo>
                  <a:pt x="3181031" y="6030241"/>
                </a:lnTo>
                <a:lnTo>
                  <a:pt x="3179657" y="6035094"/>
                </a:lnTo>
                <a:lnTo>
                  <a:pt x="3186585" y="6036323"/>
                </a:lnTo>
                <a:lnTo>
                  <a:pt x="3219157" y="6071994"/>
                </a:lnTo>
                <a:cubicBezTo>
                  <a:pt x="3323325" y="6198683"/>
                  <a:pt x="3364141" y="6364789"/>
                  <a:pt x="3337281" y="6525090"/>
                </a:cubicBezTo>
                <a:close/>
                <a:moveTo>
                  <a:pt x="3768274" y="3328703"/>
                </a:moveTo>
                <a:cubicBezTo>
                  <a:pt x="3752158" y="3424884"/>
                  <a:pt x="3711678" y="3518976"/>
                  <a:pt x="3645900" y="3601209"/>
                </a:cubicBezTo>
                <a:cubicBezTo>
                  <a:pt x="3495551" y="3789172"/>
                  <a:pt x="3255736" y="3861801"/>
                  <a:pt x="3042700" y="3804359"/>
                </a:cubicBezTo>
                <a:lnTo>
                  <a:pt x="2953954" y="3770462"/>
                </a:lnTo>
                <a:lnTo>
                  <a:pt x="2929872" y="3670045"/>
                </a:lnTo>
                <a:cubicBezTo>
                  <a:pt x="2889129" y="3553663"/>
                  <a:pt x="2815216" y="3454728"/>
                  <a:pt x="2720731" y="3382828"/>
                </a:cubicBezTo>
                <a:lnTo>
                  <a:pt x="2683795" y="3359929"/>
                </a:lnTo>
                <a:lnTo>
                  <a:pt x="2787339" y="3362746"/>
                </a:lnTo>
                <a:cubicBezTo>
                  <a:pt x="2861386" y="3351330"/>
                  <a:pt x="2934229" y="3326281"/>
                  <a:pt x="3002050" y="3286987"/>
                </a:cubicBezTo>
                <a:lnTo>
                  <a:pt x="3043576" y="3260025"/>
                </a:lnTo>
                <a:lnTo>
                  <a:pt x="3069664" y="3298558"/>
                </a:lnTo>
                <a:cubicBezTo>
                  <a:pt x="3085602" y="3317703"/>
                  <a:pt x="3103697" y="3335535"/>
                  <a:pt x="3123908" y="3351701"/>
                </a:cubicBezTo>
                <a:lnTo>
                  <a:pt x="3124107" y="3351452"/>
                </a:lnTo>
                <a:lnTo>
                  <a:pt x="3126378" y="3353678"/>
                </a:lnTo>
                <a:cubicBezTo>
                  <a:pt x="3215307" y="3424810"/>
                  <a:pt x="3345061" y="3410384"/>
                  <a:pt x="3416194" y="3321455"/>
                </a:cubicBezTo>
                <a:cubicBezTo>
                  <a:pt x="3487327" y="3232527"/>
                  <a:pt x="3472901" y="3102772"/>
                  <a:pt x="3383972" y="3031639"/>
                </a:cubicBezTo>
                <a:lnTo>
                  <a:pt x="3381303" y="3029912"/>
                </a:lnTo>
                <a:lnTo>
                  <a:pt x="3357885" y="3059188"/>
                </a:lnTo>
                <a:lnTo>
                  <a:pt x="3360555" y="3060915"/>
                </a:lnTo>
                <a:cubicBezTo>
                  <a:pt x="3433314" y="3119115"/>
                  <a:pt x="3445117" y="3225278"/>
                  <a:pt x="3386918" y="3298037"/>
                </a:cubicBezTo>
                <a:cubicBezTo>
                  <a:pt x="3328719" y="3370796"/>
                  <a:pt x="3222555" y="3382601"/>
                  <a:pt x="3149795" y="3324400"/>
                </a:cubicBezTo>
                <a:lnTo>
                  <a:pt x="3147525" y="3322176"/>
                </a:lnTo>
                <a:lnTo>
                  <a:pt x="3147325" y="3322425"/>
                </a:lnTo>
                <a:cubicBezTo>
                  <a:pt x="3001806" y="3206026"/>
                  <a:pt x="2978199" y="2993699"/>
                  <a:pt x="3094599" y="2848181"/>
                </a:cubicBezTo>
                <a:cubicBezTo>
                  <a:pt x="3210998" y="2702661"/>
                  <a:pt x="3423324" y="2679055"/>
                  <a:pt x="3568843" y="2795454"/>
                </a:cubicBezTo>
                <a:cubicBezTo>
                  <a:pt x="3584032" y="2807603"/>
                  <a:pt x="3598407" y="2820401"/>
                  <a:pt x="3611960" y="2833784"/>
                </a:cubicBezTo>
                <a:lnTo>
                  <a:pt x="3612025" y="2833854"/>
                </a:lnTo>
                <a:lnTo>
                  <a:pt x="3610650" y="2838707"/>
                </a:lnTo>
                <a:lnTo>
                  <a:pt x="3617578" y="2839936"/>
                </a:lnTo>
                <a:lnTo>
                  <a:pt x="3650151" y="2875608"/>
                </a:lnTo>
                <a:cubicBezTo>
                  <a:pt x="3754319" y="3002297"/>
                  <a:pt x="3795134" y="3168403"/>
                  <a:pt x="3768274" y="3328703"/>
                </a:cubicBezTo>
                <a:close/>
                <a:moveTo>
                  <a:pt x="3618397" y="5699042"/>
                </a:moveTo>
                <a:cubicBezTo>
                  <a:pt x="3616735" y="5721400"/>
                  <a:pt x="3612809" y="5743924"/>
                  <a:pt x="3606460" y="5766336"/>
                </a:cubicBezTo>
                <a:cubicBezTo>
                  <a:pt x="3562026" y="5923217"/>
                  <a:pt x="3413673" y="6022588"/>
                  <a:pt x="3257167" y="6010959"/>
                </a:cubicBezTo>
                <a:lnTo>
                  <a:pt x="3204176" y="6001560"/>
                </a:lnTo>
                <a:lnTo>
                  <a:pt x="3161268" y="5962564"/>
                </a:lnTo>
                <a:cubicBezTo>
                  <a:pt x="3100635" y="5914064"/>
                  <a:pt x="3029563" y="5887440"/>
                  <a:pt x="2957588" y="5881632"/>
                </a:cubicBezTo>
                <a:lnTo>
                  <a:pt x="2896011" y="5882567"/>
                </a:lnTo>
                <a:lnTo>
                  <a:pt x="2922768" y="5870817"/>
                </a:lnTo>
                <a:cubicBezTo>
                  <a:pt x="3027766" y="5812001"/>
                  <a:pt x="3102621" y="5703776"/>
                  <a:pt x="3113418" y="5574821"/>
                </a:cubicBezTo>
                <a:cubicBezTo>
                  <a:pt x="3141922" y="5234379"/>
                  <a:pt x="2889047" y="4935290"/>
                  <a:pt x="2548605" y="4906786"/>
                </a:cubicBezTo>
                <a:lnTo>
                  <a:pt x="2548269" y="4906789"/>
                </a:lnTo>
                <a:lnTo>
                  <a:pt x="2560136" y="4905707"/>
                </a:lnTo>
                <a:cubicBezTo>
                  <a:pt x="2767266" y="4865857"/>
                  <a:pt x="2944906" y="4721133"/>
                  <a:pt x="3021874" y="4517698"/>
                </a:cubicBezTo>
                <a:lnTo>
                  <a:pt x="3037198" y="4465508"/>
                </a:lnTo>
                <a:lnTo>
                  <a:pt x="3075692" y="4452731"/>
                </a:lnTo>
                <a:cubicBezTo>
                  <a:pt x="3118109" y="4428806"/>
                  <a:pt x="3156536" y="4396169"/>
                  <a:pt x="3188154" y="4355185"/>
                </a:cubicBezTo>
                <a:cubicBezTo>
                  <a:pt x="3200010" y="4339817"/>
                  <a:pt x="3210488" y="4323819"/>
                  <a:pt x="3219607" y="4307342"/>
                </a:cubicBezTo>
                <a:lnTo>
                  <a:pt x="3236601" y="4270344"/>
                </a:lnTo>
                <a:lnTo>
                  <a:pt x="3262779" y="4306714"/>
                </a:lnTo>
                <a:cubicBezTo>
                  <a:pt x="3391323" y="4525321"/>
                  <a:pt x="3366093" y="4802523"/>
                  <a:pt x="3195479" y="4985230"/>
                </a:cubicBezTo>
                <a:lnTo>
                  <a:pt x="3187580" y="4992847"/>
                </a:lnTo>
                <a:lnTo>
                  <a:pt x="3157167" y="5011711"/>
                </a:lnTo>
                <a:lnTo>
                  <a:pt x="3154855" y="5013892"/>
                </a:lnTo>
                <a:lnTo>
                  <a:pt x="3159498" y="5019930"/>
                </a:lnTo>
                <a:lnTo>
                  <a:pt x="3153952" y="5025278"/>
                </a:lnTo>
                <a:lnTo>
                  <a:pt x="3178539" y="5053580"/>
                </a:lnTo>
                <a:lnTo>
                  <a:pt x="3202825" y="5030232"/>
                </a:lnTo>
                <a:lnTo>
                  <a:pt x="3240158" y="5011901"/>
                </a:lnTo>
                <a:cubicBezTo>
                  <a:pt x="3303768" y="4995284"/>
                  <a:pt x="3373999" y="5016905"/>
                  <a:pt x="3416602" y="5072295"/>
                </a:cubicBezTo>
                <a:cubicBezTo>
                  <a:pt x="3473408" y="5146147"/>
                  <a:pt x="3459588" y="5252067"/>
                  <a:pt x="3385736" y="5308872"/>
                </a:cubicBezTo>
                <a:lnTo>
                  <a:pt x="3383034" y="5310549"/>
                </a:lnTo>
                <a:lnTo>
                  <a:pt x="3386074" y="5314502"/>
                </a:lnTo>
                <a:lnTo>
                  <a:pt x="3383991" y="5313678"/>
                </a:lnTo>
                <a:lnTo>
                  <a:pt x="3373774" y="5349749"/>
                </a:lnTo>
                <a:cubicBezTo>
                  <a:pt x="3530654" y="5394184"/>
                  <a:pt x="3630025" y="5542536"/>
                  <a:pt x="3618397" y="5699042"/>
                </a:cubicBezTo>
                <a:close/>
                <a:moveTo>
                  <a:pt x="4049390" y="2502656"/>
                </a:moveTo>
                <a:cubicBezTo>
                  <a:pt x="4047728" y="2525013"/>
                  <a:pt x="4043802" y="2547538"/>
                  <a:pt x="4037454" y="2569950"/>
                </a:cubicBezTo>
                <a:cubicBezTo>
                  <a:pt x="3993019" y="2726830"/>
                  <a:pt x="3844666" y="2826201"/>
                  <a:pt x="3688160" y="2814573"/>
                </a:cubicBezTo>
                <a:lnTo>
                  <a:pt x="3635169" y="2805174"/>
                </a:lnTo>
                <a:lnTo>
                  <a:pt x="3592261" y="2766177"/>
                </a:lnTo>
                <a:cubicBezTo>
                  <a:pt x="3531628" y="2717678"/>
                  <a:pt x="3460556" y="2691054"/>
                  <a:pt x="3388581" y="2685246"/>
                </a:cubicBezTo>
                <a:lnTo>
                  <a:pt x="3327004" y="2686180"/>
                </a:lnTo>
                <a:lnTo>
                  <a:pt x="3353762" y="2674431"/>
                </a:lnTo>
                <a:cubicBezTo>
                  <a:pt x="3458759" y="2615614"/>
                  <a:pt x="3533615" y="2507389"/>
                  <a:pt x="3544411" y="2378434"/>
                </a:cubicBezTo>
                <a:cubicBezTo>
                  <a:pt x="3572915" y="2037993"/>
                  <a:pt x="3320040" y="1738903"/>
                  <a:pt x="2979598" y="1710399"/>
                </a:cubicBezTo>
                <a:lnTo>
                  <a:pt x="2979262" y="1710402"/>
                </a:lnTo>
                <a:lnTo>
                  <a:pt x="2991130" y="1709321"/>
                </a:lnTo>
                <a:cubicBezTo>
                  <a:pt x="3227849" y="1663778"/>
                  <a:pt x="3426051" y="1481257"/>
                  <a:pt x="3479483" y="1230665"/>
                </a:cubicBezTo>
                <a:cubicBezTo>
                  <a:pt x="3511865" y="1078791"/>
                  <a:pt x="3447311" y="928796"/>
                  <a:pt x="3327581" y="845075"/>
                </a:cubicBezTo>
                <a:lnTo>
                  <a:pt x="3302518" y="831021"/>
                </a:lnTo>
                <a:lnTo>
                  <a:pt x="3343524" y="838514"/>
                </a:lnTo>
                <a:cubicBezTo>
                  <a:pt x="3450212" y="868683"/>
                  <a:pt x="3550316" y="929819"/>
                  <a:pt x="3629243" y="1020672"/>
                </a:cubicBezTo>
                <a:cubicBezTo>
                  <a:pt x="3826558" y="1247806"/>
                  <a:pt x="3821459" y="1580036"/>
                  <a:pt x="3626472" y="1788843"/>
                </a:cubicBezTo>
                <a:lnTo>
                  <a:pt x="3618573" y="1796461"/>
                </a:lnTo>
                <a:lnTo>
                  <a:pt x="3588161" y="1815325"/>
                </a:lnTo>
                <a:lnTo>
                  <a:pt x="3585848" y="1817506"/>
                </a:lnTo>
                <a:lnTo>
                  <a:pt x="3590492" y="1823543"/>
                </a:lnTo>
                <a:lnTo>
                  <a:pt x="3584946" y="1828891"/>
                </a:lnTo>
                <a:lnTo>
                  <a:pt x="3609532" y="1857193"/>
                </a:lnTo>
                <a:lnTo>
                  <a:pt x="3633818" y="1833845"/>
                </a:lnTo>
                <a:lnTo>
                  <a:pt x="3671151" y="1815514"/>
                </a:lnTo>
                <a:cubicBezTo>
                  <a:pt x="3734761" y="1798897"/>
                  <a:pt x="3804992" y="1820518"/>
                  <a:pt x="3847596" y="1875908"/>
                </a:cubicBezTo>
                <a:cubicBezTo>
                  <a:pt x="3904401" y="1949761"/>
                  <a:pt x="3890581" y="2055681"/>
                  <a:pt x="3816729" y="2112486"/>
                </a:cubicBezTo>
                <a:lnTo>
                  <a:pt x="3814027" y="2114162"/>
                </a:lnTo>
                <a:lnTo>
                  <a:pt x="3817068" y="2118116"/>
                </a:lnTo>
                <a:lnTo>
                  <a:pt x="3814984" y="2117291"/>
                </a:lnTo>
                <a:lnTo>
                  <a:pt x="3804767" y="2153362"/>
                </a:lnTo>
                <a:cubicBezTo>
                  <a:pt x="3961648" y="2197797"/>
                  <a:pt x="4061019" y="2346151"/>
                  <a:pt x="4049390" y="2502656"/>
                </a:cubicBezTo>
                <a:close/>
                <a:moveTo>
                  <a:pt x="4357475" y="688588"/>
                </a:moveTo>
                <a:cubicBezTo>
                  <a:pt x="4357475" y="1001181"/>
                  <a:pt x="4142464" y="1261985"/>
                  <a:pt x="3856635" y="1322302"/>
                </a:cubicBezTo>
                <a:lnTo>
                  <a:pt x="3817006" y="1326422"/>
                </a:lnTo>
                <a:lnTo>
                  <a:pt x="3810896" y="1270728"/>
                </a:lnTo>
                <a:cubicBezTo>
                  <a:pt x="3790792" y="1168087"/>
                  <a:pt x="3744354" y="1069164"/>
                  <a:pt x="3670838" y="984539"/>
                </a:cubicBezTo>
                <a:cubicBezTo>
                  <a:pt x="3530808" y="823347"/>
                  <a:pt x="3325679" y="752178"/>
                  <a:pt x="3128559" y="776168"/>
                </a:cubicBezTo>
                <a:lnTo>
                  <a:pt x="3120141" y="778033"/>
                </a:lnTo>
                <a:lnTo>
                  <a:pt x="3115523" y="777525"/>
                </a:lnTo>
                <a:cubicBezTo>
                  <a:pt x="3040794" y="776909"/>
                  <a:pt x="2969218" y="798788"/>
                  <a:pt x="2908843" y="837941"/>
                </a:cubicBezTo>
                <a:lnTo>
                  <a:pt x="2877369" y="862922"/>
                </a:lnTo>
                <a:lnTo>
                  <a:pt x="2897579" y="809615"/>
                </a:lnTo>
                <a:cubicBezTo>
                  <a:pt x="2910346" y="762618"/>
                  <a:pt x="2914108" y="712342"/>
                  <a:pt x="2907147" y="661051"/>
                </a:cubicBezTo>
                <a:lnTo>
                  <a:pt x="2906831" y="661094"/>
                </a:lnTo>
                <a:lnTo>
                  <a:pt x="2906721" y="657916"/>
                </a:lnTo>
                <a:cubicBezTo>
                  <a:pt x="2891405" y="545073"/>
                  <a:pt x="2787512" y="466011"/>
                  <a:pt x="2674669" y="481328"/>
                </a:cubicBezTo>
                <a:cubicBezTo>
                  <a:pt x="2561825" y="496644"/>
                  <a:pt x="2482765" y="600537"/>
                  <a:pt x="2498080" y="713380"/>
                </a:cubicBezTo>
                <a:lnTo>
                  <a:pt x="2498822" y="716472"/>
                </a:lnTo>
                <a:lnTo>
                  <a:pt x="2535971" y="711430"/>
                </a:lnTo>
                <a:lnTo>
                  <a:pt x="2535229" y="708338"/>
                </a:lnTo>
                <a:cubicBezTo>
                  <a:pt x="2522699" y="616013"/>
                  <a:pt x="2587385" y="531008"/>
                  <a:pt x="2679711" y="518477"/>
                </a:cubicBezTo>
                <a:cubicBezTo>
                  <a:pt x="2772037" y="505946"/>
                  <a:pt x="2857041" y="570633"/>
                  <a:pt x="2869572" y="662958"/>
                </a:cubicBezTo>
                <a:lnTo>
                  <a:pt x="2869682" y="666136"/>
                </a:lnTo>
                <a:lnTo>
                  <a:pt x="2869997" y="666093"/>
                </a:lnTo>
                <a:cubicBezTo>
                  <a:pt x="2895060" y="850745"/>
                  <a:pt x="2765687" y="1020752"/>
                  <a:pt x="2581035" y="1045815"/>
                </a:cubicBezTo>
                <a:cubicBezTo>
                  <a:pt x="2396383" y="1070878"/>
                  <a:pt x="2226375" y="941504"/>
                  <a:pt x="2201313" y="756852"/>
                </a:cubicBezTo>
                <a:cubicBezTo>
                  <a:pt x="2159457" y="448477"/>
                  <a:pt x="2383326" y="163498"/>
                  <a:pt x="2701339" y="120335"/>
                </a:cubicBezTo>
                <a:cubicBezTo>
                  <a:pt x="2939848" y="87963"/>
                  <a:pt x="3163573" y="200806"/>
                  <a:pt x="3278187" y="389346"/>
                </a:cubicBezTo>
                <a:lnTo>
                  <a:pt x="3318629" y="474210"/>
                </a:lnTo>
                <a:lnTo>
                  <a:pt x="3321373" y="501432"/>
                </a:lnTo>
                <a:cubicBezTo>
                  <a:pt x="3326932" y="528598"/>
                  <a:pt x="3335131" y="554804"/>
                  <a:pt x="3345690" y="579768"/>
                </a:cubicBezTo>
                <a:lnTo>
                  <a:pt x="3349666" y="587094"/>
                </a:lnTo>
                <a:lnTo>
                  <a:pt x="3352936" y="600544"/>
                </a:lnTo>
                <a:lnTo>
                  <a:pt x="3356690" y="600034"/>
                </a:lnTo>
                <a:lnTo>
                  <a:pt x="3384167" y="650657"/>
                </a:lnTo>
                <a:cubicBezTo>
                  <a:pt x="3459164" y="761667"/>
                  <a:pt x="3586169" y="834653"/>
                  <a:pt x="3730221" y="834652"/>
                </a:cubicBezTo>
                <a:lnTo>
                  <a:pt x="3730221" y="834297"/>
                </a:lnTo>
                <a:lnTo>
                  <a:pt x="3733742" y="834652"/>
                </a:lnTo>
                <a:cubicBezTo>
                  <a:pt x="3860508" y="834652"/>
                  <a:pt x="3963271" y="731889"/>
                  <a:pt x="3963271" y="605123"/>
                </a:cubicBezTo>
                <a:cubicBezTo>
                  <a:pt x="3963271" y="478357"/>
                  <a:pt x="3860508" y="375594"/>
                  <a:pt x="3733742" y="375594"/>
                </a:cubicBezTo>
                <a:lnTo>
                  <a:pt x="3730221" y="375949"/>
                </a:lnTo>
                <a:lnTo>
                  <a:pt x="3730221" y="417681"/>
                </a:lnTo>
                <a:lnTo>
                  <a:pt x="3733742" y="417326"/>
                </a:lnTo>
                <a:cubicBezTo>
                  <a:pt x="3837459" y="417326"/>
                  <a:pt x="3921539" y="501406"/>
                  <a:pt x="3921539" y="605123"/>
                </a:cubicBezTo>
                <a:cubicBezTo>
                  <a:pt x="3921539" y="708840"/>
                  <a:pt x="3837459" y="792920"/>
                  <a:pt x="3733742" y="792920"/>
                </a:cubicBezTo>
                <a:lnTo>
                  <a:pt x="3730221" y="792565"/>
                </a:lnTo>
                <a:lnTo>
                  <a:pt x="3730221" y="792920"/>
                </a:lnTo>
                <a:cubicBezTo>
                  <a:pt x="3574645" y="792920"/>
                  <a:pt x="3441162" y="698331"/>
                  <a:pt x="3384144" y="563525"/>
                </a:cubicBezTo>
                <a:lnTo>
                  <a:pt x="3376549" y="539061"/>
                </a:lnTo>
                <a:lnTo>
                  <a:pt x="3360865" y="473659"/>
                </a:lnTo>
                <a:lnTo>
                  <a:pt x="3360152" y="472128"/>
                </a:lnTo>
                <a:lnTo>
                  <a:pt x="3354628" y="417326"/>
                </a:lnTo>
                <a:cubicBezTo>
                  <a:pt x="3354628" y="209892"/>
                  <a:pt x="3522787" y="41733"/>
                  <a:pt x="3730221" y="41733"/>
                </a:cubicBezTo>
                <a:cubicBezTo>
                  <a:pt x="4076644" y="41733"/>
                  <a:pt x="4357475" y="331340"/>
                  <a:pt x="4357475" y="688588"/>
                </a:cubicBezTo>
                <a:close/>
                <a:moveTo>
                  <a:pt x="4418809" y="688588"/>
                </a:moveTo>
                <a:cubicBezTo>
                  <a:pt x="4418809" y="308291"/>
                  <a:pt x="4110518" y="0"/>
                  <a:pt x="3730221" y="0"/>
                </a:cubicBezTo>
                <a:cubicBezTo>
                  <a:pt x="3528548" y="0"/>
                  <a:pt x="3360287" y="143051"/>
                  <a:pt x="3321373" y="333220"/>
                </a:cubicBezTo>
                <a:lnTo>
                  <a:pt x="3316761" y="378969"/>
                </a:lnTo>
                <a:lnTo>
                  <a:pt x="3309532" y="363447"/>
                </a:lnTo>
                <a:cubicBezTo>
                  <a:pt x="3186619" y="156076"/>
                  <a:pt x="2947825" y="31276"/>
                  <a:pt x="2693928" y="65737"/>
                </a:cubicBezTo>
                <a:cubicBezTo>
                  <a:pt x="2355399" y="111685"/>
                  <a:pt x="2118216" y="423365"/>
                  <a:pt x="2164164" y="761894"/>
                </a:cubicBezTo>
                <a:cubicBezTo>
                  <a:pt x="2174607" y="838834"/>
                  <a:pt x="2207697" y="907134"/>
                  <a:pt x="2255800" y="960988"/>
                </a:cubicBezTo>
                <a:lnTo>
                  <a:pt x="2269380" y="973539"/>
                </a:lnTo>
                <a:lnTo>
                  <a:pt x="2259454" y="1035198"/>
                </a:lnTo>
                <a:cubicBezTo>
                  <a:pt x="2225388" y="1346870"/>
                  <a:pt x="2432267" y="1639863"/>
                  <a:pt x="2745507" y="1706653"/>
                </a:cubicBezTo>
                <a:lnTo>
                  <a:pt x="2836914" y="1716712"/>
                </a:lnTo>
                <a:lnTo>
                  <a:pt x="2749990" y="1734232"/>
                </a:lnTo>
                <a:cubicBezTo>
                  <a:pt x="2533100" y="1799445"/>
                  <a:pt x="2363216" y="1981309"/>
                  <a:pt x="2320022" y="2212454"/>
                </a:cubicBezTo>
                <a:lnTo>
                  <a:pt x="2313113" y="2263713"/>
                </a:lnTo>
                <a:lnTo>
                  <a:pt x="2280603" y="2289830"/>
                </a:lnTo>
                <a:cubicBezTo>
                  <a:pt x="2046456" y="2498336"/>
                  <a:pt x="2003662" y="2854443"/>
                  <a:pt x="2191402" y="3113931"/>
                </a:cubicBezTo>
                <a:cubicBezTo>
                  <a:pt x="2214869" y="3146367"/>
                  <a:pt x="2240898" y="3175853"/>
                  <a:pt x="2269010" y="3202314"/>
                </a:cubicBezTo>
                <a:lnTo>
                  <a:pt x="2342243" y="3259391"/>
                </a:lnTo>
                <a:lnTo>
                  <a:pt x="2262935" y="3262124"/>
                </a:lnTo>
                <a:cubicBezTo>
                  <a:pt x="1924406" y="3308072"/>
                  <a:pt x="1687222" y="3619752"/>
                  <a:pt x="1733171" y="3958281"/>
                </a:cubicBezTo>
                <a:cubicBezTo>
                  <a:pt x="1743613" y="4035220"/>
                  <a:pt x="1776704" y="4103520"/>
                  <a:pt x="1824807" y="4157374"/>
                </a:cubicBezTo>
                <a:lnTo>
                  <a:pt x="1838387" y="4169925"/>
                </a:lnTo>
                <a:lnTo>
                  <a:pt x="1828460" y="4231585"/>
                </a:lnTo>
                <a:cubicBezTo>
                  <a:pt x="1794395" y="4543257"/>
                  <a:pt x="2001273" y="4836250"/>
                  <a:pt x="2314513" y="4903040"/>
                </a:cubicBezTo>
                <a:lnTo>
                  <a:pt x="2405921" y="4913098"/>
                </a:lnTo>
                <a:lnTo>
                  <a:pt x="2318997" y="4930618"/>
                </a:lnTo>
                <a:cubicBezTo>
                  <a:pt x="2102107" y="4995831"/>
                  <a:pt x="1932223" y="5177695"/>
                  <a:pt x="1889029" y="5408840"/>
                </a:cubicBezTo>
                <a:lnTo>
                  <a:pt x="1882120" y="5460100"/>
                </a:lnTo>
                <a:lnTo>
                  <a:pt x="1849610" y="5486216"/>
                </a:lnTo>
                <a:cubicBezTo>
                  <a:pt x="1615462" y="5694722"/>
                  <a:pt x="1572669" y="6050830"/>
                  <a:pt x="1760409" y="6310317"/>
                </a:cubicBezTo>
                <a:cubicBezTo>
                  <a:pt x="1807344" y="6375189"/>
                  <a:pt x="1864522" y="6428264"/>
                  <a:pt x="1928126" y="6468931"/>
                </a:cubicBezTo>
                <a:lnTo>
                  <a:pt x="2016524" y="6514675"/>
                </a:lnTo>
                <a:lnTo>
                  <a:pt x="1976130" y="6511292"/>
                </a:lnTo>
                <a:lnTo>
                  <a:pt x="1920451" y="6522944"/>
                </a:lnTo>
                <a:cubicBezTo>
                  <a:pt x="1806697" y="6558378"/>
                  <a:pt x="1701942" y="6626992"/>
                  <a:pt x="1621918" y="6727036"/>
                </a:cubicBezTo>
                <a:cubicBezTo>
                  <a:pt x="1541893" y="6827080"/>
                  <a:pt x="1497965" y="6944349"/>
                  <a:pt x="1488382" y="7063107"/>
                </a:cubicBezTo>
                <a:cubicBezTo>
                  <a:pt x="1476402" y="7211556"/>
                  <a:pt x="1518090" y="7362334"/>
                  <a:pt x="1610025" y="7484711"/>
                </a:cubicBezTo>
                <a:lnTo>
                  <a:pt x="1633440" y="7512114"/>
                </a:lnTo>
                <a:lnTo>
                  <a:pt x="1625425" y="7510692"/>
                </a:lnTo>
                <a:cubicBezTo>
                  <a:pt x="1451530" y="7497771"/>
                  <a:pt x="1286693" y="7608183"/>
                  <a:pt x="1237321" y="7782496"/>
                </a:cubicBezTo>
                <a:cubicBezTo>
                  <a:pt x="1230268" y="7807397"/>
                  <a:pt x="1225904" y="7832425"/>
                  <a:pt x="1224058" y="7857267"/>
                </a:cubicBezTo>
                <a:cubicBezTo>
                  <a:pt x="1212983" y="8006320"/>
                  <a:pt x="1292521" y="8148717"/>
                  <a:pt x="1425242" y="8217452"/>
                </a:cubicBezTo>
                <a:lnTo>
                  <a:pt x="1459914" y="8231159"/>
                </a:lnTo>
                <a:lnTo>
                  <a:pt x="1440875" y="8249115"/>
                </a:lnTo>
                <a:cubicBezTo>
                  <a:pt x="1413981" y="8280197"/>
                  <a:pt x="1397632" y="8317977"/>
                  <a:pt x="1392511" y="8357222"/>
                </a:cubicBezTo>
                <a:cubicBezTo>
                  <a:pt x="1385685" y="8409547"/>
                  <a:pt x="1398820" y="8464477"/>
                  <a:pt x="1433534" y="8509610"/>
                </a:cubicBezTo>
                <a:cubicBezTo>
                  <a:pt x="1468248" y="8554742"/>
                  <a:pt x="1517970" y="8581530"/>
                  <a:pt x="1570296" y="8588358"/>
                </a:cubicBezTo>
                <a:lnTo>
                  <a:pt x="1625468" y="8584908"/>
                </a:lnTo>
                <a:lnTo>
                  <a:pt x="1615442" y="8596713"/>
                </a:lnTo>
                <a:cubicBezTo>
                  <a:pt x="1440475" y="8825116"/>
                  <a:pt x="1443965" y="9152455"/>
                  <a:pt x="1640007" y="9378123"/>
                </a:cubicBezTo>
                <a:cubicBezTo>
                  <a:pt x="1780038" y="9539314"/>
                  <a:pt x="1985166" y="9610482"/>
                  <a:pt x="2182287" y="9586492"/>
                </a:cubicBezTo>
                <a:lnTo>
                  <a:pt x="2190704" y="9584628"/>
                </a:lnTo>
                <a:lnTo>
                  <a:pt x="2195322" y="9585136"/>
                </a:lnTo>
                <a:cubicBezTo>
                  <a:pt x="2270051" y="9585751"/>
                  <a:pt x="2341628" y="9563873"/>
                  <a:pt x="2402002" y="9524719"/>
                </a:cubicBezTo>
                <a:lnTo>
                  <a:pt x="2433476" y="9499740"/>
                </a:lnTo>
                <a:lnTo>
                  <a:pt x="2413266" y="9553046"/>
                </a:lnTo>
                <a:cubicBezTo>
                  <a:pt x="2400499" y="9600043"/>
                  <a:pt x="2396737" y="9650318"/>
                  <a:pt x="2403699" y="9701611"/>
                </a:cubicBezTo>
                <a:lnTo>
                  <a:pt x="2404015" y="9701567"/>
                </a:lnTo>
                <a:lnTo>
                  <a:pt x="2404124" y="9704744"/>
                </a:lnTo>
                <a:cubicBezTo>
                  <a:pt x="2419440" y="9817588"/>
                  <a:pt x="2523333" y="9896650"/>
                  <a:pt x="2636177" y="9881333"/>
                </a:cubicBezTo>
                <a:cubicBezTo>
                  <a:pt x="2749020" y="9866017"/>
                  <a:pt x="2828081" y="9762124"/>
                  <a:pt x="2812764" y="9649280"/>
                </a:cubicBezTo>
                <a:lnTo>
                  <a:pt x="2812024" y="9646189"/>
                </a:lnTo>
                <a:lnTo>
                  <a:pt x="2774875" y="9651231"/>
                </a:lnTo>
                <a:lnTo>
                  <a:pt x="2775616" y="9654323"/>
                </a:lnTo>
                <a:cubicBezTo>
                  <a:pt x="2788147" y="9746648"/>
                  <a:pt x="2723460" y="9831652"/>
                  <a:pt x="2631135" y="9844184"/>
                </a:cubicBezTo>
                <a:cubicBezTo>
                  <a:pt x="2538808" y="9856715"/>
                  <a:pt x="2453805" y="9792029"/>
                  <a:pt x="2441273" y="9699702"/>
                </a:cubicBezTo>
                <a:lnTo>
                  <a:pt x="2441164" y="9696525"/>
                </a:lnTo>
                <a:lnTo>
                  <a:pt x="2440848" y="9696568"/>
                </a:lnTo>
                <a:cubicBezTo>
                  <a:pt x="2415785" y="9511916"/>
                  <a:pt x="2545159" y="9341908"/>
                  <a:pt x="2729811" y="9316846"/>
                </a:cubicBezTo>
                <a:cubicBezTo>
                  <a:pt x="2914462" y="9291783"/>
                  <a:pt x="3084470" y="9421157"/>
                  <a:pt x="3109532" y="9605808"/>
                </a:cubicBezTo>
                <a:cubicBezTo>
                  <a:pt x="3151388" y="9914184"/>
                  <a:pt x="2927519" y="10199162"/>
                  <a:pt x="2609507" y="10242325"/>
                </a:cubicBezTo>
                <a:cubicBezTo>
                  <a:pt x="2291494" y="10285489"/>
                  <a:pt x="1999765" y="10070492"/>
                  <a:pt x="1957909" y="9762117"/>
                </a:cubicBezTo>
                <a:lnTo>
                  <a:pt x="1950249" y="9763156"/>
                </a:lnTo>
                <a:lnTo>
                  <a:pt x="1907961" y="9672365"/>
                </a:lnTo>
                <a:cubicBezTo>
                  <a:pt x="1785048" y="9464994"/>
                  <a:pt x="1546254" y="9340194"/>
                  <a:pt x="1292357" y="9374655"/>
                </a:cubicBezTo>
                <a:cubicBezTo>
                  <a:pt x="953828" y="9420603"/>
                  <a:pt x="716645" y="9732283"/>
                  <a:pt x="762593" y="10070812"/>
                </a:cubicBezTo>
                <a:cubicBezTo>
                  <a:pt x="773036" y="10147751"/>
                  <a:pt x="806126" y="10216052"/>
                  <a:pt x="854229" y="10269906"/>
                </a:cubicBezTo>
                <a:lnTo>
                  <a:pt x="867810" y="10282457"/>
                </a:lnTo>
                <a:lnTo>
                  <a:pt x="857883" y="10344116"/>
                </a:lnTo>
                <a:cubicBezTo>
                  <a:pt x="823818" y="10655788"/>
                  <a:pt x="1030695" y="10948781"/>
                  <a:pt x="1343936" y="11015571"/>
                </a:cubicBezTo>
                <a:lnTo>
                  <a:pt x="1435344" y="11025630"/>
                </a:lnTo>
                <a:lnTo>
                  <a:pt x="1348420" y="11043149"/>
                </a:lnTo>
                <a:cubicBezTo>
                  <a:pt x="1131529" y="11108363"/>
                  <a:pt x="961645" y="11290227"/>
                  <a:pt x="918451" y="11521372"/>
                </a:cubicBezTo>
                <a:lnTo>
                  <a:pt x="911542" y="11572631"/>
                </a:lnTo>
                <a:lnTo>
                  <a:pt x="879032" y="11598748"/>
                </a:lnTo>
                <a:cubicBezTo>
                  <a:pt x="644884" y="11807254"/>
                  <a:pt x="602091" y="12163361"/>
                  <a:pt x="789831" y="12422849"/>
                </a:cubicBezTo>
                <a:cubicBezTo>
                  <a:pt x="860234" y="12520156"/>
                  <a:pt x="953683" y="12590922"/>
                  <a:pt x="1057298" y="12633080"/>
                </a:cubicBezTo>
                <a:lnTo>
                  <a:pt x="1130297" y="12655382"/>
                </a:lnTo>
                <a:lnTo>
                  <a:pt x="1097518" y="12661514"/>
                </a:lnTo>
                <a:cubicBezTo>
                  <a:pt x="821513" y="12742773"/>
                  <a:pt x="631276" y="13009181"/>
                  <a:pt x="656501" y="13307044"/>
                </a:cubicBezTo>
                <a:cubicBezTo>
                  <a:pt x="663053" y="13384411"/>
                  <a:pt x="692658" y="13454292"/>
                  <a:pt x="737986" y="13510503"/>
                </a:cubicBezTo>
                <a:lnTo>
                  <a:pt x="750916" y="13523722"/>
                </a:lnTo>
                <a:lnTo>
                  <a:pt x="737894" y="13584802"/>
                </a:lnTo>
                <a:cubicBezTo>
                  <a:pt x="688164" y="13894362"/>
                  <a:pt x="880011" y="14197410"/>
                  <a:pt x="1189487" y="14279902"/>
                </a:cubicBezTo>
                <a:lnTo>
                  <a:pt x="1280272" y="14294555"/>
                </a:lnTo>
                <a:lnTo>
                  <a:pt x="1192575" y="14307671"/>
                </a:lnTo>
                <a:cubicBezTo>
                  <a:pt x="972674" y="14361870"/>
                  <a:pt x="793840" y="14534941"/>
                  <a:pt x="739051" y="14763615"/>
                </a:cubicBezTo>
                <a:lnTo>
                  <a:pt x="729566" y="14814461"/>
                </a:lnTo>
                <a:lnTo>
                  <a:pt x="695782" y="14838906"/>
                </a:lnTo>
                <a:cubicBezTo>
                  <a:pt x="451423" y="15035346"/>
                  <a:pt x="390736" y="15388843"/>
                  <a:pt x="565158" y="15657463"/>
                </a:cubicBezTo>
                <a:cubicBezTo>
                  <a:pt x="586961" y="15691041"/>
                  <a:pt x="611470" y="15721802"/>
                  <a:pt x="638213" y="15749646"/>
                </a:cubicBezTo>
                <a:lnTo>
                  <a:pt x="648594" y="15758613"/>
                </a:lnTo>
                <a:lnTo>
                  <a:pt x="606620" y="15759324"/>
                </a:lnTo>
                <a:cubicBezTo>
                  <a:pt x="288579" y="15797129"/>
                  <a:pt x="30203" y="16054097"/>
                  <a:pt x="2439" y="16385697"/>
                </a:cubicBezTo>
                <a:cubicBezTo>
                  <a:pt x="-29291" y="16764668"/>
                  <a:pt x="252204" y="17097606"/>
                  <a:pt x="631175" y="17129336"/>
                </a:cubicBezTo>
                <a:cubicBezTo>
                  <a:pt x="746014" y="17138950"/>
                  <a:pt x="853879" y="17101108"/>
                  <a:pt x="935438" y="17032152"/>
                </a:cubicBezTo>
                <a:lnTo>
                  <a:pt x="974959" y="16991668"/>
                </a:lnTo>
                <a:lnTo>
                  <a:pt x="1099554" y="17061084"/>
                </a:lnTo>
                <a:cubicBezTo>
                  <a:pt x="1238804" y="17105286"/>
                  <a:pt x="1397154" y="17065392"/>
                  <a:pt x="1498082" y="16947378"/>
                </a:cubicBezTo>
                <a:cubicBezTo>
                  <a:pt x="1548547" y="16888370"/>
                  <a:pt x="1577490" y="16818212"/>
                  <a:pt x="1585658" y="16746466"/>
                </a:cubicBezTo>
                <a:cubicBezTo>
                  <a:pt x="1595869" y="16656784"/>
                  <a:pt x="1573618" y="16564623"/>
                  <a:pt x="1520366" y="16488665"/>
                </a:cubicBezTo>
                <a:lnTo>
                  <a:pt x="1495202" y="16457176"/>
                </a:lnTo>
                <a:lnTo>
                  <a:pt x="1608797" y="16461182"/>
                </a:lnTo>
                <a:cubicBezTo>
                  <a:pt x="1766819" y="16451642"/>
                  <a:pt x="1921200" y="16381818"/>
                  <a:pt x="2034486" y="16253972"/>
                </a:cubicBezTo>
                <a:cubicBezTo>
                  <a:pt x="2119452" y="16158088"/>
                  <a:pt x="2169235" y="16043183"/>
                  <a:pt x="2184791" y="15925058"/>
                </a:cubicBezTo>
                <a:cubicBezTo>
                  <a:pt x="2204238" y="15777403"/>
                  <a:pt x="2170203" y="15624715"/>
                  <a:pt x="2084552" y="15497859"/>
                </a:cubicBezTo>
                <a:lnTo>
                  <a:pt x="2062548" y="15469311"/>
                </a:lnTo>
                <a:lnTo>
                  <a:pt x="2070481" y="15471135"/>
                </a:lnTo>
                <a:cubicBezTo>
                  <a:pt x="2243504" y="15492804"/>
                  <a:pt x="2413697" y="15390841"/>
                  <a:pt x="2471791" y="15219238"/>
                </a:cubicBezTo>
                <a:cubicBezTo>
                  <a:pt x="2480091" y="15194724"/>
                  <a:pt x="2485710" y="15169948"/>
                  <a:pt x="2488806" y="15145230"/>
                </a:cubicBezTo>
                <a:cubicBezTo>
                  <a:pt x="2507379" y="14996925"/>
                  <a:pt x="2435120" y="14850700"/>
                  <a:pt x="2306031" y="14775363"/>
                </a:cubicBezTo>
                <a:lnTo>
                  <a:pt x="2272094" y="14759926"/>
                </a:lnTo>
                <a:lnTo>
                  <a:pt x="2292014" y="14742953"/>
                </a:lnTo>
                <a:cubicBezTo>
                  <a:pt x="2320441" y="14713265"/>
                  <a:pt x="2338673" y="14676357"/>
                  <a:pt x="2345765" y="14637421"/>
                </a:cubicBezTo>
                <a:cubicBezTo>
                  <a:pt x="2355220" y="14585505"/>
                  <a:pt x="2344872" y="14529983"/>
                  <a:pt x="2312476" y="14483158"/>
                </a:cubicBezTo>
                <a:cubicBezTo>
                  <a:pt x="2280079" y="14436334"/>
                  <a:pt x="2231772" y="14407073"/>
                  <a:pt x="2179856" y="14397617"/>
                </a:cubicBezTo>
                <a:lnTo>
                  <a:pt x="2124580" y="14398281"/>
                </a:lnTo>
                <a:lnTo>
                  <a:pt x="2135189" y="14386997"/>
                </a:lnTo>
                <a:cubicBezTo>
                  <a:pt x="2321446" y="14167703"/>
                  <a:pt x="2334457" y="13840604"/>
                  <a:pt x="2150038" y="13605342"/>
                </a:cubicBezTo>
                <a:cubicBezTo>
                  <a:pt x="2084174" y="13521320"/>
                  <a:pt x="2000922" y="13458955"/>
                  <a:pt x="1909375" y="13419348"/>
                </a:cubicBezTo>
                <a:lnTo>
                  <a:pt x="1862485" y="13405452"/>
                </a:lnTo>
                <a:lnTo>
                  <a:pt x="1862115" y="13391603"/>
                </a:lnTo>
                <a:cubicBezTo>
                  <a:pt x="1854281" y="13324597"/>
                  <a:pt x="1828478" y="13259733"/>
                  <a:pt x="1785718" y="13204850"/>
                </a:cubicBezTo>
                <a:lnTo>
                  <a:pt x="1758999" y="13174670"/>
                </a:lnTo>
                <a:lnTo>
                  <a:pt x="1872652" y="13172945"/>
                </a:lnTo>
                <a:cubicBezTo>
                  <a:pt x="2029992" y="13155453"/>
                  <a:pt x="2180658" y="13077936"/>
                  <a:pt x="2287356" y="12944543"/>
                </a:cubicBezTo>
                <a:cubicBezTo>
                  <a:pt x="2367381" y="12844499"/>
                  <a:pt x="2411310" y="12727231"/>
                  <a:pt x="2420893" y="12608472"/>
                </a:cubicBezTo>
                <a:cubicBezTo>
                  <a:pt x="2432872" y="12460024"/>
                  <a:pt x="2391185" y="12309246"/>
                  <a:pt x="2299250" y="12186868"/>
                </a:cubicBezTo>
                <a:lnTo>
                  <a:pt x="2275834" y="12159465"/>
                </a:lnTo>
                <a:lnTo>
                  <a:pt x="2283850" y="12160887"/>
                </a:lnTo>
                <a:cubicBezTo>
                  <a:pt x="2457745" y="12173808"/>
                  <a:pt x="2622582" y="12063396"/>
                  <a:pt x="2671954" y="11889084"/>
                </a:cubicBezTo>
                <a:cubicBezTo>
                  <a:pt x="2679007" y="11864182"/>
                  <a:pt x="2683370" y="11839155"/>
                  <a:pt x="2685216" y="11814313"/>
                </a:cubicBezTo>
                <a:cubicBezTo>
                  <a:pt x="2696291" y="11665260"/>
                  <a:pt x="2616755" y="11522862"/>
                  <a:pt x="2484033" y="11454127"/>
                </a:cubicBezTo>
                <a:lnTo>
                  <a:pt x="2449360" y="11440421"/>
                </a:lnTo>
                <a:lnTo>
                  <a:pt x="2468400" y="11422464"/>
                </a:lnTo>
                <a:cubicBezTo>
                  <a:pt x="2495294" y="11391382"/>
                  <a:pt x="2511643" y="11353602"/>
                  <a:pt x="2516763" y="11314357"/>
                </a:cubicBezTo>
                <a:cubicBezTo>
                  <a:pt x="2523590" y="11262032"/>
                  <a:pt x="2510456" y="11207101"/>
                  <a:pt x="2475741" y="11161969"/>
                </a:cubicBezTo>
                <a:cubicBezTo>
                  <a:pt x="2441026" y="11116837"/>
                  <a:pt x="2391305" y="11090048"/>
                  <a:pt x="2338979" y="11083221"/>
                </a:cubicBezTo>
                <a:lnTo>
                  <a:pt x="2283807" y="11086670"/>
                </a:lnTo>
                <a:lnTo>
                  <a:pt x="2293833" y="11074866"/>
                </a:lnTo>
                <a:cubicBezTo>
                  <a:pt x="2468800" y="10846462"/>
                  <a:pt x="2465309" y="10519124"/>
                  <a:pt x="2269267" y="10293455"/>
                </a:cubicBezTo>
                <a:cubicBezTo>
                  <a:pt x="2129237" y="10132264"/>
                  <a:pt x="1924109" y="10061096"/>
                  <a:pt x="1726989" y="10085086"/>
                </a:cubicBezTo>
                <a:lnTo>
                  <a:pt x="1718571" y="10086951"/>
                </a:lnTo>
                <a:lnTo>
                  <a:pt x="1713953" y="10086443"/>
                </a:lnTo>
                <a:cubicBezTo>
                  <a:pt x="1639224" y="10085827"/>
                  <a:pt x="1567647" y="10107706"/>
                  <a:pt x="1507273" y="10146859"/>
                </a:cubicBezTo>
                <a:lnTo>
                  <a:pt x="1475799" y="10171839"/>
                </a:lnTo>
                <a:lnTo>
                  <a:pt x="1496009" y="10118532"/>
                </a:lnTo>
                <a:cubicBezTo>
                  <a:pt x="1508776" y="10071536"/>
                  <a:pt x="1512537" y="10021260"/>
                  <a:pt x="1505576" y="9969968"/>
                </a:cubicBezTo>
                <a:lnTo>
                  <a:pt x="1505260" y="9970012"/>
                </a:lnTo>
                <a:lnTo>
                  <a:pt x="1505151" y="9966834"/>
                </a:lnTo>
                <a:cubicBezTo>
                  <a:pt x="1489834" y="9853991"/>
                  <a:pt x="1385941" y="9774929"/>
                  <a:pt x="1273098" y="9790245"/>
                </a:cubicBezTo>
                <a:cubicBezTo>
                  <a:pt x="1160255" y="9805562"/>
                  <a:pt x="1081194" y="9909455"/>
                  <a:pt x="1096509" y="10022298"/>
                </a:cubicBezTo>
                <a:lnTo>
                  <a:pt x="1097251" y="10025390"/>
                </a:lnTo>
                <a:lnTo>
                  <a:pt x="1134400" y="10020347"/>
                </a:lnTo>
                <a:lnTo>
                  <a:pt x="1133658" y="10017256"/>
                </a:lnTo>
                <a:cubicBezTo>
                  <a:pt x="1121128" y="9924931"/>
                  <a:pt x="1185814" y="9839926"/>
                  <a:pt x="1278140" y="9827395"/>
                </a:cubicBezTo>
                <a:cubicBezTo>
                  <a:pt x="1370466" y="9814864"/>
                  <a:pt x="1455470" y="9879550"/>
                  <a:pt x="1468001" y="9971876"/>
                </a:cubicBezTo>
                <a:lnTo>
                  <a:pt x="1468111" y="9975054"/>
                </a:lnTo>
                <a:lnTo>
                  <a:pt x="1468426" y="9975011"/>
                </a:lnTo>
                <a:cubicBezTo>
                  <a:pt x="1493489" y="10159663"/>
                  <a:pt x="1364116" y="10329670"/>
                  <a:pt x="1179464" y="10354732"/>
                </a:cubicBezTo>
                <a:cubicBezTo>
                  <a:pt x="994812" y="10379795"/>
                  <a:pt x="824804" y="10250422"/>
                  <a:pt x="799742" y="10065770"/>
                </a:cubicBezTo>
                <a:cubicBezTo>
                  <a:pt x="757886" y="9757395"/>
                  <a:pt x="981756" y="9472416"/>
                  <a:pt x="1299768" y="9429253"/>
                </a:cubicBezTo>
                <a:cubicBezTo>
                  <a:pt x="1617780" y="9386089"/>
                  <a:pt x="1909510" y="9601087"/>
                  <a:pt x="1951366" y="9909462"/>
                </a:cubicBezTo>
                <a:lnTo>
                  <a:pt x="1959026" y="9908422"/>
                </a:lnTo>
                <a:lnTo>
                  <a:pt x="2001314" y="9999213"/>
                </a:lnTo>
                <a:cubicBezTo>
                  <a:pt x="2124226" y="10206585"/>
                  <a:pt x="2363020" y="10331385"/>
                  <a:pt x="2616917" y="10296923"/>
                </a:cubicBezTo>
                <a:cubicBezTo>
                  <a:pt x="2913130" y="10256719"/>
                  <a:pt x="3131750" y="10013063"/>
                  <a:pt x="3150996" y="9725990"/>
                </a:cubicBezTo>
                <a:cubicBezTo>
                  <a:pt x="3153745" y="9684979"/>
                  <a:pt x="3152425" y="9643082"/>
                  <a:pt x="3146681" y="9600766"/>
                </a:cubicBezTo>
                <a:cubicBezTo>
                  <a:pt x="3136238" y="9523828"/>
                  <a:pt x="3103149" y="9455527"/>
                  <a:pt x="3055045" y="9401673"/>
                </a:cubicBezTo>
                <a:lnTo>
                  <a:pt x="3041465" y="9389122"/>
                </a:lnTo>
                <a:lnTo>
                  <a:pt x="3051392" y="9327463"/>
                </a:lnTo>
                <a:cubicBezTo>
                  <a:pt x="3085457" y="9015791"/>
                  <a:pt x="2878579" y="8722797"/>
                  <a:pt x="2565339" y="8656007"/>
                </a:cubicBezTo>
                <a:lnTo>
                  <a:pt x="2473931" y="8645949"/>
                </a:lnTo>
                <a:lnTo>
                  <a:pt x="2560855" y="8628429"/>
                </a:lnTo>
                <a:cubicBezTo>
                  <a:pt x="2777745" y="8563216"/>
                  <a:pt x="2947629" y="8381352"/>
                  <a:pt x="2990823" y="8150208"/>
                </a:cubicBezTo>
                <a:lnTo>
                  <a:pt x="2997733" y="8098949"/>
                </a:lnTo>
                <a:lnTo>
                  <a:pt x="3030242" y="8072832"/>
                </a:lnTo>
                <a:cubicBezTo>
                  <a:pt x="3264389" y="7864325"/>
                  <a:pt x="3307183" y="7508219"/>
                  <a:pt x="3119443" y="7248731"/>
                </a:cubicBezTo>
                <a:cubicBezTo>
                  <a:pt x="3072508" y="7183859"/>
                  <a:pt x="3015330" y="7130784"/>
                  <a:pt x="2951726" y="7090117"/>
                </a:cubicBezTo>
                <a:lnTo>
                  <a:pt x="2879613" y="7052801"/>
                </a:lnTo>
                <a:lnTo>
                  <a:pt x="2959400" y="7036104"/>
                </a:lnTo>
                <a:cubicBezTo>
                  <a:pt x="3073154" y="7000670"/>
                  <a:pt x="3177910" y="6932056"/>
                  <a:pt x="3257934" y="6832012"/>
                </a:cubicBezTo>
                <a:cubicBezTo>
                  <a:pt x="3337959" y="6731968"/>
                  <a:pt x="3381888" y="6614699"/>
                  <a:pt x="3391470" y="6495941"/>
                </a:cubicBezTo>
                <a:cubicBezTo>
                  <a:pt x="3403450" y="6347492"/>
                  <a:pt x="3361763" y="6196715"/>
                  <a:pt x="3269827" y="6074336"/>
                </a:cubicBezTo>
                <a:lnTo>
                  <a:pt x="3246412" y="6046934"/>
                </a:lnTo>
                <a:lnTo>
                  <a:pt x="3254428" y="6048356"/>
                </a:lnTo>
                <a:cubicBezTo>
                  <a:pt x="3428323" y="6061277"/>
                  <a:pt x="3593159" y="5950865"/>
                  <a:pt x="3642531" y="5776552"/>
                </a:cubicBezTo>
                <a:cubicBezTo>
                  <a:pt x="3649585" y="5751651"/>
                  <a:pt x="3653948" y="5726624"/>
                  <a:pt x="3655794" y="5701782"/>
                </a:cubicBezTo>
                <a:cubicBezTo>
                  <a:pt x="3666868" y="5552728"/>
                  <a:pt x="3587332" y="5410331"/>
                  <a:pt x="3454610" y="5341596"/>
                </a:cubicBezTo>
                <a:lnTo>
                  <a:pt x="3419937" y="5327889"/>
                </a:lnTo>
                <a:lnTo>
                  <a:pt x="3438977" y="5309933"/>
                </a:lnTo>
                <a:cubicBezTo>
                  <a:pt x="3465872" y="5278851"/>
                  <a:pt x="3482220" y="5241071"/>
                  <a:pt x="3487341" y="5201826"/>
                </a:cubicBezTo>
                <a:cubicBezTo>
                  <a:pt x="3494168" y="5149500"/>
                  <a:pt x="3481033" y="5094570"/>
                  <a:pt x="3446319" y="5049437"/>
                </a:cubicBezTo>
                <a:cubicBezTo>
                  <a:pt x="3411604" y="5004306"/>
                  <a:pt x="3361883" y="4977517"/>
                  <a:pt x="3309556" y="4970689"/>
                </a:cubicBezTo>
                <a:lnTo>
                  <a:pt x="3254385" y="4974139"/>
                </a:lnTo>
                <a:lnTo>
                  <a:pt x="3264410" y="4962335"/>
                </a:lnTo>
                <a:cubicBezTo>
                  <a:pt x="3417506" y="4762482"/>
                  <a:pt x="3433971" y="4486881"/>
                  <a:pt x="3304362" y="4269924"/>
                </a:cubicBezTo>
                <a:lnTo>
                  <a:pt x="3257690" y="4205541"/>
                </a:lnTo>
                <a:lnTo>
                  <a:pt x="3258161" y="4203914"/>
                </a:lnTo>
                <a:cubicBezTo>
                  <a:pt x="3261919" y="4186114"/>
                  <a:pt x="3264356" y="4168131"/>
                  <a:pt x="3265492" y="4150114"/>
                </a:cubicBezTo>
                <a:cubicBezTo>
                  <a:pt x="3271169" y="4060032"/>
                  <a:pt x="3244302" y="3969109"/>
                  <a:pt x="3187289" y="3895932"/>
                </a:cubicBezTo>
                <a:lnTo>
                  <a:pt x="3160569" y="3865753"/>
                </a:lnTo>
                <a:lnTo>
                  <a:pt x="3274223" y="3864027"/>
                </a:lnTo>
                <a:cubicBezTo>
                  <a:pt x="3431563" y="3846535"/>
                  <a:pt x="3582228" y="3769018"/>
                  <a:pt x="3688927" y="3635625"/>
                </a:cubicBezTo>
                <a:cubicBezTo>
                  <a:pt x="3768952" y="3535581"/>
                  <a:pt x="3812881" y="3418313"/>
                  <a:pt x="3822464" y="3299554"/>
                </a:cubicBezTo>
                <a:cubicBezTo>
                  <a:pt x="3834443" y="3151106"/>
                  <a:pt x="3792756" y="3000328"/>
                  <a:pt x="3700820" y="2877950"/>
                </a:cubicBezTo>
                <a:lnTo>
                  <a:pt x="3677405" y="2850548"/>
                </a:lnTo>
                <a:lnTo>
                  <a:pt x="3685421" y="2851970"/>
                </a:lnTo>
                <a:cubicBezTo>
                  <a:pt x="3859316" y="2864890"/>
                  <a:pt x="4024152" y="2754478"/>
                  <a:pt x="4073525" y="2580166"/>
                </a:cubicBezTo>
                <a:cubicBezTo>
                  <a:pt x="4080578" y="2555265"/>
                  <a:pt x="4084941" y="2530237"/>
                  <a:pt x="4086787" y="2505396"/>
                </a:cubicBezTo>
                <a:cubicBezTo>
                  <a:pt x="4097862" y="2356342"/>
                  <a:pt x="4018325" y="2213944"/>
                  <a:pt x="3885603" y="2145210"/>
                </a:cubicBezTo>
                <a:lnTo>
                  <a:pt x="3850931" y="2131503"/>
                </a:lnTo>
                <a:lnTo>
                  <a:pt x="3869970" y="2113547"/>
                </a:lnTo>
                <a:cubicBezTo>
                  <a:pt x="3896865" y="2082464"/>
                  <a:pt x="3913214" y="2044684"/>
                  <a:pt x="3918334" y="2005440"/>
                </a:cubicBezTo>
                <a:cubicBezTo>
                  <a:pt x="3925161" y="1953114"/>
                  <a:pt x="3912026" y="1898183"/>
                  <a:pt x="3877312" y="1853051"/>
                </a:cubicBezTo>
                <a:cubicBezTo>
                  <a:pt x="3842597" y="1807919"/>
                  <a:pt x="3792876" y="1781130"/>
                  <a:pt x="3740550" y="1774303"/>
                </a:cubicBezTo>
                <a:lnTo>
                  <a:pt x="3685378" y="1777752"/>
                </a:lnTo>
                <a:lnTo>
                  <a:pt x="3695403" y="1765949"/>
                </a:lnTo>
                <a:cubicBezTo>
                  <a:pt x="3782887" y="1651747"/>
                  <a:pt x="3825756" y="1512811"/>
                  <a:pt x="3822249" y="1374217"/>
                </a:cubicBezTo>
                <a:lnTo>
                  <a:pt x="3821563" y="1367968"/>
                </a:lnTo>
                <a:lnTo>
                  <a:pt x="3868996" y="1363186"/>
                </a:lnTo>
                <a:cubicBezTo>
                  <a:pt x="4182774" y="1298978"/>
                  <a:pt x="4418809" y="1021348"/>
                  <a:pt x="4418809" y="688588"/>
                </a:cubicBezTo>
                <a:close/>
              </a:path>
            </a:pathLst>
          </a:custGeom>
          <a:solidFill>
            <a:schemeClr val="tx1">
              <a:alpha val="3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03" tIns="89603" rIns="33605" bIns="33605" rtlCol="0" anchor="t" anchorCtr="0"/>
          <a:lstStyle/>
          <a:p>
            <a:pPr algn="ctr" defTabSz="913628"/>
            <a:endParaRPr lang="en-US" sz="1600" spc="-1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144059729"/>
      </p:ext>
    </p:extLst>
  </p:cSld>
  <p:clrMapOvr>
    <a:masterClrMapping/>
  </p:clrMapOvr>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Diagram Blank - JBS">
    <p:spTree>
      <p:nvGrpSpPr>
        <p:cNvPr id="1" name=""/>
        <p:cNvGrpSpPr/>
        <p:nvPr/>
      </p:nvGrpSpPr>
      <p:grpSpPr>
        <a:xfrm>
          <a:off x="0" y="0"/>
          <a:ext cx="0" cy="0"/>
          <a:chOff x="0" y="0"/>
          <a:chExt cx="0" cy="0"/>
        </a:xfrm>
      </p:grpSpPr>
      <p:sp>
        <p:nvSpPr>
          <p:cNvPr id="8" name="Rectangle 7"/>
          <p:cNvSpPr/>
          <p:nvPr userDrawn="1"/>
        </p:nvSpPr>
        <p:spPr bwMode="auto">
          <a:xfrm>
            <a:off x="11" y="0"/>
            <a:ext cx="12211173" cy="7021513"/>
          </a:xfrm>
          <a:prstGeom prst="rect">
            <a:avLst/>
          </a:prstGeom>
          <a:solidFill>
            <a:srgbClr val="00000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82" tIns="45692" rIns="91382" bIns="45692" numCol="1" rtlCol="0" anchor="ctr" anchorCtr="0" compatLnSpc="1">
            <a:prstTxWarp prst="textNoShape">
              <a:avLst/>
            </a:prstTxWarp>
          </a:bodyPr>
          <a:lstStyle/>
          <a:p>
            <a:pPr algn="ctr" defTabSz="913513" fontAlgn="base">
              <a:spcBef>
                <a:spcPct val="0"/>
              </a:spcBef>
              <a:spcAft>
                <a:spcPct val="0"/>
              </a:spcAft>
            </a:pPr>
            <a:endParaRPr lang="en-US" sz="2299" smtClean="0">
              <a:gradFill>
                <a:gsLst>
                  <a:gs pos="0">
                    <a:srgbClr val="FFFFFF"/>
                  </a:gs>
                  <a:gs pos="100000">
                    <a:srgbClr val="FFFFFF"/>
                  </a:gs>
                </a:gsLst>
                <a:lin ang="5400000" scaled="0"/>
              </a:gra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99293" y="6462302"/>
            <a:ext cx="1618778" cy="397659"/>
          </a:xfrm>
          <a:prstGeom prst="rect">
            <a:avLst/>
          </a:prstGeom>
        </p:spPr>
      </p:pic>
    </p:spTree>
    <p:extLst>
      <p:ext uri="{BB962C8B-B14F-4D97-AF65-F5344CB8AC3E}">
        <p14:creationId xmlns:p14="http://schemas.microsoft.com/office/powerpoint/2010/main" val="1083801262"/>
      </p:ext>
    </p:extLst>
  </p:cSld>
  <p:clrMapOvr>
    <a:masterClrMapping/>
  </p:clrMapOvr>
  <p:transition>
    <p:fade/>
  </p:transition>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1_Section Title Blue 2">
    <p:bg>
      <p:bgPr>
        <a:blipFill dpi="0" rotWithShape="1">
          <a:blip r:embed="rId2" cstate="screen">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8743817"/>
      </p:ext>
    </p:extLst>
  </p:cSld>
  <p:clrMapOvr>
    <a:masterClrMapping/>
  </p:clrMapOvr>
  <p:transition>
    <p:fade/>
  </p:transition>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48986" y="5153113"/>
            <a:ext cx="5431522" cy="1926580"/>
          </a:xfrm>
          <a:prstGeom prst="rect">
            <a:avLst/>
          </a:prstGeom>
        </p:spPr>
      </p:pic>
      <p:sp>
        <p:nvSpPr>
          <p:cNvPr id="2" name="Title 1"/>
          <p:cNvSpPr>
            <a:spLocks noGrp="1"/>
          </p:cNvSpPr>
          <p:nvPr>
            <p:ph type="title" hasCustomPrompt="1"/>
          </p:nvPr>
        </p:nvSpPr>
        <p:spPr>
          <a:xfrm>
            <a:off x="978574" y="2159840"/>
            <a:ext cx="10236455" cy="1020972"/>
          </a:xfrm>
        </p:spPr>
        <p:txBody>
          <a:bodyPr anchor="b" anchorCtr="0"/>
          <a:lstStyle>
            <a:lvl1pPr>
              <a:defRPr sz="7197" spc="-151" baseline="0">
                <a:gradFill>
                  <a:gsLst>
                    <a:gs pos="1250">
                      <a:schemeClr val="bg1"/>
                    </a:gs>
                    <a:gs pos="100000">
                      <a:schemeClr val="bg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574" y="3507513"/>
            <a:ext cx="10236455" cy="510487"/>
          </a:xfrm>
        </p:spPr>
        <p:txBody>
          <a:bodyPr>
            <a:noAutofit/>
          </a:bodyPr>
          <a:lstStyle>
            <a:lvl1pPr marL="0" indent="0">
              <a:spcBef>
                <a:spcPts val="0"/>
              </a:spcBef>
              <a:buNone/>
              <a:defRPr spc="-71" baseline="0">
                <a:gradFill>
                  <a:gsLst>
                    <a:gs pos="0">
                      <a:schemeClr val="bg1"/>
                    </a:gs>
                    <a:gs pos="100000">
                      <a:schemeClr val="bg1"/>
                    </a:gs>
                  </a:gsLst>
                  <a:lin ang="5400000" scaled="0"/>
                </a:gra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218735162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Divider Slide">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2224" y="6247659"/>
            <a:ext cx="2159048" cy="765822"/>
          </a:xfrm>
          <a:prstGeom prst="rect">
            <a:avLst/>
          </a:prstGeom>
        </p:spPr>
      </p:pic>
      <p:sp>
        <p:nvSpPr>
          <p:cNvPr id="2" name="Title 1"/>
          <p:cNvSpPr>
            <a:spLocks noGrp="1"/>
          </p:cNvSpPr>
          <p:nvPr>
            <p:ph type="title" hasCustomPrompt="1"/>
          </p:nvPr>
        </p:nvSpPr>
        <p:spPr>
          <a:xfrm>
            <a:off x="519058" y="2886839"/>
            <a:ext cx="11147561" cy="1247854"/>
          </a:xfrm>
        </p:spPr>
        <p:txBody>
          <a:bodyPr anchor="b" anchorCtr="0"/>
          <a:lstStyle>
            <a:lvl1pPr>
              <a:defRPr sz="8796" spc="-300" baseline="0">
                <a:gradFill>
                  <a:gsLst>
                    <a:gs pos="100000">
                      <a:schemeClr val="bg1"/>
                    </a:gs>
                    <a:gs pos="0">
                      <a:schemeClr val="bg1"/>
                    </a:gs>
                  </a:gsLst>
                  <a:lin ang="5400000" scaled="0"/>
                </a:gradFill>
              </a:defRPr>
            </a:lvl1pPr>
          </a:lstStyle>
          <a:p>
            <a:r>
              <a:rPr lang="en-US" dirty="0" smtClean="0"/>
              <a:t>Click to edit title style</a:t>
            </a:r>
            <a:endParaRPr lang="en-US" dirty="0"/>
          </a:p>
        </p:txBody>
      </p:sp>
    </p:spTree>
    <p:extLst>
      <p:ext uri="{BB962C8B-B14F-4D97-AF65-F5344CB8AC3E}">
        <p14:creationId xmlns:p14="http://schemas.microsoft.com/office/powerpoint/2010/main" val="1667743880"/>
      </p:ext>
    </p:extLst>
  </p:cSld>
  <p:clrMapOvr>
    <a:masterClrMapping/>
  </p:clrMapOvr>
  <p:transition>
    <p:fade/>
  </p:transition>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mo, Video etc. &quot;special&quot; slide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3016" y="4446978"/>
            <a:ext cx="10236453" cy="472672"/>
          </a:xfrm>
        </p:spPr>
        <p:txBody>
          <a:bodyPr>
            <a:noAutofit/>
          </a:bodyPr>
          <a:lstStyle>
            <a:lvl1pPr marL="0" indent="0" algn="l">
              <a:lnSpc>
                <a:spcPct val="90000"/>
              </a:lnSpc>
              <a:spcBef>
                <a:spcPts val="0"/>
              </a:spcBef>
              <a:buNone/>
              <a:defRPr lang="en-US" sz="3599" kern="1200" spc="-71" baseline="0" dirty="0">
                <a:gradFill>
                  <a:gsLst>
                    <a:gs pos="2083">
                      <a:schemeClr val="bg2"/>
                    </a:gs>
                    <a:gs pos="99000">
                      <a:schemeClr val="bg2"/>
                    </a:gs>
                  </a:gsLst>
                  <a:lin ang="5400000" scaled="0"/>
                </a:gradFill>
                <a:latin typeface="+mj-lt"/>
                <a:ea typeface="+mn-ea"/>
                <a:cs typeface="+mn-cs"/>
              </a:defRPr>
            </a:lvl1pPr>
            <a:lvl2pPr marL="456976" indent="0" algn="ctr">
              <a:buNone/>
              <a:defRPr>
                <a:solidFill>
                  <a:schemeClr val="tx1">
                    <a:tint val="75000"/>
                  </a:schemeClr>
                </a:solidFill>
              </a:defRPr>
            </a:lvl2pPr>
            <a:lvl3pPr marL="913952" indent="0" algn="ctr">
              <a:buNone/>
              <a:defRPr>
                <a:solidFill>
                  <a:schemeClr val="tx1">
                    <a:tint val="75000"/>
                  </a:schemeClr>
                </a:solidFill>
              </a:defRPr>
            </a:lvl3pPr>
            <a:lvl4pPr marL="1370928" indent="0" algn="ctr">
              <a:buNone/>
              <a:defRPr>
                <a:solidFill>
                  <a:schemeClr val="tx1">
                    <a:tint val="75000"/>
                  </a:schemeClr>
                </a:solidFill>
              </a:defRPr>
            </a:lvl4pPr>
            <a:lvl5pPr marL="1827904" indent="0" algn="ctr">
              <a:buNone/>
              <a:defRPr>
                <a:solidFill>
                  <a:schemeClr val="tx1">
                    <a:tint val="75000"/>
                  </a:schemeClr>
                </a:solidFill>
              </a:defRPr>
            </a:lvl5pPr>
            <a:lvl6pPr marL="2284880" indent="0" algn="ctr">
              <a:buNone/>
              <a:defRPr>
                <a:solidFill>
                  <a:schemeClr val="tx1">
                    <a:tint val="75000"/>
                  </a:schemeClr>
                </a:solidFill>
              </a:defRPr>
            </a:lvl6pPr>
            <a:lvl7pPr marL="2741857" indent="0" algn="ctr">
              <a:buNone/>
              <a:defRPr>
                <a:solidFill>
                  <a:schemeClr val="tx1">
                    <a:tint val="75000"/>
                  </a:schemeClr>
                </a:solidFill>
              </a:defRPr>
            </a:lvl7pPr>
            <a:lvl8pPr marL="3198832" indent="0" algn="ctr">
              <a:buNone/>
              <a:defRPr>
                <a:solidFill>
                  <a:schemeClr val="tx1">
                    <a:tint val="75000"/>
                  </a:schemeClr>
                </a:solidFill>
              </a:defRPr>
            </a:lvl8pPr>
            <a:lvl9pPr marL="3655808" indent="0" algn="ctr">
              <a:buNone/>
              <a:defRPr>
                <a:solidFill>
                  <a:schemeClr val="tx1">
                    <a:tint val="75000"/>
                  </a:schemeClr>
                </a:solidFill>
              </a:defRPr>
            </a:lvl9pPr>
          </a:lstStyle>
          <a:p>
            <a:pPr marL="0" marR="0" lvl="0" indent="0" algn="l" defTabSz="913952" rtl="0" eaLnBrk="1" fontAlgn="auto" latinLnBrk="0" hangingPunct="1">
              <a:lnSpc>
                <a:spcPct val="90000"/>
              </a:lnSpc>
              <a:spcBef>
                <a:spcPts val="0"/>
              </a:spcBef>
              <a:spcAft>
                <a:spcPts val="0"/>
              </a:spcAft>
              <a:buClrTx/>
              <a:buSzPct val="90000"/>
              <a:buFont typeface="Arial" pitchFamily="34" charset="0"/>
              <a:buNone/>
              <a:tabLst/>
            </a:pPr>
            <a:r>
              <a:rPr lang="en-US" smtClean="0"/>
              <a:t>Click to edit Master subtitle style</a:t>
            </a:r>
            <a:endParaRPr lang="en-US" dirty="0"/>
          </a:p>
        </p:txBody>
      </p:sp>
      <p:sp>
        <p:nvSpPr>
          <p:cNvPr id="7" name="Text Placeholder 6"/>
          <p:cNvSpPr>
            <a:spLocks noGrp="1"/>
          </p:cNvSpPr>
          <p:nvPr>
            <p:ph type="body" sz="quarter" idx="10" hasCustomPrompt="1"/>
          </p:nvPr>
        </p:nvSpPr>
        <p:spPr>
          <a:xfrm>
            <a:off x="973020" y="2805000"/>
            <a:ext cx="10244392" cy="1411515"/>
          </a:xfrm>
        </p:spPr>
        <p:txBody>
          <a:bodyPr anchor="ctr" anchorCtr="0">
            <a:noAutofit/>
            <a:scene3d>
              <a:camera prst="orthographicFront"/>
              <a:lightRig rig="flat" dir="t"/>
            </a:scene3d>
            <a:sp3d>
              <a:contourClr>
                <a:schemeClr val="tx2"/>
              </a:contourClr>
            </a:sp3d>
          </a:bodyPr>
          <a:lstStyle>
            <a:lvl1pPr marL="0" indent="0" algn="l">
              <a:spcBef>
                <a:spcPts val="0"/>
              </a:spcBef>
              <a:buFont typeface="Arial" pitchFamily="34" charset="0"/>
              <a:buNone/>
              <a:defRPr lang="en-US" sz="9596" b="0" kern="1200" cap="none" spc="-400" baseline="0" dirty="0" smtClean="0">
                <a:ln w="3175">
                  <a:noFill/>
                </a:ln>
                <a:gradFill>
                  <a:gsLst>
                    <a:gs pos="100000">
                      <a:schemeClr val="tx2"/>
                    </a:gs>
                    <a:gs pos="0">
                      <a:schemeClr val="tx2"/>
                    </a:gs>
                  </a:gsLst>
                  <a:lin ang="5400000" scaled="0"/>
                </a:gradFill>
                <a:effectLst/>
                <a:latin typeface="+mj-lt"/>
                <a:ea typeface="+mn-ea"/>
                <a:cs typeface="Arial" charset="0"/>
              </a:defRPr>
            </a:lvl1pPr>
          </a:lstStyle>
          <a:p>
            <a:pPr lvl="0"/>
            <a:r>
              <a:rPr lang="en-US" dirty="0" smtClean="0"/>
              <a:t>click to…</a:t>
            </a:r>
          </a:p>
        </p:txBody>
      </p:sp>
      <p:sp>
        <p:nvSpPr>
          <p:cNvPr id="5" name="Text Placeholder 4"/>
          <p:cNvSpPr>
            <a:spLocks noGrp="1"/>
          </p:cNvSpPr>
          <p:nvPr>
            <p:ph type="body" sz="quarter" idx="11"/>
          </p:nvPr>
        </p:nvSpPr>
        <p:spPr>
          <a:xfrm>
            <a:off x="973025" y="1482320"/>
            <a:ext cx="10236455" cy="935890"/>
          </a:xfrm>
        </p:spPr>
        <p:txBody>
          <a:bodyPr wrap="square" anchor="b">
            <a:noAutofit/>
          </a:bodyPr>
          <a:lstStyle>
            <a:lvl1pPr marL="0" indent="0">
              <a:buNone/>
              <a:defRPr sz="6697" spc="-151"/>
            </a:lvl1pPr>
          </a:lstStyle>
          <a:p>
            <a:pPr lvl="0"/>
            <a:r>
              <a:rPr lang="en-US" smtClean="0"/>
              <a:t>Click to edit Master text styles</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58531393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itle &amp; Content, 2-color,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058" y="1482322"/>
            <a:ext cx="11147561" cy="2023038"/>
          </a:xfrm>
          <a:prstGeom prst="rect">
            <a:avLst/>
          </a:prstGeom>
        </p:spPr>
        <p:txBody>
          <a:bodyPr/>
          <a:lstStyle>
            <a:lvl1pPr marL="0" indent="0">
              <a:spcBef>
                <a:spcPts val="2399"/>
              </a:spcBef>
              <a:buNone/>
              <a:defRPr sz="3999">
                <a:gradFill>
                  <a:gsLst>
                    <a:gs pos="100000">
                      <a:schemeClr val="tx2"/>
                    </a:gs>
                    <a:gs pos="0">
                      <a:schemeClr val="tx2"/>
                    </a:gs>
                  </a:gsLst>
                  <a:lin ang="5400000" scaled="0"/>
                </a:gradFill>
                <a:latin typeface="+mj-lt"/>
              </a:defRPr>
            </a:lvl1pPr>
            <a:lvl2pPr marL="0" indent="0">
              <a:buNone/>
              <a:defRPr sz="1999">
                <a:gradFill>
                  <a:gsLst>
                    <a:gs pos="100000">
                      <a:schemeClr val="bg2"/>
                    </a:gs>
                    <a:gs pos="6000">
                      <a:schemeClr val="bg2"/>
                    </a:gs>
                  </a:gsLst>
                  <a:lin ang="5400000" scaled="0"/>
                </a:gradFill>
              </a:defRPr>
            </a:lvl2pPr>
            <a:lvl3pPr marL="231671" indent="0">
              <a:buNone/>
              <a:defRPr sz="1999">
                <a:gradFill>
                  <a:gsLst>
                    <a:gs pos="100000">
                      <a:schemeClr val="bg2"/>
                    </a:gs>
                    <a:gs pos="6000">
                      <a:schemeClr val="bg2"/>
                    </a:gs>
                  </a:gsLst>
                  <a:lin ang="5400000" scaled="0"/>
                </a:gradFill>
              </a:defRPr>
            </a:lvl3pPr>
            <a:lvl4pPr marL="456995" indent="0">
              <a:buNone/>
              <a:defRPr sz="1999">
                <a:gradFill>
                  <a:gsLst>
                    <a:gs pos="100000">
                      <a:schemeClr val="bg2"/>
                    </a:gs>
                    <a:gs pos="6000">
                      <a:schemeClr val="bg2"/>
                    </a:gs>
                  </a:gsLst>
                  <a:lin ang="5400000" scaled="0"/>
                </a:gradFill>
              </a:defRPr>
            </a:lvl4pPr>
            <a:lvl5pPr marL="693427" indent="0">
              <a:buNone/>
              <a:defRPr sz="1999">
                <a:gradFill>
                  <a:gsLst>
                    <a:gs pos="100000">
                      <a:schemeClr val="bg2"/>
                    </a:gs>
                    <a:gs pos="6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3111203374"/>
      </p:ext>
    </p:extLst>
  </p:cSld>
  <p:clrMapOvr>
    <a:masterClrMapping/>
  </p:clrMapOvr>
  <p:transition>
    <p:fade/>
  </p:transition>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058" y="1482322"/>
            <a:ext cx="11147561" cy="2023038"/>
          </a:xfrm>
          <a:prstGeom prst="rect">
            <a:avLst/>
          </a:prstGeom>
        </p:spPr>
        <p:txBody>
          <a:bodyPr/>
          <a:lstStyle>
            <a:lvl1pPr marL="0" indent="0">
              <a:spcBef>
                <a:spcPts val="2399"/>
              </a:spcBef>
              <a:buNone/>
              <a:defRPr sz="3999">
                <a:gradFill>
                  <a:gsLst>
                    <a:gs pos="100000">
                      <a:schemeClr val="bg2"/>
                    </a:gs>
                    <a:gs pos="0">
                      <a:schemeClr val="bg2"/>
                    </a:gs>
                  </a:gsLst>
                  <a:lin ang="5400000" scaled="0"/>
                </a:gradFill>
                <a:latin typeface="+mj-lt"/>
              </a:defRPr>
            </a:lvl1pPr>
            <a:lvl2pPr marL="0" indent="0">
              <a:buNone/>
              <a:defRPr sz="1999">
                <a:gradFill>
                  <a:gsLst>
                    <a:gs pos="100000">
                      <a:schemeClr val="bg2"/>
                    </a:gs>
                    <a:gs pos="0">
                      <a:schemeClr val="bg2"/>
                    </a:gs>
                  </a:gsLst>
                  <a:lin ang="5400000" scaled="0"/>
                </a:gradFill>
              </a:defRPr>
            </a:lvl2pPr>
            <a:lvl3pPr marL="231671" indent="0">
              <a:buNone/>
              <a:defRPr sz="1999">
                <a:gradFill>
                  <a:gsLst>
                    <a:gs pos="100000">
                      <a:schemeClr val="bg2"/>
                    </a:gs>
                    <a:gs pos="0">
                      <a:schemeClr val="bg2"/>
                    </a:gs>
                  </a:gsLst>
                  <a:lin ang="5400000" scaled="0"/>
                </a:gradFill>
              </a:defRPr>
            </a:lvl3pPr>
            <a:lvl4pPr marL="456995" indent="0">
              <a:buNone/>
              <a:defRPr sz="1999">
                <a:gradFill>
                  <a:gsLst>
                    <a:gs pos="100000">
                      <a:schemeClr val="bg2"/>
                    </a:gs>
                    <a:gs pos="0">
                      <a:schemeClr val="bg2"/>
                    </a:gs>
                  </a:gsLst>
                  <a:lin ang="5400000" scaled="0"/>
                </a:gradFill>
              </a:defRPr>
            </a:lvl4pPr>
            <a:lvl5pPr marL="693427" indent="0">
              <a:buNone/>
              <a:defRPr sz="1999">
                <a:gradFill>
                  <a:gsLst>
                    <a:gs pos="100000">
                      <a:schemeClr val="bg2"/>
                    </a:gs>
                    <a:gs pos="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3012281783"/>
      </p:ext>
    </p:extLst>
  </p:cSld>
  <p:clrMapOvr>
    <a:masterClrMapping/>
  </p:clrMapOvr>
  <p:transition>
    <p:fade/>
  </p:transition>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058" y="234074"/>
            <a:ext cx="11147561" cy="765729"/>
          </a:xfrm>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058" y="1482318"/>
            <a:ext cx="11147561" cy="2092362"/>
          </a:xfrm>
          <a:prstGeom prst="rect">
            <a:avLst/>
          </a:prstGeom>
        </p:spPr>
        <p:txBody>
          <a:bodyPr/>
          <a:lstStyle>
            <a:lvl1pPr marL="284036" indent="-284036">
              <a:buFont typeface="Wingdings" pitchFamily="2" charset="2"/>
              <a:buChar char=""/>
              <a:defRPr sz="3999"/>
            </a:lvl1pPr>
            <a:lvl2pPr marL="517292" indent="-233258">
              <a:buFont typeface="Wingdings" pitchFamily="2" charset="2"/>
              <a:buChar char=""/>
              <a:defRPr>
                <a:latin typeface="+mn-lt"/>
              </a:defRPr>
            </a:lvl2pPr>
            <a:lvl3pPr marL="741029" indent="-223739">
              <a:buFont typeface="Wingdings" pitchFamily="2" charset="2"/>
              <a:buChar char=""/>
              <a:tabLst/>
              <a:defRPr>
                <a:latin typeface="+mn-lt"/>
              </a:defRPr>
            </a:lvl3pPr>
            <a:lvl4pPr marL="913989" indent="-172961">
              <a:buFont typeface="Wingdings" pitchFamily="2" charset="2"/>
              <a:buChar char=""/>
              <a:defRPr>
                <a:latin typeface="+mn-lt"/>
              </a:defRPr>
            </a:lvl4pPr>
            <a:lvl5pPr marL="1086948" indent="-172961">
              <a:buFont typeface="Wingdings" pitchFamily="2" charset="2"/>
              <a:buChar char=""/>
              <a:tabLst/>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420771244"/>
      </p:ext>
    </p:extLst>
  </p:cSld>
  <p:clrMapOvr>
    <a:masterClrMapping/>
  </p:clrMapOvr>
  <p:transition>
    <p:fade/>
  </p:transition>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itle &amp; 2-Content,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645" y="1482341"/>
            <a:ext cx="5394258" cy="2520919"/>
          </a:xfrm>
        </p:spPr>
        <p:txBody>
          <a:bodyPr/>
          <a:lstStyle>
            <a:lvl1pPr marL="0" indent="0">
              <a:spcBef>
                <a:spcPts val="1200"/>
              </a:spcBef>
              <a:buNone/>
              <a:defRPr sz="3999">
                <a:gradFill>
                  <a:gsLst>
                    <a:gs pos="100000">
                      <a:schemeClr val="tx2"/>
                    </a:gs>
                    <a:gs pos="0">
                      <a:schemeClr val="tx2"/>
                    </a:gs>
                  </a:gsLst>
                  <a:lin ang="5400000" scaled="0"/>
                </a:gradFill>
                <a:latin typeface="+mj-lt"/>
              </a:defRPr>
            </a:lvl1pPr>
            <a:lvl2pPr marL="0" indent="0">
              <a:buNone/>
              <a:defRPr sz="1999"/>
            </a:lvl2pPr>
            <a:lvl3pPr marL="233258" indent="0">
              <a:buNone/>
              <a:defRPr sz="1999"/>
            </a:lvl3pPr>
            <a:lvl4pPr marL="456995" indent="0">
              <a:buNone/>
              <a:defRPr sz="1999"/>
            </a:lvl4pPr>
            <a:lvl5pPr marL="693427" indent="0">
              <a:buNone/>
              <a:defRPr sz="1999"/>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7115" y="1482341"/>
            <a:ext cx="5394258" cy="2520919"/>
          </a:xfrm>
        </p:spPr>
        <p:txBody>
          <a:bodyPr/>
          <a:lstStyle>
            <a:lvl1pPr marL="0" indent="0">
              <a:spcBef>
                <a:spcPts val="1200"/>
              </a:spcBef>
              <a:buNone/>
              <a:defRPr lang="en-US" sz="3999" kern="1200" spc="-71" baseline="0" dirty="0" smtClean="0">
                <a:gradFill>
                  <a:gsLst>
                    <a:gs pos="100000">
                      <a:schemeClr val="tx2"/>
                    </a:gs>
                    <a:gs pos="0">
                      <a:schemeClr val="tx2"/>
                    </a:gs>
                  </a:gsLst>
                  <a:lin ang="5400000" scaled="0"/>
                </a:gradFill>
                <a:latin typeface="+mj-lt"/>
                <a:ea typeface="+mn-ea"/>
                <a:cs typeface="+mn-cs"/>
              </a:defRPr>
            </a:lvl1pPr>
            <a:lvl2pPr marL="3174"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smtClean="0">
                <a:gradFill>
                  <a:gsLst>
                    <a:gs pos="1250">
                      <a:schemeClr val="bg2"/>
                    </a:gs>
                    <a:gs pos="100000">
                      <a:schemeClr val="bg2"/>
                    </a:gs>
                  </a:gsLst>
                  <a:lin ang="5400000" scaled="0"/>
                </a:gradFill>
                <a:latin typeface="+mn-lt"/>
                <a:ea typeface="+mn-ea"/>
                <a:cs typeface="+mn-cs"/>
              </a:defRPr>
            </a:lvl2pPr>
            <a:lvl3pPr marL="233258"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smtClean="0">
                <a:gradFill>
                  <a:gsLst>
                    <a:gs pos="1250">
                      <a:schemeClr val="bg2"/>
                    </a:gs>
                    <a:gs pos="100000">
                      <a:schemeClr val="bg2"/>
                    </a:gs>
                  </a:gsLst>
                  <a:lin ang="5400000" scaled="0"/>
                </a:gradFill>
                <a:latin typeface="+mn-lt"/>
                <a:ea typeface="+mn-ea"/>
                <a:cs typeface="+mn-cs"/>
              </a:defRPr>
            </a:lvl3pPr>
            <a:lvl4pPr marL="460167"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smtClean="0">
                <a:gradFill>
                  <a:gsLst>
                    <a:gs pos="1250">
                      <a:schemeClr val="bg2"/>
                    </a:gs>
                    <a:gs pos="100000">
                      <a:schemeClr val="bg2"/>
                    </a:gs>
                  </a:gsLst>
                  <a:lin ang="5400000" scaled="0"/>
                </a:gradFill>
                <a:latin typeface="+mn-lt"/>
                <a:ea typeface="+mn-ea"/>
                <a:cs typeface="+mn-cs"/>
              </a:defRPr>
            </a:lvl4pPr>
            <a:lvl5pPr marL="687078"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a:gradFill>
                  <a:gsLst>
                    <a:gs pos="1250">
                      <a:schemeClr val="bg2"/>
                    </a:gs>
                    <a:gs pos="100000">
                      <a:schemeClr val="bg2"/>
                    </a:gs>
                  </a:gsLst>
                  <a:lin ang="5400000" scaled="0"/>
                </a:gradFill>
                <a:latin typeface="+mn-lt"/>
                <a:ea typeface="+mn-ea"/>
                <a:cs typeface="+mn-cs"/>
              </a:defRPr>
            </a:lvl5pPr>
          </a:lstStyle>
          <a:p>
            <a:pPr marL="0" marR="0" lvl="0"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586773001"/>
      </p:ext>
    </p:extLst>
  </p:cSld>
  <p:clrMapOvr>
    <a:masterClrMapping/>
  </p:clrMapOvr>
  <p:transition>
    <p:fade/>
  </p:transition>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645" y="1482341"/>
            <a:ext cx="5394258" cy="2520919"/>
          </a:xfrm>
        </p:spPr>
        <p:txBody>
          <a:bodyPr/>
          <a:lstStyle>
            <a:lvl1pPr marL="0" indent="0">
              <a:spcBef>
                <a:spcPts val="1200"/>
              </a:spcBef>
              <a:buNone/>
              <a:defRPr sz="3999">
                <a:gradFill>
                  <a:gsLst>
                    <a:gs pos="1000">
                      <a:schemeClr val="bg2"/>
                    </a:gs>
                    <a:gs pos="98000">
                      <a:schemeClr val="bg2"/>
                    </a:gs>
                  </a:gsLst>
                  <a:lin ang="5400000" scaled="0"/>
                </a:gradFill>
                <a:latin typeface="+mj-lt"/>
              </a:defRPr>
            </a:lvl1pPr>
            <a:lvl2pPr marL="0" indent="0">
              <a:buNone/>
              <a:defRPr sz="1999">
                <a:gradFill>
                  <a:gsLst>
                    <a:gs pos="1000">
                      <a:schemeClr val="bg2"/>
                    </a:gs>
                    <a:gs pos="98000">
                      <a:schemeClr val="bg2"/>
                    </a:gs>
                  </a:gsLst>
                  <a:lin ang="5400000" scaled="0"/>
                </a:gradFill>
              </a:defRPr>
            </a:lvl2pPr>
            <a:lvl3pPr marL="233258" indent="0">
              <a:buNone/>
              <a:defRPr sz="1999">
                <a:gradFill>
                  <a:gsLst>
                    <a:gs pos="1000">
                      <a:schemeClr val="bg2"/>
                    </a:gs>
                    <a:gs pos="98000">
                      <a:schemeClr val="bg2"/>
                    </a:gs>
                  </a:gsLst>
                  <a:lin ang="5400000" scaled="0"/>
                </a:gradFill>
              </a:defRPr>
            </a:lvl3pPr>
            <a:lvl4pPr marL="456995" indent="0">
              <a:buNone/>
              <a:defRPr sz="1999">
                <a:gradFill>
                  <a:gsLst>
                    <a:gs pos="1000">
                      <a:schemeClr val="bg2"/>
                    </a:gs>
                    <a:gs pos="98000">
                      <a:schemeClr val="bg2"/>
                    </a:gs>
                  </a:gsLst>
                  <a:lin ang="5400000" scaled="0"/>
                </a:gradFill>
              </a:defRPr>
            </a:lvl4pPr>
            <a:lvl5pPr marL="693427" indent="0">
              <a:buNone/>
              <a:defRPr sz="1999">
                <a:gradFill>
                  <a:gsLst>
                    <a:gs pos="1000">
                      <a:schemeClr val="bg2"/>
                    </a:gs>
                    <a:gs pos="98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7115" y="1482341"/>
            <a:ext cx="5394258" cy="2520919"/>
          </a:xfrm>
        </p:spPr>
        <p:txBody>
          <a:bodyPr/>
          <a:lstStyle>
            <a:lvl1pPr marL="0" indent="0">
              <a:spcBef>
                <a:spcPts val="1200"/>
              </a:spcBef>
              <a:buNone/>
              <a:defRPr lang="en-US" sz="3999" kern="1200" spc="-71" baseline="0" dirty="0" smtClean="0">
                <a:gradFill>
                  <a:gsLst>
                    <a:gs pos="1000">
                      <a:schemeClr val="bg2"/>
                    </a:gs>
                    <a:gs pos="98000">
                      <a:schemeClr val="bg2"/>
                    </a:gs>
                  </a:gsLst>
                  <a:lin ang="5400000" scaled="0"/>
                </a:gradFill>
                <a:latin typeface="+mj-lt"/>
                <a:ea typeface="+mn-ea"/>
                <a:cs typeface="+mn-cs"/>
              </a:defRPr>
            </a:lvl1pPr>
            <a:lvl2pPr marL="3174"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smtClean="0">
                <a:gradFill>
                  <a:gsLst>
                    <a:gs pos="1000">
                      <a:schemeClr val="bg2"/>
                    </a:gs>
                    <a:gs pos="98000">
                      <a:schemeClr val="bg2"/>
                    </a:gs>
                  </a:gsLst>
                  <a:lin ang="5400000" scaled="0"/>
                </a:gradFill>
                <a:latin typeface="+mn-lt"/>
                <a:ea typeface="+mn-ea"/>
                <a:cs typeface="+mn-cs"/>
              </a:defRPr>
            </a:lvl2pPr>
            <a:lvl3pPr marL="233258"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smtClean="0">
                <a:gradFill>
                  <a:gsLst>
                    <a:gs pos="1000">
                      <a:schemeClr val="bg2"/>
                    </a:gs>
                    <a:gs pos="98000">
                      <a:schemeClr val="bg2"/>
                    </a:gs>
                  </a:gsLst>
                  <a:lin ang="5400000" scaled="0"/>
                </a:gradFill>
                <a:latin typeface="+mn-lt"/>
                <a:ea typeface="+mn-ea"/>
                <a:cs typeface="+mn-cs"/>
              </a:defRPr>
            </a:lvl3pPr>
            <a:lvl4pPr marL="460167"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smtClean="0">
                <a:gradFill>
                  <a:gsLst>
                    <a:gs pos="1000">
                      <a:schemeClr val="bg2"/>
                    </a:gs>
                    <a:gs pos="98000">
                      <a:schemeClr val="bg2"/>
                    </a:gs>
                  </a:gsLst>
                  <a:lin ang="5400000" scaled="0"/>
                </a:gradFill>
                <a:latin typeface="+mn-lt"/>
                <a:ea typeface="+mn-ea"/>
                <a:cs typeface="+mn-cs"/>
              </a:defRPr>
            </a:lvl4pPr>
            <a:lvl5pPr marL="687078" marR="0" indent="0" algn="l" defTabSz="913952" rtl="0" eaLnBrk="1" fontAlgn="auto" latinLnBrk="0" hangingPunct="1">
              <a:lnSpc>
                <a:spcPct val="90000"/>
              </a:lnSpc>
              <a:spcBef>
                <a:spcPct val="20000"/>
              </a:spcBef>
              <a:spcAft>
                <a:spcPts val="0"/>
              </a:spcAft>
              <a:buClrTx/>
              <a:buSzPct val="90000"/>
              <a:buFont typeface="Arial" pitchFamily="34" charset="0"/>
              <a:buNone/>
              <a:tabLst/>
              <a:defRPr lang="en-US" sz="1999" kern="1200" spc="-71" baseline="0" dirty="0">
                <a:gradFill>
                  <a:gsLst>
                    <a:gs pos="1000">
                      <a:schemeClr val="bg2"/>
                    </a:gs>
                    <a:gs pos="98000">
                      <a:schemeClr val="bg2"/>
                    </a:gs>
                  </a:gsLst>
                  <a:lin ang="5400000" scaled="0"/>
                </a:gradFill>
                <a:latin typeface="+mn-lt"/>
                <a:ea typeface="+mn-ea"/>
                <a:cs typeface="+mn-cs"/>
              </a:defRPr>
            </a:lvl5pPr>
          </a:lstStyle>
          <a:p>
            <a:pPr marL="0" marR="0" lvl="0"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13952"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696241740"/>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itle &amp; 2-Content w/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Text Placeholder 3"/>
          <p:cNvSpPr>
            <a:spLocks noGrp="1"/>
          </p:cNvSpPr>
          <p:nvPr>
            <p:ph type="body" sz="quarter" idx="10"/>
          </p:nvPr>
        </p:nvSpPr>
        <p:spPr>
          <a:xfrm>
            <a:off x="520645" y="1482341"/>
            <a:ext cx="5394258" cy="2407477"/>
          </a:xfrm>
        </p:spPr>
        <p:txBody>
          <a:bodyPr>
            <a:spAutoFit/>
          </a:bodyPr>
          <a:lstStyle>
            <a:lvl1pPr marL="291969" indent="-291969">
              <a:spcBef>
                <a:spcPts val="1200"/>
              </a:spcBef>
              <a:buClr>
                <a:schemeClr val="bg2"/>
              </a:buClr>
              <a:buSzPct val="100000"/>
              <a:buFont typeface="Wingdings" pitchFamily="2" charset="2"/>
              <a:buChar char=""/>
              <a:defRPr lang="en-US" sz="3599" kern="1200" spc="-71" baseline="0" dirty="0" smtClean="0">
                <a:gradFill>
                  <a:gsLst>
                    <a:gs pos="1250">
                      <a:schemeClr val="bg2"/>
                    </a:gs>
                    <a:gs pos="100000">
                      <a:schemeClr val="bg2"/>
                    </a:gs>
                  </a:gsLst>
                  <a:lin ang="5400000" scaled="0"/>
                </a:gradFill>
                <a:latin typeface="+mj-lt"/>
                <a:ea typeface="+mn-ea"/>
                <a:cs typeface="+mn-cs"/>
              </a:defRPr>
            </a:lvl1pPr>
            <a:lvl2pPr marL="520466" indent="-228497">
              <a:defRPr sz="1999"/>
            </a:lvl2pPr>
            <a:lvl3pPr marL="685491" indent="-165025">
              <a:tabLst/>
              <a:defRPr sz="1999"/>
            </a:lvl3pPr>
            <a:lvl4pPr marL="863212" indent="-177721">
              <a:defRPr/>
            </a:lvl4pPr>
            <a:lvl5pPr marL="1028237" indent="-165025">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6277115" y="1482343"/>
            <a:ext cx="5394258" cy="2785615"/>
          </a:xfrm>
        </p:spPr>
        <p:txBody>
          <a:bodyPr>
            <a:spAutoFit/>
          </a:bodyPr>
          <a:lstStyle>
            <a:lvl1pPr marL="339573" indent="-339573">
              <a:spcBef>
                <a:spcPts val="1200"/>
              </a:spcBef>
              <a:buClr>
                <a:schemeClr val="bg2"/>
              </a:buClr>
              <a:buFont typeface="Arial" pitchFamily="34" charset="0"/>
              <a:buChar char="•"/>
              <a:defRPr lang="en-US" sz="3599" kern="1200" spc="-71" baseline="0" dirty="0" smtClean="0">
                <a:gradFill>
                  <a:gsLst>
                    <a:gs pos="1250">
                      <a:schemeClr val="bg2"/>
                    </a:gs>
                    <a:gs pos="100000">
                      <a:schemeClr val="bg2"/>
                    </a:gs>
                  </a:gsLst>
                  <a:lin ang="5400000" scaled="0"/>
                </a:gradFill>
                <a:latin typeface="+mj-lt"/>
                <a:ea typeface="+mn-ea"/>
                <a:cs typeface="+mn-cs"/>
              </a:defRPr>
            </a:lvl1pPr>
            <a:lvl2pPr marL="634715" indent="-342745">
              <a:defRPr lang="en-US" sz="1999" kern="1200" spc="0" baseline="0" dirty="0" smtClean="0">
                <a:gradFill>
                  <a:gsLst>
                    <a:gs pos="1250">
                      <a:schemeClr val="bg2"/>
                    </a:gs>
                    <a:gs pos="100000">
                      <a:schemeClr val="bg2"/>
                    </a:gs>
                  </a:gsLst>
                  <a:lin ang="5400000" scaled="0"/>
                </a:gradFill>
                <a:latin typeface="+mn-lt"/>
                <a:ea typeface="+mn-ea"/>
                <a:cs typeface="+mn-cs"/>
              </a:defRPr>
            </a:lvl2pPr>
            <a:lvl3pPr marL="863212" indent="-342745">
              <a:defRPr lang="en-US" sz="1999" kern="1200" spc="0" baseline="0" dirty="0" smtClean="0">
                <a:gradFill>
                  <a:gsLst>
                    <a:gs pos="1250">
                      <a:schemeClr val="bg2"/>
                    </a:gs>
                    <a:gs pos="100000">
                      <a:schemeClr val="bg2"/>
                    </a:gs>
                  </a:gsLst>
                  <a:lin ang="5400000" scaled="0"/>
                </a:gradFill>
                <a:latin typeface="+mn-lt"/>
                <a:ea typeface="+mn-ea"/>
                <a:cs typeface="+mn-cs"/>
              </a:defRPr>
            </a:lvl3pPr>
            <a:lvl4pPr marL="1028237" indent="-342745">
              <a:defRPr lang="en-US" sz="1999" kern="1200" spc="0" baseline="0" dirty="0" smtClean="0">
                <a:gradFill>
                  <a:gsLst>
                    <a:gs pos="1250">
                      <a:schemeClr val="bg2"/>
                    </a:gs>
                    <a:gs pos="100000">
                      <a:schemeClr val="bg2"/>
                    </a:gs>
                  </a:gsLst>
                  <a:lin ang="5400000" scaled="0"/>
                </a:gradFill>
                <a:latin typeface="+mn-lt"/>
                <a:ea typeface="+mn-ea"/>
                <a:cs typeface="+mn-cs"/>
              </a:defRPr>
            </a:lvl4pPr>
            <a:lvl5pPr marL="1205958" indent="-342745">
              <a:defRPr lang="en-US" sz="1999" kern="1200" spc="0" baseline="0" dirty="0">
                <a:gradFill>
                  <a:gsLst>
                    <a:gs pos="1250">
                      <a:schemeClr val="bg2"/>
                    </a:gs>
                    <a:gs pos="100000">
                      <a:schemeClr val="bg2"/>
                    </a:gs>
                  </a:gsLst>
                  <a:lin ang="5400000" scaled="0"/>
                </a:gradFill>
                <a:latin typeface="+mn-lt"/>
                <a:ea typeface="+mn-ea"/>
                <a:cs typeface="+mn-cs"/>
              </a:defRPr>
            </a:lvl5pPr>
          </a:lstStyle>
          <a:p>
            <a:pPr marL="291969" marR="0" lvl="0" indent="-291969" algn="l" defTabSz="91395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Click to edit Master text styles</a:t>
            </a:r>
          </a:p>
          <a:p>
            <a:pPr marL="291969" marR="0" lvl="1" indent="-291969" algn="l" defTabSz="91395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Second level</a:t>
            </a:r>
          </a:p>
          <a:p>
            <a:pPr marL="291969" marR="0" lvl="2" indent="-291969" algn="l" defTabSz="91395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Third level</a:t>
            </a:r>
          </a:p>
          <a:p>
            <a:pPr marL="291969" marR="0" lvl="3" indent="-291969" algn="l" defTabSz="91395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Fourth level</a:t>
            </a:r>
          </a:p>
          <a:p>
            <a:pPr marL="291969" marR="0" lvl="4" indent="-291969" algn="l" defTabSz="91395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Fifth level</a:t>
            </a:r>
            <a:endParaRPr lang="en-US" dirty="0"/>
          </a:p>
        </p:txBody>
      </p:sp>
      <p:sp>
        <p:nvSpPr>
          <p:cNvPr id="6"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3039114222"/>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Large &amp; Small Content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635" y="1482344"/>
            <a:ext cx="5432826" cy="1701619"/>
          </a:xfrm>
          <a:prstGeom prst="rect">
            <a:avLst/>
          </a:prstGeom>
        </p:spPr>
        <p:txBody>
          <a:bodyPr>
            <a:noAutofit/>
          </a:bodyPr>
          <a:lstStyle>
            <a:lvl1pPr marL="0" indent="0">
              <a:buNone/>
              <a:defRPr sz="3999" b="0" cap="none" baseline="0">
                <a:gradFill>
                  <a:gsLst>
                    <a:gs pos="100000">
                      <a:schemeClr val="tx2"/>
                    </a:gs>
                    <a:gs pos="0">
                      <a:schemeClr val="tx2"/>
                    </a:gs>
                  </a:gsLst>
                  <a:lin ang="5400000" scaled="0"/>
                </a:gradFill>
                <a:latin typeface="+mj-lt"/>
              </a:defRPr>
            </a:lvl1pPr>
            <a:lvl2pPr marL="609219" indent="0">
              <a:buNone/>
              <a:defRPr sz="2699" b="1"/>
            </a:lvl2pPr>
            <a:lvl3pPr marL="1218438" indent="0">
              <a:buNone/>
              <a:defRPr sz="2399" b="1"/>
            </a:lvl3pPr>
            <a:lvl4pPr marL="1827657" indent="0">
              <a:buNone/>
              <a:defRPr sz="2099" b="1"/>
            </a:lvl4pPr>
            <a:lvl5pPr marL="2436876" indent="0">
              <a:buNone/>
              <a:defRPr sz="2099" b="1"/>
            </a:lvl5pPr>
            <a:lvl6pPr marL="3046095" indent="0">
              <a:buNone/>
              <a:defRPr sz="2099" b="1"/>
            </a:lvl6pPr>
            <a:lvl7pPr marL="3655315" indent="0">
              <a:buNone/>
              <a:defRPr sz="2099" b="1"/>
            </a:lvl7pPr>
            <a:lvl8pPr marL="4264534" indent="0">
              <a:buNone/>
              <a:defRPr sz="2099" b="1"/>
            </a:lvl8pPr>
            <a:lvl9pPr marL="4873753" indent="0">
              <a:buNone/>
              <a:defRPr sz="2099" b="1"/>
            </a:lvl9pPr>
          </a:lstStyle>
          <a:p>
            <a:pPr lvl="0"/>
            <a:r>
              <a:rPr lang="en-US" dirty="0" smtClean="0"/>
              <a:t>Click to edit Master text styles.</a:t>
            </a:r>
          </a:p>
        </p:txBody>
      </p:sp>
      <p:sp>
        <p:nvSpPr>
          <p:cNvPr id="6" name="Content Placeholder 5"/>
          <p:cNvSpPr>
            <a:spLocks noGrp="1"/>
          </p:cNvSpPr>
          <p:nvPr>
            <p:ph sz="quarter" idx="4"/>
          </p:nvPr>
        </p:nvSpPr>
        <p:spPr>
          <a:xfrm>
            <a:off x="6187357" y="1722017"/>
            <a:ext cx="5484026" cy="340324"/>
          </a:xfrm>
          <a:prstGeom prst="rect">
            <a:avLst/>
          </a:prstGeom>
        </p:spPr>
        <p:txBody>
          <a:bodyPr>
            <a:noAutofit/>
          </a:bodyPr>
          <a:lstStyle>
            <a:lvl1pPr marL="0" indent="0">
              <a:spcBef>
                <a:spcPts val="1200"/>
              </a:spcBef>
              <a:buNone/>
              <a:defRPr lang="en-US" sz="1999" kern="1200" spc="0" dirty="0" smtClean="0">
                <a:gradFill>
                  <a:gsLst>
                    <a:gs pos="100000">
                      <a:schemeClr val="bg2"/>
                    </a:gs>
                    <a:gs pos="0">
                      <a:schemeClr val="bg2"/>
                    </a:gs>
                  </a:gsLst>
                  <a:lin ang="5400000" scaled="0"/>
                </a:gradFill>
                <a:latin typeface="+mn-lt"/>
                <a:ea typeface="+mn-ea"/>
                <a:cs typeface="Segoe UI" pitchFamily="34" charset="0"/>
              </a:defRPr>
            </a:lvl1pPr>
            <a:lvl2pPr marL="913829" indent="-380762">
              <a:defRPr lang="en-US" sz="2099" kern="1200" dirty="0" smtClean="0">
                <a:solidFill>
                  <a:schemeClr val="bg2">
                    <a:lumMod val="50000"/>
                  </a:schemeClr>
                </a:solidFill>
                <a:latin typeface="+mn-lt"/>
                <a:ea typeface="+mn-ea"/>
                <a:cs typeface="Arial" pitchFamily="34" charset="0"/>
              </a:defRPr>
            </a:lvl2pPr>
            <a:lvl3pPr marL="913829" indent="-228457">
              <a:defRPr lang="en-US" sz="1899" kern="1200" dirty="0" smtClean="0">
                <a:solidFill>
                  <a:schemeClr val="bg2">
                    <a:lumMod val="50000"/>
                  </a:schemeClr>
                </a:solidFill>
                <a:latin typeface="+mn-lt"/>
                <a:ea typeface="+mn-ea"/>
                <a:cs typeface="Arial" pitchFamily="34" charset="0"/>
              </a:defRPr>
            </a:lvl3pPr>
            <a:lvl4pPr marL="1218438" indent="-228457">
              <a:defRPr lang="en-US" sz="1600" kern="1200" dirty="0" smtClean="0">
                <a:solidFill>
                  <a:schemeClr val="bg2">
                    <a:lumMod val="50000"/>
                  </a:schemeClr>
                </a:solidFill>
                <a:latin typeface="+mn-lt"/>
                <a:ea typeface="+mn-ea"/>
                <a:cs typeface="Arial" pitchFamily="34" charset="0"/>
              </a:defRPr>
            </a:lvl4pPr>
            <a:lvl5pPr marL="1446895" indent="-228457">
              <a:defRPr lang="en-US" sz="1600" kern="1200" dirty="0">
                <a:solidFill>
                  <a:schemeClr val="bg2">
                    <a:lumMod val="50000"/>
                  </a:schemeClr>
                </a:solidFill>
                <a:latin typeface="+mn-lt"/>
                <a:ea typeface="+mn-ea"/>
                <a:cs typeface="Arial" pitchFamily="34" charset="0"/>
              </a:defRPr>
            </a:lvl5pPr>
            <a:lvl6pPr>
              <a:defRPr sz="2099"/>
            </a:lvl6pPr>
            <a:lvl7pPr>
              <a:defRPr sz="2099"/>
            </a:lvl7pPr>
            <a:lvl8pPr>
              <a:defRPr sz="2099"/>
            </a:lvl8pPr>
            <a:lvl9pPr>
              <a:defRPr sz="2099"/>
            </a:lvl9pPr>
          </a:lstStyle>
          <a:p>
            <a:pPr lvl="0"/>
            <a:r>
              <a:rPr lang="en-US" smtClean="0"/>
              <a:t>Click to edit Master text styles</a:t>
            </a:r>
          </a:p>
        </p:txBody>
      </p:sp>
      <p:sp>
        <p:nvSpPr>
          <p:cNvPr id="12" name="Title 11"/>
          <p:cNvSpPr>
            <a:spLocks noGrp="1"/>
          </p:cNvSpPr>
          <p:nvPr>
            <p:ph type="title"/>
          </p:nvPr>
        </p:nvSpPr>
        <p:spPr/>
        <p:txBody>
          <a:bodyPr>
            <a:noAutofit/>
          </a:bodyPr>
          <a:lstStyle>
            <a:lvl1pPr>
              <a:defRPr/>
            </a:lvl1pPr>
          </a:lstStyle>
          <a:p>
            <a:r>
              <a:rPr lang="en-US" smtClean="0"/>
              <a:t>Click to edit Master title style</a:t>
            </a:r>
            <a:endParaRPr lang="en-US" dirty="0"/>
          </a:p>
        </p:txBody>
      </p:sp>
      <p:sp>
        <p:nvSpPr>
          <p:cNvPr id="10"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2019878829"/>
      </p:ext>
    </p:extLst>
  </p:cSld>
  <p:clrMapOvr>
    <a:masterClrMapping/>
  </p:clrMapOvr>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Content w/Photo on Righ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635" y="1482322"/>
            <a:ext cx="5432826" cy="1206540"/>
          </a:xfrm>
          <a:prstGeom prst="rect">
            <a:avLst/>
          </a:prstGeom>
        </p:spPr>
        <p:txBody>
          <a:bodyPr>
            <a:noAutofit/>
          </a:bodyPr>
          <a:lstStyle>
            <a:lvl1pPr marL="0" indent="0">
              <a:buNone/>
              <a:defRPr sz="3999" b="0" cap="none" baseline="0">
                <a:gradFill>
                  <a:gsLst>
                    <a:gs pos="100000">
                      <a:schemeClr val="tx2"/>
                    </a:gs>
                    <a:gs pos="0">
                      <a:schemeClr val="tx2"/>
                    </a:gs>
                  </a:gsLst>
                  <a:lin ang="5400000" scaled="0"/>
                </a:gradFill>
                <a:latin typeface="+mj-lt"/>
              </a:defRPr>
            </a:lvl1pPr>
            <a:lvl2pPr marL="609219" indent="0">
              <a:buNone/>
              <a:defRPr sz="2699" b="1"/>
            </a:lvl2pPr>
            <a:lvl3pPr marL="1218438" indent="0">
              <a:buNone/>
              <a:defRPr sz="2399" b="1"/>
            </a:lvl3pPr>
            <a:lvl4pPr marL="1827657" indent="0">
              <a:buNone/>
              <a:defRPr sz="2099" b="1"/>
            </a:lvl4pPr>
            <a:lvl5pPr marL="2436876" indent="0">
              <a:buNone/>
              <a:defRPr sz="2099" b="1"/>
            </a:lvl5pPr>
            <a:lvl6pPr marL="3046095" indent="0">
              <a:buNone/>
              <a:defRPr sz="2099" b="1"/>
            </a:lvl6pPr>
            <a:lvl7pPr marL="3655315" indent="0">
              <a:buNone/>
              <a:defRPr sz="2099" b="1"/>
            </a:lvl7pPr>
            <a:lvl8pPr marL="4264534" indent="0">
              <a:buNone/>
              <a:defRPr sz="2099" b="1"/>
            </a:lvl8pPr>
            <a:lvl9pPr marL="4873753" indent="0">
              <a:buNone/>
              <a:defRPr sz="2099" b="1"/>
            </a:lvl9pPr>
          </a:lstStyle>
          <a:p>
            <a:pPr lvl="0"/>
            <a:r>
              <a:rPr lang="en-US" dirty="0" smtClean="0"/>
              <a:t>Click to edit Master text styles.</a:t>
            </a:r>
          </a:p>
        </p:txBody>
      </p:sp>
      <p:sp>
        <p:nvSpPr>
          <p:cNvPr id="10"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sp>
        <p:nvSpPr>
          <p:cNvPr id="9" name="Content Placeholder 5"/>
          <p:cNvSpPr>
            <a:spLocks noGrp="1"/>
          </p:cNvSpPr>
          <p:nvPr>
            <p:ph sz="quarter" idx="13"/>
          </p:nvPr>
        </p:nvSpPr>
        <p:spPr>
          <a:xfrm>
            <a:off x="520643" y="2800202"/>
            <a:ext cx="5443456" cy="623929"/>
          </a:xfrm>
          <a:prstGeom prst="rect">
            <a:avLst/>
          </a:prstGeom>
        </p:spPr>
        <p:txBody>
          <a:bodyPr>
            <a:noAutofit/>
          </a:bodyPr>
          <a:lstStyle>
            <a:lvl1pPr marL="0" indent="0">
              <a:spcBef>
                <a:spcPts val="1200"/>
              </a:spcBef>
              <a:buFont typeface="Arial" pitchFamily="34" charset="0"/>
              <a:buNone/>
              <a:defRPr lang="en-US" sz="1999" kern="1200" spc="0" dirty="0" smtClean="0">
                <a:gradFill>
                  <a:gsLst>
                    <a:gs pos="100000">
                      <a:schemeClr val="bg2"/>
                    </a:gs>
                    <a:gs pos="0">
                      <a:schemeClr val="bg2"/>
                    </a:gs>
                  </a:gsLst>
                  <a:lin ang="5400000" scaled="0"/>
                </a:gradFill>
                <a:latin typeface="+mn-lt"/>
                <a:ea typeface="+mn-ea"/>
                <a:cs typeface="Segoe UI" pitchFamily="34" charset="0"/>
              </a:defRPr>
            </a:lvl1pPr>
            <a:lvl2pPr marL="913829" indent="-380762">
              <a:defRPr lang="en-US" sz="2099" kern="1200" dirty="0" smtClean="0">
                <a:solidFill>
                  <a:schemeClr val="bg2">
                    <a:lumMod val="50000"/>
                  </a:schemeClr>
                </a:solidFill>
                <a:latin typeface="+mn-lt"/>
                <a:ea typeface="+mn-ea"/>
                <a:cs typeface="Arial" pitchFamily="34" charset="0"/>
              </a:defRPr>
            </a:lvl2pPr>
            <a:lvl3pPr marL="913829" indent="-228457">
              <a:defRPr lang="en-US" sz="1899" kern="1200" dirty="0" smtClean="0">
                <a:solidFill>
                  <a:schemeClr val="bg2">
                    <a:lumMod val="50000"/>
                  </a:schemeClr>
                </a:solidFill>
                <a:latin typeface="+mn-lt"/>
                <a:ea typeface="+mn-ea"/>
                <a:cs typeface="Arial" pitchFamily="34" charset="0"/>
              </a:defRPr>
            </a:lvl3pPr>
            <a:lvl4pPr marL="1218438" indent="-228457">
              <a:defRPr lang="en-US" sz="1600" kern="1200" dirty="0" smtClean="0">
                <a:solidFill>
                  <a:schemeClr val="bg2">
                    <a:lumMod val="50000"/>
                  </a:schemeClr>
                </a:solidFill>
                <a:latin typeface="+mn-lt"/>
                <a:ea typeface="+mn-ea"/>
                <a:cs typeface="Arial" pitchFamily="34" charset="0"/>
              </a:defRPr>
            </a:lvl4pPr>
            <a:lvl5pPr marL="1446895" indent="-228457">
              <a:defRPr lang="en-US" sz="1600" kern="1200" dirty="0">
                <a:solidFill>
                  <a:schemeClr val="bg2">
                    <a:lumMod val="50000"/>
                  </a:schemeClr>
                </a:solidFill>
                <a:latin typeface="+mn-lt"/>
                <a:ea typeface="+mn-ea"/>
                <a:cs typeface="Arial" pitchFamily="34" charset="0"/>
              </a:defRPr>
            </a:lvl5pPr>
            <a:lvl6pPr>
              <a:defRPr sz="2099"/>
            </a:lvl6pPr>
            <a:lvl7pPr>
              <a:defRPr sz="2099"/>
            </a:lvl7pPr>
            <a:lvl8pPr>
              <a:defRPr sz="2099"/>
            </a:lvl8pPr>
            <a:lvl9pPr>
              <a:defRPr sz="2099"/>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07910" y="0"/>
            <a:ext cx="5979334" cy="7021513"/>
          </a:xfrm>
        </p:spPr>
        <p:txBody>
          <a:bodyPr lIns="182870" anchor="ctr"/>
          <a:lstStyle>
            <a:lvl1pPr marL="0" indent="0" algn="l">
              <a:buNone/>
              <a:defRPr/>
            </a:lvl1pPr>
          </a:lstStyle>
          <a:p>
            <a:r>
              <a:rPr lang="en-US" smtClean="0"/>
              <a:t>Click to insert photo.</a:t>
            </a:r>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2007806658"/>
      </p:ext>
    </p:extLst>
  </p:cSld>
  <p:clrMapOvr>
    <a:masterClrMapping/>
  </p:clrMapOvr>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7286" y="1482322"/>
            <a:ext cx="5432826" cy="1206540"/>
          </a:xfrm>
          <a:prstGeom prst="rect">
            <a:avLst/>
          </a:prstGeom>
        </p:spPr>
        <p:txBody>
          <a:bodyPr>
            <a:noAutofit/>
          </a:bodyPr>
          <a:lstStyle>
            <a:lvl1pPr marL="0" indent="0">
              <a:buNone/>
              <a:defRPr sz="3999" b="0" cap="none" baseline="0">
                <a:gradFill>
                  <a:gsLst>
                    <a:gs pos="100000">
                      <a:schemeClr val="tx2"/>
                    </a:gs>
                    <a:gs pos="0">
                      <a:schemeClr val="tx2"/>
                    </a:gs>
                  </a:gsLst>
                  <a:lin ang="5400000" scaled="0"/>
                </a:gradFill>
                <a:latin typeface="+mj-lt"/>
              </a:defRPr>
            </a:lvl1pPr>
            <a:lvl2pPr marL="609219" indent="0">
              <a:buNone/>
              <a:defRPr sz="2699" b="1"/>
            </a:lvl2pPr>
            <a:lvl3pPr marL="1218438" indent="0">
              <a:buNone/>
              <a:defRPr sz="2399" b="1"/>
            </a:lvl3pPr>
            <a:lvl4pPr marL="1827657" indent="0">
              <a:buNone/>
              <a:defRPr sz="2099" b="1"/>
            </a:lvl4pPr>
            <a:lvl5pPr marL="2436876" indent="0">
              <a:buNone/>
              <a:defRPr sz="2099" b="1"/>
            </a:lvl5pPr>
            <a:lvl6pPr marL="3046095" indent="0">
              <a:buNone/>
              <a:defRPr sz="2099" b="1"/>
            </a:lvl6pPr>
            <a:lvl7pPr marL="3655315" indent="0">
              <a:buNone/>
              <a:defRPr sz="2099" b="1"/>
            </a:lvl7pPr>
            <a:lvl8pPr marL="4264534" indent="0">
              <a:buNone/>
              <a:defRPr sz="2099" b="1"/>
            </a:lvl8pPr>
            <a:lvl9pPr marL="4873753" indent="0">
              <a:buNone/>
              <a:defRPr sz="2099" b="1"/>
            </a:lvl9pPr>
          </a:lstStyle>
          <a:p>
            <a:pPr lvl="0"/>
            <a:r>
              <a:rPr lang="en-US" dirty="0" smtClean="0"/>
              <a:t>Click to edit Master text styles.</a:t>
            </a:r>
          </a:p>
        </p:txBody>
      </p:sp>
      <p:sp>
        <p:nvSpPr>
          <p:cNvPr id="9" name="Content Placeholder 5"/>
          <p:cNvSpPr>
            <a:spLocks noGrp="1"/>
          </p:cNvSpPr>
          <p:nvPr>
            <p:ph sz="quarter" idx="13"/>
          </p:nvPr>
        </p:nvSpPr>
        <p:spPr>
          <a:xfrm>
            <a:off x="6217291" y="2800202"/>
            <a:ext cx="5443456" cy="623929"/>
          </a:xfrm>
          <a:prstGeom prst="rect">
            <a:avLst/>
          </a:prstGeom>
        </p:spPr>
        <p:txBody>
          <a:bodyPr>
            <a:noAutofit/>
          </a:bodyPr>
          <a:lstStyle>
            <a:lvl1pPr marL="0" indent="0">
              <a:spcBef>
                <a:spcPts val="1200"/>
              </a:spcBef>
              <a:buFont typeface="Arial" pitchFamily="34" charset="0"/>
              <a:buNone/>
              <a:defRPr lang="en-US" sz="1999" kern="1200" spc="0" dirty="0" smtClean="0">
                <a:gradFill>
                  <a:gsLst>
                    <a:gs pos="100000">
                      <a:schemeClr val="bg2"/>
                    </a:gs>
                    <a:gs pos="0">
                      <a:schemeClr val="bg2"/>
                    </a:gs>
                  </a:gsLst>
                  <a:lin ang="5400000" scaled="0"/>
                </a:gradFill>
                <a:latin typeface="+mn-lt"/>
                <a:ea typeface="+mn-ea"/>
                <a:cs typeface="Segoe UI" pitchFamily="34" charset="0"/>
              </a:defRPr>
            </a:lvl1pPr>
            <a:lvl2pPr marL="913829" indent="-380762">
              <a:defRPr lang="en-US" sz="2099" kern="1200" dirty="0" smtClean="0">
                <a:solidFill>
                  <a:schemeClr val="bg2">
                    <a:lumMod val="50000"/>
                  </a:schemeClr>
                </a:solidFill>
                <a:latin typeface="+mn-lt"/>
                <a:ea typeface="+mn-ea"/>
                <a:cs typeface="Arial" pitchFamily="34" charset="0"/>
              </a:defRPr>
            </a:lvl2pPr>
            <a:lvl3pPr marL="913829" indent="-228457">
              <a:defRPr lang="en-US" sz="1899" kern="1200" dirty="0" smtClean="0">
                <a:solidFill>
                  <a:schemeClr val="bg2">
                    <a:lumMod val="50000"/>
                  </a:schemeClr>
                </a:solidFill>
                <a:latin typeface="+mn-lt"/>
                <a:ea typeface="+mn-ea"/>
                <a:cs typeface="Arial" pitchFamily="34" charset="0"/>
              </a:defRPr>
            </a:lvl3pPr>
            <a:lvl4pPr marL="1218438" indent="-228457">
              <a:defRPr lang="en-US" sz="1600" kern="1200" dirty="0" smtClean="0">
                <a:solidFill>
                  <a:schemeClr val="bg2">
                    <a:lumMod val="50000"/>
                  </a:schemeClr>
                </a:solidFill>
                <a:latin typeface="+mn-lt"/>
                <a:ea typeface="+mn-ea"/>
                <a:cs typeface="Arial" pitchFamily="34" charset="0"/>
              </a:defRPr>
            </a:lvl4pPr>
            <a:lvl5pPr marL="1446895" indent="-228457">
              <a:defRPr lang="en-US" sz="1600" kern="1200" dirty="0">
                <a:solidFill>
                  <a:schemeClr val="bg2">
                    <a:lumMod val="50000"/>
                  </a:schemeClr>
                </a:solidFill>
                <a:latin typeface="+mn-lt"/>
                <a:ea typeface="+mn-ea"/>
                <a:cs typeface="Arial" pitchFamily="34" charset="0"/>
              </a:defRPr>
            </a:lvl5pPr>
            <a:lvl6pPr>
              <a:defRPr sz="2099"/>
            </a:lvl6pPr>
            <a:lvl7pPr>
              <a:defRPr sz="2099"/>
            </a:lvl7pPr>
            <a:lvl8pPr>
              <a:defRPr sz="2099"/>
            </a:lvl8pPr>
            <a:lvl9pPr>
              <a:defRPr sz="2099"/>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8" y="0"/>
            <a:ext cx="5979334" cy="7021513"/>
          </a:xfrm>
        </p:spPr>
        <p:txBody>
          <a:bodyPr lIns="182870" anchor="ctr"/>
          <a:lstStyle>
            <a:lvl1pPr marL="0" indent="0" algn="l">
              <a:buNone/>
              <a:defRPr/>
            </a:lvl1pPr>
          </a:lstStyle>
          <a:p>
            <a:r>
              <a:rPr lang="en-US" smtClean="0"/>
              <a:t>Click to insert photo.</a:t>
            </a:r>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466908187"/>
      </p:ext>
    </p:extLst>
  </p:cSld>
  <p:clrMapOvr>
    <a:masterClrMapping/>
  </p:clrMapOvr>
  <p:timing>
    <p:tnLst>
      <p:par>
        <p:cTn id="1" dur="indefinite" restart="never" nodeType="tmRoot"/>
      </p:par>
    </p:tn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Color Block Header on Left &amp; Text on Right ">
    <p:spTree>
      <p:nvGrpSpPr>
        <p:cNvPr id="1" name=""/>
        <p:cNvGrpSpPr/>
        <p:nvPr/>
      </p:nvGrpSpPr>
      <p:grpSpPr>
        <a:xfrm>
          <a:off x="0" y="0"/>
          <a:ext cx="0" cy="0"/>
          <a:chOff x="0" y="0"/>
          <a:chExt cx="0" cy="0"/>
        </a:xfrm>
      </p:grpSpPr>
      <p:sp>
        <p:nvSpPr>
          <p:cNvPr id="2" name="Rectangle 1"/>
          <p:cNvSpPr/>
          <p:nvPr/>
        </p:nvSpPr>
        <p:spPr bwMode="white">
          <a:xfrm>
            <a:off x="-9524" y="0"/>
            <a:ext cx="5985685"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0" tIns="45700" rIns="45700" bIns="45700" numCol="1" spcCol="0" rtlCol="0" fromWordArt="0" anchor="ctr" anchorCtr="0" forceAA="0" compatLnSpc="1">
            <a:prstTxWarp prst="textNoShape">
              <a:avLst/>
            </a:prstTxWarp>
            <a:noAutofit/>
          </a:bodyPr>
          <a:lstStyle/>
          <a:p>
            <a:pPr algn="ctr" defTabSz="913688" fontAlgn="base">
              <a:spcBef>
                <a:spcPct val="0"/>
              </a:spcBef>
              <a:spcAft>
                <a:spcPct val="0"/>
              </a:spcAft>
            </a:pPr>
            <a:endParaRPr lang="en-US" sz="2299"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2" y="1482344"/>
            <a:ext cx="5231720" cy="1701619"/>
          </a:xfrm>
          <a:prstGeom prst="rect">
            <a:avLst/>
          </a:prstGeom>
        </p:spPr>
        <p:txBody>
          <a:bodyPr>
            <a:noAutofit/>
          </a:bodyPr>
          <a:lstStyle>
            <a:lvl1pPr marL="0" indent="0">
              <a:buNone/>
              <a:defRPr sz="3999" b="0" cap="none" baseline="0">
                <a:gradFill>
                  <a:gsLst>
                    <a:gs pos="100000">
                      <a:schemeClr val="bg1"/>
                    </a:gs>
                    <a:gs pos="0">
                      <a:schemeClr val="bg1"/>
                    </a:gs>
                  </a:gsLst>
                  <a:lin ang="5400000" scaled="0"/>
                </a:gradFill>
                <a:latin typeface="+mj-lt"/>
              </a:defRPr>
            </a:lvl1pPr>
            <a:lvl2pPr marL="609219" indent="0">
              <a:buNone/>
              <a:defRPr sz="2699" b="1"/>
            </a:lvl2pPr>
            <a:lvl3pPr marL="1218438" indent="0">
              <a:buNone/>
              <a:defRPr sz="2399" b="1"/>
            </a:lvl3pPr>
            <a:lvl4pPr marL="1827657" indent="0">
              <a:buNone/>
              <a:defRPr sz="2099" b="1"/>
            </a:lvl4pPr>
            <a:lvl5pPr marL="2436876" indent="0">
              <a:buNone/>
              <a:defRPr sz="2099" b="1"/>
            </a:lvl5pPr>
            <a:lvl6pPr marL="3046095" indent="0">
              <a:buNone/>
              <a:defRPr sz="2099" b="1"/>
            </a:lvl6pPr>
            <a:lvl7pPr marL="3655315" indent="0">
              <a:buNone/>
              <a:defRPr sz="2099" b="1"/>
            </a:lvl7pPr>
            <a:lvl8pPr marL="4264534" indent="0">
              <a:buNone/>
              <a:defRPr sz="2099" b="1"/>
            </a:lvl8pPr>
            <a:lvl9pPr marL="4873753" indent="0">
              <a:buNone/>
              <a:defRPr sz="2099" b="1"/>
            </a:lvl9pPr>
          </a:lstStyle>
          <a:p>
            <a:pPr lvl="0"/>
            <a:r>
              <a:rPr lang="en-US" dirty="0" smtClean="0"/>
              <a:t>Click to edit Master text styles.</a:t>
            </a:r>
          </a:p>
        </p:txBody>
      </p:sp>
      <p:sp>
        <p:nvSpPr>
          <p:cNvPr id="6" name="Content Placeholder 5"/>
          <p:cNvSpPr>
            <a:spLocks noGrp="1"/>
          </p:cNvSpPr>
          <p:nvPr>
            <p:ph sz="quarter" idx="4"/>
          </p:nvPr>
        </p:nvSpPr>
        <p:spPr>
          <a:xfrm>
            <a:off x="6187357" y="1722017"/>
            <a:ext cx="5484026" cy="340324"/>
          </a:xfrm>
          <a:prstGeom prst="rect">
            <a:avLst/>
          </a:prstGeom>
        </p:spPr>
        <p:txBody>
          <a:bodyPr>
            <a:noAutofit/>
          </a:bodyPr>
          <a:lstStyle>
            <a:lvl1pPr marL="0" indent="0">
              <a:spcBef>
                <a:spcPts val="1200"/>
              </a:spcBef>
              <a:buNone/>
              <a:defRPr lang="en-US" sz="1999" kern="1200" spc="0" dirty="0" smtClean="0">
                <a:gradFill>
                  <a:gsLst>
                    <a:gs pos="100000">
                      <a:schemeClr val="bg2"/>
                    </a:gs>
                    <a:gs pos="0">
                      <a:schemeClr val="bg2"/>
                    </a:gs>
                  </a:gsLst>
                  <a:lin ang="5400000" scaled="0"/>
                </a:gradFill>
                <a:latin typeface="+mn-lt"/>
                <a:ea typeface="+mn-ea"/>
                <a:cs typeface="Segoe UI" pitchFamily="34" charset="0"/>
              </a:defRPr>
            </a:lvl1pPr>
            <a:lvl2pPr marL="913829" indent="-380762">
              <a:defRPr lang="en-US" sz="2099" kern="1200" dirty="0" smtClean="0">
                <a:solidFill>
                  <a:schemeClr val="bg2">
                    <a:lumMod val="50000"/>
                  </a:schemeClr>
                </a:solidFill>
                <a:latin typeface="+mn-lt"/>
                <a:ea typeface="+mn-ea"/>
                <a:cs typeface="Arial" pitchFamily="34" charset="0"/>
              </a:defRPr>
            </a:lvl2pPr>
            <a:lvl3pPr marL="913829" indent="-228457">
              <a:defRPr lang="en-US" sz="1899" kern="1200" dirty="0" smtClean="0">
                <a:solidFill>
                  <a:schemeClr val="bg2">
                    <a:lumMod val="50000"/>
                  </a:schemeClr>
                </a:solidFill>
                <a:latin typeface="+mn-lt"/>
                <a:ea typeface="+mn-ea"/>
                <a:cs typeface="Arial" pitchFamily="34" charset="0"/>
              </a:defRPr>
            </a:lvl3pPr>
            <a:lvl4pPr marL="1218438" indent="-228457">
              <a:defRPr lang="en-US" sz="1600" kern="1200" dirty="0" smtClean="0">
                <a:solidFill>
                  <a:schemeClr val="bg2">
                    <a:lumMod val="50000"/>
                  </a:schemeClr>
                </a:solidFill>
                <a:latin typeface="+mn-lt"/>
                <a:ea typeface="+mn-ea"/>
                <a:cs typeface="Arial" pitchFamily="34" charset="0"/>
              </a:defRPr>
            </a:lvl4pPr>
            <a:lvl5pPr marL="1446895" indent="-228457">
              <a:defRPr lang="en-US" sz="1600" kern="1200" dirty="0">
                <a:solidFill>
                  <a:schemeClr val="bg2">
                    <a:lumMod val="50000"/>
                  </a:schemeClr>
                </a:solidFill>
                <a:latin typeface="+mn-lt"/>
                <a:ea typeface="+mn-ea"/>
                <a:cs typeface="Arial" pitchFamily="34" charset="0"/>
              </a:defRPr>
            </a:lvl5pPr>
            <a:lvl6pPr>
              <a:defRPr sz="2099"/>
            </a:lvl6pPr>
            <a:lvl7pPr>
              <a:defRPr sz="2099"/>
            </a:lvl7pPr>
            <a:lvl8pPr>
              <a:defRPr sz="2099"/>
            </a:lvl8pPr>
            <a:lvl9pPr>
              <a:defRPr sz="2099"/>
            </a:lvl9pPr>
          </a:lstStyle>
          <a:p>
            <a:pPr lvl="0"/>
            <a:r>
              <a:rPr lang="en-US" smtClean="0"/>
              <a:t>Click to edit Master text styles</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3848904579"/>
      </p:ext>
    </p:extLst>
  </p:cSld>
  <p:clrMapOvr>
    <a:masterClrMapping/>
  </p:clrMapOvr>
  <p:timing>
    <p:tnLst>
      <p:par>
        <p:cTn id="1" dur="indefinite" restart="never" nodeType="tmRoot"/>
      </p:par>
    </p:tn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Color Block text w/Photo on Right">
    <p:spTree>
      <p:nvGrpSpPr>
        <p:cNvPr id="1" name=""/>
        <p:cNvGrpSpPr/>
        <p:nvPr/>
      </p:nvGrpSpPr>
      <p:grpSpPr>
        <a:xfrm>
          <a:off x="0" y="0"/>
          <a:ext cx="0" cy="0"/>
          <a:chOff x="0" y="0"/>
          <a:chExt cx="0" cy="0"/>
        </a:xfrm>
      </p:grpSpPr>
      <p:sp>
        <p:nvSpPr>
          <p:cNvPr id="7" name="Rectangle 6"/>
          <p:cNvSpPr/>
          <p:nvPr/>
        </p:nvSpPr>
        <p:spPr bwMode="white">
          <a:xfrm>
            <a:off x="13" y="0"/>
            <a:ext cx="6219015"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0" tIns="45700" rIns="45700" bIns="45700" numCol="1" spcCol="0" rtlCol="0" fromWordArt="0" anchor="ctr" anchorCtr="0" forceAA="0" compatLnSpc="1">
            <a:prstTxWarp prst="textNoShape">
              <a:avLst/>
            </a:prstTxWarp>
            <a:noAutofit/>
          </a:bodyPr>
          <a:lstStyle/>
          <a:p>
            <a:pPr algn="ctr" defTabSz="913688" fontAlgn="base">
              <a:spcBef>
                <a:spcPct val="0"/>
              </a:spcBef>
              <a:spcAft>
                <a:spcPct val="0"/>
              </a:spcAft>
            </a:pPr>
            <a:endParaRPr lang="en-US" sz="2299"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5" y="1482322"/>
            <a:ext cx="5432826" cy="1206540"/>
          </a:xfrm>
          <a:prstGeom prst="rect">
            <a:avLst/>
          </a:prstGeom>
        </p:spPr>
        <p:txBody>
          <a:bodyPr>
            <a:noAutofit/>
          </a:bodyPr>
          <a:lstStyle>
            <a:lvl1pPr marL="0" indent="0">
              <a:buNone/>
              <a:defRPr sz="3999" b="0" cap="none" baseline="0">
                <a:gradFill>
                  <a:gsLst>
                    <a:gs pos="100000">
                      <a:schemeClr val="bg1"/>
                    </a:gs>
                    <a:gs pos="0">
                      <a:schemeClr val="bg1"/>
                    </a:gs>
                  </a:gsLst>
                  <a:lin ang="5400000" scaled="0"/>
                </a:gradFill>
                <a:latin typeface="+mj-lt"/>
              </a:defRPr>
            </a:lvl1pPr>
            <a:lvl2pPr marL="609219" indent="0">
              <a:buNone/>
              <a:defRPr sz="2699" b="1"/>
            </a:lvl2pPr>
            <a:lvl3pPr marL="1218438" indent="0">
              <a:buNone/>
              <a:defRPr sz="2399" b="1"/>
            </a:lvl3pPr>
            <a:lvl4pPr marL="1827657" indent="0">
              <a:buNone/>
              <a:defRPr sz="2099" b="1"/>
            </a:lvl4pPr>
            <a:lvl5pPr marL="2436876" indent="0">
              <a:buNone/>
              <a:defRPr sz="2099" b="1"/>
            </a:lvl5pPr>
            <a:lvl6pPr marL="3046095" indent="0">
              <a:buNone/>
              <a:defRPr sz="2099" b="1"/>
            </a:lvl6pPr>
            <a:lvl7pPr marL="3655315" indent="0">
              <a:buNone/>
              <a:defRPr sz="2099" b="1"/>
            </a:lvl7pPr>
            <a:lvl8pPr marL="4264534" indent="0">
              <a:buNone/>
              <a:defRPr sz="2099" b="1"/>
            </a:lvl8pPr>
            <a:lvl9pPr marL="4873753" indent="0">
              <a:buNone/>
              <a:defRPr sz="2099" b="1"/>
            </a:lvl9pPr>
          </a:lstStyle>
          <a:p>
            <a:pPr lvl="0"/>
            <a:r>
              <a:rPr lang="en-US" dirty="0" smtClean="0"/>
              <a:t>Click to edit Master text styles.</a:t>
            </a:r>
          </a:p>
        </p:txBody>
      </p:sp>
      <p:sp>
        <p:nvSpPr>
          <p:cNvPr id="9" name="Content Placeholder 5"/>
          <p:cNvSpPr>
            <a:spLocks noGrp="1"/>
          </p:cNvSpPr>
          <p:nvPr>
            <p:ph sz="quarter" idx="13"/>
          </p:nvPr>
        </p:nvSpPr>
        <p:spPr>
          <a:xfrm>
            <a:off x="520643" y="2800202"/>
            <a:ext cx="5443456" cy="623929"/>
          </a:xfrm>
          <a:prstGeom prst="rect">
            <a:avLst/>
          </a:prstGeom>
        </p:spPr>
        <p:txBody>
          <a:bodyPr>
            <a:noAutofit/>
          </a:bodyPr>
          <a:lstStyle>
            <a:lvl1pPr marL="0" indent="0">
              <a:spcBef>
                <a:spcPts val="1200"/>
              </a:spcBef>
              <a:buFont typeface="Arial" pitchFamily="34" charset="0"/>
              <a:buNone/>
              <a:defRPr lang="en-US" sz="1999" kern="1200" spc="0" dirty="0" smtClean="0">
                <a:gradFill>
                  <a:gsLst>
                    <a:gs pos="100000">
                      <a:schemeClr val="bg1"/>
                    </a:gs>
                    <a:gs pos="0">
                      <a:schemeClr val="bg1"/>
                    </a:gs>
                  </a:gsLst>
                  <a:lin ang="5400000" scaled="0"/>
                </a:gradFill>
                <a:latin typeface="+mn-lt"/>
                <a:ea typeface="+mn-ea"/>
                <a:cs typeface="Segoe UI" pitchFamily="34" charset="0"/>
              </a:defRPr>
            </a:lvl1pPr>
            <a:lvl2pPr marL="913829" indent="-380762">
              <a:defRPr lang="en-US" sz="2099" kern="1200" dirty="0" smtClean="0">
                <a:solidFill>
                  <a:schemeClr val="bg2">
                    <a:lumMod val="50000"/>
                  </a:schemeClr>
                </a:solidFill>
                <a:latin typeface="+mn-lt"/>
                <a:ea typeface="+mn-ea"/>
                <a:cs typeface="Arial" pitchFamily="34" charset="0"/>
              </a:defRPr>
            </a:lvl2pPr>
            <a:lvl3pPr marL="913829" indent="-228457">
              <a:defRPr lang="en-US" sz="1899" kern="1200" dirty="0" smtClean="0">
                <a:solidFill>
                  <a:schemeClr val="bg2">
                    <a:lumMod val="50000"/>
                  </a:schemeClr>
                </a:solidFill>
                <a:latin typeface="+mn-lt"/>
                <a:ea typeface="+mn-ea"/>
                <a:cs typeface="Arial" pitchFamily="34" charset="0"/>
              </a:defRPr>
            </a:lvl3pPr>
            <a:lvl4pPr marL="1218438" indent="-228457">
              <a:defRPr lang="en-US" sz="1600" kern="1200" dirty="0" smtClean="0">
                <a:solidFill>
                  <a:schemeClr val="bg2">
                    <a:lumMod val="50000"/>
                  </a:schemeClr>
                </a:solidFill>
                <a:latin typeface="+mn-lt"/>
                <a:ea typeface="+mn-ea"/>
                <a:cs typeface="Arial" pitchFamily="34" charset="0"/>
              </a:defRPr>
            </a:lvl4pPr>
            <a:lvl5pPr marL="1446895" indent="-228457">
              <a:defRPr lang="en-US" sz="1600" kern="1200" dirty="0">
                <a:solidFill>
                  <a:schemeClr val="bg2">
                    <a:lumMod val="50000"/>
                  </a:schemeClr>
                </a:solidFill>
                <a:latin typeface="+mn-lt"/>
                <a:ea typeface="+mn-ea"/>
                <a:cs typeface="Arial" pitchFamily="34" charset="0"/>
              </a:defRPr>
            </a:lvl5pPr>
            <a:lvl6pPr>
              <a:defRPr sz="2099"/>
            </a:lvl6pPr>
            <a:lvl7pPr>
              <a:defRPr sz="2099"/>
            </a:lvl7pPr>
            <a:lvl8pPr>
              <a:defRPr sz="2099"/>
            </a:lvl8pPr>
            <a:lvl9pPr>
              <a:defRPr sz="2099"/>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07910" y="0"/>
            <a:ext cx="5979334" cy="7021513"/>
          </a:xfrm>
        </p:spPr>
        <p:txBody>
          <a:bodyPr lIns="182870" anchor="ctr"/>
          <a:lstStyle>
            <a:lvl1pPr marL="0" indent="0" algn="l">
              <a:buNone/>
              <a:defRPr/>
            </a:lvl1pPr>
          </a:lstStyle>
          <a:p>
            <a:r>
              <a:rPr lang="en-US" smtClean="0"/>
              <a:t>Click to insert photo.</a:t>
            </a:r>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174813308"/>
      </p:ext>
    </p:extLst>
  </p:cSld>
  <p:clrMapOvr>
    <a:masterClrMapping/>
  </p:clrMapOvr>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Color Block text w/Photo on Left">
    <p:spTree>
      <p:nvGrpSpPr>
        <p:cNvPr id="1" name=""/>
        <p:cNvGrpSpPr/>
        <p:nvPr/>
      </p:nvGrpSpPr>
      <p:grpSpPr>
        <a:xfrm>
          <a:off x="0" y="0"/>
          <a:ext cx="0" cy="0"/>
          <a:chOff x="0" y="0"/>
          <a:chExt cx="0" cy="0"/>
        </a:xfrm>
      </p:grpSpPr>
      <p:sp>
        <p:nvSpPr>
          <p:cNvPr id="7" name="Rectangle 6"/>
          <p:cNvSpPr/>
          <p:nvPr/>
        </p:nvSpPr>
        <p:spPr bwMode="white">
          <a:xfrm>
            <a:off x="5966649" y="0"/>
            <a:ext cx="6220601"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0" tIns="45700" rIns="45700" bIns="45700" numCol="1" spcCol="0" rtlCol="0" fromWordArt="0" anchor="ctr" anchorCtr="0" forceAA="0" compatLnSpc="1">
            <a:prstTxWarp prst="textNoShape">
              <a:avLst/>
            </a:prstTxWarp>
            <a:noAutofit/>
          </a:bodyPr>
          <a:lstStyle/>
          <a:p>
            <a:pPr algn="ctr" defTabSz="913688" fontAlgn="base">
              <a:spcBef>
                <a:spcPct val="0"/>
              </a:spcBef>
              <a:spcAft>
                <a:spcPct val="0"/>
              </a:spcAft>
            </a:pPr>
            <a:endParaRPr lang="en-US" sz="2299"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6217286" y="1482322"/>
            <a:ext cx="5432826" cy="1206540"/>
          </a:xfrm>
          <a:prstGeom prst="rect">
            <a:avLst/>
          </a:prstGeom>
        </p:spPr>
        <p:txBody>
          <a:bodyPr>
            <a:noAutofit/>
          </a:bodyPr>
          <a:lstStyle>
            <a:lvl1pPr marL="0" indent="0">
              <a:buNone/>
              <a:defRPr sz="3999" b="0" cap="none" baseline="0">
                <a:gradFill>
                  <a:gsLst>
                    <a:gs pos="100000">
                      <a:schemeClr val="bg1"/>
                    </a:gs>
                    <a:gs pos="0">
                      <a:schemeClr val="bg1"/>
                    </a:gs>
                  </a:gsLst>
                  <a:lin ang="5400000" scaled="0"/>
                </a:gradFill>
                <a:latin typeface="+mj-lt"/>
              </a:defRPr>
            </a:lvl1pPr>
            <a:lvl2pPr marL="609219" indent="0">
              <a:buNone/>
              <a:defRPr sz="2699" b="1"/>
            </a:lvl2pPr>
            <a:lvl3pPr marL="1218438" indent="0">
              <a:buNone/>
              <a:defRPr sz="2399" b="1"/>
            </a:lvl3pPr>
            <a:lvl4pPr marL="1827657" indent="0">
              <a:buNone/>
              <a:defRPr sz="2099" b="1"/>
            </a:lvl4pPr>
            <a:lvl5pPr marL="2436876" indent="0">
              <a:buNone/>
              <a:defRPr sz="2099" b="1"/>
            </a:lvl5pPr>
            <a:lvl6pPr marL="3046095" indent="0">
              <a:buNone/>
              <a:defRPr sz="2099" b="1"/>
            </a:lvl6pPr>
            <a:lvl7pPr marL="3655315" indent="0">
              <a:buNone/>
              <a:defRPr sz="2099" b="1"/>
            </a:lvl7pPr>
            <a:lvl8pPr marL="4264534" indent="0">
              <a:buNone/>
              <a:defRPr sz="2099" b="1"/>
            </a:lvl8pPr>
            <a:lvl9pPr marL="4873753" indent="0">
              <a:buNone/>
              <a:defRPr sz="2099" b="1"/>
            </a:lvl9pPr>
          </a:lstStyle>
          <a:p>
            <a:pPr lvl="0"/>
            <a:r>
              <a:rPr lang="en-US" dirty="0" smtClean="0"/>
              <a:t>Click to edit Master text styles.</a:t>
            </a:r>
          </a:p>
        </p:txBody>
      </p:sp>
      <p:sp>
        <p:nvSpPr>
          <p:cNvPr id="9" name="Content Placeholder 5"/>
          <p:cNvSpPr>
            <a:spLocks noGrp="1"/>
          </p:cNvSpPr>
          <p:nvPr>
            <p:ph sz="quarter" idx="13"/>
          </p:nvPr>
        </p:nvSpPr>
        <p:spPr>
          <a:xfrm>
            <a:off x="6217291" y="2800202"/>
            <a:ext cx="5443456" cy="623929"/>
          </a:xfrm>
          <a:prstGeom prst="rect">
            <a:avLst/>
          </a:prstGeom>
        </p:spPr>
        <p:txBody>
          <a:bodyPr>
            <a:noAutofit/>
          </a:bodyPr>
          <a:lstStyle>
            <a:lvl1pPr marL="0" indent="0">
              <a:spcBef>
                <a:spcPts val="1200"/>
              </a:spcBef>
              <a:buFont typeface="Arial" pitchFamily="34" charset="0"/>
              <a:buNone/>
              <a:defRPr lang="en-US" sz="1999" kern="1200" spc="0" dirty="0" smtClean="0">
                <a:gradFill>
                  <a:gsLst>
                    <a:gs pos="100000">
                      <a:schemeClr val="bg1"/>
                    </a:gs>
                    <a:gs pos="0">
                      <a:schemeClr val="bg1"/>
                    </a:gs>
                  </a:gsLst>
                  <a:lin ang="5400000" scaled="0"/>
                </a:gradFill>
                <a:latin typeface="+mn-lt"/>
                <a:ea typeface="+mn-ea"/>
                <a:cs typeface="Segoe UI" pitchFamily="34" charset="0"/>
              </a:defRPr>
            </a:lvl1pPr>
            <a:lvl2pPr marL="913829" indent="-380762">
              <a:defRPr lang="en-US" sz="2099" kern="1200" dirty="0" smtClean="0">
                <a:solidFill>
                  <a:schemeClr val="bg2">
                    <a:lumMod val="50000"/>
                  </a:schemeClr>
                </a:solidFill>
                <a:latin typeface="+mn-lt"/>
                <a:ea typeface="+mn-ea"/>
                <a:cs typeface="Arial" pitchFamily="34" charset="0"/>
              </a:defRPr>
            </a:lvl2pPr>
            <a:lvl3pPr marL="913829" indent="-228457">
              <a:defRPr lang="en-US" sz="1899" kern="1200" dirty="0" smtClean="0">
                <a:solidFill>
                  <a:schemeClr val="bg2">
                    <a:lumMod val="50000"/>
                  </a:schemeClr>
                </a:solidFill>
                <a:latin typeface="+mn-lt"/>
                <a:ea typeface="+mn-ea"/>
                <a:cs typeface="Arial" pitchFamily="34" charset="0"/>
              </a:defRPr>
            </a:lvl3pPr>
            <a:lvl4pPr marL="1218438" indent="-228457">
              <a:defRPr lang="en-US" sz="1600" kern="1200" dirty="0" smtClean="0">
                <a:solidFill>
                  <a:schemeClr val="bg2">
                    <a:lumMod val="50000"/>
                  </a:schemeClr>
                </a:solidFill>
                <a:latin typeface="+mn-lt"/>
                <a:ea typeface="+mn-ea"/>
                <a:cs typeface="Arial" pitchFamily="34" charset="0"/>
              </a:defRPr>
            </a:lvl4pPr>
            <a:lvl5pPr marL="1446895" indent="-228457">
              <a:defRPr lang="en-US" sz="1600" kern="1200" dirty="0">
                <a:solidFill>
                  <a:schemeClr val="bg2">
                    <a:lumMod val="50000"/>
                  </a:schemeClr>
                </a:solidFill>
                <a:latin typeface="+mn-lt"/>
                <a:ea typeface="+mn-ea"/>
                <a:cs typeface="Arial" pitchFamily="34" charset="0"/>
              </a:defRPr>
            </a:lvl5pPr>
            <a:lvl6pPr>
              <a:defRPr sz="2099"/>
            </a:lvl6pPr>
            <a:lvl7pPr>
              <a:defRPr sz="2099"/>
            </a:lvl7pPr>
            <a:lvl8pPr>
              <a:defRPr sz="2099"/>
            </a:lvl8pPr>
            <a:lvl9pPr>
              <a:defRPr sz="2099"/>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8" y="0"/>
            <a:ext cx="5979334" cy="7021513"/>
          </a:xfrm>
        </p:spPr>
        <p:txBody>
          <a:bodyPr lIns="182870" anchor="ctr"/>
          <a:lstStyle>
            <a:lvl1pPr marL="0" indent="0" algn="l">
              <a:buNone/>
              <a:defRPr/>
            </a:lvl1pPr>
          </a:lstStyle>
          <a:p>
            <a:r>
              <a:rPr lang="en-US" smtClean="0"/>
              <a:t>Click to insert photo.</a:t>
            </a:r>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2224" y="6247659"/>
            <a:ext cx="2159048" cy="765822"/>
          </a:xfrm>
          <a:prstGeom prst="rect">
            <a:avLst/>
          </a:prstGeom>
        </p:spPr>
      </p:pic>
    </p:spTree>
    <p:extLst>
      <p:ext uri="{BB962C8B-B14F-4D97-AF65-F5344CB8AC3E}">
        <p14:creationId xmlns:p14="http://schemas.microsoft.com/office/powerpoint/2010/main" val="912265810"/>
      </p:ext>
    </p:extLst>
  </p:cSld>
  <p:clrMapOvr>
    <a:masterClrMapping/>
  </p:clrMapOvr>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p:nvSpPr>
        <p:spPr bwMode="white">
          <a:xfrm>
            <a:off x="8" y="877689"/>
            <a:ext cx="12187238" cy="524663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0" tIns="45700" rIns="45700" bIns="45700" numCol="1" spcCol="0" rtlCol="0" fromWordArt="0" anchor="ctr" anchorCtr="0" forceAA="0" compatLnSpc="1">
            <a:prstTxWarp prst="textNoShape">
              <a:avLst/>
            </a:prstTxWarp>
            <a:noAutofit/>
          </a:bodyPr>
          <a:lstStyle/>
          <a:p>
            <a:pPr algn="ctr" defTabSz="913688" fontAlgn="base">
              <a:spcBef>
                <a:spcPct val="0"/>
              </a:spcBef>
              <a:spcAft>
                <a:spcPct val="0"/>
              </a:spcAft>
            </a:pPr>
            <a:endParaRPr lang="en-US" sz="2299"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520641" y="1390456"/>
            <a:ext cx="11150736" cy="2931336"/>
          </a:xfrm>
          <a:prstGeom prst="rect">
            <a:avLst/>
          </a:prstGeom>
        </p:spPr>
        <p:txBody>
          <a:bodyPr>
            <a:normAutofit/>
          </a:bodyPr>
          <a:lstStyle>
            <a:lvl1pPr marL="0" indent="0">
              <a:lnSpc>
                <a:spcPct val="90000"/>
              </a:lnSpc>
              <a:buNone/>
              <a:defRPr sz="6397">
                <a:gradFill>
                  <a:gsLst>
                    <a:gs pos="100000">
                      <a:schemeClr val="bg1"/>
                    </a:gs>
                    <a:gs pos="0">
                      <a:schemeClr val="bg1"/>
                    </a:gs>
                  </a:gsLst>
                  <a:lin ang="5400000" scaled="0"/>
                </a:gradFill>
                <a:latin typeface="+mj-lt"/>
              </a:defRPr>
            </a:lvl1pPr>
            <a:lvl2pPr>
              <a:defRPr sz="6397">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641" y="4446980"/>
            <a:ext cx="11150736" cy="481971"/>
          </a:xfrm>
          <a:prstGeom prst="rect">
            <a:avLst/>
          </a:prstGeom>
        </p:spPr>
        <p:txBody>
          <a:bodyPr>
            <a:normAutofit/>
          </a:bodyPr>
          <a:lstStyle>
            <a:lvl1pPr marL="0" indent="0">
              <a:lnSpc>
                <a:spcPct val="90000"/>
              </a:lnSpc>
              <a:buNone/>
              <a:defRPr sz="3599">
                <a:gradFill>
                  <a:gsLst>
                    <a:gs pos="100000">
                      <a:schemeClr val="bg1"/>
                    </a:gs>
                    <a:gs pos="0">
                      <a:schemeClr val="bg1"/>
                    </a:gs>
                  </a:gsLst>
                  <a:lin ang="5400000" scaled="0"/>
                </a:gradFill>
                <a:latin typeface="+mj-lt"/>
              </a:defRPr>
            </a:lvl1pPr>
            <a:lvl2pPr>
              <a:defRPr sz="6397">
                <a:solidFill>
                  <a:schemeClr val="tx2"/>
                </a:solidFill>
                <a:latin typeface="+mn-lt"/>
              </a:defRPr>
            </a:lvl2pPr>
          </a:lstStyle>
          <a:p>
            <a:pPr lvl="0"/>
            <a:r>
              <a:rPr lang="en-US" smtClean="0"/>
              <a:t>Click to edit Master text styles</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174126757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Slide Number Placeholder 9"/>
          <p:cNvSpPr>
            <a:spLocks noGrp="1"/>
          </p:cNvSpPr>
          <p:nvPr>
            <p:ph type="sldNum" sz="quarter" idx="12"/>
          </p:nvPr>
        </p:nvSpPr>
        <p:spPr>
          <a:xfrm>
            <a:off x="520636" y="6552140"/>
            <a:ext cx="560613" cy="224688"/>
          </a:xfrm>
          <a:prstGeom prst="rect">
            <a:avLst/>
          </a:prstGeom>
        </p:spPr>
        <p:txBody>
          <a:bodyPr lIns="121893" tIns="60946" rIns="121893" bIns="60946" anchor="ctr"/>
          <a:lstStyle>
            <a:lvl1pPr algn="l">
              <a:defRPr sz="1600">
                <a:gradFill>
                  <a:gsLst>
                    <a:gs pos="100000">
                      <a:schemeClr val="bg2"/>
                    </a:gs>
                    <a:gs pos="0">
                      <a:schemeClr val="bg2"/>
                    </a:gs>
                  </a:gsLst>
                  <a:lin ang="5400000" scaled="0"/>
                </a:gradFill>
              </a:defRPr>
            </a:lvl1pPr>
          </a:lstStyle>
          <a:p>
            <a:pPr defTabSz="913989"/>
            <a:fld id="{CCBC3394-D7D4-4493-8076-76FBA3F60B25}" type="slidenum">
              <a:rPr lang="en-US" smtClean="0">
                <a:gradFill>
                  <a:gsLst>
                    <a:gs pos="100000">
                      <a:srgbClr val="797A7D"/>
                    </a:gs>
                    <a:gs pos="0">
                      <a:srgbClr val="797A7D"/>
                    </a:gs>
                  </a:gsLst>
                  <a:lin ang="5400000" scaled="0"/>
                </a:gradFill>
              </a:rPr>
              <a:pPr defTabSz="913989"/>
              <a:t>‹nº›</a:t>
            </a:fld>
            <a:endParaRPr lang="en-US">
              <a:gradFill>
                <a:gsLst>
                  <a:gs pos="100000">
                    <a:srgbClr val="797A7D"/>
                  </a:gs>
                  <a:gs pos="0">
                    <a:srgbClr val="797A7D"/>
                  </a:gs>
                </a:gsLst>
                <a:lin ang="5400000" scaled="0"/>
              </a:gra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6967" y="6245800"/>
            <a:ext cx="2164302" cy="767685"/>
          </a:xfrm>
          <a:prstGeom prst="rect">
            <a:avLst/>
          </a:prstGeom>
        </p:spPr>
      </p:pic>
    </p:spTree>
    <p:extLst>
      <p:ext uri="{BB962C8B-B14F-4D97-AF65-F5344CB8AC3E}">
        <p14:creationId xmlns:p14="http://schemas.microsoft.com/office/powerpoint/2010/main" val="3316570581"/>
      </p:ext>
    </p:extLst>
  </p:cSld>
  <p:clrMapOvr>
    <a:masterClrMapping/>
  </p:clrMapOvr>
  <p:transition>
    <p:fade/>
  </p:transition>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5102820"/>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250">
                      <a:schemeClr val="tx2"/>
                    </a:gs>
                    <a:gs pos="100000">
                      <a:schemeClr val="tx2"/>
                    </a:gs>
                  </a:gsLst>
                  <a:lin ang="5400000" scaled="0"/>
                </a:gradFill>
              </a:defRPr>
            </a:lvl1pPr>
          </a:lstStyle>
          <a:p>
            <a:r>
              <a:rPr lang="en-US" dirty="0" smtClean="0"/>
              <a:t>Slide for Developer Code</a:t>
            </a:r>
            <a:endParaRPr lang="en-US" dirty="0"/>
          </a:p>
        </p:txBody>
      </p:sp>
      <p:sp>
        <p:nvSpPr>
          <p:cNvPr id="3" name="Rectangle 2"/>
          <p:cNvSpPr/>
          <p:nvPr/>
        </p:nvSpPr>
        <p:spPr bwMode="hidden">
          <a:xfrm>
            <a:off x="8" y="1183503"/>
            <a:ext cx="12187238" cy="58380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0" tIns="45700" rIns="45700" bIns="45700" numCol="1" spcCol="0" rtlCol="0" fromWordArt="0" anchor="ctr" anchorCtr="0" forceAA="0" compatLnSpc="1">
            <a:prstTxWarp prst="textNoShape">
              <a:avLst/>
            </a:prstTxWarp>
            <a:noAutofit/>
          </a:bodyPr>
          <a:lstStyle/>
          <a:p>
            <a:pPr algn="ctr" defTabSz="913688" fontAlgn="base">
              <a:spcBef>
                <a:spcPct val="0"/>
              </a:spcBef>
              <a:spcAft>
                <a:spcPct val="0"/>
              </a:spcAft>
            </a:pPr>
            <a:endParaRPr lang="en-US" sz="1899" err="1"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18257" y="1482337"/>
            <a:ext cx="11150736" cy="2035642"/>
          </a:xfrm>
        </p:spPr>
        <p:txBody>
          <a:bodyPr/>
          <a:lstStyle>
            <a:lvl1pPr marL="0" indent="0">
              <a:lnSpc>
                <a:spcPct val="95000"/>
              </a:lnSpc>
              <a:buNone/>
              <a:defRPr sz="3199">
                <a:gradFill>
                  <a:gsLst>
                    <a:gs pos="1250">
                      <a:srgbClr val="000000"/>
                    </a:gs>
                    <a:gs pos="100000">
                      <a:srgbClr val="000000"/>
                    </a:gs>
                  </a:gsLst>
                  <a:lin ang="5400000" scaled="0"/>
                </a:gradFill>
                <a:latin typeface="Consolas" pitchFamily="49" charset="0"/>
                <a:cs typeface="Consolas" pitchFamily="49" charset="0"/>
              </a:defRPr>
            </a:lvl1pPr>
            <a:lvl2pPr marL="33957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7283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79815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29825"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13465205"/>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641" y="234068"/>
            <a:ext cx="11150736" cy="680648"/>
          </a:xfrm>
        </p:spPr>
        <p:txBody>
          <a:bodyPr/>
          <a:lstStyle>
            <a:lvl1pPr>
              <a:defRPr sz="4799"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6" name="Text Placeholder 5"/>
          <p:cNvSpPr>
            <a:spLocks noGrp="1"/>
          </p:cNvSpPr>
          <p:nvPr>
            <p:ph type="body" sz="quarter" idx="10" hasCustomPrompt="1"/>
          </p:nvPr>
        </p:nvSpPr>
        <p:spPr bwMode="white">
          <a:xfrm>
            <a:off x="519058" y="1482318"/>
            <a:ext cx="11147561" cy="2092362"/>
          </a:xfrm>
          <a:prstGeom prst="rect">
            <a:avLst/>
          </a:prstGeom>
        </p:spPr>
        <p:txBody>
          <a:bodyPr/>
          <a:lstStyle>
            <a:lvl1pPr marL="342745" indent="-342745">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8367" indent="-285622">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3989" indent="-285622">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2485" indent="-228497">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70984" indent="-228497">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8" y="6387649"/>
            <a:ext cx="12187239" cy="633887"/>
          </a:xfrm>
          <a:prstGeom prst="rect">
            <a:avLst/>
          </a:prstGeom>
          <a:solidFill>
            <a:srgbClr val="FFFF99"/>
          </a:solidFill>
        </p:spPr>
        <p:txBody>
          <a:bodyPr wrap="square" lIns="152387" tIns="76193" rIns="152387" bIns="76193" anchor="b" anchorCtr="0">
            <a:noAutofit/>
          </a:bodyPr>
          <a:lstStyle>
            <a:lvl1pPr algn="r">
              <a:buFont typeface="Arial" pitchFamily="34" charset="0"/>
              <a:buNone/>
              <a:defRPr sz="3599"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Tree>
    <p:extLst>
      <p:ext uri="{BB962C8B-B14F-4D97-AF65-F5344CB8AC3E}">
        <p14:creationId xmlns:p14="http://schemas.microsoft.com/office/powerpoint/2010/main" val="2777453837"/>
      </p:ext>
    </p:extLst>
  </p:cSld>
  <p:clrMapOvr>
    <a:masterClrMapping/>
  </p:clrMapOvr>
  <p:transition>
    <p:fade/>
  </p:transition>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058" y="234058"/>
            <a:ext cx="11147561" cy="623929"/>
          </a:xfrm>
        </p:spPr>
        <p:txBody>
          <a:bodyPr/>
          <a:lstStyle>
            <a:lvl1pPr>
              <a:defRPr/>
            </a:lvl1pPr>
          </a:lstStyle>
          <a:p>
            <a:r>
              <a:rPr lang="en-US" smtClean="0"/>
              <a:t>Click to edit Master title style</a:t>
            </a:r>
            <a:endParaRPr lang="en-US" dirty="0"/>
          </a:p>
        </p:txBody>
      </p:sp>
      <p:sp>
        <p:nvSpPr>
          <p:cNvPr id="7" name="Text Placeholder 6"/>
          <p:cNvSpPr>
            <a:spLocks noGrp="1"/>
          </p:cNvSpPr>
          <p:nvPr>
            <p:ph type="body" sz="quarter" idx="10"/>
          </p:nvPr>
        </p:nvSpPr>
        <p:spPr>
          <a:xfrm>
            <a:off x="519048" y="1482322"/>
            <a:ext cx="11147560" cy="2048246"/>
          </a:xfrm>
        </p:spPr>
        <p:txBody>
          <a:bodyPr>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69697196"/>
      </p:ext>
    </p:extLst>
  </p:cSld>
  <p:clrMapOvr>
    <a:masterClrMapping/>
  </p:clrMapOvr>
  <p:transition>
    <p:fade/>
  </p:transition>
  <p:timing>
    <p:tnLst>
      <p:par>
        <p:cTn id="1" dur="indefinite" restart="never" nodeType="tmRoot"/>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Content Placeholder 3"/>
          <p:cNvSpPr>
            <a:spLocks noGrp="1"/>
          </p:cNvSpPr>
          <p:nvPr>
            <p:ph sz="quarter" idx="10"/>
          </p:nvPr>
        </p:nvSpPr>
        <p:spPr>
          <a:xfrm>
            <a:off x="611114" y="1483963"/>
            <a:ext cx="10971372" cy="2035642"/>
          </a:xfrm>
        </p:spPr>
        <p:txBody>
          <a:bodyPr>
            <a:spAutoFit/>
          </a:bodyPr>
          <a:lstStyle>
            <a:lvl1pPr>
              <a:defRPr>
                <a:latin typeface="Segoe UI" pitchFamily="34" charset="0"/>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63099988"/>
      </p:ext>
    </p:extLst>
  </p:cSld>
  <p:clrMapOvr>
    <a:masterClrMapping/>
  </p:clrMapOvr>
  <p:transition>
    <p:fade/>
  </p:transition>
  <p:timing>
    <p:tnLst>
      <p:par>
        <p:cTn id="1" dur="indefinite" restart="never" nodeType="tmRoot"/>
      </p:par>
    </p:tn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p:cSld name="5_Title and Content_Oran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pc="-100" baseline="0"/>
            </a:lvl1pPr>
          </a:lstStyle>
          <a:p>
            <a:r>
              <a:rPr lang="en-US" smtClean="0"/>
              <a:t>Click to edit Master title style</a:t>
            </a:r>
            <a:endParaRPr lang="en-US" dirty="0"/>
          </a:p>
        </p:txBody>
      </p:sp>
      <p:sp>
        <p:nvSpPr>
          <p:cNvPr id="4" name="Text Placeholder 3"/>
          <p:cNvSpPr>
            <a:spLocks noGrp="1"/>
          </p:cNvSpPr>
          <p:nvPr>
            <p:ph type="body" sz="quarter" idx="10"/>
          </p:nvPr>
        </p:nvSpPr>
        <p:spPr>
          <a:xfrm>
            <a:off x="611114" y="1483964"/>
            <a:ext cx="10971372" cy="2026188"/>
          </a:xfrm>
        </p:spPr>
        <p:txBody>
          <a:bodyPr>
            <a:spAutoFit/>
          </a:bodyPr>
          <a:lstStyle>
            <a:lvl1pPr marL="0" indent="0">
              <a:spcBef>
                <a:spcPts val="0"/>
              </a:spcBef>
              <a:spcAft>
                <a:spcPts val="600"/>
              </a:spcAft>
              <a:buNone/>
              <a:defRPr sz="2799" spc="-100" baseline="0">
                <a:gradFill>
                  <a:gsLst>
                    <a:gs pos="10000">
                      <a:srgbClr val="FF8A00"/>
                    </a:gs>
                    <a:gs pos="29583">
                      <a:srgbClr val="FF8A00"/>
                    </a:gs>
                  </a:gsLst>
                  <a:lin ang="5400000" scaled="0"/>
                </a:gradFill>
                <a:latin typeface="+mn-lt"/>
              </a:defRPr>
            </a:lvl1pPr>
            <a:lvl2pPr marL="0" indent="0">
              <a:spcBef>
                <a:spcPts val="0"/>
              </a:spcBef>
              <a:spcAft>
                <a:spcPts val="1200"/>
              </a:spcAft>
              <a:buNone/>
              <a:defRPr sz="1999">
                <a:latin typeface="Segoe UI Light" pitchFamily="34" charset="0"/>
                <a:ea typeface="Segoe UI" pitchFamily="34" charset="0"/>
                <a:cs typeface="Segoe UI" pitchFamily="34" charset="0"/>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16139482"/>
      </p:ext>
    </p:extLst>
  </p:cSld>
  <p:clrMapOvr>
    <a:masterClrMapping/>
  </p:clrMapOvr>
  <p:transition>
    <p:fade/>
  </p:transition>
  <p:timing>
    <p:tnLst>
      <p:par>
        <p:cTn id="1" dur="indefinite" restart="never" nodeType="tmRoot"/>
      </p:par>
    </p:tnLst>
  </p:timing>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058" y="234078"/>
            <a:ext cx="11147561" cy="775183"/>
          </a:xfrm>
        </p:spPr>
        <p:txBody>
          <a:bodyPr/>
          <a:lstStyle/>
          <a:p>
            <a:r>
              <a:rPr lang="en-US" smtClean="0"/>
              <a:t>Click to edit Master title style</a:t>
            </a:r>
            <a:endParaRPr lang="en-US" dirty="0"/>
          </a:p>
        </p:txBody>
      </p:sp>
      <p:sp>
        <p:nvSpPr>
          <p:cNvPr id="5" name="Text Placeholder 4"/>
          <p:cNvSpPr>
            <a:spLocks noGrp="1"/>
          </p:cNvSpPr>
          <p:nvPr>
            <p:ph type="body" sz="quarter" idx="10"/>
          </p:nvPr>
        </p:nvSpPr>
        <p:spPr>
          <a:xfrm>
            <a:off x="519058" y="1482325"/>
            <a:ext cx="11147561" cy="968978"/>
          </a:xfrm>
        </p:spPr>
        <p:txBody>
          <a:bodyPr/>
          <a:lstStyle>
            <a:lvl1pPr marL="0" indent="0">
              <a:spcBef>
                <a:spcPts val="0"/>
              </a:spcBef>
              <a:spcAft>
                <a:spcPts val="900"/>
              </a:spcAft>
              <a:buNone/>
              <a:defRPr sz="3999" spc="-100" baseline="0">
                <a:latin typeface="Segoe UI Light" pitchFamily="34" charset="0"/>
              </a:defRPr>
            </a:lvl1pPr>
            <a:lvl2pPr marL="0" indent="0">
              <a:spcBef>
                <a:spcPts val="0"/>
              </a:spcBef>
              <a:spcAft>
                <a:spcPts val="400"/>
              </a:spcAft>
              <a:buNone/>
              <a:defRPr sz="1999" spc="-51" baseline="0"/>
            </a:lvl2pPr>
            <a:lvl3pPr marL="0" indent="0">
              <a:spcBef>
                <a:spcPts val="0"/>
              </a:spcBef>
              <a:spcAft>
                <a:spcPts val="400"/>
              </a:spcAft>
              <a:buNone/>
              <a:defRPr sz="1999"/>
            </a:lvl3pPr>
            <a:lvl4pPr marL="0" indent="0">
              <a:spcBef>
                <a:spcPts val="0"/>
              </a:spcBef>
              <a:spcAft>
                <a:spcPts val="400"/>
              </a:spcAft>
              <a:buNone/>
              <a:defRPr/>
            </a:lvl4pPr>
            <a:lvl5pPr marL="0" indent="0">
              <a:spcBef>
                <a:spcPts val="0"/>
              </a:spcBef>
              <a:spcAft>
                <a:spcPts val="400"/>
              </a:spcAft>
              <a:buNone/>
              <a:defRPr/>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755446542"/>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1_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058" y="2886839"/>
            <a:ext cx="11147561" cy="1247854"/>
          </a:xfrm>
        </p:spPr>
        <p:txBody>
          <a:bodyPr anchor="b" anchorCtr="0"/>
          <a:lstStyle>
            <a:lvl1pPr>
              <a:defRPr sz="8796" spc="-300" baseline="0">
                <a:gradFill>
                  <a:gsLst>
                    <a:gs pos="100000">
                      <a:schemeClr val="bg1"/>
                    </a:gs>
                    <a:gs pos="0">
                      <a:schemeClr val="bg1"/>
                    </a:gs>
                  </a:gsLst>
                  <a:lin ang="5400000" scaled="0"/>
                </a:gradFill>
              </a:defRPr>
            </a:lvl1pPr>
          </a:lstStyle>
          <a:p>
            <a:r>
              <a:rPr lang="en-US" dirty="0" smtClean="0"/>
              <a:t>Click to edit title style</a:t>
            </a:r>
            <a:endParaRPr lang="en-US" dirty="0"/>
          </a:p>
        </p:txBody>
      </p:sp>
    </p:spTree>
    <p:extLst>
      <p:ext uri="{BB962C8B-B14F-4D97-AF65-F5344CB8AC3E}">
        <p14:creationId xmlns:p14="http://schemas.microsoft.com/office/powerpoint/2010/main" val="3749365002"/>
      </p:ext>
    </p:extLst>
  </p:cSld>
  <p:clrMapOvr>
    <a:masterClrMapping/>
  </p:clrMapOvr>
  <p:transition>
    <p:fade/>
  </p:transition>
  <p:timing>
    <p:tnLst>
      <p:par>
        <p:cTn id="1" dur="indefinite" restart="never" nodeType="tmRoot"/>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reeform 2"/>
          <p:cNvSpPr/>
          <p:nvPr userDrawn="1"/>
        </p:nvSpPr>
        <p:spPr bwMode="auto">
          <a:xfrm rot="5751357" flipH="1">
            <a:off x="5264295" y="668983"/>
            <a:ext cx="1658671" cy="8499790"/>
          </a:xfrm>
          <a:custGeom>
            <a:avLst/>
            <a:gdLst>
              <a:gd name="connsiteX0" fmla="*/ 2048722 w 4418809"/>
              <a:gd name="connsiteY0" fmla="*/ 10463832 h 17130814"/>
              <a:gd name="connsiteX1" fmla="*/ 2041247 w 4418809"/>
              <a:gd name="connsiteY1" fmla="*/ 10531766 h 17130814"/>
              <a:gd name="connsiteX2" fmla="*/ 1355426 w 4418809"/>
              <a:gd name="connsiteY2" fmla="*/ 10961683 h 17130814"/>
              <a:gd name="connsiteX3" fmla="*/ 895534 w 4418809"/>
              <a:gd name="connsiteY3" fmla="*/ 10346384 h 17130814"/>
              <a:gd name="connsiteX4" fmla="*/ 900855 w 4418809"/>
              <a:gd name="connsiteY4" fmla="*/ 10312998 h 17130814"/>
              <a:gd name="connsiteX5" fmla="*/ 907053 w 4418809"/>
              <a:gd name="connsiteY5" fmla="*/ 10318727 h 17130814"/>
              <a:gd name="connsiteX6" fmla="*/ 1184506 w 4418809"/>
              <a:gd name="connsiteY6" fmla="*/ 10391882 h 17130814"/>
              <a:gd name="connsiteX7" fmla="*/ 1325145 w 4418809"/>
              <a:gd name="connsiteY7" fmla="*/ 10343061 h 17130814"/>
              <a:gd name="connsiteX8" fmla="*/ 1367338 w 4418809"/>
              <a:gd name="connsiteY8" fmla="*/ 10312156 h 17130814"/>
              <a:gd name="connsiteX9" fmla="*/ 1354487 w 4418809"/>
              <a:gd name="connsiteY9" fmla="*/ 10346141 h 17130814"/>
              <a:gd name="connsiteX10" fmla="*/ 1344601 w 4418809"/>
              <a:gd name="connsiteY10" fmla="*/ 10383226 h 17130814"/>
              <a:gd name="connsiteX11" fmla="*/ 1344913 w 4418809"/>
              <a:gd name="connsiteY11" fmla="*/ 10383293 h 17130814"/>
              <a:gd name="connsiteX12" fmla="*/ 1343941 w 4418809"/>
              <a:gd name="connsiteY12" fmla="*/ 10386320 h 17130814"/>
              <a:gd name="connsiteX13" fmla="*/ 1502603 w 4418809"/>
              <a:gd name="connsiteY13" fmla="*/ 10630978 h 17130814"/>
              <a:gd name="connsiteX14" fmla="*/ 1747262 w 4418809"/>
              <a:gd name="connsiteY14" fmla="*/ 10472316 h 17130814"/>
              <a:gd name="connsiteX15" fmla="*/ 1747610 w 4418809"/>
              <a:gd name="connsiteY15" fmla="*/ 10469156 h 17130814"/>
              <a:gd name="connsiteX16" fmla="*/ 1710945 w 4418809"/>
              <a:gd name="connsiteY16" fmla="*/ 10461339 h 17130814"/>
              <a:gd name="connsiteX17" fmla="*/ 1710597 w 4418809"/>
              <a:gd name="connsiteY17" fmla="*/ 10464498 h 17130814"/>
              <a:gd name="connsiteX18" fmla="*/ 1510422 w 4418809"/>
              <a:gd name="connsiteY18" fmla="*/ 10594313 h 17130814"/>
              <a:gd name="connsiteX19" fmla="*/ 1380607 w 4418809"/>
              <a:gd name="connsiteY19" fmla="*/ 10394137 h 17130814"/>
              <a:gd name="connsiteX20" fmla="*/ 1381579 w 4418809"/>
              <a:gd name="connsiteY20" fmla="*/ 10391111 h 17130814"/>
              <a:gd name="connsiteX21" fmla="*/ 1381266 w 4418809"/>
              <a:gd name="connsiteY21" fmla="*/ 10391044 h 17130814"/>
              <a:gd name="connsiteX22" fmla="*/ 1434585 w 4418809"/>
              <a:gd name="connsiteY22" fmla="*/ 10268126 h 17130814"/>
              <a:gd name="connsiteX23" fmla="*/ 1471030 w 4418809"/>
              <a:gd name="connsiteY23" fmla="*/ 10225500 h 17130814"/>
              <a:gd name="connsiteX24" fmla="*/ 1514671 w 4418809"/>
              <a:gd name="connsiteY24" fmla="*/ 10194889 h 17130814"/>
              <a:gd name="connsiteX25" fmla="*/ 1724119 w 4418809"/>
              <a:gd name="connsiteY25" fmla="*/ 10128757 h 17130814"/>
              <a:gd name="connsiteX26" fmla="*/ 1754630 w 4418809"/>
              <a:gd name="connsiteY26" fmla="*/ 10128445 h 17130814"/>
              <a:gd name="connsiteX27" fmla="*/ 1781617 w 4418809"/>
              <a:gd name="connsiteY27" fmla="*/ 10131414 h 17130814"/>
              <a:gd name="connsiteX28" fmla="*/ 2048722 w 4418809"/>
              <a:gd name="connsiteY28" fmla="*/ 10463832 h 17130814"/>
              <a:gd name="connsiteX29" fmla="*/ 2331583 w 4418809"/>
              <a:gd name="connsiteY29" fmla="*/ 8652258 h 17130814"/>
              <a:gd name="connsiteX30" fmla="*/ 2319716 w 4418809"/>
              <a:gd name="connsiteY30" fmla="*/ 8653340 h 17130814"/>
              <a:gd name="connsiteX31" fmla="*/ 1831363 w 4418809"/>
              <a:gd name="connsiteY31" fmla="*/ 9131995 h 17130814"/>
              <a:gd name="connsiteX32" fmla="*/ 1983264 w 4418809"/>
              <a:gd name="connsiteY32" fmla="*/ 9517585 h 17130814"/>
              <a:gd name="connsiteX33" fmla="*/ 2008328 w 4418809"/>
              <a:gd name="connsiteY33" fmla="*/ 9531640 h 17130814"/>
              <a:gd name="connsiteX34" fmla="*/ 1967321 w 4418809"/>
              <a:gd name="connsiteY34" fmla="*/ 9524146 h 17130814"/>
              <a:gd name="connsiteX35" fmla="*/ 1681602 w 4418809"/>
              <a:gd name="connsiteY35" fmla="*/ 9341989 h 17130814"/>
              <a:gd name="connsiteX36" fmla="*/ 1684373 w 4418809"/>
              <a:gd name="connsiteY36" fmla="*/ 8573817 h 17130814"/>
              <a:gd name="connsiteX37" fmla="*/ 1692273 w 4418809"/>
              <a:gd name="connsiteY37" fmla="*/ 8566200 h 17130814"/>
              <a:gd name="connsiteX38" fmla="*/ 1722684 w 4418809"/>
              <a:gd name="connsiteY38" fmla="*/ 8547337 h 17130814"/>
              <a:gd name="connsiteX39" fmla="*/ 1724998 w 4418809"/>
              <a:gd name="connsiteY39" fmla="*/ 8545155 h 17130814"/>
              <a:gd name="connsiteX40" fmla="*/ 1720354 w 4418809"/>
              <a:gd name="connsiteY40" fmla="*/ 8539117 h 17130814"/>
              <a:gd name="connsiteX41" fmla="*/ 1725900 w 4418809"/>
              <a:gd name="connsiteY41" fmla="*/ 8533770 h 17130814"/>
              <a:gd name="connsiteX42" fmla="*/ 1701313 w 4418809"/>
              <a:gd name="connsiteY42" fmla="*/ 8505468 h 17130814"/>
              <a:gd name="connsiteX43" fmla="*/ 1677027 w 4418809"/>
              <a:gd name="connsiteY43" fmla="*/ 8528816 h 17130814"/>
              <a:gd name="connsiteX44" fmla="*/ 1639694 w 4418809"/>
              <a:gd name="connsiteY44" fmla="*/ 8547146 h 17130814"/>
              <a:gd name="connsiteX45" fmla="*/ 1463250 w 4418809"/>
              <a:gd name="connsiteY45" fmla="*/ 8486753 h 17130814"/>
              <a:gd name="connsiteX46" fmla="*/ 1494117 w 4418809"/>
              <a:gd name="connsiteY46" fmla="*/ 8250176 h 17130814"/>
              <a:gd name="connsiteX47" fmla="*/ 1496818 w 4418809"/>
              <a:gd name="connsiteY47" fmla="*/ 8248499 h 17130814"/>
              <a:gd name="connsiteX48" fmla="*/ 1493777 w 4418809"/>
              <a:gd name="connsiteY48" fmla="*/ 8244547 h 17130814"/>
              <a:gd name="connsiteX49" fmla="*/ 1495862 w 4418809"/>
              <a:gd name="connsiteY49" fmla="*/ 8245371 h 17130814"/>
              <a:gd name="connsiteX50" fmla="*/ 1506078 w 4418809"/>
              <a:gd name="connsiteY50" fmla="*/ 8209299 h 17130814"/>
              <a:gd name="connsiteX51" fmla="*/ 1261456 w 4418809"/>
              <a:gd name="connsiteY51" fmla="*/ 7860006 h 17130814"/>
              <a:gd name="connsiteX52" fmla="*/ 1273391 w 4418809"/>
              <a:gd name="connsiteY52" fmla="*/ 7792712 h 17130814"/>
              <a:gd name="connsiteX53" fmla="*/ 1622685 w 4418809"/>
              <a:gd name="connsiteY53" fmla="*/ 7548090 h 17130814"/>
              <a:gd name="connsiteX54" fmla="*/ 1675677 w 4418809"/>
              <a:gd name="connsiteY54" fmla="*/ 7557489 h 17130814"/>
              <a:gd name="connsiteX55" fmla="*/ 1718585 w 4418809"/>
              <a:gd name="connsiteY55" fmla="*/ 7596485 h 17130814"/>
              <a:gd name="connsiteX56" fmla="*/ 1922264 w 4418809"/>
              <a:gd name="connsiteY56" fmla="*/ 7677416 h 17130814"/>
              <a:gd name="connsiteX57" fmla="*/ 1983841 w 4418809"/>
              <a:gd name="connsiteY57" fmla="*/ 7676481 h 17130814"/>
              <a:gd name="connsiteX58" fmla="*/ 1957083 w 4418809"/>
              <a:gd name="connsiteY58" fmla="*/ 7688231 h 17130814"/>
              <a:gd name="connsiteX59" fmla="*/ 1766434 w 4418809"/>
              <a:gd name="connsiteY59" fmla="*/ 7984227 h 17130814"/>
              <a:gd name="connsiteX60" fmla="*/ 2331248 w 4418809"/>
              <a:gd name="connsiteY60" fmla="*/ 8652261 h 17130814"/>
              <a:gd name="connsiteX61" fmla="*/ 1921186 w 4418809"/>
              <a:gd name="connsiteY61" fmla="*/ 13764386 h 17130814"/>
              <a:gd name="connsiteX62" fmla="*/ 1910297 w 4418809"/>
              <a:gd name="connsiteY62" fmla="*/ 13831857 h 17130814"/>
              <a:gd name="connsiteX63" fmla="*/ 1203679 w 4418809"/>
              <a:gd name="connsiteY63" fmla="*/ 14226662 h 17130814"/>
              <a:gd name="connsiteX64" fmla="*/ 775383 w 4418809"/>
              <a:gd name="connsiteY64" fmla="*/ 13588965 h 17130814"/>
              <a:gd name="connsiteX65" fmla="*/ 782380 w 4418809"/>
              <a:gd name="connsiteY65" fmla="*/ 13555890 h 17130814"/>
              <a:gd name="connsiteX66" fmla="*/ 788283 w 4418809"/>
              <a:gd name="connsiteY66" fmla="*/ 13561925 h 17130814"/>
              <a:gd name="connsiteX67" fmla="*/ 1061695 w 4418809"/>
              <a:gd name="connsiteY67" fmla="*/ 13648970 h 17130814"/>
              <a:gd name="connsiteX68" fmla="*/ 1204615 w 4418809"/>
              <a:gd name="connsiteY68" fmla="*/ 13607300 h 17130814"/>
              <a:gd name="connsiteX69" fmla="*/ 1248313 w 4418809"/>
              <a:gd name="connsiteY69" fmla="*/ 13578560 h 17130814"/>
              <a:gd name="connsiteX70" fmla="*/ 1233765 w 4418809"/>
              <a:gd name="connsiteY70" fmla="*/ 13611855 h 17130814"/>
              <a:gd name="connsiteX71" fmla="*/ 1222022 w 4418809"/>
              <a:gd name="connsiteY71" fmla="*/ 13648394 h 17130814"/>
              <a:gd name="connsiteX72" fmla="*/ 1222331 w 4418809"/>
              <a:gd name="connsiteY72" fmla="*/ 13648477 h 17130814"/>
              <a:gd name="connsiteX73" fmla="*/ 1221208 w 4418809"/>
              <a:gd name="connsiteY73" fmla="*/ 13651450 h 17130814"/>
              <a:gd name="connsiteX74" fmla="*/ 1367337 w 4418809"/>
              <a:gd name="connsiteY74" fmla="*/ 13903795 h 17130814"/>
              <a:gd name="connsiteX75" fmla="*/ 1619682 w 4418809"/>
              <a:gd name="connsiteY75" fmla="*/ 13757665 h 17130814"/>
              <a:gd name="connsiteX76" fmla="*/ 1620189 w 4418809"/>
              <a:gd name="connsiteY76" fmla="*/ 13754527 h 17130814"/>
              <a:gd name="connsiteX77" fmla="*/ 1583964 w 4418809"/>
              <a:gd name="connsiteY77" fmla="*/ 13744872 h 17130814"/>
              <a:gd name="connsiteX78" fmla="*/ 1583457 w 4418809"/>
              <a:gd name="connsiteY78" fmla="*/ 13748009 h 17130814"/>
              <a:gd name="connsiteX79" fmla="*/ 1376994 w 4418809"/>
              <a:gd name="connsiteY79" fmla="*/ 13867570 h 17130814"/>
              <a:gd name="connsiteX80" fmla="*/ 1257433 w 4418809"/>
              <a:gd name="connsiteY80" fmla="*/ 13661106 h 17130814"/>
              <a:gd name="connsiteX81" fmla="*/ 1258556 w 4418809"/>
              <a:gd name="connsiteY81" fmla="*/ 13658132 h 17130814"/>
              <a:gd name="connsiteX82" fmla="*/ 1258247 w 4418809"/>
              <a:gd name="connsiteY82" fmla="*/ 13658050 h 17130814"/>
              <a:gd name="connsiteX83" fmla="*/ 1317694 w 4418809"/>
              <a:gd name="connsiteY83" fmla="*/ 13537976 h 17130814"/>
              <a:gd name="connsiteX84" fmla="*/ 1356241 w 4418809"/>
              <a:gd name="connsiteY84" fmla="*/ 13497241 h 17130814"/>
              <a:gd name="connsiteX85" fmla="*/ 1401369 w 4418809"/>
              <a:gd name="connsiteY85" fmla="*/ 13468868 h 17130814"/>
              <a:gd name="connsiteX86" fmla="*/ 1613884 w 4418809"/>
              <a:gd name="connsiteY86" fmla="*/ 13413377 h 17130814"/>
              <a:gd name="connsiteX87" fmla="*/ 1644371 w 4418809"/>
              <a:gd name="connsiteY87" fmla="*/ 13414603 h 17130814"/>
              <a:gd name="connsiteX88" fmla="*/ 1671175 w 4418809"/>
              <a:gd name="connsiteY88" fmla="*/ 13418928 h 17130814"/>
              <a:gd name="connsiteX89" fmla="*/ 1921186 w 4418809"/>
              <a:gd name="connsiteY89" fmla="*/ 13764386 h 17130814"/>
              <a:gd name="connsiteX90" fmla="*/ 2105482 w 4418809"/>
              <a:gd name="connsiteY90" fmla="*/ 11684224 h 17130814"/>
              <a:gd name="connsiteX91" fmla="*/ 1741099 w 4418809"/>
              <a:gd name="connsiteY91" fmla="*/ 11992304 h 17130814"/>
              <a:gd name="connsiteX92" fmla="*/ 1433019 w 4418809"/>
              <a:gd name="connsiteY92" fmla="*/ 11627922 h 17130814"/>
              <a:gd name="connsiteX93" fmla="*/ 1433337 w 4418809"/>
              <a:gd name="connsiteY93" fmla="*/ 11627948 h 17130814"/>
              <a:gd name="connsiteX94" fmla="*/ 1433283 w 4418809"/>
              <a:gd name="connsiteY94" fmla="*/ 11624770 h 17130814"/>
              <a:gd name="connsiteX95" fmla="*/ 1615474 w 4418809"/>
              <a:gd name="connsiteY95" fmla="*/ 11470730 h 17130814"/>
              <a:gd name="connsiteX96" fmla="*/ 1769514 w 4418809"/>
              <a:gd name="connsiteY96" fmla="*/ 11652921 h 17130814"/>
              <a:gd name="connsiteX97" fmla="*/ 1768932 w 4418809"/>
              <a:gd name="connsiteY97" fmla="*/ 11656046 h 17130814"/>
              <a:gd name="connsiteX98" fmla="*/ 1806292 w 4418809"/>
              <a:gd name="connsiteY98" fmla="*/ 11659174 h 17130814"/>
              <a:gd name="connsiteX99" fmla="*/ 1806873 w 4418809"/>
              <a:gd name="connsiteY99" fmla="*/ 11656049 h 17130814"/>
              <a:gd name="connsiteX100" fmla="*/ 1618602 w 4418809"/>
              <a:gd name="connsiteY100" fmla="*/ 11433370 h 17130814"/>
              <a:gd name="connsiteX101" fmla="*/ 1395923 w 4418809"/>
              <a:gd name="connsiteY101" fmla="*/ 11621642 h 17130814"/>
              <a:gd name="connsiteX102" fmla="*/ 1395977 w 4418809"/>
              <a:gd name="connsiteY102" fmla="*/ 11624820 h 17130814"/>
              <a:gd name="connsiteX103" fmla="*/ 1395659 w 4418809"/>
              <a:gd name="connsiteY103" fmla="*/ 11624794 h 17130814"/>
              <a:gd name="connsiteX104" fmla="*/ 1737971 w 4418809"/>
              <a:gd name="connsiteY104" fmla="*/ 12029664 h 17130814"/>
              <a:gd name="connsiteX105" fmla="*/ 1800508 w 4418809"/>
              <a:gd name="connsiteY105" fmla="*/ 12028604 h 17130814"/>
              <a:gd name="connsiteX106" fmla="*/ 1777910 w 4418809"/>
              <a:gd name="connsiteY106" fmla="*/ 12038127 h 17130814"/>
              <a:gd name="connsiteX107" fmla="*/ 1663752 w 4418809"/>
              <a:gd name="connsiteY107" fmla="*/ 12133680 h 17130814"/>
              <a:gd name="connsiteX108" fmla="*/ 1598645 w 4418809"/>
              <a:gd name="connsiteY108" fmla="*/ 12479689 h 17130814"/>
              <a:gd name="connsiteX109" fmla="*/ 1622501 w 4418809"/>
              <a:gd name="connsiteY109" fmla="*/ 12536298 h 17130814"/>
              <a:gd name="connsiteX110" fmla="*/ 1532691 w 4418809"/>
              <a:gd name="connsiteY110" fmla="*/ 12588046 h 17130814"/>
              <a:gd name="connsiteX111" fmla="*/ 834471 w 4418809"/>
              <a:gd name="connsiteY111" fmla="*/ 12390552 h 17130814"/>
              <a:gd name="connsiteX112" fmla="*/ 950377 w 4418809"/>
              <a:gd name="connsiteY112" fmla="*/ 11589461 h 17130814"/>
              <a:gd name="connsiteX113" fmla="*/ 947579 w 4418809"/>
              <a:gd name="connsiteY113" fmla="*/ 11585592 h 17130814"/>
              <a:gd name="connsiteX114" fmla="*/ 955147 w 4418809"/>
              <a:gd name="connsiteY114" fmla="*/ 11530097 h 17130814"/>
              <a:gd name="connsiteX115" fmla="*/ 1573431 w 4418809"/>
              <a:gd name="connsiteY115" fmla="*/ 11074224 h 17130814"/>
              <a:gd name="connsiteX116" fmla="*/ 2105482 w 4418809"/>
              <a:gd name="connsiteY116" fmla="*/ 11684224 h 17130814"/>
              <a:gd name="connsiteX117" fmla="*/ 1916364 w 4418809"/>
              <a:gd name="connsiteY117" fmla="*/ 14986088 h 17130814"/>
              <a:gd name="connsiteX118" fmla="*/ 1536917 w 4418809"/>
              <a:gd name="connsiteY118" fmla="*/ 15275412 h 17130814"/>
              <a:gd name="connsiteX119" fmla="*/ 1247594 w 4418809"/>
              <a:gd name="connsiteY119" fmla="*/ 14895964 h 17130814"/>
              <a:gd name="connsiteX120" fmla="*/ 1247910 w 4418809"/>
              <a:gd name="connsiteY120" fmla="*/ 14896007 h 17130814"/>
              <a:gd name="connsiteX121" fmla="*/ 1248016 w 4418809"/>
              <a:gd name="connsiteY121" fmla="*/ 14892830 h 17130814"/>
              <a:gd name="connsiteX122" fmla="*/ 1437740 w 4418809"/>
              <a:gd name="connsiteY122" fmla="*/ 14748168 h 17130814"/>
              <a:gd name="connsiteX123" fmla="*/ 1582402 w 4418809"/>
              <a:gd name="connsiteY123" fmla="*/ 14937892 h 17130814"/>
              <a:gd name="connsiteX124" fmla="*/ 1581663 w 4418809"/>
              <a:gd name="connsiteY124" fmla="*/ 14940984 h 17130814"/>
              <a:gd name="connsiteX125" fmla="*/ 1618817 w 4418809"/>
              <a:gd name="connsiteY125" fmla="*/ 14945990 h 17130814"/>
              <a:gd name="connsiteX126" fmla="*/ 1619556 w 4418809"/>
              <a:gd name="connsiteY126" fmla="*/ 14942899 h 17130814"/>
              <a:gd name="connsiteX127" fmla="*/ 1442747 w 4418809"/>
              <a:gd name="connsiteY127" fmla="*/ 14711014 h 17130814"/>
              <a:gd name="connsiteX128" fmla="*/ 1210862 w 4418809"/>
              <a:gd name="connsiteY128" fmla="*/ 14887823 h 17130814"/>
              <a:gd name="connsiteX129" fmla="*/ 1210756 w 4418809"/>
              <a:gd name="connsiteY129" fmla="*/ 14891000 h 17130814"/>
              <a:gd name="connsiteX130" fmla="*/ 1210440 w 4418809"/>
              <a:gd name="connsiteY130" fmla="*/ 14890957 h 17130814"/>
              <a:gd name="connsiteX131" fmla="*/ 1531910 w 4418809"/>
              <a:gd name="connsiteY131" fmla="*/ 15312566 h 17130814"/>
              <a:gd name="connsiteX132" fmla="*/ 1594421 w 4418809"/>
              <a:gd name="connsiteY132" fmla="*/ 15314660 h 17130814"/>
              <a:gd name="connsiteX133" fmla="*/ 1571372 w 4418809"/>
              <a:gd name="connsiteY133" fmla="*/ 15323031 h 17130814"/>
              <a:gd name="connsiteX134" fmla="*/ 1452543 w 4418809"/>
              <a:gd name="connsiteY134" fmla="*/ 15412709 h 17130814"/>
              <a:gd name="connsiteX135" fmla="*/ 1370079 w 4418809"/>
              <a:gd name="connsiteY135" fmla="*/ 15754997 h 17130814"/>
              <a:gd name="connsiteX136" fmla="*/ 1391052 w 4418809"/>
              <a:gd name="connsiteY136" fmla="*/ 15812736 h 17130814"/>
              <a:gd name="connsiteX137" fmla="*/ 1298748 w 4418809"/>
              <a:gd name="connsiteY137" fmla="*/ 15859892 h 17130814"/>
              <a:gd name="connsiteX138" fmla="*/ 611370 w 4418809"/>
              <a:gd name="connsiteY138" fmla="*/ 15627457 h 17130814"/>
              <a:gd name="connsiteX139" fmla="*/ 767504 w 4418809"/>
              <a:gd name="connsiteY139" fmla="*/ 14833227 h 17130814"/>
              <a:gd name="connsiteX140" fmla="*/ 764904 w 4418809"/>
              <a:gd name="connsiteY140" fmla="*/ 14829221 h 17130814"/>
              <a:gd name="connsiteX141" fmla="*/ 775260 w 4418809"/>
              <a:gd name="connsiteY141" fmla="*/ 14774179 h 17130814"/>
              <a:gd name="connsiteX142" fmla="*/ 1415734 w 4418809"/>
              <a:gd name="connsiteY142" fmla="*/ 14350047 h 17130814"/>
              <a:gd name="connsiteX143" fmla="*/ 1916364 w 4418809"/>
              <a:gd name="connsiteY143" fmla="*/ 14986088 h 17130814"/>
              <a:gd name="connsiteX144" fmla="*/ 2991941 w 4418809"/>
              <a:gd name="connsiteY144" fmla="*/ 4480530 h 17130814"/>
              <a:gd name="connsiteX145" fmla="*/ 2976597 w 4418809"/>
              <a:gd name="connsiteY145" fmla="*/ 4527837 h 17130814"/>
              <a:gd name="connsiteX146" fmla="*/ 2326003 w 4418809"/>
              <a:gd name="connsiteY146" fmla="*/ 4849152 h 17130814"/>
              <a:gd name="connsiteX147" fmla="*/ 1866112 w 4418809"/>
              <a:gd name="connsiteY147" fmla="*/ 4233852 h 17130814"/>
              <a:gd name="connsiteX148" fmla="*/ 1871433 w 4418809"/>
              <a:gd name="connsiteY148" fmla="*/ 4200468 h 17130814"/>
              <a:gd name="connsiteX149" fmla="*/ 1877631 w 4418809"/>
              <a:gd name="connsiteY149" fmla="*/ 4206197 h 17130814"/>
              <a:gd name="connsiteX150" fmla="*/ 2155084 w 4418809"/>
              <a:gd name="connsiteY150" fmla="*/ 4279350 h 17130814"/>
              <a:gd name="connsiteX151" fmla="*/ 2295723 w 4418809"/>
              <a:gd name="connsiteY151" fmla="*/ 4230530 h 17130814"/>
              <a:gd name="connsiteX152" fmla="*/ 2337916 w 4418809"/>
              <a:gd name="connsiteY152" fmla="*/ 4199625 h 17130814"/>
              <a:gd name="connsiteX153" fmla="*/ 2325065 w 4418809"/>
              <a:gd name="connsiteY153" fmla="*/ 4233610 h 17130814"/>
              <a:gd name="connsiteX154" fmla="*/ 2315178 w 4418809"/>
              <a:gd name="connsiteY154" fmla="*/ 4270695 h 17130814"/>
              <a:gd name="connsiteX155" fmla="*/ 2315490 w 4418809"/>
              <a:gd name="connsiteY155" fmla="*/ 4270762 h 17130814"/>
              <a:gd name="connsiteX156" fmla="*/ 2314519 w 4418809"/>
              <a:gd name="connsiteY156" fmla="*/ 4273788 h 17130814"/>
              <a:gd name="connsiteX157" fmla="*/ 2473181 w 4418809"/>
              <a:gd name="connsiteY157" fmla="*/ 4518447 h 17130814"/>
              <a:gd name="connsiteX158" fmla="*/ 2685256 w 4418809"/>
              <a:gd name="connsiteY158" fmla="*/ 4434901 h 17130814"/>
              <a:gd name="connsiteX159" fmla="*/ 2685509 w 4418809"/>
              <a:gd name="connsiteY159" fmla="*/ 4434449 h 17130814"/>
              <a:gd name="connsiteX160" fmla="*/ 2795862 w 4418809"/>
              <a:gd name="connsiteY160" fmla="*/ 4488832 h 17130814"/>
              <a:gd name="connsiteX161" fmla="*/ 2939290 w 4418809"/>
              <a:gd name="connsiteY161" fmla="*/ 4498007 h 17130814"/>
              <a:gd name="connsiteX162" fmla="*/ 3019300 w 4418809"/>
              <a:gd name="connsiteY162" fmla="*/ 4351300 h 17130814"/>
              <a:gd name="connsiteX163" fmla="*/ 3011824 w 4418809"/>
              <a:gd name="connsiteY163" fmla="*/ 4419234 h 17130814"/>
              <a:gd name="connsiteX164" fmla="*/ 3006036 w 4418809"/>
              <a:gd name="connsiteY164" fmla="*/ 4437078 h 17130814"/>
              <a:gd name="connsiteX165" fmla="*/ 2934493 w 4418809"/>
              <a:gd name="connsiteY165" fmla="*/ 4460825 h 17130814"/>
              <a:gd name="connsiteX166" fmla="*/ 2805408 w 4418809"/>
              <a:gd name="connsiteY166" fmla="*/ 4452568 h 17130814"/>
              <a:gd name="connsiteX167" fmla="*/ 2703508 w 4418809"/>
              <a:gd name="connsiteY167" fmla="*/ 4402351 h 17130814"/>
              <a:gd name="connsiteX168" fmla="*/ 2705077 w 4418809"/>
              <a:gd name="connsiteY168" fmla="*/ 4399553 h 17130814"/>
              <a:gd name="connsiteX169" fmla="*/ 2717840 w 4418809"/>
              <a:gd name="connsiteY169" fmla="*/ 4359785 h 17130814"/>
              <a:gd name="connsiteX170" fmla="*/ 2718188 w 4418809"/>
              <a:gd name="connsiteY170" fmla="*/ 4356625 h 17130814"/>
              <a:gd name="connsiteX171" fmla="*/ 2681522 w 4418809"/>
              <a:gd name="connsiteY171" fmla="*/ 4348807 h 17130814"/>
              <a:gd name="connsiteX172" fmla="*/ 2681174 w 4418809"/>
              <a:gd name="connsiteY172" fmla="*/ 4351967 h 17130814"/>
              <a:gd name="connsiteX173" fmla="*/ 2480999 w 4418809"/>
              <a:gd name="connsiteY173" fmla="*/ 4481782 h 17130814"/>
              <a:gd name="connsiteX174" fmla="*/ 2351184 w 4418809"/>
              <a:gd name="connsiteY174" fmla="*/ 4281606 h 17130814"/>
              <a:gd name="connsiteX175" fmla="*/ 2352156 w 4418809"/>
              <a:gd name="connsiteY175" fmla="*/ 4278580 h 17130814"/>
              <a:gd name="connsiteX176" fmla="*/ 2351844 w 4418809"/>
              <a:gd name="connsiteY176" fmla="*/ 4278513 h 17130814"/>
              <a:gd name="connsiteX177" fmla="*/ 2405163 w 4418809"/>
              <a:gd name="connsiteY177" fmla="*/ 4155595 h 17130814"/>
              <a:gd name="connsiteX178" fmla="*/ 2441607 w 4418809"/>
              <a:gd name="connsiteY178" fmla="*/ 4112969 h 17130814"/>
              <a:gd name="connsiteX179" fmla="*/ 2485249 w 4418809"/>
              <a:gd name="connsiteY179" fmla="*/ 4082357 h 17130814"/>
              <a:gd name="connsiteX180" fmla="*/ 2694697 w 4418809"/>
              <a:gd name="connsiteY180" fmla="*/ 4016226 h 17130814"/>
              <a:gd name="connsiteX181" fmla="*/ 2725207 w 4418809"/>
              <a:gd name="connsiteY181" fmla="*/ 4015913 h 17130814"/>
              <a:gd name="connsiteX182" fmla="*/ 2752194 w 4418809"/>
              <a:gd name="connsiteY182" fmla="*/ 4018882 h 17130814"/>
              <a:gd name="connsiteX183" fmla="*/ 3019300 w 4418809"/>
              <a:gd name="connsiteY183" fmla="*/ 4351300 h 17130814"/>
              <a:gd name="connsiteX184" fmla="*/ 2366703 w 4418809"/>
              <a:gd name="connsiteY184" fmla="*/ 12637622 h 17130814"/>
              <a:gd name="connsiteX185" fmla="*/ 2244329 w 4418809"/>
              <a:gd name="connsiteY185" fmla="*/ 12910127 h 17130814"/>
              <a:gd name="connsiteX186" fmla="*/ 1441326 w 4418809"/>
              <a:gd name="connsiteY186" fmla="*/ 13011933 h 17130814"/>
              <a:gd name="connsiteX187" fmla="*/ 1417908 w 4418809"/>
              <a:gd name="connsiteY187" fmla="*/ 13041210 h 17130814"/>
              <a:gd name="connsiteX188" fmla="*/ 1694797 w 4418809"/>
              <a:gd name="connsiteY188" fmla="*/ 13167085 h 17130814"/>
              <a:gd name="connsiteX189" fmla="*/ 1696362 w 4418809"/>
              <a:gd name="connsiteY189" fmla="*/ 13167287 h 17130814"/>
              <a:gd name="connsiteX190" fmla="*/ 1695845 w 4418809"/>
              <a:gd name="connsiteY190" fmla="*/ 13167959 h 17130814"/>
              <a:gd name="connsiteX191" fmla="*/ 1824384 w 4418809"/>
              <a:gd name="connsiteY191" fmla="*/ 13391937 h 17130814"/>
              <a:gd name="connsiteX192" fmla="*/ 1824458 w 4418809"/>
              <a:gd name="connsiteY192" fmla="*/ 13394182 h 17130814"/>
              <a:gd name="connsiteX193" fmla="*/ 1791140 w 4418809"/>
              <a:gd name="connsiteY193" fmla="*/ 13384308 h 17130814"/>
              <a:gd name="connsiteX194" fmla="*/ 1670231 w 4418809"/>
              <a:gd name="connsiteY194" fmla="*/ 13374184 h 17130814"/>
              <a:gd name="connsiteX195" fmla="*/ 1670379 w 4418809"/>
              <a:gd name="connsiteY195" fmla="*/ 13372421 h 17130814"/>
              <a:gd name="connsiteX196" fmla="*/ 1618951 w 4418809"/>
              <a:gd name="connsiteY196" fmla="*/ 13369906 h 17130814"/>
              <a:gd name="connsiteX197" fmla="*/ 1610450 w 4418809"/>
              <a:gd name="connsiteY197" fmla="*/ 13371344 h 17130814"/>
              <a:gd name="connsiteX198" fmla="*/ 1605864 w 4418809"/>
              <a:gd name="connsiteY198" fmla="*/ 13370604 h 17130814"/>
              <a:gd name="connsiteX199" fmla="*/ 1396401 w 4418809"/>
              <a:gd name="connsiteY199" fmla="*/ 13420526 h 17130814"/>
              <a:gd name="connsiteX200" fmla="*/ 1363708 w 4418809"/>
              <a:gd name="connsiteY200" fmla="*/ 13443888 h 17130814"/>
              <a:gd name="connsiteX201" fmla="*/ 1386579 w 4418809"/>
              <a:gd name="connsiteY201" fmla="*/ 13391668 h 17130814"/>
              <a:gd name="connsiteX202" fmla="*/ 1403621 w 4418809"/>
              <a:gd name="connsiteY202" fmla="*/ 13243774 h 17130814"/>
              <a:gd name="connsiteX203" fmla="*/ 1403304 w 4418809"/>
              <a:gd name="connsiteY203" fmla="*/ 13243802 h 17130814"/>
              <a:gd name="connsiteX204" fmla="*/ 1403355 w 4418809"/>
              <a:gd name="connsiteY204" fmla="*/ 13240623 h 17130814"/>
              <a:gd name="connsiteX205" fmla="*/ 1180497 w 4418809"/>
              <a:gd name="connsiteY205" fmla="*/ 13052563 h 17130814"/>
              <a:gd name="connsiteX206" fmla="*/ 992438 w 4418809"/>
              <a:gd name="connsiteY206" fmla="*/ 13275421 h 17130814"/>
              <a:gd name="connsiteX207" fmla="*/ 993022 w 4418809"/>
              <a:gd name="connsiteY207" fmla="*/ 13278546 h 17130814"/>
              <a:gd name="connsiteX208" fmla="*/ 1030378 w 4418809"/>
              <a:gd name="connsiteY208" fmla="*/ 13275382 h 17130814"/>
              <a:gd name="connsiteX209" fmla="*/ 1029793 w 4418809"/>
              <a:gd name="connsiteY209" fmla="*/ 13272257 h 17130814"/>
              <a:gd name="connsiteX210" fmla="*/ 1183661 w 4418809"/>
              <a:gd name="connsiteY210" fmla="*/ 13089919 h 17130814"/>
              <a:gd name="connsiteX211" fmla="*/ 1365999 w 4418809"/>
              <a:gd name="connsiteY211" fmla="*/ 13243787 h 17130814"/>
              <a:gd name="connsiteX212" fmla="*/ 1365948 w 4418809"/>
              <a:gd name="connsiteY212" fmla="*/ 13246966 h 17130814"/>
              <a:gd name="connsiteX213" fmla="*/ 1366265 w 4418809"/>
              <a:gd name="connsiteY213" fmla="*/ 13246938 h 17130814"/>
              <a:gd name="connsiteX214" fmla="*/ 1058532 w 4418809"/>
              <a:gd name="connsiteY214" fmla="*/ 13611614 h 17130814"/>
              <a:gd name="connsiteX215" fmla="*/ 693856 w 4418809"/>
              <a:gd name="connsiteY215" fmla="*/ 13303880 h 17130814"/>
              <a:gd name="connsiteX216" fmla="*/ 1225328 w 4418809"/>
              <a:gd name="connsiteY216" fmla="*/ 12693374 h 17130814"/>
              <a:gd name="connsiteX217" fmla="*/ 1342986 w 4418809"/>
              <a:gd name="connsiteY217" fmla="*/ 12694899 h 17130814"/>
              <a:gd name="connsiteX218" fmla="*/ 1344741 w 4418809"/>
              <a:gd name="connsiteY218" fmla="*/ 12695269 h 17130814"/>
              <a:gd name="connsiteX219" fmla="*/ 1346806 w 4418809"/>
              <a:gd name="connsiteY219" fmla="*/ 12670604 h 17130814"/>
              <a:gd name="connsiteX220" fmla="*/ 1385768 w 4418809"/>
              <a:gd name="connsiteY220" fmla="*/ 12671664 h 17130814"/>
              <a:gd name="connsiteX221" fmla="*/ 1600479 w 4418809"/>
              <a:gd name="connsiteY221" fmla="*/ 12595905 h 17130814"/>
              <a:gd name="connsiteX222" fmla="*/ 1642005 w 4418809"/>
              <a:gd name="connsiteY222" fmla="*/ 12568942 h 17130814"/>
              <a:gd name="connsiteX223" fmla="*/ 1668093 w 4418809"/>
              <a:gd name="connsiteY223" fmla="*/ 12607476 h 17130814"/>
              <a:gd name="connsiteX224" fmla="*/ 1722337 w 4418809"/>
              <a:gd name="connsiteY224" fmla="*/ 12660618 h 17130814"/>
              <a:gd name="connsiteX225" fmla="*/ 1722537 w 4418809"/>
              <a:gd name="connsiteY225" fmla="*/ 12660370 h 17130814"/>
              <a:gd name="connsiteX226" fmla="*/ 1724807 w 4418809"/>
              <a:gd name="connsiteY226" fmla="*/ 12662595 h 17130814"/>
              <a:gd name="connsiteX227" fmla="*/ 2014624 w 4418809"/>
              <a:gd name="connsiteY227" fmla="*/ 12630373 h 17130814"/>
              <a:gd name="connsiteX228" fmla="*/ 1982402 w 4418809"/>
              <a:gd name="connsiteY228" fmla="*/ 12340557 h 17130814"/>
              <a:gd name="connsiteX229" fmla="*/ 1979732 w 4418809"/>
              <a:gd name="connsiteY229" fmla="*/ 12338830 h 17130814"/>
              <a:gd name="connsiteX230" fmla="*/ 1956315 w 4418809"/>
              <a:gd name="connsiteY230" fmla="*/ 12368106 h 17130814"/>
              <a:gd name="connsiteX231" fmla="*/ 1958984 w 4418809"/>
              <a:gd name="connsiteY231" fmla="*/ 12369833 h 17130814"/>
              <a:gd name="connsiteX232" fmla="*/ 1985347 w 4418809"/>
              <a:gd name="connsiteY232" fmla="*/ 12606955 h 17130814"/>
              <a:gd name="connsiteX233" fmla="*/ 1748224 w 4418809"/>
              <a:gd name="connsiteY233" fmla="*/ 12633318 h 17130814"/>
              <a:gd name="connsiteX234" fmla="*/ 1745954 w 4418809"/>
              <a:gd name="connsiteY234" fmla="*/ 12631094 h 17130814"/>
              <a:gd name="connsiteX235" fmla="*/ 1745755 w 4418809"/>
              <a:gd name="connsiteY235" fmla="*/ 12631342 h 17130814"/>
              <a:gd name="connsiteX236" fmla="*/ 1693028 w 4418809"/>
              <a:gd name="connsiteY236" fmla="*/ 12157098 h 17130814"/>
              <a:gd name="connsiteX237" fmla="*/ 2167273 w 4418809"/>
              <a:gd name="connsiteY237" fmla="*/ 12104372 h 17130814"/>
              <a:gd name="connsiteX238" fmla="*/ 2210389 w 4418809"/>
              <a:gd name="connsiteY238" fmla="*/ 12142701 h 17130814"/>
              <a:gd name="connsiteX239" fmla="*/ 2210454 w 4418809"/>
              <a:gd name="connsiteY239" fmla="*/ 12142772 h 17130814"/>
              <a:gd name="connsiteX240" fmla="*/ 2209080 w 4418809"/>
              <a:gd name="connsiteY240" fmla="*/ 12147625 h 17130814"/>
              <a:gd name="connsiteX241" fmla="*/ 2216007 w 4418809"/>
              <a:gd name="connsiteY241" fmla="*/ 12148854 h 17130814"/>
              <a:gd name="connsiteX242" fmla="*/ 2248580 w 4418809"/>
              <a:gd name="connsiteY242" fmla="*/ 12184525 h 17130814"/>
              <a:gd name="connsiteX243" fmla="*/ 2366703 w 4418809"/>
              <a:gd name="connsiteY243" fmla="*/ 12637622 h 17130814"/>
              <a:gd name="connsiteX244" fmla="*/ 2142086 w 4418809"/>
              <a:gd name="connsiteY244" fmla="*/ 15855451 h 17130814"/>
              <a:gd name="connsiteX245" fmla="*/ 1993248 w 4418809"/>
              <a:gd name="connsiteY245" fmla="*/ 16217431 h 17130814"/>
              <a:gd name="connsiteX246" fmla="*/ 1186135 w 4418809"/>
              <a:gd name="connsiteY246" fmla="*/ 16278636 h 17130814"/>
              <a:gd name="connsiteX247" fmla="*/ 1161271 w 4418809"/>
              <a:gd name="connsiteY247" fmla="*/ 16306694 h 17130814"/>
              <a:gd name="connsiteX248" fmla="*/ 1431464 w 4418809"/>
              <a:gd name="connsiteY248" fmla="*/ 16446365 h 17130814"/>
              <a:gd name="connsiteX249" fmla="*/ 1433018 w 4418809"/>
              <a:gd name="connsiteY249" fmla="*/ 16446646 h 17130814"/>
              <a:gd name="connsiteX250" fmla="*/ 1432466 w 4418809"/>
              <a:gd name="connsiteY250" fmla="*/ 16447291 h 17130814"/>
              <a:gd name="connsiteX251" fmla="*/ 1469591 w 4418809"/>
              <a:gd name="connsiteY251" fmla="*/ 16923010 h 17130814"/>
              <a:gd name="connsiteX252" fmla="*/ 1110915 w 4418809"/>
              <a:gd name="connsiteY252" fmla="*/ 17025346 h 17130814"/>
              <a:gd name="connsiteX253" fmla="*/ 999115 w 4418809"/>
              <a:gd name="connsiteY253" fmla="*/ 16963058 h 17130814"/>
              <a:gd name="connsiteX254" fmla="*/ 1035630 w 4418809"/>
              <a:gd name="connsiteY254" fmla="*/ 16907424 h 17130814"/>
              <a:gd name="connsiteX255" fmla="*/ 1081865 w 4418809"/>
              <a:gd name="connsiteY255" fmla="*/ 16748284 h 17130814"/>
              <a:gd name="connsiteX256" fmla="*/ 700813 w 4418809"/>
              <a:gd name="connsiteY256" fmla="*/ 16297594 h 17130814"/>
              <a:gd name="connsiteX257" fmla="*/ 700783 w 4418809"/>
              <a:gd name="connsiteY257" fmla="*/ 16297948 h 17130814"/>
              <a:gd name="connsiteX258" fmla="*/ 697304 w 4418809"/>
              <a:gd name="connsiteY258" fmla="*/ 16297300 h 17130814"/>
              <a:gd name="connsiteX259" fmla="*/ 449425 w 4418809"/>
              <a:gd name="connsiteY259" fmla="*/ 16506878 h 17130814"/>
              <a:gd name="connsiteX260" fmla="*/ 659003 w 4418809"/>
              <a:gd name="connsiteY260" fmla="*/ 16754758 h 17130814"/>
              <a:gd name="connsiteX261" fmla="*/ 662542 w 4418809"/>
              <a:gd name="connsiteY261" fmla="*/ 16754697 h 17130814"/>
              <a:gd name="connsiteX262" fmla="*/ 666023 w 4418809"/>
              <a:gd name="connsiteY262" fmla="*/ 16713111 h 17130814"/>
              <a:gd name="connsiteX263" fmla="*/ 662485 w 4418809"/>
              <a:gd name="connsiteY263" fmla="*/ 16713171 h 17130814"/>
              <a:gd name="connsiteX264" fmla="*/ 491012 w 4418809"/>
              <a:gd name="connsiteY264" fmla="*/ 16510360 h 17130814"/>
              <a:gd name="connsiteX265" fmla="*/ 693822 w 4418809"/>
              <a:gd name="connsiteY265" fmla="*/ 16338887 h 17130814"/>
              <a:gd name="connsiteX266" fmla="*/ 697301 w 4418809"/>
              <a:gd name="connsiteY266" fmla="*/ 16339534 h 17130814"/>
              <a:gd name="connsiteX267" fmla="*/ 697331 w 4418809"/>
              <a:gd name="connsiteY267" fmla="*/ 16339181 h 17130814"/>
              <a:gd name="connsiteX268" fmla="*/ 1040277 w 4418809"/>
              <a:gd name="connsiteY268" fmla="*/ 16744802 h 17130814"/>
              <a:gd name="connsiteX269" fmla="*/ 634657 w 4418809"/>
              <a:gd name="connsiteY269" fmla="*/ 17087748 h 17130814"/>
              <a:gd name="connsiteX270" fmla="*/ 63559 w 4418809"/>
              <a:gd name="connsiteY270" fmla="*/ 16390814 h 17130814"/>
              <a:gd name="connsiteX271" fmla="*/ 615526 w 4418809"/>
              <a:gd name="connsiteY271" fmla="*/ 15801097 h 17130814"/>
              <a:gd name="connsiteX272" fmla="*/ 694417 w 4418809"/>
              <a:gd name="connsiteY272" fmla="*/ 15799515 h 17130814"/>
              <a:gd name="connsiteX273" fmla="*/ 694520 w 4418809"/>
              <a:gd name="connsiteY273" fmla="*/ 15798286 h 17130814"/>
              <a:gd name="connsiteX274" fmla="*/ 724668 w 4418809"/>
              <a:gd name="connsiteY274" fmla="*/ 15824329 h 17130814"/>
              <a:gd name="connsiteX275" fmla="*/ 1366054 w 4418809"/>
              <a:gd name="connsiteY275" fmla="*/ 15871157 h 17130814"/>
              <a:gd name="connsiteX276" fmla="*/ 1408886 w 4418809"/>
              <a:gd name="connsiteY276" fmla="*/ 15846322 h 17130814"/>
              <a:gd name="connsiteX277" fmla="*/ 1432999 w 4418809"/>
              <a:gd name="connsiteY277" fmla="*/ 15886122 h 17130814"/>
              <a:gd name="connsiteX278" fmla="*/ 1484496 w 4418809"/>
              <a:gd name="connsiteY278" fmla="*/ 15941931 h 17130814"/>
              <a:gd name="connsiteX279" fmla="*/ 1484707 w 4418809"/>
              <a:gd name="connsiteY279" fmla="*/ 15941693 h 17130814"/>
              <a:gd name="connsiteX280" fmla="*/ 1486864 w 4418809"/>
              <a:gd name="connsiteY280" fmla="*/ 15944030 h 17130814"/>
              <a:gd name="connsiteX281" fmla="*/ 1777935 w 4418809"/>
              <a:gd name="connsiteY281" fmla="*/ 15926455 h 17130814"/>
              <a:gd name="connsiteX282" fmla="*/ 1760361 w 4418809"/>
              <a:gd name="connsiteY282" fmla="*/ 15635383 h 17130814"/>
              <a:gd name="connsiteX283" fmla="*/ 1757782 w 4418809"/>
              <a:gd name="connsiteY283" fmla="*/ 15633524 h 17130814"/>
              <a:gd name="connsiteX284" fmla="*/ 1732918 w 4418809"/>
              <a:gd name="connsiteY284" fmla="*/ 15661583 h 17130814"/>
              <a:gd name="connsiteX285" fmla="*/ 1735497 w 4418809"/>
              <a:gd name="connsiteY285" fmla="*/ 15663442 h 17130814"/>
              <a:gd name="connsiteX286" fmla="*/ 1749875 w 4418809"/>
              <a:gd name="connsiteY286" fmla="*/ 15901592 h 17130814"/>
              <a:gd name="connsiteX287" fmla="*/ 1511727 w 4418809"/>
              <a:gd name="connsiteY287" fmla="*/ 15915970 h 17130814"/>
              <a:gd name="connsiteX288" fmla="*/ 1509570 w 4418809"/>
              <a:gd name="connsiteY288" fmla="*/ 15913634 h 17130814"/>
              <a:gd name="connsiteX289" fmla="*/ 1509359 w 4418809"/>
              <a:gd name="connsiteY289" fmla="*/ 15913873 h 17130814"/>
              <a:gd name="connsiteX290" fmla="*/ 1480601 w 4418809"/>
              <a:gd name="connsiteY290" fmla="*/ 15437573 h 17130814"/>
              <a:gd name="connsiteX291" fmla="*/ 1956901 w 4418809"/>
              <a:gd name="connsiteY291" fmla="*/ 15408816 h 17130814"/>
              <a:gd name="connsiteX292" fmla="*/ 1998031 w 4418809"/>
              <a:gd name="connsiteY292" fmla="*/ 15449269 h 17130814"/>
              <a:gd name="connsiteX293" fmla="*/ 1998092 w 4418809"/>
              <a:gd name="connsiteY293" fmla="*/ 15449343 h 17130814"/>
              <a:gd name="connsiteX294" fmla="*/ 1996475 w 4418809"/>
              <a:gd name="connsiteY294" fmla="*/ 15454121 h 17130814"/>
              <a:gd name="connsiteX295" fmla="*/ 2003332 w 4418809"/>
              <a:gd name="connsiteY295" fmla="*/ 15455698 h 17130814"/>
              <a:gd name="connsiteX296" fmla="*/ 2034065 w 4418809"/>
              <a:gd name="connsiteY296" fmla="*/ 15492966 h 17130814"/>
              <a:gd name="connsiteX297" fmla="*/ 2142086 w 4418809"/>
              <a:gd name="connsiteY297" fmla="*/ 15855451 h 17130814"/>
              <a:gd name="connsiteX298" fmla="*/ 3076059 w 4418809"/>
              <a:gd name="connsiteY298" fmla="*/ 5571693 h 17130814"/>
              <a:gd name="connsiteX299" fmla="*/ 2711677 w 4418809"/>
              <a:gd name="connsiteY299" fmla="*/ 5879773 h 17130814"/>
              <a:gd name="connsiteX300" fmla="*/ 2403596 w 4418809"/>
              <a:gd name="connsiteY300" fmla="*/ 5515390 h 17130814"/>
              <a:gd name="connsiteX301" fmla="*/ 2403914 w 4418809"/>
              <a:gd name="connsiteY301" fmla="*/ 5515417 h 17130814"/>
              <a:gd name="connsiteX302" fmla="*/ 2403860 w 4418809"/>
              <a:gd name="connsiteY302" fmla="*/ 5512238 h 17130814"/>
              <a:gd name="connsiteX303" fmla="*/ 2586052 w 4418809"/>
              <a:gd name="connsiteY303" fmla="*/ 5358198 h 17130814"/>
              <a:gd name="connsiteX304" fmla="*/ 2740092 w 4418809"/>
              <a:gd name="connsiteY304" fmla="*/ 5540390 h 17130814"/>
              <a:gd name="connsiteX305" fmla="*/ 2739510 w 4418809"/>
              <a:gd name="connsiteY305" fmla="*/ 5543515 h 17130814"/>
              <a:gd name="connsiteX306" fmla="*/ 2776869 w 4418809"/>
              <a:gd name="connsiteY306" fmla="*/ 5546643 h 17130814"/>
              <a:gd name="connsiteX307" fmla="*/ 2777451 w 4418809"/>
              <a:gd name="connsiteY307" fmla="*/ 5543518 h 17130814"/>
              <a:gd name="connsiteX308" fmla="*/ 2589180 w 4418809"/>
              <a:gd name="connsiteY308" fmla="*/ 5320839 h 17130814"/>
              <a:gd name="connsiteX309" fmla="*/ 2366501 w 4418809"/>
              <a:gd name="connsiteY309" fmla="*/ 5509110 h 17130814"/>
              <a:gd name="connsiteX310" fmla="*/ 2366555 w 4418809"/>
              <a:gd name="connsiteY310" fmla="*/ 5512289 h 17130814"/>
              <a:gd name="connsiteX311" fmla="*/ 2366237 w 4418809"/>
              <a:gd name="connsiteY311" fmla="*/ 5512262 h 17130814"/>
              <a:gd name="connsiteX312" fmla="*/ 2708549 w 4418809"/>
              <a:gd name="connsiteY312" fmla="*/ 5917133 h 17130814"/>
              <a:gd name="connsiteX313" fmla="*/ 2771084 w 4418809"/>
              <a:gd name="connsiteY313" fmla="*/ 5916073 h 17130814"/>
              <a:gd name="connsiteX314" fmla="*/ 2748488 w 4418809"/>
              <a:gd name="connsiteY314" fmla="*/ 5925596 h 17130814"/>
              <a:gd name="connsiteX315" fmla="*/ 2634329 w 4418809"/>
              <a:gd name="connsiteY315" fmla="*/ 6021149 h 17130814"/>
              <a:gd name="connsiteX316" fmla="*/ 2569223 w 4418809"/>
              <a:gd name="connsiteY316" fmla="*/ 6367158 h 17130814"/>
              <a:gd name="connsiteX317" fmla="*/ 2593078 w 4418809"/>
              <a:gd name="connsiteY317" fmla="*/ 6423767 h 17130814"/>
              <a:gd name="connsiteX318" fmla="*/ 2503269 w 4418809"/>
              <a:gd name="connsiteY318" fmla="*/ 6475516 h 17130814"/>
              <a:gd name="connsiteX319" fmla="*/ 1805049 w 4418809"/>
              <a:gd name="connsiteY319" fmla="*/ 6278020 h 17130814"/>
              <a:gd name="connsiteX320" fmla="*/ 1920954 w 4418809"/>
              <a:gd name="connsiteY320" fmla="*/ 5476929 h 17130814"/>
              <a:gd name="connsiteX321" fmla="*/ 1918156 w 4418809"/>
              <a:gd name="connsiteY321" fmla="*/ 5473061 h 17130814"/>
              <a:gd name="connsiteX322" fmla="*/ 1925725 w 4418809"/>
              <a:gd name="connsiteY322" fmla="*/ 5417566 h 17130814"/>
              <a:gd name="connsiteX323" fmla="*/ 2544008 w 4418809"/>
              <a:gd name="connsiteY323" fmla="*/ 4961693 h 17130814"/>
              <a:gd name="connsiteX324" fmla="*/ 3076059 w 4418809"/>
              <a:gd name="connsiteY324" fmla="*/ 5571693 h 17130814"/>
              <a:gd name="connsiteX325" fmla="*/ 3450293 w 4418809"/>
              <a:gd name="connsiteY325" fmla="*/ 1154914 h 17130814"/>
              <a:gd name="connsiteX326" fmla="*/ 3442817 w 4418809"/>
              <a:gd name="connsiteY326" fmla="*/ 1222848 h 17130814"/>
              <a:gd name="connsiteX327" fmla="*/ 2756997 w 4418809"/>
              <a:gd name="connsiteY327" fmla="*/ 1652765 h 17130814"/>
              <a:gd name="connsiteX328" fmla="*/ 2297105 w 4418809"/>
              <a:gd name="connsiteY328" fmla="*/ 1037466 h 17130814"/>
              <a:gd name="connsiteX329" fmla="*/ 2302426 w 4418809"/>
              <a:gd name="connsiteY329" fmla="*/ 1004080 h 17130814"/>
              <a:gd name="connsiteX330" fmla="*/ 2308625 w 4418809"/>
              <a:gd name="connsiteY330" fmla="*/ 1009810 h 17130814"/>
              <a:gd name="connsiteX331" fmla="*/ 2586077 w 4418809"/>
              <a:gd name="connsiteY331" fmla="*/ 1082964 h 17130814"/>
              <a:gd name="connsiteX332" fmla="*/ 2726716 w 4418809"/>
              <a:gd name="connsiteY332" fmla="*/ 1034144 h 17130814"/>
              <a:gd name="connsiteX333" fmla="*/ 2768909 w 4418809"/>
              <a:gd name="connsiteY333" fmla="*/ 1003238 h 17130814"/>
              <a:gd name="connsiteX334" fmla="*/ 2756058 w 4418809"/>
              <a:gd name="connsiteY334" fmla="*/ 1037223 h 17130814"/>
              <a:gd name="connsiteX335" fmla="*/ 2746172 w 4418809"/>
              <a:gd name="connsiteY335" fmla="*/ 1074309 h 17130814"/>
              <a:gd name="connsiteX336" fmla="*/ 2746483 w 4418809"/>
              <a:gd name="connsiteY336" fmla="*/ 1074375 h 17130814"/>
              <a:gd name="connsiteX337" fmla="*/ 2745512 w 4418809"/>
              <a:gd name="connsiteY337" fmla="*/ 1077402 h 17130814"/>
              <a:gd name="connsiteX338" fmla="*/ 2904175 w 4418809"/>
              <a:gd name="connsiteY338" fmla="*/ 1322061 h 17130814"/>
              <a:gd name="connsiteX339" fmla="*/ 3148833 w 4418809"/>
              <a:gd name="connsiteY339" fmla="*/ 1163398 h 17130814"/>
              <a:gd name="connsiteX340" fmla="*/ 3149181 w 4418809"/>
              <a:gd name="connsiteY340" fmla="*/ 1160238 h 17130814"/>
              <a:gd name="connsiteX341" fmla="*/ 3112515 w 4418809"/>
              <a:gd name="connsiteY341" fmla="*/ 1152421 h 17130814"/>
              <a:gd name="connsiteX342" fmla="*/ 3112168 w 4418809"/>
              <a:gd name="connsiteY342" fmla="*/ 1155581 h 17130814"/>
              <a:gd name="connsiteX343" fmla="*/ 2911992 w 4418809"/>
              <a:gd name="connsiteY343" fmla="*/ 1285396 h 17130814"/>
              <a:gd name="connsiteX344" fmla="*/ 2782177 w 4418809"/>
              <a:gd name="connsiteY344" fmla="*/ 1085219 h 17130814"/>
              <a:gd name="connsiteX345" fmla="*/ 2783149 w 4418809"/>
              <a:gd name="connsiteY345" fmla="*/ 1082194 h 17130814"/>
              <a:gd name="connsiteX346" fmla="*/ 2782837 w 4418809"/>
              <a:gd name="connsiteY346" fmla="*/ 1082126 h 17130814"/>
              <a:gd name="connsiteX347" fmla="*/ 2836157 w 4418809"/>
              <a:gd name="connsiteY347" fmla="*/ 959208 h 17130814"/>
              <a:gd name="connsiteX348" fmla="*/ 2872600 w 4418809"/>
              <a:gd name="connsiteY348" fmla="*/ 916582 h 17130814"/>
              <a:gd name="connsiteX349" fmla="*/ 2916242 w 4418809"/>
              <a:gd name="connsiteY349" fmla="*/ 885972 h 17130814"/>
              <a:gd name="connsiteX350" fmla="*/ 3125690 w 4418809"/>
              <a:gd name="connsiteY350" fmla="*/ 819840 h 17130814"/>
              <a:gd name="connsiteX351" fmla="*/ 3156200 w 4418809"/>
              <a:gd name="connsiteY351" fmla="*/ 819527 h 17130814"/>
              <a:gd name="connsiteX352" fmla="*/ 3183188 w 4418809"/>
              <a:gd name="connsiteY352" fmla="*/ 822497 h 17130814"/>
              <a:gd name="connsiteX353" fmla="*/ 3450293 w 4418809"/>
              <a:gd name="connsiteY353" fmla="*/ 1154914 h 17130814"/>
              <a:gd name="connsiteX354" fmla="*/ 3209856 w 4418809"/>
              <a:gd name="connsiteY354" fmla="*/ 4233185 h 17130814"/>
              <a:gd name="connsiteX355" fmla="*/ 3194578 w 4418809"/>
              <a:gd name="connsiteY355" fmla="*/ 4274259 h 17130814"/>
              <a:gd name="connsiteX356" fmla="*/ 3158470 w 4418809"/>
              <a:gd name="connsiteY356" fmla="*/ 4332286 h 17130814"/>
              <a:gd name="connsiteX357" fmla="*/ 3057255 w 4418809"/>
              <a:gd name="connsiteY357" fmla="*/ 4420077 h 17130814"/>
              <a:gd name="connsiteX358" fmla="*/ 3049066 w 4418809"/>
              <a:gd name="connsiteY358" fmla="*/ 4422795 h 17130814"/>
              <a:gd name="connsiteX359" fmla="*/ 3056171 w 4418809"/>
              <a:gd name="connsiteY359" fmla="*/ 4370313 h 17130814"/>
              <a:gd name="connsiteX360" fmla="*/ 2896588 w 4418809"/>
              <a:gd name="connsiteY360" fmla="*/ 4041462 h 17130814"/>
              <a:gd name="connsiteX361" fmla="*/ 2871525 w 4418809"/>
              <a:gd name="connsiteY361" fmla="*/ 4027408 h 17130814"/>
              <a:gd name="connsiteX362" fmla="*/ 2912530 w 4418809"/>
              <a:gd name="connsiteY362" fmla="*/ 4034902 h 17130814"/>
              <a:gd name="connsiteX363" fmla="*/ 3198250 w 4418809"/>
              <a:gd name="connsiteY363" fmla="*/ 4217059 h 17130814"/>
              <a:gd name="connsiteX364" fmla="*/ 3228075 w 4418809"/>
              <a:gd name="connsiteY364" fmla="*/ 4147722 h 17130814"/>
              <a:gd name="connsiteX365" fmla="*/ 3224882 w 4418809"/>
              <a:gd name="connsiteY365" fmla="*/ 4167528 h 17130814"/>
              <a:gd name="connsiteX366" fmla="*/ 3123759 w 4418809"/>
              <a:gd name="connsiteY366" fmla="*/ 4076990 h 17130814"/>
              <a:gd name="connsiteX367" fmla="*/ 2697566 w 4418809"/>
              <a:gd name="connsiteY367" fmla="*/ 3972555 h 17130814"/>
              <a:gd name="connsiteX368" fmla="*/ 2689148 w 4418809"/>
              <a:gd name="connsiteY368" fmla="*/ 3974419 h 17130814"/>
              <a:gd name="connsiteX369" fmla="*/ 2684530 w 4418809"/>
              <a:gd name="connsiteY369" fmla="*/ 3973911 h 17130814"/>
              <a:gd name="connsiteX370" fmla="*/ 2477850 w 4418809"/>
              <a:gd name="connsiteY370" fmla="*/ 4034328 h 17130814"/>
              <a:gd name="connsiteX371" fmla="*/ 2446376 w 4418809"/>
              <a:gd name="connsiteY371" fmla="*/ 4059308 h 17130814"/>
              <a:gd name="connsiteX372" fmla="*/ 2466586 w 4418809"/>
              <a:gd name="connsiteY372" fmla="*/ 4006001 h 17130814"/>
              <a:gd name="connsiteX373" fmla="*/ 2476154 w 4418809"/>
              <a:gd name="connsiteY373" fmla="*/ 3857436 h 17130814"/>
              <a:gd name="connsiteX374" fmla="*/ 2475837 w 4418809"/>
              <a:gd name="connsiteY374" fmla="*/ 3857480 h 17130814"/>
              <a:gd name="connsiteX375" fmla="*/ 2475728 w 4418809"/>
              <a:gd name="connsiteY375" fmla="*/ 3854303 h 17130814"/>
              <a:gd name="connsiteX376" fmla="*/ 2243675 w 4418809"/>
              <a:gd name="connsiteY376" fmla="*/ 3677715 h 17130814"/>
              <a:gd name="connsiteX377" fmla="*/ 2067087 w 4418809"/>
              <a:gd name="connsiteY377" fmla="*/ 3909767 h 17130814"/>
              <a:gd name="connsiteX378" fmla="*/ 2067829 w 4418809"/>
              <a:gd name="connsiteY378" fmla="*/ 3912858 h 17130814"/>
              <a:gd name="connsiteX379" fmla="*/ 2104978 w 4418809"/>
              <a:gd name="connsiteY379" fmla="*/ 3907816 h 17130814"/>
              <a:gd name="connsiteX380" fmla="*/ 2104236 w 4418809"/>
              <a:gd name="connsiteY380" fmla="*/ 3904724 h 17130814"/>
              <a:gd name="connsiteX381" fmla="*/ 2248718 w 4418809"/>
              <a:gd name="connsiteY381" fmla="*/ 3714863 h 17130814"/>
              <a:gd name="connsiteX382" fmla="*/ 2438579 w 4418809"/>
              <a:gd name="connsiteY382" fmla="*/ 3859345 h 17130814"/>
              <a:gd name="connsiteX383" fmla="*/ 2438688 w 4418809"/>
              <a:gd name="connsiteY383" fmla="*/ 3862522 h 17130814"/>
              <a:gd name="connsiteX384" fmla="*/ 2439004 w 4418809"/>
              <a:gd name="connsiteY384" fmla="*/ 3862479 h 17130814"/>
              <a:gd name="connsiteX385" fmla="*/ 2150042 w 4418809"/>
              <a:gd name="connsiteY385" fmla="*/ 4242202 h 17130814"/>
              <a:gd name="connsiteX386" fmla="*/ 1770320 w 4418809"/>
              <a:gd name="connsiteY386" fmla="*/ 3953239 h 17130814"/>
              <a:gd name="connsiteX387" fmla="*/ 2270346 w 4418809"/>
              <a:gd name="connsiteY387" fmla="*/ 3316721 h 17130814"/>
              <a:gd name="connsiteX388" fmla="*/ 2387931 w 4418809"/>
              <a:gd name="connsiteY388" fmla="*/ 3312315 h 17130814"/>
              <a:gd name="connsiteX389" fmla="*/ 2457244 w 4418809"/>
              <a:gd name="connsiteY389" fmla="*/ 3323321 h 17130814"/>
              <a:gd name="connsiteX390" fmla="*/ 2458869 w 4418809"/>
              <a:gd name="connsiteY390" fmla="*/ 3324163 h 17130814"/>
              <a:gd name="connsiteX391" fmla="*/ 2565397 w 4418809"/>
              <a:gd name="connsiteY391" fmla="*/ 3356707 h 17130814"/>
              <a:gd name="connsiteX392" fmla="*/ 2573830 w 4418809"/>
              <a:gd name="connsiteY392" fmla="*/ 3356937 h 17130814"/>
              <a:gd name="connsiteX393" fmla="*/ 2605230 w 4418809"/>
              <a:gd name="connsiteY393" fmla="*/ 3368384 h 17130814"/>
              <a:gd name="connsiteX394" fmla="*/ 2894971 w 4418809"/>
              <a:gd name="connsiteY394" fmla="*/ 3685988 h 17130814"/>
              <a:gd name="connsiteX395" fmla="*/ 2909517 w 4418809"/>
              <a:gd name="connsiteY395" fmla="*/ 3745819 h 17130814"/>
              <a:gd name="connsiteX396" fmla="*/ 2842896 w 4418809"/>
              <a:gd name="connsiteY396" fmla="*/ 3703016 h 17130814"/>
              <a:gd name="connsiteX397" fmla="*/ 2819479 w 4418809"/>
              <a:gd name="connsiteY397" fmla="*/ 3732292 h 17130814"/>
              <a:gd name="connsiteX398" fmla="*/ 2921399 w 4418809"/>
              <a:gd name="connsiteY398" fmla="*/ 3794690 h 17130814"/>
              <a:gd name="connsiteX399" fmla="*/ 2921943 w 4418809"/>
              <a:gd name="connsiteY399" fmla="*/ 3796930 h 17130814"/>
              <a:gd name="connsiteX400" fmla="*/ 2924493 w 4418809"/>
              <a:gd name="connsiteY400" fmla="*/ 3796584 h 17130814"/>
              <a:gd name="connsiteX401" fmla="*/ 2952367 w 4418809"/>
              <a:gd name="connsiteY401" fmla="*/ 3813650 h 17130814"/>
              <a:gd name="connsiteX402" fmla="*/ 3096368 w 4418809"/>
              <a:gd name="connsiteY402" fmla="*/ 3858167 h 17130814"/>
              <a:gd name="connsiteX403" fmla="*/ 3097934 w 4418809"/>
              <a:gd name="connsiteY403" fmla="*/ 3858369 h 17130814"/>
              <a:gd name="connsiteX404" fmla="*/ 3097415 w 4418809"/>
              <a:gd name="connsiteY404" fmla="*/ 3859041 h 17130814"/>
              <a:gd name="connsiteX405" fmla="*/ 3228075 w 4418809"/>
              <a:gd name="connsiteY405" fmla="*/ 4147722 h 17130814"/>
              <a:gd name="connsiteX406" fmla="*/ 2647819 w 4418809"/>
              <a:gd name="connsiteY406" fmla="*/ 11811574 h 17130814"/>
              <a:gd name="connsiteX407" fmla="*/ 2635883 w 4418809"/>
              <a:gd name="connsiteY407" fmla="*/ 11878867 h 17130814"/>
              <a:gd name="connsiteX408" fmla="*/ 2286590 w 4418809"/>
              <a:gd name="connsiteY408" fmla="*/ 12123489 h 17130814"/>
              <a:gd name="connsiteX409" fmla="*/ 2233599 w 4418809"/>
              <a:gd name="connsiteY409" fmla="*/ 12114090 h 17130814"/>
              <a:gd name="connsiteX410" fmla="*/ 2190691 w 4418809"/>
              <a:gd name="connsiteY410" fmla="*/ 12075095 h 17130814"/>
              <a:gd name="connsiteX411" fmla="*/ 1987010 w 4418809"/>
              <a:gd name="connsiteY411" fmla="*/ 11994164 h 17130814"/>
              <a:gd name="connsiteX412" fmla="*/ 1925434 w 4418809"/>
              <a:gd name="connsiteY412" fmla="*/ 11995098 h 17130814"/>
              <a:gd name="connsiteX413" fmla="*/ 1952191 w 4418809"/>
              <a:gd name="connsiteY413" fmla="*/ 11983349 h 17130814"/>
              <a:gd name="connsiteX414" fmla="*/ 2142841 w 4418809"/>
              <a:gd name="connsiteY414" fmla="*/ 11687352 h 17130814"/>
              <a:gd name="connsiteX415" fmla="*/ 1578028 w 4418809"/>
              <a:gd name="connsiteY415" fmla="*/ 11019317 h 17130814"/>
              <a:gd name="connsiteX416" fmla="*/ 1577691 w 4418809"/>
              <a:gd name="connsiteY416" fmla="*/ 11019320 h 17130814"/>
              <a:gd name="connsiteX417" fmla="*/ 1589559 w 4418809"/>
              <a:gd name="connsiteY417" fmla="*/ 11018239 h 17130814"/>
              <a:gd name="connsiteX418" fmla="*/ 2077912 w 4418809"/>
              <a:gd name="connsiteY418" fmla="*/ 10539583 h 17130814"/>
              <a:gd name="connsiteX419" fmla="*/ 1926011 w 4418809"/>
              <a:gd name="connsiteY419" fmla="*/ 10153993 h 17130814"/>
              <a:gd name="connsiteX420" fmla="*/ 1900947 w 4418809"/>
              <a:gd name="connsiteY420" fmla="*/ 10139939 h 17130814"/>
              <a:gd name="connsiteX421" fmla="*/ 1941954 w 4418809"/>
              <a:gd name="connsiteY421" fmla="*/ 10147432 h 17130814"/>
              <a:gd name="connsiteX422" fmla="*/ 2227672 w 4418809"/>
              <a:gd name="connsiteY422" fmla="*/ 10329590 h 17130814"/>
              <a:gd name="connsiteX423" fmla="*/ 2224901 w 4418809"/>
              <a:gd name="connsiteY423" fmla="*/ 11097761 h 17130814"/>
              <a:gd name="connsiteX424" fmla="*/ 2217002 w 4418809"/>
              <a:gd name="connsiteY424" fmla="*/ 11105379 h 17130814"/>
              <a:gd name="connsiteX425" fmla="*/ 2186590 w 4418809"/>
              <a:gd name="connsiteY425" fmla="*/ 11124242 h 17130814"/>
              <a:gd name="connsiteX426" fmla="*/ 2184277 w 4418809"/>
              <a:gd name="connsiteY426" fmla="*/ 11126424 h 17130814"/>
              <a:gd name="connsiteX427" fmla="*/ 2188921 w 4418809"/>
              <a:gd name="connsiteY427" fmla="*/ 11132461 h 17130814"/>
              <a:gd name="connsiteX428" fmla="*/ 2183375 w 4418809"/>
              <a:gd name="connsiteY428" fmla="*/ 11137809 h 17130814"/>
              <a:gd name="connsiteX429" fmla="*/ 2207961 w 4418809"/>
              <a:gd name="connsiteY429" fmla="*/ 11166111 h 17130814"/>
              <a:gd name="connsiteX430" fmla="*/ 2232248 w 4418809"/>
              <a:gd name="connsiteY430" fmla="*/ 11142763 h 17130814"/>
              <a:gd name="connsiteX431" fmla="*/ 2269581 w 4418809"/>
              <a:gd name="connsiteY431" fmla="*/ 11124432 h 17130814"/>
              <a:gd name="connsiteX432" fmla="*/ 2446025 w 4418809"/>
              <a:gd name="connsiteY432" fmla="*/ 11184826 h 17130814"/>
              <a:gd name="connsiteX433" fmla="*/ 2415158 w 4418809"/>
              <a:gd name="connsiteY433" fmla="*/ 11421403 h 17130814"/>
              <a:gd name="connsiteX434" fmla="*/ 2412456 w 4418809"/>
              <a:gd name="connsiteY434" fmla="*/ 11423080 h 17130814"/>
              <a:gd name="connsiteX435" fmla="*/ 2415497 w 4418809"/>
              <a:gd name="connsiteY435" fmla="*/ 11427033 h 17130814"/>
              <a:gd name="connsiteX436" fmla="*/ 2413414 w 4418809"/>
              <a:gd name="connsiteY436" fmla="*/ 11426209 h 17130814"/>
              <a:gd name="connsiteX437" fmla="*/ 2403196 w 4418809"/>
              <a:gd name="connsiteY437" fmla="*/ 11462280 h 17130814"/>
              <a:gd name="connsiteX438" fmla="*/ 2647819 w 4418809"/>
              <a:gd name="connsiteY438" fmla="*/ 11811574 h 17130814"/>
              <a:gd name="connsiteX439" fmla="*/ 3507052 w 4418809"/>
              <a:gd name="connsiteY439" fmla="*/ 2375307 h 17130814"/>
              <a:gd name="connsiteX440" fmla="*/ 3142670 w 4418809"/>
              <a:gd name="connsiteY440" fmla="*/ 2683387 h 17130814"/>
              <a:gd name="connsiteX441" fmla="*/ 2834590 w 4418809"/>
              <a:gd name="connsiteY441" fmla="*/ 2319004 h 17130814"/>
              <a:gd name="connsiteX442" fmla="*/ 2834907 w 4418809"/>
              <a:gd name="connsiteY442" fmla="*/ 2319031 h 17130814"/>
              <a:gd name="connsiteX443" fmla="*/ 2834854 w 4418809"/>
              <a:gd name="connsiteY443" fmla="*/ 2315852 h 17130814"/>
              <a:gd name="connsiteX444" fmla="*/ 3017045 w 4418809"/>
              <a:gd name="connsiteY444" fmla="*/ 2161812 h 17130814"/>
              <a:gd name="connsiteX445" fmla="*/ 3171085 w 4418809"/>
              <a:gd name="connsiteY445" fmla="*/ 2344003 h 17130814"/>
              <a:gd name="connsiteX446" fmla="*/ 3170503 w 4418809"/>
              <a:gd name="connsiteY446" fmla="*/ 2347129 h 17130814"/>
              <a:gd name="connsiteX447" fmla="*/ 3207862 w 4418809"/>
              <a:gd name="connsiteY447" fmla="*/ 2350257 h 17130814"/>
              <a:gd name="connsiteX448" fmla="*/ 3208444 w 4418809"/>
              <a:gd name="connsiteY448" fmla="*/ 2347131 h 17130814"/>
              <a:gd name="connsiteX449" fmla="*/ 3020173 w 4418809"/>
              <a:gd name="connsiteY449" fmla="*/ 2124454 h 17130814"/>
              <a:gd name="connsiteX450" fmla="*/ 2797495 w 4418809"/>
              <a:gd name="connsiteY450" fmla="*/ 2312724 h 17130814"/>
              <a:gd name="connsiteX451" fmla="*/ 2797548 w 4418809"/>
              <a:gd name="connsiteY451" fmla="*/ 2315903 h 17130814"/>
              <a:gd name="connsiteX452" fmla="*/ 2797231 w 4418809"/>
              <a:gd name="connsiteY452" fmla="*/ 2315876 h 17130814"/>
              <a:gd name="connsiteX453" fmla="*/ 3139542 w 4418809"/>
              <a:gd name="connsiteY453" fmla="*/ 2720746 h 17130814"/>
              <a:gd name="connsiteX454" fmla="*/ 3202078 w 4418809"/>
              <a:gd name="connsiteY454" fmla="*/ 2719687 h 17130814"/>
              <a:gd name="connsiteX455" fmla="*/ 3179481 w 4418809"/>
              <a:gd name="connsiteY455" fmla="*/ 2729209 h 17130814"/>
              <a:gd name="connsiteX456" fmla="*/ 3065323 w 4418809"/>
              <a:gd name="connsiteY456" fmla="*/ 2824762 h 17130814"/>
              <a:gd name="connsiteX457" fmla="*/ 3000216 w 4418809"/>
              <a:gd name="connsiteY457" fmla="*/ 3170772 h 17130814"/>
              <a:gd name="connsiteX458" fmla="*/ 3024071 w 4418809"/>
              <a:gd name="connsiteY458" fmla="*/ 3227380 h 17130814"/>
              <a:gd name="connsiteX459" fmla="*/ 2934262 w 4418809"/>
              <a:gd name="connsiteY459" fmla="*/ 3279130 h 17130814"/>
              <a:gd name="connsiteX460" fmla="*/ 2747150 w 4418809"/>
              <a:gd name="connsiteY460" fmla="*/ 3325241 h 17130814"/>
              <a:gd name="connsiteX461" fmla="*/ 2590372 w 4418809"/>
              <a:gd name="connsiteY461" fmla="*/ 3309114 h 17130814"/>
              <a:gd name="connsiteX462" fmla="*/ 2508065 w 4418809"/>
              <a:gd name="connsiteY462" fmla="*/ 3277909 h 17130814"/>
              <a:gd name="connsiteX463" fmla="*/ 2491550 w 4418809"/>
              <a:gd name="connsiteY463" fmla="*/ 3275141 h 17130814"/>
              <a:gd name="connsiteX464" fmla="*/ 2380860 w 4418809"/>
              <a:gd name="connsiteY464" fmla="*/ 3223465 h 17130814"/>
              <a:gd name="connsiteX465" fmla="*/ 2236042 w 4418809"/>
              <a:gd name="connsiteY465" fmla="*/ 3081634 h 17130814"/>
              <a:gd name="connsiteX466" fmla="*/ 2351948 w 4418809"/>
              <a:gd name="connsiteY466" fmla="*/ 2280543 h 17130814"/>
              <a:gd name="connsiteX467" fmla="*/ 2349150 w 4418809"/>
              <a:gd name="connsiteY467" fmla="*/ 2276674 h 17130814"/>
              <a:gd name="connsiteX468" fmla="*/ 2356718 w 4418809"/>
              <a:gd name="connsiteY468" fmla="*/ 2221180 h 17130814"/>
              <a:gd name="connsiteX469" fmla="*/ 2975001 w 4418809"/>
              <a:gd name="connsiteY469" fmla="*/ 1765306 h 17130814"/>
              <a:gd name="connsiteX470" fmla="*/ 3507052 w 4418809"/>
              <a:gd name="connsiteY470" fmla="*/ 2375307 h 17130814"/>
              <a:gd name="connsiteX471" fmla="*/ 2451594 w 4418809"/>
              <a:gd name="connsiteY471" fmla="*/ 15140609 h 17130814"/>
              <a:gd name="connsiteX472" fmla="*/ 2436282 w 4418809"/>
              <a:gd name="connsiteY472" fmla="*/ 15207217 h 17130814"/>
              <a:gd name="connsiteX473" fmla="*/ 2075102 w 4418809"/>
              <a:gd name="connsiteY473" fmla="*/ 15433924 h 17130814"/>
              <a:gd name="connsiteX474" fmla="*/ 2022653 w 4418809"/>
              <a:gd name="connsiteY474" fmla="*/ 15421866 h 17130814"/>
              <a:gd name="connsiteX475" fmla="*/ 1981765 w 4418809"/>
              <a:gd name="connsiteY475" fmla="*/ 15380756 h 17130814"/>
              <a:gd name="connsiteX476" fmla="*/ 1782422 w 4418809"/>
              <a:gd name="connsiteY476" fmla="*/ 15289662 h 17130814"/>
              <a:gd name="connsiteX477" fmla="*/ 1720877 w 4418809"/>
              <a:gd name="connsiteY477" fmla="*/ 15287492 h 17130814"/>
              <a:gd name="connsiteX478" fmla="*/ 1748193 w 4418809"/>
              <a:gd name="connsiteY478" fmla="*/ 15277106 h 17130814"/>
              <a:gd name="connsiteX479" fmla="*/ 1953519 w 4418809"/>
              <a:gd name="connsiteY479" fmla="*/ 14991095 h 17130814"/>
              <a:gd name="connsiteX480" fmla="*/ 1423093 w 4418809"/>
              <a:gd name="connsiteY480" fmla="*/ 14295442 h 17130814"/>
              <a:gd name="connsiteX481" fmla="*/ 1422757 w 4418809"/>
              <a:gd name="connsiteY481" fmla="*/ 14295428 h 17130814"/>
              <a:gd name="connsiteX482" fmla="*/ 1434664 w 4418809"/>
              <a:gd name="connsiteY482" fmla="*/ 14294946 h 17130814"/>
              <a:gd name="connsiteX483" fmla="*/ 1946521 w 4418809"/>
              <a:gd name="connsiteY483" fmla="*/ 13841512 h 17130814"/>
              <a:gd name="connsiteX484" fmla="*/ 1814247 w 4418809"/>
              <a:gd name="connsiteY484" fmla="*/ 13448756 h 17130814"/>
              <a:gd name="connsiteX485" fmla="*/ 1789923 w 4418809"/>
              <a:gd name="connsiteY485" fmla="*/ 13433456 h 17130814"/>
              <a:gd name="connsiteX486" fmla="*/ 1830500 w 4418809"/>
              <a:gd name="connsiteY486" fmla="*/ 13443007 h 17130814"/>
              <a:gd name="connsiteX487" fmla="*/ 2106675 w 4418809"/>
              <a:gd name="connsiteY487" fmla="*/ 13639334 h 17130814"/>
              <a:gd name="connsiteX488" fmla="*/ 2065191 w 4418809"/>
              <a:gd name="connsiteY488" fmla="*/ 14406389 h 17130814"/>
              <a:gd name="connsiteX489" fmla="*/ 2056917 w 4418809"/>
              <a:gd name="connsiteY489" fmla="*/ 14413599 h 17130814"/>
              <a:gd name="connsiteX490" fmla="*/ 2025594 w 4418809"/>
              <a:gd name="connsiteY490" fmla="*/ 14430906 h 17130814"/>
              <a:gd name="connsiteX491" fmla="*/ 2023173 w 4418809"/>
              <a:gd name="connsiteY491" fmla="*/ 14432968 h 17130814"/>
              <a:gd name="connsiteX492" fmla="*/ 2027507 w 4418809"/>
              <a:gd name="connsiteY492" fmla="*/ 14439232 h 17130814"/>
              <a:gd name="connsiteX493" fmla="*/ 2021699 w 4418809"/>
              <a:gd name="connsiteY493" fmla="*/ 14444293 h 17130814"/>
              <a:gd name="connsiteX494" fmla="*/ 2044827 w 4418809"/>
              <a:gd name="connsiteY494" fmla="*/ 14473799 h 17130814"/>
              <a:gd name="connsiteX495" fmla="*/ 2070260 w 4418809"/>
              <a:gd name="connsiteY495" fmla="*/ 14451704 h 17130814"/>
              <a:gd name="connsiteX496" fmla="*/ 2108469 w 4418809"/>
              <a:gd name="connsiteY496" fmla="*/ 14435278 h 17130814"/>
              <a:gd name="connsiteX497" fmla="*/ 2281645 w 4418809"/>
              <a:gd name="connsiteY497" fmla="*/ 14504488 h 17130814"/>
              <a:gd name="connsiteX498" fmla="*/ 2238893 w 4418809"/>
              <a:gd name="connsiteY498" fmla="*/ 14739209 h 17130814"/>
              <a:gd name="connsiteX499" fmla="*/ 2236111 w 4418809"/>
              <a:gd name="connsiteY499" fmla="*/ 14740748 h 17130814"/>
              <a:gd name="connsiteX500" fmla="*/ 2238949 w 4418809"/>
              <a:gd name="connsiteY500" fmla="*/ 14744848 h 17130814"/>
              <a:gd name="connsiteX501" fmla="*/ 2236909 w 4418809"/>
              <a:gd name="connsiteY501" fmla="*/ 14743921 h 17130814"/>
              <a:gd name="connsiteX502" fmla="*/ 2224887 w 4418809"/>
              <a:gd name="connsiteY502" fmla="*/ 14779431 h 17130814"/>
              <a:gd name="connsiteX503" fmla="*/ 2451594 w 4418809"/>
              <a:gd name="connsiteY503" fmla="*/ 15140609 h 17130814"/>
              <a:gd name="connsiteX504" fmla="*/ 3013741 w 4418809"/>
              <a:gd name="connsiteY504" fmla="*/ 9325195 h 17130814"/>
              <a:gd name="connsiteX505" fmla="*/ 3008420 w 4418809"/>
              <a:gd name="connsiteY505" fmla="*/ 9358580 h 17130814"/>
              <a:gd name="connsiteX506" fmla="*/ 3002220 w 4418809"/>
              <a:gd name="connsiteY506" fmla="*/ 9352851 h 17130814"/>
              <a:gd name="connsiteX507" fmla="*/ 2724769 w 4418809"/>
              <a:gd name="connsiteY507" fmla="*/ 9279697 h 17130814"/>
              <a:gd name="connsiteX508" fmla="*/ 2584130 w 4418809"/>
              <a:gd name="connsiteY508" fmla="*/ 9328517 h 17130814"/>
              <a:gd name="connsiteX509" fmla="*/ 2541936 w 4418809"/>
              <a:gd name="connsiteY509" fmla="*/ 9359422 h 17130814"/>
              <a:gd name="connsiteX510" fmla="*/ 2554788 w 4418809"/>
              <a:gd name="connsiteY510" fmla="*/ 9325437 h 17130814"/>
              <a:gd name="connsiteX511" fmla="*/ 2564674 w 4418809"/>
              <a:gd name="connsiteY511" fmla="*/ 9288353 h 17130814"/>
              <a:gd name="connsiteX512" fmla="*/ 2564362 w 4418809"/>
              <a:gd name="connsiteY512" fmla="*/ 9288286 h 17130814"/>
              <a:gd name="connsiteX513" fmla="*/ 2565333 w 4418809"/>
              <a:gd name="connsiteY513" fmla="*/ 9285259 h 17130814"/>
              <a:gd name="connsiteX514" fmla="*/ 2406671 w 4418809"/>
              <a:gd name="connsiteY514" fmla="*/ 9040600 h 17130814"/>
              <a:gd name="connsiteX515" fmla="*/ 2162012 w 4418809"/>
              <a:gd name="connsiteY515" fmla="*/ 9199263 h 17130814"/>
              <a:gd name="connsiteX516" fmla="*/ 2161664 w 4418809"/>
              <a:gd name="connsiteY516" fmla="*/ 9202422 h 17130814"/>
              <a:gd name="connsiteX517" fmla="*/ 2198330 w 4418809"/>
              <a:gd name="connsiteY517" fmla="*/ 9210240 h 17130814"/>
              <a:gd name="connsiteX518" fmla="*/ 2198678 w 4418809"/>
              <a:gd name="connsiteY518" fmla="*/ 9207081 h 17130814"/>
              <a:gd name="connsiteX519" fmla="*/ 2398853 w 4418809"/>
              <a:gd name="connsiteY519" fmla="*/ 9077266 h 17130814"/>
              <a:gd name="connsiteX520" fmla="*/ 2528668 w 4418809"/>
              <a:gd name="connsiteY520" fmla="*/ 9277441 h 17130814"/>
              <a:gd name="connsiteX521" fmla="*/ 2527696 w 4418809"/>
              <a:gd name="connsiteY521" fmla="*/ 9280468 h 17130814"/>
              <a:gd name="connsiteX522" fmla="*/ 2528008 w 4418809"/>
              <a:gd name="connsiteY522" fmla="*/ 9280534 h 17130814"/>
              <a:gd name="connsiteX523" fmla="*/ 2474689 w 4418809"/>
              <a:gd name="connsiteY523" fmla="*/ 9403452 h 17130814"/>
              <a:gd name="connsiteX524" fmla="*/ 2438245 w 4418809"/>
              <a:gd name="connsiteY524" fmla="*/ 9446078 h 17130814"/>
              <a:gd name="connsiteX525" fmla="*/ 2394603 w 4418809"/>
              <a:gd name="connsiteY525" fmla="*/ 9476690 h 17130814"/>
              <a:gd name="connsiteX526" fmla="*/ 2185156 w 4418809"/>
              <a:gd name="connsiteY526" fmla="*/ 9542821 h 17130814"/>
              <a:gd name="connsiteX527" fmla="*/ 2154645 w 4418809"/>
              <a:gd name="connsiteY527" fmla="*/ 9543134 h 17130814"/>
              <a:gd name="connsiteX528" fmla="*/ 2127658 w 4418809"/>
              <a:gd name="connsiteY528" fmla="*/ 9540165 h 17130814"/>
              <a:gd name="connsiteX529" fmla="*/ 1860552 w 4418809"/>
              <a:gd name="connsiteY529" fmla="*/ 9207747 h 17130814"/>
              <a:gd name="connsiteX530" fmla="*/ 1868029 w 4418809"/>
              <a:gd name="connsiteY530" fmla="*/ 9139813 h 17130814"/>
              <a:gd name="connsiteX531" fmla="*/ 2553848 w 4418809"/>
              <a:gd name="connsiteY531" fmla="*/ 8709896 h 17130814"/>
              <a:gd name="connsiteX532" fmla="*/ 3013741 w 4418809"/>
              <a:gd name="connsiteY532" fmla="*/ 9325195 h 17130814"/>
              <a:gd name="connsiteX533" fmla="*/ 3181945 w 4418809"/>
              <a:gd name="connsiteY533" fmla="*/ 7710671 h 17130814"/>
              <a:gd name="connsiteX534" fmla="*/ 2958898 w 4418809"/>
              <a:gd name="connsiteY534" fmla="*/ 8082119 h 17130814"/>
              <a:gd name="connsiteX535" fmla="*/ 2961696 w 4418809"/>
              <a:gd name="connsiteY535" fmla="*/ 8085988 h 17130814"/>
              <a:gd name="connsiteX536" fmla="*/ 2954127 w 4418809"/>
              <a:gd name="connsiteY536" fmla="*/ 8141483 h 17130814"/>
              <a:gd name="connsiteX537" fmla="*/ 2335845 w 4418809"/>
              <a:gd name="connsiteY537" fmla="*/ 8597354 h 17130814"/>
              <a:gd name="connsiteX538" fmla="*/ 1803793 w 4418809"/>
              <a:gd name="connsiteY538" fmla="*/ 7987355 h 17130814"/>
              <a:gd name="connsiteX539" fmla="*/ 2168176 w 4418809"/>
              <a:gd name="connsiteY539" fmla="*/ 7679275 h 17130814"/>
              <a:gd name="connsiteX540" fmla="*/ 2476256 w 4418809"/>
              <a:gd name="connsiteY540" fmla="*/ 8043658 h 17130814"/>
              <a:gd name="connsiteX541" fmla="*/ 2475938 w 4418809"/>
              <a:gd name="connsiteY541" fmla="*/ 8043631 h 17130814"/>
              <a:gd name="connsiteX542" fmla="*/ 2475992 w 4418809"/>
              <a:gd name="connsiteY542" fmla="*/ 8046810 h 17130814"/>
              <a:gd name="connsiteX543" fmla="*/ 2293801 w 4418809"/>
              <a:gd name="connsiteY543" fmla="*/ 8200850 h 17130814"/>
              <a:gd name="connsiteX544" fmla="*/ 2139760 w 4418809"/>
              <a:gd name="connsiteY544" fmla="*/ 8018659 h 17130814"/>
              <a:gd name="connsiteX545" fmla="*/ 2140342 w 4418809"/>
              <a:gd name="connsiteY545" fmla="*/ 8015533 h 17130814"/>
              <a:gd name="connsiteX546" fmla="*/ 2102983 w 4418809"/>
              <a:gd name="connsiteY546" fmla="*/ 8012405 h 17130814"/>
              <a:gd name="connsiteX547" fmla="*/ 2102401 w 4418809"/>
              <a:gd name="connsiteY547" fmla="*/ 8015531 h 17130814"/>
              <a:gd name="connsiteX548" fmla="*/ 2290673 w 4418809"/>
              <a:gd name="connsiteY548" fmla="*/ 8238209 h 17130814"/>
              <a:gd name="connsiteX549" fmla="*/ 2513351 w 4418809"/>
              <a:gd name="connsiteY549" fmla="*/ 8049938 h 17130814"/>
              <a:gd name="connsiteX550" fmla="*/ 2513297 w 4418809"/>
              <a:gd name="connsiteY550" fmla="*/ 8046759 h 17130814"/>
              <a:gd name="connsiteX551" fmla="*/ 2513615 w 4418809"/>
              <a:gd name="connsiteY551" fmla="*/ 8046786 h 17130814"/>
              <a:gd name="connsiteX552" fmla="*/ 2171304 w 4418809"/>
              <a:gd name="connsiteY552" fmla="*/ 7641916 h 17130814"/>
              <a:gd name="connsiteX553" fmla="*/ 2108767 w 4418809"/>
              <a:gd name="connsiteY553" fmla="*/ 7642976 h 17130814"/>
              <a:gd name="connsiteX554" fmla="*/ 2131364 w 4418809"/>
              <a:gd name="connsiteY554" fmla="*/ 7633453 h 17130814"/>
              <a:gd name="connsiteX555" fmla="*/ 2245523 w 4418809"/>
              <a:gd name="connsiteY555" fmla="*/ 7537900 h 17130814"/>
              <a:gd name="connsiteX556" fmla="*/ 2310630 w 4418809"/>
              <a:gd name="connsiteY556" fmla="*/ 7191890 h 17130814"/>
              <a:gd name="connsiteX557" fmla="*/ 2286774 w 4418809"/>
              <a:gd name="connsiteY557" fmla="*/ 7135281 h 17130814"/>
              <a:gd name="connsiteX558" fmla="*/ 2376584 w 4418809"/>
              <a:gd name="connsiteY558" fmla="*/ 7083533 h 17130814"/>
              <a:gd name="connsiteX559" fmla="*/ 2563696 w 4418809"/>
              <a:gd name="connsiteY559" fmla="*/ 7037421 h 17130814"/>
              <a:gd name="connsiteX560" fmla="*/ 2633028 w 4418809"/>
              <a:gd name="connsiteY560" fmla="*/ 7044553 h 17130814"/>
              <a:gd name="connsiteX561" fmla="*/ 2665374 w 4418809"/>
              <a:gd name="connsiteY561" fmla="*/ 7054553 h 17130814"/>
              <a:gd name="connsiteX562" fmla="*/ 2666940 w 4418809"/>
              <a:gd name="connsiteY562" fmla="*/ 7054756 h 17130814"/>
              <a:gd name="connsiteX563" fmla="*/ 2666422 w 4418809"/>
              <a:gd name="connsiteY563" fmla="*/ 7055428 h 17130814"/>
              <a:gd name="connsiteX564" fmla="*/ 2727477 w 4418809"/>
              <a:gd name="connsiteY564" fmla="*/ 7528672 h 17130814"/>
              <a:gd name="connsiteX565" fmla="*/ 2254232 w 4418809"/>
              <a:gd name="connsiteY565" fmla="*/ 7589727 h 17130814"/>
              <a:gd name="connsiteX566" fmla="*/ 2231333 w 4418809"/>
              <a:gd name="connsiteY566" fmla="*/ 7619411 h 17130814"/>
              <a:gd name="connsiteX567" fmla="*/ 2757160 w 4418809"/>
              <a:gd name="connsiteY567" fmla="*/ 7551572 h 17130814"/>
              <a:gd name="connsiteX568" fmla="*/ 2834498 w 4418809"/>
              <a:gd name="connsiteY568" fmla="*/ 7346501 h 17130814"/>
              <a:gd name="connsiteX569" fmla="*/ 2756295 w 4418809"/>
              <a:gd name="connsiteY569" fmla="*/ 7092318 h 17130814"/>
              <a:gd name="connsiteX570" fmla="*/ 2729576 w 4418809"/>
              <a:gd name="connsiteY570" fmla="*/ 7062139 h 17130814"/>
              <a:gd name="connsiteX571" fmla="*/ 2763815 w 4418809"/>
              <a:gd name="connsiteY571" fmla="*/ 7061619 h 17130814"/>
              <a:gd name="connsiteX572" fmla="*/ 2929985 w 4418809"/>
              <a:gd name="connsiteY572" fmla="*/ 7139196 h 17130814"/>
              <a:gd name="connsiteX573" fmla="*/ 3074803 w 4418809"/>
              <a:gd name="connsiteY573" fmla="*/ 7281028 h 17130814"/>
              <a:gd name="connsiteX574" fmla="*/ 3181945 w 4418809"/>
              <a:gd name="connsiteY574" fmla="*/ 7710671 h 17130814"/>
              <a:gd name="connsiteX575" fmla="*/ 3337281 w 4418809"/>
              <a:gd name="connsiteY575" fmla="*/ 6525090 h 17130814"/>
              <a:gd name="connsiteX576" fmla="*/ 3214907 w 4418809"/>
              <a:gd name="connsiteY576" fmla="*/ 6797595 h 17130814"/>
              <a:gd name="connsiteX577" fmla="*/ 2829364 w 4418809"/>
              <a:gd name="connsiteY577" fmla="*/ 7015376 h 17130814"/>
              <a:gd name="connsiteX578" fmla="*/ 2761318 w 4418809"/>
              <a:gd name="connsiteY578" fmla="*/ 7010803 h 17130814"/>
              <a:gd name="connsiteX579" fmla="*/ 2745448 w 4418809"/>
              <a:gd name="connsiteY579" fmla="*/ 7005954 h 17130814"/>
              <a:gd name="connsiteX580" fmla="*/ 2650930 w 4418809"/>
              <a:gd name="connsiteY580" fmla="*/ 7003382 h 17130814"/>
              <a:gd name="connsiteX581" fmla="*/ 2611707 w 4418809"/>
              <a:gd name="connsiteY581" fmla="*/ 7000746 h 17130814"/>
              <a:gd name="connsiteX582" fmla="*/ 2411903 w 4418809"/>
              <a:gd name="connsiteY582" fmla="*/ 6899402 h 17130814"/>
              <a:gd name="connsiteX583" fmla="*/ 2388486 w 4418809"/>
              <a:gd name="connsiteY583" fmla="*/ 6928678 h 17130814"/>
              <a:gd name="connsiteX584" fmla="*/ 2510255 w 4418809"/>
              <a:gd name="connsiteY584" fmla="*/ 7003228 h 17130814"/>
              <a:gd name="connsiteX585" fmla="*/ 2413816 w 4418809"/>
              <a:gd name="connsiteY585" fmla="*/ 7027341 h 17130814"/>
              <a:gd name="connsiteX586" fmla="*/ 2308796 w 4418809"/>
              <a:gd name="connsiteY586" fmla="*/ 7075675 h 17130814"/>
              <a:gd name="connsiteX587" fmla="*/ 2267269 w 4418809"/>
              <a:gd name="connsiteY587" fmla="*/ 7102637 h 17130814"/>
              <a:gd name="connsiteX588" fmla="*/ 2241182 w 4418809"/>
              <a:gd name="connsiteY588" fmla="*/ 7064103 h 17130814"/>
              <a:gd name="connsiteX589" fmla="*/ 2186937 w 4418809"/>
              <a:gd name="connsiteY589" fmla="*/ 7010961 h 17130814"/>
              <a:gd name="connsiteX590" fmla="*/ 2186738 w 4418809"/>
              <a:gd name="connsiteY590" fmla="*/ 7011209 h 17130814"/>
              <a:gd name="connsiteX591" fmla="*/ 2184468 w 4418809"/>
              <a:gd name="connsiteY591" fmla="*/ 7008984 h 17130814"/>
              <a:gd name="connsiteX592" fmla="*/ 1894651 w 4418809"/>
              <a:gd name="connsiteY592" fmla="*/ 7041207 h 17130814"/>
              <a:gd name="connsiteX593" fmla="*/ 1926873 w 4418809"/>
              <a:gd name="connsiteY593" fmla="*/ 7331023 h 17130814"/>
              <a:gd name="connsiteX594" fmla="*/ 1929543 w 4418809"/>
              <a:gd name="connsiteY594" fmla="*/ 7332750 h 17130814"/>
              <a:gd name="connsiteX595" fmla="*/ 1952960 w 4418809"/>
              <a:gd name="connsiteY595" fmla="*/ 7303473 h 17130814"/>
              <a:gd name="connsiteX596" fmla="*/ 1950291 w 4418809"/>
              <a:gd name="connsiteY596" fmla="*/ 7301747 h 17130814"/>
              <a:gd name="connsiteX597" fmla="*/ 1923928 w 4418809"/>
              <a:gd name="connsiteY597" fmla="*/ 7064624 h 17130814"/>
              <a:gd name="connsiteX598" fmla="*/ 2161050 w 4418809"/>
              <a:gd name="connsiteY598" fmla="*/ 7038262 h 17130814"/>
              <a:gd name="connsiteX599" fmla="*/ 2163321 w 4418809"/>
              <a:gd name="connsiteY599" fmla="*/ 7040486 h 17130814"/>
              <a:gd name="connsiteX600" fmla="*/ 2163520 w 4418809"/>
              <a:gd name="connsiteY600" fmla="*/ 7040237 h 17130814"/>
              <a:gd name="connsiteX601" fmla="*/ 2216247 w 4418809"/>
              <a:gd name="connsiteY601" fmla="*/ 7514481 h 17130814"/>
              <a:gd name="connsiteX602" fmla="*/ 1742002 w 4418809"/>
              <a:gd name="connsiteY602" fmla="*/ 7567208 h 17130814"/>
              <a:gd name="connsiteX603" fmla="*/ 1698886 w 4418809"/>
              <a:gd name="connsiteY603" fmla="*/ 7528879 h 17130814"/>
              <a:gd name="connsiteX604" fmla="*/ 1698821 w 4418809"/>
              <a:gd name="connsiteY604" fmla="*/ 7528808 h 17130814"/>
              <a:gd name="connsiteX605" fmla="*/ 1700195 w 4418809"/>
              <a:gd name="connsiteY605" fmla="*/ 7523955 h 17130814"/>
              <a:gd name="connsiteX606" fmla="*/ 1693267 w 4418809"/>
              <a:gd name="connsiteY606" fmla="*/ 7522726 h 17130814"/>
              <a:gd name="connsiteX607" fmla="*/ 1660695 w 4418809"/>
              <a:gd name="connsiteY607" fmla="*/ 7487055 h 17130814"/>
              <a:gd name="connsiteX608" fmla="*/ 1664946 w 4418809"/>
              <a:gd name="connsiteY608" fmla="*/ 6761453 h 17130814"/>
              <a:gd name="connsiteX609" fmla="*/ 2050488 w 4418809"/>
              <a:gd name="connsiteY609" fmla="*/ 6543672 h 17130814"/>
              <a:gd name="connsiteX610" fmla="*/ 2118535 w 4418809"/>
              <a:gd name="connsiteY610" fmla="*/ 6548246 h 17130814"/>
              <a:gd name="connsiteX611" fmla="*/ 2134404 w 4418809"/>
              <a:gd name="connsiteY611" fmla="*/ 6553094 h 17130814"/>
              <a:gd name="connsiteX612" fmla="*/ 2228916 w 4418809"/>
              <a:gd name="connsiteY612" fmla="*/ 6555665 h 17130814"/>
              <a:gd name="connsiteX613" fmla="*/ 2268145 w 4418809"/>
              <a:gd name="connsiteY613" fmla="*/ 6558302 h 17130814"/>
              <a:gd name="connsiteX614" fmla="*/ 2467949 w 4418809"/>
              <a:gd name="connsiteY614" fmla="*/ 6659646 h 17130814"/>
              <a:gd name="connsiteX615" fmla="*/ 2491367 w 4418809"/>
              <a:gd name="connsiteY615" fmla="*/ 6630370 h 17130814"/>
              <a:gd name="connsiteX616" fmla="*/ 2369596 w 4418809"/>
              <a:gd name="connsiteY616" fmla="*/ 6555819 h 17130814"/>
              <a:gd name="connsiteX617" fmla="*/ 2466036 w 4418809"/>
              <a:gd name="connsiteY617" fmla="*/ 6531707 h 17130814"/>
              <a:gd name="connsiteX618" fmla="*/ 2571056 w 4418809"/>
              <a:gd name="connsiteY618" fmla="*/ 6483373 h 17130814"/>
              <a:gd name="connsiteX619" fmla="*/ 2612582 w 4418809"/>
              <a:gd name="connsiteY619" fmla="*/ 6456411 h 17130814"/>
              <a:gd name="connsiteX620" fmla="*/ 2638670 w 4418809"/>
              <a:gd name="connsiteY620" fmla="*/ 6494945 h 17130814"/>
              <a:gd name="connsiteX621" fmla="*/ 2692915 w 4418809"/>
              <a:gd name="connsiteY621" fmla="*/ 6548088 h 17130814"/>
              <a:gd name="connsiteX622" fmla="*/ 2693114 w 4418809"/>
              <a:gd name="connsiteY622" fmla="*/ 6547839 h 17130814"/>
              <a:gd name="connsiteX623" fmla="*/ 2695385 w 4418809"/>
              <a:gd name="connsiteY623" fmla="*/ 6550064 h 17130814"/>
              <a:gd name="connsiteX624" fmla="*/ 2985201 w 4418809"/>
              <a:gd name="connsiteY624" fmla="*/ 6517842 h 17130814"/>
              <a:gd name="connsiteX625" fmla="*/ 2952979 w 4418809"/>
              <a:gd name="connsiteY625" fmla="*/ 6228025 h 17130814"/>
              <a:gd name="connsiteX626" fmla="*/ 2950310 w 4418809"/>
              <a:gd name="connsiteY626" fmla="*/ 6226299 h 17130814"/>
              <a:gd name="connsiteX627" fmla="*/ 2926892 w 4418809"/>
              <a:gd name="connsiteY627" fmla="*/ 6255575 h 17130814"/>
              <a:gd name="connsiteX628" fmla="*/ 2929561 w 4418809"/>
              <a:gd name="connsiteY628" fmla="*/ 6257302 h 17130814"/>
              <a:gd name="connsiteX629" fmla="*/ 2955925 w 4418809"/>
              <a:gd name="connsiteY629" fmla="*/ 6494424 h 17130814"/>
              <a:gd name="connsiteX630" fmla="*/ 2718802 w 4418809"/>
              <a:gd name="connsiteY630" fmla="*/ 6520787 h 17130814"/>
              <a:gd name="connsiteX631" fmla="*/ 2716532 w 4418809"/>
              <a:gd name="connsiteY631" fmla="*/ 6518563 h 17130814"/>
              <a:gd name="connsiteX632" fmla="*/ 2716332 w 4418809"/>
              <a:gd name="connsiteY632" fmla="*/ 6518811 h 17130814"/>
              <a:gd name="connsiteX633" fmla="*/ 2663605 w 4418809"/>
              <a:gd name="connsiteY633" fmla="*/ 6044567 h 17130814"/>
              <a:gd name="connsiteX634" fmla="*/ 3137850 w 4418809"/>
              <a:gd name="connsiteY634" fmla="*/ 5991840 h 17130814"/>
              <a:gd name="connsiteX635" fmla="*/ 3180967 w 4418809"/>
              <a:gd name="connsiteY635" fmla="*/ 6030170 h 17130814"/>
              <a:gd name="connsiteX636" fmla="*/ 3181031 w 4418809"/>
              <a:gd name="connsiteY636" fmla="*/ 6030241 h 17130814"/>
              <a:gd name="connsiteX637" fmla="*/ 3179657 w 4418809"/>
              <a:gd name="connsiteY637" fmla="*/ 6035094 h 17130814"/>
              <a:gd name="connsiteX638" fmla="*/ 3186585 w 4418809"/>
              <a:gd name="connsiteY638" fmla="*/ 6036323 h 17130814"/>
              <a:gd name="connsiteX639" fmla="*/ 3219157 w 4418809"/>
              <a:gd name="connsiteY639" fmla="*/ 6071994 h 17130814"/>
              <a:gd name="connsiteX640" fmla="*/ 3337281 w 4418809"/>
              <a:gd name="connsiteY640" fmla="*/ 6525090 h 17130814"/>
              <a:gd name="connsiteX641" fmla="*/ 3768274 w 4418809"/>
              <a:gd name="connsiteY641" fmla="*/ 3328703 h 17130814"/>
              <a:gd name="connsiteX642" fmla="*/ 3645900 w 4418809"/>
              <a:gd name="connsiteY642" fmla="*/ 3601209 h 17130814"/>
              <a:gd name="connsiteX643" fmla="*/ 3042700 w 4418809"/>
              <a:gd name="connsiteY643" fmla="*/ 3804359 h 17130814"/>
              <a:gd name="connsiteX644" fmla="*/ 2953954 w 4418809"/>
              <a:gd name="connsiteY644" fmla="*/ 3770462 h 17130814"/>
              <a:gd name="connsiteX645" fmla="*/ 2929872 w 4418809"/>
              <a:gd name="connsiteY645" fmla="*/ 3670045 h 17130814"/>
              <a:gd name="connsiteX646" fmla="*/ 2720731 w 4418809"/>
              <a:gd name="connsiteY646" fmla="*/ 3382828 h 17130814"/>
              <a:gd name="connsiteX647" fmla="*/ 2683795 w 4418809"/>
              <a:gd name="connsiteY647" fmla="*/ 3359929 h 17130814"/>
              <a:gd name="connsiteX648" fmla="*/ 2787339 w 4418809"/>
              <a:gd name="connsiteY648" fmla="*/ 3362746 h 17130814"/>
              <a:gd name="connsiteX649" fmla="*/ 3002050 w 4418809"/>
              <a:gd name="connsiteY649" fmla="*/ 3286987 h 17130814"/>
              <a:gd name="connsiteX650" fmla="*/ 3043576 w 4418809"/>
              <a:gd name="connsiteY650" fmla="*/ 3260025 h 17130814"/>
              <a:gd name="connsiteX651" fmla="*/ 3069664 w 4418809"/>
              <a:gd name="connsiteY651" fmla="*/ 3298558 h 17130814"/>
              <a:gd name="connsiteX652" fmla="*/ 3123908 w 4418809"/>
              <a:gd name="connsiteY652" fmla="*/ 3351701 h 17130814"/>
              <a:gd name="connsiteX653" fmla="*/ 3124107 w 4418809"/>
              <a:gd name="connsiteY653" fmla="*/ 3351452 h 17130814"/>
              <a:gd name="connsiteX654" fmla="*/ 3126378 w 4418809"/>
              <a:gd name="connsiteY654" fmla="*/ 3353678 h 17130814"/>
              <a:gd name="connsiteX655" fmla="*/ 3416194 w 4418809"/>
              <a:gd name="connsiteY655" fmla="*/ 3321455 h 17130814"/>
              <a:gd name="connsiteX656" fmla="*/ 3383972 w 4418809"/>
              <a:gd name="connsiteY656" fmla="*/ 3031639 h 17130814"/>
              <a:gd name="connsiteX657" fmla="*/ 3381303 w 4418809"/>
              <a:gd name="connsiteY657" fmla="*/ 3029912 h 17130814"/>
              <a:gd name="connsiteX658" fmla="*/ 3357885 w 4418809"/>
              <a:gd name="connsiteY658" fmla="*/ 3059188 h 17130814"/>
              <a:gd name="connsiteX659" fmla="*/ 3360555 w 4418809"/>
              <a:gd name="connsiteY659" fmla="*/ 3060915 h 17130814"/>
              <a:gd name="connsiteX660" fmla="*/ 3386918 w 4418809"/>
              <a:gd name="connsiteY660" fmla="*/ 3298037 h 17130814"/>
              <a:gd name="connsiteX661" fmla="*/ 3149795 w 4418809"/>
              <a:gd name="connsiteY661" fmla="*/ 3324400 h 17130814"/>
              <a:gd name="connsiteX662" fmla="*/ 3147525 w 4418809"/>
              <a:gd name="connsiteY662" fmla="*/ 3322176 h 17130814"/>
              <a:gd name="connsiteX663" fmla="*/ 3147325 w 4418809"/>
              <a:gd name="connsiteY663" fmla="*/ 3322425 h 17130814"/>
              <a:gd name="connsiteX664" fmla="*/ 3094599 w 4418809"/>
              <a:gd name="connsiteY664" fmla="*/ 2848181 h 17130814"/>
              <a:gd name="connsiteX665" fmla="*/ 3568843 w 4418809"/>
              <a:gd name="connsiteY665" fmla="*/ 2795454 h 17130814"/>
              <a:gd name="connsiteX666" fmla="*/ 3611960 w 4418809"/>
              <a:gd name="connsiteY666" fmla="*/ 2833784 h 17130814"/>
              <a:gd name="connsiteX667" fmla="*/ 3612025 w 4418809"/>
              <a:gd name="connsiteY667" fmla="*/ 2833854 h 17130814"/>
              <a:gd name="connsiteX668" fmla="*/ 3610650 w 4418809"/>
              <a:gd name="connsiteY668" fmla="*/ 2838707 h 17130814"/>
              <a:gd name="connsiteX669" fmla="*/ 3617578 w 4418809"/>
              <a:gd name="connsiteY669" fmla="*/ 2839936 h 17130814"/>
              <a:gd name="connsiteX670" fmla="*/ 3650151 w 4418809"/>
              <a:gd name="connsiteY670" fmla="*/ 2875608 h 17130814"/>
              <a:gd name="connsiteX671" fmla="*/ 3768274 w 4418809"/>
              <a:gd name="connsiteY671" fmla="*/ 3328703 h 17130814"/>
              <a:gd name="connsiteX672" fmla="*/ 3618397 w 4418809"/>
              <a:gd name="connsiteY672" fmla="*/ 5699042 h 17130814"/>
              <a:gd name="connsiteX673" fmla="*/ 3606460 w 4418809"/>
              <a:gd name="connsiteY673" fmla="*/ 5766336 h 17130814"/>
              <a:gd name="connsiteX674" fmla="*/ 3257167 w 4418809"/>
              <a:gd name="connsiteY674" fmla="*/ 6010959 h 17130814"/>
              <a:gd name="connsiteX675" fmla="*/ 3204176 w 4418809"/>
              <a:gd name="connsiteY675" fmla="*/ 6001560 h 17130814"/>
              <a:gd name="connsiteX676" fmla="*/ 3161268 w 4418809"/>
              <a:gd name="connsiteY676" fmla="*/ 5962564 h 17130814"/>
              <a:gd name="connsiteX677" fmla="*/ 2957588 w 4418809"/>
              <a:gd name="connsiteY677" fmla="*/ 5881632 h 17130814"/>
              <a:gd name="connsiteX678" fmla="*/ 2896011 w 4418809"/>
              <a:gd name="connsiteY678" fmla="*/ 5882567 h 17130814"/>
              <a:gd name="connsiteX679" fmla="*/ 2922768 w 4418809"/>
              <a:gd name="connsiteY679" fmla="*/ 5870817 h 17130814"/>
              <a:gd name="connsiteX680" fmla="*/ 3113418 w 4418809"/>
              <a:gd name="connsiteY680" fmla="*/ 5574821 h 17130814"/>
              <a:gd name="connsiteX681" fmla="*/ 2548605 w 4418809"/>
              <a:gd name="connsiteY681" fmla="*/ 4906786 h 17130814"/>
              <a:gd name="connsiteX682" fmla="*/ 2548269 w 4418809"/>
              <a:gd name="connsiteY682" fmla="*/ 4906789 h 17130814"/>
              <a:gd name="connsiteX683" fmla="*/ 2560136 w 4418809"/>
              <a:gd name="connsiteY683" fmla="*/ 4905707 h 17130814"/>
              <a:gd name="connsiteX684" fmla="*/ 3021874 w 4418809"/>
              <a:gd name="connsiteY684" fmla="*/ 4517698 h 17130814"/>
              <a:gd name="connsiteX685" fmla="*/ 3037198 w 4418809"/>
              <a:gd name="connsiteY685" fmla="*/ 4465508 h 17130814"/>
              <a:gd name="connsiteX686" fmla="*/ 3075692 w 4418809"/>
              <a:gd name="connsiteY686" fmla="*/ 4452731 h 17130814"/>
              <a:gd name="connsiteX687" fmla="*/ 3188154 w 4418809"/>
              <a:gd name="connsiteY687" fmla="*/ 4355185 h 17130814"/>
              <a:gd name="connsiteX688" fmla="*/ 3219607 w 4418809"/>
              <a:gd name="connsiteY688" fmla="*/ 4307342 h 17130814"/>
              <a:gd name="connsiteX689" fmla="*/ 3236601 w 4418809"/>
              <a:gd name="connsiteY689" fmla="*/ 4270344 h 17130814"/>
              <a:gd name="connsiteX690" fmla="*/ 3262779 w 4418809"/>
              <a:gd name="connsiteY690" fmla="*/ 4306714 h 17130814"/>
              <a:gd name="connsiteX691" fmla="*/ 3195479 w 4418809"/>
              <a:gd name="connsiteY691" fmla="*/ 4985230 h 17130814"/>
              <a:gd name="connsiteX692" fmla="*/ 3187580 w 4418809"/>
              <a:gd name="connsiteY692" fmla="*/ 4992847 h 17130814"/>
              <a:gd name="connsiteX693" fmla="*/ 3157167 w 4418809"/>
              <a:gd name="connsiteY693" fmla="*/ 5011711 h 17130814"/>
              <a:gd name="connsiteX694" fmla="*/ 3154855 w 4418809"/>
              <a:gd name="connsiteY694" fmla="*/ 5013892 h 17130814"/>
              <a:gd name="connsiteX695" fmla="*/ 3159498 w 4418809"/>
              <a:gd name="connsiteY695" fmla="*/ 5019930 h 17130814"/>
              <a:gd name="connsiteX696" fmla="*/ 3153952 w 4418809"/>
              <a:gd name="connsiteY696" fmla="*/ 5025278 h 17130814"/>
              <a:gd name="connsiteX697" fmla="*/ 3178539 w 4418809"/>
              <a:gd name="connsiteY697" fmla="*/ 5053580 h 17130814"/>
              <a:gd name="connsiteX698" fmla="*/ 3202825 w 4418809"/>
              <a:gd name="connsiteY698" fmla="*/ 5030232 h 17130814"/>
              <a:gd name="connsiteX699" fmla="*/ 3240158 w 4418809"/>
              <a:gd name="connsiteY699" fmla="*/ 5011901 h 17130814"/>
              <a:gd name="connsiteX700" fmla="*/ 3416602 w 4418809"/>
              <a:gd name="connsiteY700" fmla="*/ 5072295 h 17130814"/>
              <a:gd name="connsiteX701" fmla="*/ 3385736 w 4418809"/>
              <a:gd name="connsiteY701" fmla="*/ 5308872 h 17130814"/>
              <a:gd name="connsiteX702" fmla="*/ 3383034 w 4418809"/>
              <a:gd name="connsiteY702" fmla="*/ 5310549 h 17130814"/>
              <a:gd name="connsiteX703" fmla="*/ 3386074 w 4418809"/>
              <a:gd name="connsiteY703" fmla="*/ 5314502 h 17130814"/>
              <a:gd name="connsiteX704" fmla="*/ 3383991 w 4418809"/>
              <a:gd name="connsiteY704" fmla="*/ 5313678 h 17130814"/>
              <a:gd name="connsiteX705" fmla="*/ 3373774 w 4418809"/>
              <a:gd name="connsiteY705" fmla="*/ 5349749 h 17130814"/>
              <a:gd name="connsiteX706" fmla="*/ 3618397 w 4418809"/>
              <a:gd name="connsiteY706" fmla="*/ 5699042 h 17130814"/>
              <a:gd name="connsiteX707" fmla="*/ 4049390 w 4418809"/>
              <a:gd name="connsiteY707" fmla="*/ 2502656 h 17130814"/>
              <a:gd name="connsiteX708" fmla="*/ 4037454 w 4418809"/>
              <a:gd name="connsiteY708" fmla="*/ 2569950 h 17130814"/>
              <a:gd name="connsiteX709" fmla="*/ 3688160 w 4418809"/>
              <a:gd name="connsiteY709" fmla="*/ 2814573 h 17130814"/>
              <a:gd name="connsiteX710" fmla="*/ 3635169 w 4418809"/>
              <a:gd name="connsiteY710" fmla="*/ 2805174 h 17130814"/>
              <a:gd name="connsiteX711" fmla="*/ 3592261 w 4418809"/>
              <a:gd name="connsiteY711" fmla="*/ 2766177 h 17130814"/>
              <a:gd name="connsiteX712" fmla="*/ 3388581 w 4418809"/>
              <a:gd name="connsiteY712" fmla="*/ 2685246 h 17130814"/>
              <a:gd name="connsiteX713" fmla="*/ 3327004 w 4418809"/>
              <a:gd name="connsiteY713" fmla="*/ 2686180 h 17130814"/>
              <a:gd name="connsiteX714" fmla="*/ 3353762 w 4418809"/>
              <a:gd name="connsiteY714" fmla="*/ 2674431 h 17130814"/>
              <a:gd name="connsiteX715" fmla="*/ 3544411 w 4418809"/>
              <a:gd name="connsiteY715" fmla="*/ 2378434 h 17130814"/>
              <a:gd name="connsiteX716" fmla="*/ 2979598 w 4418809"/>
              <a:gd name="connsiteY716" fmla="*/ 1710399 h 17130814"/>
              <a:gd name="connsiteX717" fmla="*/ 2979262 w 4418809"/>
              <a:gd name="connsiteY717" fmla="*/ 1710402 h 17130814"/>
              <a:gd name="connsiteX718" fmla="*/ 2991130 w 4418809"/>
              <a:gd name="connsiteY718" fmla="*/ 1709321 h 17130814"/>
              <a:gd name="connsiteX719" fmla="*/ 3479483 w 4418809"/>
              <a:gd name="connsiteY719" fmla="*/ 1230665 h 17130814"/>
              <a:gd name="connsiteX720" fmla="*/ 3327581 w 4418809"/>
              <a:gd name="connsiteY720" fmla="*/ 845075 h 17130814"/>
              <a:gd name="connsiteX721" fmla="*/ 3302518 w 4418809"/>
              <a:gd name="connsiteY721" fmla="*/ 831021 h 17130814"/>
              <a:gd name="connsiteX722" fmla="*/ 3343524 w 4418809"/>
              <a:gd name="connsiteY722" fmla="*/ 838514 h 17130814"/>
              <a:gd name="connsiteX723" fmla="*/ 3629243 w 4418809"/>
              <a:gd name="connsiteY723" fmla="*/ 1020672 h 17130814"/>
              <a:gd name="connsiteX724" fmla="*/ 3626472 w 4418809"/>
              <a:gd name="connsiteY724" fmla="*/ 1788843 h 17130814"/>
              <a:gd name="connsiteX725" fmla="*/ 3618573 w 4418809"/>
              <a:gd name="connsiteY725" fmla="*/ 1796461 h 17130814"/>
              <a:gd name="connsiteX726" fmla="*/ 3588161 w 4418809"/>
              <a:gd name="connsiteY726" fmla="*/ 1815325 h 17130814"/>
              <a:gd name="connsiteX727" fmla="*/ 3585848 w 4418809"/>
              <a:gd name="connsiteY727" fmla="*/ 1817506 h 17130814"/>
              <a:gd name="connsiteX728" fmla="*/ 3590492 w 4418809"/>
              <a:gd name="connsiteY728" fmla="*/ 1823543 h 17130814"/>
              <a:gd name="connsiteX729" fmla="*/ 3584946 w 4418809"/>
              <a:gd name="connsiteY729" fmla="*/ 1828891 h 17130814"/>
              <a:gd name="connsiteX730" fmla="*/ 3609532 w 4418809"/>
              <a:gd name="connsiteY730" fmla="*/ 1857193 h 17130814"/>
              <a:gd name="connsiteX731" fmla="*/ 3633818 w 4418809"/>
              <a:gd name="connsiteY731" fmla="*/ 1833845 h 17130814"/>
              <a:gd name="connsiteX732" fmla="*/ 3671151 w 4418809"/>
              <a:gd name="connsiteY732" fmla="*/ 1815514 h 17130814"/>
              <a:gd name="connsiteX733" fmla="*/ 3847596 w 4418809"/>
              <a:gd name="connsiteY733" fmla="*/ 1875908 h 17130814"/>
              <a:gd name="connsiteX734" fmla="*/ 3816729 w 4418809"/>
              <a:gd name="connsiteY734" fmla="*/ 2112486 h 17130814"/>
              <a:gd name="connsiteX735" fmla="*/ 3814027 w 4418809"/>
              <a:gd name="connsiteY735" fmla="*/ 2114162 h 17130814"/>
              <a:gd name="connsiteX736" fmla="*/ 3817068 w 4418809"/>
              <a:gd name="connsiteY736" fmla="*/ 2118116 h 17130814"/>
              <a:gd name="connsiteX737" fmla="*/ 3814984 w 4418809"/>
              <a:gd name="connsiteY737" fmla="*/ 2117291 h 17130814"/>
              <a:gd name="connsiteX738" fmla="*/ 3804767 w 4418809"/>
              <a:gd name="connsiteY738" fmla="*/ 2153362 h 17130814"/>
              <a:gd name="connsiteX739" fmla="*/ 4049390 w 4418809"/>
              <a:gd name="connsiteY739" fmla="*/ 2502656 h 17130814"/>
              <a:gd name="connsiteX740" fmla="*/ 4357475 w 4418809"/>
              <a:gd name="connsiteY740" fmla="*/ 688588 h 17130814"/>
              <a:gd name="connsiteX741" fmla="*/ 3856635 w 4418809"/>
              <a:gd name="connsiteY741" fmla="*/ 1322302 h 17130814"/>
              <a:gd name="connsiteX742" fmla="*/ 3817006 w 4418809"/>
              <a:gd name="connsiteY742" fmla="*/ 1326422 h 17130814"/>
              <a:gd name="connsiteX743" fmla="*/ 3810896 w 4418809"/>
              <a:gd name="connsiteY743" fmla="*/ 1270728 h 17130814"/>
              <a:gd name="connsiteX744" fmla="*/ 3670838 w 4418809"/>
              <a:gd name="connsiteY744" fmla="*/ 984539 h 17130814"/>
              <a:gd name="connsiteX745" fmla="*/ 3128559 w 4418809"/>
              <a:gd name="connsiteY745" fmla="*/ 776168 h 17130814"/>
              <a:gd name="connsiteX746" fmla="*/ 3120141 w 4418809"/>
              <a:gd name="connsiteY746" fmla="*/ 778033 h 17130814"/>
              <a:gd name="connsiteX747" fmla="*/ 3115523 w 4418809"/>
              <a:gd name="connsiteY747" fmla="*/ 777525 h 17130814"/>
              <a:gd name="connsiteX748" fmla="*/ 2908843 w 4418809"/>
              <a:gd name="connsiteY748" fmla="*/ 837941 h 17130814"/>
              <a:gd name="connsiteX749" fmla="*/ 2877369 w 4418809"/>
              <a:gd name="connsiteY749" fmla="*/ 862922 h 17130814"/>
              <a:gd name="connsiteX750" fmla="*/ 2897579 w 4418809"/>
              <a:gd name="connsiteY750" fmla="*/ 809615 h 17130814"/>
              <a:gd name="connsiteX751" fmla="*/ 2907147 w 4418809"/>
              <a:gd name="connsiteY751" fmla="*/ 661051 h 17130814"/>
              <a:gd name="connsiteX752" fmla="*/ 2906831 w 4418809"/>
              <a:gd name="connsiteY752" fmla="*/ 661094 h 17130814"/>
              <a:gd name="connsiteX753" fmla="*/ 2906721 w 4418809"/>
              <a:gd name="connsiteY753" fmla="*/ 657916 h 17130814"/>
              <a:gd name="connsiteX754" fmla="*/ 2674669 w 4418809"/>
              <a:gd name="connsiteY754" fmla="*/ 481328 h 17130814"/>
              <a:gd name="connsiteX755" fmla="*/ 2498080 w 4418809"/>
              <a:gd name="connsiteY755" fmla="*/ 713380 h 17130814"/>
              <a:gd name="connsiteX756" fmla="*/ 2498822 w 4418809"/>
              <a:gd name="connsiteY756" fmla="*/ 716472 h 17130814"/>
              <a:gd name="connsiteX757" fmla="*/ 2535971 w 4418809"/>
              <a:gd name="connsiteY757" fmla="*/ 711430 h 17130814"/>
              <a:gd name="connsiteX758" fmla="*/ 2535229 w 4418809"/>
              <a:gd name="connsiteY758" fmla="*/ 708338 h 17130814"/>
              <a:gd name="connsiteX759" fmla="*/ 2679711 w 4418809"/>
              <a:gd name="connsiteY759" fmla="*/ 518477 h 17130814"/>
              <a:gd name="connsiteX760" fmla="*/ 2869572 w 4418809"/>
              <a:gd name="connsiteY760" fmla="*/ 662958 h 17130814"/>
              <a:gd name="connsiteX761" fmla="*/ 2869682 w 4418809"/>
              <a:gd name="connsiteY761" fmla="*/ 666136 h 17130814"/>
              <a:gd name="connsiteX762" fmla="*/ 2869997 w 4418809"/>
              <a:gd name="connsiteY762" fmla="*/ 666093 h 17130814"/>
              <a:gd name="connsiteX763" fmla="*/ 2581035 w 4418809"/>
              <a:gd name="connsiteY763" fmla="*/ 1045815 h 17130814"/>
              <a:gd name="connsiteX764" fmla="*/ 2201313 w 4418809"/>
              <a:gd name="connsiteY764" fmla="*/ 756852 h 17130814"/>
              <a:gd name="connsiteX765" fmla="*/ 2701339 w 4418809"/>
              <a:gd name="connsiteY765" fmla="*/ 120335 h 17130814"/>
              <a:gd name="connsiteX766" fmla="*/ 3278187 w 4418809"/>
              <a:gd name="connsiteY766" fmla="*/ 389346 h 17130814"/>
              <a:gd name="connsiteX767" fmla="*/ 3318629 w 4418809"/>
              <a:gd name="connsiteY767" fmla="*/ 474210 h 17130814"/>
              <a:gd name="connsiteX768" fmla="*/ 3321373 w 4418809"/>
              <a:gd name="connsiteY768" fmla="*/ 501432 h 17130814"/>
              <a:gd name="connsiteX769" fmla="*/ 3345690 w 4418809"/>
              <a:gd name="connsiteY769" fmla="*/ 579768 h 17130814"/>
              <a:gd name="connsiteX770" fmla="*/ 3349666 w 4418809"/>
              <a:gd name="connsiteY770" fmla="*/ 587094 h 17130814"/>
              <a:gd name="connsiteX771" fmla="*/ 3352936 w 4418809"/>
              <a:gd name="connsiteY771" fmla="*/ 600544 h 17130814"/>
              <a:gd name="connsiteX772" fmla="*/ 3356690 w 4418809"/>
              <a:gd name="connsiteY772" fmla="*/ 600034 h 17130814"/>
              <a:gd name="connsiteX773" fmla="*/ 3384167 w 4418809"/>
              <a:gd name="connsiteY773" fmla="*/ 650657 h 17130814"/>
              <a:gd name="connsiteX774" fmla="*/ 3730221 w 4418809"/>
              <a:gd name="connsiteY774" fmla="*/ 834652 h 17130814"/>
              <a:gd name="connsiteX775" fmla="*/ 3730221 w 4418809"/>
              <a:gd name="connsiteY775" fmla="*/ 834297 h 17130814"/>
              <a:gd name="connsiteX776" fmla="*/ 3733742 w 4418809"/>
              <a:gd name="connsiteY776" fmla="*/ 834652 h 17130814"/>
              <a:gd name="connsiteX777" fmla="*/ 3963271 w 4418809"/>
              <a:gd name="connsiteY777" fmla="*/ 605123 h 17130814"/>
              <a:gd name="connsiteX778" fmla="*/ 3733742 w 4418809"/>
              <a:gd name="connsiteY778" fmla="*/ 375594 h 17130814"/>
              <a:gd name="connsiteX779" fmla="*/ 3730221 w 4418809"/>
              <a:gd name="connsiteY779" fmla="*/ 375949 h 17130814"/>
              <a:gd name="connsiteX780" fmla="*/ 3730221 w 4418809"/>
              <a:gd name="connsiteY780" fmla="*/ 417681 h 17130814"/>
              <a:gd name="connsiteX781" fmla="*/ 3733742 w 4418809"/>
              <a:gd name="connsiteY781" fmla="*/ 417326 h 17130814"/>
              <a:gd name="connsiteX782" fmla="*/ 3921539 w 4418809"/>
              <a:gd name="connsiteY782" fmla="*/ 605123 h 17130814"/>
              <a:gd name="connsiteX783" fmla="*/ 3733742 w 4418809"/>
              <a:gd name="connsiteY783" fmla="*/ 792920 h 17130814"/>
              <a:gd name="connsiteX784" fmla="*/ 3730221 w 4418809"/>
              <a:gd name="connsiteY784" fmla="*/ 792565 h 17130814"/>
              <a:gd name="connsiteX785" fmla="*/ 3730221 w 4418809"/>
              <a:gd name="connsiteY785" fmla="*/ 792920 h 17130814"/>
              <a:gd name="connsiteX786" fmla="*/ 3384144 w 4418809"/>
              <a:gd name="connsiteY786" fmla="*/ 563525 h 17130814"/>
              <a:gd name="connsiteX787" fmla="*/ 3376549 w 4418809"/>
              <a:gd name="connsiteY787" fmla="*/ 539061 h 17130814"/>
              <a:gd name="connsiteX788" fmla="*/ 3360865 w 4418809"/>
              <a:gd name="connsiteY788" fmla="*/ 473659 h 17130814"/>
              <a:gd name="connsiteX789" fmla="*/ 3360152 w 4418809"/>
              <a:gd name="connsiteY789" fmla="*/ 472128 h 17130814"/>
              <a:gd name="connsiteX790" fmla="*/ 3354628 w 4418809"/>
              <a:gd name="connsiteY790" fmla="*/ 417326 h 17130814"/>
              <a:gd name="connsiteX791" fmla="*/ 3730221 w 4418809"/>
              <a:gd name="connsiteY791" fmla="*/ 41733 h 17130814"/>
              <a:gd name="connsiteX792" fmla="*/ 4357475 w 4418809"/>
              <a:gd name="connsiteY792" fmla="*/ 688588 h 17130814"/>
              <a:gd name="connsiteX793" fmla="*/ 4418809 w 4418809"/>
              <a:gd name="connsiteY793" fmla="*/ 688588 h 17130814"/>
              <a:gd name="connsiteX794" fmla="*/ 3730221 w 4418809"/>
              <a:gd name="connsiteY794" fmla="*/ 0 h 17130814"/>
              <a:gd name="connsiteX795" fmla="*/ 3321373 w 4418809"/>
              <a:gd name="connsiteY795" fmla="*/ 333220 h 17130814"/>
              <a:gd name="connsiteX796" fmla="*/ 3316761 w 4418809"/>
              <a:gd name="connsiteY796" fmla="*/ 378969 h 17130814"/>
              <a:gd name="connsiteX797" fmla="*/ 3309532 w 4418809"/>
              <a:gd name="connsiteY797" fmla="*/ 363447 h 17130814"/>
              <a:gd name="connsiteX798" fmla="*/ 2693928 w 4418809"/>
              <a:gd name="connsiteY798" fmla="*/ 65737 h 17130814"/>
              <a:gd name="connsiteX799" fmla="*/ 2164164 w 4418809"/>
              <a:gd name="connsiteY799" fmla="*/ 761894 h 17130814"/>
              <a:gd name="connsiteX800" fmla="*/ 2255800 w 4418809"/>
              <a:gd name="connsiteY800" fmla="*/ 960988 h 17130814"/>
              <a:gd name="connsiteX801" fmla="*/ 2269380 w 4418809"/>
              <a:gd name="connsiteY801" fmla="*/ 973539 h 17130814"/>
              <a:gd name="connsiteX802" fmla="*/ 2259454 w 4418809"/>
              <a:gd name="connsiteY802" fmla="*/ 1035198 h 17130814"/>
              <a:gd name="connsiteX803" fmla="*/ 2745507 w 4418809"/>
              <a:gd name="connsiteY803" fmla="*/ 1706653 h 17130814"/>
              <a:gd name="connsiteX804" fmla="*/ 2836914 w 4418809"/>
              <a:gd name="connsiteY804" fmla="*/ 1716712 h 17130814"/>
              <a:gd name="connsiteX805" fmla="*/ 2749990 w 4418809"/>
              <a:gd name="connsiteY805" fmla="*/ 1734232 h 17130814"/>
              <a:gd name="connsiteX806" fmla="*/ 2320022 w 4418809"/>
              <a:gd name="connsiteY806" fmla="*/ 2212454 h 17130814"/>
              <a:gd name="connsiteX807" fmla="*/ 2313113 w 4418809"/>
              <a:gd name="connsiteY807" fmla="*/ 2263713 h 17130814"/>
              <a:gd name="connsiteX808" fmla="*/ 2280603 w 4418809"/>
              <a:gd name="connsiteY808" fmla="*/ 2289830 h 17130814"/>
              <a:gd name="connsiteX809" fmla="*/ 2191402 w 4418809"/>
              <a:gd name="connsiteY809" fmla="*/ 3113931 h 17130814"/>
              <a:gd name="connsiteX810" fmla="*/ 2269010 w 4418809"/>
              <a:gd name="connsiteY810" fmla="*/ 3202314 h 17130814"/>
              <a:gd name="connsiteX811" fmla="*/ 2342243 w 4418809"/>
              <a:gd name="connsiteY811" fmla="*/ 3259391 h 17130814"/>
              <a:gd name="connsiteX812" fmla="*/ 2262935 w 4418809"/>
              <a:gd name="connsiteY812" fmla="*/ 3262124 h 17130814"/>
              <a:gd name="connsiteX813" fmla="*/ 1733171 w 4418809"/>
              <a:gd name="connsiteY813" fmla="*/ 3958281 h 17130814"/>
              <a:gd name="connsiteX814" fmla="*/ 1824807 w 4418809"/>
              <a:gd name="connsiteY814" fmla="*/ 4157374 h 17130814"/>
              <a:gd name="connsiteX815" fmla="*/ 1838387 w 4418809"/>
              <a:gd name="connsiteY815" fmla="*/ 4169925 h 17130814"/>
              <a:gd name="connsiteX816" fmla="*/ 1828460 w 4418809"/>
              <a:gd name="connsiteY816" fmla="*/ 4231585 h 17130814"/>
              <a:gd name="connsiteX817" fmla="*/ 2314513 w 4418809"/>
              <a:gd name="connsiteY817" fmla="*/ 4903040 h 17130814"/>
              <a:gd name="connsiteX818" fmla="*/ 2405921 w 4418809"/>
              <a:gd name="connsiteY818" fmla="*/ 4913098 h 17130814"/>
              <a:gd name="connsiteX819" fmla="*/ 2318997 w 4418809"/>
              <a:gd name="connsiteY819" fmla="*/ 4930618 h 17130814"/>
              <a:gd name="connsiteX820" fmla="*/ 1889029 w 4418809"/>
              <a:gd name="connsiteY820" fmla="*/ 5408840 h 17130814"/>
              <a:gd name="connsiteX821" fmla="*/ 1882120 w 4418809"/>
              <a:gd name="connsiteY821" fmla="*/ 5460100 h 17130814"/>
              <a:gd name="connsiteX822" fmla="*/ 1849610 w 4418809"/>
              <a:gd name="connsiteY822" fmla="*/ 5486216 h 17130814"/>
              <a:gd name="connsiteX823" fmla="*/ 1760409 w 4418809"/>
              <a:gd name="connsiteY823" fmla="*/ 6310317 h 17130814"/>
              <a:gd name="connsiteX824" fmla="*/ 1928126 w 4418809"/>
              <a:gd name="connsiteY824" fmla="*/ 6468931 h 17130814"/>
              <a:gd name="connsiteX825" fmla="*/ 2016524 w 4418809"/>
              <a:gd name="connsiteY825" fmla="*/ 6514675 h 17130814"/>
              <a:gd name="connsiteX826" fmla="*/ 1976130 w 4418809"/>
              <a:gd name="connsiteY826" fmla="*/ 6511292 h 17130814"/>
              <a:gd name="connsiteX827" fmla="*/ 1920451 w 4418809"/>
              <a:gd name="connsiteY827" fmla="*/ 6522944 h 17130814"/>
              <a:gd name="connsiteX828" fmla="*/ 1621918 w 4418809"/>
              <a:gd name="connsiteY828" fmla="*/ 6727036 h 17130814"/>
              <a:gd name="connsiteX829" fmla="*/ 1488382 w 4418809"/>
              <a:gd name="connsiteY829" fmla="*/ 7063107 h 17130814"/>
              <a:gd name="connsiteX830" fmla="*/ 1610025 w 4418809"/>
              <a:gd name="connsiteY830" fmla="*/ 7484711 h 17130814"/>
              <a:gd name="connsiteX831" fmla="*/ 1633440 w 4418809"/>
              <a:gd name="connsiteY831" fmla="*/ 7512114 h 17130814"/>
              <a:gd name="connsiteX832" fmla="*/ 1625425 w 4418809"/>
              <a:gd name="connsiteY832" fmla="*/ 7510692 h 17130814"/>
              <a:gd name="connsiteX833" fmla="*/ 1237321 w 4418809"/>
              <a:gd name="connsiteY833" fmla="*/ 7782496 h 17130814"/>
              <a:gd name="connsiteX834" fmla="*/ 1224058 w 4418809"/>
              <a:gd name="connsiteY834" fmla="*/ 7857267 h 17130814"/>
              <a:gd name="connsiteX835" fmla="*/ 1425242 w 4418809"/>
              <a:gd name="connsiteY835" fmla="*/ 8217452 h 17130814"/>
              <a:gd name="connsiteX836" fmla="*/ 1459914 w 4418809"/>
              <a:gd name="connsiteY836" fmla="*/ 8231159 h 17130814"/>
              <a:gd name="connsiteX837" fmla="*/ 1440875 w 4418809"/>
              <a:gd name="connsiteY837" fmla="*/ 8249115 h 17130814"/>
              <a:gd name="connsiteX838" fmla="*/ 1392511 w 4418809"/>
              <a:gd name="connsiteY838" fmla="*/ 8357222 h 17130814"/>
              <a:gd name="connsiteX839" fmla="*/ 1433534 w 4418809"/>
              <a:gd name="connsiteY839" fmla="*/ 8509610 h 17130814"/>
              <a:gd name="connsiteX840" fmla="*/ 1570296 w 4418809"/>
              <a:gd name="connsiteY840" fmla="*/ 8588358 h 17130814"/>
              <a:gd name="connsiteX841" fmla="*/ 1625468 w 4418809"/>
              <a:gd name="connsiteY841" fmla="*/ 8584908 h 17130814"/>
              <a:gd name="connsiteX842" fmla="*/ 1615442 w 4418809"/>
              <a:gd name="connsiteY842" fmla="*/ 8596713 h 17130814"/>
              <a:gd name="connsiteX843" fmla="*/ 1640007 w 4418809"/>
              <a:gd name="connsiteY843" fmla="*/ 9378123 h 17130814"/>
              <a:gd name="connsiteX844" fmla="*/ 2182287 w 4418809"/>
              <a:gd name="connsiteY844" fmla="*/ 9586492 h 17130814"/>
              <a:gd name="connsiteX845" fmla="*/ 2190704 w 4418809"/>
              <a:gd name="connsiteY845" fmla="*/ 9584628 h 17130814"/>
              <a:gd name="connsiteX846" fmla="*/ 2195322 w 4418809"/>
              <a:gd name="connsiteY846" fmla="*/ 9585136 h 17130814"/>
              <a:gd name="connsiteX847" fmla="*/ 2402002 w 4418809"/>
              <a:gd name="connsiteY847" fmla="*/ 9524719 h 17130814"/>
              <a:gd name="connsiteX848" fmla="*/ 2433476 w 4418809"/>
              <a:gd name="connsiteY848" fmla="*/ 9499740 h 17130814"/>
              <a:gd name="connsiteX849" fmla="*/ 2413266 w 4418809"/>
              <a:gd name="connsiteY849" fmla="*/ 9553046 h 17130814"/>
              <a:gd name="connsiteX850" fmla="*/ 2403699 w 4418809"/>
              <a:gd name="connsiteY850" fmla="*/ 9701611 h 17130814"/>
              <a:gd name="connsiteX851" fmla="*/ 2404015 w 4418809"/>
              <a:gd name="connsiteY851" fmla="*/ 9701567 h 17130814"/>
              <a:gd name="connsiteX852" fmla="*/ 2404124 w 4418809"/>
              <a:gd name="connsiteY852" fmla="*/ 9704744 h 17130814"/>
              <a:gd name="connsiteX853" fmla="*/ 2636177 w 4418809"/>
              <a:gd name="connsiteY853" fmla="*/ 9881333 h 17130814"/>
              <a:gd name="connsiteX854" fmla="*/ 2812764 w 4418809"/>
              <a:gd name="connsiteY854" fmla="*/ 9649280 h 17130814"/>
              <a:gd name="connsiteX855" fmla="*/ 2812024 w 4418809"/>
              <a:gd name="connsiteY855" fmla="*/ 9646189 h 17130814"/>
              <a:gd name="connsiteX856" fmla="*/ 2774875 w 4418809"/>
              <a:gd name="connsiteY856" fmla="*/ 9651231 h 17130814"/>
              <a:gd name="connsiteX857" fmla="*/ 2775616 w 4418809"/>
              <a:gd name="connsiteY857" fmla="*/ 9654323 h 17130814"/>
              <a:gd name="connsiteX858" fmla="*/ 2631135 w 4418809"/>
              <a:gd name="connsiteY858" fmla="*/ 9844184 h 17130814"/>
              <a:gd name="connsiteX859" fmla="*/ 2441273 w 4418809"/>
              <a:gd name="connsiteY859" fmla="*/ 9699702 h 17130814"/>
              <a:gd name="connsiteX860" fmla="*/ 2441164 w 4418809"/>
              <a:gd name="connsiteY860" fmla="*/ 9696525 h 17130814"/>
              <a:gd name="connsiteX861" fmla="*/ 2440848 w 4418809"/>
              <a:gd name="connsiteY861" fmla="*/ 9696568 h 17130814"/>
              <a:gd name="connsiteX862" fmla="*/ 2729811 w 4418809"/>
              <a:gd name="connsiteY862" fmla="*/ 9316846 h 17130814"/>
              <a:gd name="connsiteX863" fmla="*/ 3109532 w 4418809"/>
              <a:gd name="connsiteY863" fmla="*/ 9605808 h 17130814"/>
              <a:gd name="connsiteX864" fmla="*/ 2609507 w 4418809"/>
              <a:gd name="connsiteY864" fmla="*/ 10242325 h 17130814"/>
              <a:gd name="connsiteX865" fmla="*/ 1957909 w 4418809"/>
              <a:gd name="connsiteY865" fmla="*/ 9762117 h 17130814"/>
              <a:gd name="connsiteX866" fmla="*/ 1950249 w 4418809"/>
              <a:gd name="connsiteY866" fmla="*/ 9763156 h 17130814"/>
              <a:gd name="connsiteX867" fmla="*/ 1907961 w 4418809"/>
              <a:gd name="connsiteY867" fmla="*/ 9672365 h 17130814"/>
              <a:gd name="connsiteX868" fmla="*/ 1292357 w 4418809"/>
              <a:gd name="connsiteY868" fmla="*/ 9374655 h 17130814"/>
              <a:gd name="connsiteX869" fmla="*/ 762593 w 4418809"/>
              <a:gd name="connsiteY869" fmla="*/ 10070812 h 17130814"/>
              <a:gd name="connsiteX870" fmla="*/ 854229 w 4418809"/>
              <a:gd name="connsiteY870" fmla="*/ 10269906 h 17130814"/>
              <a:gd name="connsiteX871" fmla="*/ 867810 w 4418809"/>
              <a:gd name="connsiteY871" fmla="*/ 10282457 h 17130814"/>
              <a:gd name="connsiteX872" fmla="*/ 857883 w 4418809"/>
              <a:gd name="connsiteY872" fmla="*/ 10344116 h 17130814"/>
              <a:gd name="connsiteX873" fmla="*/ 1343936 w 4418809"/>
              <a:gd name="connsiteY873" fmla="*/ 11015571 h 17130814"/>
              <a:gd name="connsiteX874" fmla="*/ 1435344 w 4418809"/>
              <a:gd name="connsiteY874" fmla="*/ 11025630 h 17130814"/>
              <a:gd name="connsiteX875" fmla="*/ 1348420 w 4418809"/>
              <a:gd name="connsiteY875" fmla="*/ 11043149 h 17130814"/>
              <a:gd name="connsiteX876" fmla="*/ 918451 w 4418809"/>
              <a:gd name="connsiteY876" fmla="*/ 11521372 h 17130814"/>
              <a:gd name="connsiteX877" fmla="*/ 911542 w 4418809"/>
              <a:gd name="connsiteY877" fmla="*/ 11572631 h 17130814"/>
              <a:gd name="connsiteX878" fmla="*/ 879032 w 4418809"/>
              <a:gd name="connsiteY878" fmla="*/ 11598748 h 17130814"/>
              <a:gd name="connsiteX879" fmla="*/ 789831 w 4418809"/>
              <a:gd name="connsiteY879" fmla="*/ 12422849 h 17130814"/>
              <a:gd name="connsiteX880" fmla="*/ 1057298 w 4418809"/>
              <a:gd name="connsiteY880" fmla="*/ 12633080 h 17130814"/>
              <a:gd name="connsiteX881" fmla="*/ 1130297 w 4418809"/>
              <a:gd name="connsiteY881" fmla="*/ 12655382 h 17130814"/>
              <a:gd name="connsiteX882" fmla="*/ 1097518 w 4418809"/>
              <a:gd name="connsiteY882" fmla="*/ 12661514 h 17130814"/>
              <a:gd name="connsiteX883" fmla="*/ 656501 w 4418809"/>
              <a:gd name="connsiteY883" fmla="*/ 13307044 h 17130814"/>
              <a:gd name="connsiteX884" fmla="*/ 737986 w 4418809"/>
              <a:gd name="connsiteY884" fmla="*/ 13510503 h 17130814"/>
              <a:gd name="connsiteX885" fmla="*/ 750916 w 4418809"/>
              <a:gd name="connsiteY885" fmla="*/ 13523722 h 17130814"/>
              <a:gd name="connsiteX886" fmla="*/ 737894 w 4418809"/>
              <a:gd name="connsiteY886" fmla="*/ 13584802 h 17130814"/>
              <a:gd name="connsiteX887" fmla="*/ 1189487 w 4418809"/>
              <a:gd name="connsiteY887" fmla="*/ 14279902 h 17130814"/>
              <a:gd name="connsiteX888" fmla="*/ 1280272 w 4418809"/>
              <a:gd name="connsiteY888" fmla="*/ 14294555 h 17130814"/>
              <a:gd name="connsiteX889" fmla="*/ 1192575 w 4418809"/>
              <a:gd name="connsiteY889" fmla="*/ 14307671 h 17130814"/>
              <a:gd name="connsiteX890" fmla="*/ 739051 w 4418809"/>
              <a:gd name="connsiteY890" fmla="*/ 14763615 h 17130814"/>
              <a:gd name="connsiteX891" fmla="*/ 729566 w 4418809"/>
              <a:gd name="connsiteY891" fmla="*/ 14814461 h 17130814"/>
              <a:gd name="connsiteX892" fmla="*/ 695782 w 4418809"/>
              <a:gd name="connsiteY892" fmla="*/ 14838906 h 17130814"/>
              <a:gd name="connsiteX893" fmla="*/ 565158 w 4418809"/>
              <a:gd name="connsiteY893" fmla="*/ 15657463 h 17130814"/>
              <a:gd name="connsiteX894" fmla="*/ 638213 w 4418809"/>
              <a:gd name="connsiteY894" fmla="*/ 15749646 h 17130814"/>
              <a:gd name="connsiteX895" fmla="*/ 648594 w 4418809"/>
              <a:gd name="connsiteY895" fmla="*/ 15758613 h 17130814"/>
              <a:gd name="connsiteX896" fmla="*/ 606620 w 4418809"/>
              <a:gd name="connsiteY896" fmla="*/ 15759324 h 17130814"/>
              <a:gd name="connsiteX897" fmla="*/ 2439 w 4418809"/>
              <a:gd name="connsiteY897" fmla="*/ 16385697 h 17130814"/>
              <a:gd name="connsiteX898" fmla="*/ 631175 w 4418809"/>
              <a:gd name="connsiteY898" fmla="*/ 17129336 h 17130814"/>
              <a:gd name="connsiteX899" fmla="*/ 935438 w 4418809"/>
              <a:gd name="connsiteY899" fmla="*/ 17032152 h 17130814"/>
              <a:gd name="connsiteX900" fmla="*/ 974959 w 4418809"/>
              <a:gd name="connsiteY900" fmla="*/ 16991668 h 17130814"/>
              <a:gd name="connsiteX901" fmla="*/ 1099554 w 4418809"/>
              <a:gd name="connsiteY901" fmla="*/ 17061084 h 17130814"/>
              <a:gd name="connsiteX902" fmla="*/ 1498082 w 4418809"/>
              <a:gd name="connsiteY902" fmla="*/ 16947378 h 17130814"/>
              <a:gd name="connsiteX903" fmla="*/ 1585658 w 4418809"/>
              <a:gd name="connsiteY903" fmla="*/ 16746466 h 17130814"/>
              <a:gd name="connsiteX904" fmla="*/ 1520366 w 4418809"/>
              <a:gd name="connsiteY904" fmla="*/ 16488665 h 17130814"/>
              <a:gd name="connsiteX905" fmla="*/ 1495202 w 4418809"/>
              <a:gd name="connsiteY905" fmla="*/ 16457176 h 17130814"/>
              <a:gd name="connsiteX906" fmla="*/ 1608797 w 4418809"/>
              <a:gd name="connsiteY906" fmla="*/ 16461182 h 17130814"/>
              <a:gd name="connsiteX907" fmla="*/ 2034486 w 4418809"/>
              <a:gd name="connsiteY907" fmla="*/ 16253972 h 17130814"/>
              <a:gd name="connsiteX908" fmla="*/ 2184791 w 4418809"/>
              <a:gd name="connsiteY908" fmla="*/ 15925058 h 17130814"/>
              <a:gd name="connsiteX909" fmla="*/ 2084552 w 4418809"/>
              <a:gd name="connsiteY909" fmla="*/ 15497859 h 17130814"/>
              <a:gd name="connsiteX910" fmla="*/ 2062548 w 4418809"/>
              <a:gd name="connsiteY910" fmla="*/ 15469311 h 17130814"/>
              <a:gd name="connsiteX911" fmla="*/ 2070481 w 4418809"/>
              <a:gd name="connsiteY911" fmla="*/ 15471135 h 17130814"/>
              <a:gd name="connsiteX912" fmla="*/ 2471791 w 4418809"/>
              <a:gd name="connsiteY912" fmla="*/ 15219238 h 17130814"/>
              <a:gd name="connsiteX913" fmla="*/ 2488806 w 4418809"/>
              <a:gd name="connsiteY913" fmla="*/ 15145230 h 17130814"/>
              <a:gd name="connsiteX914" fmla="*/ 2306031 w 4418809"/>
              <a:gd name="connsiteY914" fmla="*/ 14775363 h 17130814"/>
              <a:gd name="connsiteX915" fmla="*/ 2272094 w 4418809"/>
              <a:gd name="connsiteY915" fmla="*/ 14759926 h 17130814"/>
              <a:gd name="connsiteX916" fmla="*/ 2292014 w 4418809"/>
              <a:gd name="connsiteY916" fmla="*/ 14742953 h 17130814"/>
              <a:gd name="connsiteX917" fmla="*/ 2345765 w 4418809"/>
              <a:gd name="connsiteY917" fmla="*/ 14637421 h 17130814"/>
              <a:gd name="connsiteX918" fmla="*/ 2312476 w 4418809"/>
              <a:gd name="connsiteY918" fmla="*/ 14483158 h 17130814"/>
              <a:gd name="connsiteX919" fmla="*/ 2179856 w 4418809"/>
              <a:gd name="connsiteY919" fmla="*/ 14397617 h 17130814"/>
              <a:gd name="connsiteX920" fmla="*/ 2124580 w 4418809"/>
              <a:gd name="connsiteY920" fmla="*/ 14398281 h 17130814"/>
              <a:gd name="connsiteX921" fmla="*/ 2135189 w 4418809"/>
              <a:gd name="connsiteY921" fmla="*/ 14386997 h 17130814"/>
              <a:gd name="connsiteX922" fmla="*/ 2150038 w 4418809"/>
              <a:gd name="connsiteY922" fmla="*/ 13605342 h 17130814"/>
              <a:gd name="connsiteX923" fmla="*/ 1909375 w 4418809"/>
              <a:gd name="connsiteY923" fmla="*/ 13419348 h 17130814"/>
              <a:gd name="connsiteX924" fmla="*/ 1862485 w 4418809"/>
              <a:gd name="connsiteY924" fmla="*/ 13405452 h 17130814"/>
              <a:gd name="connsiteX925" fmla="*/ 1862115 w 4418809"/>
              <a:gd name="connsiteY925" fmla="*/ 13391603 h 17130814"/>
              <a:gd name="connsiteX926" fmla="*/ 1785718 w 4418809"/>
              <a:gd name="connsiteY926" fmla="*/ 13204850 h 17130814"/>
              <a:gd name="connsiteX927" fmla="*/ 1758999 w 4418809"/>
              <a:gd name="connsiteY927" fmla="*/ 13174670 h 17130814"/>
              <a:gd name="connsiteX928" fmla="*/ 1872652 w 4418809"/>
              <a:gd name="connsiteY928" fmla="*/ 13172945 h 17130814"/>
              <a:gd name="connsiteX929" fmla="*/ 2287356 w 4418809"/>
              <a:gd name="connsiteY929" fmla="*/ 12944543 h 17130814"/>
              <a:gd name="connsiteX930" fmla="*/ 2420893 w 4418809"/>
              <a:gd name="connsiteY930" fmla="*/ 12608472 h 17130814"/>
              <a:gd name="connsiteX931" fmla="*/ 2299250 w 4418809"/>
              <a:gd name="connsiteY931" fmla="*/ 12186868 h 17130814"/>
              <a:gd name="connsiteX932" fmla="*/ 2275834 w 4418809"/>
              <a:gd name="connsiteY932" fmla="*/ 12159465 h 17130814"/>
              <a:gd name="connsiteX933" fmla="*/ 2283850 w 4418809"/>
              <a:gd name="connsiteY933" fmla="*/ 12160887 h 17130814"/>
              <a:gd name="connsiteX934" fmla="*/ 2671954 w 4418809"/>
              <a:gd name="connsiteY934" fmla="*/ 11889084 h 17130814"/>
              <a:gd name="connsiteX935" fmla="*/ 2685216 w 4418809"/>
              <a:gd name="connsiteY935" fmla="*/ 11814313 h 17130814"/>
              <a:gd name="connsiteX936" fmla="*/ 2484033 w 4418809"/>
              <a:gd name="connsiteY936" fmla="*/ 11454127 h 17130814"/>
              <a:gd name="connsiteX937" fmla="*/ 2449360 w 4418809"/>
              <a:gd name="connsiteY937" fmla="*/ 11440421 h 17130814"/>
              <a:gd name="connsiteX938" fmla="*/ 2468400 w 4418809"/>
              <a:gd name="connsiteY938" fmla="*/ 11422464 h 17130814"/>
              <a:gd name="connsiteX939" fmla="*/ 2516763 w 4418809"/>
              <a:gd name="connsiteY939" fmla="*/ 11314357 h 17130814"/>
              <a:gd name="connsiteX940" fmla="*/ 2475741 w 4418809"/>
              <a:gd name="connsiteY940" fmla="*/ 11161969 h 17130814"/>
              <a:gd name="connsiteX941" fmla="*/ 2338979 w 4418809"/>
              <a:gd name="connsiteY941" fmla="*/ 11083221 h 17130814"/>
              <a:gd name="connsiteX942" fmla="*/ 2283807 w 4418809"/>
              <a:gd name="connsiteY942" fmla="*/ 11086670 h 17130814"/>
              <a:gd name="connsiteX943" fmla="*/ 2293833 w 4418809"/>
              <a:gd name="connsiteY943" fmla="*/ 11074866 h 17130814"/>
              <a:gd name="connsiteX944" fmla="*/ 2269267 w 4418809"/>
              <a:gd name="connsiteY944" fmla="*/ 10293455 h 17130814"/>
              <a:gd name="connsiteX945" fmla="*/ 1726989 w 4418809"/>
              <a:gd name="connsiteY945" fmla="*/ 10085086 h 17130814"/>
              <a:gd name="connsiteX946" fmla="*/ 1718571 w 4418809"/>
              <a:gd name="connsiteY946" fmla="*/ 10086951 h 17130814"/>
              <a:gd name="connsiteX947" fmla="*/ 1713953 w 4418809"/>
              <a:gd name="connsiteY947" fmla="*/ 10086443 h 17130814"/>
              <a:gd name="connsiteX948" fmla="*/ 1507273 w 4418809"/>
              <a:gd name="connsiteY948" fmla="*/ 10146859 h 17130814"/>
              <a:gd name="connsiteX949" fmla="*/ 1475799 w 4418809"/>
              <a:gd name="connsiteY949" fmla="*/ 10171839 h 17130814"/>
              <a:gd name="connsiteX950" fmla="*/ 1496009 w 4418809"/>
              <a:gd name="connsiteY950" fmla="*/ 10118532 h 17130814"/>
              <a:gd name="connsiteX951" fmla="*/ 1505576 w 4418809"/>
              <a:gd name="connsiteY951" fmla="*/ 9969968 h 17130814"/>
              <a:gd name="connsiteX952" fmla="*/ 1505260 w 4418809"/>
              <a:gd name="connsiteY952" fmla="*/ 9970012 h 17130814"/>
              <a:gd name="connsiteX953" fmla="*/ 1505151 w 4418809"/>
              <a:gd name="connsiteY953" fmla="*/ 9966834 h 17130814"/>
              <a:gd name="connsiteX954" fmla="*/ 1273098 w 4418809"/>
              <a:gd name="connsiteY954" fmla="*/ 9790245 h 17130814"/>
              <a:gd name="connsiteX955" fmla="*/ 1096509 w 4418809"/>
              <a:gd name="connsiteY955" fmla="*/ 10022298 h 17130814"/>
              <a:gd name="connsiteX956" fmla="*/ 1097251 w 4418809"/>
              <a:gd name="connsiteY956" fmla="*/ 10025390 h 17130814"/>
              <a:gd name="connsiteX957" fmla="*/ 1134400 w 4418809"/>
              <a:gd name="connsiteY957" fmla="*/ 10020347 h 17130814"/>
              <a:gd name="connsiteX958" fmla="*/ 1133658 w 4418809"/>
              <a:gd name="connsiteY958" fmla="*/ 10017256 h 17130814"/>
              <a:gd name="connsiteX959" fmla="*/ 1278140 w 4418809"/>
              <a:gd name="connsiteY959" fmla="*/ 9827395 h 17130814"/>
              <a:gd name="connsiteX960" fmla="*/ 1468001 w 4418809"/>
              <a:gd name="connsiteY960" fmla="*/ 9971876 h 17130814"/>
              <a:gd name="connsiteX961" fmla="*/ 1468111 w 4418809"/>
              <a:gd name="connsiteY961" fmla="*/ 9975054 h 17130814"/>
              <a:gd name="connsiteX962" fmla="*/ 1468426 w 4418809"/>
              <a:gd name="connsiteY962" fmla="*/ 9975011 h 17130814"/>
              <a:gd name="connsiteX963" fmla="*/ 1179464 w 4418809"/>
              <a:gd name="connsiteY963" fmla="*/ 10354732 h 17130814"/>
              <a:gd name="connsiteX964" fmla="*/ 799742 w 4418809"/>
              <a:gd name="connsiteY964" fmla="*/ 10065770 h 17130814"/>
              <a:gd name="connsiteX965" fmla="*/ 1299768 w 4418809"/>
              <a:gd name="connsiteY965" fmla="*/ 9429253 h 17130814"/>
              <a:gd name="connsiteX966" fmla="*/ 1951366 w 4418809"/>
              <a:gd name="connsiteY966" fmla="*/ 9909462 h 17130814"/>
              <a:gd name="connsiteX967" fmla="*/ 1959026 w 4418809"/>
              <a:gd name="connsiteY967" fmla="*/ 9908422 h 17130814"/>
              <a:gd name="connsiteX968" fmla="*/ 2001314 w 4418809"/>
              <a:gd name="connsiteY968" fmla="*/ 9999213 h 17130814"/>
              <a:gd name="connsiteX969" fmla="*/ 2616917 w 4418809"/>
              <a:gd name="connsiteY969" fmla="*/ 10296923 h 17130814"/>
              <a:gd name="connsiteX970" fmla="*/ 3150996 w 4418809"/>
              <a:gd name="connsiteY970" fmla="*/ 9725990 h 17130814"/>
              <a:gd name="connsiteX971" fmla="*/ 3146681 w 4418809"/>
              <a:gd name="connsiteY971" fmla="*/ 9600766 h 17130814"/>
              <a:gd name="connsiteX972" fmla="*/ 3055045 w 4418809"/>
              <a:gd name="connsiteY972" fmla="*/ 9401673 h 17130814"/>
              <a:gd name="connsiteX973" fmla="*/ 3041465 w 4418809"/>
              <a:gd name="connsiteY973" fmla="*/ 9389122 h 17130814"/>
              <a:gd name="connsiteX974" fmla="*/ 3051392 w 4418809"/>
              <a:gd name="connsiteY974" fmla="*/ 9327463 h 17130814"/>
              <a:gd name="connsiteX975" fmla="*/ 2565339 w 4418809"/>
              <a:gd name="connsiteY975" fmla="*/ 8656007 h 17130814"/>
              <a:gd name="connsiteX976" fmla="*/ 2473931 w 4418809"/>
              <a:gd name="connsiteY976" fmla="*/ 8645949 h 17130814"/>
              <a:gd name="connsiteX977" fmla="*/ 2560855 w 4418809"/>
              <a:gd name="connsiteY977" fmla="*/ 8628429 h 17130814"/>
              <a:gd name="connsiteX978" fmla="*/ 2990823 w 4418809"/>
              <a:gd name="connsiteY978" fmla="*/ 8150208 h 17130814"/>
              <a:gd name="connsiteX979" fmla="*/ 2997733 w 4418809"/>
              <a:gd name="connsiteY979" fmla="*/ 8098949 h 17130814"/>
              <a:gd name="connsiteX980" fmla="*/ 3030242 w 4418809"/>
              <a:gd name="connsiteY980" fmla="*/ 8072832 h 17130814"/>
              <a:gd name="connsiteX981" fmla="*/ 3119443 w 4418809"/>
              <a:gd name="connsiteY981" fmla="*/ 7248731 h 17130814"/>
              <a:gd name="connsiteX982" fmla="*/ 2951726 w 4418809"/>
              <a:gd name="connsiteY982" fmla="*/ 7090117 h 17130814"/>
              <a:gd name="connsiteX983" fmla="*/ 2879613 w 4418809"/>
              <a:gd name="connsiteY983" fmla="*/ 7052801 h 17130814"/>
              <a:gd name="connsiteX984" fmla="*/ 2959400 w 4418809"/>
              <a:gd name="connsiteY984" fmla="*/ 7036104 h 17130814"/>
              <a:gd name="connsiteX985" fmla="*/ 3257934 w 4418809"/>
              <a:gd name="connsiteY985" fmla="*/ 6832012 h 17130814"/>
              <a:gd name="connsiteX986" fmla="*/ 3391470 w 4418809"/>
              <a:gd name="connsiteY986" fmla="*/ 6495941 h 17130814"/>
              <a:gd name="connsiteX987" fmla="*/ 3269827 w 4418809"/>
              <a:gd name="connsiteY987" fmla="*/ 6074336 h 17130814"/>
              <a:gd name="connsiteX988" fmla="*/ 3246412 w 4418809"/>
              <a:gd name="connsiteY988" fmla="*/ 6046934 h 17130814"/>
              <a:gd name="connsiteX989" fmla="*/ 3254428 w 4418809"/>
              <a:gd name="connsiteY989" fmla="*/ 6048356 h 17130814"/>
              <a:gd name="connsiteX990" fmla="*/ 3642531 w 4418809"/>
              <a:gd name="connsiteY990" fmla="*/ 5776552 h 17130814"/>
              <a:gd name="connsiteX991" fmla="*/ 3655794 w 4418809"/>
              <a:gd name="connsiteY991" fmla="*/ 5701782 h 17130814"/>
              <a:gd name="connsiteX992" fmla="*/ 3454610 w 4418809"/>
              <a:gd name="connsiteY992" fmla="*/ 5341596 h 17130814"/>
              <a:gd name="connsiteX993" fmla="*/ 3419937 w 4418809"/>
              <a:gd name="connsiteY993" fmla="*/ 5327889 h 17130814"/>
              <a:gd name="connsiteX994" fmla="*/ 3438977 w 4418809"/>
              <a:gd name="connsiteY994" fmla="*/ 5309933 h 17130814"/>
              <a:gd name="connsiteX995" fmla="*/ 3487341 w 4418809"/>
              <a:gd name="connsiteY995" fmla="*/ 5201826 h 17130814"/>
              <a:gd name="connsiteX996" fmla="*/ 3446319 w 4418809"/>
              <a:gd name="connsiteY996" fmla="*/ 5049437 h 17130814"/>
              <a:gd name="connsiteX997" fmla="*/ 3309556 w 4418809"/>
              <a:gd name="connsiteY997" fmla="*/ 4970689 h 17130814"/>
              <a:gd name="connsiteX998" fmla="*/ 3254385 w 4418809"/>
              <a:gd name="connsiteY998" fmla="*/ 4974139 h 17130814"/>
              <a:gd name="connsiteX999" fmla="*/ 3264410 w 4418809"/>
              <a:gd name="connsiteY999" fmla="*/ 4962335 h 17130814"/>
              <a:gd name="connsiteX1000" fmla="*/ 3304362 w 4418809"/>
              <a:gd name="connsiteY1000" fmla="*/ 4269924 h 17130814"/>
              <a:gd name="connsiteX1001" fmla="*/ 3257690 w 4418809"/>
              <a:gd name="connsiteY1001" fmla="*/ 4205541 h 17130814"/>
              <a:gd name="connsiteX1002" fmla="*/ 3258161 w 4418809"/>
              <a:gd name="connsiteY1002" fmla="*/ 4203914 h 17130814"/>
              <a:gd name="connsiteX1003" fmla="*/ 3265492 w 4418809"/>
              <a:gd name="connsiteY1003" fmla="*/ 4150114 h 17130814"/>
              <a:gd name="connsiteX1004" fmla="*/ 3187289 w 4418809"/>
              <a:gd name="connsiteY1004" fmla="*/ 3895932 h 17130814"/>
              <a:gd name="connsiteX1005" fmla="*/ 3160569 w 4418809"/>
              <a:gd name="connsiteY1005" fmla="*/ 3865753 h 17130814"/>
              <a:gd name="connsiteX1006" fmla="*/ 3274223 w 4418809"/>
              <a:gd name="connsiteY1006" fmla="*/ 3864027 h 17130814"/>
              <a:gd name="connsiteX1007" fmla="*/ 3688927 w 4418809"/>
              <a:gd name="connsiteY1007" fmla="*/ 3635625 h 17130814"/>
              <a:gd name="connsiteX1008" fmla="*/ 3822464 w 4418809"/>
              <a:gd name="connsiteY1008" fmla="*/ 3299554 h 17130814"/>
              <a:gd name="connsiteX1009" fmla="*/ 3700820 w 4418809"/>
              <a:gd name="connsiteY1009" fmla="*/ 2877950 h 17130814"/>
              <a:gd name="connsiteX1010" fmla="*/ 3677405 w 4418809"/>
              <a:gd name="connsiteY1010" fmla="*/ 2850548 h 17130814"/>
              <a:gd name="connsiteX1011" fmla="*/ 3685421 w 4418809"/>
              <a:gd name="connsiteY1011" fmla="*/ 2851970 h 17130814"/>
              <a:gd name="connsiteX1012" fmla="*/ 4073525 w 4418809"/>
              <a:gd name="connsiteY1012" fmla="*/ 2580166 h 17130814"/>
              <a:gd name="connsiteX1013" fmla="*/ 4086787 w 4418809"/>
              <a:gd name="connsiteY1013" fmla="*/ 2505396 h 17130814"/>
              <a:gd name="connsiteX1014" fmla="*/ 3885603 w 4418809"/>
              <a:gd name="connsiteY1014" fmla="*/ 2145210 h 17130814"/>
              <a:gd name="connsiteX1015" fmla="*/ 3850931 w 4418809"/>
              <a:gd name="connsiteY1015" fmla="*/ 2131503 h 17130814"/>
              <a:gd name="connsiteX1016" fmla="*/ 3869970 w 4418809"/>
              <a:gd name="connsiteY1016" fmla="*/ 2113547 h 17130814"/>
              <a:gd name="connsiteX1017" fmla="*/ 3918334 w 4418809"/>
              <a:gd name="connsiteY1017" fmla="*/ 2005440 h 17130814"/>
              <a:gd name="connsiteX1018" fmla="*/ 3877312 w 4418809"/>
              <a:gd name="connsiteY1018" fmla="*/ 1853051 h 17130814"/>
              <a:gd name="connsiteX1019" fmla="*/ 3740550 w 4418809"/>
              <a:gd name="connsiteY1019" fmla="*/ 1774303 h 17130814"/>
              <a:gd name="connsiteX1020" fmla="*/ 3685378 w 4418809"/>
              <a:gd name="connsiteY1020" fmla="*/ 1777752 h 17130814"/>
              <a:gd name="connsiteX1021" fmla="*/ 3695403 w 4418809"/>
              <a:gd name="connsiteY1021" fmla="*/ 1765949 h 17130814"/>
              <a:gd name="connsiteX1022" fmla="*/ 3822249 w 4418809"/>
              <a:gd name="connsiteY1022" fmla="*/ 1374217 h 17130814"/>
              <a:gd name="connsiteX1023" fmla="*/ 3821563 w 4418809"/>
              <a:gd name="connsiteY1023" fmla="*/ 1367968 h 17130814"/>
              <a:gd name="connsiteX1024" fmla="*/ 3868996 w 4418809"/>
              <a:gd name="connsiteY1024" fmla="*/ 1363186 h 17130814"/>
              <a:gd name="connsiteX1025" fmla="*/ 4418809 w 4418809"/>
              <a:gd name="connsiteY1025" fmla="*/ 688588 h 17130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Lst>
            <a:rect l="l" t="t" r="r" b="b"/>
            <a:pathLst>
              <a:path w="4418809" h="17130814">
                <a:moveTo>
                  <a:pt x="2048722" y="10463832"/>
                </a:moveTo>
                <a:cubicBezTo>
                  <a:pt x="2048538" y="10486250"/>
                  <a:pt x="2046104" y="10508985"/>
                  <a:pt x="2041247" y="10531766"/>
                </a:cubicBezTo>
                <a:cubicBezTo>
                  <a:pt x="1976351" y="10836127"/>
                  <a:pt x="1669299" y="11028608"/>
                  <a:pt x="1355426" y="10961683"/>
                </a:cubicBezTo>
                <a:cubicBezTo>
                  <a:pt x="1061170" y="10898942"/>
                  <a:pt x="865385" y="10630482"/>
                  <a:pt x="895534" y="10346384"/>
                </a:cubicBezTo>
                <a:lnTo>
                  <a:pt x="900855" y="10312998"/>
                </a:lnTo>
                <a:lnTo>
                  <a:pt x="907053" y="10318727"/>
                </a:lnTo>
                <a:cubicBezTo>
                  <a:pt x="983406" y="10376831"/>
                  <a:pt x="1081922" y="10405806"/>
                  <a:pt x="1184506" y="10391882"/>
                </a:cubicBezTo>
                <a:cubicBezTo>
                  <a:pt x="1235799" y="10384920"/>
                  <a:pt x="1283252" y="10367893"/>
                  <a:pt x="1325145" y="10343061"/>
                </a:cubicBezTo>
                <a:lnTo>
                  <a:pt x="1367338" y="10312156"/>
                </a:lnTo>
                <a:lnTo>
                  <a:pt x="1354487" y="10346141"/>
                </a:lnTo>
                <a:cubicBezTo>
                  <a:pt x="1350607" y="10358201"/>
                  <a:pt x="1347300" y="10370570"/>
                  <a:pt x="1344601" y="10383226"/>
                </a:cubicBezTo>
                <a:lnTo>
                  <a:pt x="1344913" y="10383293"/>
                </a:lnTo>
                <a:lnTo>
                  <a:pt x="1343941" y="10386320"/>
                </a:lnTo>
                <a:cubicBezTo>
                  <a:pt x="1320194" y="10497695"/>
                  <a:pt x="1391229" y="10607231"/>
                  <a:pt x="1502603" y="10630978"/>
                </a:cubicBezTo>
                <a:cubicBezTo>
                  <a:pt x="1613978" y="10654726"/>
                  <a:pt x="1723515" y="10583690"/>
                  <a:pt x="1747262" y="10472316"/>
                </a:cubicBezTo>
                <a:lnTo>
                  <a:pt x="1747610" y="10469156"/>
                </a:lnTo>
                <a:lnTo>
                  <a:pt x="1710945" y="10461339"/>
                </a:lnTo>
                <a:lnTo>
                  <a:pt x="1710597" y="10464498"/>
                </a:lnTo>
                <a:cubicBezTo>
                  <a:pt x="1691167" y="10555622"/>
                  <a:pt x="1601545" y="10613742"/>
                  <a:pt x="1510422" y="10594313"/>
                </a:cubicBezTo>
                <a:cubicBezTo>
                  <a:pt x="1419297" y="10574883"/>
                  <a:pt x="1361177" y="10485261"/>
                  <a:pt x="1380607" y="10394137"/>
                </a:cubicBezTo>
                <a:lnTo>
                  <a:pt x="1381579" y="10391111"/>
                </a:lnTo>
                <a:lnTo>
                  <a:pt x="1381266" y="10391044"/>
                </a:lnTo>
                <a:cubicBezTo>
                  <a:pt x="1390981" y="10345482"/>
                  <a:pt x="1409470" y="10304045"/>
                  <a:pt x="1434585" y="10268126"/>
                </a:cubicBezTo>
                <a:lnTo>
                  <a:pt x="1471030" y="10225500"/>
                </a:lnTo>
                <a:lnTo>
                  <a:pt x="1514671" y="10194889"/>
                </a:lnTo>
                <a:cubicBezTo>
                  <a:pt x="1580207" y="10158464"/>
                  <a:pt x="1651464" y="10136543"/>
                  <a:pt x="1724119" y="10128757"/>
                </a:cubicBezTo>
                <a:lnTo>
                  <a:pt x="1754630" y="10128445"/>
                </a:lnTo>
                <a:lnTo>
                  <a:pt x="1781617" y="10131414"/>
                </a:lnTo>
                <a:cubicBezTo>
                  <a:pt x="1941085" y="10165416"/>
                  <a:pt x="2050014" y="10306899"/>
                  <a:pt x="2048722" y="10463832"/>
                </a:cubicBezTo>
                <a:close/>
                <a:moveTo>
                  <a:pt x="2331583" y="8652258"/>
                </a:moveTo>
                <a:lnTo>
                  <a:pt x="2319716" y="8653340"/>
                </a:lnTo>
                <a:cubicBezTo>
                  <a:pt x="2082996" y="8698883"/>
                  <a:pt x="1884794" y="8881404"/>
                  <a:pt x="1831363" y="9131995"/>
                </a:cubicBezTo>
                <a:cubicBezTo>
                  <a:pt x="1798980" y="9283869"/>
                  <a:pt x="1863535" y="9433865"/>
                  <a:pt x="1983264" y="9517585"/>
                </a:cubicBezTo>
                <a:lnTo>
                  <a:pt x="2008328" y="9531640"/>
                </a:lnTo>
                <a:lnTo>
                  <a:pt x="1967321" y="9524146"/>
                </a:lnTo>
                <a:cubicBezTo>
                  <a:pt x="1860633" y="9493977"/>
                  <a:pt x="1760529" y="9432841"/>
                  <a:pt x="1681602" y="9341989"/>
                </a:cubicBezTo>
                <a:cubicBezTo>
                  <a:pt x="1484287" y="9114855"/>
                  <a:pt x="1489386" y="8782625"/>
                  <a:pt x="1684373" y="8573817"/>
                </a:cubicBezTo>
                <a:lnTo>
                  <a:pt x="1692273" y="8566200"/>
                </a:lnTo>
                <a:lnTo>
                  <a:pt x="1722684" y="8547337"/>
                </a:lnTo>
                <a:lnTo>
                  <a:pt x="1724998" y="8545155"/>
                </a:lnTo>
                <a:lnTo>
                  <a:pt x="1720354" y="8539117"/>
                </a:lnTo>
                <a:lnTo>
                  <a:pt x="1725900" y="8533770"/>
                </a:lnTo>
                <a:lnTo>
                  <a:pt x="1701313" y="8505468"/>
                </a:lnTo>
                <a:lnTo>
                  <a:pt x="1677027" y="8528816"/>
                </a:lnTo>
                <a:lnTo>
                  <a:pt x="1639694" y="8547146"/>
                </a:lnTo>
                <a:cubicBezTo>
                  <a:pt x="1576085" y="8563763"/>
                  <a:pt x="1505854" y="8542142"/>
                  <a:pt x="1463250" y="8486753"/>
                </a:cubicBezTo>
                <a:cubicBezTo>
                  <a:pt x="1406444" y="8412901"/>
                  <a:pt x="1420264" y="8306981"/>
                  <a:pt x="1494117" y="8250176"/>
                </a:cubicBezTo>
                <a:lnTo>
                  <a:pt x="1496818" y="8248499"/>
                </a:lnTo>
                <a:lnTo>
                  <a:pt x="1493777" y="8244547"/>
                </a:lnTo>
                <a:lnTo>
                  <a:pt x="1495862" y="8245371"/>
                </a:lnTo>
                <a:lnTo>
                  <a:pt x="1506078" y="8209299"/>
                </a:lnTo>
                <a:cubicBezTo>
                  <a:pt x="1349197" y="8164864"/>
                  <a:pt x="1249827" y="8016512"/>
                  <a:pt x="1261456" y="7860006"/>
                </a:cubicBezTo>
                <a:cubicBezTo>
                  <a:pt x="1263117" y="7837649"/>
                  <a:pt x="1267043" y="7815125"/>
                  <a:pt x="1273391" y="7792712"/>
                </a:cubicBezTo>
                <a:cubicBezTo>
                  <a:pt x="1317826" y="7635832"/>
                  <a:pt x="1466180" y="7536461"/>
                  <a:pt x="1622685" y="7548090"/>
                </a:cubicBezTo>
                <a:lnTo>
                  <a:pt x="1675677" y="7557489"/>
                </a:lnTo>
                <a:lnTo>
                  <a:pt x="1718585" y="7596485"/>
                </a:lnTo>
                <a:cubicBezTo>
                  <a:pt x="1779218" y="7644984"/>
                  <a:pt x="1850289" y="7671608"/>
                  <a:pt x="1922264" y="7677416"/>
                </a:cubicBezTo>
                <a:lnTo>
                  <a:pt x="1983841" y="7676481"/>
                </a:lnTo>
                <a:lnTo>
                  <a:pt x="1957083" y="7688231"/>
                </a:lnTo>
                <a:cubicBezTo>
                  <a:pt x="1852087" y="7747048"/>
                  <a:pt x="1777230" y="7855273"/>
                  <a:pt x="1766434" y="7984227"/>
                </a:cubicBezTo>
                <a:cubicBezTo>
                  <a:pt x="1737930" y="8324669"/>
                  <a:pt x="1990805" y="8623757"/>
                  <a:pt x="2331248" y="8652261"/>
                </a:cubicBezTo>
                <a:close/>
                <a:moveTo>
                  <a:pt x="1921186" y="13764386"/>
                </a:moveTo>
                <a:cubicBezTo>
                  <a:pt x="1919872" y="13786767"/>
                  <a:pt x="1916295" y="13809350"/>
                  <a:pt x="1910297" y="13831857"/>
                </a:cubicBezTo>
                <a:cubicBezTo>
                  <a:pt x="1830143" y="14132560"/>
                  <a:pt x="1513780" y="14309321"/>
                  <a:pt x="1203679" y="14226662"/>
                </a:cubicBezTo>
                <a:cubicBezTo>
                  <a:pt x="912959" y="14149170"/>
                  <a:pt x="730954" y="13871183"/>
                  <a:pt x="775383" y="13588965"/>
                </a:cubicBezTo>
                <a:lnTo>
                  <a:pt x="782380" y="13555890"/>
                </a:lnTo>
                <a:lnTo>
                  <a:pt x="788283" y="13561925"/>
                </a:lnTo>
                <a:cubicBezTo>
                  <a:pt x="861609" y="13623802"/>
                  <a:pt x="958539" y="13657706"/>
                  <a:pt x="1061695" y="13648970"/>
                </a:cubicBezTo>
                <a:cubicBezTo>
                  <a:pt x="1113273" y="13644602"/>
                  <a:pt x="1161524" y="13629988"/>
                  <a:pt x="1204615" y="13607300"/>
                </a:cubicBezTo>
                <a:lnTo>
                  <a:pt x="1248313" y="13578560"/>
                </a:lnTo>
                <a:lnTo>
                  <a:pt x="1233765" y="13611855"/>
                </a:lnTo>
                <a:cubicBezTo>
                  <a:pt x="1229283" y="13623703"/>
                  <a:pt x="1225356" y="13635890"/>
                  <a:pt x="1222022" y="13648394"/>
                </a:cubicBezTo>
                <a:lnTo>
                  <a:pt x="1222331" y="13648477"/>
                </a:lnTo>
                <a:lnTo>
                  <a:pt x="1221208" y="13651450"/>
                </a:lnTo>
                <a:cubicBezTo>
                  <a:pt x="1191877" y="13761487"/>
                  <a:pt x="1257302" y="13874465"/>
                  <a:pt x="1367337" y="13903795"/>
                </a:cubicBezTo>
                <a:cubicBezTo>
                  <a:pt x="1477374" y="13933126"/>
                  <a:pt x="1590352" y="13867701"/>
                  <a:pt x="1619682" y="13757665"/>
                </a:cubicBezTo>
                <a:lnTo>
                  <a:pt x="1620189" y="13754527"/>
                </a:lnTo>
                <a:lnTo>
                  <a:pt x="1583964" y="13744872"/>
                </a:lnTo>
                <a:lnTo>
                  <a:pt x="1583457" y="13748009"/>
                </a:lnTo>
                <a:cubicBezTo>
                  <a:pt x="1559459" y="13838039"/>
                  <a:pt x="1467022" y="13891568"/>
                  <a:pt x="1376994" y="13867570"/>
                </a:cubicBezTo>
                <a:cubicBezTo>
                  <a:pt x="1286964" y="13843573"/>
                  <a:pt x="1233435" y="13751135"/>
                  <a:pt x="1257433" y="13661106"/>
                </a:cubicBezTo>
                <a:lnTo>
                  <a:pt x="1258556" y="13658132"/>
                </a:lnTo>
                <a:lnTo>
                  <a:pt x="1258247" y="13658050"/>
                </a:lnTo>
                <a:cubicBezTo>
                  <a:pt x="1270246" y="13613035"/>
                  <a:pt x="1290800" y="13572583"/>
                  <a:pt x="1317694" y="13537976"/>
                </a:cubicBezTo>
                <a:lnTo>
                  <a:pt x="1356241" y="13497241"/>
                </a:lnTo>
                <a:lnTo>
                  <a:pt x="1401369" y="13468868"/>
                </a:lnTo>
                <a:cubicBezTo>
                  <a:pt x="1468657" y="13435792"/>
                  <a:pt x="1540929" y="13417492"/>
                  <a:pt x="1613884" y="13413377"/>
                </a:cubicBezTo>
                <a:lnTo>
                  <a:pt x="1644371" y="13414603"/>
                </a:lnTo>
                <a:lnTo>
                  <a:pt x="1671175" y="13418928"/>
                </a:lnTo>
                <a:cubicBezTo>
                  <a:pt x="1828726" y="13460925"/>
                  <a:pt x="1930386" y="13607718"/>
                  <a:pt x="1921186" y="13764386"/>
                </a:cubicBezTo>
                <a:close/>
                <a:moveTo>
                  <a:pt x="2105482" y="11684224"/>
                </a:moveTo>
                <a:cubicBezTo>
                  <a:pt x="2089934" y="11869920"/>
                  <a:pt x="1926794" y="12007852"/>
                  <a:pt x="1741099" y="11992304"/>
                </a:cubicBezTo>
                <a:cubicBezTo>
                  <a:pt x="1555404" y="11976757"/>
                  <a:pt x="1417471" y="11813617"/>
                  <a:pt x="1433019" y="11627922"/>
                </a:cubicBezTo>
                <a:lnTo>
                  <a:pt x="1433337" y="11627948"/>
                </a:lnTo>
                <a:lnTo>
                  <a:pt x="1433283" y="11624770"/>
                </a:lnTo>
                <a:cubicBezTo>
                  <a:pt x="1441056" y="11531922"/>
                  <a:pt x="1522627" y="11462956"/>
                  <a:pt x="1615474" y="11470730"/>
                </a:cubicBezTo>
                <a:cubicBezTo>
                  <a:pt x="1708321" y="11478503"/>
                  <a:pt x="1777288" y="11560074"/>
                  <a:pt x="1769514" y="11652921"/>
                </a:cubicBezTo>
                <a:lnTo>
                  <a:pt x="1768932" y="11656046"/>
                </a:lnTo>
                <a:lnTo>
                  <a:pt x="1806292" y="11659174"/>
                </a:lnTo>
                <a:lnTo>
                  <a:pt x="1806873" y="11656049"/>
                </a:lnTo>
                <a:cubicBezTo>
                  <a:pt x="1816375" y="11542568"/>
                  <a:pt x="1732083" y="11442871"/>
                  <a:pt x="1618602" y="11433370"/>
                </a:cubicBezTo>
                <a:cubicBezTo>
                  <a:pt x="1505121" y="11423869"/>
                  <a:pt x="1405425" y="11508161"/>
                  <a:pt x="1395923" y="11621642"/>
                </a:cubicBezTo>
                <a:lnTo>
                  <a:pt x="1395977" y="11624820"/>
                </a:lnTo>
                <a:lnTo>
                  <a:pt x="1395659" y="11624794"/>
                </a:lnTo>
                <a:cubicBezTo>
                  <a:pt x="1378384" y="11831122"/>
                  <a:pt x="1531643" y="12012389"/>
                  <a:pt x="1737971" y="12029664"/>
                </a:cubicBezTo>
                <a:lnTo>
                  <a:pt x="1800508" y="12028604"/>
                </a:lnTo>
                <a:lnTo>
                  <a:pt x="1777910" y="12038127"/>
                </a:lnTo>
                <a:cubicBezTo>
                  <a:pt x="1735079" y="12061303"/>
                  <a:pt x="1696085" y="12093258"/>
                  <a:pt x="1663752" y="12133680"/>
                </a:cubicBezTo>
                <a:cubicBezTo>
                  <a:pt x="1582920" y="12234735"/>
                  <a:pt x="1562853" y="12364786"/>
                  <a:pt x="1598645" y="12479689"/>
                </a:cubicBezTo>
                <a:lnTo>
                  <a:pt x="1622501" y="12536298"/>
                </a:lnTo>
                <a:lnTo>
                  <a:pt x="1532691" y="12588046"/>
                </a:lnTo>
                <a:cubicBezTo>
                  <a:pt x="1292898" y="12694658"/>
                  <a:pt x="999075" y="12618060"/>
                  <a:pt x="834471" y="12390552"/>
                </a:cubicBezTo>
                <a:cubicBezTo>
                  <a:pt x="646352" y="12130540"/>
                  <a:pt x="698245" y="11771880"/>
                  <a:pt x="950377" y="11589461"/>
                </a:cubicBezTo>
                <a:lnTo>
                  <a:pt x="947579" y="11585592"/>
                </a:lnTo>
                <a:lnTo>
                  <a:pt x="955147" y="11530097"/>
                </a:lnTo>
                <a:cubicBezTo>
                  <a:pt x="1008509" y="11249430"/>
                  <a:pt x="1273609" y="11049122"/>
                  <a:pt x="1573431" y="11074224"/>
                </a:cubicBezTo>
                <a:cubicBezTo>
                  <a:pt x="1893240" y="11101001"/>
                  <a:pt x="2131447" y="11374107"/>
                  <a:pt x="2105482" y="11684224"/>
                </a:cubicBezTo>
                <a:close/>
                <a:moveTo>
                  <a:pt x="1916364" y="14986088"/>
                </a:moveTo>
                <a:cubicBezTo>
                  <a:pt x="1891477" y="15170765"/>
                  <a:pt x="1721593" y="15300299"/>
                  <a:pt x="1536917" y="15275412"/>
                </a:cubicBezTo>
                <a:cubicBezTo>
                  <a:pt x="1352242" y="15250525"/>
                  <a:pt x="1222707" y="15080641"/>
                  <a:pt x="1247594" y="14895964"/>
                </a:cubicBezTo>
                <a:lnTo>
                  <a:pt x="1247910" y="14896007"/>
                </a:lnTo>
                <a:lnTo>
                  <a:pt x="1248016" y="14892830"/>
                </a:lnTo>
                <a:cubicBezTo>
                  <a:pt x="1260460" y="14800492"/>
                  <a:pt x="1345403" y="14735725"/>
                  <a:pt x="1437740" y="14748168"/>
                </a:cubicBezTo>
                <a:cubicBezTo>
                  <a:pt x="1530078" y="14760612"/>
                  <a:pt x="1594845" y="14845554"/>
                  <a:pt x="1582402" y="14937892"/>
                </a:cubicBezTo>
                <a:lnTo>
                  <a:pt x="1581663" y="14940984"/>
                </a:lnTo>
                <a:lnTo>
                  <a:pt x="1618817" y="14945990"/>
                </a:lnTo>
                <a:lnTo>
                  <a:pt x="1619556" y="14942899"/>
                </a:lnTo>
                <a:cubicBezTo>
                  <a:pt x="1634765" y="14830041"/>
                  <a:pt x="1555605" y="14726223"/>
                  <a:pt x="1442747" y="14711014"/>
                </a:cubicBezTo>
                <a:cubicBezTo>
                  <a:pt x="1329889" y="14695805"/>
                  <a:pt x="1226071" y="14774965"/>
                  <a:pt x="1210862" y="14887823"/>
                </a:cubicBezTo>
                <a:lnTo>
                  <a:pt x="1210756" y="14891000"/>
                </a:lnTo>
                <a:lnTo>
                  <a:pt x="1210440" y="14890957"/>
                </a:lnTo>
                <a:cubicBezTo>
                  <a:pt x="1182787" y="15096154"/>
                  <a:pt x="1326715" y="15284913"/>
                  <a:pt x="1531910" y="15312566"/>
                </a:cubicBezTo>
                <a:lnTo>
                  <a:pt x="1594421" y="15314660"/>
                </a:lnTo>
                <a:lnTo>
                  <a:pt x="1571372" y="15323031"/>
                </a:lnTo>
                <a:cubicBezTo>
                  <a:pt x="1527427" y="15344019"/>
                  <a:pt x="1486872" y="15373968"/>
                  <a:pt x="1452543" y="15412709"/>
                </a:cubicBezTo>
                <a:cubicBezTo>
                  <a:pt x="1366720" y="15509562"/>
                  <a:pt x="1340124" y="15638436"/>
                  <a:pt x="1370079" y="15754997"/>
                </a:cubicBezTo>
                <a:lnTo>
                  <a:pt x="1391052" y="15812736"/>
                </a:lnTo>
                <a:lnTo>
                  <a:pt x="1298748" y="15859892"/>
                </a:lnTo>
                <a:cubicBezTo>
                  <a:pt x="1053886" y="15954284"/>
                  <a:pt x="764298" y="15862973"/>
                  <a:pt x="611370" y="15627457"/>
                </a:cubicBezTo>
                <a:cubicBezTo>
                  <a:pt x="436595" y="15358294"/>
                  <a:pt x="506498" y="15002706"/>
                  <a:pt x="767504" y="14833227"/>
                </a:cubicBezTo>
                <a:lnTo>
                  <a:pt x="764904" y="14829221"/>
                </a:lnTo>
                <a:lnTo>
                  <a:pt x="775260" y="14774179"/>
                </a:lnTo>
                <a:cubicBezTo>
                  <a:pt x="842700" y="14496558"/>
                  <a:pt x="1117558" y="14309865"/>
                  <a:pt x="1415734" y="14350047"/>
                </a:cubicBezTo>
                <a:cubicBezTo>
                  <a:pt x="1733787" y="14392909"/>
                  <a:pt x="1957927" y="14677673"/>
                  <a:pt x="1916364" y="14986088"/>
                </a:cubicBezTo>
                <a:close/>
                <a:moveTo>
                  <a:pt x="2991941" y="4480530"/>
                </a:moveTo>
                <a:lnTo>
                  <a:pt x="2976597" y="4527837"/>
                </a:lnTo>
                <a:cubicBezTo>
                  <a:pt x="2870058" y="4767662"/>
                  <a:pt x="2600642" y="4907711"/>
                  <a:pt x="2326003" y="4849152"/>
                </a:cubicBezTo>
                <a:cubicBezTo>
                  <a:pt x="2031748" y="4786411"/>
                  <a:pt x="1835963" y="4517951"/>
                  <a:pt x="1866112" y="4233852"/>
                </a:cubicBezTo>
                <a:lnTo>
                  <a:pt x="1871433" y="4200468"/>
                </a:lnTo>
                <a:lnTo>
                  <a:pt x="1877631" y="4206197"/>
                </a:lnTo>
                <a:cubicBezTo>
                  <a:pt x="1953983" y="4264299"/>
                  <a:pt x="2052500" y="4293275"/>
                  <a:pt x="2155084" y="4279350"/>
                </a:cubicBezTo>
                <a:cubicBezTo>
                  <a:pt x="2206376" y="4272389"/>
                  <a:pt x="2253830" y="4255361"/>
                  <a:pt x="2295723" y="4230530"/>
                </a:cubicBezTo>
                <a:lnTo>
                  <a:pt x="2337916" y="4199625"/>
                </a:lnTo>
                <a:lnTo>
                  <a:pt x="2325065" y="4233610"/>
                </a:lnTo>
                <a:cubicBezTo>
                  <a:pt x="2321185" y="4245669"/>
                  <a:pt x="2317877" y="4258039"/>
                  <a:pt x="2315178" y="4270695"/>
                </a:cubicBezTo>
                <a:lnTo>
                  <a:pt x="2315490" y="4270762"/>
                </a:lnTo>
                <a:lnTo>
                  <a:pt x="2314519" y="4273788"/>
                </a:lnTo>
                <a:cubicBezTo>
                  <a:pt x="2290772" y="4385163"/>
                  <a:pt x="2361807" y="4494700"/>
                  <a:pt x="2473181" y="4518447"/>
                </a:cubicBezTo>
                <a:cubicBezTo>
                  <a:pt x="2556712" y="4536257"/>
                  <a:pt x="2639210" y="4500752"/>
                  <a:pt x="2685256" y="4434901"/>
                </a:cubicBezTo>
                <a:lnTo>
                  <a:pt x="2685509" y="4434449"/>
                </a:lnTo>
                <a:lnTo>
                  <a:pt x="2795862" y="4488832"/>
                </a:lnTo>
                <a:cubicBezTo>
                  <a:pt x="2842963" y="4501208"/>
                  <a:pt x="2891712" y="4504145"/>
                  <a:pt x="2939290" y="4498007"/>
                </a:cubicBezTo>
                <a:close/>
                <a:moveTo>
                  <a:pt x="3019300" y="4351300"/>
                </a:moveTo>
                <a:cubicBezTo>
                  <a:pt x="3019116" y="4373719"/>
                  <a:pt x="3016681" y="4396453"/>
                  <a:pt x="3011824" y="4419234"/>
                </a:cubicBezTo>
                <a:lnTo>
                  <a:pt x="3006036" y="4437078"/>
                </a:lnTo>
                <a:lnTo>
                  <a:pt x="2934493" y="4460825"/>
                </a:lnTo>
                <a:cubicBezTo>
                  <a:pt x="2891672" y="4466350"/>
                  <a:pt x="2847798" y="4463707"/>
                  <a:pt x="2805408" y="4452568"/>
                </a:cubicBezTo>
                <a:lnTo>
                  <a:pt x="2703508" y="4402351"/>
                </a:lnTo>
                <a:lnTo>
                  <a:pt x="2705077" y="4399553"/>
                </a:lnTo>
                <a:cubicBezTo>
                  <a:pt x="2710563" y="4386998"/>
                  <a:pt x="2714872" y="4373707"/>
                  <a:pt x="2717840" y="4359785"/>
                </a:cubicBezTo>
                <a:lnTo>
                  <a:pt x="2718188" y="4356625"/>
                </a:lnTo>
                <a:lnTo>
                  <a:pt x="2681522" y="4348807"/>
                </a:lnTo>
                <a:lnTo>
                  <a:pt x="2681174" y="4351967"/>
                </a:lnTo>
                <a:cubicBezTo>
                  <a:pt x="2661745" y="4443091"/>
                  <a:pt x="2572123" y="4501211"/>
                  <a:pt x="2480999" y="4481782"/>
                </a:cubicBezTo>
                <a:cubicBezTo>
                  <a:pt x="2389875" y="4462352"/>
                  <a:pt x="2331755" y="4372730"/>
                  <a:pt x="2351184" y="4281606"/>
                </a:cubicBezTo>
                <a:lnTo>
                  <a:pt x="2352156" y="4278580"/>
                </a:lnTo>
                <a:lnTo>
                  <a:pt x="2351844" y="4278513"/>
                </a:lnTo>
                <a:cubicBezTo>
                  <a:pt x="2361559" y="4232950"/>
                  <a:pt x="2380048" y="4191514"/>
                  <a:pt x="2405163" y="4155595"/>
                </a:cubicBezTo>
                <a:lnTo>
                  <a:pt x="2441607" y="4112969"/>
                </a:lnTo>
                <a:lnTo>
                  <a:pt x="2485249" y="4082357"/>
                </a:lnTo>
                <a:cubicBezTo>
                  <a:pt x="2550784" y="4045932"/>
                  <a:pt x="2622042" y="4024012"/>
                  <a:pt x="2694697" y="4016226"/>
                </a:cubicBezTo>
                <a:lnTo>
                  <a:pt x="2725207" y="4015913"/>
                </a:lnTo>
                <a:lnTo>
                  <a:pt x="2752194" y="4018882"/>
                </a:lnTo>
                <a:cubicBezTo>
                  <a:pt x="2911662" y="4052885"/>
                  <a:pt x="3020592" y="4194368"/>
                  <a:pt x="3019300" y="4351300"/>
                </a:cubicBezTo>
                <a:close/>
                <a:moveTo>
                  <a:pt x="2366703" y="12637622"/>
                </a:moveTo>
                <a:cubicBezTo>
                  <a:pt x="2350587" y="12733803"/>
                  <a:pt x="2310107" y="12827894"/>
                  <a:pt x="2244329" y="12910127"/>
                </a:cubicBezTo>
                <a:cubicBezTo>
                  <a:pt x="2043865" y="13160743"/>
                  <a:pt x="1684348" y="13206323"/>
                  <a:pt x="1441326" y="13011933"/>
                </a:cubicBezTo>
                <a:lnTo>
                  <a:pt x="1417908" y="13041210"/>
                </a:lnTo>
                <a:cubicBezTo>
                  <a:pt x="1501278" y="13107897"/>
                  <a:pt x="1596610" y="13149517"/>
                  <a:pt x="1694797" y="13167085"/>
                </a:cubicBezTo>
                <a:lnTo>
                  <a:pt x="1696362" y="13167287"/>
                </a:lnTo>
                <a:lnTo>
                  <a:pt x="1695845" y="13167959"/>
                </a:lnTo>
                <a:cubicBezTo>
                  <a:pt x="1769616" y="13224871"/>
                  <a:pt x="1813335" y="13306296"/>
                  <a:pt x="1824384" y="13391937"/>
                </a:cubicBezTo>
                <a:lnTo>
                  <a:pt x="1824458" y="13394182"/>
                </a:lnTo>
                <a:lnTo>
                  <a:pt x="1791140" y="13384308"/>
                </a:lnTo>
                <a:lnTo>
                  <a:pt x="1670231" y="13374184"/>
                </a:lnTo>
                <a:lnTo>
                  <a:pt x="1670379" y="13372421"/>
                </a:lnTo>
                <a:lnTo>
                  <a:pt x="1618951" y="13369906"/>
                </a:lnTo>
                <a:lnTo>
                  <a:pt x="1610450" y="13371344"/>
                </a:lnTo>
                <a:lnTo>
                  <a:pt x="1605864" y="13370604"/>
                </a:lnTo>
                <a:cubicBezTo>
                  <a:pt x="1531260" y="13366223"/>
                  <a:pt x="1458672" y="13384466"/>
                  <a:pt x="1396401" y="13420526"/>
                </a:cubicBezTo>
                <a:lnTo>
                  <a:pt x="1363708" y="13443888"/>
                </a:lnTo>
                <a:lnTo>
                  <a:pt x="1386579" y="13391668"/>
                </a:lnTo>
                <a:cubicBezTo>
                  <a:pt x="1401698" y="13345375"/>
                  <a:pt x="1407989" y="13295353"/>
                  <a:pt x="1403621" y="13243774"/>
                </a:cubicBezTo>
                <a:lnTo>
                  <a:pt x="1403304" y="13243802"/>
                </a:lnTo>
                <a:lnTo>
                  <a:pt x="1403355" y="13240623"/>
                </a:lnTo>
                <a:cubicBezTo>
                  <a:pt x="1393745" y="13127151"/>
                  <a:pt x="1293969" y="13042954"/>
                  <a:pt x="1180497" y="13052563"/>
                </a:cubicBezTo>
                <a:cubicBezTo>
                  <a:pt x="1067025" y="13062173"/>
                  <a:pt x="982829" y="13161949"/>
                  <a:pt x="992438" y="13275421"/>
                </a:cubicBezTo>
                <a:lnTo>
                  <a:pt x="993022" y="13278546"/>
                </a:lnTo>
                <a:lnTo>
                  <a:pt x="1030378" y="13275382"/>
                </a:lnTo>
                <a:lnTo>
                  <a:pt x="1029793" y="13272257"/>
                </a:lnTo>
                <a:cubicBezTo>
                  <a:pt x="1021932" y="13179418"/>
                  <a:pt x="1090821" y="13097782"/>
                  <a:pt x="1183661" y="13089919"/>
                </a:cubicBezTo>
                <a:cubicBezTo>
                  <a:pt x="1276501" y="13082058"/>
                  <a:pt x="1358136" y="13150946"/>
                  <a:pt x="1365999" y="13243787"/>
                </a:cubicBezTo>
                <a:lnTo>
                  <a:pt x="1365948" y="13246966"/>
                </a:lnTo>
                <a:lnTo>
                  <a:pt x="1366265" y="13246938"/>
                </a:lnTo>
                <a:cubicBezTo>
                  <a:pt x="1381990" y="13432619"/>
                  <a:pt x="1244212" y="13595890"/>
                  <a:pt x="1058532" y="13611614"/>
                </a:cubicBezTo>
                <a:cubicBezTo>
                  <a:pt x="872851" y="13627338"/>
                  <a:pt x="709580" y="13489561"/>
                  <a:pt x="693856" y="13303880"/>
                </a:cubicBezTo>
                <a:cubicBezTo>
                  <a:pt x="667596" y="12993787"/>
                  <a:pt x="905545" y="12720454"/>
                  <a:pt x="1225328" y="12693374"/>
                </a:cubicBezTo>
                <a:cubicBezTo>
                  <a:pt x="1265301" y="12689989"/>
                  <a:pt x="1304661" y="12690611"/>
                  <a:pt x="1342986" y="12694899"/>
                </a:cubicBezTo>
                <a:lnTo>
                  <a:pt x="1344741" y="12695269"/>
                </a:lnTo>
                <a:lnTo>
                  <a:pt x="1346806" y="12670604"/>
                </a:lnTo>
                <a:lnTo>
                  <a:pt x="1385768" y="12671664"/>
                </a:lnTo>
                <a:cubicBezTo>
                  <a:pt x="1459816" y="12660248"/>
                  <a:pt x="1532658" y="12635199"/>
                  <a:pt x="1600479" y="12595905"/>
                </a:cubicBezTo>
                <a:lnTo>
                  <a:pt x="1642005" y="12568942"/>
                </a:lnTo>
                <a:lnTo>
                  <a:pt x="1668093" y="12607476"/>
                </a:lnTo>
                <a:cubicBezTo>
                  <a:pt x="1684031" y="12626621"/>
                  <a:pt x="1702127" y="12644452"/>
                  <a:pt x="1722337" y="12660618"/>
                </a:cubicBezTo>
                <a:lnTo>
                  <a:pt x="1722537" y="12660370"/>
                </a:lnTo>
                <a:lnTo>
                  <a:pt x="1724807" y="12662595"/>
                </a:lnTo>
                <a:cubicBezTo>
                  <a:pt x="1813736" y="12733728"/>
                  <a:pt x="1943490" y="12719302"/>
                  <a:pt x="2014624" y="12630373"/>
                </a:cubicBezTo>
                <a:cubicBezTo>
                  <a:pt x="2085757" y="12541444"/>
                  <a:pt x="2071330" y="12411689"/>
                  <a:pt x="1982402" y="12340557"/>
                </a:cubicBezTo>
                <a:lnTo>
                  <a:pt x="1979732" y="12338830"/>
                </a:lnTo>
                <a:lnTo>
                  <a:pt x="1956315" y="12368106"/>
                </a:lnTo>
                <a:lnTo>
                  <a:pt x="1958984" y="12369833"/>
                </a:lnTo>
                <a:cubicBezTo>
                  <a:pt x="2031743" y="12428032"/>
                  <a:pt x="2043546" y="12534195"/>
                  <a:pt x="1985347" y="12606955"/>
                </a:cubicBezTo>
                <a:cubicBezTo>
                  <a:pt x="1927148" y="12679714"/>
                  <a:pt x="1820984" y="12691518"/>
                  <a:pt x="1748224" y="12633318"/>
                </a:cubicBezTo>
                <a:lnTo>
                  <a:pt x="1745954" y="12631094"/>
                </a:lnTo>
                <a:lnTo>
                  <a:pt x="1745755" y="12631342"/>
                </a:lnTo>
                <a:cubicBezTo>
                  <a:pt x="1600236" y="12514944"/>
                  <a:pt x="1576629" y="12302617"/>
                  <a:pt x="1693028" y="12157098"/>
                </a:cubicBezTo>
                <a:cubicBezTo>
                  <a:pt x="1809427" y="12011579"/>
                  <a:pt x="2021754" y="11987972"/>
                  <a:pt x="2167273" y="12104372"/>
                </a:cubicBezTo>
                <a:cubicBezTo>
                  <a:pt x="2182462" y="12116521"/>
                  <a:pt x="2196836" y="12129319"/>
                  <a:pt x="2210389" y="12142701"/>
                </a:cubicBezTo>
                <a:lnTo>
                  <a:pt x="2210454" y="12142772"/>
                </a:lnTo>
                <a:lnTo>
                  <a:pt x="2209080" y="12147625"/>
                </a:lnTo>
                <a:lnTo>
                  <a:pt x="2216007" y="12148854"/>
                </a:lnTo>
                <a:lnTo>
                  <a:pt x="2248580" y="12184525"/>
                </a:lnTo>
                <a:cubicBezTo>
                  <a:pt x="2352748" y="12311214"/>
                  <a:pt x="2393564" y="12477320"/>
                  <a:pt x="2366703" y="12637622"/>
                </a:cubicBezTo>
                <a:close/>
                <a:moveTo>
                  <a:pt x="2142086" y="15855451"/>
                </a:moveTo>
                <a:cubicBezTo>
                  <a:pt x="2135631" y="15983941"/>
                  <a:pt x="2086367" y="16112346"/>
                  <a:pt x="1993248" y="16217431"/>
                </a:cubicBezTo>
                <a:cubicBezTo>
                  <a:pt x="1780408" y="16457625"/>
                  <a:pt x="1419050" y="16485027"/>
                  <a:pt x="1186135" y="16278636"/>
                </a:cubicBezTo>
                <a:lnTo>
                  <a:pt x="1161271" y="16306694"/>
                </a:lnTo>
                <a:cubicBezTo>
                  <a:pt x="1241174" y="16377499"/>
                  <a:pt x="1334287" y="16423871"/>
                  <a:pt x="1431464" y="16446365"/>
                </a:cubicBezTo>
                <a:lnTo>
                  <a:pt x="1433018" y="16446646"/>
                </a:lnTo>
                <a:lnTo>
                  <a:pt x="1432466" y="16447291"/>
                </a:lnTo>
                <a:cubicBezTo>
                  <a:pt x="1574084" y="16568406"/>
                  <a:pt x="1590706" y="16781394"/>
                  <a:pt x="1469591" y="16923010"/>
                </a:cubicBezTo>
                <a:cubicBezTo>
                  <a:pt x="1378755" y="17029226"/>
                  <a:pt x="1236241" y="17065128"/>
                  <a:pt x="1110915" y="17025346"/>
                </a:cubicBezTo>
                <a:lnTo>
                  <a:pt x="999115" y="16963058"/>
                </a:lnTo>
                <a:lnTo>
                  <a:pt x="1035630" y="16907424"/>
                </a:lnTo>
                <a:cubicBezTo>
                  <a:pt x="1060840" y="16859432"/>
                  <a:pt x="1077057" y="16805704"/>
                  <a:pt x="1081865" y="16748284"/>
                </a:cubicBezTo>
                <a:cubicBezTo>
                  <a:pt x="1101095" y="16518605"/>
                  <a:pt x="930492" y="16316824"/>
                  <a:pt x="700813" y="16297594"/>
                </a:cubicBezTo>
                <a:lnTo>
                  <a:pt x="700783" y="16297948"/>
                </a:lnTo>
                <a:lnTo>
                  <a:pt x="697304" y="16297300"/>
                </a:lnTo>
                <a:cubicBezTo>
                  <a:pt x="570980" y="16286724"/>
                  <a:pt x="460002" y="16380554"/>
                  <a:pt x="449425" y="16506878"/>
                </a:cubicBezTo>
                <a:cubicBezTo>
                  <a:pt x="438848" y="16633202"/>
                  <a:pt x="532679" y="16744181"/>
                  <a:pt x="659003" y="16754758"/>
                </a:cubicBezTo>
                <a:lnTo>
                  <a:pt x="662542" y="16754697"/>
                </a:lnTo>
                <a:lnTo>
                  <a:pt x="666023" y="16713111"/>
                </a:lnTo>
                <a:lnTo>
                  <a:pt x="662485" y="16713171"/>
                </a:lnTo>
                <a:cubicBezTo>
                  <a:pt x="559130" y="16704517"/>
                  <a:pt x="482358" y="16613715"/>
                  <a:pt x="491012" y="16510360"/>
                </a:cubicBezTo>
                <a:cubicBezTo>
                  <a:pt x="499665" y="16407005"/>
                  <a:pt x="590467" y="16330233"/>
                  <a:pt x="693822" y="16338887"/>
                </a:cubicBezTo>
                <a:lnTo>
                  <a:pt x="697301" y="16339534"/>
                </a:lnTo>
                <a:lnTo>
                  <a:pt x="697331" y="16339181"/>
                </a:lnTo>
                <a:cubicBezTo>
                  <a:pt x="904042" y="16356488"/>
                  <a:pt x="1057584" y="16538090"/>
                  <a:pt x="1040277" y="16744802"/>
                </a:cubicBezTo>
                <a:cubicBezTo>
                  <a:pt x="1022970" y="16951512"/>
                  <a:pt x="841367" y="17105056"/>
                  <a:pt x="634657" y="17087748"/>
                </a:cubicBezTo>
                <a:cubicBezTo>
                  <a:pt x="289441" y="17058844"/>
                  <a:pt x="33753" y="16746817"/>
                  <a:pt x="63559" y="16390814"/>
                </a:cubicBezTo>
                <a:cubicBezTo>
                  <a:pt x="89640" y="16079311"/>
                  <a:pt x="325661" y="15837356"/>
                  <a:pt x="615526" y="15801097"/>
                </a:cubicBezTo>
                <a:lnTo>
                  <a:pt x="694417" y="15799515"/>
                </a:lnTo>
                <a:lnTo>
                  <a:pt x="694520" y="15798286"/>
                </a:lnTo>
                <a:lnTo>
                  <a:pt x="724668" y="15824329"/>
                </a:lnTo>
                <a:cubicBezTo>
                  <a:pt x="909090" y="15955792"/>
                  <a:pt x="1156908" y="15978635"/>
                  <a:pt x="1366054" y="15871157"/>
                </a:cubicBezTo>
                <a:lnTo>
                  <a:pt x="1408886" y="15846322"/>
                </a:lnTo>
                <a:lnTo>
                  <a:pt x="1432999" y="15886122"/>
                </a:lnTo>
                <a:cubicBezTo>
                  <a:pt x="1447952" y="15906045"/>
                  <a:pt x="1465125" y="15924767"/>
                  <a:pt x="1484496" y="15941931"/>
                </a:cubicBezTo>
                <a:lnTo>
                  <a:pt x="1484707" y="15941693"/>
                </a:lnTo>
                <a:lnTo>
                  <a:pt x="1486864" y="15944030"/>
                </a:lnTo>
                <a:cubicBezTo>
                  <a:pt x="1572093" y="16019554"/>
                  <a:pt x="1702410" y="16011686"/>
                  <a:pt x="1777935" y="15926455"/>
                </a:cubicBezTo>
                <a:cubicBezTo>
                  <a:pt x="1853460" y="15841225"/>
                  <a:pt x="1845591" y="15710907"/>
                  <a:pt x="1760361" y="15635383"/>
                </a:cubicBezTo>
                <a:lnTo>
                  <a:pt x="1757782" y="15633524"/>
                </a:lnTo>
                <a:lnTo>
                  <a:pt x="1732918" y="15661583"/>
                </a:lnTo>
                <a:lnTo>
                  <a:pt x="1735497" y="15663442"/>
                </a:lnTo>
                <a:cubicBezTo>
                  <a:pt x="1805230" y="15725234"/>
                  <a:pt x="1811668" y="15831858"/>
                  <a:pt x="1749875" y="15901592"/>
                </a:cubicBezTo>
                <a:cubicBezTo>
                  <a:pt x="1688084" y="15971325"/>
                  <a:pt x="1581460" y="15977763"/>
                  <a:pt x="1511727" y="15915970"/>
                </a:cubicBezTo>
                <a:lnTo>
                  <a:pt x="1509570" y="15913634"/>
                </a:lnTo>
                <a:lnTo>
                  <a:pt x="1509359" y="15913873"/>
                </a:lnTo>
                <a:cubicBezTo>
                  <a:pt x="1369891" y="15790287"/>
                  <a:pt x="1357016" y="15577040"/>
                  <a:pt x="1480601" y="15437573"/>
                </a:cubicBezTo>
                <a:cubicBezTo>
                  <a:pt x="1604187" y="15298105"/>
                  <a:pt x="1817434" y="15285231"/>
                  <a:pt x="1956901" y="15408816"/>
                </a:cubicBezTo>
                <a:cubicBezTo>
                  <a:pt x="1971459" y="15421715"/>
                  <a:pt x="1985170" y="15435222"/>
                  <a:pt x="1998031" y="15449269"/>
                </a:cubicBezTo>
                <a:lnTo>
                  <a:pt x="1998092" y="15449343"/>
                </a:lnTo>
                <a:lnTo>
                  <a:pt x="1996475" y="15454121"/>
                </a:lnTo>
                <a:lnTo>
                  <a:pt x="2003332" y="15455698"/>
                </a:lnTo>
                <a:lnTo>
                  <a:pt x="2034065" y="15492966"/>
                </a:lnTo>
                <a:cubicBezTo>
                  <a:pt x="2112185" y="15598389"/>
                  <a:pt x="2148540" y="15726962"/>
                  <a:pt x="2142086" y="15855451"/>
                </a:cubicBezTo>
                <a:close/>
                <a:moveTo>
                  <a:pt x="3076059" y="5571693"/>
                </a:moveTo>
                <a:cubicBezTo>
                  <a:pt x="3060512" y="5757389"/>
                  <a:pt x="2897372" y="5895321"/>
                  <a:pt x="2711677" y="5879773"/>
                </a:cubicBezTo>
                <a:cubicBezTo>
                  <a:pt x="2525981" y="5864226"/>
                  <a:pt x="2388049" y="5701086"/>
                  <a:pt x="2403596" y="5515390"/>
                </a:cubicBezTo>
                <a:lnTo>
                  <a:pt x="2403914" y="5515417"/>
                </a:lnTo>
                <a:lnTo>
                  <a:pt x="2403860" y="5512238"/>
                </a:lnTo>
                <a:cubicBezTo>
                  <a:pt x="2411634" y="5419391"/>
                  <a:pt x="2493204" y="5350425"/>
                  <a:pt x="2586052" y="5358198"/>
                </a:cubicBezTo>
                <a:cubicBezTo>
                  <a:pt x="2678899" y="5365972"/>
                  <a:pt x="2747865" y="5447543"/>
                  <a:pt x="2740092" y="5540390"/>
                </a:cubicBezTo>
                <a:lnTo>
                  <a:pt x="2739510" y="5543515"/>
                </a:lnTo>
                <a:lnTo>
                  <a:pt x="2776869" y="5546643"/>
                </a:lnTo>
                <a:lnTo>
                  <a:pt x="2777451" y="5543518"/>
                </a:lnTo>
                <a:cubicBezTo>
                  <a:pt x="2786952" y="5430037"/>
                  <a:pt x="2702660" y="5330341"/>
                  <a:pt x="2589180" y="5320839"/>
                </a:cubicBezTo>
                <a:cubicBezTo>
                  <a:pt x="2475699" y="5311338"/>
                  <a:pt x="2376003" y="5395630"/>
                  <a:pt x="2366501" y="5509110"/>
                </a:cubicBezTo>
                <a:lnTo>
                  <a:pt x="2366555" y="5512289"/>
                </a:lnTo>
                <a:lnTo>
                  <a:pt x="2366237" y="5512262"/>
                </a:lnTo>
                <a:cubicBezTo>
                  <a:pt x="2348962" y="5718591"/>
                  <a:pt x="2502220" y="5899857"/>
                  <a:pt x="2708549" y="5917133"/>
                </a:cubicBezTo>
                <a:lnTo>
                  <a:pt x="2771084" y="5916073"/>
                </a:lnTo>
                <a:lnTo>
                  <a:pt x="2748488" y="5925596"/>
                </a:lnTo>
                <a:cubicBezTo>
                  <a:pt x="2705657" y="5948772"/>
                  <a:pt x="2666662" y="5980727"/>
                  <a:pt x="2634329" y="6021149"/>
                </a:cubicBezTo>
                <a:cubicBezTo>
                  <a:pt x="2553496" y="6122204"/>
                  <a:pt x="2533430" y="6252256"/>
                  <a:pt x="2569223" y="6367158"/>
                </a:cubicBezTo>
                <a:lnTo>
                  <a:pt x="2593078" y="6423767"/>
                </a:lnTo>
                <a:lnTo>
                  <a:pt x="2503269" y="6475516"/>
                </a:lnTo>
                <a:cubicBezTo>
                  <a:pt x="2263476" y="6582127"/>
                  <a:pt x="1969653" y="6505530"/>
                  <a:pt x="1805049" y="6278020"/>
                </a:cubicBezTo>
                <a:cubicBezTo>
                  <a:pt x="1616930" y="6018008"/>
                  <a:pt x="1668822" y="5659348"/>
                  <a:pt x="1920954" y="5476929"/>
                </a:cubicBezTo>
                <a:lnTo>
                  <a:pt x="1918156" y="5473061"/>
                </a:lnTo>
                <a:lnTo>
                  <a:pt x="1925725" y="5417566"/>
                </a:lnTo>
                <a:cubicBezTo>
                  <a:pt x="1979086" y="5136900"/>
                  <a:pt x="2244187" y="4936590"/>
                  <a:pt x="2544008" y="4961693"/>
                </a:cubicBezTo>
                <a:cubicBezTo>
                  <a:pt x="2863817" y="4988469"/>
                  <a:pt x="3102024" y="5261575"/>
                  <a:pt x="3076059" y="5571693"/>
                </a:cubicBezTo>
                <a:close/>
                <a:moveTo>
                  <a:pt x="3450293" y="1154914"/>
                </a:moveTo>
                <a:cubicBezTo>
                  <a:pt x="3450109" y="1177332"/>
                  <a:pt x="3447675" y="1200067"/>
                  <a:pt x="3442817" y="1222848"/>
                </a:cubicBezTo>
                <a:cubicBezTo>
                  <a:pt x="3377921" y="1527208"/>
                  <a:pt x="3070869" y="1719690"/>
                  <a:pt x="2756997" y="1652765"/>
                </a:cubicBezTo>
                <a:cubicBezTo>
                  <a:pt x="2462741" y="1590024"/>
                  <a:pt x="2266956" y="1321564"/>
                  <a:pt x="2297105" y="1037466"/>
                </a:cubicBezTo>
                <a:lnTo>
                  <a:pt x="2302426" y="1004080"/>
                </a:lnTo>
                <a:lnTo>
                  <a:pt x="2308625" y="1009810"/>
                </a:lnTo>
                <a:cubicBezTo>
                  <a:pt x="2384976" y="1067913"/>
                  <a:pt x="2483493" y="1096888"/>
                  <a:pt x="2586077" y="1082964"/>
                </a:cubicBezTo>
                <a:cubicBezTo>
                  <a:pt x="2637369" y="1076003"/>
                  <a:pt x="2684823" y="1058975"/>
                  <a:pt x="2726716" y="1034144"/>
                </a:cubicBezTo>
                <a:lnTo>
                  <a:pt x="2768909" y="1003238"/>
                </a:lnTo>
                <a:lnTo>
                  <a:pt x="2756058" y="1037223"/>
                </a:lnTo>
                <a:cubicBezTo>
                  <a:pt x="2752178" y="1049283"/>
                  <a:pt x="2748870" y="1061652"/>
                  <a:pt x="2746172" y="1074309"/>
                </a:cubicBezTo>
                <a:lnTo>
                  <a:pt x="2746483" y="1074375"/>
                </a:lnTo>
                <a:lnTo>
                  <a:pt x="2745512" y="1077402"/>
                </a:lnTo>
                <a:cubicBezTo>
                  <a:pt x="2721765" y="1188777"/>
                  <a:pt x="2792800" y="1298313"/>
                  <a:pt x="2904175" y="1322061"/>
                </a:cubicBezTo>
                <a:cubicBezTo>
                  <a:pt x="3015549" y="1345808"/>
                  <a:pt x="3125086" y="1274772"/>
                  <a:pt x="3148833" y="1163398"/>
                </a:cubicBezTo>
                <a:lnTo>
                  <a:pt x="3149181" y="1160238"/>
                </a:lnTo>
                <a:lnTo>
                  <a:pt x="3112515" y="1152421"/>
                </a:lnTo>
                <a:lnTo>
                  <a:pt x="3112168" y="1155581"/>
                </a:lnTo>
                <a:cubicBezTo>
                  <a:pt x="3092738" y="1246704"/>
                  <a:pt x="3003116" y="1304825"/>
                  <a:pt x="2911992" y="1285396"/>
                </a:cubicBezTo>
                <a:cubicBezTo>
                  <a:pt x="2820868" y="1265965"/>
                  <a:pt x="2762748" y="1176344"/>
                  <a:pt x="2782177" y="1085219"/>
                </a:cubicBezTo>
                <a:lnTo>
                  <a:pt x="2783149" y="1082194"/>
                </a:lnTo>
                <a:lnTo>
                  <a:pt x="2782837" y="1082126"/>
                </a:lnTo>
                <a:cubicBezTo>
                  <a:pt x="2792552" y="1036564"/>
                  <a:pt x="2811041" y="995127"/>
                  <a:pt x="2836157" y="959208"/>
                </a:cubicBezTo>
                <a:lnTo>
                  <a:pt x="2872600" y="916582"/>
                </a:lnTo>
                <a:lnTo>
                  <a:pt x="2916242" y="885972"/>
                </a:lnTo>
                <a:cubicBezTo>
                  <a:pt x="2981777" y="849546"/>
                  <a:pt x="3053035" y="827626"/>
                  <a:pt x="3125690" y="819840"/>
                </a:cubicBezTo>
                <a:lnTo>
                  <a:pt x="3156200" y="819527"/>
                </a:lnTo>
                <a:lnTo>
                  <a:pt x="3183188" y="822497"/>
                </a:lnTo>
                <a:cubicBezTo>
                  <a:pt x="3342655" y="856498"/>
                  <a:pt x="3451585" y="997981"/>
                  <a:pt x="3450293" y="1154914"/>
                </a:cubicBezTo>
                <a:close/>
                <a:moveTo>
                  <a:pt x="3209856" y="4233185"/>
                </a:moveTo>
                <a:lnTo>
                  <a:pt x="3194578" y="4274259"/>
                </a:lnTo>
                <a:cubicBezTo>
                  <a:pt x="3184720" y="4294395"/>
                  <a:pt x="3172698" y="4313843"/>
                  <a:pt x="3158470" y="4332286"/>
                </a:cubicBezTo>
                <a:cubicBezTo>
                  <a:pt x="3130014" y="4369171"/>
                  <a:pt x="3095430" y="4398544"/>
                  <a:pt x="3057255" y="4420077"/>
                </a:cubicBezTo>
                <a:lnTo>
                  <a:pt x="3049066" y="4422795"/>
                </a:lnTo>
                <a:lnTo>
                  <a:pt x="3056171" y="4370313"/>
                </a:lnTo>
                <a:cubicBezTo>
                  <a:pt x="3063871" y="4238714"/>
                  <a:pt x="3001352" y="4114717"/>
                  <a:pt x="2896588" y="4041462"/>
                </a:cubicBezTo>
                <a:lnTo>
                  <a:pt x="2871525" y="4027408"/>
                </a:lnTo>
                <a:lnTo>
                  <a:pt x="2912530" y="4034902"/>
                </a:lnTo>
                <a:cubicBezTo>
                  <a:pt x="3019219" y="4065069"/>
                  <a:pt x="3119323" y="4126206"/>
                  <a:pt x="3198250" y="4217059"/>
                </a:cubicBezTo>
                <a:close/>
                <a:moveTo>
                  <a:pt x="3228075" y="4147722"/>
                </a:moveTo>
                <a:lnTo>
                  <a:pt x="3224882" y="4167528"/>
                </a:lnTo>
                <a:lnTo>
                  <a:pt x="3123759" y="4076990"/>
                </a:lnTo>
                <a:cubicBezTo>
                  <a:pt x="2997751" y="3990096"/>
                  <a:pt x="2845406" y="3954562"/>
                  <a:pt x="2697566" y="3972555"/>
                </a:cubicBezTo>
                <a:lnTo>
                  <a:pt x="2689148" y="3974419"/>
                </a:lnTo>
                <a:lnTo>
                  <a:pt x="2684530" y="3973911"/>
                </a:lnTo>
                <a:cubicBezTo>
                  <a:pt x="2609801" y="3973296"/>
                  <a:pt x="2538224" y="3995175"/>
                  <a:pt x="2477850" y="4034328"/>
                </a:cubicBezTo>
                <a:lnTo>
                  <a:pt x="2446376" y="4059308"/>
                </a:lnTo>
                <a:lnTo>
                  <a:pt x="2466586" y="4006001"/>
                </a:lnTo>
                <a:cubicBezTo>
                  <a:pt x="2479353" y="3959004"/>
                  <a:pt x="2483115" y="3908730"/>
                  <a:pt x="2476154" y="3857436"/>
                </a:cubicBezTo>
                <a:lnTo>
                  <a:pt x="2475837" y="3857480"/>
                </a:lnTo>
                <a:lnTo>
                  <a:pt x="2475728" y="3854303"/>
                </a:lnTo>
                <a:cubicBezTo>
                  <a:pt x="2460412" y="3741459"/>
                  <a:pt x="2356519" y="3662399"/>
                  <a:pt x="2243675" y="3677715"/>
                </a:cubicBezTo>
                <a:cubicBezTo>
                  <a:pt x="2130832" y="3693030"/>
                  <a:pt x="2051772" y="3796923"/>
                  <a:pt x="2067087" y="3909767"/>
                </a:cubicBezTo>
                <a:lnTo>
                  <a:pt x="2067829" y="3912858"/>
                </a:lnTo>
                <a:lnTo>
                  <a:pt x="2104978" y="3907816"/>
                </a:lnTo>
                <a:lnTo>
                  <a:pt x="2104236" y="3904724"/>
                </a:lnTo>
                <a:cubicBezTo>
                  <a:pt x="2091705" y="3812399"/>
                  <a:pt x="2156392" y="3727395"/>
                  <a:pt x="2248718" y="3714863"/>
                </a:cubicBezTo>
                <a:cubicBezTo>
                  <a:pt x="2341044" y="3702333"/>
                  <a:pt x="2426048" y="3767018"/>
                  <a:pt x="2438579" y="3859345"/>
                </a:cubicBezTo>
                <a:lnTo>
                  <a:pt x="2438688" y="3862522"/>
                </a:lnTo>
                <a:lnTo>
                  <a:pt x="2439004" y="3862479"/>
                </a:lnTo>
                <a:cubicBezTo>
                  <a:pt x="2464067" y="4047131"/>
                  <a:pt x="2334694" y="4217139"/>
                  <a:pt x="2150042" y="4242202"/>
                </a:cubicBezTo>
                <a:cubicBezTo>
                  <a:pt x="1965389" y="4267264"/>
                  <a:pt x="1795382" y="4137891"/>
                  <a:pt x="1770320" y="3953239"/>
                </a:cubicBezTo>
                <a:cubicBezTo>
                  <a:pt x="1728464" y="3644863"/>
                  <a:pt x="1952333" y="3359885"/>
                  <a:pt x="2270346" y="3316721"/>
                </a:cubicBezTo>
                <a:cubicBezTo>
                  <a:pt x="2310097" y="3311326"/>
                  <a:pt x="2349438" y="3309964"/>
                  <a:pt x="2387931" y="3312315"/>
                </a:cubicBezTo>
                <a:lnTo>
                  <a:pt x="2457244" y="3323321"/>
                </a:lnTo>
                <a:lnTo>
                  <a:pt x="2458869" y="3324163"/>
                </a:lnTo>
                <a:cubicBezTo>
                  <a:pt x="2493408" y="3338214"/>
                  <a:pt x="2529076" y="3349089"/>
                  <a:pt x="2565397" y="3356707"/>
                </a:cubicBezTo>
                <a:lnTo>
                  <a:pt x="2573830" y="3356937"/>
                </a:lnTo>
                <a:lnTo>
                  <a:pt x="2605230" y="3368384"/>
                </a:lnTo>
                <a:cubicBezTo>
                  <a:pt x="2738659" y="3432027"/>
                  <a:pt x="2844556" y="3544760"/>
                  <a:pt x="2894971" y="3685988"/>
                </a:cubicBezTo>
                <a:lnTo>
                  <a:pt x="2909517" y="3745819"/>
                </a:lnTo>
                <a:lnTo>
                  <a:pt x="2842896" y="3703016"/>
                </a:lnTo>
                <a:lnTo>
                  <a:pt x="2819479" y="3732292"/>
                </a:lnTo>
                <a:lnTo>
                  <a:pt x="2921399" y="3794690"/>
                </a:lnTo>
                <a:lnTo>
                  <a:pt x="2921943" y="3796930"/>
                </a:lnTo>
                <a:lnTo>
                  <a:pt x="2924493" y="3796584"/>
                </a:lnTo>
                <a:lnTo>
                  <a:pt x="2952367" y="3813650"/>
                </a:lnTo>
                <a:cubicBezTo>
                  <a:pt x="2998894" y="3834587"/>
                  <a:pt x="3047274" y="3849383"/>
                  <a:pt x="3096368" y="3858167"/>
                </a:cubicBezTo>
                <a:lnTo>
                  <a:pt x="3097934" y="3858369"/>
                </a:lnTo>
                <a:lnTo>
                  <a:pt x="3097415" y="3859041"/>
                </a:lnTo>
                <a:cubicBezTo>
                  <a:pt x="3189630" y="3930180"/>
                  <a:pt x="3234888" y="4039623"/>
                  <a:pt x="3228075" y="4147722"/>
                </a:cubicBezTo>
                <a:close/>
                <a:moveTo>
                  <a:pt x="2647819" y="11811574"/>
                </a:moveTo>
                <a:cubicBezTo>
                  <a:pt x="2646157" y="11833931"/>
                  <a:pt x="2642231" y="11856455"/>
                  <a:pt x="2635883" y="11878867"/>
                </a:cubicBezTo>
                <a:cubicBezTo>
                  <a:pt x="2591448" y="12035748"/>
                  <a:pt x="2443095" y="12135119"/>
                  <a:pt x="2286590" y="12123489"/>
                </a:cubicBezTo>
                <a:lnTo>
                  <a:pt x="2233599" y="12114090"/>
                </a:lnTo>
                <a:lnTo>
                  <a:pt x="2190691" y="12075095"/>
                </a:lnTo>
                <a:cubicBezTo>
                  <a:pt x="2130057" y="12026596"/>
                  <a:pt x="2058986" y="11999971"/>
                  <a:pt x="1987010" y="11994164"/>
                </a:cubicBezTo>
                <a:lnTo>
                  <a:pt x="1925434" y="11995098"/>
                </a:lnTo>
                <a:lnTo>
                  <a:pt x="1952191" y="11983349"/>
                </a:lnTo>
                <a:cubicBezTo>
                  <a:pt x="2057188" y="11924532"/>
                  <a:pt x="2132044" y="11816307"/>
                  <a:pt x="2142841" y="11687352"/>
                </a:cubicBezTo>
                <a:cubicBezTo>
                  <a:pt x="2171345" y="11346910"/>
                  <a:pt x="1918470" y="11047821"/>
                  <a:pt x="1578028" y="11019317"/>
                </a:cubicBezTo>
                <a:lnTo>
                  <a:pt x="1577691" y="11019320"/>
                </a:lnTo>
                <a:lnTo>
                  <a:pt x="1589559" y="11018239"/>
                </a:lnTo>
                <a:cubicBezTo>
                  <a:pt x="1826279" y="10972696"/>
                  <a:pt x="2024481" y="10790175"/>
                  <a:pt x="2077912" y="10539583"/>
                </a:cubicBezTo>
                <a:cubicBezTo>
                  <a:pt x="2110295" y="10387709"/>
                  <a:pt x="2045740" y="10237713"/>
                  <a:pt x="1926011" y="10153993"/>
                </a:cubicBezTo>
                <a:lnTo>
                  <a:pt x="1900947" y="10139939"/>
                </a:lnTo>
                <a:lnTo>
                  <a:pt x="1941954" y="10147432"/>
                </a:lnTo>
                <a:cubicBezTo>
                  <a:pt x="2048642" y="10177601"/>
                  <a:pt x="2148745" y="10238737"/>
                  <a:pt x="2227672" y="10329590"/>
                </a:cubicBezTo>
                <a:cubicBezTo>
                  <a:pt x="2424988" y="10556724"/>
                  <a:pt x="2419889" y="10888954"/>
                  <a:pt x="2224901" y="11097761"/>
                </a:cubicBezTo>
                <a:lnTo>
                  <a:pt x="2217002" y="11105379"/>
                </a:lnTo>
                <a:lnTo>
                  <a:pt x="2186590" y="11124242"/>
                </a:lnTo>
                <a:lnTo>
                  <a:pt x="2184277" y="11126424"/>
                </a:lnTo>
                <a:lnTo>
                  <a:pt x="2188921" y="11132461"/>
                </a:lnTo>
                <a:lnTo>
                  <a:pt x="2183375" y="11137809"/>
                </a:lnTo>
                <a:lnTo>
                  <a:pt x="2207961" y="11166111"/>
                </a:lnTo>
                <a:lnTo>
                  <a:pt x="2232248" y="11142763"/>
                </a:lnTo>
                <a:lnTo>
                  <a:pt x="2269581" y="11124432"/>
                </a:lnTo>
                <a:cubicBezTo>
                  <a:pt x="2333190" y="11107815"/>
                  <a:pt x="2403421" y="11129436"/>
                  <a:pt x="2446025" y="11184826"/>
                </a:cubicBezTo>
                <a:cubicBezTo>
                  <a:pt x="2502830" y="11258678"/>
                  <a:pt x="2489011" y="11364599"/>
                  <a:pt x="2415158" y="11421403"/>
                </a:cubicBezTo>
                <a:lnTo>
                  <a:pt x="2412456" y="11423080"/>
                </a:lnTo>
                <a:lnTo>
                  <a:pt x="2415497" y="11427033"/>
                </a:lnTo>
                <a:lnTo>
                  <a:pt x="2413414" y="11426209"/>
                </a:lnTo>
                <a:lnTo>
                  <a:pt x="2403196" y="11462280"/>
                </a:lnTo>
                <a:cubicBezTo>
                  <a:pt x="2560077" y="11506715"/>
                  <a:pt x="2659448" y="11655067"/>
                  <a:pt x="2647819" y="11811574"/>
                </a:cubicBezTo>
                <a:close/>
                <a:moveTo>
                  <a:pt x="3507052" y="2375307"/>
                </a:moveTo>
                <a:cubicBezTo>
                  <a:pt x="3491505" y="2561003"/>
                  <a:pt x="3328365" y="2698934"/>
                  <a:pt x="3142670" y="2683387"/>
                </a:cubicBezTo>
                <a:cubicBezTo>
                  <a:pt x="2956974" y="2667839"/>
                  <a:pt x="2819042" y="2504700"/>
                  <a:pt x="2834590" y="2319004"/>
                </a:cubicBezTo>
                <a:lnTo>
                  <a:pt x="2834907" y="2319031"/>
                </a:lnTo>
                <a:lnTo>
                  <a:pt x="2834854" y="2315852"/>
                </a:lnTo>
                <a:cubicBezTo>
                  <a:pt x="2842627" y="2223005"/>
                  <a:pt x="2924197" y="2154038"/>
                  <a:pt x="3017045" y="2161812"/>
                </a:cubicBezTo>
                <a:cubicBezTo>
                  <a:pt x="3109892" y="2169586"/>
                  <a:pt x="3178859" y="2251156"/>
                  <a:pt x="3171085" y="2344003"/>
                </a:cubicBezTo>
                <a:lnTo>
                  <a:pt x="3170503" y="2347129"/>
                </a:lnTo>
                <a:lnTo>
                  <a:pt x="3207862" y="2350257"/>
                </a:lnTo>
                <a:lnTo>
                  <a:pt x="3208444" y="2347131"/>
                </a:lnTo>
                <a:cubicBezTo>
                  <a:pt x="3217945" y="2233650"/>
                  <a:pt x="3133653" y="2133955"/>
                  <a:pt x="3020173" y="2124454"/>
                </a:cubicBezTo>
                <a:cubicBezTo>
                  <a:pt x="2906692" y="2114952"/>
                  <a:pt x="2806996" y="2199243"/>
                  <a:pt x="2797495" y="2312724"/>
                </a:cubicBezTo>
                <a:lnTo>
                  <a:pt x="2797548" y="2315903"/>
                </a:lnTo>
                <a:lnTo>
                  <a:pt x="2797231" y="2315876"/>
                </a:lnTo>
                <a:cubicBezTo>
                  <a:pt x="2779956" y="2522204"/>
                  <a:pt x="2933213" y="2703471"/>
                  <a:pt x="3139542" y="2720746"/>
                </a:cubicBezTo>
                <a:lnTo>
                  <a:pt x="3202078" y="2719687"/>
                </a:lnTo>
                <a:lnTo>
                  <a:pt x="3179481" y="2729209"/>
                </a:lnTo>
                <a:cubicBezTo>
                  <a:pt x="3136650" y="2752385"/>
                  <a:pt x="3097655" y="2784341"/>
                  <a:pt x="3065323" y="2824762"/>
                </a:cubicBezTo>
                <a:cubicBezTo>
                  <a:pt x="2984490" y="2925817"/>
                  <a:pt x="2964423" y="3055869"/>
                  <a:pt x="3000216" y="3170772"/>
                </a:cubicBezTo>
                <a:lnTo>
                  <a:pt x="3024071" y="3227380"/>
                </a:lnTo>
                <a:lnTo>
                  <a:pt x="2934262" y="3279130"/>
                </a:lnTo>
                <a:cubicBezTo>
                  <a:pt x="2874314" y="3305782"/>
                  <a:pt x="2810989" y="3320984"/>
                  <a:pt x="2747150" y="3325241"/>
                </a:cubicBezTo>
                <a:lnTo>
                  <a:pt x="2590372" y="3309114"/>
                </a:lnTo>
                <a:lnTo>
                  <a:pt x="2508065" y="3277909"/>
                </a:lnTo>
                <a:lnTo>
                  <a:pt x="2491550" y="3275141"/>
                </a:lnTo>
                <a:lnTo>
                  <a:pt x="2380860" y="3223465"/>
                </a:lnTo>
                <a:cubicBezTo>
                  <a:pt x="2326420" y="3185956"/>
                  <a:pt x="2277193" y="3138510"/>
                  <a:pt x="2236042" y="3081634"/>
                </a:cubicBezTo>
                <a:cubicBezTo>
                  <a:pt x="2047923" y="2821622"/>
                  <a:pt x="2099816" y="2462962"/>
                  <a:pt x="2351948" y="2280543"/>
                </a:cubicBezTo>
                <a:lnTo>
                  <a:pt x="2349150" y="2276674"/>
                </a:lnTo>
                <a:lnTo>
                  <a:pt x="2356718" y="2221180"/>
                </a:lnTo>
                <a:cubicBezTo>
                  <a:pt x="2410079" y="1940514"/>
                  <a:pt x="2675180" y="1740204"/>
                  <a:pt x="2975001" y="1765306"/>
                </a:cubicBezTo>
                <a:cubicBezTo>
                  <a:pt x="3294810" y="1792083"/>
                  <a:pt x="3533017" y="2065189"/>
                  <a:pt x="3507052" y="2375307"/>
                </a:cubicBezTo>
                <a:close/>
                <a:moveTo>
                  <a:pt x="2451594" y="15140609"/>
                </a:moveTo>
                <a:cubicBezTo>
                  <a:pt x="2448807" y="15162855"/>
                  <a:pt x="2443751" y="15185154"/>
                  <a:pt x="2436282" y="15207217"/>
                </a:cubicBezTo>
                <a:cubicBezTo>
                  <a:pt x="2383996" y="15361659"/>
                  <a:pt x="2230823" y="15453426"/>
                  <a:pt x="2075102" y="15433924"/>
                </a:cubicBezTo>
                <a:lnTo>
                  <a:pt x="2022653" y="15421866"/>
                </a:lnTo>
                <a:lnTo>
                  <a:pt x="1981765" y="15380756"/>
                </a:lnTo>
                <a:cubicBezTo>
                  <a:pt x="1923653" y="15329263"/>
                  <a:pt x="1854013" y="15299090"/>
                  <a:pt x="1782422" y="15289662"/>
                </a:cubicBezTo>
                <a:lnTo>
                  <a:pt x="1720877" y="15287492"/>
                </a:lnTo>
                <a:lnTo>
                  <a:pt x="1748193" y="15277106"/>
                </a:lnTo>
                <a:cubicBezTo>
                  <a:pt x="1856020" y="15223656"/>
                  <a:pt x="1936236" y="15119342"/>
                  <a:pt x="1953519" y="14991095"/>
                </a:cubicBezTo>
                <a:cubicBezTo>
                  <a:pt x="1999145" y="14652523"/>
                  <a:pt x="1761665" y="14341068"/>
                  <a:pt x="1423093" y="14295442"/>
                </a:cubicBezTo>
                <a:lnTo>
                  <a:pt x="1422757" y="14295428"/>
                </a:lnTo>
                <a:lnTo>
                  <a:pt x="1434664" y="14294946"/>
                </a:lnTo>
                <a:cubicBezTo>
                  <a:pt x="1673379" y="14261392"/>
                  <a:pt x="1880527" y="14089093"/>
                  <a:pt x="1946521" y="13841512"/>
                </a:cubicBezTo>
                <a:cubicBezTo>
                  <a:pt x="1986518" y="13691464"/>
                  <a:pt x="1929605" y="13538405"/>
                  <a:pt x="1814247" y="13448756"/>
                </a:cubicBezTo>
                <a:lnTo>
                  <a:pt x="1789923" y="13433456"/>
                </a:lnTo>
                <a:lnTo>
                  <a:pt x="1830500" y="13443007"/>
                </a:lnTo>
                <a:cubicBezTo>
                  <a:pt x="1935533" y="13478515"/>
                  <a:pt x="2032428" y="13544619"/>
                  <a:pt x="2106675" y="13639334"/>
                </a:cubicBezTo>
                <a:cubicBezTo>
                  <a:pt x="2292292" y="13876124"/>
                  <a:pt x="2270454" y="14207675"/>
                  <a:pt x="2065191" y="14406389"/>
                </a:cubicBezTo>
                <a:lnTo>
                  <a:pt x="2056917" y="14413599"/>
                </a:lnTo>
                <a:lnTo>
                  <a:pt x="2025594" y="14430906"/>
                </a:lnTo>
                <a:lnTo>
                  <a:pt x="2023173" y="14432968"/>
                </a:lnTo>
                <a:lnTo>
                  <a:pt x="2027507" y="14439232"/>
                </a:lnTo>
                <a:lnTo>
                  <a:pt x="2021699" y="14444293"/>
                </a:lnTo>
                <a:lnTo>
                  <a:pt x="2044827" y="14473799"/>
                </a:lnTo>
                <a:lnTo>
                  <a:pt x="2070260" y="14451704"/>
                </a:lnTo>
                <a:lnTo>
                  <a:pt x="2108469" y="14435278"/>
                </a:lnTo>
                <a:cubicBezTo>
                  <a:pt x="2172835" y="14421888"/>
                  <a:pt x="2241887" y="14447021"/>
                  <a:pt x="2281645" y="14504488"/>
                </a:cubicBezTo>
                <a:cubicBezTo>
                  <a:pt x="2334656" y="14581110"/>
                  <a:pt x="2315515" y="14686199"/>
                  <a:pt x="2238893" y="14739209"/>
                </a:cubicBezTo>
                <a:lnTo>
                  <a:pt x="2236111" y="14740748"/>
                </a:lnTo>
                <a:lnTo>
                  <a:pt x="2238949" y="14744848"/>
                </a:lnTo>
                <a:lnTo>
                  <a:pt x="2236909" y="14743921"/>
                </a:lnTo>
                <a:lnTo>
                  <a:pt x="2224887" y="14779431"/>
                </a:lnTo>
                <a:cubicBezTo>
                  <a:pt x="2379329" y="14831717"/>
                  <a:pt x="2471096" y="14984889"/>
                  <a:pt x="2451594" y="15140609"/>
                </a:cubicBezTo>
                <a:close/>
                <a:moveTo>
                  <a:pt x="3013741" y="9325195"/>
                </a:moveTo>
                <a:lnTo>
                  <a:pt x="3008420" y="9358580"/>
                </a:lnTo>
                <a:lnTo>
                  <a:pt x="3002220" y="9352851"/>
                </a:lnTo>
                <a:cubicBezTo>
                  <a:pt x="2925869" y="9294748"/>
                  <a:pt x="2827353" y="9265772"/>
                  <a:pt x="2724769" y="9279697"/>
                </a:cubicBezTo>
                <a:cubicBezTo>
                  <a:pt x="2673476" y="9286659"/>
                  <a:pt x="2626023" y="9303686"/>
                  <a:pt x="2584130" y="9328517"/>
                </a:cubicBezTo>
                <a:lnTo>
                  <a:pt x="2541936" y="9359422"/>
                </a:lnTo>
                <a:lnTo>
                  <a:pt x="2554788" y="9325437"/>
                </a:lnTo>
                <a:cubicBezTo>
                  <a:pt x="2558667" y="9313378"/>
                  <a:pt x="2561975" y="9301009"/>
                  <a:pt x="2564674" y="9288353"/>
                </a:cubicBezTo>
                <a:lnTo>
                  <a:pt x="2564362" y="9288286"/>
                </a:lnTo>
                <a:lnTo>
                  <a:pt x="2565333" y="9285259"/>
                </a:lnTo>
                <a:cubicBezTo>
                  <a:pt x="2589081" y="9173884"/>
                  <a:pt x="2518045" y="9064347"/>
                  <a:pt x="2406671" y="9040600"/>
                </a:cubicBezTo>
                <a:cubicBezTo>
                  <a:pt x="2295297" y="9016853"/>
                  <a:pt x="2185760" y="9087888"/>
                  <a:pt x="2162012" y="9199263"/>
                </a:cubicBezTo>
                <a:lnTo>
                  <a:pt x="2161664" y="9202422"/>
                </a:lnTo>
                <a:lnTo>
                  <a:pt x="2198330" y="9210240"/>
                </a:lnTo>
                <a:lnTo>
                  <a:pt x="2198678" y="9207081"/>
                </a:lnTo>
                <a:cubicBezTo>
                  <a:pt x="2218108" y="9115956"/>
                  <a:pt x="2307729" y="9057836"/>
                  <a:pt x="2398853" y="9077266"/>
                </a:cubicBezTo>
                <a:cubicBezTo>
                  <a:pt x="2489977" y="9096695"/>
                  <a:pt x="2548097" y="9186317"/>
                  <a:pt x="2528668" y="9277441"/>
                </a:cubicBezTo>
                <a:lnTo>
                  <a:pt x="2527696" y="9280468"/>
                </a:lnTo>
                <a:lnTo>
                  <a:pt x="2528008" y="9280534"/>
                </a:lnTo>
                <a:cubicBezTo>
                  <a:pt x="2518293" y="9326097"/>
                  <a:pt x="2499805" y="9367534"/>
                  <a:pt x="2474689" y="9403452"/>
                </a:cubicBezTo>
                <a:lnTo>
                  <a:pt x="2438245" y="9446078"/>
                </a:lnTo>
                <a:lnTo>
                  <a:pt x="2394603" y="9476690"/>
                </a:lnTo>
                <a:cubicBezTo>
                  <a:pt x="2329068" y="9513115"/>
                  <a:pt x="2257810" y="9535035"/>
                  <a:pt x="2185156" y="9542821"/>
                </a:cubicBezTo>
                <a:lnTo>
                  <a:pt x="2154645" y="9543134"/>
                </a:lnTo>
                <a:lnTo>
                  <a:pt x="2127658" y="9540165"/>
                </a:lnTo>
                <a:cubicBezTo>
                  <a:pt x="1968190" y="9506162"/>
                  <a:pt x="1859260" y="9364679"/>
                  <a:pt x="1860552" y="9207747"/>
                </a:cubicBezTo>
                <a:cubicBezTo>
                  <a:pt x="1860737" y="9185328"/>
                  <a:pt x="1863171" y="9162594"/>
                  <a:pt x="1868029" y="9139813"/>
                </a:cubicBezTo>
                <a:cubicBezTo>
                  <a:pt x="1932924" y="8835452"/>
                  <a:pt x="2239977" y="8642971"/>
                  <a:pt x="2553848" y="8709896"/>
                </a:cubicBezTo>
                <a:cubicBezTo>
                  <a:pt x="2848105" y="8772636"/>
                  <a:pt x="3043890" y="9041097"/>
                  <a:pt x="3013741" y="9325195"/>
                </a:cubicBezTo>
                <a:close/>
                <a:moveTo>
                  <a:pt x="3181945" y="7710671"/>
                </a:moveTo>
                <a:cubicBezTo>
                  <a:pt x="3160969" y="7855639"/>
                  <a:pt x="3084963" y="7990908"/>
                  <a:pt x="2958898" y="8082119"/>
                </a:cubicBezTo>
                <a:lnTo>
                  <a:pt x="2961696" y="8085988"/>
                </a:lnTo>
                <a:lnTo>
                  <a:pt x="2954127" y="8141483"/>
                </a:lnTo>
                <a:cubicBezTo>
                  <a:pt x="2900766" y="8422148"/>
                  <a:pt x="2635666" y="8622457"/>
                  <a:pt x="2335845" y="8597354"/>
                </a:cubicBezTo>
                <a:cubicBezTo>
                  <a:pt x="2016035" y="8570578"/>
                  <a:pt x="1777828" y="8297473"/>
                  <a:pt x="1803793" y="7987355"/>
                </a:cubicBezTo>
                <a:cubicBezTo>
                  <a:pt x="1819340" y="7801660"/>
                  <a:pt x="1982480" y="7663728"/>
                  <a:pt x="2168176" y="7679275"/>
                </a:cubicBezTo>
                <a:cubicBezTo>
                  <a:pt x="2353871" y="7694823"/>
                  <a:pt x="2491803" y="7857963"/>
                  <a:pt x="2476256" y="8043658"/>
                </a:cubicBezTo>
                <a:lnTo>
                  <a:pt x="2475938" y="8043631"/>
                </a:lnTo>
                <a:lnTo>
                  <a:pt x="2475992" y="8046810"/>
                </a:lnTo>
                <a:cubicBezTo>
                  <a:pt x="2468218" y="8139657"/>
                  <a:pt x="2386648" y="8208623"/>
                  <a:pt x="2293801" y="8200850"/>
                </a:cubicBezTo>
                <a:cubicBezTo>
                  <a:pt x="2200953" y="8193076"/>
                  <a:pt x="2131987" y="8111505"/>
                  <a:pt x="2139760" y="8018659"/>
                </a:cubicBezTo>
                <a:lnTo>
                  <a:pt x="2140342" y="8015533"/>
                </a:lnTo>
                <a:lnTo>
                  <a:pt x="2102983" y="8012405"/>
                </a:lnTo>
                <a:lnTo>
                  <a:pt x="2102401" y="8015531"/>
                </a:lnTo>
                <a:cubicBezTo>
                  <a:pt x="2092900" y="8129011"/>
                  <a:pt x="2177192" y="8228708"/>
                  <a:pt x="2290673" y="8238209"/>
                </a:cubicBezTo>
                <a:cubicBezTo>
                  <a:pt x="2404153" y="8247711"/>
                  <a:pt x="2503850" y="8163418"/>
                  <a:pt x="2513351" y="8049938"/>
                </a:cubicBezTo>
                <a:lnTo>
                  <a:pt x="2513297" y="8046759"/>
                </a:lnTo>
                <a:lnTo>
                  <a:pt x="2513615" y="8046786"/>
                </a:lnTo>
                <a:cubicBezTo>
                  <a:pt x="2530890" y="7840458"/>
                  <a:pt x="2377632" y="7659191"/>
                  <a:pt x="2171304" y="7641916"/>
                </a:cubicBezTo>
                <a:lnTo>
                  <a:pt x="2108767" y="7642976"/>
                </a:lnTo>
                <a:lnTo>
                  <a:pt x="2131364" y="7633453"/>
                </a:lnTo>
                <a:cubicBezTo>
                  <a:pt x="2174196" y="7610276"/>
                  <a:pt x="2213190" y="7578322"/>
                  <a:pt x="2245523" y="7537900"/>
                </a:cubicBezTo>
                <a:cubicBezTo>
                  <a:pt x="2326356" y="7436844"/>
                  <a:pt x="2346422" y="7306793"/>
                  <a:pt x="2310630" y="7191890"/>
                </a:cubicBezTo>
                <a:lnTo>
                  <a:pt x="2286774" y="7135281"/>
                </a:lnTo>
                <a:lnTo>
                  <a:pt x="2376584" y="7083533"/>
                </a:lnTo>
                <a:cubicBezTo>
                  <a:pt x="2436532" y="7056880"/>
                  <a:pt x="2499857" y="7041677"/>
                  <a:pt x="2563696" y="7037421"/>
                </a:cubicBezTo>
                <a:lnTo>
                  <a:pt x="2633028" y="7044553"/>
                </a:lnTo>
                <a:lnTo>
                  <a:pt x="2665374" y="7054553"/>
                </a:lnTo>
                <a:lnTo>
                  <a:pt x="2666940" y="7054756"/>
                </a:lnTo>
                <a:lnTo>
                  <a:pt x="2666422" y="7055428"/>
                </a:lnTo>
                <a:cubicBezTo>
                  <a:pt x="2813965" y="7169251"/>
                  <a:pt x="2841300" y="7381130"/>
                  <a:pt x="2727477" y="7528672"/>
                </a:cubicBezTo>
                <a:cubicBezTo>
                  <a:pt x="2613654" y="7676214"/>
                  <a:pt x="2401775" y="7703550"/>
                  <a:pt x="2254232" y="7589727"/>
                </a:cubicBezTo>
                <a:lnTo>
                  <a:pt x="2231333" y="7619411"/>
                </a:lnTo>
                <a:cubicBezTo>
                  <a:pt x="2395269" y="7745881"/>
                  <a:pt x="2630690" y="7715508"/>
                  <a:pt x="2757160" y="7551572"/>
                </a:cubicBezTo>
                <a:cubicBezTo>
                  <a:pt x="2804587" y="7490095"/>
                  <a:pt x="2829957" y="7418567"/>
                  <a:pt x="2834498" y="7346501"/>
                </a:cubicBezTo>
                <a:cubicBezTo>
                  <a:pt x="2840176" y="7256418"/>
                  <a:pt x="2813309" y="7165496"/>
                  <a:pt x="2756295" y="7092318"/>
                </a:cubicBezTo>
                <a:lnTo>
                  <a:pt x="2729576" y="7062139"/>
                </a:lnTo>
                <a:lnTo>
                  <a:pt x="2763815" y="7061619"/>
                </a:lnTo>
                <a:lnTo>
                  <a:pt x="2929985" y="7139196"/>
                </a:lnTo>
                <a:cubicBezTo>
                  <a:pt x="2984425" y="7176705"/>
                  <a:pt x="3033652" y="7224151"/>
                  <a:pt x="3074803" y="7281028"/>
                </a:cubicBezTo>
                <a:cubicBezTo>
                  <a:pt x="3168863" y="7411034"/>
                  <a:pt x="3202919" y="7565701"/>
                  <a:pt x="3181945" y="7710671"/>
                </a:cubicBezTo>
                <a:close/>
                <a:moveTo>
                  <a:pt x="3337281" y="6525090"/>
                </a:moveTo>
                <a:cubicBezTo>
                  <a:pt x="3321164" y="6621271"/>
                  <a:pt x="3280684" y="6715362"/>
                  <a:pt x="3214907" y="6797595"/>
                </a:cubicBezTo>
                <a:cubicBezTo>
                  <a:pt x="3114674" y="6922904"/>
                  <a:pt x="2974679" y="6996953"/>
                  <a:pt x="2829364" y="7015376"/>
                </a:cubicBezTo>
                <a:lnTo>
                  <a:pt x="2761318" y="7010803"/>
                </a:lnTo>
                <a:lnTo>
                  <a:pt x="2745448" y="7005954"/>
                </a:lnTo>
                <a:lnTo>
                  <a:pt x="2650930" y="7003382"/>
                </a:lnTo>
                <a:lnTo>
                  <a:pt x="2611707" y="7000746"/>
                </a:lnTo>
                <a:cubicBezTo>
                  <a:pt x="2540695" y="6981599"/>
                  <a:pt x="2472659" y="6948000"/>
                  <a:pt x="2411903" y="6899402"/>
                </a:cubicBezTo>
                <a:lnTo>
                  <a:pt x="2388486" y="6928678"/>
                </a:lnTo>
                <a:lnTo>
                  <a:pt x="2510255" y="7003228"/>
                </a:lnTo>
                <a:lnTo>
                  <a:pt x="2413816" y="7027341"/>
                </a:lnTo>
                <a:cubicBezTo>
                  <a:pt x="2377872" y="7039942"/>
                  <a:pt x="2342706" y="7056028"/>
                  <a:pt x="2308796" y="7075675"/>
                </a:cubicBezTo>
                <a:lnTo>
                  <a:pt x="2267269" y="7102637"/>
                </a:lnTo>
                <a:lnTo>
                  <a:pt x="2241182" y="7064103"/>
                </a:lnTo>
                <a:cubicBezTo>
                  <a:pt x="2225243" y="7044959"/>
                  <a:pt x="2207149" y="7027128"/>
                  <a:pt x="2186937" y="7010961"/>
                </a:cubicBezTo>
                <a:lnTo>
                  <a:pt x="2186738" y="7011209"/>
                </a:lnTo>
                <a:lnTo>
                  <a:pt x="2184468" y="7008984"/>
                </a:lnTo>
                <a:cubicBezTo>
                  <a:pt x="2095538" y="6937853"/>
                  <a:pt x="1965784" y="6952277"/>
                  <a:pt x="1894651" y="7041207"/>
                </a:cubicBezTo>
                <a:cubicBezTo>
                  <a:pt x="1823518" y="7130135"/>
                  <a:pt x="1837944" y="7259890"/>
                  <a:pt x="1926873" y="7331023"/>
                </a:cubicBezTo>
                <a:lnTo>
                  <a:pt x="1929543" y="7332750"/>
                </a:lnTo>
                <a:lnTo>
                  <a:pt x="1952960" y="7303473"/>
                </a:lnTo>
                <a:lnTo>
                  <a:pt x="1950291" y="7301747"/>
                </a:lnTo>
                <a:cubicBezTo>
                  <a:pt x="1877532" y="7243547"/>
                  <a:pt x="1865728" y="7137384"/>
                  <a:pt x="1923928" y="7064624"/>
                </a:cubicBezTo>
                <a:cubicBezTo>
                  <a:pt x="1982126" y="6991865"/>
                  <a:pt x="2088290" y="6980062"/>
                  <a:pt x="2161050" y="7038262"/>
                </a:cubicBezTo>
                <a:lnTo>
                  <a:pt x="2163321" y="7040486"/>
                </a:lnTo>
                <a:lnTo>
                  <a:pt x="2163520" y="7040237"/>
                </a:lnTo>
                <a:cubicBezTo>
                  <a:pt x="2309039" y="7156636"/>
                  <a:pt x="2332646" y="7368962"/>
                  <a:pt x="2216247" y="7514481"/>
                </a:cubicBezTo>
                <a:cubicBezTo>
                  <a:pt x="2099848" y="7660000"/>
                  <a:pt x="1887522" y="7683608"/>
                  <a:pt x="1742002" y="7567208"/>
                </a:cubicBezTo>
                <a:cubicBezTo>
                  <a:pt x="1726813" y="7555059"/>
                  <a:pt x="1712438" y="7542260"/>
                  <a:pt x="1698886" y="7528879"/>
                </a:cubicBezTo>
                <a:lnTo>
                  <a:pt x="1698821" y="7528808"/>
                </a:lnTo>
                <a:lnTo>
                  <a:pt x="1700195" y="7523955"/>
                </a:lnTo>
                <a:lnTo>
                  <a:pt x="1693267" y="7522726"/>
                </a:lnTo>
                <a:lnTo>
                  <a:pt x="1660695" y="7487055"/>
                </a:lnTo>
                <a:cubicBezTo>
                  <a:pt x="1494026" y="7284352"/>
                  <a:pt x="1489539" y="6980742"/>
                  <a:pt x="1664946" y="6761453"/>
                </a:cubicBezTo>
                <a:cubicBezTo>
                  <a:pt x="1765178" y="6636144"/>
                  <a:pt x="1905173" y="6562095"/>
                  <a:pt x="2050488" y="6543672"/>
                </a:cubicBezTo>
                <a:lnTo>
                  <a:pt x="2118535" y="6548246"/>
                </a:lnTo>
                <a:lnTo>
                  <a:pt x="2134404" y="6553094"/>
                </a:lnTo>
                <a:lnTo>
                  <a:pt x="2228916" y="6555665"/>
                </a:lnTo>
                <a:lnTo>
                  <a:pt x="2268145" y="6558302"/>
                </a:lnTo>
                <a:cubicBezTo>
                  <a:pt x="2339157" y="6577449"/>
                  <a:pt x="2407193" y="6611049"/>
                  <a:pt x="2467949" y="6659646"/>
                </a:cubicBezTo>
                <a:lnTo>
                  <a:pt x="2491367" y="6630370"/>
                </a:lnTo>
                <a:lnTo>
                  <a:pt x="2369596" y="6555819"/>
                </a:lnTo>
                <a:lnTo>
                  <a:pt x="2466036" y="6531707"/>
                </a:lnTo>
                <a:cubicBezTo>
                  <a:pt x="2501980" y="6519106"/>
                  <a:pt x="2537146" y="6503020"/>
                  <a:pt x="2571056" y="6483373"/>
                </a:cubicBezTo>
                <a:lnTo>
                  <a:pt x="2612582" y="6456411"/>
                </a:lnTo>
                <a:lnTo>
                  <a:pt x="2638670" y="6494945"/>
                </a:lnTo>
                <a:cubicBezTo>
                  <a:pt x="2654609" y="6514090"/>
                  <a:pt x="2672704" y="6531921"/>
                  <a:pt x="2692915" y="6548088"/>
                </a:cubicBezTo>
                <a:lnTo>
                  <a:pt x="2693114" y="6547839"/>
                </a:lnTo>
                <a:lnTo>
                  <a:pt x="2695385" y="6550064"/>
                </a:lnTo>
                <a:cubicBezTo>
                  <a:pt x="2784314" y="6621196"/>
                  <a:pt x="2914068" y="6606770"/>
                  <a:pt x="2985201" y="6517842"/>
                </a:cubicBezTo>
                <a:cubicBezTo>
                  <a:pt x="3056334" y="6428913"/>
                  <a:pt x="3041908" y="6299158"/>
                  <a:pt x="2952979" y="6228025"/>
                </a:cubicBezTo>
                <a:lnTo>
                  <a:pt x="2950310" y="6226299"/>
                </a:lnTo>
                <a:lnTo>
                  <a:pt x="2926892" y="6255575"/>
                </a:lnTo>
                <a:lnTo>
                  <a:pt x="2929561" y="6257302"/>
                </a:lnTo>
                <a:cubicBezTo>
                  <a:pt x="3002321" y="6315501"/>
                  <a:pt x="3014124" y="6421664"/>
                  <a:pt x="2955925" y="6494424"/>
                </a:cubicBezTo>
                <a:cubicBezTo>
                  <a:pt x="2897725" y="6567183"/>
                  <a:pt x="2791562" y="6578987"/>
                  <a:pt x="2718802" y="6520787"/>
                </a:cubicBezTo>
                <a:lnTo>
                  <a:pt x="2716532" y="6518563"/>
                </a:lnTo>
                <a:lnTo>
                  <a:pt x="2716332" y="6518811"/>
                </a:lnTo>
                <a:cubicBezTo>
                  <a:pt x="2570813" y="6402413"/>
                  <a:pt x="2547206" y="6190086"/>
                  <a:pt x="2663605" y="6044567"/>
                </a:cubicBezTo>
                <a:cubicBezTo>
                  <a:pt x="2780004" y="5899047"/>
                  <a:pt x="2992331" y="5875441"/>
                  <a:pt x="3137850" y="5991840"/>
                </a:cubicBezTo>
                <a:cubicBezTo>
                  <a:pt x="3153039" y="6003989"/>
                  <a:pt x="3167413" y="6016788"/>
                  <a:pt x="3180967" y="6030170"/>
                </a:cubicBezTo>
                <a:lnTo>
                  <a:pt x="3181031" y="6030241"/>
                </a:lnTo>
                <a:lnTo>
                  <a:pt x="3179657" y="6035094"/>
                </a:lnTo>
                <a:lnTo>
                  <a:pt x="3186585" y="6036323"/>
                </a:lnTo>
                <a:lnTo>
                  <a:pt x="3219157" y="6071994"/>
                </a:lnTo>
                <a:cubicBezTo>
                  <a:pt x="3323325" y="6198683"/>
                  <a:pt x="3364141" y="6364789"/>
                  <a:pt x="3337281" y="6525090"/>
                </a:cubicBezTo>
                <a:close/>
                <a:moveTo>
                  <a:pt x="3768274" y="3328703"/>
                </a:moveTo>
                <a:cubicBezTo>
                  <a:pt x="3752158" y="3424884"/>
                  <a:pt x="3711678" y="3518976"/>
                  <a:pt x="3645900" y="3601209"/>
                </a:cubicBezTo>
                <a:cubicBezTo>
                  <a:pt x="3495551" y="3789172"/>
                  <a:pt x="3255736" y="3861801"/>
                  <a:pt x="3042700" y="3804359"/>
                </a:cubicBezTo>
                <a:lnTo>
                  <a:pt x="2953954" y="3770462"/>
                </a:lnTo>
                <a:lnTo>
                  <a:pt x="2929872" y="3670045"/>
                </a:lnTo>
                <a:cubicBezTo>
                  <a:pt x="2889129" y="3553663"/>
                  <a:pt x="2815216" y="3454728"/>
                  <a:pt x="2720731" y="3382828"/>
                </a:cubicBezTo>
                <a:lnTo>
                  <a:pt x="2683795" y="3359929"/>
                </a:lnTo>
                <a:lnTo>
                  <a:pt x="2787339" y="3362746"/>
                </a:lnTo>
                <a:cubicBezTo>
                  <a:pt x="2861386" y="3351330"/>
                  <a:pt x="2934229" y="3326281"/>
                  <a:pt x="3002050" y="3286987"/>
                </a:cubicBezTo>
                <a:lnTo>
                  <a:pt x="3043576" y="3260025"/>
                </a:lnTo>
                <a:lnTo>
                  <a:pt x="3069664" y="3298558"/>
                </a:lnTo>
                <a:cubicBezTo>
                  <a:pt x="3085602" y="3317703"/>
                  <a:pt x="3103697" y="3335535"/>
                  <a:pt x="3123908" y="3351701"/>
                </a:cubicBezTo>
                <a:lnTo>
                  <a:pt x="3124107" y="3351452"/>
                </a:lnTo>
                <a:lnTo>
                  <a:pt x="3126378" y="3353678"/>
                </a:lnTo>
                <a:cubicBezTo>
                  <a:pt x="3215307" y="3424810"/>
                  <a:pt x="3345061" y="3410384"/>
                  <a:pt x="3416194" y="3321455"/>
                </a:cubicBezTo>
                <a:cubicBezTo>
                  <a:pt x="3487327" y="3232527"/>
                  <a:pt x="3472901" y="3102772"/>
                  <a:pt x="3383972" y="3031639"/>
                </a:cubicBezTo>
                <a:lnTo>
                  <a:pt x="3381303" y="3029912"/>
                </a:lnTo>
                <a:lnTo>
                  <a:pt x="3357885" y="3059188"/>
                </a:lnTo>
                <a:lnTo>
                  <a:pt x="3360555" y="3060915"/>
                </a:lnTo>
                <a:cubicBezTo>
                  <a:pt x="3433314" y="3119115"/>
                  <a:pt x="3445117" y="3225278"/>
                  <a:pt x="3386918" y="3298037"/>
                </a:cubicBezTo>
                <a:cubicBezTo>
                  <a:pt x="3328719" y="3370796"/>
                  <a:pt x="3222555" y="3382601"/>
                  <a:pt x="3149795" y="3324400"/>
                </a:cubicBezTo>
                <a:lnTo>
                  <a:pt x="3147525" y="3322176"/>
                </a:lnTo>
                <a:lnTo>
                  <a:pt x="3147325" y="3322425"/>
                </a:lnTo>
                <a:cubicBezTo>
                  <a:pt x="3001806" y="3206026"/>
                  <a:pt x="2978199" y="2993699"/>
                  <a:pt x="3094599" y="2848181"/>
                </a:cubicBezTo>
                <a:cubicBezTo>
                  <a:pt x="3210998" y="2702661"/>
                  <a:pt x="3423324" y="2679055"/>
                  <a:pt x="3568843" y="2795454"/>
                </a:cubicBezTo>
                <a:cubicBezTo>
                  <a:pt x="3584032" y="2807603"/>
                  <a:pt x="3598407" y="2820401"/>
                  <a:pt x="3611960" y="2833784"/>
                </a:cubicBezTo>
                <a:lnTo>
                  <a:pt x="3612025" y="2833854"/>
                </a:lnTo>
                <a:lnTo>
                  <a:pt x="3610650" y="2838707"/>
                </a:lnTo>
                <a:lnTo>
                  <a:pt x="3617578" y="2839936"/>
                </a:lnTo>
                <a:lnTo>
                  <a:pt x="3650151" y="2875608"/>
                </a:lnTo>
                <a:cubicBezTo>
                  <a:pt x="3754319" y="3002297"/>
                  <a:pt x="3795134" y="3168403"/>
                  <a:pt x="3768274" y="3328703"/>
                </a:cubicBezTo>
                <a:close/>
                <a:moveTo>
                  <a:pt x="3618397" y="5699042"/>
                </a:moveTo>
                <a:cubicBezTo>
                  <a:pt x="3616735" y="5721400"/>
                  <a:pt x="3612809" y="5743924"/>
                  <a:pt x="3606460" y="5766336"/>
                </a:cubicBezTo>
                <a:cubicBezTo>
                  <a:pt x="3562026" y="5923217"/>
                  <a:pt x="3413673" y="6022588"/>
                  <a:pt x="3257167" y="6010959"/>
                </a:cubicBezTo>
                <a:lnTo>
                  <a:pt x="3204176" y="6001560"/>
                </a:lnTo>
                <a:lnTo>
                  <a:pt x="3161268" y="5962564"/>
                </a:lnTo>
                <a:cubicBezTo>
                  <a:pt x="3100635" y="5914064"/>
                  <a:pt x="3029563" y="5887440"/>
                  <a:pt x="2957588" y="5881632"/>
                </a:cubicBezTo>
                <a:lnTo>
                  <a:pt x="2896011" y="5882567"/>
                </a:lnTo>
                <a:lnTo>
                  <a:pt x="2922768" y="5870817"/>
                </a:lnTo>
                <a:cubicBezTo>
                  <a:pt x="3027766" y="5812001"/>
                  <a:pt x="3102621" y="5703776"/>
                  <a:pt x="3113418" y="5574821"/>
                </a:cubicBezTo>
                <a:cubicBezTo>
                  <a:pt x="3141922" y="5234379"/>
                  <a:pt x="2889047" y="4935290"/>
                  <a:pt x="2548605" y="4906786"/>
                </a:cubicBezTo>
                <a:lnTo>
                  <a:pt x="2548269" y="4906789"/>
                </a:lnTo>
                <a:lnTo>
                  <a:pt x="2560136" y="4905707"/>
                </a:lnTo>
                <a:cubicBezTo>
                  <a:pt x="2767266" y="4865857"/>
                  <a:pt x="2944906" y="4721133"/>
                  <a:pt x="3021874" y="4517698"/>
                </a:cubicBezTo>
                <a:lnTo>
                  <a:pt x="3037198" y="4465508"/>
                </a:lnTo>
                <a:lnTo>
                  <a:pt x="3075692" y="4452731"/>
                </a:lnTo>
                <a:cubicBezTo>
                  <a:pt x="3118109" y="4428806"/>
                  <a:pt x="3156536" y="4396169"/>
                  <a:pt x="3188154" y="4355185"/>
                </a:cubicBezTo>
                <a:cubicBezTo>
                  <a:pt x="3200010" y="4339817"/>
                  <a:pt x="3210488" y="4323819"/>
                  <a:pt x="3219607" y="4307342"/>
                </a:cubicBezTo>
                <a:lnTo>
                  <a:pt x="3236601" y="4270344"/>
                </a:lnTo>
                <a:lnTo>
                  <a:pt x="3262779" y="4306714"/>
                </a:lnTo>
                <a:cubicBezTo>
                  <a:pt x="3391323" y="4525321"/>
                  <a:pt x="3366093" y="4802523"/>
                  <a:pt x="3195479" y="4985230"/>
                </a:cubicBezTo>
                <a:lnTo>
                  <a:pt x="3187580" y="4992847"/>
                </a:lnTo>
                <a:lnTo>
                  <a:pt x="3157167" y="5011711"/>
                </a:lnTo>
                <a:lnTo>
                  <a:pt x="3154855" y="5013892"/>
                </a:lnTo>
                <a:lnTo>
                  <a:pt x="3159498" y="5019930"/>
                </a:lnTo>
                <a:lnTo>
                  <a:pt x="3153952" y="5025278"/>
                </a:lnTo>
                <a:lnTo>
                  <a:pt x="3178539" y="5053580"/>
                </a:lnTo>
                <a:lnTo>
                  <a:pt x="3202825" y="5030232"/>
                </a:lnTo>
                <a:lnTo>
                  <a:pt x="3240158" y="5011901"/>
                </a:lnTo>
                <a:cubicBezTo>
                  <a:pt x="3303768" y="4995284"/>
                  <a:pt x="3373999" y="5016905"/>
                  <a:pt x="3416602" y="5072295"/>
                </a:cubicBezTo>
                <a:cubicBezTo>
                  <a:pt x="3473408" y="5146147"/>
                  <a:pt x="3459588" y="5252067"/>
                  <a:pt x="3385736" y="5308872"/>
                </a:cubicBezTo>
                <a:lnTo>
                  <a:pt x="3383034" y="5310549"/>
                </a:lnTo>
                <a:lnTo>
                  <a:pt x="3386074" y="5314502"/>
                </a:lnTo>
                <a:lnTo>
                  <a:pt x="3383991" y="5313678"/>
                </a:lnTo>
                <a:lnTo>
                  <a:pt x="3373774" y="5349749"/>
                </a:lnTo>
                <a:cubicBezTo>
                  <a:pt x="3530654" y="5394184"/>
                  <a:pt x="3630025" y="5542536"/>
                  <a:pt x="3618397" y="5699042"/>
                </a:cubicBezTo>
                <a:close/>
                <a:moveTo>
                  <a:pt x="4049390" y="2502656"/>
                </a:moveTo>
                <a:cubicBezTo>
                  <a:pt x="4047728" y="2525013"/>
                  <a:pt x="4043802" y="2547538"/>
                  <a:pt x="4037454" y="2569950"/>
                </a:cubicBezTo>
                <a:cubicBezTo>
                  <a:pt x="3993019" y="2726830"/>
                  <a:pt x="3844666" y="2826201"/>
                  <a:pt x="3688160" y="2814573"/>
                </a:cubicBezTo>
                <a:lnTo>
                  <a:pt x="3635169" y="2805174"/>
                </a:lnTo>
                <a:lnTo>
                  <a:pt x="3592261" y="2766177"/>
                </a:lnTo>
                <a:cubicBezTo>
                  <a:pt x="3531628" y="2717678"/>
                  <a:pt x="3460556" y="2691054"/>
                  <a:pt x="3388581" y="2685246"/>
                </a:cubicBezTo>
                <a:lnTo>
                  <a:pt x="3327004" y="2686180"/>
                </a:lnTo>
                <a:lnTo>
                  <a:pt x="3353762" y="2674431"/>
                </a:lnTo>
                <a:cubicBezTo>
                  <a:pt x="3458759" y="2615614"/>
                  <a:pt x="3533615" y="2507389"/>
                  <a:pt x="3544411" y="2378434"/>
                </a:cubicBezTo>
                <a:cubicBezTo>
                  <a:pt x="3572915" y="2037993"/>
                  <a:pt x="3320040" y="1738903"/>
                  <a:pt x="2979598" y="1710399"/>
                </a:cubicBezTo>
                <a:lnTo>
                  <a:pt x="2979262" y="1710402"/>
                </a:lnTo>
                <a:lnTo>
                  <a:pt x="2991130" y="1709321"/>
                </a:lnTo>
                <a:cubicBezTo>
                  <a:pt x="3227849" y="1663778"/>
                  <a:pt x="3426051" y="1481257"/>
                  <a:pt x="3479483" y="1230665"/>
                </a:cubicBezTo>
                <a:cubicBezTo>
                  <a:pt x="3511865" y="1078791"/>
                  <a:pt x="3447311" y="928796"/>
                  <a:pt x="3327581" y="845075"/>
                </a:cubicBezTo>
                <a:lnTo>
                  <a:pt x="3302518" y="831021"/>
                </a:lnTo>
                <a:lnTo>
                  <a:pt x="3343524" y="838514"/>
                </a:lnTo>
                <a:cubicBezTo>
                  <a:pt x="3450212" y="868683"/>
                  <a:pt x="3550316" y="929819"/>
                  <a:pt x="3629243" y="1020672"/>
                </a:cubicBezTo>
                <a:cubicBezTo>
                  <a:pt x="3826558" y="1247806"/>
                  <a:pt x="3821459" y="1580036"/>
                  <a:pt x="3626472" y="1788843"/>
                </a:cubicBezTo>
                <a:lnTo>
                  <a:pt x="3618573" y="1796461"/>
                </a:lnTo>
                <a:lnTo>
                  <a:pt x="3588161" y="1815325"/>
                </a:lnTo>
                <a:lnTo>
                  <a:pt x="3585848" y="1817506"/>
                </a:lnTo>
                <a:lnTo>
                  <a:pt x="3590492" y="1823543"/>
                </a:lnTo>
                <a:lnTo>
                  <a:pt x="3584946" y="1828891"/>
                </a:lnTo>
                <a:lnTo>
                  <a:pt x="3609532" y="1857193"/>
                </a:lnTo>
                <a:lnTo>
                  <a:pt x="3633818" y="1833845"/>
                </a:lnTo>
                <a:lnTo>
                  <a:pt x="3671151" y="1815514"/>
                </a:lnTo>
                <a:cubicBezTo>
                  <a:pt x="3734761" y="1798897"/>
                  <a:pt x="3804992" y="1820518"/>
                  <a:pt x="3847596" y="1875908"/>
                </a:cubicBezTo>
                <a:cubicBezTo>
                  <a:pt x="3904401" y="1949761"/>
                  <a:pt x="3890581" y="2055681"/>
                  <a:pt x="3816729" y="2112486"/>
                </a:cubicBezTo>
                <a:lnTo>
                  <a:pt x="3814027" y="2114162"/>
                </a:lnTo>
                <a:lnTo>
                  <a:pt x="3817068" y="2118116"/>
                </a:lnTo>
                <a:lnTo>
                  <a:pt x="3814984" y="2117291"/>
                </a:lnTo>
                <a:lnTo>
                  <a:pt x="3804767" y="2153362"/>
                </a:lnTo>
                <a:cubicBezTo>
                  <a:pt x="3961648" y="2197797"/>
                  <a:pt x="4061019" y="2346151"/>
                  <a:pt x="4049390" y="2502656"/>
                </a:cubicBezTo>
                <a:close/>
                <a:moveTo>
                  <a:pt x="4357475" y="688588"/>
                </a:moveTo>
                <a:cubicBezTo>
                  <a:pt x="4357475" y="1001181"/>
                  <a:pt x="4142464" y="1261985"/>
                  <a:pt x="3856635" y="1322302"/>
                </a:cubicBezTo>
                <a:lnTo>
                  <a:pt x="3817006" y="1326422"/>
                </a:lnTo>
                <a:lnTo>
                  <a:pt x="3810896" y="1270728"/>
                </a:lnTo>
                <a:cubicBezTo>
                  <a:pt x="3790792" y="1168087"/>
                  <a:pt x="3744354" y="1069164"/>
                  <a:pt x="3670838" y="984539"/>
                </a:cubicBezTo>
                <a:cubicBezTo>
                  <a:pt x="3530808" y="823347"/>
                  <a:pt x="3325679" y="752178"/>
                  <a:pt x="3128559" y="776168"/>
                </a:cubicBezTo>
                <a:lnTo>
                  <a:pt x="3120141" y="778033"/>
                </a:lnTo>
                <a:lnTo>
                  <a:pt x="3115523" y="777525"/>
                </a:lnTo>
                <a:cubicBezTo>
                  <a:pt x="3040794" y="776909"/>
                  <a:pt x="2969218" y="798788"/>
                  <a:pt x="2908843" y="837941"/>
                </a:cubicBezTo>
                <a:lnTo>
                  <a:pt x="2877369" y="862922"/>
                </a:lnTo>
                <a:lnTo>
                  <a:pt x="2897579" y="809615"/>
                </a:lnTo>
                <a:cubicBezTo>
                  <a:pt x="2910346" y="762618"/>
                  <a:pt x="2914108" y="712342"/>
                  <a:pt x="2907147" y="661051"/>
                </a:cubicBezTo>
                <a:lnTo>
                  <a:pt x="2906831" y="661094"/>
                </a:lnTo>
                <a:lnTo>
                  <a:pt x="2906721" y="657916"/>
                </a:lnTo>
                <a:cubicBezTo>
                  <a:pt x="2891405" y="545073"/>
                  <a:pt x="2787512" y="466011"/>
                  <a:pt x="2674669" y="481328"/>
                </a:cubicBezTo>
                <a:cubicBezTo>
                  <a:pt x="2561825" y="496644"/>
                  <a:pt x="2482765" y="600537"/>
                  <a:pt x="2498080" y="713380"/>
                </a:cubicBezTo>
                <a:lnTo>
                  <a:pt x="2498822" y="716472"/>
                </a:lnTo>
                <a:lnTo>
                  <a:pt x="2535971" y="711430"/>
                </a:lnTo>
                <a:lnTo>
                  <a:pt x="2535229" y="708338"/>
                </a:lnTo>
                <a:cubicBezTo>
                  <a:pt x="2522699" y="616013"/>
                  <a:pt x="2587385" y="531008"/>
                  <a:pt x="2679711" y="518477"/>
                </a:cubicBezTo>
                <a:cubicBezTo>
                  <a:pt x="2772037" y="505946"/>
                  <a:pt x="2857041" y="570633"/>
                  <a:pt x="2869572" y="662958"/>
                </a:cubicBezTo>
                <a:lnTo>
                  <a:pt x="2869682" y="666136"/>
                </a:lnTo>
                <a:lnTo>
                  <a:pt x="2869997" y="666093"/>
                </a:lnTo>
                <a:cubicBezTo>
                  <a:pt x="2895060" y="850745"/>
                  <a:pt x="2765687" y="1020752"/>
                  <a:pt x="2581035" y="1045815"/>
                </a:cubicBezTo>
                <a:cubicBezTo>
                  <a:pt x="2396383" y="1070878"/>
                  <a:pt x="2226375" y="941504"/>
                  <a:pt x="2201313" y="756852"/>
                </a:cubicBezTo>
                <a:cubicBezTo>
                  <a:pt x="2159457" y="448477"/>
                  <a:pt x="2383326" y="163498"/>
                  <a:pt x="2701339" y="120335"/>
                </a:cubicBezTo>
                <a:cubicBezTo>
                  <a:pt x="2939848" y="87963"/>
                  <a:pt x="3163573" y="200806"/>
                  <a:pt x="3278187" y="389346"/>
                </a:cubicBezTo>
                <a:lnTo>
                  <a:pt x="3318629" y="474210"/>
                </a:lnTo>
                <a:lnTo>
                  <a:pt x="3321373" y="501432"/>
                </a:lnTo>
                <a:cubicBezTo>
                  <a:pt x="3326932" y="528598"/>
                  <a:pt x="3335131" y="554804"/>
                  <a:pt x="3345690" y="579768"/>
                </a:cubicBezTo>
                <a:lnTo>
                  <a:pt x="3349666" y="587094"/>
                </a:lnTo>
                <a:lnTo>
                  <a:pt x="3352936" y="600544"/>
                </a:lnTo>
                <a:lnTo>
                  <a:pt x="3356690" y="600034"/>
                </a:lnTo>
                <a:lnTo>
                  <a:pt x="3384167" y="650657"/>
                </a:lnTo>
                <a:cubicBezTo>
                  <a:pt x="3459164" y="761667"/>
                  <a:pt x="3586169" y="834653"/>
                  <a:pt x="3730221" y="834652"/>
                </a:cubicBezTo>
                <a:lnTo>
                  <a:pt x="3730221" y="834297"/>
                </a:lnTo>
                <a:lnTo>
                  <a:pt x="3733742" y="834652"/>
                </a:lnTo>
                <a:cubicBezTo>
                  <a:pt x="3860508" y="834652"/>
                  <a:pt x="3963271" y="731889"/>
                  <a:pt x="3963271" y="605123"/>
                </a:cubicBezTo>
                <a:cubicBezTo>
                  <a:pt x="3963271" y="478357"/>
                  <a:pt x="3860508" y="375594"/>
                  <a:pt x="3733742" y="375594"/>
                </a:cubicBezTo>
                <a:lnTo>
                  <a:pt x="3730221" y="375949"/>
                </a:lnTo>
                <a:lnTo>
                  <a:pt x="3730221" y="417681"/>
                </a:lnTo>
                <a:lnTo>
                  <a:pt x="3733742" y="417326"/>
                </a:lnTo>
                <a:cubicBezTo>
                  <a:pt x="3837459" y="417326"/>
                  <a:pt x="3921539" y="501406"/>
                  <a:pt x="3921539" y="605123"/>
                </a:cubicBezTo>
                <a:cubicBezTo>
                  <a:pt x="3921539" y="708840"/>
                  <a:pt x="3837459" y="792920"/>
                  <a:pt x="3733742" y="792920"/>
                </a:cubicBezTo>
                <a:lnTo>
                  <a:pt x="3730221" y="792565"/>
                </a:lnTo>
                <a:lnTo>
                  <a:pt x="3730221" y="792920"/>
                </a:lnTo>
                <a:cubicBezTo>
                  <a:pt x="3574645" y="792920"/>
                  <a:pt x="3441162" y="698331"/>
                  <a:pt x="3384144" y="563525"/>
                </a:cubicBezTo>
                <a:lnTo>
                  <a:pt x="3376549" y="539061"/>
                </a:lnTo>
                <a:lnTo>
                  <a:pt x="3360865" y="473659"/>
                </a:lnTo>
                <a:lnTo>
                  <a:pt x="3360152" y="472128"/>
                </a:lnTo>
                <a:lnTo>
                  <a:pt x="3354628" y="417326"/>
                </a:lnTo>
                <a:cubicBezTo>
                  <a:pt x="3354628" y="209892"/>
                  <a:pt x="3522787" y="41733"/>
                  <a:pt x="3730221" y="41733"/>
                </a:cubicBezTo>
                <a:cubicBezTo>
                  <a:pt x="4076644" y="41733"/>
                  <a:pt x="4357475" y="331340"/>
                  <a:pt x="4357475" y="688588"/>
                </a:cubicBezTo>
                <a:close/>
                <a:moveTo>
                  <a:pt x="4418809" y="688588"/>
                </a:moveTo>
                <a:cubicBezTo>
                  <a:pt x="4418809" y="308291"/>
                  <a:pt x="4110518" y="0"/>
                  <a:pt x="3730221" y="0"/>
                </a:cubicBezTo>
                <a:cubicBezTo>
                  <a:pt x="3528548" y="0"/>
                  <a:pt x="3360287" y="143051"/>
                  <a:pt x="3321373" y="333220"/>
                </a:cubicBezTo>
                <a:lnTo>
                  <a:pt x="3316761" y="378969"/>
                </a:lnTo>
                <a:lnTo>
                  <a:pt x="3309532" y="363447"/>
                </a:lnTo>
                <a:cubicBezTo>
                  <a:pt x="3186619" y="156076"/>
                  <a:pt x="2947825" y="31276"/>
                  <a:pt x="2693928" y="65737"/>
                </a:cubicBezTo>
                <a:cubicBezTo>
                  <a:pt x="2355399" y="111685"/>
                  <a:pt x="2118216" y="423365"/>
                  <a:pt x="2164164" y="761894"/>
                </a:cubicBezTo>
                <a:cubicBezTo>
                  <a:pt x="2174607" y="838834"/>
                  <a:pt x="2207697" y="907134"/>
                  <a:pt x="2255800" y="960988"/>
                </a:cubicBezTo>
                <a:lnTo>
                  <a:pt x="2269380" y="973539"/>
                </a:lnTo>
                <a:lnTo>
                  <a:pt x="2259454" y="1035198"/>
                </a:lnTo>
                <a:cubicBezTo>
                  <a:pt x="2225388" y="1346870"/>
                  <a:pt x="2432267" y="1639863"/>
                  <a:pt x="2745507" y="1706653"/>
                </a:cubicBezTo>
                <a:lnTo>
                  <a:pt x="2836914" y="1716712"/>
                </a:lnTo>
                <a:lnTo>
                  <a:pt x="2749990" y="1734232"/>
                </a:lnTo>
                <a:cubicBezTo>
                  <a:pt x="2533100" y="1799445"/>
                  <a:pt x="2363216" y="1981309"/>
                  <a:pt x="2320022" y="2212454"/>
                </a:cubicBezTo>
                <a:lnTo>
                  <a:pt x="2313113" y="2263713"/>
                </a:lnTo>
                <a:lnTo>
                  <a:pt x="2280603" y="2289830"/>
                </a:lnTo>
                <a:cubicBezTo>
                  <a:pt x="2046456" y="2498336"/>
                  <a:pt x="2003662" y="2854443"/>
                  <a:pt x="2191402" y="3113931"/>
                </a:cubicBezTo>
                <a:cubicBezTo>
                  <a:pt x="2214869" y="3146367"/>
                  <a:pt x="2240898" y="3175853"/>
                  <a:pt x="2269010" y="3202314"/>
                </a:cubicBezTo>
                <a:lnTo>
                  <a:pt x="2342243" y="3259391"/>
                </a:lnTo>
                <a:lnTo>
                  <a:pt x="2262935" y="3262124"/>
                </a:lnTo>
                <a:cubicBezTo>
                  <a:pt x="1924406" y="3308072"/>
                  <a:pt x="1687222" y="3619752"/>
                  <a:pt x="1733171" y="3958281"/>
                </a:cubicBezTo>
                <a:cubicBezTo>
                  <a:pt x="1743613" y="4035220"/>
                  <a:pt x="1776704" y="4103520"/>
                  <a:pt x="1824807" y="4157374"/>
                </a:cubicBezTo>
                <a:lnTo>
                  <a:pt x="1838387" y="4169925"/>
                </a:lnTo>
                <a:lnTo>
                  <a:pt x="1828460" y="4231585"/>
                </a:lnTo>
                <a:cubicBezTo>
                  <a:pt x="1794395" y="4543257"/>
                  <a:pt x="2001273" y="4836250"/>
                  <a:pt x="2314513" y="4903040"/>
                </a:cubicBezTo>
                <a:lnTo>
                  <a:pt x="2405921" y="4913098"/>
                </a:lnTo>
                <a:lnTo>
                  <a:pt x="2318997" y="4930618"/>
                </a:lnTo>
                <a:cubicBezTo>
                  <a:pt x="2102107" y="4995831"/>
                  <a:pt x="1932223" y="5177695"/>
                  <a:pt x="1889029" y="5408840"/>
                </a:cubicBezTo>
                <a:lnTo>
                  <a:pt x="1882120" y="5460100"/>
                </a:lnTo>
                <a:lnTo>
                  <a:pt x="1849610" y="5486216"/>
                </a:lnTo>
                <a:cubicBezTo>
                  <a:pt x="1615462" y="5694722"/>
                  <a:pt x="1572669" y="6050830"/>
                  <a:pt x="1760409" y="6310317"/>
                </a:cubicBezTo>
                <a:cubicBezTo>
                  <a:pt x="1807344" y="6375189"/>
                  <a:pt x="1864522" y="6428264"/>
                  <a:pt x="1928126" y="6468931"/>
                </a:cubicBezTo>
                <a:lnTo>
                  <a:pt x="2016524" y="6514675"/>
                </a:lnTo>
                <a:lnTo>
                  <a:pt x="1976130" y="6511292"/>
                </a:lnTo>
                <a:lnTo>
                  <a:pt x="1920451" y="6522944"/>
                </a:lnTo>
                <a:cubicBezTo>
                  <a:pt x="1806697" y="6558378"/>
                  <a:pt x="1701942" y="6626992"/>
                  <a:pt x="1621918" y="6727036"/>
                </a:cubicBezTo>
                <a:cubicBezTo>
                  <a:pt x="1541893" y="6827080"/>
                  <a:pt x="1497965" y="6944349"/>
                  <a:pt x="1488382" y="7063107"/>
                </a:cubicBezTo>
                <a:cubicBezTo>
                  <a:pt x="1476402" y="7211556"/>
                  <a:pt x="1518090" y="7362334"/>
                  <a:pt x="1610025" y="7484711"/>
                </a:cubicBezTo>
                <a:lnTo>
                  <a:pt x="1633440" y="7512114"/>
                </a:lnTo>
                <a:lnTo>
                  <a:pt x="1625425" y="7510692"/>
                </a:lnTo>
                <a:cubicBezTo>
                  <a:pt x="1451530" y="7497771"/>
                  <a:pt x="1286693" y="7608183"/>
                  <a:pt x="1237321" y="7782496"/>
                </a:cubicBezTo>
                <a:cubicBezTo>
                  <a:pt x="1230268" y="7807397"/>
                  <a:pt x="1225904" y="7832425"/>
                  <a:pt x="1224058" y="7857267"/>
                </a:cubicBezTo>
                <a:cubicBezTo>
                  <a:pt x="1212983" y="8006320"/>
                  <a:pt x="1292521" y="8148717"/>
                  <a:pt x="1425242" y="8217452"/>
                </a:cubicBezTo>
                <a:lnTo>
                  <a:pt x="1459914" y="8231159"/>
                </a:lnTo>
                <a:lnTo>
                  <a:pt x="1440875" y="8249115"/>
                </a:lnTo>
                <a:cubicBezTo>
                  <a:pt x="1413981" y="8280197"/>
                  <a:pt x="1397632" y="8317977"/>
                  <a:pt x="1392511" y="8357222"/>
                </a:cubicBezTo>
                <a:cubicBezTo>
                  <a:pt x="1385685" y="8409547"/>
                  <a:pt x="1398820" y="8464477"/>
                  <a:pt x="1433534" y="8509610"/>
                </a:cubicBezTo>
                <a:cubicBezTo>
                  <a:pt x="1468248" y="8554742"/>
                  <a:pt x="1517970" y="8581530"/>
                  <a:pt x="1570296" y="8588358"/>
                </a:cubicBezTo>
                <a:lnTo>
                  <a:pt x="1625468" y="8584908"/>
                </a:lnTo>
                <a:lnTo>
                  <a:pt x="1615442" y="8596713"/>
                </a:lnTo>
                <a:cubicBezTo>
                  <a:pt x="1440475" y="8825116"/>
                  <a:pt x="1443965" y="9152455"/>
                  <a:pt x="1640007" y="9378123"/>
                </a:cubicBezTo>
                <a:cubicBezTo>
                  <a:pt x="1780038" y="9539314"/>
                  <a:pt x="1985166" y="9610482"/>
                  <a:pt x="2182287" y="9586492"/>
                </a:cubicBezTo>
                <a:lnTo>
                  <a:pt x="2190704" y="9584628"/>
                </a:lnTo>
                <a:lnTo>
                  <a:pt x="2195322" y="9585136"/>
                </a:lnTo>
                <a:cubicBezTo>
                  <a:pt x="2270051" y="9585751"/>
                  <a:pt x="2341628" y="9563873"/>
                  <a:pt x="2402002" y="9524719"/>
                </a:cubicBezTo>
                <a:lnTo>
                  <a:pt x="2433476" y="9499740"/>
                </a:lnTo>
                <a:lnTo>
                  <a:pt x="2413266" y="9553046"/>
                </a:lnTo>
                <a:cubicBezTo>
                  <a:pt x="2400499" y="9600043"/>
                  <a:pt x="2396737" y="9650318"/>
                  <a:pt x="2403699" y="9701611"/>
                </a:cubicBezTo>
                <a:lnTo>
                  <a:pt x="2404015" y="9701567"/>
                </a:lnTo>
                <a:lnTo>
                  <a:pt x="2404124" y="9704744"/>
                </a:lnTo>
                <a:cubicBezTo>
                  <a:pt x="2419440" y="9817588"/>
                  <a:pt x="2523333" y="9896650"/>
                  <a:pt x="2636177" y="9881333"/>
                </a:cubicBezTo>
                <a:cubicBezTo>
                  <a:pt x="2749020" y="9866017"/>
                  <a:pt x="2828081" y="9762124"/>
                  <a:pt x="2812764" y="9649280"/>
                </a:cubicBezTo>
                <a:lnTo>
                  <a:pt x="2812024" y="9646189"/>
                </a:lnTo>
                <a:lnTo>
                  <a:pt x="2774875" y="9651231"/>
                </a:lnTo>
                <a:lnTo>
                  <a:pt x="2775616" y="9654323"/>
                </a:lnTo>
                <a:cubicBezTo>
                  <a:pt x="2788147" y="9746648"/>
                  <a:pt x="2723460" y="9831652"/>
                  <a:pt x="2631135" y="9844184"/>
                </a:cubicBezTo>
                <a:cubicBezTo>
                  <a:pt x="2538808" y="9856715"/>
                  <a:pt x="2453805" y="9792029"/>
                  <a:pt x="2441273" y="9699702"/>
                </a:cubicBezTo>
                <a:lnTo>
                  <a:pt x="2441164" y="9696525"/>
                </a:lnTo>
                <a:lnTo>
                  <a:pt x="2440848" y="9696568"/>
                </a:lnTo>
                <a:cubicBezTo>
                  <a:pt x="2415785" y="9511916"/>
                  <a:pt x="2545159" y="9341908"/>
                  <a:pt x="2729811" y="9316846"/>
                </a:cubicBezTo>
                <a:cubicBezTo>
                  <a:pt x="2914462" y="9291783"/>
                  <a:pt x="3084470" y="9421157"/>
                  <a:pt x="3109532" y="9605808"/>
                </a:cubicBezTo>
                <a:cubicBezTo>
                  <a:pt x="3151388" y="9914184"/>
                  <a:pt x="2927519" y="10199162"/>
                  <a:pt x="2609507" y="10242325"/>
                </a:cubicBezTo>
                <a:cubicBezTo>
                  <a:pt x="2291494" y="10285489"/>
                  <a:pt x="1999765" y="10070492"/>
                  <a:pt x="1957909" y="9762117"/>
                </a:cubicBezTo>
                <a:lnTo>
                  <a:pt x="1950249" y="9763156"/>
                </a:lnTo>
                <a:lnTo>
                  <a:pt x="1907961" y="9672365"/>
                </a:lnTo>
                <a:cubicBezTo>
                  <a:pt x="1785048" y="9464994"/>
                  <a:pt x="1546254" y="9340194"/>
                  <a:pt x="1292357" y="9374655"/>
                </a:cubicBezTo>
                <a:cubicBezTo>
                  <a:pt x="953828" y="9420603"/>
                  <a:pt x="716645" y="9732283"/>
                  <a:pt x="762593" y="10070812"/>
                </a:cubicBezTo>
                <a:cubicBezTo>
                  <a:pt x="773036" y="10147751"/>
                  <a:pt x="806126" y="10216052"/>
                  <a:pt x="854229" y="10269906"/>
                </a:cubicBezTo>
                <a:lnTo>
                  <a:pt x="867810" y="10282457"/>
                </a:lnTo>
                <a:lnTo>
                  <a:pt x="857883" y="10344116"/>
                </a:lnTo>
                <a:cubicBezTo>
                  <a:pt x="823818" y="10655788"/>
                  <a:pt x="1030695" y="10948781"/>
                  <a:pt x="1343936" y="11015571"/>
                </a:cubicBezTo>
                <a:lnTo>
                  <a:pt x="1435344" y="11025630"/>
                </a:lnTo>
                <a:lnTo>
                  <a:pt x="1348420" y="11043149"/>
                </a:lnTo>
                <a:cubicBezTo>
                  <a:pt x="1131529" y="11108363"/>
                  <a:pt x="961645" y="11290227"/>
                  <a:pt x="918451" y="11521372"/>
                </a:cubicBezTo>
                <a:lnTo>
                  <a:pt x="911542" y="11572631"/>
                </a:lnTo>
                <a:lnTo>
                  <a:pt x="879032" y="11598748"/>
                </a:lnTo>
                <a:cubicBezTo>
                  <a:pt x="644884" y="11807254"/>
                  <a:pt x="602091" y="12163361"/>
                  <a:pt x="789831" y="12422849"/>
                </a:cubicBezTo>
                <a:cubicBezTo>
                  <a:pt x="860234" y="12520156"/>
                  <a:pt x="953683" y="12590922"/>
                  <a:pt x="1057298" y="12633080"/>
                </a:cubicBezTo>
                <a:lnTo>
                  <a:pt x="1130297" y="12655382"/>
                </a:lnTo>
                <a:lnTo>
                  <a:pt x="1097518" y="12661514"/>
                </a:lnTo>
                <a:cubicBezTo>
                  <a:pt x="821513" y="12742773"/>
                  <a:pt x="631276" y="13009181"/>
                  <a:pt x="656501" y="13307044"/>
                </a:cubicBezTo>
                <a:cubicBezTo>
                  <a:pt x="663053" y="13384411"/>
                  <a:pt x="692658" y="13454292"/>
                  <a:pt x="737986" y="13510503"/>
                </a:cubicBezTo>
                <a:lnTo>
                  <a:pt x="750916" y="13523722"/>
                </a:lnTo>
                <a:lnTo>
                  <a:pt x="737894" y="13584802"/>
                </a:lnTo>
                <a:cubicBezTo>
                  <a:pt x="688164" y="13894362"/>
                  <a:pt x="880011" y="14197410"/>
                  <a:pt x="1189487" y="14279902"/>
                </a:cubicBezTo>
                <a:lnTo>
                  <a:pt x="1280272" y="14294555"/>
                </a:lnTo>
                <a:lnTo>
                  <a:pt x="1192575" y="14307671"/>
                </a:lnTo>
                <a:cubicBezTo>
                  <a:pt x="972674" y="14361870"/>
                  <a:pt x="793840" y="14534941"/>
                  <a:pt x="739051" y="14763615"/>
                </a:cubicBezTo>
                <a:lnTo>
                  <a:pt x="729566" y="14814461"/>
                </a:lnTo>
                <a:lnTo>
                  <a:pt x="695782" y="14838906"/>
                </a:lnTo>
                <a:cubicBezTo>
                  <a:pt x="451423" y="15035346"/>
                  <a:pt x="390736" y="15388843"/>
                  <a:pt x="565158" y="15657463"/>
                </a:cubicBezTo>
                <a:cubicBezTo>
                  <a:pt x="586961" y="15691041"/>
                  <a:pt x="611470" y="15721802"/>
                  <a:pt x="638213" y="15749646"/>
                </a:cubicBezTo>
                <a:lnTo>
                  <a:pt x="648594" y="15758613"/>
                </a:lnTo>
                <a:lnTo>
                  <a:pt x="606620" y="15759324"/>
                </a:lnTo>
                <a:cubicBezTo>
                  <a:pt x="288579" y="15797129"/>
                  <a:pt x="30203" y="16054097"/>
                  <a:pt x="2439" y="16385697"/>
                </a:cubicBezTo>
                <a:cubicBezTo>
                  <a:pt x="-29291" y="16764668"/>
                  <a:pt x="252204" y="17097606"/>
                  <a:pt x="631175" y="17129336"/>
                </a:cubicBezTo>
                <a:cubicBezTo>
                  <a:pt x="746014" y="17138950"/>
                  <a:pt x="853879" y="17101108"/>
                  <a:pt x="935438" y="17032152"/>
                </a:cubicBezTo>
                <a:lnTo>
                  <a:pt x="974959" y="16991668"/>
                </a:lnTo>
                <a:lnTo>
                  <a:pt x="1099554" y="17061084"/>
                </a:lnTo>
                <a:cubicBezTo>
                  <a:pt x="1238804" y="17105286"/>
                  <a:pt x="1397154" y="17065392"/>
                  <a:pt x="1498082" y="16947378"/>
                </a:cubicBezTo>
                <a:cubicBezTo>
                  <a:pt x="1548547" y="16888370"/>
                  <a:pt x="1577490" y="16818212"/>
                  <a:pt x="1585658" y="16746466"/>
                </a:cubicBezTo>
                <a:cubicBezTo>
                  <a:pt x="1595869" y="16656784"/>
                  <a:pt x="1573618" y="16564623"/>
                  <a:pt x="1520366" y="16488665"/>
                </a:cubicBezTo>
                <a:lnTo>
                  <a:pt x="1495202" y="16457176"/>
                </a:lnTo>
                <a:lnTo>
                  <a:pt x="1608797" y="16461182"/>
                </a:lnTo>
                <a:cubicBezTo>
                  <a:pt x="1766819" y="16451642"/>
                  <a:pt x="1921200" y="16381818"/>
                  <a:pt x="2034486" y="16253972"/>
                </a:cubicBezTo>
                <a:cubicBezTo>
                  <a:pt x="2119452" y="16158088"/>
                  <a:pt x="2169235" y="16043183"/>
                  <a:pt x="2184791" y="15925058"/>
                </a:cubicBezTo>
                <a:cubicBezTo>
                  <a:pt x="2204238" y="15777403"/>
                  <a:pt x="2170203" y="15624715"/>
                  <a:pt x="2084552" y="15497859"/>
                </a:cubicBezTo>
                <a:lnTo>
                  <a:pt x="2062548" y="15469311"/>
                </a:lnTo>
                <a:lnTo>
                  <a:pt x="2070481" y="15471135"/>
                </a:lnTo>
                <a:cubicBezTo>
                  <a:pt x="2243504" y="15492804"/>
                  <a:pt x="2413697" y="15390841"/>
                  <a:pt x="2471791" y="15219238"/>
                </a:cubicBezTo>
                <a:cubicBezTo>
                  <a:pt x="2480091" y="15194724"/>
                  <a:pt x="2485710" y="15169948"/>
                  <a:pt x="2488806" y="15145230"/>
                </a:cubicBezTo>
                <a:cubicBezTo>
                  <a:pt x="2507379" y="14996925"/>
                  <a:pt x="2435120" y="14850700"/>
                  <a:pt x="2306031" y="14775363"/>
                </a:cubicBezTo>
                <a:lnTo>
                  <a:pt x="2272094" y="14759926"/>
                </a:lnTo>
                <a:lnTo>
                  <a:pt x="2292014" y="14742953"/>
                </a:lnTo>
                <a:cubicBezTo>
                  <a:pt x="2320441" y="14713265"/>
                  <a:pt x="2338673" y="14676357"/>
                  <a:pt x="2345765" y="14637421"/>
                </a:cubicBezTo>
                <a:cubicBezTo>
                  <a:pt x="2355220" y="14585505"/>
                  <a:pt x="2344872" y="14529983"/>
                  <a:pt x="2312476" y="14483158"/>
                </a:cubicBezTo>
                <a:cubicBezTo>
                  <a:pt x="2280079" y="14436334"/>
                  <a:pt x="2231772" y="14407073"/>
                  <a:pt x="2179856" y="14397617"/>
                </a:cubicBezTo>
                <a:lnTo>
                  <a:pt x="2124580" y="14398281"/>
                </a:lnTo>
                <a:lnTo>
                  <a:pt x="2135189" y="14386997"/>
                </a:lnTo>
                <a:cubicBezTo>
                  <a:pt x="2321446" y="14167703"/>
                  <a:pt x="2334457" y="13840604"/>
                  <a:pt x="2150038" y="13605342"/>
                </a:cubicBezTo>
                <a:cubicBezTo>
                  <a:pt x="2084174" y="13521320"/>
                  <a:pt x="2000922" y="13458955"/>
                  <a:pt x="1909375" y="13419348"/>
                </a:cubicBezTo>
                <a:lnTo>
                  <a:pt x="1862485" y="13405452"/>
                </a:lnTo>
                <a:lnTo>
                  <a:pt x="1862115" y="13391603"/>
                </a:lnTo>
                <a:cubicBezTo>
                  <a:pt x="1854281" y="13324597"/>
                  <a:pt x="1828478" y="13259733"/>
                  <a:pt x="1785718" y="13204850"/>
                </a:cubicBezTo>
                <a:lnTo>
                  <a:pt x="1758999" y="13174670"/>
                </a:lnTo>
                <a:lnTo>
                  <a:pt x="1872652" y="13172945"/>
                </a:lnTo>
                <a:cubicBezTo>
                  <a:pt x="2029992" y="13155453"/>
                  <a:pt x="2180658" y="13077936"/>
                  <a:pt x="2287356" y="12944543"/>
                </a:cubicBezTo>
                <a:cubicBezTo>
                  <a:pt x="2367381" y="12844499"/>
                  <a:pt x="2411310" y="12727231"/>
                  <a:pt x="2420893" y="12608472"/>
                </a:cubicBezTo>
                <a:cubicBezTo>
                  <a:pt x="2432872" y="12460024"/>
                  <a:pt x="2391185" y="12309246"/>
                  <a:pt x="2299250" y="12186868"/>
                </a:cubicBezTo>
                <a:lnTo>
                  <a:pt x="2275834" y="12159465"/>
                </a:lnTo>
                <a:lnTo>
                  <a:pt x="2283850" y="12160887"/>
                </a:lnTo>
                <a:cubicBezTo>
                  <a:pt x="2457745" y="12173808"/>
                  <a:pt x="2622582" y="12063396"/>
                  <a:pt x="2671954" y="11889084"/>
                </a:cubicBezTo>
                <a:cubicBezTo>
                  <a:pt x="2679007" y="11864182"/>
                  <a:pt x="2683370" y="11839155"/>
                  <a:pt x="2685216" y="11814313"/>
                </a:cubicBezTo>
                <a:cubicBezTo>
                  <a:pt x="2696291" y="11665260"/>
                  <a:pt x="2616755" y="11522862"/>
                  <a:pt x="2484033" y="11454127"/>
                </a:cubicBezTo>
                <a:lnTo>
                  <a:pt x="2449360" y="11440421"/>
                </a:lnTo>
                <a:lnTo>
                  <a:pt x="2468400" y="11422464"/>
                </a:lnTo>
                <a:cubicBezTo>
                  <a:pt x="2495294" y="11391382"/>
                  <a:pt x="2511643" y="11353602"/>
                  <a:pt x="2516763" y="11314357"/>
                </a:cubicBezTo>
                <a:cubicBezTo>
                  <a:pt x="2523590" y="11262032"/>
                  <a:pt x="2510456" y="11207101"/>
                  <a:pt x="2475741" y="11161969"/>
                </a:cubicBezTo>
                <a:cubicBezTo>
                  <a:pt x="2441026" y="11116837"/>
                  <a:pt x="2391305" y="11090048"/>
                  <a:pt x="2338979" y="11083221"/>
                </a:cubicBezTo>
                <a:lnTo>
                  <a:pt x="2283807" y="11086670"/>
                </a:lnTo>
                <a:lnTo>
                  <a:pt x="2293833" y="11074866"/>
                </a:lnTo>
                <a:cubicBezTo>
                  <a:pt x="2468800" y="10846462"/>
                  <a:pt x="2465309" y="10519124"/>
                  <a:pt x="2269267" y="10293455"/>
                </a:cubicBezTo>
                <a:cubicBezTo>
                  <a:pt x="2129237" y="10132264"/>
                  <a:pt x="1924109" y="10061096"/>
                  <a:pt x="1726989" y="10085086"/>
                </a:cubicBezTo>
                <a:lnTo>
                  <a:pt x="1718571" y="10086951"/>
                </a:lnTo>
                <a:lnTo>
                  <a:pt x="1713953" y="10086443"/>
                </a:lnTo>
                <a:cubicBezTo>
                  <a:pt x="1639224" y="10085827"/>
                  <a:pt x="1567647" y="10107706"/>
                  <a:pt x="1507273" y="10146859"/>
                </a:cubicBezTo>
                <a:lnTo>
                  <a:pt x="1475799" y="10171839"/>
                </a:lnTo>
                <a:lnTo>
                  <a:pt x="1496009" y="10118532"/>
                </a:lnTo>
                <a:cubicBezTo>
                  <a:pt x="1508776" y="10071536"/>
                  <a:pt x="1512537" y="10021260"/>
                  <a:pt x="1505576" y="9969968"/>
                </a:cubicBezTo>
                <a:lnTo>
                  <a:pt x="1505260" y="9970012"/>
                </a:lnTo>
                <a:lnTo>
                  <a:pt x="1505151" y="9966834"/>
                </a:lnTo>
                <a:cubicBezTo>
                  <a:pt x="1489834" y="9853991"/>
                  <a:pt x="1385941" y="9774929"/>
                  <a:pt x="1273098" y="9790245"/>
                </a:cubicBezTo>
                <a:cubicBezTo>
                  <a:pt x="1160255" y="9805562"/>
                  <a:pt x="1081194" y="9909455"/>
                  <a:pt x="1096509" y="10022298"/>
                </a:cubicBezTo>
                <a:lnTo>
                  <a:pt x="1097251" y="10025390"/>
                </a:lnTo>
                <a:lnTo>
                  <a:pt x="1134400" y="10020347"/>
                </a:lnTo>
                <a:lnTo>
                  <a:pt x="1133658" y="10017256"/>
                </a:lnTo>
                <a:cubicBezTo>
                  <a:pt x="1121128" y="9924931"/>
                  <a:pt x="1185814" y="9839926"/>
                  <a:pt x="1278140" y="9827395"/>
                </a:cubicBezTo>
                <a:cubicBezTo>
                  <a:pt x="1370466" y="9814864"/>
                  <a:pt x="1455470" y="9879550"/>
                  <a:pt x="1468001" y="9971876"/>
                </a:cubicBezTo>
                <a:lnTo>
                  <a:pt x="1468111" y="9975054"/>
                </a:lnTo>
                <a:lnTo>
                  <a:pt x="1468426" y="9975011"/>
                </a:lnTo>
                <a:cubicBezTo>
                  <a:pt x="1493489" y="10159663"/>
                  <a:pt x="1364116" y="10329670"/>
                  <a:pt x="1179464" y="10354732"/>
                </a:cubicBezTo>
                <a:cubicBezTo>
                  <a:pt x="994812" y="10379795"/>
                  <a:pt x="824804" y="10250422"/>
                  <a:pt x="799742" y="10065770"/>
                </a:cubicBezTo>
                <a:cubicBezTo>
                  <a:pt x="757886" y="9757395"/>
                  <a:pt x="981756" y="9472416"/>
                  <a:pt x="1299768" y="9429253"/>
                </a:cubicBezTo>
                <a:cubicBezTo>
                  <a:pt x="1617780" y="9386089"/>
                  <a:pt x="1909510" y="9601087"/>
                  <a:pt x="1951366" y="9909462"/>
                </a:cubicBezTo>
                <a:lnTo>
                  <a:pt x="1959026" y="9908422"/>
                </a:lnTo>
                <a:lnTo>
                  <a:pt x="2001314" y="9999213"/>
                </a:lnTo>
                <a:cubicBezTo>
                  <a:pt x="2124226" y="10206585"/>
                  <a:pt x="2363020" y="10331385"/>
                  <a:pt x="2616917" y="10296923"/>
                </a:cubicBezTo>
                <a:cubicBezTo>
                  <a:pt x="2913130" y="10256719"/>
                  <a:pt x="3131750" y="10013063"/>
                  <a:pt x="3150996" y="9725990"/>
                </a:cubicBezTo>
                <a:cubicBezTo>
                  <a:pt x="3153745" y="9684979"/>
                  <a:pt x="3152425" y="9643082"/>
                  <a:pt x="3146681" y="9600766"/>
                </a:cubicBezTo>
                <a:cubicBezTo>
                  <a:pt x="3136238" y="9523828"/>
                  <a:pt x="3103149" y="9455527"/>
                  <a:pt x="3055045" y="9401673"/>
                </a:cubicBezTo>
                <a:lnTo>
                  <a:pt x="3041465" y="9389122"/>
                </a:lnTo>
                <a:lnTo>
                  <a:pt x="3051392" y="9327463"/>
                </a:lnTo>
                <a:cubicBezTo>
                  <a:pt x="3085457" y="9015791"/>
                  <a:pt x="2878579" y="8722797"/>
                  <a:pt x="2565339" y="8656007"/>
                </a:cubicBezTo>
                <a:lnTo>
                  <a:pt x="2473931" y="8645949"/>
                </a:lnTo>
                <a:lnTo>
                  <a:pt x="2560855" y="8628429"/>
                </a:lnTo>
                <a:cubicBezTo>
                  <a:pt x="2777745" y="8563216"/>
                  <a:pt x="2947629" y="8381352"/>
                  <a:pt x="2990823" y="8150208"/>
                </a:cubicBezTo>
                <a:lnTo>
                  <a:pt x="2997733" y="8098949"/>
                </a:lnTo>
                <a:lnTo>
                  <a:pt x="3030242" y="8072832"/>
                </a:lnTo>
                <a:cubicBezTo>
                  <a:pt x="3264389" y="7864325"/>
                  <a:pt x="3307183" y="7508219"/>
                  <a:pt x="3119443" y="7248731"/>
                </a:cubicBezTo>
                <a:cubicBezTo>
                  <a:pt x="3072508" y="7183859"/>
                  <a:pt x="3015330" y="7130784"/>
                  <a:pt x="2951726" y="7090117"/>
                </a:cubicBezTo>
                <a:lnTo>
                  <a:pt x="2879613" y="7052801"/>
                </a:lnTo>
                <a:lnTo>
                  <a:pt x="2959400" y="7036104"/>
                </a:lnTo>
                <a:cubicBezTo>
                  <a:pt x="3073154" y="7000670"/>
                  <a:pt x="3177910" y="6932056"/>
                  <a:pt x="3257934" y="6832012"/>
                </a:cubicBezTo>
                <a:cubicBezTo>
                  <a:pt x="3337959" y="6731968"/>
                  <a:pt x="3381888" y="6614699"/>
                  <a:pt x="3391470" y="6495941"/>
                </a:cubicBezTo>
                <a:cubicBezTo>
                  <a:pt x="3403450" y="6347492"/>
                  <a:pt x="3361763" y="6196715"/>
                  <a:pt x="3269827" y="6074336"/>
                </a:cubicBezTo>
                <a:lnTo>
                  <a:pt x="3246412" y="6046934"/>
                </a:lnTo>
                <a:lnTo>
                  <a:pt x="3254428" y="6048356"/>
                </a:lnTo>
                <a:cubicBezTo>
                  <a:pt x="3428323" y="6061277"/>
                  <a:pt x="3593159" y="5950865"/>
                  <a:pt x="3642531" y="5776552"/>
                </a:cubicBezTo>
                <a:cubicBezTo>
                  <a:pt x="3649585" y="5751651"/>
                  <a:pt x="3653948" y="5726624"/>
                  <a:pt x="3655794" y="5701782"/>
                </a:cubicBezTo>
                <a:cubicBezTo>
                  <a:pt x="3666868" y="5552728"/>
                  <a:pt x="3587332" y="5410331"/>
                  <a:pt x="3454610" y="5341596"/>
                </a:cubicBezTo>
                <a:lnTo>
                  <a:pt x="3419937" y="5327889"/>
                </a:lnTo>
                <a:lnTo>
                  <a:pt x="3438977" y="5309933"/>
                </a:lnTo>
                <a:cubicBezTo>
                  <a:pt x="3465872" y="5278851"/>
                  <a:pt x="3482220" y="5241071"/>
                  <a:pt x="3487341" y="5201826"/>
                </a:cubicBezTo>
                <a:cubicBezTo>
                  <a:pt x="3494168" y="5149500"/>
                  <a:pt x="3481033" y="5094570"/>
                  <a:pt x="3446319" y="5049437"/>
                </a:cubicBezTo>
                <a:cubicBezTo>
                  <a:pt x="3411604" y="5004306"/>
                  <a:pt x="3361883" y="4977517"/>
                  <a:pt x="3309556" y="4970689"/>
                </a:cubicBezTo>
                <a:lnTo>
                  <a:pt x="3254385" y="4974139"/>
                </a:lnTo>
                <a:lnTo>
                  <a:pt x="3264410" y="4962335"/>
                </a:lnTo>
                <a:cubicBezTo>
                  <a:pt x="3417506" y="4762482"/>
                  <a:pt x="3433971" y="4486881"/>
                  <a:pt x="3304362" y="4269924"/>
                </a:cubicBezTo>
                <a:lnTo>
                  <a:pt x="3257690" y="4205541"/>
                </a:lnTo>
                <a:lnTo>
                  <a:pt x="3258161" y="4203914"/>
                </a:lnTo>
                <a:cubicBezTo>
                  <a:pt x="3261919" y="4186114"/>
                  <a:pt x="3264356" y="4168131"/>
                  <a:pt x="3265492" y="4150114"/>
                </a:cubicBezTo>
                <a:cubicBezTo>
                  <a:pt x="3271169" y="4060032"/>
                  <a:pt x="3244302" y="3969109"/>
                  <a:pt x="3187289" y="3895932"/>
                </a:cubicBezTo>
                <a:lnTo>
                  <a:pt x="3160569" y="3865753"/>
                </a:lnTo>
                <a:lnTo>
                  <a:pt x="3274223" y="3864027"/>
                </a:lnTo>
                <a:cubicBezTo>
                  <a:pt x="3431563" y="3846535"/>
                  <a:pt x="3582228" y="3769018"/>
                  <a:pt x="3688927" y="3635625"/>
                </a:cubicBezTo>
                <a:cubicBezTo>
                  <a:pt x="3768952" y="3535581"/>
                  <a:pt x="3812881" y="3418313"/>
                  <a:pt x="3822464" y="3299554"/>
                </a:cubicBezTo>
                <a:cubicBezTo>
                  <a:pt x="3834443" y="3151106"/>
                  <a:pt x="3792756" y="3000328"/>
                  <a:pt x="3700820" y="2877950"/>
                </a:cubicBezTo>
                <a:lnTo>
                  <a:pt x="3677405" y="2850548"/>
                </a:lnTo>
                <a:lnTo>
                  <a:pt x="3685421" y="2851970"/>
                </a:lnTo>
                <a:cubicBezTo>
                  <a:pt x="3859316" y="2864890"/>
                  <a:pt x="4024152" y="2754478"/>
                  <a:pt x="4073525" y="2580166"/>
                </a:cubicBezTo>
                <a:cubicBezTo>
                  <a:pt x="4080578" y="2555265"/>
                  <a:pt x="4084941" y="2530237"/>
                  <a:pt x="4086787" y="2505396"/>
                </a:cubicBezTo>
                <a:cubicBezTo>
                  <a:pt x="4097862" y="2356342"/>
                  <a:pt x="4018325" y="2213944"/>
                  <a:pt x="3885603" y="2145210"/>
                </a:cubicBezTo>
                <a:lnTo>
                  <a:pt x="3850931" y="2131503"/>
                </a:lnTo>
                <a:lnTo>
                  <a:pt x="3869970" y="2113547"/>
                </a:lnTo>
                <a:cubicBezTo>
                  <a:pt x="3896865" y="2082464"/>
                  <a:pt x="3913214" y="2044684"/>
                  <a:pt x="3918334" y="2005440"/>
                </a:cubicBezTo>
                <a:cubicBezTo>
                  <a:pt x="3925161" y="1953114"/>
                  <a:pt x="3912026" y="1898183"/>
                  <a:pt x="3877312" y="1853051"/>
                </a:cubicBezTo>
                <a:cubicBezTo>
                  <a:pt x="3842597" y="1807919"/>
                  <a:pt x="3792876" y="1781130"/>
                  <a:pt x="3740550" y="1774303"/>
                </a:cubicBezTo>
                <a:lnTo>
                  <a:pt x="3685378" y="1777752"/>
                </a:lnTo>
                <a:lnTo>
                  <a:pt x="3695403" y="1765949"/>
                </a:lnTo>
                <a:cubicBezTo>
                  <a:pt x="3782887" y="1651747"/>
                  <a:pt x="3825756" y="1512811"/>
                  <a:pt x="3822249" y="1374217"/>
                </a:cubicBezTo>
                <a:lnTo>
                  <a:pt x="3821563" y="1367968"/>
                </a:lnTo>
                <a:lnTo>
                  <a:pt x="3868996" y="1363186"/>
                </a:lnTo>
                <a:cubicBezTo>
                  <a:pt x="4182774" y="1298978"/>
                  <a:pt x="4418809" y="1021348"/>
                  <a:pt x="4418809" y="688588"/>
                </a:cubicBezTo>
                <a:close/>
              </a:path>
            </a:pathLst>
          </a:custGeom>
          <a:solidFill>
            <a:schemeClr val="tx1">
              <a:alpha val="3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03" tIns="89603" rIns="33605" bIns="33605" rtlCol="0" anchor="t" anchorCtr="0"/>
          <a:lstStyle/>
          <a:p>
            <a:pPr algn="ctr" defTabSz="913628"/>
            <a:endParaRPr lang="en-US" sz="1600" spc="-1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981816199"/>
      </p:ext>
    </p:extLst>
  </p:cSld>
  <p:clrMapOvr>
    <a:masterClrMapping/>
  </p:clrMapOvr>
  <p:timing>
    <p:tnLst>
      <p:par>
        <p:cTn id="1" dur="indefinite" restart="never" nodeType="tmRoot"/>
      </p:par>
    </p:tn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Diagram Blank - JBS">
    <p:spTree>
      <p:nvGrpSpPr>
        <p:cNvPr id="1" name=""/>
        <p:cNvGrpSpPr/>
        <p:nvPr/>
      </p:nvGrpSpPr>
      <p:grpSpPr>
        <a:xfrm>
          <a:off x="0" y="0"/>
          <a:ext cx="0" cy="0"/>
          <a:chOff x="0" y="0"/>
          <a:chExt cx="0" cy="0"/>
        </a:xfrm>
      </p:grpSpPr>
      <p:sp>
        <p:nvSpPr>
          <p:cNvPr id="8" name="Rectangle 7"/>
          <p:cNvSpPr/>
          <p:nvPr userDrawn="1"/>
        </p:nvSpPr>
        <p:spPr bwMode="auto">
          <a:xfrm>
            <a:off x="11" y="0"/>
            <a:ext cx="12211173" cy="7021513"/>
          </a:xfrm>
          <a:prstGeom prst="rect">
            <a:avLst/>
          </a:prstGeom>
          <a:solidFill>
            <a:srgbClr val="000000">
              <a:alpha val="4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382" tIns="45692" rIns="91382" bIns="45692" numCol="1" rtlCol="0" anchor="ctr" anchorCtr="0" compatLnSpc="1">
            <a:prstTxWarp prst="textNoShape">
              <a:avLst/>
            </a:prstTxWarp>
          </a:bodyPr>
          <a:lstStyle/>
          <a:p>
            <a:pPr algn="ctr" defTabSz="913513" fontAlgn="base">
              <a:spcBef>
                <a:spcPct val="0"/>
              </a:spcBef>
              <a:spcAft>
                <a:spcPct val="0"/>
              </a:spcAft>
            </a:pPr>
            <a:endParaRPr lang="en-US" sz="2299" smtClean="0">
              <a:gradFill>
                <a:gsLst>
                  <a:gs pos="0">
                    <a:srgbClr val="FFFFFF"/>
                  </a:gs>
                  <a:gs pos="100000">
                    <a:srgbClr val="FFFFFF"/>
                  </a:gs>
                </a:gsLst>
                <a:lin ang="5400000" scaled="0"/>
              </a:gra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99293" y="6462302"/>
            <a:ext cx="1618778" cy="397659"/>
          </a:xfrm>
          <a:prstGeom prst="rect">
            <a:avLst/>
          </a:prstGeom>
        </p:spPr>
      </p:pic>
    </p:spTree>
    <p:extLst>
      <p:ext uri="{BB962C8B-B14F-4D97-AF65-F5344CB8AC3E}">
        <p14:creationId xmlns:p14="http://schemas.microsoft.com/office/powerpoint/2010/main" val="3188214059"/>
      </p:ext>
    </p:extLst>
  </p:cSld>
  <p:clrMapOvr>
    <a:masterClrMapping/>
  </p:clrMapOvr>
  <p:transition>
    <p:fade/>
  </p:transition>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1_Section Title Blue 2">
    <p:bg>
      <p:bgPr>
        <a:blipFill dpi="0" rotWithShape="1">
          <a:blip r:embed="rId2" cstate="screen">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3494434"/>
      </p:ext>
    </p:extLst>
  </p:cSld>
  <p:clrMapOvr>
    <a:masterClrMapping/>
  </p:clrMapOvr>
  <p:transition>
    <p:fade/>
  </p:transition>
  <p:timing>
    <p:tnLst>
      <p:par>
        <p:cTn id="1" dur="indefinite" restart="never" nodeType="tmRoot"/>
      </p:par>
    </p:tn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567" y="2159839"/>
            <a:ext cx="10236454" cy="1020972"/>
          </a:xfrm>
        </p:spPr>
        <p:txBody>
          <a:bodyPr anchor="b" anchorCtr="0"/>
          <a:lstStyle>
            <a:lvl1pPr>
              <a:defRPr sz="7199" spc="-150" baseline="0">
                <a:gradFill>
                  <a:gsLst>
                    <a:gs pos="1250">
                      <a:schemeClr val="bg1"/>
                    </a:gs>
                    <a:gs pos="100000">
                      <a:schemeClr val="bg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567" y="3507506"/>
            <a:ext cx="10236454" cy="510486"/>
          </a:xfrm>
        </p:spPr>
        <p:txBody>
          <a:bodyPr>
            <a:noAutofit/>
          </a:bodyPr>
          <a:lstStyle>
            <a:lvl1pPr marL="0" indent="0">
              <a:spcBef>
                <a:spcPts val="0"/>
              </a:spcBef>
              <a:buNone/>
              <a:defRPr spc="-70" baseline="0">
                <a:gradFill>
                  <a:gsLst>
                    <a:gs pos="0">
                      <a:schemeClr val="bg1"/>
                    </a:gs>
                    <a:gs pos="100000">
                      <a:schemeClr val="bg1"/>
                    </a:gs>
                  </a:gsLst>
                  <a:lin ang="5400000" scaled="0"/>
                </a:gradFill>
                <a:latin typeface="+mj-lt"/>
              </a:defRPr>
            </a:lvl1pPr>
          </a:lstStyle>
          <a:p>
            <a:pPr lvl="0"/>
            <a:r>
              <a:rPr lang="en-US" dirty="0" smtClean="0"/>
              <a:t>Speaker Title</a:t>
            </a: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14013" y="4990186"/>
            <a:ext cx="4361570" cy="2095580"/>
          </a:xfrm>
          <a:prstGeom prst="rect">
            <a:avLst/>
          </a:prstGeom>
        </p:spPr>
      </p:pic>
    </p:spTree>
    <p:extLst>
      <p:ext uri="{BB962C8B-B14F-4D97-AF65-F5344CB8AC3E}">
        <p14:creationId xmlns:p14="http://schemas.microsoft.com/office/powerpoint/2010/main" val="23914302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049" y="2886835"/>
            <a:ext cx="11147561" cy="1247854"/>
          </a:xfrm>
        </p:spPr>
        <p:txBody>
          <a:bodyPr anchor="b" anchorCtr="0"/>
          <a:lstStyle>
            <a:lvl1pPr>
              <a:defRPr sz="8799" spc="-300" baseline="0">
                <a:gradFill>
                  <a:gsLst>
                    <a:gs pos="100000">
                      <a:schemeClr val="bg1"/>
                    </a:gs>
                    <a:gs pos="0">
                      <a:schemeClr val="bg1"/>
                    </a:gs>
                  </a:gsLst>
                  <a:lin ang="5400000" scaled="0"/>
                </a:gradFill>
              </a:defRPr>
            </a:lvl1pPr>
          </a:lstStyle>
          <a:p>
            <a:r>
              <a:rPr lang="en-US" dirty="0" smtClean="0"/>
              <a:t>Click to edit title style</a:t>
            </a: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93511" y="6347067"/>
            <a:ext cx="1516672" cy="409516"/>
          </a:xfrm>
          <a:prstGeom prst="rect">
            <a:avLst/>
          </a:prstGeom>
        </p:spPr>
      </p:pic>
    </p:spTree>
    <p:extLst>
      <p:ext uri="{BB962C8B-B14F-4D97-AF65-F5344CB8AC3E}">
        <p14:creationId xmlns:p14="http://schemas.microsoft.com/office/powerpoint/2010/main" val="1907893153"/>
      </p:ext>
    </p:extLst>
  </p:cSld>
  <p:clrMapOvr>
    <a:masterClrMapping/>
  </p:clrMapOvr>
  <p:transition>
    <p:fade/>
  </p:transition>
  <p:timing>
    <p:tnLst>
      <p:par>
        <p:cTn id="1" dur="indefinite" restart="never" nodeType="tmRoot"/>
      </p:par>
    </p:tn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Demo, Video etc. &quot;special&quot; slide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3012" y="4446963"/>
            <a:ext cx="10236453" cy="472672"/>
          </a:xfrm>
        </p:spPr>
        <p:txBody>
          <a:bodyPr>
            <a:noAutofit/>
          </a:bodyPr>
          <a:lstStyle>
            <a:lvl1pPr marL="0" indent="0" algn="l">
              <a:lnSpc>
                <a:spcPct val="90000"/>
              </a:lnSpc>
              <a:spcBef>
                <a:spcPts val="0"/>
              </a:spcBef>
              <a:buNone/>
              <a:defRPr lang="en-US" sz="3600" kern="1200" spc="-70" baseline="0" dirty="0">
                <a:gradFill>
                  <a:gsLst>
                    <a:gs pos="2083">
                      <a:schemeClr val="bg2"/>
                    </a:gs>
                    <a:gs pos="99000">
                      <a:schemeClr val="bg2"/>
                    </a:gs>
                  </a:gsLst>
                  <a:lin ang="5400000" scaled="0"/>
                </a:gradFill>
                <a:latin typeface="+mj-lt"/>
                <a:ea typeface="+mn-ea"/>
                <a:cs typeface="+mn-cs"/>
              </a:defRPr>
            </a:lvl1pPr>
            <a:lvl2pPr marL="457136" indent="0" algn="ctr">
              <a:buNone/>
              <a:defRPr>
                <a:solidFill>
                  <a:schemeClr val="tx1">
                    <a:tint val="75000"/>
                  </a:schemeClr>
                </a:solidFill>
              </a:defRPr>
            </a:lvl2pPr>
            <a:lvl3pPr marL="914272" indent="0" algn="ctr">
              <a:buNone/>
              <a:defRPr>
                <a:solidFill>
                  <a:schemeClr val="tx1">
                    <a:tint val="75000"/>
                  </a:schemeClr>
                </a:solidFill>
              </a:defRPr>
            </a:lvl3pPr>
            <a:lvl4pPr marL="1371408" indent="0" algn="ctr">
              <a:buNone/>
              <a:defRPr>
                <a:solidFill>
                  <a:schemeClr val="tx1">
                    <a:tint val="75000"/>
                  </a:schemeClr>
                </a:solidFill>
              </a:defRPr>
            </a:lvl4pPr>
            <a:lvl5pPr marL="1828544" indent="0" algn="ctr">
              <a:buNone/>
              <a:defRPr>
                <a:solidFill>
                  <a:schemeClr val="tx1">
                    <a:tint val="75000"/>
                  </a:schemeClr>
                </a:solidFill>
              </a:defRPr>
            </a:lvl5pPr>
            <a:lvl6pPr marL="2285680" indent="0" algn="ctr">
              <a:buNone/>
              <a:defRPr>
                <a:solidFill>
                  <a:schemeClr val="tx1">
                    <a:tint val="75000"/>
                  </a:schemeClr>
                </a:solidFill>
              </a:defRPr>
            </a:lvl6pPr>
            <a:lvl7pPr marL="2742816" indent="0" algn="ctr">
              <a:buNone/>
              <a:defRPr>
                <a:solidFill>
                  <a:schemeClr val="tx1">
                    <a:tint val="75000"/>
                  </a:schemeClr>
                </a:solidFill>
              </a:defRPr>
            </a:lvl7pPr>
            <a:lvl8pPr marL="3199952" indent="0" algn="ctr">
              <a:buNone/>
              <a:defRPr>
                <a:solidFill>
                  <a:schemeClr val="tx1">
                    <a:tint val="75000"/>
                  </a:schemeClr>
                </a:solidFill>
              </a:defRPr>
            </a:lvl8pPr>
            <a:lvl9pPr marL="3657088" indent="0" algn="ctr">
              <a:buNone/>
              <a:defRPr>
                <a:solidFill>
                  <a:schemeClr val="tx1">
                    <a:tint val="75000"/>
                  </a:schemeClr>
                </a:solidFill>
              </a:defRPr>
            </a:lvl9pPr>
          </a:lstStyle>
          <a:p>
            <a:pPr marL="0" marR="0" lvl="0" indent="0" algn="l" defTabSz="914272" rtl="0" eaLnBrk="1" fontAlgn="auto" latinLnBrk="0" hangingPunct="1">
              <a:lnSpc>
                <a:spcPct val="90000"/>
              </a:lnSpc>
              <a:spcBef>
                <a:spcPts val="0"/>
              </a:spcBef>
              <a:spcAft>
                <a:spcPts val="0"/>
              </a:spcAft>
              <a:buClrTx/>
              <a:buSzPct val="90000"/>
              <a:buFont typeface="Arial" pitchFamily="34" charset="0"/>
              <a:buNone/>
              <a:tabLst/>
            </a:pPr>
            <a:r>
              <a:rPr lang="en-US" smtClean="0"/>
              <a:t>Click to edit Master subtitle style</a:t>
            </a:r>
            <a:endParaRPr lang="en-US" dirty="0"/>
          </a:p>
        </p:txBody>
      </p:sp>
      <p:sp>
        <p:nvSpPr>
          <p:cNvPr id="7" name="Text Placeholder 6"/>
          <p:cNvSpPr>
            <a:spLocks noGrp="1"/>
          </p:cNvSpPr>
          <p:nvPr>
            <p:ph type="body" sz="quarter" idx="10" hasCustomPrompt="1"/>
          </p:nvPr>
        </p:nvSpPr>
        <p:spPr>
          <a:xfrm>
            <a:off x="973016" y="2804999"/>
            <a:ext cx="10244391" cy="1411515"/>
          </a:xfrm>
        </p:spPr>
        <p:txBody>
          <a:bodyPr anchor="ctr" anchorCtr="0">
            <a:noAutofit/>
            <a:scene3d>
              <a:camera prst="orthographicFront"/>
              <a:lightRig rig="flat" dir="t"/>
            </a:scene3d>
            <a:sp3d>
              <a:contourClr>
                <a:schemeClr val="tx2"/>
              </a:contourClr>
            </a:sp3d>
          </a:bodyPr>
          <a:lstStyle>
            <a:lvl1pPr marL="0" indent="0" algn="l">
              <a:spcBef>
                <a:spcPts val="0"/>
              </a:spcBef>
              <a:buFont typeface="Arial" pitchFamily="34" charset="0"/>
              <a:buNone/>
              <a:defRPr lang="en-US" sz="9599" b="0" kern="1200" cap="none" spc="-400" baseline="0" dirty="0" smtClean="0">
                <a:ln w="3175">
                  <a:noFill/>
                </a:ln>
                <a:gradFill>
                  <a:gsLst>
                    <a:gs pos="100000">
                      <a:schemeClr val="tx2"/>
                    </a:gs>
                    <a:gs pos="0">
                      <a:schemeClr val="tx2"/>
                    </a:gs>
                  </a:gsLst>
                  <a:lin ang="5400000" scaled="0"/>
                </a:gradFill>
                <a:effectLst/>
                <a:latin typeface="+mj-lt"/>
                <a:ea typeface="+mn-ea"/>
                <a:cs typeface="Arial" charset="0"/>
              </a:defRPr>
            </a:lvl1pPr>
          </a:lstStyle>
          <a:p>
            <a:pPr lvl="0"/>
            <a:r>
              <a:rPr lang="en-US" dirty="0" smtClean="0"/>
              <a:t>click to…</a:t>
            </a:r>
          </a:p>
        </p:txBody>
      </p:sp>
      <p:sp>
        <p:nvSpPr>
          <p:cNvPr id="5" name="Text Placeholder 4"/>
          <p:cNvSpPr>
            <a:spLocks noGrp="1"/>
          </p:cNvSpPr>
          <p:nvPr>
            <p:ph type="body" sz="quarter" idx="11"/>
          </p:nvPr>
        </p:nvSpPr>
        <p:spPr>
          <a:xfrm>
            <a:off x="973016" y="1482320"/>
            <a:ext cx="10236454" cy="935890"/>
          </a:xfrm>
        </p:spPr>
        <p:txBody>
          <a:bodyPr wrap="square" anchor="b">
            <a:noAutofit/>
          </a:bodyPr>
          <a:lstStyle>
            <a:lvl1pPr marL="0" indent="0">
              <a:buNone/>
              <a:defRPr sz="6599" spc="-150"/>
            </a:lvl1pPr>
          </a:lstStyle>
          <a:p>
            <a:pPr lvl="0"/>
            <a:r>
              <a:rPr lang="en-US" smtClean="0"/>
              <a:t>Click to edit Master text styles</a:t>
            </a:r>
          </a:p>
        </p:txBody>
      </p:sp>
    </p:spTree>
    <p:extLst>
      <p:ext uri="{BB962C8B-B14F-4D97-AF65-F5344CB8AC3E}">
        <p14:creationId xmlns:p14="http://schemas.microsoft.com/office/powerpoint/2010/main" val="415108811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amp; Content, 2-color, no Bullets">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84573" y="6344658"/>
            <a:ext cx="1525609" cy="411929"/>
          </a:xfrm>
          <a:prstGeom prst="rect">
            <a:avLst/>
          </a:prstGeom>
        </p:spPr>
      </p:pic>
      <p:sp>
        <p:nvSpPr>
          <p:cNvPr id="5" name="Text Placeholder 4"/>
          <p:cNvSpPr>
            <a:spLocks noGrp="1"/>
          </p:cNvSpPr>
          <p:nvPr>
            <p:ph type="body" sz="quarter" idx="10"/>
          </p:nvPr>
        </p:nvSpPr>
        <p:spPr>
          <a:xfrm>
            <a:off x="519049" y="1482323"/>
            <a:ext cx="11147561" cy="2023037"/>
          </a:xfrm>
          <a:prstGeom prst="rect">
            <a:avLst/>
          </a:prstGeom>
        </p:spPr>
        <p:txBody>
          <a:bodyPr/>
          <a:lstStyle>
            <a:lvl1pPr marL="0" indent="0">
              <a:spcBef>
                <a:spcPts val="2400"/>
              </a:spcBef>
              <a:buNone/>
              <a:defRPr sz="4000">
                <a:gradFill>
                  <a:gsLst>
                    <a:gs pos="100000">
                      <a:schemeClr val="tx2"/>
                    </a:gs>
                    <a:gs pos="0">
                      <a:schemeClr val="tx2"/>
                    </a:gs>
                  </a:gsLst>
                  <a:lin ang="5400000" scaled="0"/>
                </a:gradFill>
                <a:latin typeface="+mj-lt"/>
              </a:defRPr>
            </a:lvl1pPr>
            <a:lvl2pPr marL="0" indent="0">
              <a:buNone/>
              <a:defRPr sz="2000">
                <a:gradFill>
                  <a:gsLst>
                    <a:gs pos="100000">
                      <a:schemeClr val="bg2"/>
                    </a:gs>
                    <a:gs pos="6000">
                      <a:schemeClr val="bg2"/>
                    </a:gs>
                  </a:gsLst>
                  <a:lin ang="5400000" scaled="0"/>
                </a:gradFill>
              </a:defRPr>
            </a:lvl2pPr>
            <a:lvl3pPr marL="231752" indent="0">
              <a:buNone/>
              <a:defRPr sz="2000">
                <a:gradFill>
                  <a:gsLst>
                    <a:gs pos="100000">
                      <a:schemeClr val="bg2"/>
                    </a:gs>
                    <a:gs pos="6000">
                      <a:schemeClr val="bg2"/>
                    </a:gs>
                  </a:gsLst>
                  <a:lin ang="5400000" scaled="0"/>
                </a:gradFill>
              </a:defRPr>
            </a:lvl3pPr>
            <a:lvl4pPr marL="457154" indent="0">
              <a:buNone/>
              <a:defRPr sz="2000">
                <a:gradFill>
                  <a:gsLst>
                    <a:gs pos="100000">
                      <a:schemeClr val="bg2"/>
                    </a:gs>
                    <a:gs pos="6000">
                      <a:schemeClr val="bg2"/>
                    </a:gs>
                  </a:gsLst>
                  <a:lin ang="5400000" scaled="0"/>
                </a:gradFill>
              </a:defRPr>
            </a:lvl4pPr>
            <a:lvl5pPr marL="693669" indent="0">
              <a:buNone/>
              <a:defRPr sz="2000">
                <a:gradFill>
                  <a:gsLst>
                    <a:gs pos="100000">
                      <a:schemeClr val="bg2"/>
                    </a:gs>
                    <a:gs pos="6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2"/>
            <a:fld id="{727B4C2D-45E2-4621-8491-2995EB46A674}" type="slidenum">
              <a:rPr lang="en-US" smtClean="0">
                <a:gradFill>
                  <a:gsLst>
                    <a:gs pos="100000">
                      <a:srgbClr val="797A7D"/>
                    </a:gs>
                    <a:gs pos="0">
                      <a:srgbClr val="797A7D"/>
                    </a:gs>
                  </a:gsLst>
                  <a:lin ang="5400000" scaled="0"/>
                </a:gradFill>
              </a:rPr>
              <a:pPr defTabSz="914272"/>
              <a:t>‹nº›</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542345771"/>
      </p:ext>
    </p:extLst>
  </p:cSld>
  <p:clrMapOvr>
    <a:masterClrMapping/>
  </p:clrMapOvr>
  <p:transition>
    <p:fade/>
  </p:transition>
  <p:timing>
    <p:tnLst>
      <p:par>
        <p:cTn id="1" dur="indefinite" restart="never" nodeType="tmRoot"/>
      </p:par>
    </p:tn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049" y="1482323"/>
            <a:ext cx="11147561" cy="2023037"/>
          </a:xfrm>
          <a:prstGeom prst="rect">
            <a:avLst/>
          </a:prstGeom>
        </p:spPr>
        <p:txBody>
          <a:bodyPr/>
          <a:lstStyle>
            <a:lvl1pPr marL="0" indent="0">
              <a:spcBef>
                <a:spcPts val="2400"/>
              </a:spcBef>
              <a:buNone/>
              <a:defRPr sz="4000">
                <a:gradFill>
                  <a:gsLst>
                    <a:gs pos="100000">
                      <a:schemeClr val="bg2"/>
                    </a:gs>
                    <a:gs pos="0">
                      <a:schemeClr val="bg2"/>
                    </a:gs>
                  </a:gsLst>
                  <a:lin ang="5400000" scaled="0"/>
                </a:gradFill>
                <a:latin typeface="+mj-lt"/>
              </a:defRPr>
            </a:lvl1pPr>
            <a:lvl2pPr marL="0" indent="0">
              <a:buNone/>
              <a:defRPr sz="2000">
                <a:gradFill>
                  <a:gsLst>
                    <a:gs pos="100000">
                      <a:schemeClr val="bg2"/>
                    </a:gs>
                    <a:gs pos="0">
                      <a:schemeClr val="bg2"/>
                    </a:gs>
                  </a:gsLst>
                  <a:lin ang="5400000" scaled="0"/>
                </a:gradFill>
              </a:defRPr>
            </a:lvl2pPr>
            <a:lvl3pPr marL="231752" indent="0">
              <a:buNone/>
              <a:defRPr sz="2000">
                <a:gradFill>
                  <a:gsLst>
                    <a:gs pos="100000">
                      <a:schemeClr val="bg2"/>
                    </a:gs>
                    <a:gs pos="0">
                      <a:schemeClr val="bg2"/>
                    </a:gs>
                  </a:gsLst>
                  <a:lin ang="5400000" scaled="0"/>
                </a:gradFill>
              </a:defRPr>
            </a:lvl3pPr>
            <a:lvl4pPr marL="457154" indent="0">
              <a:buNone/>
              <a:defRPr sz="2000">
                <a:gradFill>
                  <a:gsLst>
                    <a:gs pos="100000">
                      <a:schemeClr val="bg2"/>
                    </a:gs>
                    <a:gs pos="0">
                      <a:schemeClr val="bg2"/>
                    </a:gs>
                  </a:gsLst>
                  <a:lin ang="5400000" scaled="0"/>
                </a:gradFill>
              </a:defRPr>
            </a:lvl4pPr>
            <a:lvl5pPr marL="693669" indent="0">
              <a:buNone/>
              <a:defRPr sz="2000">
                <a:gradFill>
                  <a:gsLst>
                    <a:gs pos="100000">
                      <a:schemeClr val="bg2"/>
                    </a:gs>
                    <a:gs pos="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2"/>
            <a:fld id="{727B4C2D-45E2-4621-8491-2995EB46A674}" type="slidenum">
              <a:rPr lang="en-US" smtClean="0">
                <a:gradFill>
                  <a:gsLst>
                    <a:gs pos="100000">
                      <a:srgbClr val="797A7D"/>
                    </a:gs>
                    <a:gs pos="0">
                      <a:srgbClr val="797A7D"/>
                    </a:gs>
                  </a:gsLst>
                  <a:lin ang="5400000" scaled="0"/>
                </a:gradFill>
              </a:rPr>
              <a:pPr defTabSz="914272"/>
              <a:t>‹nº›</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84573" y="6344658"/>
            <a:ext cx="1525609" cy="411929"/>
          </a:xfrm>
          <a:prstGeom prst="rect">
            <a:avLst/>
          </a:prstGeom>
        </p:spPr>
      </p:pic>
    </p:spTree>
    <p:extLst>
      <p:ext uri="{BB962C8B-B14F-4D97-AF65-F5344CB8AC3E}">
        <p14:creationId xmlns:p14="http://schemas.microsoft.com/office/powerpoint/2010/main" val="4134219975"/>
      </p:ext>
    </p:extLst>
  </p:cSld>
  <p:clrMapOvr>
    <a:masterClrMapping/>
  </p:clrMapOvr>
  <p:transition>
    <p:fade/>
  </p:transition>
  <p:timing>
    <p:tnLst>
      <p:par>
        <p:cTn id="1" dur="indefinite" restart="never" nodeType="tmRoot"/>
      </p:par>
    </p:tn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049" y="1482323"/>
            <a:ext cx="11147561" cy="2023037"/>
          </a:xfrm>
          <a:prstGeom prst="rect">
            <a:avLst/>
          </a:prstGeom>
        </p:spPr>
        <p:txBody>
          <a:bodyPr/>
          <a:lstStyle>
            <a:lvl1pPr marL="0" indent="0">
              <a:spcBef>
                <a:spcPts val="2400"/>
              </a:spcBef>
              <a:buNone/>
              <a:defRPr sz="4000">
                <a:gradFill>
                  <a:gsLst>
                    <a:gs pos="100000">
                      <a:schemeClr val="bg2"/>
                    </a:gs>
                    <a:gs pos="0">
                      <a:schemeClr val="bg2"/>
                    </a:gs>
                  </a:gsLst>
                  <a:lin ang="5400000" scaled="0"/>
                </a:gradFill>
                <a:latin typeface="+mj-lt"/>
              </a:defRPr>
            </a:lvl1pPr>
            <a:lvl2pPr marL="0" indent="0">
              <a:buNone/>
              <a:defRPr sz="2000">
                <a:gradFill>
                  <a:gsLst>
                    <a:gs pos="100000">
                      <a:schemeClr val="bg2"/>
                    </a:gs>
                    <a:gs pos="0">
                      <a:schemeClr val="bg2"/>
                    </a:gs>
                  </a:gsLst>
                  <a:lin ang="5400000" scaled="0"/>
                </a:gradFill>
              </a:defRPr>
            </a:lvl2pPr>
            <a:lvl3pPr marL="231752" indent="0">
              <a:buNone/>
              <a:defRPr sz="2000">
                <a:gradFill>
                  <a:gsLst>
                    <a:gs pos="100000">
                      <a:schemeClr val="bg2"/>
                    </a:gs>
                    <a:gs pos="0">
                      <a:schemeClr val="bg2"/>
                    </a:gs>
                  </a:gsLst>
                  <a:lin ang="5400000" scaled="0"/>
                </a:gradFill>
              </a:defRPr>
            </a:lvl3pPr>
            <a:lvl4pPr marL="457154" indent="0">
              <a:buNone/>
              <a:defRPr sz="2000">
                <a:gradFill>
                  <a:gsLst>
                    <a:gs pos="100000">
                      <a:schemeClr val="bg2"/>
                    </a:gs>
                    <a:gs pos="0">
                      <a:schemeClr val="bg2"/>
                    </a:gs>
                  </a:gsLst>
                  <a:lin ang="5400000" scaled="0"/>
                </a:gradFill>
              </a:defRPr>
            </a:lvl4pPr>
            <a:lvl5pPr marL="693669" indent="0">
              <a:buNone/>
              <a:defRPr sz="2000">
                <a:gradFill>
                  <a:gsLst>
                    <a:gs pos="100000">
                      <a:schemeClr val="bg2"/>
                    </a:gs>
                    <a:gs pos="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2"/>
            <a:fld id="{727B4C2D-45E2-4621-8491-2995EB46A674}" type="slidenum">
              <a:rPr lang="en-US" smtClean="0">
                <a:gradFill>
                  <a:gsLst>
                    <a:gs pos="100000">
                      <a:srgbClr val="797A7D"/>
                    </a:gs>
                    <a:gs pos="0">
                      <a:srgbClr val="797A7D"/>
                    </a:gs>
                  </a:gsLst>
                  <a:lin ang="5400000" scaled="0"/>
                </a:gradFill>
              </a:rPr>
              <a:pPr defTabSz="914272"/>
              <a:t>‹nº›</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2140014538"/>
      </p:ext>
    </p:extLst>
  </p:cSld>
  <p:clrMapOvr>
    <a:masterClrMapping/>
  </p:clrMapOvr>
  <p:transition>
    <p:fade/>
  </p:transition>
  <p:timing>
    <p:tnLst>
      <p:par>
        <p:cTn id="1" dur="indefinite" restart="never" nodeType="tmRoot"/>
      </p:par>
    </p:tn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049" y="234055"/>
            <a:ext cx="11147561" cy="765729"/>
          </a:xfrm>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049" y="1482318"/>
            <a:ext cx="11147561" cy="2092362"/>
          </a:xfrm>
          <a:prstGeom prst="rect">
            <a:avLst/>
          </a:prstGeom>
        </p:spPr>
        <p:txBody>
          <a:bodyPr/>
          <a:lstStyle>
            <a:lvl1pPr marL="284135" indent="-284135">
              <a:buFont typeface="Wingdings" pitchFamily="2" charset="2"/>
              <a:buChar char=""/>
              <a:defRPr sz="4000"/>
            </a:lvl1pPr>
            <a:lvl2pPr marL="517473" indent="-233340">
              <a:buFont typeface="Wingdings" pitchFamily="2" charset="2"/>
              <a:buChar char=""/>
              <a:defRPr>
                <a:latin typeface="+mn-lt"/>
              </a:defRPr>
            </a:lvl2pPr>
            <a:lvl3pPr marL="741289" indent="-223816">
              <a:buFont typeface="Wingdings" pitchFamily="2" charset="2"/>
              <a:buChar char=""/>
              <a:tabLst/>
              <a:defRPr>
                <a:latin typeface="+mn-lt"/>
              </a:defRPr>
            </a:lvl3pPr>
            <a:lvl4pPr marL="914309" indent="-173021">
              <a:buFont typeface="Wingdings" pitchFamily="2" charset="2"/>
              <a:buChar char=""/>
              <a:defRPr>
                <a:latin typeface="+mn-lt"/>
              </a:defRPr>
            </a:lvl4pPr>
            <a:lvl5pPr marL="1087329" indent="-173021">
              <a:buFont typeface="Wingdings" pitchFamily="2" charset="2"/>
              <a:buChar char=""/>
              <a:tabLst/>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9"/>
          <p:cNvSpPr>
            <a:spLocks noGrp="1"/>
          </p:cNvSpPr>
          <p:nvPr>
            <p:ph type="sldNum" sz="quarter" idx="12"/>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2"/>
            <a:fld id="{727B4C2D-45E2-4621-8491-2995EB46A674}" type="slidenum">
              <a:rPr lang="en-US" smtClean="0">
                <a:gradFill>
                  <a:gsLst>
                    <a:gs pos="100000">
                      <a:srgbClr val="797A7D"/>
                    </a:gs>
                    <a:gs pos="0">
                      <a:srgbClr val="797A7D"/>
                    </a:gs>
                  </a:gsLst>
                  <a:lin ang="5400000" scaled="0"/>
                </a:gradFill>
              </a:rPr>
              <a:pPr defTabSz="914272"/>
              <a:t>‹nº›</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84573" y="6344658"/>
            <a:ext cx="1525609" cy="411929"/>
          </a:xfrm>
          <a:prstGeom prst="rect">
            <a:avLst/>
          </a:prstGeom>
        </p:spPr>
      </p:pic>
    </p:spTree>
    <p:extLst>
      <p:ext uri="{BB962C8B-B14F-4D97-AF65-F5344CB8AC3E}">
        <p14:creationId xmlns:p14="http://schemas.microsoft.com/office/powerpoint/2010/main" val="159293266"/>
      </p:ext>
    </p:extLst>
  </p:cSld>
  <p:clrMapOvr>
    <a:masterClrMapping/>
  </p:clrMapOvr>
  <p:transition>
    <p:fade/>
  </p:transition>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amp; 2-Content,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632" y="1482324"/>
            <a:ext cx="5394258" cy="2520919"/>
          </a:xfrm>
        </p:spPr>
        <p:txBody>
          <a:bodyPr/>
          <a:lstStyle>
            <a:lvl1pPr marL="0" indent="0">
              <a:spcBef>
                <a:spcPts val="1200"/>
              </a:spcBef>
              <a:buNone/>
              <a:defRPr sz="4000">
                <a:gradFill>
                  <a:gsLst>
                    <a:gs pos="100000">
                      <a:schemeClr val="tx2"/>
                    </a:gs>
                    <a:gs pos="0">
                      <a:schemeClr val="tx2"/>
                    </a:gs>
                  </a:gsLst>
                  <a:lin ang="5400000" scaled="0"/>
                </a:gradFill>
                <a:latin typeface="+mj-lt"/>
              </a:defRPr>
            </a:lvl1pPr>
            <a:lvl2pPr marL="0" indent="0">
              <a:buNone/>
              <a:defRPr sz="2000"/>
            </a:lvl2pPr>
            <a:lvl3pPr marL="233340" indent="0">
              <a:buNone/>
              <a:defRPr sz="2000"/>
            </a:lvl3pPr>
            <a:lvl4pPr marL="457154" indent="0">
              <a:buNone/>
              <a:defRPr sz="2000"/>
            </a:lvl4pPr>
            <a:lvl5pPr marL="693669" indent="0">
              <a:buNone/>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7110" y="1482324"/>
            <a:ext cx="5394258" cy="2520919"/>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3175" marR="0" indent="0" algn="l" defTabSz="914272"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250">
                      <a:schemeClr val="bg2"/>
                    </a:gs>
                    <a:gs pos="100000">
                      <a:schemeClr val="bg2"/>
                    </a:gs>
                  </a:gsLst>
                  <a:lin ang="5400000" scaled="0"/>
                </a:gradFill>
                <a:latin typeface="+mn-lt"/>
                <a:ea typeface="+mn-ea"/>
                <a:cs typeface="+mn-cs"/>
              </a:defRPr>
            </a:lvl2pPr>
            <a:lvl3pPr marL="233340" marR="0" indent="0" algn="l" defTabSz="914272"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250">
                      <a:schemeClr val="bg2"/>
                    </a:gs>
                    <a:gs pos="100000">
                      <a:schemeClr val="bg2"/>
                    </a:gs>
                  </a:gsLst>
                  <a:lin ang="5400000" scaled="0"/>
                </a:gradFill>
                <a:latin typeface="+mn-lt"/>
                <a:ea typeface="+mn-ea"/>
                <a:cs typeface="+mn-cs"/>
              </a:defRPr>
            </a:lvl3pPr>
            <a:lvl4pPr marL="460329" marR="0" indent="0" algn="l" defTabSz="914272"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250">
                      <a:schemeClr val="bg2"/>
                    </a:gs>
                    <a:gs pos="100000">
                      <a:schemeClr val="bg2"/>
                    </a:gs>
                  </a:gsLst>
                  <a:lin ang="5400000" scaled="0"/>
                </a:gradFill>
                <a:latin typeface="+mn-lt"/>
                <a:ea typeface="+mn-ea"/>
                <a:cs typeface="+mn-cs"/>
              </a:defRPr>
            </a:lvl4pPr>
            <a:lvl5pPr marL="687319" marR="0" indent="0" algn="l" defTabSz="914272"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a:gradFill>
                  <a:gsLst>
                    <a:gs pos="1250">
                      <a:schemeClr val="bg2"/>
                    </a:gs>
                    <a:gs pos="100000">
                      <a:schemeClr val="bg2"/>
                    </a:gs>
                  </a:gsLst>
                  <a:lin ang="5400000" scaled="0"/>
                </a:gradFill>
                <a:latin typeface="+mn-lt"/>
                <a:ea typeface="+mn-ea"/>
                <a:cs typeface="+mn-cs"/>
              </a:defRPr>
            </a:lvl5pPr>
          </a:lstStyle>
          <a:p>
            <a:pPr marL="0" marR="0" lvl="0" indent="0" algn="l" defTabSz="914272"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14272"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14272"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14272"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14272"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2"/>
            <a:fld id="{727B4C2D-45E2-4621-8491-2995EB46A674}" type="slidenum">
              <a:rPr lang="en-US" smtClean="0">
                <a:gradFill>
                  <a:gsLst>
                    <a:gs pos="100000">
                      <a:srgbClr val="797A7D"/>
                    </a:gs>
                    <a:gs pos="0">
                      <a:srgbClr val="797A7D"/>
                    </a:gs>
                  </a:gsLst>
                  <a:lin ang="5400000" scaled="0"/>
                </a:gradFill>
              </a:rPr>
              <a:pPr defTabSz="914272"/>
              <a:t>‹nº›</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84573" y="6344658"/>
            <a:ext cx="1525609" cy="411929"/>
          </a:xfrm>
          <a:prstGeom prst="rect">
            <a:avLst/>
          </a:prstGeom>
        </p:spPr>
      </p:pic>
    </p:spTree>
    <p:extLst>
      <p:ext uri="{BB962C8B-B14F-4D97-AF65-F5344CB8AC3E}">
        <p14:creationId xmlns:p14="http://schemas.microsoft.com/office/powerpoint/2010/main" val="3447903954"/>
      </p:ext>
    </p:extLst>
  </p:cSld>
  <p:clrMapOvr>
    <a:masterClrMapping/>
  </p:clrMapOvr>
  <p:transition>
    <p:fade/>
  </p:transition>
  <p:timing>
    <p:tnLst>
      <p:par>
        <p:cTn id="1" dur="indefinite" restart="never" nodeType="tmRoot"/>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632" y="1482324"/>
            <a:ext cx="5394258" cy="2520919"/>
          </a:xfrm>
        </p:spPr>
        <p:txBody>
          <a:bodyPr/>
          <a:lstStyle>
            <a:lvl1pPr marL="0" indent="0">
              <a:spcBef>
                <a:spcPts val="1200"/>
              </a:spcBef>
              <a:buNone/>
              <a:defRPr sz="4000">
                <a:gradFill>
                  <a:gsLst>
                    <a:gs pos="1000">
                      <a:schemeClr val="bg2"/>
                    </a:gs>
                    <a:gs pos="98000">
                      <a:schemeClr val="bg2"/>
                    </a:gs>
                  </a:gsLst>
                  <a:lin ang="5400000" scaled="0"/>
                </a:gradFill>
                <a:latin typeface="+mj-lt"/>
              </a:defRPr>
            </a:lvl1pPr>
            <a:lvl2pPr marL="0" indent="0">
              <a:buNone/>
              <a:defRPr sz="2000">
                <a:gradFill>
                  <a:gsLst>
                    <a:gs pos="1000">
                      <a:schemeClr val="bg2"/>
                    </a:gs>
                    <a:gs pos="98000">
                      <a:schemeClr val="bg2"/>
                    </a:gs>
                  </a:gsLst>
                  <a:lin ang="5400000" scaled="0"/>
                </a:gradFill>
              </a:defRPr>
            </a:lvl2pPr>
            <a:lvl3pPr marL="233340" indent="0">
              <a:buNone/>
              <a:defRPr sz="2000">
                <a:gradFill>
                  <a:gsLst>
                    <a:gs pos="1000">
                      <a:schemeClr val="bg2"/>
                    </a:gs>
                    <a:gs pos="98000">
                      <a:schemeClr val="bg2"/>
                    </a:gs>
                  </a:gsLst>
                  <a:lin ang="5400000" scaled="0"/>
                </a:gradFill>
              </a:defRPr>
            </a:lvl3pPr>
            <a:lvl4pPr marL="457154" indent="0">
              <a:buNone/>
              <a:defRPr sz="2000">
                <a:gradFill>
                  <a:gsLst>
                    <a:gs pos="1000">
                      <a:schemeClr val="bg2"/>
                    </a:gs>
                    <a:gs pos="98000">
                      <a:schemeClr val="bg2"/>
                    </a:gs>
                  </a:gsLst>
                  <a:lin ang="5400000" scaled="0"/>
                </a:gradFill>
              </a:defRPr>
            </a:lvl4pPr>
            <a:lvl5pPr marL="693669" indent="0">
              <a:buNone/>
              <a:defRPr sz="2000">
                <a:gradFill>
                  <a:gsLst>
                    <a:gs pos="1000">
                      <a:schemeClr val="bg2"/>
                    </a:gs>
                    <a:gs pos="98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7110" y="1482324"/>
            <a:ext cx="5394258" cy="2520919"/>
          </a:xfrm>
        </p:spPr>
        <p:txBody>
          <a:bodyPr/>
          <a:lstStyle>
            <a:lvl1pPr marL="0" indent="0">
              <a:spcBef>
                <a:spcPts val="1200"/>
              </a:spcBef>
              <a:buNone/>
              <a:defRPr lang="en-US" sz="4000" kern="1200" spc="-70" baseline="0" dirty="0" smtClean="0">
                <a:gradFill>
                  <a:gsLst>
                    <a:gs pos="1000">
                      <a:schemeClr val="bg2"/>
                    </a:gs>
                    <a:gs pos="98000">
                      <a:schemeClr val="bg2"/>
                    </a:gs>
                  </a:gsLst>
                  <a:lin ang="5400000" scaled="0"/>
                </a:gradFill>
                <a:latin typeface="+mj-lt"/>
                <a:ea typeface="+mn-ea"/>
                <a:cs typeface="+mn-cs"/>
              </a:defRPr>
            </a:lvl1pPr>
            <a:lvl2pPr marL="3175" marR="0" indent="0" algn="l" defTabSz="914272"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000">
                      <a:schemeClr val="bg2"/>
                    </a:gs>
                    <a:gs pos="98000">
                      <a:schemeClr val="bg2"/>
                    </a:gs>
                  </a:gsLst>
                  <a:lin ang="5400000" scaled="0"/>
                </a:gradFill>
                <a:latin typeface="+mn-lt"/>
                <a:ea typeface="+mn-ea"/>
                <a:cs typeface="+mn-cs"/>
              </a:defRPr>
            </a:lvl2pPr>
            <a:lvl3pPr marL="233340" marR="0" indent="0" algn="l" defTabSz="914272"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000">
                      <a:schemeClr val="bg2"/>
                    </a:gs>
                    <a:gs pos="98000">
                      <a:schemeClr val="bg2"/>
                    </a:gs>
                  </a:gsLst>
                  <a:lin ang="5400000" scaled="0"/>
                </a:gradFill>
                <a:latin typeface="+mn-lt"/>
                <a:ea typeface="+mn-ea"/>
                <a:cs typeface="+mn-cs"/>
              </a:defRPr>
            </a:lvl3pPr>
            <a:lvl4pPr marL="460329" marR="0" indent="0" algn="l" defTabSz="914272"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000">
                      <a:schemeClr val="bg2"/>
                    </a:gs>
                    <a:gs pos="98000">
                      <a:schemeClr val="bg2"/>
                    </a:gs>
                  </a:gsLst>
                  <a:lin ang="5400000" scaled="0"/>
                </a:gradFill>
                <a:latin typeface="+mn-lt"/>
                <a:ea typeface="+mn-ea"/>
                <a:cs typeface="+mn-cs"/>
              </a:defRPr>
            </a:lvl4pPr>
            <a:lvl5pPr marL="687319" marR="0" indent="0" algn="l" defTabSz="914272"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a:gradFill>
                  <a:gsLst>
                    <a:gs pos="1000">
                      <a:schemeClr val="bg2"/>
                    </a:gs>
                    <a:gs pos="98000">
                      <a:schemeClr val="bg2"/>
                    </a:gs>
                  </a:gsLst>
                  <a:lin ang="5400000" scaled="0"/>
                </a:gradFill>
                <a:latin typeface="+mn-lt"/>
                <a:ea typeface="+mn-ea"/>
                <a:cs typeface="+mn-cs"/>
              </a:defRPr>
            </a:lvl5pPr>
          </a:lstStyle>
          <a:p>
            <a:pPr marL="0" marR="0" lvl="0" indent="0" algn="l" defTabSz="914272"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14272"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14272"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14272"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14272"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2"/>
            <a:fld id="{727B4C2D-45E2-4621-8491-2995EB46A674}" type="slidenum">
              <a:rPr lang="en-US" smtClean="0">
                <a:gradFill>
                  <a:gsLst>
                    <a:gs pos="100000">
                      <a:srgbClr val="797A7D"/>
                    </a:gs>
                    <a:gs pos="0">
                      <a:srgbClr val="797A7D"/>
                    </a:gs>
                  </a:gsLst>
                  <a:lin ang="5400000" scaled="0"/>
                </a:gradFill>
              </a:rPr>
              <a:pPr defTabSz="914272"/>
              <a:t>‹nº›</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84573" y="6344658"/>
            <a:ext cx="1525609" cy="411929"/>
          </a:xfrm>
          <a:prstGeom prst="rect">
            <a:avLst/>
          </a:prstGeom>
        </p:spPr>
      </p:pic>
    </p:spTree>
    <p:extLst>
      <p:ext uri="{BB962C8B-B14F-4D97-AF65-F5344CB8AC3E}">
        <p14:creationId xmlns:p14="http://schemas.microsoft.com/office/powerpoint/2010/main" val="3990314240"/>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amp; 2-Content w/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Text Placeholder 3"/>
          <p:cNvSpPr>
            <a:spLocks noGrp="1"/>
          </p:cNvSpPr>
          <p:nvPr>
            <p:ph type="body" sz="quarter" idx="10"/>
          </p:nvPr>
        </p:nvSpPr>
        <p:spPr>
          <a:xfrm>
            <a:off x="520632" y="1482324"/>
            <a:ext cx="5394258" cy="2407477"/>
          </a:xfrm>
        </p:spPr>
        <p:txBody>
          <a:bodyPr>
            <a:spAutoFit/>
          </a:bodyPr>
          <a:lstStyle>
            <a:lvl1pPr marL="292071" indent="-292071">
              <a:spcBef>
                <a:spcPts val="1200"/>
              </a:spcBef>
              <a:buClr>
                <a:schemeClr val="bg2"/>
              </a:buClr>
              <a:buSzPct val="100000"/>
              <a:buFont typeface="Wingdings" pitchFamily="2" charset="2"/>
              <a:buChar char=""/>
              <a:defRPr lang="en-US" sz="3600" kern="1200" spc="-70" baseline="0" dirty="0" smtClean="0">
                <a:gradFill>
                  <a:gsLst>
                    <a:gs pos="1250">
                      <a:schemeClr val="bg2"/>
                    </a:gs>
                    <a:gs pos="100000">
                      <a:schemeClr val="bg2"/>
                    </a:gs>
                  </a:gsLst>
                  <a:lin ang="5400000" scaled="0"/>
                </a:gradFill>
                <a:latin typeface="+mj-lt"/>
                <a:ea typeface="+mn-ea"/>
                <a:cs typeface="+mn-cs"/>
              </a:defRPr>
            </a:lvl1pPr>
            <a:lvl2pPr marL="520648" indent="-228577">
              <a:defRPr sz="2000"/>
            </a:lvl2pPr>
            <a:lvl3pPr marL="685731" indent="-165083">
              <a:tabLst/>
              <a:defRPr sz="2000"/>
            </a:lvl3pPr>
            <a:lvl4pPr marL="863514" indent="-177782">
              <a:defRPr/>
            </a:lvl4pPr>
            <a:lvl5pPr marL="1028597" indent="-165083">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6277110" y="1482324"/>
            <a:ext cx="5394258" cy="2785615"/>
          </a:xfrm>
        </p:spPr>
        <p:txBody>
          <a:bodyPr>
            <a:spAutoFit/>
          </a:bodyPr>
          <a:lstStyle>
            <a:lvl1pPr marL="339691" indent="-339691">
              <a:spcBef>
                <a:spcPts val="1200"/>
              </a:spcBef>
              <a:buClr>
                <a:schemeClr val="bg2"/>
              </a:buClr>
              <a:buFont typeface="Arial" pitchFamily="34" charset="0"/>
              <a:buChar char="•"/>
              <a:defRPr lang="en-US" sz="3600" kern="1200" spc="-70" baseline="0" dirty="0" smtClean="0">
                <a:gradFill>
                  <a:gsLst>
                    <a:gs pos="1250">
                      <a:schemeClr val="bg2"/>
                    </a:gs>
                    <a:gs pos="100000">
                      <a:schemeClr val="bg2"/>
                    </a:gs>
                  </a:gsLst>
                  <a:lin ang="5400000" scaled="0"/>
                </a:gradFill>
                <a:latin typeface="+mj-lt"/>
                <a:ea typeface="+mn-ea"/>
                <a:cs typeface="+mn-cs"/>
              </a:defRPr>
            </a:lvl1pPr>
            <a:lvl2pPr marL="634937" indent="-342866">
              <a:defRPr lang="en-US" sz="2000" kern="1200" spc="0" baseline="0" dirty="0" smtClean="0">
                <a:gradFill>
                  <a:gsLst>
                    <a:gs pos="1250">
                      <a:schemeClr val="bg2"/>
                    </a:gs>
                    <a:gs pos="100000">
                      <a:schemeClr val="bg2"/>
                    </a:gs>
                  </a:gsLst>
                  <a:lin ang="5400000" scaled="0"/>
                </a:gradFill>
                <a:latin typeface="+mn-lt"/>
                <a:ea typeface="+mn-ea"/>
                <a:cs typeface="+mn-cs"/>
              </a:defRPr>
            </a:lvl2pPr>
            <a:lvl3pPr marL="863514" indent="-342866">
              <a:defRPr lang="en-US" sz="2000" kern="1200" spc="0" baseline="0" dirty="0" smtClean="0">
                <a:gradFill>
                  <a:gsLst>
                    <a:gs pos="1250">
                      <a:schemeClr val="bg2"/>
                    </a:gs>
                    <a:gs pos="100000">
                      <a:schemeClr val="bg2"/>
                    </a:gs>
                  </a:gsLst>
                  <a:lin ang="5400000" scaled="0"/>
                </a:gradFill>
                <a:latin typeface="+mn-lt"/>
                <a:ea typeface="+mn-ea"/>
                <a:cs typeface="+mn-cs"/>
              </a:defRPr>
            </a:lvl3pPr>
            <a:lvl4pPr marL="1028597" indent="-342866">
              <a:defRPr lang="en-US" sz="2000" kern="1200" spc="0" baseline="0" dirty="0" smtClean="0">
                <a:gradFill>
                  <a:gsLst>
                    <a:gs pos="1250">
                      <a:schemeClr val="bg2"/>
                    </a:gs>
                    <a:gs pos="100000">
                      <a:schemeClr val="bg2"/>
                    </a:gs>
                  </a:gsLst>
                  <a:lin ang="5400000" scaled="0"/>
                </a:gradFill>
                <a:latin typeface="+mn-lt"/>
                <a:ea typeface="+mn-ea"/>
                <a:cs typeface="+mn-cs"/>
              </a:defRPr>
            </a:lvl4pPr>
            <a:lvl5pPr marL="1206379" indent="-342866">
              <a:defRPr lang="en-US" sz="2000" kern="1200" spc="0" baseline="0" dirty="0">
                <a:gradFill>
                  <a:gsLst>
                    <a:gs pos="1250">
                      <a:schemeClr val="bg2"/>
                    </a:gs>
                    <a:gs pos="100000">
                      <a:schemeClr val="bg2"/>
                    </a:gs>
                  </a:gsLst>
                  <a:lin ang="5400000" scaled="0"/>
                </a:gradFill>
                <a:latin typeface="+mn-lt"/>
                <a:ea typeface="+mn-ea"/>
                <a:cs typeface="+mn-cs"/>
              </a:defRPr>
            </a:lvl5pPr>
          </a:lstStyle>
          <a:p>
            <a:pPr marL="292071" marR="0" lvl="0" indent="-292071" algn="l" defTabSz="91427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Click to edit Master text styles</a:t>
            </a:r>
          </a:p>
          <a:p>
            <a:pPr marL="292071" marR="0" lvl="1" indent="-292071" algn="l" defTabSz="91427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Second level</a:t>
            </a:r>
          </a:p>
          <a:p>
            <a:pPr marL="292071" marR="0" lvl="2" indent="-292071" algn="l" defTabSz="91427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Third level</a:t>
            </a:r>
          </a:p>
          <a:p>
            <a:pPr marL="292071" marR="0" lvl="3" indent="-292071" algn="l" defTabSz="91427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Fourth level</a:t>
            </a:r>
          </a:p>
          <a:p>
            <a:pPr marL="292071" marR="0" lvl="4" indent="-292071" algn="l" defTabSz="914272"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Fifth level</a:t>
            </a:r>
            <a:endParaRPr lang="en-US" dirty="0"/>
          </a:p>
        </p:txBody>
      </p:sp>
      <p:sp>
        <p:nvSpPr>
          <p:cNvPr id="6" name="Slide Number Placeholder 9"/>
          <p:cNvSpPr>
            <a:spLocks noGrp="1"/>
          </p:cNvSpPr>
          <p:nvPr>
            <p:ph type="sldNum" sz="quarter" idx="12"/>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2"/>
            <a:fld id="{727B4C2D-45E2-4621-8491-2995EB46A674}" type="slidenum">
              <a:rPr lang="en-US" smtClean="0">
                <a:gradFill>
                  <a:gsLst>
                    <a:gs pos="100000">
                      <a:srgbClr val="797A7D"/>
                    </a:gs>
                    <a:gs pos="0">
                      <a:srgbClr val="797A7D"/>
                    </a:gs>
                  </a:gsLst>
                  <a:lin ang="5400000" scaled="0"/>
                </a:gradFill>
              </a:rPr>
              <a:pPr defTabSz="914272"/>
              <a:t>‹nº›</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84573" y="6344658"/>
            <a:ext cx="1525609" cy="411929"/>
          </a:xfrm>
          <a:prstGeom prst="rect">
            <a:avLst/>
          </a:prstGeom>
        </p:spPr>
      </p:pic>
    </p:spTree>
    <p:extLst>
      <p:ext uri="{BB962C8B-B14F-4D97-AF65-F5344CB8AC3E}">
        <p14:creationId xmlns:p14="http://schemas.microsoft.com/office/powerpoint/2010/main" val="2786933910"/>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Large &amp; Small Content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631" y="1482324"/>
            <a:ext cx="5432826" cy="1701619"/>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09432" indent="0">
              <a:buNone/>
              <a:defRPr sz="2700" b="1"/>
            </a:lvl2pPr>
            <a:lvl3pPr marL="1218865" indent="0">
              <a:buNone/>
              <a:defRPr sz="2400" b="1"/>
            </a:lvl3pPr>
            <a:lvl4pPr marL="1828297" indent="0">
              <a:buNone/>
              <a:defRPr sz="2100" b="1"/>
            </a:lvl4pPr>
            <a:lvl5pPr marL="2437729" indent="0">
              <a:buNone/>
              <a:defRPr sz="2100" b="1"/>
            </a:lvl5pPr>
            <a:lvl6pPr marL="3047162" indent="0">
              <a:buNone/>
              <a:defRPr sz="2100" b="1"/>
            </a:lvl6pPr>
            <a:lvl7pPr marL="3656594" indent="0">
              <a:buNone/>
              <a:defRPr sz="2100" b="1"/>
            </a:lvl7pPr>
            <a:lvl8pPr marL="4266026" indent="0">
              <a:buNone/>
              <a:defRPr sz="2100" b="1"/>
            </a:lvl8pPr>
            <a:lvl9pPr marL="4875459" indent="0">
              <a:buNone/>
              <a:defRPr sz="2100" b="1"/>
            </a:lvl9pPr>
          </a:lstStyle>
          <a:p>
            <a:pPr lvl="0"/>
            <a:r>
              <a:rPr lang="en-US" dirty="0" smtClean="0"/>
              <a:t>Click to edit Master text styles.</a:t>
            </a:r>
          </a:p>
        </p:txBody>
      </p:sp>
      <p:sp>
        <p:nvSpPr>
          <p:cNvPr id="6" name="Content Placeholder 5"/>
          <p:cNvSpPr>
            <a:spLocks noGrp="1"/>
          </p:cNvSpPr>
          <p:nvPr>
            <p:ph sz="quarter" idx="4"/>
          </p:nvPr>
        </p:nvSpPr>
        <p:spPr>
          <a:xfrm>
            <a:off x="6187343" y="1722010"/>
            <a:ext cx="5484026" cy="340324"/>
          </a:xfrm>
          <a:prstGeom prst="rect">
            <a:avLst/>
          </a:prstGeom>
        </p:spPr>
        <p:txBody>
          <a:bodyPr>
            <a:noAutofit/>
          </a:bodyPr>
          <a:lstStyle>
            <a:lvl1pPr marL="0" indent="0">
              <a:spcBef>
                <a:spcPts val="120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149" indent="-380895">
              <a:defRPr lang="en-US" sz="2100" kern="1200" dirty="0" smtClean="0">
                <a:solidFill>
                  <a:schemeClr val="bg2">
                    <a:lumMod val="50000"/>
                  </a:schemeClr>
                </a:solidFill>
                <a:latin typeface="+mn-lt"/>
                <a:ea typeface="+mn-ea"/>
                <a:cs typeface="Arial" pitchFamily="34" charset="0"/>
              </a:defRPr>
            </a:lvl2pPr>
            <a:lvl3pPr marL="914149" indent="-228537">
              <a:defRPr lang="en-US" sz="1900" kern="1200" dirty="0" smtClean="0">
                <a:solidFill>
                  <a:schemeClr val="bg2">
                    <a:lumMod val="50000"/>
                  </a:schemeClr>
                </a:solidFill>
                <a:latin typeface="+mn-lt"/>
                <a:ea typeface="+mn-ea"/>
                <a:cs typeface="Arial" pitchFamily="34" charset="0"/>
              </a:defRPr>
            </a:lvl3pPr>
            <a:lvl4pPr marL="1218865" indent="-228537">
              <a:defRPr lang="en-US" sz="1600" kern="1200" dirty="0" smtClean="0">
                <a:solidFill>
                  <a:schemeClr val="bg2">
                    <a:lumMod val="50000"/>
                  </a:schemeClr>
                </a:solidFill>
                <a:latin typeface="+mn-lt"/>
                <a:ea typeface="+mn-ea"/>
                <a:cs typeface="Arial" pitchFamily="34" charset="0"/>
              </a:defRPr>
            </a:lvl4pPr>
            <a:lvl5pPr marL="1447402" indent="-228537">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12" name="Title 11"/>
          <p:cNvSpPr>
            <a:spLocks noGrp="1"/>
          </p:cNvSpPr>
          <p:nvPr>
            <p:ph type="title"/>
          </p:nvPr>
        </p:nvSpPr>
        <p:spPr/>
        <p:txBody>
          <a:bodyPr>
            <a:noAutofit/>
          </a:bodyPr>
          <a:lstStyle>
            <a:lvl1pPr>
              <a:defRPr/>
            </a:lvl1pPr>
          </a:lstStyle>
          <a:p>
            <a:r>
              <a:rPr lang="en-US" smtClean="0"/>
              <a:t>Click to edit Master title style</a:t>
            </a:r>
            <a:endParaRPr lang="en-US" dirty="0"/>
          </a:p>
        </p:txBody>
      </p:sp>
      <p:sp>
        <p:nvSpPr>
          <p:cNvPr id="10" name="Slide Number Placeholder 9"/>
          <p:cNvSpPr>
            <a:spLocks noGrp="1"/>
          </p:cNvSpPr>
          <p:nvPr>
            <p:ph type="sldNum" sz="quarter" idx="12"/>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2"/>
            <a:fld id="{727B4C2D-45E2-4621-8491-2995EB46A674}" type="slidenum">
              <a:rPr lang="en-US" smtClean="0">
                <a:gradFill>
                  <a:gsLst>
                    <a:gs pos="100000">
                      <a:srgbClr val="797A7D"/>
                    </a:gs>
                    <a:gs pos="0">
                      <a:srgbClr val="797A7D"/>
                    </a:gs>
                  </a:gsLst>
                  <a:lin ang="5400000" scaled="0"/>
                </a:gradFill>
              </a:rPr>
              <a:pPr defTabSz="914272"/>
              <a:t>‹nº›</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84573" y="6344658"/>
            <a:ext cx="1525609" cy="411929"/>
          </a:xfrm>
          <a:prstGeom prst="rect">
            <a:avLst/>
          </a:prstGeom>
        </p:spPr>
      </p:pic>
    </p:spTree>
    <p:extLst>
      <p:ext uri="{BB962C8B-B14F-4D97-AF65-F5344CB8AC3E}">
        <p14:creationId xmlns:p14="http://schemas.microsoft.com/office/powerpoint/2010/main" val="2209394470"/>
      </p:ext>
    </p:extLst>
  </p:cSld>
  <p:clrMapOvr>
    <a:masterClrMapping/>
  </p:clrMapOvr>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ontent w/Photo on Righ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84573" y="6344658"/>
            <a:ext cx="1525609" cy="411929"/>
          </a:xfrm>
          <a:prstGeom prst="rect">
            <a:avLst/>
          </a:prstGeom>
        </p:spPr>
      </p:pic>
      <p:sp>
        <p:nvSpPr>
          <p:cNvPr id="3" name="Text Placeholder 2"/>
          <p:cNvSpPr>
            <a:spLocks noGrp="1"/>
          </p:cNvSpPr>
          <p:nvPr>
            <p:ph type="body" idx="1" hasCustomPrompt="1"/>
          </p:nvPr>
        </p:nvSpPr>
        <p:spPr>
          <a:xfrm>
            <a:off x="520631" y="1482325"/>
            <a:ext cx="5432826" cy="1206539"/>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09432" indent="0">
              <a:buNone/>
              <a:defRPr sz="2700" b="1"/>
            </a:lvl2pPr>
            <a:lvl3pPr marL="1218865" indent="0">
              <a:buNone/>
              <a:defRPr sz="2400" b="1"/>
            </a:lvl3pPr>
            <a:lvl4pPr marL="1828297" indent="0">
              <a:buNone/>
              <a:defRPr sz="2100" b="1"/>
            </a:lvl4pPr>
            <a:lvl5pPr marL="2437729" indent="0">
              <a:buNone/>
              <a:defRPr sz="2100" b="1"/>
            </a:lvl5pPr>
            <a:lvl6pPr marL="3047162" indent="0">
              <a:buNone/>
              <a:defRPr sz="2100" b="1"/>
            </a:lvl6pPr>
            <a:lvl7pPr marL="3656594" indent="0">
              <a:buNone/>
              <a:defRPr sz="2100" b="1"/>
            </a:lvl7pPr>
            <a:lvl8pPr marL="4266026" indent="0">
              <a:buNone/>
              <a:defRPr sz="2100" b="1"/>
            </a:lvl8pPr>
            <a:lvl9pPr marL="4875459" indent="0">
              <a:buNone/>
              <a:defRPr sz="2100" b="1"/>
            </a:lvl9pPr>
          </a:lstStyle>
          <a:p>
            <a:pPr lvl="0"/>
            <a:r>
              <a:rPr lang="en-US" dirty="0" smtClean="0"/>
              <a:t>Click to edit Master text styles.</a:t>
            </a:r>
          </a:p>
        </p:txBody>
      </p:sp>
      <p:sp>
        <p:nvSpPr>
          <p:cNvPr id="10" name="Slide Number Placeholder 9"/>
          <p:cNvSpPr>
            <a:spLocks noGrp="1"/>
          </p:cNvSpPr>
          <p:nvPr>
            <p:ph type="sldNum" sz="quarter" idx="12"/>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2"/>
            <a:fld id="{727B4C2D-45E2-4621-8491-2995EB46A674}" type="slidenum">
              <a:rPr lang="en-US" smtClean="0">
                <a:gradFill>
                  <a:gsLst>
                    <a:gs pos="100000">
                      <a:srgbClr val="797A7D"/>
                    </a:gs>
                    <a:gs pos="0">
                      <a:srgbClr val="797A7D"/>
                    </a:gs>
                  </a:gsLst>
                  <a:lin ang="5400000" scaled="0"/>
                </a:gradFill>
              </a:rPr>
              <a:pPr defTabSz="914272"/>
              <a:t>‹nº›</a:t>
            </a:fld>
            <a:endParaRPr lang="en-US" dirty="0">
              <a:gradFill>
                <a:gsLst>
                  <a:gs pos="100000">
                    <a:srgbClr val="797A7D"/>
                  </a:gs>
                  <a:gs pos="0">
                    <a:srgbClr val="797A7D"/>
                  </a:gs>
                </a:gsLst>
                <a:lin ang="5400000" scaled="0"/>
              </a:gradFill>
            </a:endParaRPr>
          </a:p>
        </p:txBody>
      </p:sp>
      <p:sp>
        <p:nvSpPr>
          <p:cNvPr id="9" name="Content Placeholder 5"/>
          <p:cNvSpPr>
            <a:spLocks noGrp="1"/>
          </p:cNvSpPr>
          <p:nvPr>
            <p:ph sz="quarter" idx="13"/>
          </p:nvPr>
        </p:nvSpPr>
        <p:spPr>
          <a:xfrm>
            <a:off x="520636" y="2800194"/>
            <a:ext cx="5443456" cy="62392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149" indent="-380895">
              <a:defRPr lang="en-US" sz="2100" kern="1200" dirty="0" smtClean="0">
                <a:solidFill>
                  <a:schemeClr val="bg2">
                    <a:lumMod val="50000"/>
                  </a:schemeClr>
                </a:solidFill>
                <a:latin typeface="+mn-lt"/>
                <a:ea typeface="+mn-ea"/>
                <a:cs typeface="Arial" pitchFamily="34" charset="0"/>
              </a:defRPr>
            </a:lvl2pPr>
            <a:lvl3pPr marL="914149" indent="-228537">
              <a:defRPr lang="en-US" sz="1900" kern="1200" dirty="0" smtClean="0">
                <a:solidFill>
                  <a:schemeClr val="bg2">
                    <a:lumMod val="50000"/>
                  </a:schemeClr>
                </a:solidFill>
                <a:latin typeface="+mn-lt"/>
                <a:ea typeface="+mn-ea"/>
                <a:cs typeface="Arial" pitchFamily="34" charset="0"/>
              </a:defRPr>
            </a:lvl3pPr>
            <a:lvl4pPr marL="1218865" indent="-228537">
              <a:defRPr lang="en-US" sz="1600" kern="1200" dirty="0" smtClean="0">
                <a:solidFill>
                  <a:schemeClr val="bg2">
                    <a:lumMod val="50000"/>
                  </a:schemeClr>
                </a:solidFill>
                <a:latin typeface="+mn-lt"/>
                <a:ea typeface="+mn-ea"/>
                <a:cs typeface="Arial" pitchFamily="34" charset="0"/>
              </a:defRPr>
            </a:lvl4pPr>
            <a:lvl5pPr marL="1447402" indent="-228537">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07909" y="0"/>
            <a:ext cx="5979333" cy="7021513"/>
          </a:xfrm>
        </p:spPr>
        <p:txBody>
          <a:bodyPr lIns="182880" anchor="ctr"/>
          <a:lstStyle>
            <a:lvl1pPr marL="0" indent="0" algn="l">
              <a:buNone/>
              <a:defRPr/>
            </a:lvl1pPr>
          </a:lstStyle>
          <a:p>
            <a:r>
              <a:rPr lang="en-US" dirty="0" smtClean="0"/>
              <a:t>Click to insert photo.</a:t>
            </a:r>
            <a:endParaRPr lang="en-US" dirty="0"/>
          </a:p>
        </p:txBody>
      </p:sp>
    </p:spTree>
    <p:extLst>
      <p:ext uri="{BB962C8B-B14F-4D97-AF65-F5344CB8AC3E}">
        <p14:creationId xmlns:p14="http://schemas.microsoft.com/office/powerpoint/2010/main" val="3519927583"/>
      </p:ext>
    </p:extLst>
  </p:cSld>
  <p:clrMapOvr>
    <a:masterClrMapping/>
  </p:clrMapOvr>
  <p:timing>
    <p:tnLst>
      <p:par>
        <p:cTn id="1" dur="indefinite" restart="never" nodeType="tmRoot"/>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7285" y="1482325"/>
            <a:ext cx="5432826" cy="1206539"/>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09432" indent="0">
              <a:buNone/>
              <a:defRPr sz="2700" b="1"/>
            </a:lvl2pPr>
            <a:lvl3pPr marL="1218865" indent="0">
              <a:buNone/>
              <a:defRPr sz="2400" b="1"/>
            </a:lvl3pPr>
            <a:lvl4pPr marL="1828297" indent="0">
              <a:buNone/>
              <a:defRPr sz="2100" b="1"/>
            </a:lvl4pPr>
            <a:lvl5pPr marL="2437729" indent="0">
              <a:buNone/>
              <a:defRPr sz="2100" b="1"/>
            </a:lvl5pPr>
            <a:lvl6pPr marL="3047162" indent="0">
              <a:buNone/>
              <a:defRPr sz="2100" b="1"/>
            </a:lvl6pPr>
            <a:lvl7pPr marL="3656594" indent="0">
              <a:buNone/>
              <a:defRPr sz="2100" b="1"/>
            </a:lvl7pPr>
            <a:lvl8pPr marL="4266026" indent="0">
              <a:buNone/>
              <a:defRPr sz="2100" b="1"/>
            </a:lvl8pPr>
            <a:lvl9pPr marL="4875459"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6217285" y="2800194"/>
            <a:ext cx="5443456" cy="62392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149" indent="-380895">
              <a:defRPr lang="en-US" sz="2100" kern="1200" dirty="0" smtClean="0">
                <a:solidFill>
                  <a:schemeClr val="bg2">
                    <a:lumMod val="50000"/>
                  </a:schemeClr>
                </a:solidFill>
                <a:latin typeface="+mn-lt"/>
                <a:ea typeface="+mn-ea"/>
                <a:cs typeface="Arial" pitchFamily="34" charset="0"/>
              </a:defRPr>
            </a:lvl2pPr>
            <a:lvl3pPr marL="914149" indent="-228537">
              <a:defRPr lang="en-US" sz="1900" kern="1200" dirty="0" smtClean="0">
                <a:solidFill>
                  <a:schemeClr val="bg2">
                    <a:lumMod val="50000"/>
                  </a:schemeClr>
                </a:solidFill>
                <a:latin typeface="+mn-lt"/>
                <a:ea typeface="+mn-ea"/>
                <a:cs typeface="Arial" pitchFamily="34" charset="0"/>
              </a:defRPr>
            </a:lvl3pPr>
            <a:lvl4pPr marL="1218865" indent="-228537">
              <a:defRPr lang="en-US" sz="1600" kern="1200" dirty="0" smtClean="0">
                <a:solidFill>
                  <a:schemeClr val="bg2">
                    <a:lumMod val="50000"/>
                  </a:schemeClr>
                </a:solidFill>
                <a:latin typeface="+mn-lt"/>
                <a:ea typeface="+mn-ea"/>
                <a:cs typeface="Arial" pitchFamily="34" charset="0"/>
              </a:defRPr>
            </a:lvl4pPr>
            <a:lvl5pPr marL="1447402" indent="-228537">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0" y="0"/>
            <a:ext cx="5979333" cy="7021513"/>
          </a:xfrm>
        </p:spPr>
        <p:txBody>
          <a:bodyPr lIns="182880" anchor="ctr"/>
          <a:lstStyle>
            <a:lvl1pPr marL="0" indent="0" algn="l">
              <a:buNone/>
              <a:defRPr/>
            </a:lvl1pPr>
          </a:lstStyle>
          <a:p>
            <a:r>
              <a:rPr lang="en-US" dirty="0" smtClean="0"/>
              <a:t>Click to insert photo.</a:t>
            </a: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84573" y="6344658"/>
            <a:ext cx="1525609" cy="411929"/>
          </a:xfrm>
          <a:prstGeom prst="rect">
            <a:avLst/>
          </a:prstGeom>
        </p:spPr>
      </p:pic>
    </p:spTree>
    <p:extLst>
      <p:ext uri="{BB962C8B-B14F-4D97-AF65-F5344CB8AC3E}">
        <p14:creationId xmlns:p14="http://schemas.microsoft.com/office/powerpoint/2010/main" val="2267236189"/>
      </p:ext>
    </p:extLst>
  </p:cSld>
  <p:clrMapOvr>
    <a:masterClrMapping/>
  </p:clrMapOvr>
  <p:timing>
    <p:tnLst>
      <p:par>
        <p:cTn id="1" dur="indefinite" restart="never" nodeType="tmRoot"/>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9519" y="0"/>
            <a:ext cx="5985684"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endParaRPr lang="en-US" sz="22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6" y="1482324"/>
            <a:ext cx="5231720" cy="1701619"/>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32" indent="0">
              <a:buNone/>
              <a:defRPr sz="2700" b="1"/>
            </a:lvl2pPr>
            <a:lvl3pPr marL="1218865" indent="0">
              <a:buNone/>
              <a:defRPr sz="2400" b="1"/>
            </a:lvl3pPr>
            <a:lvl4pPr marL="1828297" indent="0">
              <a:buNone/>
              <a:defRPr sz="2100" b="1"/>
            </a:lvl4pPr>
            <a:lvl5pPr marL="2437729" indent="0">
              <a:buNone/>
              <a:defRPr sz="2100" b="1"/>
            </a:lvl5pPr>
            <a:lvl6pPr marL="3047162" indent="0">
              <a:buNone/>
              <a:defRPr sz="2100" b="1"/>
            </a:lvl6pPr>
            <a:lvl7pPr marL="3656594" indent="0">
              <a:buNone/>
              <a:defRPr sz="2100" b="1"/>
            </a:lvl7pPr>
            <a:lvl8pPr marL="4266026" indent="0">
              <a:buNone/>
              <a:defRPr sz="2100" b="1"/>
            </a:lvl8pPr>
            <a:lvl9pPr marL="4875459" indent="0">
              <a:buNone/>
              <a:defRPr sz="2100" b="1"/>
            </a:lvl9pPr>
          </a:lstStyle>
          <a:p>
            <a:pPr lvl="0"/>
            <a:r>
              <a:rPr lang="en-US" dirty="0" smtClean="0"/>
              <a:t>Click to edit Master text styles.</a:t>
            </a:r>
          </a:p>
        </p:txBody>
      </p:sp>
      <p:sp>
        <p:nvSpPr>
          <p:cNvPr id="6" name="Content Placeholder 5"/>
          <p:cNvSpPr>
            <a:spLocks noGrp="1"/>
          </p:cNvSpPr>
          <p:nvPr>
            <p:ph sz="quarter" idx="4"/>
          </p:nvPr>
        </p:nvSpPr>
        <p:spPr>
          <a:xfrm>
            <a:off x="6187343" y="1722010"/>
            <a:ext cx="5484026" cy="340324"/>
          </a:xfrm>
          <a:prstGeom prst="rect">
            <a:avLst/>
          </a:prstGeom>
        </p:spPr>
        <p:txBody>
          <a:bodyPr>
            <a:noAutofit/>
          </a:bodyPr>
          <a:lstStyle>
            <a:lvl1pPr marL="0" indent="0">
              <a:spcBef>
                <a:spcPts val="120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149" indent="-380895">
              <a:defRPr lang="en-US" sz="2100" kern="1200" dirty="0" smtClean="0">
                <a:solidFill>
                  <a:schemeClr val="bg2">
                    <a:lumMod val="50000"/>
                  </a:schemeClr>
                </a:solidFill>
                <a:latin typeface="+mn-lt"/>
                <a:ea typeface="+mn-ea"/>
                <a:cs typeface="Arial" pitchFamily="34" charset="0"/>
              </a:defRPr>
            </a:lvl2pPr>
            <a:lvl3pPr marL="914149" indent="-228537">
              <a:defRPr lang="en-US" sz="1900" kern="1200" dirty="0" smtClean="0">
                <a:solidFill>
                  <a:schemeClr val="bg2">
                    <a:lumMod val="50000"/>
                  </a:schemeClr>
                </a:solidFill>
                <a:latin typeface="+mn-lt"/>
                <a:ea typeface="+mn-ea"/>
                <a:cs typeface="Arial" pitchFamily="34" charset="0"/>
              </a:defRPr>
            </a:lvl3pPr>
            <a:lvl4pPr marL="1218865" indent="-228537">
              <a:defRPr lang="en-US" sz="1600" kern="1200" dirty="0" smtClean="0">
                <a:solidFill>
                  <a:schemeClr val="bg2">
                    <a:lumMod val="50000"/>
                  </a:schemeClr>
                </a:solidFill>
                <a:latin typeface="+mn-lt"/>
                <a:ea typeface="+mn-ea"/>
                <a:cs typeface="Arial" pitchFamily="34" charset="0"/>
              </a:defRPr>
            </a:lvl4pPr>
            <a:lvl5pPr marL="1447402" indent="-228537">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78942" y="6164703"/>
            <a:ext cx="1763039" cy="833220"/>
          </a:xfrm>
          <a:prstGeom prst="rect">
            <a:avLst/>
          </a:prstGeom>
        </p:spPr>
      </p:pic>
    </p:spTree>
    <p:extLst>
      <p:ext uri="{BB962C8B-B14F-4D97-AF65-F5344CB8AC3E}">
        <p14:creationId xmlns:p14="http://schemas.microsoft.com/office/powerpoint/2010/main" val="3573113089"/>
      </p:ext>
    </p:extLst>
  </p:cSld>
  <p:clrMapOvr>
    <a:masterClrMapping/>
  </p:clrMapOvr>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2_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9519" y="0"/>
            <a:ext cx="5985684"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endParaRPr lang="en-US" sz="22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6" y="1482324"/>
            <a:ext cx="5231720" cy="1701619"/>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32" indent="0">
              <a:buNone/>
              <a:defRPr sz="2700" b="1"/>
            </a:lvl2pPr>
            <a:lvl3pPr marL="1218865" indent="0">
              <a:buNone/>
              <a:defRPr sz="2400" b="1"/>
            </a:lvl3pPr>
            <a:lvl4pPr marL="1828297" indent="0">
              <a:buNone/>
              <a:defRPr sz="2100" b="1"/>
            </a:lvl4pPr>
            <a:lvl5pPr marL="2437729" indent="0">
              <a:buNone/>
              <a:defRPr sz="2100" b="1"/>
            </a:lvl5pPr>
            <a:lvl6pPr marL="3047162" indent="0">
              <a:buNone/>
              <a:defRPr sz="2100" b="1"/>
            </a:lvl6pPr>
            <a:lvl7pPr marL="3656594" indent="0">
              <a:buNone/>
              <a:defRPr sz="2100" b="1"/>
            </a:lvl7pPr>
            <a:lvl8pPr marL="4266026" indent="0">
              <a:buNone/>
              <a:defRPr sz="2100" b="1"/>
            </a:lvl8pPr>
            <a:lvl9pPr marL="4875459" indent="0">
              <a:buNone/>
              <a:defRPr sz="2100" b="1"/>
            </a:lvl9pPr>
          </a:lstStyle>
          <a:p>
            <a:pPr lvl="0"/>
            <a:r>
              <a:rPr lang="en-US" dirty="0" smtClean="0"/>
              <a:t>Click to edit Master text styles.</a:t>
            </a:r>
          </a:p>
        </p:txBody>
      </p:sp>
      <p:sp>
        <p:nvSpPr>
          <p:cNvPr id="6" name="Content Placeholder 5"/>
          <p:cNvSpPr>
            <a:spLocks noGrp="1"/>
          </p:cNvSpPr>
          <p:nvPr>
            <p:ph sz="quarter" idx="4"/>
          </p:nvPr>
        </p:nvSpPr>
        <p:spPr>
          <a:xfrm>
            <a:off x="6187343" y="1722010"/>
            <a:ext cx="5484026" cy="340324"/>
          </a:xfrm>
          <a:prstGeom prst="rect">
            <a:avLst/>
          </a:prstGeom>
        </p:spPr>
        <p:txBody>
          <a:bodyPr>
            <a:noAutofit/>
          </a:bodyPr>
          <a:lstStyle>
            <a:lvl1pPr marL="0" indent="0">
              <a:spcBef>
                <a:spcPts val="120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149" indent="-380895">
              <a:defRPr lang="en-US" sz="2100" kern="1200" dirty="0" smtClean="0">
                <a:solidFill>
                  <a:schemeClr val="bg2">
                    <a:lumMod val="50000"/>
                  </a:schemeClr>
                </a:solidFill>
                <a:latin typeface="+mn-lt"/>
                <a:ea typeface="+mn-ea"/>
                <a:cs typeface="Arial" pitchFamily="34" charset="0"/>
              </a:defRPr>
            </a:lvl2pPr>
            <a:lvl3pPr marL="914149" indent="-228537">
              <a:defRPr lang="en-US" sz="1900" kern="1200" dirty="0" smtClean="0">
                <a:solidFill>
                  <a:schemeClr val="bg2">
                    <a:lumMod val="50000"/>
                  </a:schemeClr>
                </a:solidFill>
                <a:latin typeface="+mn-lt"/>
                <a:ea typeface="+mn-ea"/>
                <a:cs typeface="Arial" pitchFamily="34" charset="0"/>
              </a:defRPr>
            </a:lvl3pPr>
            <a:lvl4pPr marL="1218865" indent="-228537">
              <a:defRPr lang="en-US" sz="1600" kern="1200" dirty="0" smtClean="0">
                <a:solidFill>
                  <a:schemeClr val="bg2">
                    <a:lumMod val="50000"/>
                  </a:schemeClr>
                </a:solidFill>
                <a:latin typeface="+mn-lt"/>
                <a:ea typeface="+mn-ea"/>
                <a:cs typeface="Arial" pitchFamily="34" charset="0"/>
              </a:defRPr>
            </a:lvl4pPr>
            <a:lvl5pPr marL="1447402" indent="-228537">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86965" y="6245799"/>
            <a:ext cx="2164302" cy="767685"/>
          </a:xfrm>
          <a:prstGeom prst="rect">
            <a:avLst/>
          </a:prstGeom>
        </p:spPr>
      </p:pic>
    </p:spTree>
    <p:extLst>
      <p:ext uri="{BB962C8B-B14F-4D97-AF65-F5344CB8AC3E}">
        <p14:creationId xmlns:p14="http://schemas.microsoft.com/office/powerpoint/2010/main" val="2920180987"/>
      </p:ext>
    </p:extLst>
  </p:cSld>
  <p:clrMapOvr>
    <a:masterClrMapping/>
  </p:clrMapOvr>
  <p:timing>
    <p:tnLst>
      <p:par>
        <p:cTn id="1" dur="indefinite" restart="never" nodeType="tmRoot"/>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9519" y="0"/>
            <a:ext cx="5985684"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endParaRPr lang="en-US" sz="22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6" y="1482324"/>
            <a:ext cx="5231720" cy="1701619"/>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32" indent="0">
              <a:buNone/>
              <a:defRPr sz="2700" b="1"/>
            </a:lvl2pPr>
            <a:lvl3pPr marL="1218865" indent="0">
              <a:buNone/>
              <a:defRPr sz="2400" b="1"/>
            </a:lvl3pPr>
            <a:lvl4pPr marL="1828297" indent="0">
              <a:buNone/>
              <a:defRPr sz="2100" b="1"/>
            </a:lvl4pPr>
            <a:lvl5pPr marL="2437729" indent="0">
              <a:buNone/>
              <a:defRPr sz="2100" b="1"/>
            </a:lvl5pPr>
            <a:lvl6pPr marL="3047162" indent="0">
              <a:buNone/>
              <a:defRPr sz="2100" b="1"/>
            </a:lvl6pPr>
            <a:lvl7pPr marL="3656594" indent="0">
              <a:buNone/>
              <a:defRPr sz="2100" b="1"/>
            </a:lvl7pPr>
            <a:lvl8pPr marL="4266026" indent="0">
              <a:buNone/>
              <a:defRPr sz="2100" b="1"/>
            </a:lvl8pPr>
            <a:lvl9pPr marL="4875459" indent="0">
              <a:buNone/>
              <a:defRPr sz="2100" b="1"/>
            </a:lvl9pPr>
          </a:lstStyle>
          <a:p>
            <a:pPr lvl="0"/>
            <a:r>
              <a:rPr lang="en-US" dirty="0" smtClean="0"/>
              <a:t>Click to edit Master text styles.</a:t>
            </a:r>
          </a:p>
        </p:txBody>
      </p:sp>
      <p:sp>
        <p:nvSpPr>
          <p:cNvPr id="6" name="Content Placeholder 5"/>
          <p:cNvSpPr>
            <a:spLocks noGrp="1"/>
          </p:cNvSpPr>
          <p:nvPr>
            <p:ph sz="quarter" idx="4"/>
          </p:nvPr>
        </p:nvSpPr>
        <p:spPr>
          <a:xfrm>
            <a:off x="6187343" y="1722010"/>
            <a:ext cx="5484026" cy="340324"/>
          </a:xfrm>
          <a:prstGeom prst="rect">
            <a:avLst/>
          </a:prstGeom>
        </p:spPr>
        <p:txBody>
          <a:bodyPr>
            <a:noAutofit/>
          </a:bodyPr>
          <a:lstStyle>
            <a:lvl1pPr marL="0" indent="0">
              <a:spcBef>
                <a:spcPts val="120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149" indent="-380895">
              <a:defRPr lang="en-US" sz="2100" kern="1200" dirty="0" smtClean="0">
                <a:solidFill>
                  <a:schemeClr val="bg2">
                    <a:lumMod val="50000"/>
                  </a:schemeClr>
                </a:solidFill>
                <a:latin typeface="+mn-lt"/>
                <a:ea typeface="+mn-ea"/>
                <a:cs typeface="Arial" pitchFamily="34" charset="0"/>
              </a:defRPr>
            </a:lvl2pPr>
            <a:lvl3pPr marL="914149" indent="-228537">
              <a:defRPr lang="en-US" sz="1900" kern="1200" dirty="0" smtClean="0">
                <a:solidFill>
                  <a:schemeClr val="bg2">
                    <a:lumMod val="50000"/>
                  </a:schemeClr>
                </a:solidFill>
                <a:latin typeface="+mn-lt"/>
                <a:ea typeface="+mn-ea"/>
                <a:cs typeface="Arial" pitchFamily="34" charset="0"/>
              </a:defRPr>
            </a:lvl3pPr>
            <a:lvl4pPr marL="1218865" indent="-228537">
              <a:defRPr lang="en-US" sz="1600" kern="1200" dirty="0" smtClean="0">
                <a:solidFill>
                  <a:schemeClr val="bg2">
                    <a:lumMod val="50000"/>
                  </a:schemeClr>
                </a:solidFill>
                <a:latin typeface="+mn-lt"/>
                <a:ea typeface="+mn-ea"/>
                <a:cs typeface="Arial" pitchFamily="34" charset="0"/>
              </a:defRPr>
            </a:lvl4pPr>
            <a:lvl5pPr marL="1447402" indent="-228537">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Tree>
    <p:extLst>
      <p:ext uri="{BB962C8B-B14F-4D97-AF65-F5344CB8AC3E}">
        <p14:creationId xmlns:p14="http://schemas.microsoft.com/office/powerpoint/2010/main" val="3981216527"/>
      </p:ext>
    </p:extLst>
  </p:cSld>
  <p:clrMapOvr>
    <a:masterClrMapping/>
  </p:clrMapOvr>
  <p:timing>
    <p:tnLst>
      <p:par>
        <p:cTn id="1" dur="indefinite" restart="never" nodeType="tmRoot"/>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lor Block text w/Photo on Righ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84573" y="6344658"/>
            <a:ext cx="1525609" cy="411929"/>
          </a:xfrm>
          <a:prstGeom prst="rect">
            <a:avLst/>
          </a:prstGeom>
        </p:spPr>
      </p:pic>
      <p:sp>
        <p:nvSpPr>
          <p:cNvPr id="7" name="Rectangle 6"/>
          <p:cNvSpPr/>
          <p:nvPr userDrawn="1"/>
        </p:nvSpPr>
        <p:spPr bwMode="white">
          <a:xfrm>
            <a:off x="5" y="0"/>
            <a:ext cx="6219015"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endParaRPr lang="en-US" sz="22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1" y="1482325"/>
            <a:ext cx="5432826" cy="1206539"/>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32" indent="0">
              <a:buNone/>
              <a:defRPr sz="2700" b="1"/>
            </a:lvl2pPr>
            <a:lvl3pPr marL="1218865" indent="0">
              <a:buNone/>
              <a:defRPr sz="2400" b="1"/>
            </a:lvl3pPr>
            <a:lvl4pPr marL="1828297" indent="0">
              <a:buNone/>
              <a:defRPr sz="2100" b="1"/>
            </a:lvl4pPr>
            <a:lvl5pPr marL="2437729" indent="0">
              <a:buNone/>
              <a:defRPr sz="2100" b="1"/>
            </a:lvl5pPr>
            <a:lvl6pPr marL="3047162" indent="0">
              <a:buNone/>
              <a:defRPr sz="2100" b="1"/>
            </a:lvl6pPr>
            <a:lvl7pPr marL="3656594" indent="0">
              <a:buNone/>
              <a:defRPr sz="2100" b="1"/>
            </a:lvl7pPr>
            <a:lvl8pPr marL="4266026" indent="0">
              <a:buNone/>
              <a:defRPr sz="2100" b="1"/>
            </a:lvl8pPr>
            <a:lvl9pPr marL="4875459"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520636" y="2800194"/>
            <a:ext cx="5443456" cy="62392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14149" indent="-380895">
              <a:defRPr lang="en-US" sz="2100" kern="1200" dirty="0" smtClean="0">
                <a:solidFill>
                  <a:schemeClr val="bg2">
                    <a:lumMod val="50000"/>
                  </a:schemeClr>
                </a:solidFill>
                <a:latin typeface="+mn-lt"/>
                <a:ea typeface="+mn-ea"/>
                <a:cs typeface="Arial" pitchFamily="34" charset="0"/>
              </a:defRPr>
            </a:lvl2pPr>
            <a:lvl3pPr marL="914149" indent="-228537">
              <a:defRPr lang="en-US" sz="1900" kern="1200" dirty="0" smtClean="0">
                <a:solidFill>
                  <a:schemeClr val="bg2">
                    <a:lumMod val="50000"/>
                  </a:schemeClr>
                </a:solidFill>
                <a:latin typeface="+mn-lt"/>
                <a:ea typeface="+mn-ea"/>
                <a:cs typeface="Arial" pitchFamily="34" charset="0"/>
              </a:defRPr>
            </a:lvl3pPr>
            <a:lvl4pPr marL="1218865" indent="-228537">
              <a:defRPr lang="en-US" sz="1600" kern="1200" dirty="0" smtClean="0">
                <a:solidFill>
                  <a:schemeClr val="bg2">
                    <a:lumMod val="50000"/>
                  </a:schemeClr>
                </a:solidFill>
                <a:latin typeface="+mn-lt"/>
                <a:ea typeface="+mn-ea"/>
                <a:cs typeface="Arial" pitchFamily="34" charset="0"/>
              </a:defRPr>
            </a:lvl4pPr>
            <a:lvl5pPr marL="1447402" indent="-228537">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07909" y="0"/>
            <a:ext cx="5979333" cy="7021513"/>
          </a:xfrm>
        </p:spPr>
        <p:txBody>
          <a:bodyPr lIns="182880" anchor="ctr"/>
          <a:lstStyle>
            <a:lvl1pPr marL="0" indent="0" algn="l">
              <a:buNone/>
              <a:defRPr/>
            </a:lvl1pPr>
          </a:lstStyle>
          <a:p>
            <a:r>
              <a:rPr lang="en-US" dirty="0" smtClean="0"/>
              <a:t>Click to insert photo.</a:t>
            </a:r>
            <a:endParaRPr lang="en-US" dirty="0"/>
          </a:p>
        </p:txBody>
      </p:sp>
    </p:spTree>
    <p:extLst>
      <p:ext uri="{BB962C8B-B14F-4D97-AF65-F5344CB8AC3E}">
        <p14:creationId xmlns:p14="http://schemas.microsoft.com/office/powerpoint/2010/main" val="1574079175"/>
      </p:ext>
    </p:extLst>
  </p:cSld>
  <p:clrMapOvr>
    <a:masterClrMapping/>
  </p:clrMapOvr>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Color Block text w/Photo on Right">
    <p:spTree>
      <p:nvGrpSpPr>
        <p:cNvPr id="1" name=""/>
        <p:cNvGrpSpPr/>
        <p:nvPr/>
      </p:nvGrpSpPr>
      <p:grpSpPr>
        <a:xfrm>
          <a:off x="0" y="0"/>
          <a:ext cx="0" cy="0"/>
          <a:chOff x="0" y="0"/>
          <a:chExt cx="0" cy="0"/>
        </a:xfrm>
      </p:grpSpPr>
      <p:sp>
        <p:nvSpPr>
          <p:cNvPr id="7" name="Rectangle 6"/>
          <p:cNvSpPr/>
          <p:nvPr userDrawn="1"/>
        </p:nvSpPr>
        <p:spPr bwMode="white">
          <a:xfrm>
            <a:off x="5" y="0"/>
            <a:ext cx="6219015"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endParaRPr lang="en-US" sz="22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1" y="1482325"/>
            <a:ext cx="5432826" cy="1206539"/>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32" indent="0">
              <a:buNone/>
              <a:defRPr sz="2700" b="1"/>
            </a:lvl2pPr>
            <a:lvl3pPr marL="1218865" indent="0">
              <a:buNone/>
              <a:defRPr sz="2400" b="1"/>
            </a:lvl3pPr>
            <a:lvl4pPr marL="1828297" indent="0">
              <a:buNone/>
              <a:defRPr sz="2100" b="1"/>
            </a:lvl4pPr>
            <a:lvl5pPr marL="2437729" indent="0">
              <a:buNone/>
              <a:defRPr sz="2100" b="1"/>
            </a:lvl5pPr>
            <a:lvl6pPr marL="3047162" indent="0">
              <a:buNone/>
              <a:defRPr sz="2100" b="1"/>
            </a:lvl6pPr>
            <a:lvl7pPr marL="3656594" indent="0">
              <a:buNone/>
              <a:defRPr sz="2100" b="1"/>
            </a:lvl7pPr>
            <a:lvl8pPr marL="4266026" indent="0">
              <a:buNone/>
              <a:defRPr sz="2100" b="1"/>
            </a:lvl8pPr>
            <a:lvl9pPr marL="4875459"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520636" y="2800194"/>
            <a:ext cx="5443456" cy="62392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14149" indent="-380895">
              <a:defRPr lang="en-US" sz="2100" kern="1200" dirty="0" smtClean="0">
                <a:solidFill>
                  <a:schemeClr val="bg2">
                    <a:lumMod val="50000"/>
                  </a:schemeClr>
                </a:solidFill>
                <a:latin typeface="+mn-lt"/>
                <a:ea typeface="+mn-ea"/>
                <a:cs typeface="Arial" pitchFamily="34" charset="0"/>
              </a:defRPr>
            </a:lvl2pPr>
            <a:lvl3pPr marL="914149" indent="-228537">
              <a:defRPr lang="en-US" sz="1900" kern="1200" dirty="0" smtClean="0">
                <a:solidFill>
                  <a:schemeClr val="bg2">
                    <a:lumMod val="50000"/>
                  </a:schemeClr>
                </a:solidFill>
                <a:latin typeface="+mn-lt"/>
                <a:ea typeface="+mn-ea"/>
                <a:cs typeface="Arial" pitchFamily="34" charset="0"/>
              </a:defRPr>
            </a:lvl3pPr>
            <a:lvl4pPr marL="1218865" indent="-228537">
              <a:defRPr lang="en-US" sz="1600" kern="1200" dirty="0" smtClean="0">
                <a:solidFill>
                  <a:schemeClr val="bg2">
                    <a:lumMod val="50000"/>
                  </a:schemeClr>
                </a:solidFill>
                <a:latin typeface="+mn-lt"/>
                <a:ea typeface="+mn-ea"/>
                <a:cs typeface="Arial" pitchFamily="34" charset="0"/>
              </a:defRPr>
            </a:lvl4pPr>
            <a:lvl5pPr marL="1447402" indent="-228537">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Tree>
    <p:extLst>
      <p:ext uri="{BB962C8B-B14F-4D97-AF65-F5344CB8AC3E}">
        <p14:creationId xmlns:p14="http://schemas.microsoft.com/office/powerpoint/2010/main" val="976269926"/>
      </p:ext>
    </p:extLst>
  </p:cSld>
  <p:clrMapOvr>
    <a:masterClrMapping/>
  </p:clrMapOvr>
  <p:timing>
    <p:tnLst>
      <p:par>
        <p:cTn id="1" dur="indefinite" restart="never" nodeType="tmRoot"/>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2_Color Block text w/Photo on Right">
    <p:spTree>
      <p:nvGrpSpPr>
        <p:cNvPr id="1" name=""/>
        <p:cNvGrpSpPr/>
        <p:nvPr/>
      </p:nvGrpSpPr>
      <p:grpSpPr>
        <a:xfrm>
          <a:off x="0" y="0"/>
          <a:ext cx="0" cy="0"/>
          <a:chOff x="0" y="0"/>
          <a:chExt cx="0" cy="0"/>
        </a:xfrm>
      </p:grpSpPr>
      <p:sp>
        <p:nvSpPr>
          <p:cNvPr id="7" name="Rectangle 6"/>
          <p:cNvSpPr/>
          <p:nvPr userDrawn="1"/>
        </p:nvSpPr>
        <p:spPr bwMode="white">
          <a:xfrm>
            <a:off x="5" y="0"/>
            <a:ext cx="6219015"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endParaRPr lang="en-US" sz="22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631" y="1482325"/>
            <a:ext cx="5432826" cy="1206539"/>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32" indent="0">
              <a:buNone/>
              <a:defRPr sz="2700" b="1"/>
            </a:lvl2pPr>
            <a:lvl3pPr marL="1218865" indent="0">
              <a:buNone/>
              <a:defRPr sz="2400" b="1"/>
            </a:lvl3pPr>
            <a:lvl4pPr marL="1828297" indent="0">
              <a:buNone/>
              <a:defRPr sz="2100" b="1"/>
            </a:lvl4pPr>
            <a:lvl5pPr marL="2437729" indent="0">
              <a:buNone/>
              <a:defRPr sz="2100" b="1"/>
            </a:lvl5pPr>
            <a:lvl6pPr marL="3047162" indent="0">
              <a:buNone/>
              <a:defRPr sz="2100" b="1"/>
            </a:lvl6pPr>
            <a:lvl7pPr marL="3656594" indent="0">
              <a:buNone/>
              <a:defRPr sz="2100" b="1"/>
            </a:lvl7pPr>
            <a:lvl8pPr marL="4266026" indent="0">
              <a:buNone/>
              <a:defRPr sz="2100" b="1"/>
            </a:lvl8pPr>
            <a:lvl9pPr marL="4875459"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520636" y="2800194"/>
            <a:ext cx="5443456" cy="62392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14149" indent="-380895">
              <a:defRPr lang="en-US" sz="2100" kern="1200" dirty="0" smtClean="0">
                <a:solidFill>
                  <a:schemeClr val="bg2">
                    <a:lumMod val="50000"/>
                  </a:schemeClr>
                </a:solidFill>
                <a:latin typeface="+mn-lt"/>
                <a:ea typeface="+mn-ea"/>
                <a:cs typeface="Arial" pitchFamily="34" charset="0"/>
              </a:defRPr>
            </a:lvl2pPr>
            <a:lvl3pPr marL="914149" indent="-228537">
              <a:defRPr lang="en-US" sz="1900" kern="1200" dirty="0" smtClean="0">
                <a:solidFill>
                  <a:schemeClr val="bg2">
                    <a:lumMod val="50000"/>
                  </a:schemeClr>
                </a:solidFill>
                <a:latin typeface="+mn-lt"/>
                <a:ea typeface="+mn-ea"/>
                <a:cs typeface="Arial" pitchFamily="34" charset="0"/>
              </a:defRPr>
            </a:lvl3pPr>
            <a:lvl4pPr marL="1218865" indent="-228537">
              <a:defRPr lang="en-US" sz="1600" kern="1200" dirty="0" smtClean="0">
                <a:solidFill>
                  <a:schemeClr val="bg2">
                    <a:lumMod val="50000"/>
                  </a:schemeClr>
                </a:solidFill>
                <a:latin typeface="+mn-lt"/>
                <a:ea typeface="+mn-ea"/>
                <a:cs typeface="Arial" pitchFamily="34" charset="0"/>
              </a:defRPr>
            </a:lvl4pPr>
            <a:lvl5pPr marL="1447402" indent="-228537">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78942" y="6164703"/>
            <a:ext cx="1763039" cy="833220"/>
          </a:xfrm>
          <a:prstGeom prst="rect">
            <a:avLst/>
          </a:prstGeom>
        </p:spPr>
      </p:pic>
    </p:spTree>
    <p:extLst>
      <p:ext uri="{BB962C8B-B14F-4D97-AF65-F5344CB8AC3E}">
        <p14:creationId xmlns:p14="http://schemas.microsoft.com/office/powerpoint/2010/main" val="2554439225"/>
      </p:ext>
    </p:extLst>
  </p:cSld>
  <p:clrMapOvr>
    <a:masterClrMapping/>
  </p:clrMapOvr>
  <p:timing>
    <p:tnLst>
      <p:par>
        <p:cTn id="1" dur="indefinite" restart="never" nodeType="tmRoot"/>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lor Block text w/Photo on Left">
    <p:spTree>
      <p:nvGrpSpPr>
        <p:cNvPr id="1" name=""/>
        <p:cNvGrpSpPr/>
        <p:nvPr/>
      </p:nvGrpSpPr>
      <p:grpSpPr>
        <a:xfrm>
          <a:off x="0" y="0"/>
          <a:ext cx="0" cy="0"/>
          <a:chOff x="0" y="0"/>
          <a:chExt cx="0" cy="0"/>
        </a:xfrm>
      </p:grpSpPr>
      <p:sp>
        <p:nvSpPr>
          <p:cNvPr id="7" name="Rectangle 6"/>
          <p:cNvSpPr/>
          <p:nvPr userDrawn="1"/>
        </p:nvSpPr>
        <p:spPr bwMode="white">
          <a:xfrm>
            <a:off x="5966641" y="0"/>
            <a:ext cx="6220601" cy="70215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endParaRPr lang="en-US" sz="22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6217285" y="1482325"/>
            <a:ext cx="5432826" cy="1206539"/>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32" indent="0">
              <a:buNone/>
              <a:defRPr sz="2700" b="1"/>
            </a:lvl2pPr>
            <a:lvl3pPr marL="1218865" indent="0">
              <a:buNone/>
              <a:defRPr sz="2400" b="1"/>
            </a:lvl3pPr>
            <a:lvl4pPr marL="1828297" indent="0">
              <a:buNone/>
              <a:defRPr sz="2100" b="1"/>
            </a:lvl4pPr>
            <a:lvl5pPr marL="2437729" indent="0">
              <a:buNone/>
              <a:defRPr sz="2100" b="1"/>
            </a:lvl5pPr>
            <a:lvl6pPr marL="3047162" indent="0">
              <a:buNone/>
              <a:defRPr sz="2100" b="1"/>
            </a:lvl6pPr>
            <a:lvl7pPr marL="3656594" indent="0">
              <a:buNone/>
              <a:defRPr sz="2100" b="1"/>
            </a:lvl7pPr>
            <a:lvl8pPr marL="4266026" indent="0">
              <a:buNone/>
              <a:defRPr sz="2100" b="1"/>
            </a:lvl8pPr>
            <a:lvl9pPr marL="4875459"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6217285" y="2800194"/>
            <a:ext cx="5443456" cy="62392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14149" indent="-380895">
              <a:defRPr lang="en-US" sz="2100" kern="1200" dirty="0" smtClean="0">
                <a:solidFill>
                  <a:schemeClr val="bg2">
                    <a:lumMod val="50000"/>
                  </a:schemeClr>
                </a:solidFill>
                <a:latin typeface="+mn-lt"/>
                <a:ea typeface="+mn-ea"/>
                <a:cs typeface="Arial" pitchFamily="34" charset="0"/>
              </a:defRPr>
            </a:lvl2pPr>
            <a:lvl3pPr marL="914149" indent="-228537">
              <a:defRPr lang="en-US" sz="1900" kern="1200" dirty="0" smtClean="0">
                <a:solidFill>
                  <a:schemeClr val="bg2">
                    <a:lumMod val="50000"/>
                  </a:schemeClr>
                </a:solidFill>
                <a:latin typeface="+mn-lt"/>
                <a:ea typeface="+mn-ea"/>
                <a:cs typeface="Arial" pitchFamily="34" charset="0"/>
              </a:defRPr>
            </a:lvl3pPr>
            <a:lvl4pPr marL="1218865" indent="-228537">
              <a:defRPr lang="en-US" sz="1600" kern="1200" dirty="0" smtClean="0">
                <a:solidFill>
                  <a:schemeClr val="bg2">
                    <a:lumMod val="50000"/>
                  </a:schemeClr>
                </a:solidFill>
                <a:latin typeface="+mn-lt"/>
                <a:ea typeface="+mn-ea"/>
                <a:cs typeface="Arial" pitchFamily="34" charset="0"/>
              </a:defRPr>
            </a:lvl4pPr>
            <a:lvl5pPr marL="1447402" indent="-228537">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0" y="0"/>
            <a:ext cx="5979333" cy="7021513"/>
          </a:xfrm>
        </p:spPr>
        <p:txBody>
          <a:bodyPr lIns="182880" anchor="ctr"/>
          <a:lstStyle>
            <a:lvl1pPr marL="0" indent="0" algn="l">
              <a:buNone/>
              <a:defRPr/>
            </a:lvl1pPr>
          </a:lstStyle>
          <a:p>
            <a:r>
              <a:rPr lang="en-US" dirty="0" smtClean="0"/>
              <a:t>Click to insert photo.</a:t>
            </a:r>
            <a:endParaRPr lang="en-US"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93511" y="6347067"/>
            <a:ext cx="1516672" cy="409516"/>
          </a:xfrm>
          <a:prstGeom prst="rect">
            <a:avLst/>
          </a:prstGeom>
        </p:spPr>
      </p:pic>
    </p:spTree>
    <p:extLst>
      <p:ext uri="{BB962C8B-B14F-4D97-AF65-F5344CB8AC3E}">
        <p14:creationId xmlns:p14="http://schemas.microsoft.com/office/powerpoint/2010/main" val="662689671"/>
      </p:ext>
    </p:extLst>
  </p:cSld>
  <p:clrMapOvr>
    <a:masterClrMapping/>
  </p:clrMapOvr>
  <p:timing>
    <p:tnLst>
      <p:par>
        <p:cTn id="1" dur="indefinite" restart="never" nodeType="tmRoot"/>
      </p:par>
    </p:tn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userDrawn="1"/>
        </p:nvSpPr>
        <p:spPr bwMode="white">
          <a:xfrm>
            <a:off x="0" y="877693"/>
            <a:ext cx="12187238" cy="524663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endParaRPr lang="en-US" sz="2200" dirty="0"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520632" y="1390433"/>
            <a:ext cx="11150736" cy="2931336"/>
          </a:xfrm>
          <a:prstGeom prst="rect">
            <a:avLst/>
          </a:prstGeom>
        </p:spPr>
        <p:txBody>
          <a:bodyPr>
            <a:normAutofit/>
          </a:bodyPr>
          <a:lstStyle>
            <a:lvl1pPr marL="0" indent="0">
              <a:lnSpc>
                <a:spcPct val="90000"/>
              </a:lnSpc>
              <a:buNone/>
              <a:defRPr sz="6399">
                <a:gradFill>
                  <a:gsLst>
                    <a:gs pos="100000">
                      <a:schemeClr val="bg1"/>
                    </a:gs>
                    <a:gs pos="0">
                      <a:schemeClr val="bg1"/>
                    </a:gs>
                  </a:gsLst>
                  <a:lin ang="5400000" scaled="0"/>
                </a:gradFill>
                <a:latin typeface="+mj-lt"/>
              </a:defRPr>
            </a:lvl1pPr>
            <a:lvl2pPr>
              <a:defRPr sz="6399">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2"/>
            <a:fld id="{727B4C2D-45E2-4621-8491-2995EB46A674}" type="slidenum">
              <a:rPr lang="en-US" smtClean="0">
                <a:gradFill>
                  <a:gsLst>
                    <a:gs pos="100000">
                      <a:srgbClr val="797A7D"/>
                    </a:gs>
                    <a:gs pos="0">
                      <a:srgbClr val="797A7D"/>
                    </a:gs>
                  </a:gsLst>
                  <a:lin ang="5400000" scaled="0"/>
                </a:gradFill>
              </a:rPr>
              <a:pPr defTabSz="914272"/>
              <a:t>‹nº›</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632" y="4446963"/>
            <a:ext cx="11150736" cy="481971"/>
          </a:xfrm>
          <a:prstGeom prst="rect">
            <a:avLst/>
          </a:prstGeom>
        </p:spPr>
        <p:txBody>
          <a:bodyPr>
            <a:normAutofit/>
          </a:bodyPr>
          <a:lstStyle>
            <a:lvl1pPr marL="0" indent="0">
              <a:lnSpc>
                <a:spcPct val="90000"/>
              </a:lnSpc>
              <a:buNone/>
              <a:defRPr sz="3600">
                <a:gradFill>
                  <a:gsLst>
                    <a:gs pos="100000">
                      <a:schemeClr val="bg1"/>
                    </a:gs>
                    <a:gs pos="0">
                      <a:schemeClr val="bg1"/>
                    </a:gs>
                  </a:gsLst>
                  <a:lin ang="5400000" scaled="0"/>
                </a:gradFill>
                <a:latin typeface="+mj-lt"/>
              </a:defRPr>
            </a:lvl1pPr>
            <a:lvl2pPr>
              <a:defRPr sz="6399">
                <a:solidFill>
                  <a:schemeClr val="tx2"/>
                </a:solidFill>
                <a:latin typeface="+mn-lt"/>
              </a:defRPr>
            </a:lvl2pPr>
          </a:lstStyle>
          <a:p>
            <a:pPr lvl="0"/>
            <a:r>
              <a:rPr lang="en-US" smtClean="0"/>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10384573" y="6344658"/>
            <a:ext cx="1525609" cy="411929"/>
          </a:xfrm>
          <a:prstGeom prst="rect">
            <a:avLst/>
          </a:prstGeom>
        </p:spPr>
      </p:pic>
    </p:spTree>
    <p:extLst>
      <p:ext uri="{BB962C8B-B14F-4D97-AF65-F5344CB8AC3E}">
        <p14:creationId xmlns:p14="http://schemas.microsoft.com/office/powerpoint/2010/main" val="302716881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Slide Number Placeholder 9"/>
          <p:cNvSpPr>
            <a:spLocks noGrp="1"/>
          </p:cNvSpPr>
          <p:nvPr>
            <p:ph type="sldNum" sz="quarter" idx="12"/>
          </p:nvPr>
        </p:nvSpPr>
        <p:spPr>
          <a:xfrm>
            <a:off x="520632" y="6552140"/>
            <a:ext cx="560613" cy="224688"/>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2"/>
            <a:fld id="{727B4C2D-45E2-4621-8491-2995EB46A674}" type="slidenum">
              <a:rPr lang="en-US" smtClean="0">
                <a:gradFill>
                  <a:gsLst>
                    <a:gs pos="100000">
                      <a:srgbClr val="797A7D"/>
                    </a:gs>
                    <a:gs pos="0">
                      <a:srgbClr val="797A7D"/>
                    </a:gs>
                  </a:gsLst>
                  <a:lin ang="5400000" scaled="0"/>
                </a:gradFill>
              </a:rPr>
              <a:pPr defTabSz="914272"/>
              <a:t>‹nº›</a:t>
            </a:fld>
            <a:endParaRPr lang="en-US" dirty="0">
              <a:gradFill>
                <a:gsLst>
                  <a:gs pos="100000">
                    <a:srgbClr val="797A7D"/>
                  </a:gs>
                  <a:gs pos="0">
                    <a:srgbClr val="797A7D"/>
                  </a:gs>
                </a:gsLst>
                <a:lin ang="5400000" scaled="0"/>
              </a:gradFill>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78942" y="6164703"/>
            <a:ext cx="1763039" cy="833220"/>
          </a:xfrm>
          <a:prstGeom prst="rect">
            <a:avLst/>
          </a:prstGeom>
        </p:spPr>
      </p:pic>
    </p:spTree>
    <p:extLst>
      <p:ext uri="{BB962C8B-B14F-4D97-AF65-F5344CB8AC3E}">
        <p14:creationId xmlns:p14="http://schemas.microsoft.com/office/powerpoint/2010/main" val="3613849428"/>
      </p:ext>
    </p:extLst>
  </p:cSld>
  <p:clrMapOvr>
    <a:masterClrMapping/>
  </p:clrMapOvr>
  <p:transition>
    <p:fade/>
  </p:transition>
  <p:timing>
    <p:tnLst>
      <p:par>
        <p:cTn id="1" dur="indefinite" restart="never" nodeType="tmRoot"/>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764864207"/>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Only" preserve="1">
  <p:cSld name="2_Title Only">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363703835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3640833"/>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250">
                      <a:schemeClr val="tx2"/>
                    </a:gs>
                    <a:gs pos="100000">
                      <a:schemeClr val="tx2"/>
                    </a:gs>
                  </a:gsLst>
                  <a:lin ang="5400000" scaled="0"/>
                </a:gradFill>
              </a:defRPr>
            </a:lvl1pPr>
          </a:lstStyle>
          <a:p>
            <a:r>
              <a:rPr lang="en-US" dirty="0" smtClean="0"/>
              <a:t>Slide for Developer Code</a:t>
            </a:r>
            <a:endParaRPr lang="en-US" dirty="0"/>
          </a:p>
        </p:txBody>
      </p:sp>
      <p:sp>
        <p:nvSpPr>
          <p:cNvPr id="3" name="Rectangle 2"/>
          <p:cNvSpPr/>
          <p:nvPr userDrawn="1"/>
        </p:nvSpPr>
        <p:spPr bwMode="hidden">
          <a:xfrm>
            <a:off x="0" y="1183501"/>
            <a:ext cx="12187238" cy="58380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endParaRPr lang="en-US" sz="18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18251" y="1482324"/>
            <a:ext cx="11150736" cy="2035642"/>
          </a:xfrm>
        </p:spPr>
        <p:txBody>
          <a:bodyPr/>
          <a:lstStyle>
            <a:lvl1pPr marL="0" indent="0">
              <a:lnSpc>
                <a:spcPct val="95000"/>
              </a:lnSpc>
              <a:buNone/>
              <a:defRPr sz="3200">
                <a:gradFill>
                  <a:gsLst>
                    <a:gs pos="1250">
                      <a:srgbClr val="000000"/>
                    </a:gs>
                    <a:gs pos="100000">
                      <a:srgbClr val="000000"/>
                    </a:gs>
                  </a:gsLst>
                  <a:lin ang="5400000" scaled="0"/>
                </a:gradFill>
                <a:latin typeface="Consolas" pitchFamily="49" charset="0"/>
                <a:cs typeface="Consolas" pitchFamily="49" charset="0"/>
              </a:defRPr>
            </a:lvl1pPr>
            <a:lvl2pPr marL="33969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7303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79843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30185"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80508642"/>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632" y="234055"/>
            <a:ext cx="11150736" cy="680648"/>
          </a:xfrm>
        </p:spPr>
        <p:txBody>
          <a:bodyPr/>
          <a:lstStyle>
            <a:lvl1pPr>
              <a:defRPr sz="4800"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6" name="Text Placeholder 5"/>
          <p:cNvSpPr>
            <a:spLocks noGrp="1"/>
          </p:cNvSpPr>
          <p:nvPr>
            <p:ph type="body" sz="quarter" idx="10" hasCustomPrompt="1"/>
          </p:nvPr>
        </p:nvSpPr>
        <p:spPr bwMode="white">
          <a:xfrm>
            <a:off x="519049" y="1482318"/>
            <a:ext cx="11147561" cy="2092362"/>
          </a:xfrm>
          <a:prstGeom prst="rect">
            <a:avLst/>
          </a:prstGeom>
        </p:spPr>
        <p:txBody>
          <a:bodyPr/>
          <a:lstStyle>
            <a:lvl1pPr marL="342866" indent="-342866">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8587" indent="-285721">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4309" indent="-285721">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2886" indent="-228577">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71463" indent="-228577">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5" y="6387632"/>
            <a:ext cx="12187239" cy="633887"/>
          </a:xfrm>
          <a:prstGeom prst="rect">
            <a:avLst/>
          </a:prstGeom>
          <a:solidFill>
            <a:srgbClr val="FFFF99"/>
          </a:solidFill>
        </p:spPr>
        <p:txBody>
          <a:bodyPr wrap="square" lIns="152394" tIns="76197" rIns="152394" bIns="76197" anchor="b" anchorCtr="0">
            <a:noAutofit/>
          </a:bodyPr>
          <a:lstStyle>
            <a:lvl1pPr algn="r">
              <a:buFont typeface="Arial" pitchFamily="34" charset="0"/>
              <a:buNone/>
              <a:defRPr sz="3600"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Tree>
    <p:extLst>
      <p:ext uri="{BB962C8B-B14F-4D97-AF65-F5344CB8AC3E}">
        <p14:creationId xmlns:p14="http://schemas.microsoft.com/office/powerpoint/2010/main" val="12061795"/>
      </p:ext>
    </p:extLst>
  </p:cSld>
  <p:clrMapOvr>
    <a:masterClrMapping/>
  </p:clrMapOvr>
  <p:transition>
    <p:fade/>
  </p:transition>
  <p:timing>
    <p:tnLst>
      <p:par>
        <p:cTn id="1" dur="indefinite" restart="never" nodeType="tmRoot"/>
      </p:par>
    </p:tn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Title and Content - Bullets">
    <p:spTree>
      <p:nvGrpSpPr>
        <p:cNvPr id="1" name=""/>
        <p:cNvGrpSpPr/>
        <p:nvPr/>
      </p:nvGrpSpPr>
      <p:grpSpPr>
        <a:xfrm>
          <a:off x="0" y="0"/>
          <a:ext cx="0" cy="0"/>
          <a:chOff x="0" y="0"/>
          <a:chExt cx="0" cy="0"/>
        </a:xfrm>
      </p:grpSpPr>
      <p:sp>
        <p:nvSpPr>
          <p:cNvPr id="4" name="Rectangle 3"/>
          <p:cNvSpPr/>
          <p:nvPr userDrawn="1"/>
        </p:nvSpPr>
        <p:spPr bwMode="auto">
          <a:xfrm>
            <a:off x="1" y="3990375"/>
            <a:ext cx="12187238" cy="3031145"/>
          </a:xfrm>
          <a:prstGeom prst="rect">
            <a:avLst/>
          </a:prstGeom>
          <a:solidFill>
            <a:schemeClr val="bg1"/>
          </a:solid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lIns="76154" tIns="38077" rIns="76154" bIns="38077" anchor="ctr"/>
          <a:lstStyle/>
          <a:p>
            <a:pPr algn="ctr" defTabSz="761312">
              <a:defRPr/>
            </a:pPr>
            <a:endParaRPr lang="en-US" sz="1500" dirty="0">
              <a:gradFill>
                <a:gsLst>
                  <a:gs pos="0">
                    <a:srgbClr val="FFFFFF"/>
                  </a:gs>
                  <a:gs pos="100000">
                    <a:srgbClr val="FFFFFF"/>
                  </a:gs>
                </a:gsLst>
                <a:lin ang="5400000" scaled="0"/>
              </a:gradFill>
            </a:endParaRPr>
          </a:p>
        </p:txBody>
      </p:sp>
      <p:sp>
        <p:nvSpPr>
          <p:cNvPr id="6" name="Title 1"/>
          <p:cNvSpPr>
            <a:spLocks noGrp="1"/>
          </p:cNvSpPr>
          <p:nvPr>
            <p:ph type="title"/>
          </p:nvPr>
        </p:nvSpPr>
        <p:spPr>
          <a:xfrm>
            <a:off x="422226" y="446823"/>
            <a:ext cx="11396767" cy="496306"/>
          </a:xfrm>
        </p:spPr>
        <p:txBody>
          <a:bodyPr/>
          <a:lstStyle>
            <a:lvl1pPr algn="l" defTabSz="913990" rtl="0" eaLnBrk="1" latinLnBrk="0" hangingPunct="1">
              <a:lnSpc>
                <a:spcPct val="90000"/>
              </a:lnSpc>
              <a:spcBef>
                <a:spcPct val="0"/>
              </a:spcBef>
              <a:buNone/>
              <a:defRPr lang="en-US" sz="3499" b="0" kern="1200" cap="none" spc="0" baseline="0" dirty="0">
                <a:ln w="3175">
                  <a:noFill/>
                </a:ln>
                <a:solidFill>
                  <a:schemeClr val="tx2">
                    <a:alpha val="99000"/>
                  </a:schemeClr>
                </a:solidFill>
                <a:effectLst/>
                <a:latin typeface="Segoe UI Light" pitchFamily="34" charset="0"/>
                <a:ea typeface="+mn-ea"/>
                <a:cs typeface="Arial" charset="0"/>
              </a:defRPr>
            </a:lvl1pPr>
          </a:lstStyle>
          <a:p>
            <a:r>
              <a:rPr lang="en-US" dirty="0" smtClean="0"/>
              <a:t>Click to edit Master title style</a:t>
            </a:r>
            <a:endParaRPr lang="en-US" dirty="0"/>
          </a:p>
        </p:txBody>
      </p:sp>
      <p:sp>
        <p:nvSpPr>
          <p:cNvPr id="7" name="Text Placeholder 4"/>
          <p:cNvSpPr>
            <a:spLocks noGrp="1"/>
          </p:cNvSpPr>
          <p:nvPr>
            <p:ph type="body" sz="quarter" idx="10"/>
          </p:nvPr>
        </p:nvSpPr>
        <p:spPr>
          <a:xfrm>
            <a:off x="422220" y="1227144"/>
            <a:ext cx="11396766" cy="2035642"/>
          </a:xfrm>
          <a:noFill/>
          <a:ln w="9525">
            <a:noFill/>
            <a:miter lim="800000"/>
            <a:headEnd/>
            <a:tailEnd/>
          </a:ln>
        </p:spPr>
        <p:txBody>
          <a:bodyPr vert="horz" wrap="square" lIns="0" tIns="0" rIns="0" bIns="0" numCol="1" anchor="t" anchorCtr="0" compatLnSpc="1">
            <a:prstTxWarp prst="textNoShape">
              <a:avLst/>
            </a:prstTxWarp>
            <a:spAutoFit/>
          </a:bodyPr>
          <a:lstStyle>
            <a:lvl1pPr marL="380781" indent="-380781">
              <a:buFont typeface="Arial" pitchFamily="34" charset="0"/>
              <a:buChar char="•"/>
              <a:defRPr lang="en-US" dirty="0" smtClean="0"/>
            </a:lvl1pPr>
            <a:lvl2pPr marL="661079" indent="-275008">
              <a:defRPr lang="en-US" baseline="0" dirty="0" smtClean="0"/>
            </a:lvl2pPr>
            <a:lvl3pPr>
              <a:defRPr lang="en-US" baseline="0" dirty="0" smtClean="0"/>
            </a:lvl3pPr>
            <a:lvl4pPr>
              <a:defRPr lang="en-US" baseline="0" dirty="0" smtClean="0"/>
            </a:lvl4pPr>
            <a:lvl5pPr>
              <a:defRPr lang="en-US" dirty="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9" name="Date Placeholder 3"/>
          <p:cNvSpPr txBox="1">
            <a:spLocks/>
          </p:cNvSpPr>
          <p:nvPr userDrawn="1"/>
        </p:nvSpPr>
        <p:spPr>
          <a:xfrm>
            <a:off x="8457266" y="6676961"/>
            <a:ext cx="3245101" cy="215264"/>
          </a:xfrm>
          <a:prstGeom prst="rect">
            <a:avLst/>
          </a:prstGeom>
        </p:spPr>
        <p:txBody>
          <a:bodyPr lIns="0" tIns="0" rIns="0" bIns="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dirty="0">
                <a:solidFill>
                  <a:srgbClr val="000000">
                    <a:lumMod val="65000"/>
                    <a:lumOff val="35000"/>
                  </a:srgbClr>
                </a:solidFill>
              </a:rPr>
              <a:t>Copyright© </a:t>
            </a:r>
            <a:r>
              <a:rPr lang="en-US" sz="900" dirty="0" smtClean="0">
                <a:solidFill>
                  <a:srgbClr val="000000">
                    <a:lumMod val="65000"/>
                    <a:lumOff val="35000"/>
                  </a:srgbClr>
                </a:solidFill>
              </a:rPr>
              <a:t>2012 </a:t>
            </a:r>
            <a:r>
              <a:rPr lang="en-US" sz="900" dirty="0">
                <a:solidFill>
                  <a:srgbClr val="000000">
                    <a:lumMod val="65000"/>
                    <a:lumOff val="35000"/>
                  </a:srgbClr>
                </a:solidFill>
              </a:rPr>
              <a:t>Microsoft Corporation</a:t>
            </a:r>
          </a:p>
        </p:txBody>
      </p:sp>
      <p:sp>
        <p:nvSpPr>
          <p:cNvPr id="10" name="Rectangle 9"/>
          <p:cNvSpPr/>
          <p:nvPr userDrawn="1"/>
        </p:nvSpPr>
        <p:spPr>
          <a:xfrm>
            <a:off x="5527035" y="6676961"/>
            <a:ext cx="1132881" cy="141801"/>
          </a:xfrm>
          <a:prstGeom prst="rect">
            <a:avLst/>
          </a:prstGeom>
        </p:spPr>
        <p:txBody>
          <a:bodyPr wrap="none" lIns="0" tIns="0" rIns="0" bIns="0" anchor="t" anchorCtr="0">
            <a:spAutoFit/>
          </a:bodyPr>
          <a:lstStyle/>
          <a:p>
            <a:pPr defTabSz="914272"/>
            <a:r>
              <a:rPr lang="en-US" sz="900" b="1" dirty="0">
                <a:solidFill>
                  <a:srgbClr val="000000">
                    <a:lumMod val="65000"/>
                    <a:lumOff val="35000"/>
                  </a:srgbClr>
                </a:solidFill>
              </a:rPr>
              <a:t>NDA Disclosure Only</a:t>
            </a:r>
          </a:p>
        </p:txBody>
      </p:sp>
    </p:spTree>
    <p:extLst>
      <p:ext uri="{BB962C8B-B14F-4D97-AF65-F5344CB8AC3E}">
        <p14:creationId xmlns:p14="http://schemas.microsoft.com/office/powerpoint/2010/main" val="686069893"/>
      </p:ext>
    </p:extLst>
  </p:cSld>
  <p:clrMapOvr>
    <a:masterClrMapping/>
  </p:clrMapOvr>
  <p:transition>
    <p:fade/>
  </p:transition>
  <p:timing>
    <p:tnLst>
      <p:par>
        <p:cTn id="1" dur="indefinite" restart="never" nodeType="tmRoot"/>
      </p:par>
    </p:tnLst>
  </p:timing>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4" name="Rectangle 3"/>
          <p:cNvSpPr/>
          <p:nvPr userDrawn="1"/>
        </p:nvSpPr>
        <p:spPr bwMode="auto">
          <a:xfrm>
            <a:off x="0" y="0"/>
            <a:ext cx="12187238" cy="7021513"/>
          </a:xfrm>
          <a:prstGeom prst="rect">
            <a:avLst/>
          </a:prstGeom>
          <a:solidFill>
            <a:schemeClr val="bg1"/>
          </a:solidFill>
          <a:ln>
            <a:noFill/>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6174" tIns="38087" rIns="76174" bIns="38087" numCol="1" rtlCol="0" anchor="ctr" anchorCtr="0" compatLnSpc="1">
            <a:prstTxWarp prst="textNoShape">
              <a:avLst/>
            </a:prstTxWarp>
          </a:bodyPr>
          <a:lstStyle/>
          <a:p>
            <a:pPr algn="ctr" defTabSz="761540"/>
            <a:endParaRPr lang="en-US" sz="1900" dirty="0" smtClean="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p>
            <a:r>
              <a:rPr lang="en-US" smtClean="0"/>
              <a:t>Click to edit Master title style</a:t>
            </a:r>
            <a:endParaRPr lang="en-US"/>
          </a:p>
        </p:txBody>
      </p:sp>
      <p:sp>
        <p:nvSpPr>
          <p:cNvPr id="7" name="Date Placeholder 3"/>
          <p:cNvSpPr txBox="1">
            <a:spLocks/>
          </p:cNvSpPr>
          <p:nvPr userDrawn="1"/>
        </p:nvSpPr>
        <p:spPr>
          <a:xfrm>
            <a:off x="8457266" y="6676959"/>
            <a:ext cx="3245101" cy="215264"/>
          </a:xfrm>
          <a:prstGeom prst="rect">
            <a:avLst/>
          </a:prstGeom>
        </p:spPr>
        <p:txBody>
          <a:bodyPr lIns="0" tIns="0" rIns="0" bIns="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dirty="0">
                <a:solidFill>
                  <a:srgbClr val="000000">
                    <a:lumMod val="65000"/>
                    <a:lumOff val="35000"/>
                  </a:srgbClr>
                </a:solidFill>
              </a:rPr>
              <a:t>Copyright© </a:t>
            </a:r>
            <a:r>
              <a:rPr lang="en-US" sz="900" dirty="0" smtClean="0">
                <a:solidFill>
                  <a:srgbClr val="000000">
                    <a:lumMod val="65000"/>
                    <a:lumOff val="35000"/>
                  </a:srgbClr>
                </a:solidFill>
              </a:rPr>
              <a:t>2012 </a:t>
            </a:r>
            <a:r>
              <a:rPr lang="en-US" sz="900" dirty="0">
                <a:solidFill>
                  <a:srgbClr val="000000">
                    <a:lumMod val="65000"/>
                    <a:lumOff val="35000"/>
                  </a:srgbClr>
                </a:solidFill>
              </a:rPr>
              <a:t>Microsoft Corporation</a:t>
            </a:r>
          </a:p>
        </p:txBody>
      </p:sp>
      <p:sp>
        <p:nvSpPr>
          <p:cNvPr id="8" name="Rectangle 7"/>
          <p:cNvSpPr/>
          <p:nvPr userDrawn="1"/>
        </p:nvSpPr>
        <p:spPr>
          <a:xfrm>
            <a:off x="5527031" y="6676959"/>
            <a:ext cx="1133176" cy="141801"/>
          </a:xfrm>
          <a:prstGeom prst="rect">
            <a:avLst/>
          </a:prstGeom>
        </p:spPr>
        <p:txBody>
          <a:bodyPr wrap="none" lIns="0" tIns="0" rIns="0" bIns="0" anchor="t" anchorCtr="0">
            <a:spAutoFit/>
          </a:bodyPr>
          <a:lstStyle/>
          <a:p>
            <a:pPr defTabSz="914272"/>
            <a:r>
              <a:rPr lang="en-US" sz="900" b="1" dirty="0">
                <a:solidFill>
                  <a:srgbClr val="000000">
                    <a:lumMod val="65000"/>
                    <a:lumOff val="35000"/>
                  </a:srgbClr>
                </a:solidFill>
              </a:rPr>
              <a:t>NDA Disclosure Only</a:t>
            </a:r>
          </a:p>
        </p:txBody>
      </p:sp>
    </p:spTree>
    <p:extLst>
      <p:ext uri="{BB962C8B-B14F-4D97-AF65-F5344CB8AC3E}">
        <p14:creationId xmlns:p14="http://schemas.microsoft.com/office/powerpoint/2010/main" val="316959555"/>
      </p:ext>
    </p:extLst>
  </p:cSld>
  <p:clrMapOvr>
    <a:masterClrMapping/>
  </p:clrMapOvr>
  <p:transition>
    <p:fade/>
  </p:transition>
  <p:timing>
    <p:tnLst>
      <p:par>
        <p:cTn id="1" dur="indefinite" restart="never" nodeType="tmRoot"/>
      </p:par>
    </p:tn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1743986"/>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theme" Target="../theme/theme2.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theme" Target="../theme/theme3.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60.xml"/><Relationship Id="rId7" Type="http://schemas.openxmlformats.org/officeDocument/2006/relationships/slideLayout" Target="../slideLayouts/slideLayout64.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5" Type="http://schemas.openxmlformats.org/officeDocument/2006/relationships/slideLayout" Target="../slideLayouts/slideLayout62.xml"/><Relationship Id="rId4" Type="http://schemas.openxmlformats.org/officeDocument/2006/relationships/slideLayout" Target="../slideLayouts/slideLayout6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18" Type="http://schemas.openxmlformats.org/officeDocument/2006/relationships/slideLayout" Target="../slideLayouts/slideLayout82.xml"/><Relationship Id="rId26" Type="http://schemas.openxmlformats.org/officeDocument/2006/relationships/slideLayout" Target="../slideLayouts/slideLayout90.xml"/><Relationship Id="rId3" Type="http://schemas.openxmlformats.org/officeDocument/2006/relationships/slideLayout" Target="../slideLayouts/slideLayout67.xml"/><Relationship Id="rId21" Type="http://schemas.openxmlformats.org/officeDocument/2006/relationships/slideLayout" Target="../slideLayouts/slideLayout85.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slideLayout" Target="../slideLayouts/slideLayout81.xml"/><Relationship Id="rId25" Type="http://schemas.openxmlformats.org/officeDocument/2006/relationships/slideLayout" Target="../slideLayouts/slideLayout89.xml"/><Relationship Id="rId2" Type="http://schemas.openxmlformats.org/officeDocument/2006/relationships/slideLayout" Target="../slideLayouts/slideLayout66.xml"/><Relationship Id="rId16" Type="http://schemas.openxmlformats.org/officeDocument/2006/relationships/slideLayout" Target="../slideLayouts/slideLayout80.xml"/><Relationship Id="rId20" Type="http://schemas.openxmlformats.org/officeDocument/2006/relationships/slideLayout" Target="../slideLayouts/slideLayout84.xml"/><Relationship Id="rId29" Type="http://schemas.openxmlformats.org/officeDocument/2006/relationships/theme" Target="../theme/theme5.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24" Type="http://schemas.openxmlformats.org/officeDocument/2006/relationships/slideLayout" Target="../slideLayouts/slideLayout88.xml"/><Relationship Id="rId5" Type="http://schemas.openxmlformats.org/officeDocument/2006/relationships/slideLayout" Target="../slideLayouts/slideLayout69.xml"/><Relationship Id="rId15" Type="http://schemas.openxmlformats.org/officeDocument/2006/relationships/slideLayout" Target="../slideLayouts/slideLayout79.xml"/><Relationship Id="rId23" Type="http://schemas.openxmlformats.org/officeDocument/2006/relationships/slideLayout" Target="../slideLayouts/slideLayout87.xml"/><Relationship Id="rId28" Type="http://schemas.openxmlformats.org/officeDocument/2006/relationships/slideLayout" Target="../slideLayouts/slideLayout92.xml"/><Relationship Id="rId10" Type="http://schemas.openxmlformats.org/officeDocument/2006/relationships/slideLayout" Target="../slideLayouts/slideLayout74.xml"/><Relationship Id="rId19" Type="http://schemas.openxmlformats.org/officeDocument/2006/relationships/slideLayout" Target="../slideLayouts/slideLayout83.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 Id="rId22" Type="http://schemas.openxmlformats.org/officeDocument/2006/relationships/slideLayout" Target="../slideLayouts/slideLayout86.xml"/><Relationship Id="rId27" Type="http://schemas.openxmlformats.org/officeDocument/2006/relationships/slideLayout" Target="../slideLayouts/slideLayout9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0.xml"/><Relationship Id="rId13" Type="http://schemas.openxmlformats.org/officeDocument/2006/relationships/slideLayout" Target="../slideLayouts/slideLayout105.xml"/><Relationship Id="rId18" Type="http://schemas.openxmlformats.org/officeDocument/2006/relationships/slideLayout" Target="../slideLayouts/slideLayout110.xml"/><Relationship Id="rId26" Type="http://schemas.openxmlformats.org/officeDocument/2006/relationships/slideLayout" Target="../slideLayouts/slideLayout118.xml"/><Relationship Id="rId3" Type="http://schemas.openxmlformats.org/officeDocument/2006/relationships/slideLayout" Target="../slideLayouts/slideLayout95.xml"/><Relationship Id="rId21" Type="http://schemas.openxmlformats.org/officeDocument/2006/relationships/slideLayout" Target="../slideLayouts/slideLayout113.xml"/><Relationship Id="rId7" Type="http://schemas.openxmlformats.org/officeDocument/2006/relationships/slideLayout" Target="../slideLayouts/slideLayout99.xml"/><Relationship Id="rId12" Type="http://schemas.openxmlformats.org/officeDocument/2006/relationships/slideLayout" Target="../slideLayouts/slideLayout104.xml"/><Relationship Id="rId17" Type="http://schemas.openxmlformats.org/officeDocument/2006/relationships/slideLayout" Target="../slideLayouts/slideLayout109.xml"/><Relationship Id="rId25" Type="http://schemas.openxmlformats.org/officeDocument/2006/relationships/slideLayout" Target="../slideLayouts/slideLayout117.xml"/><Relationship Id="rId2" Type="http://schemas.openxmlformats.org/officeDocument/2006/relationships/slideLayout" Target="../slideLayouts/slideLayout94.xml"/><Relationship Id="rId16" Type="http://schemas.openxmlformats.org/officeDocument/2006/relationships/slideLayout" Target="../slideLayouts/slideLayout108.xml"/><Relationship Id="rId20" Type="http://schemas.openxmlformats.org/officeDocument/2006/relationships/slideLayout" Target="../slideLayouts/slideLayout112.xml"/><Relationship Id="rId29" Type="http://schemas.openxmlformats.org/officeDocument/2006/relationships/theme" Target="../theme/theme6.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24" Type="http://schemas.openxmlformats.org/officeDocument/2006/relationships/slideLayout" Target="../slideLayouts/slideLayout116.xml"/><Relationship Id="rId5" Type="http://schemas.openxmlformats.org/officeDocument/2006/relationships/slideLayout" Target="../slideLayouts/slideLayout97.xml"/><Relationship Id="rId15" Type="http://schemas.openxmlformats.org/officeDocument/2006/relationships/slideLayout" Target="../slideLayouts/slideLayout107.xml"/><Relationship Id="rId23" Type="http://schemas.openxmlformats.org/officeDocument/2006/relationships/slideLayout" Target="../slideLayouts/slideLayout115.xml"/><Relationship Id="rId28" Type="http://schemas.openxmlformats.org/officeDocument/2006/relationships/slideLayout" Target="../slideLayouts/slideLayout120.xml"/><Relationship Id="rId10" Type="http://schemas.openxmlformats.org/officeDocument/2006/relationships/slideLayout" Target="../slideLayouts/slideLayout102.xml"/><Relationship Id="rId19" Type="http://schemas.openxmlformats.org/officeDocument/2006/relationships/slideLayout" Target="../slideLayouts/slideLayout111.xml"/><Relationship Id="rId4" Type="http://schemas.openxmlformats.org/officeDocument/2006/relationships/slideLayout" Target="../slideLayouts/slideLayout96.xml"/><Relationship Id="rId9" Type="http://schemas.openxmlformats.org/officeDocument/2006/relationships/slideLayout" Target="../slideLayouts/slideLayout101.xml"/><Relationship Id="rId14" Type="http://schemas.openxmlformats.org/officeDocument/2006/relationships/slideLayout" Target="../slideLayouts/slideLayout106.xml"/><Relationship Id="rId22" Type="http://schemas.openxmlformats.org/officeDocument/2006/relationships/slideLayout" Target="../slideLayouts/slideLayout114.xml"/><Relationship Id="rId27" Type="http://schemas.openxmlformats.org/officeDocument/2006/relationships/slideLayout" Target="../slideLayouts/slideLayout11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slideLayout" Target="../slideLayouts/slideLayout133.xml"/><Relationship Id="rId18" Type="http://schemas.openxmlformats.org/officeDocument/2006/relationships/slideLayout" Target="../slideLayouts/slideLayout138.xml"/><Relationship Id="rId26" Type="http://schemas.openxmlformats.org/officeDocument/2006/relationships/slideLayout" Target="../slideLayouts/slideLayout146.xml"/><Relationship Id="rId3" Type="http://schemas.openxmlformats.org/officeDocument/2006/relationships/slideLayout" Target="../slideLayouts/slideLayout123.xml"/><Relationship Id="rId21" Type="http://schemas.openxmlformats.org/officeDocument/2006/relationships/slideLayout" Target="../slideLayouts/slideLayout141.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17" Type="http://schemas.openxmlformats.org/officeDocument/2006/relationships/slideLayout" Target="../slideLayouts/slideLayout137.xml"/><Relationship Id="rId25" Type="http://schemas.openxmlformats.org/officeDocument/2006/relationships/slideLayout" Target="../slideLayouts/slideLayout145.xml"/><Relationship Id="rId2" Type="http://schemas.openxmlformats.org/officeDocument/2006/relationships/slideLayout" Target="../slideLayouts/slideLayout122.xml"/><Relationship Id="rId16" Type="http://schemas.openxmlformats.org/officeDocument/2006/relationships/slideLayout" Target="../slideLayouts/slideLayout136.xml"/><Relationship Id="rId20" Type="http://schemas.openxmlformats.org/officeDocument/2006/relationships/slideLayout" Target="../slideLayouts/slideLayout140.xml"/><Relationship Id="rId29" Type="http://schemas.openxmlformats.org/officeDocument/2006/relationships/slideLayout" Target="../slideLayouts/slideLayout149.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24" Type="http://schemas.openxmlformats.org/officeDocument/2006/relationships/slideLayout" Target="../slideLayouts/slideLayout144.xml"/><Relationship Id="rId5" Type="http://schemas.openxmlformats.org/officeDocument/2006/relationships/slideLayout" Target="../slideLayouts/slideLayout125.xml"/><Relationship Id="rId15" Type="http://schemas.openxmlformats.org/officeDocument/2006/relationships/slideLayout" Target="../slideLayouts/slideLayout135.xml"/><Relationship Id="rId23" Type="http://schemas.openxmlformats.org/officeDocument/2006/relationships/slideLayout" Target="../slideLayouts/slideLayout143.xml"/><Relationship Id="rId28" Type="http://schemas.openxmlformats.org/officeDocument/2006/relationships/slideLayout" Target="../slideLayouts/slideLayout148.xml"/><Relationship Id="rId10" Type="http://schemas.openxmlformats.org/officeDocument/2006/relationships/slideLayout" Target="../slideLayouts/slideLayout130.xml"/><Relationship Id="rId19" Type="http://schemas.openxmlformats.org/officeDocument/2006/relationships/slideLayout" Target="../slideLayouts/slideLayout139.xml"/><Relationship Id="rId31" Type="http://schemas.openxmlformats.org/officeDocument/2006/relationships/theme" Target="../theme/theme7.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14" Type="http://schemas.openxmlformats.org/officeDocument/2006/relationships/slideLayout" Target="../slideLayouts/slideLayout134.xml"/><Relationship Id="rId22" Type="http://schemas.openxmlformats.org/officeDocument/2006/relationships/slideLayout" Target="../slideLayouts/slideLayout142.xml"/><Relationship Id="rId27" Type="http://schemas.openxmlformats.org/officeDocument/2006/relationships/slideLayout" Target="../slideLayouts/slideLayout147.xml"/><Relationship Id="rId30" Type="http://schemas.openxmlformats.org/officeDocument/2006/relationships/slideLayout" Target="../slideLayouts/slideLayout1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045" y="234057"/>
            <a:ext cx="11147562" cy="765729"/>
          </a:xfrm>
          <a:prstGeom prst="rect">
            <a:avLst/>
          </a:prstGeom>
        </p:spPr>
        <p:txBody>
          <a:bodyPr vert="horz" wrap="square" lIns="0" tIns="0" rIns="0" bIns="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520633" y="1482321"/>
            <a:ext cx="11150736" cy="2104966"/>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018945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transition>
    <p:fade/>
  </p:transition>
  <p:timing>
    <p:tnLst>
      <p:par>
        <p:cTn id="1" dur="indefinite" restart="never" nodeType="tmRoot"/>
      </p:par>
    </p:tnLst>
  </p:timing>
  <p:hf hdr="0" ftr="0" dt="0"/>
  <p:txStyles>
    <p:titleStyle>
      <a:lvl1pPr algn="l" defTabSz="921922" rtl="0" eaLnBrk="1" latinLnBrk="0" hangingPunct="1">
        <a:lnSpc>
          <a:spcPct val="90000"/>
        </a:lnSpc>
        <a:spcBef>
          <a:spcPct val="0"/>
        </a:spcBef>
        <a:buNone/>
        <a:defRPr lang="en-US" sz="5500" b="0" kern="1200" cap="none" spc="-101"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42534" marR="0" indent="-342534" algn="l" defTabSz="921922" rtl="0" eaLnBrk="1" fontAlgn="auto" latinLnBrk="0" hangingPunct="1">
        <a:lnSpc>
          <a:spcPct val="90000"/>
        </a:lnSpc>
        <a:spcBef>
          <a:spcPct val="20000"/>
        </a:spcBef>
        <a:spcAft>
          <a:spcPts val="0"/>
        </a:spcAft>
        <a:buClrTx/>
        <a:buSzPct val="80000"/>
        <a:buFont typeface="Arial" pitchFamily="34" charset="0"/>
        <a:buChar char="•"/>
        <a:tabLst/>
        <a:defRPr sz="3600" kern="1200" spc="-71" baseline="0">
          <a:gradFill>
            <a:gsLst>
              <a:gs pos="1250">
                <a:schemeClr val="bg2"/>
              </a:gs>
              <a:gs pos="100000">
                <a:schemeClr val="bg2"/>
              </a:gs>
            </a:gsLst>
            <a:lin ang="5400000" scaled="0"/>
          </a:gradFill>
          <a:latin typeface="+mj-lt"/>
          <a:ea typeface="+mn-ea"/>
          <a:cs typeface="+mn-cs"/>
        </a:defRPr>
      </a:lvl1pPr>
      <a:lvl2pPr marL="577824" marR="0" indent="-235292" algn="l" defTabSz="921922"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bg2"/>
              </a:gs>
              <a:gs pos="100000">
                <a:schemeClr val="bg2"/>
              </a:gs>
            </a:gsLst>
            <a:lin ang="5400000" scaled="0"/>
          </a:gradFill>
          <a:latin typeface="+mn-lt"/>
          <a:ea typeface="+mn-ea"/>
          <a:cs typeface="+mn-cs"/>
        </a:defRPr>
      </a:lvl2pPr>
      <a:lvl3pPr marL="805114" marR="0" indent="-227288" algn="l" defTabSz="921922" rtl="0" eaLnBrk="1" fontAlgn="auto" latinLnBrk="0" hangingPunct="1">
        <a:lnSpc>
          <a:spcPct val="90000"/>
        </a:lnSpc>
        <a:spcBef>
          <a:spcPct val="20000"/>
        </a:spcBef>
        <a:spcAft>
          <a:spcPts val="0"/>
        </a:spcAft>
        <a:buClrTx/>
        <a:buSzPct val="90000"/>
        <a:buFont typeface="Wingdings" pitchFamily="2" charset="2"/>
        <a:buChar char=""/>
        <a:tabLst>
          <a:tab pos="805114" algn="l"/>
        </a:tabLst>
        <a:defRPr sz="2400" kern="1200" spc="0" baseline="0">
          <a:gradFill>
            <a:gsLst>
              <a:gs pos="1250">
                <a:schemeClr val="bg2"/>
              </a:gs>
              <a:gs pos="100000">
                <a:schemeClr val="bg2"/>
              </a:gs>
            </a:gsLst>
            <a:lin ang="5400000" scaled="0"/>
          </a:gradFill>
          <a:latin typeface="+mn-lt"/>
          <a:ea typeface="+mn-ea"/>
          <a:cs typeface="+mn-cs"/>
        </a:defRPr>
      </a:lvl3pPr>
      <a:lvl4pPr marL="1038806" marR="0" indent="-233689" algn="l" defTabSz="921922"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bg2"/>
              </a:gs>
              <a:gs pos="100000">
                <a:schemeClr val="bg2"/>
              </a:gs>
            </a:gsLst>
            <a:lin ang="5400000" scaled="0"/>
          </a:gradFill>
          <a:latin typeface="+mn-lt"/>
          <a:ea typeface="+mn-ea"/>
          <a:cs typeface="+mn-cs"/>
        </a:defRPr>
      </a:lvl4pPr>
      <a:lvl5pPr marL="1266094" marR="0" indent="-227288" algn="l" defTabSz="921922" rtl="0" eaLnBrk="1" fontAlgn="auto" latinLnBrk="0" hangingPunct="1">
        <a:lnSpc>
          <a:spcPct val="90000"/>
        </a:lnSpc>
        <a:spcBef>
          <a:spcPct val="20000"/>
        </a:spcBef>
        <a:spcAft>
          <a:spcPts val="0"/>
        </a:spcAft>
        <a:buClrTx/>
        <a:buSzPct val="90000"/>
        <a:buFont typeface="Wingdings" pitchFamily="2" charset="2"/>
        <a:buChar char=""/>
        <a:tabLst>
          <a:tab pos="1266094" algn="l"/>
        </a:tabLst>
        <a:defRPr sz="2000" kern="1200" spc="0" baseline="0">
          <a:gradFill>
            <a:gsLst>
              <a:gs pos="1250">
                <a:schemeClr val="bg2"/>
              </a:gs>
              <a:gs pos="100000">
                <a:schemeClr val="bg2"/>
              </a:gs>
            </a:gsLst>
            <a:lin ang="5400000" scaled="0"/>
          </a:gradFill>
          <a:latin typeface="+mn-lt"/>
          <a:ea typeface="+mn-ea"/>
          <a:cs typeface="+mn-cs"/>
        </a:defRPr>
      </a:lvl5pPr>
      <a:lvl6pPr marL="2535288" indent="-230481" algn="l" defTabSz="92192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96245" indent="-230481" algn="l" defTabSz="92192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57208" indent="-230481" algn="l" defTabSz="92192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18168" indent="-230481" algn="l" defTabSz="92192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21922" rtl="0" eaLnBrk="1" latinLnBrk="0" hangingPunct="1">
        <a:defRPr sz="1900" kern="1200">
          <a:solidFill>
            <a:schemeClr val="tx1"/>
          </a:solidFill>
          <a:latin typeface="+mn-lt"/>
          <a:ea typeface="+mn-ea"/>
          <a:cs typeface="+mn-cs"/>
        </a:defRPr>
      </a:lvl1pPr>
      <a:lvl2pPr marL="460960" algn="l" defTabSz="921922" rtl="0" eaLnBrk="1" latinLnBrk="0" hangingPunct="1">
        <a:defRPr sz="1900" kern="1200">
          <a:solidFill>
            <a:schemeClr val="tx1"/>
          </a:solidFill>
          <a:latin typeface="+mn-lt"/>
          <a:ea typeface="+mn-ea"/>
          <a:cs typeface="+mn-cs"/>
        </a:defRPr>
      </a:lvl2pPr>
      <a:lvl3pPr marL="921922" algn="l" defTabSz="921922" rtl="0" eaLnBrk="1" latinLnBrk="0" hangingPunct="1">
        <a:defRPr sz="1900" kern="1200">
          <a:solidFill>
            <a:schemeClr val="tx1"/>
          </a:solidFill>
          <a:latin typeface="+mn-lt"/>
          <a:ea typeface="+mn-ea"/>
          <a:cs typeface="+mn-cs"/>
        </a:defRPr>
      </a:lvl3pPr>
      <a:lvl4pPr marL="1382882" algn="l" defTabSz="921922" rtl="0" eaLnBrk="1" latinLnBrk="0" hangingPunct="1">
        <a:defRPr sz="1900" kern="1200">
          <a:solidFill>
            <a:schemeClr val="tx1"/>
          </a:solidFill>
          <a:latin typeface="+mn-lt"/>
          <a:ea typeface="+mn-ea"/>
          <a:cs typeface="+mn-cs"/>
        </a:defRPr>
      </a:lvl4pPr>
      <a:lvl5pPr marL="1843845" algn="l" defTabSz="921922" rtl="0" eaLnBrk="1" latinLnBrk="0" hangingPunct="1">
        <a:defRPr sz="1900" kern="1200">
          <a:solidFill>
            <a:schemeClr val="tx1"/>
          </a:solidFill>
          <a:latin typeface="+mn-lt"/>
          <a:ea typeface="+mn-ea"/>
          <a:cs typeface="+mn-cs"/>
        </a:defRPr>
      </a:lvl5pPr>
      <a:lvl6pPr marL="2304802" algn="l" defTabSz="921922" rtl="0" eaLnBrk="1" latinLnBrk="0" hangingPunct="1">
        <a:defRPr sz="1900" kern="1200">
          <a:solidFill>
            <a:schemeClr val="tx1"/>
          </a:solidFill>
          <a:latin typeface="+mn-lt"/>
          <a:ea typeface="+mn-ea"/>
          <a:cs typeface="+mn-cs"/>
        </a:defRPr>
      </a:lvl6pPr>
      <a:lvl7pPr marL="2765766" algn="l" defTabSz="921922" rtl="0" eaLnBrk="1" latinLnBrk="0" hangingPunct="1">
        <a:defRPr sz="1900" kern="1200">
          <a:solidFill>
            <a:schemeClr val="tx1"/>
          </a:solidFill>
          <a:latin typeface="+mn-lt"/>
          <a:ea typeface="+mn-ea"/>
          <a:cs typeface="+mn-cs"/>
        </a:defRPr>
      </a:lvl7pPr>
      <a:lvl8pPr marL="3226727" algn="l" defTabSz="921922" rtl="0" eaLnBrk="1" latinLnBrk="0" hangingPunct="1">
        <a:defRPr sz="1900" kern="1200">
          <a:solidFill>
            <a:schemeClr val="tx1"/>
          </a:solidFill>
          <a:latin typeface="+mn-lt"/>
          <a:ea typeface="+mn-ea"/>
          <a:cs typeface="+mn-cs"/>
        </a:defRPr>
      </a:lvl8pPr>
      <a:lvl9pPr marL="3687688" algn="l" defTabSz="921922"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045" y="234057"/>
            <a:ext cx="11147562" cy="765729"/>
          </a:xfrm>
          <a:prstGeom prst="rect">
            <a:avLst/>
          </a:prstGeom>
        </p:spPr>
        <p:txBody>
          <a:bodyPr vert="horz" wrap="square" lIns="0" tIns="0" rIns="0" bIns="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520633" y="1482321"/>
            <a:ext cx="11150736" cy="2104966"/>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5402937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Lst>
  <p:transition>
    <p:fade/>
  </p:transition>
  <p:timing>
    <p:tnLst>
      <p:par>
        <p:cTn id="1" dur="indefinite" restart="never" nodeType="tmRoot"/>
      </p:par>
    </p:tnLst>
  </p:timing>
  <p:hf hdr="0" ftr="0" dt="0"/>
  <p:txStyles>
    <p:titleStyle>
      <a:lvl1pPr algn="l" defTabSz="921960" rtl="0" eaLnBrk="1" latinLnBrk="0" hangingPunct="1">
        <a:lnSpc>
          <a:spcPct val="90000"/>
        </a:lnSpc>
        <a:spcBef>
          <a:spcPct val="0"/>
        </a:spcBef>
        <a:buNone/>
        <a:defRPr lang="en-US" sz="5500" b="0" kern="1200" cap="none" spc="-101"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42548" marR="0" indent="-342548" algn="l" defTabSz="921960" rtl="0" eaLnBrk="1" fontAlgn="auto" latinLnBrk="0" hangingPunct="1">
        <a:lnSpc>
          <a:spcPct val="90000"/>
        </a:lnSpc>
        <a:spcBef>
          <a:spcPct val="20000"/>
        </a:spcBef>
        <a:spcAft>
          <a:spcPts val="0"/>
        </a:spcAft>
        <a:buClrTx/>
        <a:buSzPct val="80000"/>
        <a:buFont typeface="Arial" pitchFamily="34" charset="0"/>
        <a:buChar char="•"/>
        <a:tabLst/>
        <a:defRPr sz="3600" kern="1200" spc="-71" baseline="0">
          <a:gradFill>
            <a:gsLst>
              <a:gs pos="1250">
                <a:schemeClr val="bg2"/>
              </a:gs>
              <a:gs pos="100000">
                <a:schemeClr val="bg2"/>
              </a:gs>
            </a:gsLst>
            <a:lin ang="5400000" scaled="0"/>
          </a:gradFill>
          <a:latin typeface="+mj-lt"/>
          <a:ea typeface="+mn-ea"/>
          <a:cs typeface="+mn-cs"/>
        </a:defRPr>
      </a:lvl1pPr>
      <a:lvl2pPr marL="577849" marR="0" indent="-235302" algn="l" defTabSz="921960"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bg2"/>
              </a:gs>
              <a:gs pos="100000">
                <a:schemeClr val="bg2"/>
              </a:gs>
            </a:gsLst>
            <a:lin ang="5400000" scaled="0"/>
          </a:gradFill>
          <a:latin typeface="+mn-lt"/>
          <a:ea typeface="+mn-ea"/>
          <a:cs typeface="+mn-cs"/>
        </a:defRPr>
      </a:lvl2pPr>
      <a:lvl3pPr marL="805148" marR="0" indent="-227298" algn="l" defTabSz="921960" rtl="0" eaLnBrk="1" fontAlgn="auto" latinLnBrk="0" hangingPunct="1">
        <a:lnSpc>
          <a:spcPct val="90000"/>
        </a:lnSpc>
        <a:spcBef>
          <a:spcPct val="20000"/>
        </a:spcBef>
        <a:spcAft>
          <a:spcPts val="0"/>
        </a:spcAft>
        <a:buClrTx/>
        <a:buSzPct val="90000"/>
        <a:buFont typeface="Wingdings" pitchFamily="2" charset="2"/>
        <a:buChar char=""/>
        <a:tabLst>
          <a:tab pos="805148" algn="l"/>
        </a:tabLst>
        <a:defRPr sz="2400" kern="1200" spc="0" baseline="0">
          <a:gradFill>
            <a:gsLst>
              <a:gs pos="1250">
                <a:schemeClr val="bg2"/>
              </a:gs>
              <a:gs pos="100000">
                <a:schemeClr val="bg2"/>
              </a:gs>
            </a:gsLst>
            <a:lin ang="5400000" scaled="0"/>
          </a:gradFill>
          <a:latin typeface="+mn-lt"/>
          <a:ea typeface="+mn-ea"/>
          <a:cs typeface="+mn-cs"/>
        </a:defRPr>
      </a:lvl3pPr>
      <a:lvl4pPr marL="1038849" marR="0" indent="-233700" algn="l" defTabSz="921960"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bg2"/>
              </a:gs>
              <a:gs pos="100000">
                <a:schemeClr val="bg2"/>
              </a:gs>
            </a:gsLst>
            <a:lin ang="5400000" scaled="0"/>
          </a:gradFill>
          <a:latin typeface="+mn-lt"/>
          <a:ea typeface="+mn-ea"/>
          <a:cs typeface="+mn-cs"/>
        </a:defRPr>
      </a:lvl4pPr>
      <a:lvl5pPr marL="1266147" marR="0" indent="-227298" algn="l" defTabSz="921960" rtl="0" eaLnBrk="1" fontAlgn="auto" latinLnBrk="0" hangingPunct="1">
        <a:lnSpc>
          <a:spcPct val="90000"/>
        </a:lnSpc>
        <a:spcBef>
          <a:spcPct val="20000"/>
        </a:spcBef>
        <a:spcAft>
          <a:spcPts val="0"/>
        </a:spcAft>
        <a:buClrTx/>
        <a:buSzPct val="90000"/>
        <a:buFont typeface="Wingdings" pitchFamily="2" charset="2"/>
        <a:buChar char=""/>
        <a:tabLst>
          <a:tab pos="1266147" algn="l"/>
        </a:tabLst>
        <a:defRPr sz="2000" kern="1200" spc="0" baseline="0">
          <a:gradFill>
            <a:gsLst>
              <a:gs pos="1250">
                <a:schemeClr val="bg2"/>
              </a:gs>
              <a:gs pos="100000">
                <a:schemeClr val="bg2"/>
              </a:gs>
            </a:gsLst>
            <a:lin ang="5400000" scaled="0"/>
          </a:gradFill>
          <a:latin typeface="+mn-lt"/>
          <a:ea typeface="+mn-ea"/>
          <a:cs typeface="+mn-cs"/>
        </a:defRPr>
      </a:lvl5pPr>
      <a:lvl6pPr marL="2535393" indent="-230491" algn="l" defTabSz="92196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96370" indent="-230491" algn="l" defTabSz="92196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57352" indent="-230491" algn="l" defTabSz="92196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18332" indent="-230491" algn="l" defTabSz="92196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21960" rtl="0" eaLnBrk="1" latinLnBrk="0" hangingPunct="1">
        <a:defRPr sz="1900" kern="1200">
          <a:solidFill>
            <a:schemeClr val="tx1"/>
          </a:solidFill>
          <a:latin typeface="+mn-lt"/>
          <a:ea typeface="+mn-ea"/>
          <a:cs typeface="+mn-cs"/>
        </a:defRPr>
      </a:lvl1pPr>
      <a:lvl2pPr marL="460980" algn="l" defTabSz="921960" rtl="0" eaLnBrk="1" latinLnBrk="0" hangingPunct="1">
        <a:defRPr sz="1900" kern="1200">
          <a:solidFill>
            <a:schemeClr val="tx1"/>
          </a:solidFill>
          <a:latin typeface="+mn-lt"/>
          <a:ea typeface="+mn-ea"/>
          <a:cs typeface="+mn-cs"/>
        </a:defRPr>
      </a:lvl2pPr>
      <a:lvl3pPr marL="921960" algn="l" defTabSz="921960" rtl="0" eaLnBrk="1" latinLnBrk="0" hangingPunct="1">
        <a:defRPr sz="1900" kern="1200">
          <a:solidFill>
            <a:schemeClr val="tx1"/>
          </a:solidFill>
          <a:latin typeface="+mn-lt"/>
          <a:ea typeface="+mn-ea"/>
          <a:cs typeface="+mn-cs"/>
        </a:defRPr>
      </a:lvl3pPr>
      <a:lvl4pPr marL="1382940" algn="l" defTabSz="921960" rtl="0" eaLnBrk="1" latinLnBrk="0" hangingPunct="1">
        <a:defRPr sz="1900" kern="1200">
          <a:solidFill>
            <a:schemeClr val="tx1"/>
          </a:solidFill>
          <a:latin typeface="+mn-lt"/>
          <a:ea typeface="+mn-ea"/>
          <a:cs typeface="+mn-cs"/>
        </a:defRPr>
      </a:lvl4pPr>
      <a:lvl5pPr marL="1843921" algn="l" defTabSz="921960" rtl="0" eaLnBrk="1" latinLnBrk="0" hangingPunct="1">
        <a:defRPr sz="1900" kern="1200">
          <a:solidFill>
            <a:schemeClr val="tx1"/>
          </a:solidFill>
          <a:latin typeface="+mn-lt"/>
          <a:ea typeface="+mn-ea"/>
          <a:cs typeface="+mn-cs"/>
        </a:defRPr>
      </a:lvl5pPr>
      <a:lvl6pPr marL="2304899" algn="l" defTabSz="921960" rtl="0" eaLnBrk="1" latinLnBrk="0" hangingPunct="1">
        <a:defRPr sz="1900" kern="1200">
          <a:solidFill>
            <a:schemeClr val="tx1"/>
          </a:solidFill>
          <a:latin typeface="+mn-lt"/>
          <a:ea typeface="+mn-ea"/>
          <a:cs typeface="+mn-cs"/>
        </a:defRPr>
      </a:lvl6pPr>
      <a:lvl7pPr marL="2765881" algn="l" defTabSz="921960" rtl="0" eaLnBrk="1" latinLnBrk="0" hangingPunct="1">
        <a:defRPr sz="1900" kern="1200">
          <a:solidFill>
            <a:schemeClr val="tx1"/>
          </a:solidFill>
          <a:latin typeface="+mn-lt"/>
          <a:ea typeface="+mn-ea"/>
          <a:cs typeface="+mn-cs"/>
        </a:defRPr>
      </a:lvl7pPr>
      <a:lvl8pPr marL="3226861" algn="l" defTabSz="921960" rtl="0" eaLnBrk="1" latinLnBrk="0" hangingPunct="1">
        <a:defRPr sz="1900" kern="1200">
          <a:solidFill>
            <a:schemeClr val="tx1"/>
          </a:solidFill>
          <a:latin typeface="+mn-lt"/>
          <a:ea typeface="+mn-ea"/>
          <a:cs typeface="+mn-cs"/>
        </a:defRPr>
      </a:lvl8pPr>
      <a:lvl9pPr marL="3687841" algn="l" defTabSz="92196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045" y="234054"/>
            <a:ext cx="11147562" cy="765729"/>
          </a:xfrm>
          <a:prstGeom prst="rect">
            <a:avLst/>
          </a:prstGeom>
        </p:spPr>
        <p:txBody>
          <a:bodyPr vert="horz" wrap="square" lIns="0" tIns="0" rIns="0" bIns="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520633" y="1482321"/>
            <a:ext cx="11150736" cy="2104966"/>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47378813"/>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Lst>
  <p:transition>
    <p:fade/>
  </p:transition>
  <p:timing>
    <p:tnLst>
      <p:par>
        <p:cTn id="1" dur="indefinite" restart="never" nodeType="tmRoot"/>
      </p:par>
    </p:tnLst>
  </p:timing>
  <p:hf hdr="0" ftr="0" dt="0"/>
  <p:txStyles>
    <p:titleStyle>
      <a:lvl1pPr algn="l" defTabSz="922076" rtl="0" eaLnBrk="1" latinLnBrk="0" hangingPunct="1">
        <a:lnSpc>
          <a:spcPct val="90000"/>
        </a:lnSpc>
        <a:spcBef>
          <a:spcPct val="0"/>
        </a:spcBef>
        <a:buNone/>
        <a:defRPr lang="en-US" sz="5500" b="0" kern="1200" cap="none" spc="-101"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42591" marR="0" indent="-342591" algn="l" defTabSz="922076" rtl="0" eaLnBrk="1" fontAlgn="auto" latinLnBrk="0" hangingPunct="1">
        <a:lnSpc>
          <a:spcPct val="90000"/>
        </a:lnSpc>
        <a:spcBef>
          <a:spcPct val="20000"/>
        </a:spcBef>
        <a:spcAft>
          <a:spcPts val="0"/>
        </a:spcAft>
        <a:buClrTx/>
        <a:buSzPct val="80000"/>
        <a:buFont typeface="Arial" pitchFamily="34" charset="0"/>
        <a:buChar char="•"/>
        <a:tabLst/>
        <a:defRPr sz="3600" kern="1200" spc="-71" baseline="0">
          <a:gradFill>
            <a:gsLst>
              <a:gs pos="1250">
                <a:schemeClr val="bg2"/>
              </a:gs>
              <a:gs pos="100000">
                <a:schemeClr val="bg2"/>
              </a:gs>
            </a:gsLst>
            <a:lin ang="5400000" scaled="0"/>
          </a:gradFill>
          <a:latin typeface="+mj-lt"/>
          <a:ea typeface="+mn-ea"/>
          <a:cs typeface="+mn-cs"/>
        </a:defRPr>
      </a:lvl1pPr>
      <a:lvl2pPr marL="577921" marR="0" indent="-235332" algn="l" defTabSz="922076"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bg2"/>
              </a:gs>
              <a:gs pos="100000">
                <a:schemeClr val="bg2"/>
              </a:gs>
            </a:gsLst>
            <a:lin ang="5400000" scaled="0"/>
          </a:gradFill>
          <a:latin typeface="+mn-lt"/>
          <a:ea typeface="+mn-ea"/>
          <a:cs typeface="+mn-cs"/>
        </a:defRPr>
      </a:lvl2pPr>
      <a:lvl3pPr marL="805249" marR="0" indent="-227326" algn="l" defTabSz="922076" rtl="0" eaLnBrk="1" fontAlgn="auto" latinLnBrk="0" hangingPunct="1">
        <a:lnSpc>
          <a:spcPct val="90000"/>
        </a:lnSpc>
        <a:spcBef>
          <a:spcPct val="20000"/>
        </a:spcBef>
        <a:spcAft>
          <a:spcPts val="0"/>
        </a:spcAft>
        <a:buClrTx/>
        <a:buSzPct val="90000"/>
        <a:buFont typeface="Wingdings" pitchFamily="2" charset="2"/>
        <a:buChar char=""/>
        <a:tabLst>
          <a:tab pos="805249" algn="l"/>
        </a:tabLst>
        <a:defRPr sz="2400" kern="1200" spc="0" baseline="0">
          <a:gradFill>
            <a:gsLst>
              <a:gs pos="1250">
                <a:schemeClr val="bg2"/>
              </a:gs>
              <a:gs pos="100000">
                <a:schemeClr val="bg2"/>
              </a:gs>
            </a:gsLst>
            <a:lin ang="5400000" scaled="0"/>
          </a:gradFill>
          <a:latin typeface="+mn-lt"/>
          <a:ea typeface="+mn-ea"/>
          <a:cs typeface="+mn-cs"/>
        </a:defRPr>
      </a:lvl3pPr>
      <a:lvl4pPr marL="1038978" marR="0" indent="-233729" algn="l" defTabSz="922076"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bg2"/>
              </a:gs>
              <a:gs pos="100000">
                <a:schemeClr val="bg2"/>
              </a:gs>
            </a:gsLst>
            <a:lin ang="5400000" scaled="0"/>
          </a:gradFill>
          <a:latin typeface="+mn-lt"/>
          <a:ea typeface="+mn-ea"/>
          <a:cs typeface="+mn-cs"/>
        </a:defRPr>
      </a:lvl4pPr>
      <a:lvl5pPr marL="1266304" marR="0" indent="-227326" algn="l" defTabSz="922076" rtl="0" eaLnBrk="1" fontAlgn="auto" latinLnBrk="0" hangingPunct="1">
        <a:lnSpc>
          <a:spcPct val="90000"/>
        </a:lnSpc>
        <a:spcBef>
          <a:spcPct val="20000"/>
        </a:spcBef>
        <a:spcAft>
          <a:spcPts val="0"/>
        </a:spcAft>
        <a:buClrTx/>
        <a:buSzPct val="90000"/>
        <a:buFont typeface="Wingdings" pitchFamily="2" charset="2"/>
        <a:buChar char=""/>
        <a:tabLst>
          <a:tab pos="1266304" algn="l"/>
        </a:tabLst>
        <a:defRPr sz="2000" kern="1200" spc="0" baseline="0">
          <a:gradFill>
            <a:gsLst>
              <a:gs pos="1250">
                <a:schemeClr val="bg2"/>
              </a:gs>
              <a:gs pos="100000">
                <a:schemeClr val="bg2"/>
              </a:gs>
            </a:gsLst>
            <a:lin ang="5400000" scaled="0"/>
          </a:gradFill>
          <a:latin typeface="+mn-lt"/>
          <a:ea typeface="+mn-ea"/>
          <a:cs typeface="+mn-cs"/>
        </a:defRPr>
      </a:lvl5pPr>
      <a:lvl6pPr marL="2535708" indent="-230519" algn="l" defTabSz="92207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96746" indent="-230519" algn="l" defTabSz="92207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57783" indent="-230519" algn="l" defTabSz="92207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18821" indent="-230519" algn="l" defTabSz="92207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22076" rtl="0" eaLnBrk="1" latinLnBrk="0" hangingPunct="1">
        <a:defRPr sz="1900" kern="1200">
          <a:solidFill>
            <a:schemeClr val="tx1"/>
          </a:solidFill>
          <a:latin typeface="+mn-lt"/>
          <a:ea typeface="+mn-ea"/>
          <a:cs typeface="+mn-cs"/>
        </a:defRPr>
      </a:lvl1pPr>
      <a:lvl2pPr marL="461038" algn="l" defTabSz="922076" rtl="0" eaLnBrk="1" latinLnBrk="0" hangingPunct="1">
        <a:defRPr sz="1900" kern="1200">
          <a:solidFill>
            <a:schemeClr val="tx1"/>
          </a:solidFill>
          <a:latin typeface="+mn-lt"/>
          <a:ea typeface="+mn-ea"/>
          <a:cs typeface="+mn-cs"/>
        </a:defRPr>
      </a:lvl2pPr>
      <a:lvl3pPr marL="922076" algn="l" defTabSz="922076" rtl="0" eaLnBrk="1" latinLnBrk="0" hangingPunct="1">
        <a:defRPr sz="1900" kern="1200">
          <a:solidFill>
            <a:schemeClr val="tx1"/>
          </a:solidFill>
          <a:latin typeface="+mn-lt"/>
          <a:ea typeface="+mn-ea"/>
          <a:cs typeface="+mn-cs"/>
        </a:defRPr>
      </a:lvl3pPr>
      <a:lvl4pPr marL="1383113" algn="l" defTabSz="922076" rtl="0" eaLnBrk="1" latinLnBrk="0" hangingPunct="1">
        <a:defRPr sz="1900" kern="1200">
          <a:solidFill>
            <a:schemeClr val="tx1"/>
          </a:solidFill>
          <a:latin typeface="+mn-lt"/>
          <a:ea typeface="+mn-ea"/>
          <a:cs typeface="+mn-cs"/>
        </a:defRPr>
      </a:lvl4pPr>
      <a:lvl5pPr marL="1844151" algn="l" defTabSz="922076" rtl="0" eaLnBrk="1" latinLnBrk="0" hangingPunct="1">
        <a:defRPr sz="1900" kern="1200">
          <a:solidFill>
            <a:schemeClr val="tx1"/>
          </a:solidFill>
          <a:latin typeface="+mn-lt"/>
          <a:ea typeface="+mn-ea"/>
          <a:cs typeface="+mn-cs"/>
        </a:defRPr>
      </a:lvl5pPr>
      <a:lvl6pPr marL="2305189" algn="l" defTabSz="922076" rtl="0" eaLnBrk="1" latinLnBrk="0" hangingPunct="1">
        <a:defRPr sz="1900" kern="1200">
          <a:solidFill>
            <a:schemeClr val="tx1"/>
          </a:solidFill>
          <a:latin typeface="+mn-lt"/>
          <a:ea typeface="+mn-ea"/>
          <a:cs typeface="+mn-cs"/>
        </a:defRPr>
      </a:lvl6pPr>
      <a:lvl7pPr marL="2766227" algn="l" defTabSz="922076" rtl="0" eaLnBrk="1" latinLnBrk="0" hangingPunct="1">
        <a:defRPr sz="1900" kern="1200">
          <a:solidFill>
            <a:schemeClr val="tx1"/>
          </a:solidFill>
          <a:latin typeface="+mn-lt"/>
          <a:ea typeface="+mn-ea"/>
          <a:cs typeface="+mn-cs"/>
        </a:defRPr>
      </a:lvl7pPr>
      <a:lvl8pPr marL="3227264" algn="l" defTabSz="922076" rtl="0" eaLnBrk="1" latinLnBrk="0" hangingPunct="1">
        <a:defRPr sz="1900" kern="1200">
          <a:solidFill>
            <a:schemeClr val="tx1"/>
          </a:solidFill>
          <a:latin typeface="+mn-lt"/>
          <a:ea typeface="+mn-ea"/>
          <a:cs typeface="+mn-cs"/>
        </a:defRPr>
      </a:lvl8pPr>
      <a:lvl9pPr marL="3688302" algn="l" defTabSz="922076" rtl="0" eaLnBrk="1" latinLnBrk="0" hangingPunct="1">
        <a:defRPr sz="19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045" y="234051"/>
            <a:ext cx="11147561" cy="765729"/>
          </a:xfrm>
          <a:prstGeom prst="rect">
            <a:avLst/>
          </a:prstGeom>
        </p:spPr>
        <p:txBody>
          <a:bodyPr vert="horz" wrap="square" lIns="0" tIns="0" rIns="0" bIns="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520632" y="1482320"/>
            <a:ext cx="11150736" cy="2104966"/>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48595698"/>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48" r:id="rId3"/>
    <p:sldLayoutId id="2147483749" r:id="rId4"/>
    <p:sldLayoutId id="2147483750" r:id="rId5"/>
    <p:sldLayoutId id="2147483751" r:id="rId6"/>
    <p:sldLayoutId id="2147483752" r:id="rId7"/>
  </p:sldLayoutIdLst>
  <p:transition>
    <p:fade/>
  </p:transition>
  <p:timing>
    <p:tnLst>
      <p:par>
        <p:cTn id="1" dur="indefinite" restart="never" nodeType="tmRoot"/>
      </p:par>
    </p:tnLst>
  </p:timing>
  <p:hf hdr="0" ftr="0" dt="0"/>
  <p:txStyles>
    <p:titleStyle>
      <a:lvl1pPr algn="l" defTabSz="914363" rtl="0" eaLnBrk="1" latinLnBrk="0" hangingPunct="1">
        <a:lnSpc>
          <a:spcPct val="90000"/>
        </a:lnSpc>
        <a:spcBef>
          <a:spcPct val="0"/>
        </a:spcBef>
        <a:buNone/>
        <a:defRPr lang="en-US" sz="5400" b="0" kern="1200" cap="none" spc="-100"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39725" marR="0" indent="-339725" algn="l" defTabSz="914363" rtl="0" eaLnBrk="1" fontAlgn="auto" latinLnBrk="0" hangingPunct="1">
        <a:lnSpc>
          <a:spcPct val="90000"/>
        </a:lnSpc>
        <a:spcBef>
          <a:spcPct val="20000"/>
        </a:spcBef>
        <a:spcAft>
          <a:spcPts val="0"/>
        </a:spcAft>
        <a:buClrTx/>
        <a:buSzPct val="80000"/>
        <a:buFont typeface="Arial" pitchFamily="34" charset="0"/>
        <a:buChar char="•"/>
        <a:tabLst/>
        <a:defRPr sz="3600" kern="1200" spc="-70" baseline="0">
          <a:gradFill>
            <a:gsLst>
              <a:gs pos="1250">
                <a:schemeClr val="bg2"/>
              </a:gs>
              <a:gs pos="100000">
                <a:schemeClr val="bg2"/>
              </a:gs>
            </a:gsLst>
            <a:lin ang="5400000" scaled="0"/>
          </a:gradFill>
          <a:latin typeface="+mj-lt"/>
          <a:ea typeface="+mn-ea"/>
          <a:cs typeface="+mn-cs"/>
        </a:defRPr>
      </a:lvl1pPr>
      <a:lvl2pPr marL="573088" marR="0" indent="-233363" algn="l" defTabSz="914363"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bg2"/>
              </a:gs>
              <a:gs pos="100000">
                <a:schemeClr val="bg2"/>
              </a:gs>
            </a:gsLst>
            <a:lin ang="5400000" scaled="0"/>
          </a:gradFill>
          <a:latin typeface="+mn-lt"/>
          <a:ea typeface="+mn-ea"/>
          <a:cs typeface="+mn-cs"/>
        </a:defRPr>
      </a:lvl2pPr>
      <a:lvl3pPr marL="7985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798513" algn="l"/>
        </a:tabLst>
        <a:defRPr sz="2400" kern="1200" spc="0" baseline="0">
          <a:gradFill>
            <a:gsLst>
              <a:gs pos="1250">
                <a:schemeClr val="bg2"/>
              </a:gs>
              <a:gs pos="100000">
                <a:schemeClr val="bg2"/>
              </a:gs>
            </a:gsLst>
            <a:lin ang="5400000" scaled="0"/>
          </a:gradFill>
          <a:latin typeface="+mn-lt"/>
          <a:ea typeface="+mn-ea"/>
          <a:cs typeface="+mn-cs"/>
        </a:defRPr>
      </a:lvl3pPr>
      <a:lvl4pPr marL="1030288" marR="0" indent="-231775" algn="l" defTabSz="914363"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bg2"/>
              </a:gs>
              <a:gs pos="100000">
                <a:schemeClr val="bg2"/>
              </a:gs>
            </a:gsLst>
            <a:lin ang="5400000" scaled="0"/>
          </a:gradFill>
          <a:latin typeface="+mn-lt"/>
          <a:ea typeface="+mn-ea"/>
          <a:cs typeface="+mn-cs"/>
        </a:defRPr>
      </a:lvl4pPr>
      <a:lvl5pPr marL="12557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1255713" algn="l"/>
        </a:tabLst>
        <a:defRPr sz="2000" kern="1200" spc="0" baseline="0">
          <a:gradFill>
            <a:gsLst>
              <a:gs pos="1250">
                <a:schemeClr val="bg2"/>
              </a:gs>
              <a:gs pos="100000">
                <a:schemeClr val="bg2"/>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058" y="234074"/>
            <a:ext cx="11147561" cy="765729"/>
          </a:xfrm>
          <a:prstGeom prst="rect">
            <a:avLst/>
          </a:prstGeom>
        </p:spPr>
        <p:txBody>
          <a:bodyPr vert="horz" wrap="square" lIns="0" tIns="0" rIns="0" bIns="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520641" y="1482338"/>
            <a:ext cx="11150736" cy="2104966"/>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94325361"/>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 id="2147483772" r:id="rId19"/>
    <p:sldLayoutId id="2147483773" r:id="rId20"/>
    <p:sldLayoutId id="2147483774" r:id="rId21"/>
    <p:sldLayoutId id="2147483775" r:id="rId22"/>
    <p:sldLayoutId id="2147483776" r:id="rId23"/>
    <p:sldLayoutId id="2147483777" r:id="rId24"/>
    <p:sldLayoutId id="2147483778" r:id="rId25"/>
    <p:sldLayoutId id="2147483779" r:id="rId26"/>
    <p:sldLayoutId id="2147483780" r:id="rId27"/>
    <p:sldLayoutId id="2147483781" r:id="rId28"/>
  </p:sldLayoutIdLst>
  <p:transition>
    <p:fade/>
  </p:transition>
  <p:timing>
    <p:tnLst>
      <p:par>
        <p:cTn id="1" dur="indefinite" restart="never" nodeType="tmRoot"/>
      </p:par>
    </p:tnLst>
  </p:timing>
  <p:txStyles>
    <p:titleStyle>
      <a:lvl1pPr algn="l" defTabSz="913952" rtl="0" eaLnBrk="1" latinLnBrk="0" hangingPunct="1">
        <a:lnSpc>
          <a:spcPct val="90000"/>
        </a:lnSpc>
        <a:spcBef>
          <a:spcPct val="0"/>
        </a:spcBef>
        <a:buNone/>
        <a:defRPr lang="en-US" sz="5497" b="0" kern="1200" cap="none" spc="-100"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39573" marR="0" indent="-339573" algn="l" defTabSz="913952" rtl="0" eaLnBrk="1" fontAlgn="auto" latinLnBrk="0" hangingPunct="1">
        <a:lnSpc>
          <a:spcPct val="90000"/>
        </a:lnSpc>
        <a:spcBef>
          <a:spcPct val="20000"/>
        </a:spcBef>
        <a:spcAft>
          <a:spcPts val="0"/>
        </a:spcAft>
        <a:buClrTx/>
        <a:buSzPct val="80000"/>
        <a:buFont typeface="Arial" pitchFamily="34" charset="0"/>
        <a:buChar char="•"/>
        <a:tabLst/>
        <a:defRPr sz="3599" kern="1200" spc="-71" baseline="0">
          <a:gradFill>
            <a:gsLst>
              <a:gs pos="1250">
                <a:schemeClr val="bg2"/>
              </a:gs>
              <a:gs pos="100000">
                <a:schemeClr val="bg2"/>
              </a:gs>
            </a:gsLst>
            <a:lin ang="5400000" scaled="0"/>
          </a:gradFill>
          <a:latin typeface="+mj-lt"/>
          <a:ea typeface="+mn-ea"/>
          <a:cs typeface="+mn-cs"/>
        </a:defRPr>
      </a:lvl1pPr>
      <a:lvl2pPr marL="572831" marR="0" indent="-233258" algn="l" defTabSz="913952" rtl="0" eaLnBrk="1" fontAlgn="auto" latinLnBrk="0" hangingPunct="1">
        <a:lnSpc>
          <a:spcPct val="90000"/>
        </a:lnSpc>
        <a:spcBef>
          <a:spcPct val="20000"/>
        </a:spcBef>
        <a:spcAft>
          <a:spcPts val="0"/>
        </a:spcAft>
        <a:buClrTx/>
        <a:buSzPct val="90000"/>
        <a:buFont typeface="Wingdings" pitchFamily="2" charset="2"/>
        <a:buChar char=""/>
        <a:tabLst/>
        <a:defRPr sz="2399" kern="1200" spc="0" baseline="0">
          <a:gradFill>
            <a:gsLst>
              <a:gs pos="1250">
                <a:schemeClr val="bg2"/>
              </a:gs>
              <a:gs pos="100000">
                <a:schemeClr val="bg2"/>
              </a:gs>
            </a:gsLst>
            <a:lin ang="5400000" scaled="0"/>
          </a:gradFill>
          <a:latin typeface="+mn-lt"/>
          <a:ea typeface="+mn-ea"/>
          <a:cs typeface="+mn-cs"/>
        </a:defRPr>
      </a:lvl2pPr>
      <a:lvl3pPr marL="798153" marR="0" indent="-225323" algn="l" defTabSz="913952" rtl="0" eaLnBrk="1" fontAlgn="auto" latinLnBrk="0" hangingPunct="1">
        <a:lnSpc>
          <a:spcPct val="90000"/>
        </a:lnSpc>
        <a:spcBef>
          <a:spcPct val="20000"/>
        </a:spcBef>
        <a:spcAft>
          <a:spcPts val="0"/>
        </a:spcAft>
        <a:buClrTx/>
        <a:buSzPct val="90000"/>
        <a:buFont typeface="Wingdings" pitchFamily="2" charset="2"/>
        <a:buChar char=""/>
        <a:tabLst>
          <a:tab pos="798153" algn="l"/>
        </a:tabLst>
        <a:defRPr sz="2399" kern="1200" spc="0" baseline="0">
          <a:gradFill>
            <a:gsLst>
              <a:gs pos="1250">
                <a:schemeClr val="bg2"/>
              </a:gs>
              <a:gs pos="100000">
                <a:schemeClr val="bg2"/>
              </a:gs>
            </a:gsLst>
            <a:lin ang="5400000" scaled="0"/>
          </a:gradFill>
          <a:latin typeface="+mn-lt"/>
          <a:ea typeface="+mn-ea"/>
          <a:cs typeface="+mn-cs"/>
        </a:defRPr>
      </a:lvl3pPr>
      <a:lvl4pPr marL="1029825" marR="0" indent="-231671" algn="l" defTabSz="913952" rtl="0" eaLnBrk="1" fontAlgn="auto" latinLnBrk="0" hangingPunct="1">
        <a:lnSpc>
          <a:spcPct val="90000"/>
        </a:lnSpc>
        <a:spcBef>
          <a:spcPct val="20000"/>
        </a:spcBef>
        <a:spcAft>
          <a:spcPts val="0"/>
        </a:spcAft>
        <a:buClrTx/>
        <a:buSzPct val="90000"/>
        <a:buFont typeface="Wingdings" pitchFamily="2" charset="2"/>
        <a:buChar char=""/>
        <a:tabLst/>
        <a:defRPr sz="1999" kern="1200" spc="0" baseline="0">
          <a:gradFill>
            <a:gsLst>
              <a:gs pos="1250">
                <a:schemeClr val="bg2"/>
              </a:gs>
              <a:gs pos="100000">
                <a:schemeClr val="bg2"/>
              </a:gs>
            </a:gsLst>
            <a:lin ang="5400000" scaled="0"/>
          </a:gradFill>
          <a:latin typeface="+mn-lt"/>
          <a:ea typeface="+mn-ea"/>
          <a:cs typeface="+mn-cs"/>
        </a:defRPr>
      </a:lvl4pPr>
      <a:lvl5pPr marL="1255148" marR="0" indent="-225323" algn="l" defTabSz="913952" rtl="0" eaLnBrk="1" fontAlgn="auto" latinLnBrk="0" hangingPunct="1">
        <a:lnSpc>
          <a:spcPct val="90000"/>
        </a:lnSpc>
        <a:spcBef>
          <a:spcPct val="20000"/>
        </a:spcBef>
        <a:spcAft>
          <a:spcPts val="0"/>
        </a:spcAft>
        <a:buClrTx/>
        <a:buSzPct val="90000"/>
        <a:buFont typeface="Wingdings" pitchFamily="2" charset="2"/>
        <a:buChar char=""/>
        <a:tabLst>
          <a:tab pos="1255148" algn="l"/>
        </a:tabLst>
        <a:defRPr sz="1999" kern="1200" spc="0" baseline="0">
          <a:gradFill>
            <a:gsLst>
              <a:gs pos="1250">
                <a:schemeClr val="bg2"/>
              </a:gs>
              <a:gs pos="100000">
                <a:schemeClr val="bg2"/>
              </a:gs>
            </a:gsLst>
            <a:lin ang="5400000" scaled="0"/>
          </a:gradFill>
          <a:latin typeface="+mn-lt"/>
          <a:ea typeface="+mn-ea"/>
          <a:cs typeface="+mn-cs"/>
        </a:defRPr>
      </a:lvl5pPr>
      <a:lvl6pPr marL="2513368" indent="-228488" algn="l" defTabSz="913952"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44" indent="-228488" algn="l" defTabSz="913952"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320" indent="-228488" algn="l" defTabSz="913952"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97" indent="-228488" algn="l" defTabSz="913952"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52" rtl="0" eaLnBrk="1" latinLnBrk="0" hangingPunct="1">
        <a:defRPr sz="1899" kern="1200">
          <a:solidFill>
            <a:schemeClr val="tx1"/>
          </a:solidFill>
          <a:latin typeface="+mn-lt"/>
          <a:ea typeface="+mn-ea"/>
          <a:cs typeface="+mn-cs"/>
        </a:defRPr>
      </a:lvl1pPr>
      <a:lvl2pPr marL="456976" algn="l" defTabSz="913952" rtl="0" eaLnBrk="1" latinLnBrk="0" hangingPunct="1">
        <a:defRPr sz="1899" kern="1200">
          <a:solidFill>
            <a:schemeClr val="tx1"/>
          </a:solidFill>
          <a:latin typeface="+mn-lt"/>
          <a:ea typeface="+mn-ea"/>
          <a:cs typeface="+mn-cs"/>
        </a:defRPr>
      </a:lvl2pPr>
      <a:lvl3pPr marL="913952" algn="l" defTabSz="913952" rtl="0" eaLnBrk="1" latinLnBrk="0" hangingPunct="1">
        <a:defRPr sz="1899" kern="1200">
          <a:solidFill>
            <a:schemeClr val="tx1"/>
          </a:solidFill>
          <a:latin typeface="+mn-lt"/>
          <a:ea typeface="+mn-ea"/>
          <a:cs typeface="+mn-cs"/>
        </a:defRPr>
      </a:lvl3pPr>
      <a:lvl4pPr marL="1370928" algn="l" defTabSz="913952" rtl="0" eaLnBrk="1" latinLnBrk="0" hangingPunct="1">
        <a:defRPr sz="1899" kern="1200">
          <a:solidFill>
            <a:schemeClr val="tx1"/>
          </a:solidFill>
          <a:latin typeface="+mn-lt"/>
          <a:ea typeface="+mn-ea"/>
          <a:cs typeface="+mn-cs"/>
        </a:defRPr>
      </a:lvl4pPr>
      <a:lvl5pPr marL="1827904" algn="l" defTabSz="913952" rtl="0" eaLnBrk="1" latinLnBrk="0" hangingPunct="1">
        <a:defRPr sz="1899" kern="1200">
          <a:solidFill>
            <a:schemeClr val="tx1"/>
          </a:solidFill>
          <a:latin typeface="+mn-lt"/>
          <a:ea typeface="+mn-ea"/>
          <a:cs typeface="+mn-cs"/>
        </a:defRPr>
      </a:lvl5pPr>
      <a:lvl6pPr marL="2284880" algn="l" defTabSz="913952" rtl="0" eaLnBrk="1" latinLnBrk="0" hangingPunct="1">
        <a:defRPr sz="1899" kern="1200">
          <a:solidFill>
            <a:schemeClr val="tx1"/>
          </a:solidFill>
          <a:latin typeface="+mn-lt"/>
          <a:ea typeface="+mn-ea"/>
          <a:cs typeface="+mn-cs"/>
        </a:defRPr>
      </a:lvl6pPr>
      <a:lvl7pPr marL="2741857" algn="l" defTabSz="913952" rtl="0" eaLnBrk="1" latinLnBrk="0" hangingPunct="1">
        <a:defRPr sz="1899" kern="1200">
          <a:solidFill>
            <a:schemeClr val="tx1"/>
          </a:solidFill>
          <a:latin typeface="+mn-lt"/>
          <a:ea typeface="+mn-ea"/>
          <a:cs typeface="+mn-cs"/>
        </a:defRPr>
      </a:lvl7pPr>
      <a:lvl8pPr marL="3198832" algn="l" defTabSz="913952" rtl="0" eaLnBrk="1" latinLnBrk="0" hangingPunct="1">
        <a:defRPr sz="1899" kern="1200">
          <a:solidFill>
            <a:schemeClr val="tx1"/>
          </a:solidFill>
          <a:latin typeface="+mn-lt"/>
          <a:ea typeface="+mn-ea"/>
          <a:cs typeface="+mn-cs"/>
        </a:defRPr>
      </a:lvl8pPr>
      <a:lvl9pPr marL="3655808" algn="l" defTabSz="913952" rtl="0" eaLnBrk="1" latinLnBrk="0" hangingPunct="1">
        <a:defRPr sz="1899"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058" y="234074"/>
            <a:ext cx="11147561" cy="765729"/>
          </a:xfrm>
          <a:prstGeom prst="rect">
            <a:avLst/>
          </a:prstGeom>
        </p:spPr>
        <p:txBody>
          <a:bodyPr vert="horz" wrap="square" lIns="0" tIns="0" rIns="0" bIns="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520641" y="1482338"/>
            <a:ext cx="11150736" cy="2104966"/>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22385943"/>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802" r:id="rId20"/>
    <p:sldLayoutId id="2147483803" r:id="rId21"/>
    <p:sldLayoutId id="2147483804" r:id="rId22"/>
    <p:sldLayoutId id="2147483805" r:id="rId23"/>
    <p:sldLayoutId id="2147483806" r:id="rId24"/>
    <p:sldLayoutId id="2147483807" r:id="rId25"/>
    <p:sldLayoutId id="2147483808" r:id="rId26"/>
    <p:sldLayoutId id="2147483809" r:id="rId27"/>
    <p:sldLayoutId id="2147483810" r:id="rId28"/>
  </p:sldLayoutIdLst>
  <p:transition>
    <p:fade/>
  </p:transition>
  <p:timing>
    <p:tnLst>
      <p:par>
        <p:cTn id="1" dur="indefinite" restart="never" nodeType="tmRoot"/>
      </p:par>
    </p:tnLst>
  </p:timing>
  <p:txStyles>
    <p:titleStyle>
      <a:lvl1pPr algn="l" defTabSz="913952" rtl="0" eaLnBrk="1" latinLnBrk="0" hangingPunct="1">
        <a:lnSpc>
          <a:spcPct val="90000"/>
        </a:lnSpc>
        <a:spcBef>
          <a:spcPct val="0"/>
        </a:spcBef>
        <a:buNone/>
        <a:defRPr lang="en-US" sz="5497" b="0" kern="1200" cap="none" spc="-100"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39573" marR="0" indent="-339573" algn="l" defTabSz="913952" rtl="0" eaLnBrk="1" fontAlgn="auto" latinLnBrk="0" hangingPunct="1">
        <a:lnSpc>
          <a:spcPct val="90000"/>
        </a:lnSpc>
        <a:spcBef>
          <a:spcPct val="20000"/>
        </a:spcBef>
        <a:spcAft>
          <a:spcPts val="0"/>
        </a:spcAft>
        <a:buClrTx/>
        <a:buSzPct val="80000"/>
        <a:buFont typeface="Arial" pitchFamily="34" charset="0"/>
        <a:buChar char="•"/>
        <a:tabLst/>
        <a:defRPr sz="3599" kern="1200" spc="-71" baseline="0">
          <a:gradFill>
            <a:gsLst>
              <a:gs pos="1250">
                <a:schemeClr val="bg2"/>
              </a:gs>
              <a:gs pos="100000">
                <a:schemeClr val="bg2"/>
              </a:gs>
            </a:gsLst>
            <a:lin ang="5400000" scaled="0"/>
          </a:gradFill>
          <a:latin typeface="+mj-lt"/>
          <a:ea typeface="+mn-ea"/>
          <a:cs typeface="+mn-cs"/>
        </a:defRPr>
      </a:lvl1pPr>
      <a:lvl2pPr marL="572831" marR="0" indent="-233258" algn="l" defTabSz="913952" rtl="0" eaLnBrk="1" fontAlgn="auto" latinLnBrk="0" hangingPunct="1">
        <a:lnSpc>
          <a:spcPct val="90000"/>
        </a:lnSpc>
        <a:spcBef>
          <a:spcPct val="20000"/>
        </a:spcBef>
        <a:spcAft>
          <a:spcPts val="0"/>
        </a:spcAft>
        <a:buClrTx/>
        <a:buSzPct val="90000"/>
        <a:buFont typeface="Wingdings" pitchFamily="2" charset="2"/>
        <a:buChar char=""/>
        <a:tabLst/>
        <a:defRPr sz="2399" kern="1200" spc="0" baseline="0">
          <a:gradFill>
            <a:gsLst>
              <a:gs pos="1250">
                <a:schemeClr val="bg2"/>
              </a:gs>
              <a:gs pos="100000">
                <a:schemeClr val="bg2"/>
              </a:gs>
            </a:gsLst>
            <a:lin ang="5400000" scaled="0"/>
          </a:gradFill>
          <a:latin typeface="+mn-lt"/>
          <a:ea typeface="+mn-ea"/>
          <a:cs typeface="+mn-cs"/>
        </a:defRPr>
      </a:lvl2pPr>
      <a:lvl3pPr marL="798153" marR="0" indent="-225323" algn="l" defTabSz="913952" rtl="0" eaLnBrk="1" fontAlgn="auto" latinLnBrk="0" hangingPunct="1">
        <a:lnSpc>
          <a:spcPct val="90000"/>
        </a:lnSpc>
        <a:spcBef>
          <a:spcPct val="20000"/>
        </a:spcBef>
        <a:spcAft>
          <a:spcPts val="0"/>
        </a:spcAft>
        <a:buClrTx/>
        <a:buSzPct val="90000"/>
        <a:buFont typeface="Wingdings" pitchFamily="2" charset="2"/>
        <a:buChar char=""/>
        <a:tabLst>
          <a:tab pos="798153" algn="l"/>
        </a:tabLst>
        <a:defRPr sz="2399" kern="1200" spc="0" baseline="0">
          <a:gradFill>
            <a:gsLst>
              <a:gs pos="1250">
                <a:schemeClr val="bg2"/>
              </a:gs>
              <a:gs pos="100000">
                <a:schemeClr val="bg2"/>
              </a:gs>
            </a:gsLst>
            <a:lin ang="5400000" scaled="0"/>
          </a:gradFill>
          <a:latin typeface="+mn-lt"/>
          <a:ea typeface="+mn-ea"/>
          <a:cs typeface="+mn-cs"/>
        </a:defRPr>
      </a:lvl3pPr>
      <a:lvl4pPr marL="1029825" marR="0" indent="-231671" algn="l" defTabSz="913952" rtl="0" eaLnBrk="1" fontAlgn="auto" latinLnBrk="0" hangingPunct="1">
        <a:lnSpc>
          <a:spcPct val="90000"/>
        </a:lnSpc>
        <a:spcBef>
          <a:spcPct val="20000"/>
        </a:spcBef>
        <a:spcAft>
          <a:spcPts val="0"/>
        </a:spcAft>
        <a:buClrTx/>
        <a:buSzPct val="90000"/>
        <a:buFont typeface="Wingdings" pitchFamily="2" charset="2"/>
        <a:buChar char=""/>
        <a:tabLst/>
        <a:defRPr sz="1999" kern="1200" spc="0" baseline="0">
          <a:gradFill>
            <a:gsLst>
              <a:gs pos="1250">
                <a:schemeClr val="bg2"/>
              </a:gs>
              <a:gs pos="100000">
                <a:schemeClr val="bg2"/>
              </a:gs>
            </a:gsLst>
            <a:lin ang="5400000" scaled="0"/>
          </a:gradFill>
          <a:latin typeface="+mn-lt"/>
          <a:ea typeface="+mn-ea"/>
          <a:cs typeface="+mn-cs"/>
        </a:defRPr>
      </a:lvl4pPr>
      <a:lvl5pPr marL="1255148" marR="0" indent="-225323" algn="l" defTabSz="913952" rtl="0" eaLnBrk="1" fontAlgn="auto" latinLnBrk="0" hangingPunct="1">
        <a:lnSpc>
          <a:spcPct val="90000"/>
        </a:lnSpc>
        <a:spcBef>
          <a:spcPct val="20000"/>
        </a:spcBef>
        <a:spcAft>
          <a:spcPts val="0"/>
        </a:spcAft>
        <a:buClrTx/>
        <a:buSzPct val="90000"/>
        <a:buFont typeface="Wingdings" pitchFamily="2" charset="2"/>
        <a:buChar char=""/>
        <a:tabLst>
          <a:tab pos="1255148" algn="l"/>
        </a:tabLst>
        <a:defRPr sz="1999" kern="1200" spc="0" baseline="0">
          <a:gradFill>
            <a:gsLst>
              <a:gs pos="1250">
                <a:schemeClr val="bg2"/>
              </a:gs>
              <a:gs pos="100000">
                <a:schemeClr val="bg2"/>
              </a:gs>
            </a:gsLst>
            <a:lin ang="5400000" scaled="0"/>
          </a:gradFill>
          <a:latin typeface="+mn-lt"/>
          <a:ea typeface="+mn-ea"/>
          <a:cs typeface="+mn-cs"/>
        </a:defRPr>
      </a:lvl5pPr>
      <a:lvl6pPr marL="2513368" indent="-228488" algn="l" defTabSz="913952"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44" indent="-228488" algn="l" defTabSz="913952"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320" indent="-228488" algn="l" defTabSz="913952"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97" indent="-228488" algn="l" defTabSz="913952"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52" rtl="0" eaLnBrk="1" latinLnBrk="0" hangingPunct="1">
        <a:defRPr sz="1899" kern="1200">
          <a:solidFill>
            <a:schemeClr val="tx1"/>
          </a:solidFill>
          <a:latin typeface="+mn-lt"/>
          <a:ea typeface="+mn-ea"/>
          <a:cs typeface="+mn-cs"/>
        </a:defRPr>
      </a:lvl1pPr>
      <a:lvl2pPr marL="456976" algn="l" defTabSz="913952" rtl="0" eaLnBrk="1" latinLnBrk="0" hangingPunct="1">
        <a:defRPr sz="1899" kern="1200">
          <a:solidFill>
            <a:schemeClr val="tx1"/>
          </a:solidFill>
          <a:latin typeface="+mn-lt"/>
          <a:ea typeface="+mn-ea"/>
          <a:cs typeface="+mn-cs"/>
        </a:defRPr>
      </a:lvl2pPr>
      <a:lvl3pPr marL="913952" algn="l" defTabSz="913952" rtl="0" eaLnBrk="1" latinLnBrk="0" hangingPunct="1">
        <a:defRPr sz="1899" kern="1200">
          <a:solidFill>
            <a:schemeClr val="tx1"/>
          </a:solidFill>
          <a:latin typeface="+mn-lt"/>
          <a:ea typeface="+mn-ea"/>
          <a:cs typeface="+mn-cs"/>
        </a:defRPr>
      </a:lvl3pPr>
      <a:lvl4pPr marL="1370928" algn="l" defTabSz="913952" rtl="0" eaLnBrk="1" latinLnBrk="0" hangingPunct="1">
        <a:defRPr sz="1899" kern="1200">
          <a:solidFill>
            <a:schemeClr val="tx1"/>
          </a:solidFill>
          <a:latin typeface="+mn-lt"/>
          <a:ea typeface="+mn-ea"/>
          <a:cs typeface="+mn-cs"/>
        </a:defRPr>
      </a:lvl4pPr>
      <a:lvl5pPr marL="1827904" algn="l" defTabSz="913952" rtl="0" eaLnBrk="1" latinLnBrk="0" hangingPunct="1">
        <a:defRPr sz="1899" kern="1200">
          <a:solidFill>
            <a:schemeClr val="tx1"/>
          </a:solidFill>
          <a:latin typeface="+mn-lt"/>
          <a:ea typeface="+mn-ea"/>
          <a:cs typeface="+mn-cs"/>
        </a:defRPr>
      </a:lvl5pPr>
      <a:lvl6pPr marL="2284880" algn="l" defTabSz="913952" rtl="0" eaLnBrk="1" latinLnBrk="0" hangingPunct="1">
        <a:defRPr sz="1899" kern="1200">
          <a:solidFill>
            <a:schemeClr val="tx1"/>
          </a:solidFill>
          <a:latin typeface="+mn-lt"/>
          <a:ea typeface="+mn-ea"/>
          <a:cs typeface="+mn-cs"/>
        </a:defRPr>
      </a:lvl6pPr>
      <a:lvl7pPr marL="2741857" algn="l" defTabSz="913952" rtl="0" eaLnBrk="1" latinLnBrk="0" hangingPunct="1">
        <a:defRPr sz="1899" kern="1200">
          <a:solidFill>
            <a:schemeClr val="tx1"/>
          </a:solidFill>
          <a:latin typeface="+mn-lt"/>
          <a:ea typeface="+mn-ea"/>
          <a:cs typeface="+mn-cs"/>
        </a:defRPr>
      </a:lvl7pPr>
      <a:lvl8pPr marL="3198832" algn="l" defTabSz="913952" rtl="0" eaLnBrk="1" latinLnBrk="0" hangingPunct="1">
        <a:defRPr sz="1899" kern="1200">
          <a:solidFill>
            <a:schemeClr val="tx1"/>
          </a:solidFill>
          <a:latin typeface="+mn-lt"/>
          <a:ea typeface="+mn-ea"/>
          <a:cs typeface="+mn-cs"/>
        </a:defRPr>
      </a:lvl8pPr>
      <a:lvl9pPr marL="3655808" algn="l" defTabSz="913952" rtl="0" eaLnBrk="1" latinLnBrk="0" hangingPunct="1">
        <a:defRPr sz="1899"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049" y="234055"/>
            <a:ext cx="11147561" cy="765729"/>
          </a:xfrm>
          <a:prstGeom prst="rect">
            <a:avLst/>
          </a:prstGeom>
        </p:spPr>
        <p:txBody>
          <a:bodyPr vert="horz" wrap="square" lIns="0" tIns="0" rIns="0" bIns="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520632" y="1482320"/>
            <a:ext cx="11150736" cy="2104966"/>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41247842"/>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 id="2147483824" r:id="rId13"/>
    <p:sldLayoutId id="2147483825" r:id="rId14"/>
    <p:sldLayoutId id="2147483826" r:id="rId15"/>
    <p:sldLayoutId id="2147483827" r:id="rId16"/>
    <p:sldLayoutId id="2147483828" r:id="rId17"/>
    <p:sldLayoutId id="2147483829" r:id="rId18"/>
    <p:sldLayoutId id="2147483830" r:id="rId19"/>
    <p:sldLayoutId id="2147483831" r:id="rId20"/>
    <p:sldLayoutId id="2147483832" r:id="rId21"/>
    <p:sldLayoutId id="2147483833" r:id="rId22"/>
    <p:sldLayoutId id="2147483834" r:id="rId23"/>
    <p:sldLayoutId id="2147483835" r:id="rId24"/>
    <p:sldLayoutId id="2147483836" r:id="rId25"/>
    <p:sldLayoutId id="2147483837" r:id="rId26"/>
    <p:sldLayoutId id="2147483838" r:id="rId27"/>
    <p:sldLayoutId id="2147483839" r:id="rId28"/>
    <p:sldLayoutId id="2147483840" r:id="rId29"/>
    <p:sldLayoutId id="2147483841" r:id="rId30"/>
  </p:sldLayoutIdLst>
  <p:transition>
    <p:fade/>
  </p:transition>
  <p:timing>
    <p:tnLst>
      <p:par>
        <p:cTn id="1" dur="indefinite" restart="never" nodeType="tmRoot"/>
      </p:par>
    </p:tnLst>
  </p:timing>
  <p:hf hdr="0" ftr="0" dt="0"/>
  <p:txStyles>
    <p:titleStyle>
      <a:lvl1pPr algn="l" defTabSz="914272" rtl="0" eaLnBrk="1" latinLnBrk="0" hangingPunct="1">
        <a:lnSpc>
          <a:spcPct val="90000"/>
        </a:lnSpc>
        <a:spcBef>
          <a:spcPct val="0"/>
        </a:spcBef>
        <a:buNone/>
        <a:defRPr lang="en-US" sz="5399" b="0" kern="1200" cap="none" spc="-100"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39691" marR="0" indent="-339691" algn="l" defTabSz="914272" rtl="0" eaLnBrk="1" fontAlgn="auto" latinLnBrk="0" hangingPunct="1">
        <a:lnSpc>
          <a:spcPct val="90000"/>
        </a:lnSpc>
        <a:spcBef>
          <a:spcPct val="20000"/>
        </a:spcBef>
        <a:spcAft>
          <a:spcPts val="0"/>
        </a:spcAft>
        <a:buClrTx/>
        <a:buSzPct val="80000"/>
        <a:buFont typeface="Arial" pitchFamily="34" charset="0"/>
        <a:buChar char="•"/>
        <a:tabLst/>
        <a:defRPr sz="3600" kern="1200" spc="-70" baseline="0">
          <a:gradFill>
            <a:gsLst>
              <a:gs pos="1250">
                <a:schemeClr val="bg2"/>
              </a:gs>
              <a:gs pos="100000">
                <a:schemeClr val="bg2"/>
              </a:gs>
            </a:gsLst>
            <a:lin ang="5400000" scaled="0"/>
          </a:gradFill>
          <a:latin typeface="+mj-lt"/>
          <a:ea typeface="+mn-ea"/>
          <a:cs typeface="+mn-cs"/>
        </a:defRPr>
      </a:lvl1pPr>
      <a:lvl2pPr marL="573031" marR="0" indent="-233340" algn="l" defTabSz="914272"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bg2"/>
              </a:gs>
              <a:gs pos="100000">
                <a:schemeClr val="bg2"/>
              </a:gs>
            </a:gsLst>
            <a:lin ang="5400000" scaled="0"/>
          </a:gradFill>
          <a:latin typeface="+mn-lt"/>
          <a:ea typeface="+mn-ea"/>
          <a:cs typeface="+mn-cs"/>
        </a:defRPr>
      </a:lvl2pPr>
      <a:lvl3pPr marL="798433" marR="0" indent="-225402" algn="l" defTabSz="914272" rtl="0" eaLnBrk="1" fontAlgn="auto" latinLnBrk="0" hangingPunct="1">
        <a:lnSpc>
          <a:spcPct val="90000"/>
        </a:lnSpc>
        <a:spcBef>
          <a:spcPct val="20000"/>
        </a:spcBef>
        <a:spcAft>
          <a:spcPts val="0"/>
        </a:spcAft>
        <a:buClrTx/>
        <a:buSzPct val="90000"/>
        <a:buFont typeface="Wingdings" pitchFamily="2" charset="2"/>
        <a:buChar char=""/>
        <a:tabLst>
          <a:tab pos="798433" algn="l"/>
        </a:tabLst>
        <a:defRPr sz="2400" kern="1200" spc="0" baseline="0">
          <a:gradFill>
            <a:gsLst>
              <a:gs pos="1250">
                <a:schemeClr val="bg2"/>
              </a:gs>
              <a:gs pos="100000">
                <a:schemeClr val="bg2"/>
              </a:gs>
            </a:gsLst>
            <a:lin ang="5400000" scaled="0"/>
          </a:gradFill>
          <a:latin typeface="+mn-lt"/>
          <a:ea typeface="+mn-ea"/>
          <a:cs typeface="+mn-cs"/>
        </a:defRPr>
      </a:lvl3pPr>
      <a:lvl4pPr marL="1030185" marR="0" indent="-231752" algn="l" defTabSz="914272"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bg2"/>
              </a:gs>
              <a:gs pos="100000">
                <a:schemeClr val="bg2"/>
              </a:gs>
            </a:gsLst>
            <a:lin ang="5400000" scaled="0"/>
          </a:gradFill>
          <a:latin typeface="+mn-lt"/>
          <a:ea typeface="+mn-ea"/>
          <a:cs typeface="+mn-cs"/>
        </a:defRPr>
      </a:lvl4pPr>
      <a:lvl5pPr marL="1255587" marR="0" indent="-225402" algn="l" defTabSz="914272" rtl="0" eaLnBrk="1" fontAlgn="auto" latinLnBrk="0" hangingPunct="1">
        <a:lnSpc>
          <a:spcPct val="90000"/>
        </a:lnSpc>
        <a:spcBef>
          <a:spcPct val="20000"/>
        </a:spcBef>
        <a:spcAft>
          <a:spcPts val="0"/>
        </a:spcAft>
        <a:buClrTx/>
        <a:buSzPct val="90000"/>
        <a:buFont typeface="Wingdings" pitchFamily="2" charset="2"/>
        <a:buChar char=""/>
        <a:tabLst>
          <a:tab pos="1255587" algn="l"/>
        </a:tabLst>
        <a:defRPr sz="2000" kern="1200" spc="0" baseline="0">
          <a:gradFill>
            <a:gsLst>
              <a:gs pos="1250">
                <a:schemeClr val="bg2"/>
              </a:gs>
              <a:gs pos="100000">
                <a:schemeClr val="bg2"/>
              </a:gs>
            </a:gsLst>
            <a:lin ang="5400000" scaled="0"/>
          </a:gradFill>
          <a:latin typeface="+mn-lt"/>
          <a:ea typeface="+mn-ea"/>
          <a:cs typeface="+mn-cs"/>
        </a:defRPr>
      </a:lvl5pPr>
      <a:lvl6pPr marL="2514248" indent="-228568" algn="l" defTabSz="91427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384" indent="-228568" algn="l" defTabSz="91427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20" indent="-228568" algn="l" defTabSz="91427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56" indent="-228568" algn="l" defTabSz="91427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272" rtl="0" eaLnBrk="1" latinLnBrk="0" hangingPunct="1">
        <a:defRPr sz="1800" kern="1200">
          <a:solidFill>
            <a:schemeClr val="tx1"/>
          </a:solidFill>
          <a:latin typeface="+mn-lt"/>
          <a:ea typeface="+mn-ea"/>
          <a:cs typeface="+mn-cs"/>
        </a:defRPr>
      </a:lvl1pPr>
      <a:lvl2pPr marL="457136" algn="l" defTabSz="914272" rtl="0" eaLnBrk="1" latinLnBrk="0" hangingPunct="1">
        <a:defRPr sz="1800" kern="1200">
          <a:solidFill>
            <a:schemeClr val="tx1"/>
          </a:solidFill>
          <a:latin typeface="+mn-lt"/>
          <a:ea typeface="+mn-ea"/>
          <a:cs typeface="+mn-cs"/>
        </a:defRPr>
      </a:lvl2pPr>
      <a:lvl3pPr marL="914272" algn="l" defTabSz="914272" rtl="0" eaLnBrk="1" latinLnBrk="0" hangingPunct="1">
        <a:defRPr sz="1800" kern="1200">
          <a:solidFill>
            <a:schemeClr val="tx1"/>
          </a:solidFill>
          <a:latin typeface="+mn-lt"/>
          <a:ea typeface="+mn-ea"/>
          <a:cs typeface="+mn-cs"/>
        </a:defRPr>
      </a:lvl3pPr>
      <a:lvl4pPr marL="1371408" algn="l" defTabSz="914272" rtl="0" eaLnBrk="1" latinLnBrk="0" hangingPunct="1">
        <a:defRPr sz="1800" kern="1200">
          <a:solidFill>
            <a:schemeClr val="tx1"/>
          </a:solidFill>
          <a:latin typeface="+mn-lt"/>
          <a:ea typeface="+mn-ea"/>
          <a:cs typeface="+mn-cs"/>
        </a:defRPr>
      </a:lvl4pPr>
      <a:lvl5pPr marL="1828544" algn="l" defTabSz="914272" rtl="0" eaLnBrk="1" latinLnBrk="0" hangingPunct="1">
        <a:defRPr sz="1800" kern="1200">
          <a:solidFill>
            <a:schemeClr val="tx1"/>
          </a:solidFill>
          <a:latin typeface="+mn-lt"/>
          <a:ea typeface="+mn-ea"/>
          <a:cs typeface="+mn-cs"/>
        </a:defRPr>
      </a:lvl5pPr>
      <a:lvl6pPr marL="2285680" algn="l" defTabSz="914272" rtl="0" eaLnBrk="1" latinLnBrk="0" hangingPunct="1">
        <a:defRPr sz="1800" kern="1200">
          <a:solidFill>
            <a:schemeClr val="tx1"/>
          </a:solidFill>
          <a:latin typeface="+mn-lt"/>
          <a:ea typeface="+mn-ea"/>
          <a:cs typeface="+mn-cs"/>
        </a:defRPr>
      </a:lvl6pPr>
      <a:lvl7pPr marL="2742816" algn="l" defTabSz="914272" rtl="0" eaLnBrk="1" latinLnBrk="0" hangingPunct="1">
        <a:defRPr sz="1800" kern="1200">
          <a:solidFill>
            <a:schemeClr val="tx1"/>
          </a:solidFill>
          <a:latin typeface="+mn-lt"/>
          <a:ea typeface="+mn-ea"/>
          <a:cs typeface="+mn-cs"/>
        </a:defRPr>
      </a:lvl7pPr>
      <a:lvl8pPr marL="3199952" algn="l" defTabSz="914272" rtl="0" eaLnBrk="1" latinLnBrk="0" hangingPunct="1">
        <a:defRPr sz="1800" kern="1200">
          <a:solidFill>
            <a:schemeClr val="tx1"/>
          </a:solidFill>
          <a:latin typeface="+mn-lt"/>
          <a:ea typeface="+mn-ea"/>
          <a:cs typeface="+mn-cs"/>
        </a:defRPr>
      </a:lvl8pPr>
      <a:lvl9pPr marL="3657088" algn="l" defTabSz="91427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3.xml"/><Relationship Id="rId1" Type="http://schemas.openxmlformats.org/officeDocument/2006/relationships/tags" Target="../tags/tag1.xml"/><Relationship Id="rId4" Type="http://schemas.openxmlformats.org/officeDocument/2006/relationships/image" Target="../media/image15.jpe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86.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43.xml"/><Relationship Id="rId6" Type="http://schemas.openxmlformats.org/officeDocument/2006/relationships/image" Target="../media/image30.79B46BF0"/><Relationship Id="rId5" Type="http://schemas.openxmlformats.org/officeDocument/2006/relationships/image" Target="../media/image29.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14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143.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microsoft.com/office/2007/relationships/hdphoto" Target="../media/hdphoto2.wdp"/><Relationship Id="rId2" Type="http://schemas.openxmlformats.org/officeDocument/2006/relationships/notesSlide" Target="../notesSlides/notesSlide6.xml"/><Relationship Id="rId1" Type="http://schemas.openxmlformats.org/officeDocument/2006/relationships/slideLayout" Target="../slideLayouts/slideLayout143.xml"/><Relationship Id="rId6" Type="http://schemas.openxmlformats.org/officeDocument/2006/relationships/image" Target="../media/image48.jpeg"/><Relationship Id="rId11" Type="http://schemas.openxmlformats.org/officeDocument/2006/relationships/image" Target="../media/image51.png"/><Relationship Id="rId5" Type="http://schemas.openxmlformats.org/officeDocument/2006/relationships/image" Target="../media/image47.png"/><Relationship Id="rId10" Type="http://schemas.openxmlformats.org/officeDocument/2006/relationships/image" Target="../media/image50.png"/><Relationship Id="rId4" Type="http://schemas.openxmlformats.org/officeDocument/2006/relationships/image" Target="../media/image46.png"/><Relationship Id="rId9" Type="http://schemas.microsoft.com/office/2007/relationships/hdphoto" Target="../media/hdphoto3.wdp"/></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0.xml"/></Relationships>
</file>

<file path=ppt/slides/_rels/slide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139.xml"/><Relationship Id="rId4" Type="http://schemas.openxmlformats.org/officeDocument/2006/relationships/image" Target="../media/image53.png"/></Relationships>
</file>

<file path=ppt/slides/_rels/slide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139.xml"/></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139.xml"/><Relationship Id="rId4" Type="http://schemas.openxmlformats.org/officeDocument/2006/relationships/image" Target="../media/image56.JPG"/></Relationships>
</file>

<file path=ppt/slides/_rels/slide12.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10.xml"/><Relationship Id="rId1" Type="http://schemas.openxmlformats.org/officeDocument/2006/relationships/slideLayout" Target="../slideLayouts/slideLayout139.xml"/></Relationships>
</file>

<file path=ppt/slides/_rels/slide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8.png"/><Relationship Id="rId1" Type="http://schemas.openxmlformats.org/officeDocument/2006/relationships/slideLayout" Target="../slideLayouts/slideLayout134.xml"/></Relationships>
</file>

<file path=ppt/slides/_rels/slide14.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150.xml"/></Relationships>
</file>

<file path=ppt/slides/_rels/slide1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139.xml"/><Relationship Id="rId6" Type="http://schemas.openxmlformats.org/officeDocument/2006/relationships/image" Target="../media/image55.png"/><Relationship Id="rId5" Type="http://schemas.openxmlformats.org/officeDocument/2006/relationships/image" Target="../media/image62.png"/><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13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3.xml"/><Relationship Id="rId1" Type="http://schemas.openxmlformats.org/officeDocument/2006/relationships/slideLayout" Target="../slideLayouts/slideLayout139.xml"/><Relationship Id="rId5" Type="http://schemas.openxmlformats.org/officeDocument/2006/relationships/image" Target="../media/image55.png"/><Relationship Id="rId4" Type="http://schemas.openxmlformats.org/officeDocument/2006/relationships/image" Target="../media/image68.png"/></Relationships>
</file>

<file path=ppt/slides/_rels/slide1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4.xml"/><Relationship Id="rId1" Type="http://schemas.openxmlformats.org/officeDocument/2006/relationships/slideLayout" Target="../slideLayouts/slideLayout138.xml"/><Relationship Id="rId4" Type="http://schemas.openxmlformats.org/officeDocument/2006/relationships/image" Target="../media/image70.png"/></Relationships>
</file>

<file path=ppt/slides/_rels/slide1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5.xml"/><Relationship Id="rId1" Type="http://schemas.openxmlformats.org/officeDocument/2006/relationships/slideLayout" Target="../slideLayouts/slideLayout138.xml"/><Relationship Id="rId4" Type="http://schemas.openxmlformats.org/officeDocument/2006/relationships/image" Target="../media/image72.png"/></Relationships>
</file>

<file path=ppt/slides/_rels/slide2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6.xml"/><Relationship Id="rId1" Type="http://schemas.openxmlformats.org/officeDocument/2006/relationships/slideLayout" Target="../slideLayouts/slideLayout145.xml"/></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77.png"/><Relationship Id="rId2" Type="http://schemas.openxmlformats.org/officeDocument/2006/relationships/notesSlide" Target="../notesSlides/notesSlide17.xml"/><Relationship Id="rId1" Type="http://schemas.openxmlformats.org/officeDocument/2006/relationships/slideLayout" Target="../slideLayouts/slideLayout138.xml"/><Relationship Id="rId6" Type="http://schemas.openxmlformats.org/officeDocument/2006/relationships/image" Target="../media/image76.png"/><Relationship Id="rId5" Type="http://schemas.openxmlformats.org/officeDocument/2006/relationships/image" Target="../media/image75.tiff"/><Relationship Id="rId4" Type="http://schemas.openxmlformats.org/officeDocument/2006/relationships/image" Target="../media/image74.png"/></Relationships>
</file>

<file path=ppt/slides/_rels/slide2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8.xml"/><Relationship Id="rId1" Type="http://schemas.openxmlformats.org/officeDocument/2006/relationships/slideLayout" Target="../slideLayouts/slideLayout142.xml"/><Relationship Id="rId6" Type="http://schemas.openxmlformats.org/officeDocument/2006/relationships/image" Target="../media/image81.jpeg"/><Relationship Id="rId5" Type="http://schemas.openxmlformats.org/officeDocument/2006/relationships/image" Target="../media/image80.jpeg"/><Relationship Id="rId4" Type="http://schemas.openxmlformats.org/officeDocument/2006/relationships/image" Target="../media/image79.jpeg"/></Relationships>
</file>

<file path=ppt/slides/_rels/slide2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39.xml"/></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83.png"/><Relationship Id="rId1" Type="http://schemas.openxmlformats.org/officeDocument/2006/relationships/slideLayout" Target="../slideLayouts/slideLayout139.xml"/></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84.png"/><Relationship Id="rId1" Type="http://schemas.openxmlformats.org/officeDocument/2006/relationships/slideLayout" Target="../slideLayouts/slideLayout139.xml"/></Relationships>
</file>

<file path=ppt/slides/_rels/slide2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9.xml"/><Relationship Id="rId1" Type="http://schemas.openxmlformats.org/officeDocument/2006/relationships/slideLayout" Target="../slideLayouts/slideLayout139.xml"/><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p:cNvSpPr>
            <a:spLocks noGrp="1"/>
          </p:cNvSpPr>
          <p:nvPr>
            <p:ph type="body" sz="quarter" idx="10"/>
          </p:nvPr>
        </p:nvSpPr>
        <p:spPr>
          <a:xfrm>
            <a:off x="476995" y="342404"/>
            <a:ext cx="11147560" cy="498470"/>
          </a:xfrm>
        </p:spPr>
        <p:txBody>
          <a:bodyPr/>
          <a:lstStyle/>
          <a:p>
            <a:pPr marL="0" indent="0">
              <a:buNone/>
            </a:pPr>
            <a:endParaRPr lang="en-US" dirty="0"/>
          </a:p>
        </p:txBody>
      </p:sp>
    </p:spTree>
    <p:extLst>
      <p:ext uri="{BB962C8B-B14F-4D97-AF65-F5344CB8AC3E}">
        <p14:creationId xmlns:p14="http://schemas.microsoft.com/office/powerpoint/2010/main" val="255148721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6" descr="http://sharepoint/sites/gfspublic/Shared%20Documents/Chicago%20DC%20Photoshare/CH1-495.jpg"/>
          <p:cNvPicPr>
            <a:picLocks noChangeAspect="1" noChangeArrowheads="1"/>
          </p:cNvPicPr>
          <p:nvPr/>
        </p:nvPicPr>
        <p:blipFill>
          <a:blip r:embed="rId4">
            <a:extLst>
              <a:ext uri="{28A0092B-C50C-407E-A947-70E740481C1C}">
                <a14:useLocalDpi xmlns:a14="http://schemas.microsoft.com/office/drawing/2010/main" val="0"/>
              </a:ext>
            </a:extLst>
          </a:blip>
          <a:srcRect b="10112"/>
          <a:stretch>
            <a:fillRect/>
          </a:stretch>
        </p:blipFill>
        <p:spPr bwMode="auto">
          <a:xfrm>
            <a:off x="7918408" y="1783010"/>
            <a:ext cx="7349831" cy="4716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custDataLst>
              <p:tags r:id="rId1"/>
            </p:custDataLst>
          </p:nvPr>
        </p:nvSpPr>
        <p:spPr bwMode="auto">
          <a:xfrm>
            <a:off x="672810" y="1783011"/>
            <a:ext cx="2285107" cy="228510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88" tIns="45688" rIns="45688" bIns="45688" numCol="1" spcCol="0" rtlCol="0" fromWordArt="0" anchor="ctr" anchorCtr="0" forceAA="0" compatLnSpc="1">
            <a:prstTxWarp prst="textNoShape">
              <a:avLst/>
            </a:prstTxWarp>
            <a:noAutofit/>
          </a:bodyPr>
          <a:lstStyle/>
          <a:p>
            <a:pPr algn="ctr" defTabSz="913333" fontAlgn="base">
              <a:spcBef>
                <a:spcPct val="0"/>
              </a:spcBef>
              <a:spcAft>
                <a:spcPct val="0"/>
              </a:spcAft>
            </a:pPr>
            <a:r>
              <a:rPr lang="en-US" sz="2799" dirty="0">
                <a:gradFill>
                  <a:gsLst>
                    <a:gs pos="0">
                      <a:srgbClr val="FFFFFF"/>
                    </a:gs>
                    <a:gs pos="100000">
                      <a:srgbClr val="FFFFFF"/>
                    </a:gs>
                  </a:gsLst>
                  <a:lin ang="5400000" scaled="0"/>
                </a:gradFill>
                <a:ea typeface="Segoe UI" pitchFamily="34" charset="0"/>
                <a:cs typeface="Segoe UI" pitchFamily="34" charset="0"/>
              </a:rPr>
              <a:t>Exchange Online</a:t>
            </a:r>
          </a:p>
        </p:txBody>
      </p:sp>
      <p:sp>
        <p:nvSpPr>
          <p:cNvPr id="45" name="Rectangle 44"/>
          <p:cNvSpPr/>
          <p:nvPr/>
        </p:nvSpPr>
        <p:spPr bwMode="auto">
          <a:xfrm>
            <a:off x="3088001" y="1783011"/>
            <a:ext cx="2285107" cy="228510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88" tIns="45688" rIns="45688" bIns="45688" numCol="1" spcCol="0" rtlCol="0" fromWordArt="0" anchor="ctr" anchorCtr="0" forceAA="0" compatLnSpc="1">
            <a:prstTxWarp prst="textNoShape">
              <a:avLst/>
            </a:prstTxWarp>
            <a:noAutofit/>
          </a:bodyPr>
          <a:lstStyle/>
          <a:p>
            <a:pPr algn="ctr" defTabSz="913333" fontAlgn="base">
              <a:spcBef>
                <a:spcPct val="0"/>
              </a:spcBef>
              <a:spcAft>
                <a:spcPct val="0"/>
              </a:spcAft>
            </a:pPr>
            <a:r>
              <a:rPr lang="en-US" sz="2799" dirty="0">
                <a:gradFill>
                  <a:gsLst>
                    <a:gs pos="0">
                      <a:srgbClr val="FFFFFF"/>
                    </a:gs>
                    <a:gs pos="100000">
                      <a:srgbClr val="FFFFFF"/>
                    </a:gs>
                  </a:gsLst>
                  <a:lin ang="5400000" scaled="0"/>
                </a:gradFill>
                <a:ea typeface="Segoe UI" pitchFamily="34" charset="0"/>
                <a:cs typeface="Segoe UI" pitchFamily="34" charset="0"/>
              </a:rPr>
              <a:t>SharePoint Online</a:t>
            </a:r>
          </a:p>
        </p:txBody>
      </p:sp>
      <p:sp>
        <p:nvSpPr>
          <p:cNvPr id="2" name="Title 1"/>
          <p:cNvSpPr>
            <a:spLocks noGrp="1"/>
          </p:cNvSpPr>
          <p:nvPr>
            <p:ph type="title"/>
          </p:nvPr>
        </p:nvSpPr>
        <p:spPr/>
        <p:txBody>
          <a:bodyPr/>
          <a:lstStyle/>
          <a:p>
            <a:r>
              <a:rPr lang="en-US" dirty="0" smtClean="0">
                <a:solidFill>
                  <a:schemeClr val="accent5">
                    <a:lumMod val="60000"/>
                    <a:lumOff val="40000"/>
                  </a:schemeClr>
                </a:solidFill>
              </a:rPr>
              <a:t>O </a:t>
            </a:r>
            <a:r>
              <a:rPr lang="en-US" dirty="0" err="1" smtClean="0">
                <a:solidFill>
                  <a:schemeClr val="accent5">
                    <a:lumMod val="60000"/>
                    <a:lumOff val="40000"/>
                  </a:schemeClr>
                </a:solidFill>
              </a:rPr>
              <a:t>que</a:t>
            </a:r>
            <a:r>
              <a:rPr lang="en-US" dirty="0" smtClean="0">
                <a:solidFill>
                  <a:schemeClr val="accent5">
                    <a:lumMod val="60000"/>
                    <a:lumOff val="40000"/>
                  </a:schemeClr>
                </a:solidFill>
              </a:rPr>
              <a:t> é o Office 365?</a:t>
            </a:r>
            <a:endParaRPr lang="en-US" dirty="0">
              <a:solidFill>
                <a:schemeClr val="accent5">
                  <a:lumMod val="60000"/>
                  <a:lumOff val="40000"/>
                </a:schemeClr>
              </a:solidFill>
            </a:endParaRPr>
          </a:p>
        </p:txBody>
      </p:sp>
      <p:sp>
        <p:nvSpPr>
          <p:cNvPr id="16" name="Rectangle 15"/>
          <p:cNvSpPr/>
          <p:nvPr/>
        </p:nvSpPr>
        <p:spPr bwMode="auto">
          <a:xfrm>
            <a:off x="5503202" y="1783011"/>
            <a:ext cx="2285107" cy="228510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88" tIns="45688" rIns="45688" bIns="45688" numCol="1" spcCol="0" rtlCol="0" fromWordArt="0" anchor="ctr" anchorCtr="0" forceAA="0" compatLnSpc="1">
            <a:prstTxWarp prst="textNoShape">
              <a:avLst/>
            </a:prstTxWarp>
            <a:noAutofit/>
          </a:bodyPr>
          <a:lstStyle/>
          <a:p>
            <a:pPr algn="ctr" defTabSz="913333" fontAlgn="base">
              <a:spcBef>
                <a:spcPct val="0"/>
              </a:spcBef>
              <a:spcAft>
                <a:spcPct val="0"/>
              </a:spcAft>
            </a:pPr>
            <a:r>
              <a:rPr lang="en-US" sz="2799">
                <a:gradFill>
                  <a:gsLst>
                    <a:gs pos="0">
                      <a:srgbClr val="FFFFFF"/>
                    </a:gs>
                    <a:gs pos="100000">
                      <a:srgbClr val="FFFFFF"/>
                    </a:gs>
                  </a:gsLst>
                  <a:lin ang="5400000" scaled="0"/>
                </a:gradFill>
                <a:ea typeface="Segoe UI" pitchFamily="34" charset="0"/>
                <a:cs typeface="Segoe UI" pitchFamily="34" charset="0"/>
              </a:rPr>
              <a:t>Lync</a:t>
            </a:r>
          </a:p>
          <a:p>
            <a:pPr algn="ctr" defTabSz="913333" fontAlgn="base">
              <a:spcBef>
                <a:spcPct val="0"/>
              </a:spcBef>
              <a:spcAft>
                <a:spcPct val="0"/>
              </a:spcAft>
            </a:pPr>
            <a:r>
              <a:rPr lang="en-US" sz="2799">
                <a:gradFill>
                  <a:gsLst>
                    <a:gs pos="0">
                      <a:srgbClr val="FFFFFF"/>
                    </a:gs>
                    <a:gs pos="100000">
                      <a:srgbClr val="FFFFFF"/>
                    </a:gs>
                  </a:gsLst>
                  <a:lin ang="5400000" scaled="0"/>
                </a:gradFill>
                <a:ea typeface="Segoe UI" pitchFamily="34" charset="0"/>
                <a:cs typeface="Segoe UI" pitchFamily="34" charset="0"/>
              </a:rPr>
              <a:t>Online</a:t>
            </a:r>
          </a:p>
        </p:txBody>
      </p:sp>
      <p:sp>
        <p:nvSpPr>
          <p:cNvPr id="19" name="Rectangle 18"/>
          <p:cNvSpPr/>
          <p:nvPr/>
        </p:nvSpPr>
        <p:spPr bwMode="auto">
          <a:xfrm>
            <a:off x="672810" y="4210588"/>
            <a:ext cx="2285107" cy="228510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88" tIns="45688" rIns="45688" bIns="45688" numCol="1" spcCol="0" rtlCol="0" fromWordArt="0" anchor="ctr" anchorCtr="0" forceAA="0" compatLnSpc="1">
            <a:prstTxWarp prst="textNoShape">
              <a:avLst/>
            </a:prstTxWarp>
            <a:noAutofit/>
          </a:bodyPr>
          <a:lstStyle/>
          <a:p>
            <a:pPr algn="ctr" defTabSz="913333" fontAlgn="base">
              <a:spcBef>
                <a:spcPct val="0"/>
              </a:spcBef>
              <a:spcAft>
                <a:spcPct val="0"/>
              </a:spcAft>
            </a:pPr>
            <a:r>
              <a:rPr lang="en-US" sz="2799">
                <a:gradFill>
                  <a:gsLst>
                    <a:gs pos="0">
                      <a:srgbClr val="FFFFFF"/>
                    </a:gs>
                    <a:gs pos="100000">
                      <a:srgbClr val="FFFFFF"/>
                    </a:gs>
                  </a:gsLst>
                  <a:lin ang="5400000" scaled="0"/>
                </a:gradFill>
                <a:ea typeface="Segoe UI" pitchFamily="34" charset="0"/>
                <a:cs typeface="Segoe UI" pitchFamily="34" charset="0"/>
              </a:rPr>
              <a:t>Office 365 </a:t>
            </a:r>
            <a:r>
              <a:rPr lang="en-US" sz="2799" err="1">
                <a:gradFill>
                  <a:gsLst>
                    <a:gs pos="0">
                      <a:srgbClr val="FFFFFF"/>
                    </a:gs>
                    <a:gs pos="100000">
                      <a:srgbClr val="FFFFFF"/>
                    </a:gs>
                  </a:gsLst>
                  <a:lin ang="5400000" scaled="0"/>
                </a:gradFill>
                <a:ea typeface="Segoe UI" pitchFamily="34" charset="0"/>
                <a:cs typeface="Segoe UI" pitchFamily="34" charset="0"/>
              </a:rPr>
              <a:t>ProPlus</a:t>
            </a:r>
            <a:endParaRPr lang="en-US" sz="2799">
              <a:gradFill>
                <a:gsLst>
                  <a:gs pos="0">
                    <a:srgbClr val="FFFFFF"/>
                  </a:gs>
                  <a:gs pos="100000">
                    <a:srgbClr val="FFFFFF"/>
                  </a:gs>
                </a:gsLst>
                <a:lin ang="5400000" scaled="0"/>
              </a:gradFill>
              <a:ea typeface="Segoe UI" pitchFamily="34" charset="0"/>
              <a:cs typeface="Segoe UI" pitchFamily="34" charset="0"/>
            </a:endParaRPr>
          </a:p>
        </p:txBody>
      </p:sp>
      <p:sp>
        <p:nvSpPr>
          <p:cNvPr id="22" name="Rectangle 21"/>
          <p:cNvSpPr/>
          <p:nvPr/>
        </p:nvSpPr>
        <p:spPr bwMode="auto">
          <a:xfrm>
            <a:off x="3088001" y="4210588"/>
            <a:ext cx="2285107" cy="228510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88" tIns="45688" rIns="45688" bIns="45688" numCol="1" spcCol="0" rtlCol="0" fromWordArt="0" anchor="ctr" anchorCtr="0" forceAA="0" compatLnSpc="1">
            <a:prstTxWarp prst="textNoShape">
              <a:avLst/>
            </a:prstTxWarp>
            <a:noAutofit/>
          </a:bodyPr>
          <a:lstStyle/>
          <a:p>
            <a:pPr algn="ctr" defTabSz="913333" fontAlgn="base">
              <a:spcBef>
                <a:spcPct val="0"/>
              </a:spcBef>
              <a:spcAft>
                <a:spcPct val="0"/>
              </a:spcAft>
            </a:pPr>
            <a:r>
              <a:rPr lang="en-US" sz="2799">
                <a:gradFill>
                  <a:gsLst>
                    <a:gs pos="0">
                      <a:srgbClr val="FFFFFF"/>
                    </a:gs>
                    <a:gs pos="100000">
                      <a:srgbClr val="FFFFFF"/>
                    </a:gs>
                  </a:gsLst>
                  <a:lin ang="5400000" scaled="0"/>
                </a:gradFill>
                <a:ea typeface="Segoe UI" pitchFamily="34" charset="0"/>
                <a:cs typeface="Segoe UI" pitchFamily="34" charset="0"/>
              </a:rPr>
              <a:t>Project Online</a:t>
            </a:r>
          </a:p>
        </p:txBody>
      </p:sp>
      <p:sp>
        <p:nvSpPr>
          <p:cNvPr id="29" name="Rectangle 28"/>
          <p:cNvSpPr/>
          <p:nvPr/>
        </p:nvSpPr>
        <p:spPr bwMode="auto">
          <a:xfrm>
            <a:off x="5490751" y="4210588"/>
            <a:ext cx="2285107" cy="228510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688" tIns="45688" rIns="45688" bIns="45688" numCol="1" spcCol="0" rtlCol="0" fromWordArt="0" anchor="ctr" anchorCtr="0" forceAA="0" compatLnSpc="1">
            <a:prstTxWarp prst="textNoShape">
              <a:avLst/>
            </a:prstTxWarp>
            <a:noAutofit/>
          </a:bodyPr>
          <a:lstStyle/>
          <a:p>
            <a:pPr algn="ctr" defTabSz="913333" fontAlgn="base">
              <a:spcBef>
                <a:spcPct val="0"/>
              </a:spcBef>
              <a:spcAft>
                <a:spcPct val="0"/>
              </a:spcAft>
            </a:pPr>
            <a:r>
              <a:rPr lang="en-US" sz="2799">
                <a:gradFill>
                  <a:gsLst>
                    <a:gs pos="0">
                      <a:srgbClr val="FFFFFF"/>
                    </a:gs>
                    <a:gs pos="100000">
                      <a:srgbClr val="FFFFFF"/>
                    </a:gs>
                  </a:gsLst>
                  <a:lin ang="5400000" scaled="0"/>
                </a:gradFill>
                <a:ea typeface="Segoe UI" pitchFamily="34" charset="0"/>
                <a:cs typeface="Segoe UI" pitchFamily="34" charset="0"/>
              </a:rPr>
              <a:t>Visio Pro for Office 365</a:t>
            </a:r>
          </a:p>
        </p:txBody>
      </p:sp>
      <p:sp>
        <p:nvSpPr>
          <p:cNvPr id="3" name="Rectangle 2"/>
          <p:cNvSpPr/>
          <p:nvPr/>
        </p:nvSpPr>
        <p:spPr>
          <a:xfrm>
            <a:off x="672813" y="1110524"/>
            <a:ext cx="11479306" cy="584519"/>
          </a:xfrm>
          <a:prstGeom prst="rect">
            <a:avLst/>
          </a:prstGeom>
        </p:spPr>
        <p:txBody>
          <a:bodyPr wrap="square" lIns="91368" tIns="45688" rIns="91368" bIns="45688">
            <a:spAutoFit/>
          </a:bodyPr>
          <a:lstStyle/>
          <a:p>
            <a:pPr defTabSz="913599"/>
            <a:r>
              <a:rPr lang="en-US" sz="3199" spc="-100" dirty="0" err="1">
                <a:ln w="3175">
                  <a:noFill/>
                </a:ln>
                <a:solidFill>
                  <a:srgbClr val="797A7D">
                    <a:lumMod val="50000"/>
                  </a:srgbClr>
                </a:solidFill>
                <a:latin typeface="Segoe UI Light"/>
                <a:cs typeface="Arial" charset="0"/>
              </a:rPr>
              <a:t>Serviços</a:t>
            </a:r>
            <a:r>
              <a:rPr lang="en-US" sz="3199" spc="-100" dirty="0">
                <a:ln w="3175">
                  <a:noFill/>
                </a:ln>
                <a:solidFill>
                  <a:srgbClr val="797A7D">
                    <a:lumMod val="50000"/>
                  </a:srgbClr>
                </a:solidFill>
                <a:latin typeface="Segoe UI Light"/>
                <a:cs typeface="Arial" charset="0"/>
              </a:rPr>
              <a:t> da Microsoft para </a:t>
            </a:r>
            <a:r>
              <a:rPr lang="en-US" sz="3199" spc="-100" dirty="0" err="1">
                <a:ln w="3175">
                  <a:noFill/>
                </a:ln>
                <a:solidFill>
                  <a:srgbClr val="797A7D">
                    <a:lumMod val="50000"/>
                  </a:srgbClr>
                </a:solidFill>
                <a:latin typeface="Segoe UI Light"/>
                <a:cs typeface="Arial" charset="0"/>
              </a:rPr>
              <a:t>nuvem</a:t>
            </a:r>
            <a:r>
              <a:rPr lang="en-US" sz="3199" spc="-100" dirty="0">
                <a:ln w="3175">
                  <a:noFill/>
                </a:ln>
                <a:solidFill>
                  <a:srgbClr val="797A7D">
                    <a:lumMod val="50000"/>
                  </a:srgbClr>
                </a:solidFill>
                <a:latin typeface="Segoe UI Light"/>
                <a:cs typeface="Arial" charset="0"/>
              </a:rPr>
              <a:t> </a:t>
            </a:r>
            <a:r>
              <a:rPr lang="en-US" sz="3199" spc="-100" dirty="0" err="1">
                <a:ln w="3175">
                  <a:noFill/>
                </a:ln>
                <a:solidFill>
                  <a:srgbClr val="797A7D">
                    <a:lumMod val="50000"/>
                  </a:srgbClr>
                </a:solidFill>
                <a:latin typeface="Segoe UI Light"/>
                <a:cs typeface="Arial" charset="0"/>
              </a:rPr>
              <a:t>pública</a:t>
            </a:r>
            <a:r>
              <a:rPr lang="en-US" sz="3199" spc="-100" dirty="0">
                <a:ln w="3175">
                  <a:noFill/>
                </a:ln>
                <a:solidFill>
                  <a:srgbClr val="797A7D">
                    <a:lumMod val="50000"/>
                  </a:srgbClr>
                </a:solidFill>
                <a:latin typeface="Segoe UI Light"/>
                <a:cs typeface="Arial" charset="0"/>
              </a:rPr>
              <a:t>.</a:t>
            </a:r>
            <a:endParaRPr lang="en-US" sz="1899" dirty="0">
              <a:solidFill>
                <a:srgbClr val="000000"/>
              </a:solidFill>
            </a:endParaRPr>
          </a:p>
        </p:txBody>
      </p:sp>
    </p:spTree>
    <p:extLst>
      <p:ext uri="{BB962C8B-B14F-4D97-AF65-F5344CB8AC3E}">
        <p14:creationId xmlns:p14="http://schemas.microsoft.com/office/powerpoint/2010/main" val="12555230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chemeClr val="accent5">
                    <a:lumMod val="60000"/>
                    <a:lumOff val="40000"/>
                  </a:schemeClr>
                </a:solidFill>
              </a:rPr>
              <a:t>Benefícios</a:t>
            </a:r>
            <a:r>
              <a:rPr lang="en-US" dirty="0" smtClean="0">
                <a:solidFill>
                  <a:schemeClr val="accent5">
                    <a:lumMod val="60000"/>
                    <a:lumOff val="40000"/>
                  </a:schemeClr>
                </a:solidFill>
              </a:rPr>
              <a:t> do Office 365</a:t>
            </a:r>
            <a:br>
              <a:rPr lang="en-US" dirty="0" smtClean="0">
                <a:solidFill>
                  <a:schemeClr val="accent5">
                    <a:lumMod val="60000"/>
                    <a:lumOff val="40000"/>
                  </a:schemeClr>
                </a:solidFill>
              </a:rPr>
            </a:br>
            <a:endParaRPr lang="en-US" sz="3599" dirty="0">
              <a:solidFill>
                <a:schemeClr val="accent5">
                  <a:lumMod val="60000"/>
                  <a:lumOff val="40000"/>
                </a:schemeClr>
              </a:solidFill>
            </a:endParaRPr>
          </a:p>
        </p:txBody>
      </p:sp>
      <p:grpSp>
        <p:nvGrpSpPr>
          <p:cNvPr id="5" name="Group 4"/>
          <p:cNvGrpSpPr/>
          <p:nvPr/>
        </p:nvGrpSpPr>
        <p:grpSpPr>
          <a:xfrm>
            <a:off x="3707025" y="1797920"/>
            <a:ext cx="2379534" cy="2284187"/>
            <a:chOff x="4091769" y="3817154"/>
            <a:chExt cx="2379844" cy="2285405"/>
          </a:xfrm>
        </p:grpSpPr>
        <p:sp>
          <p:nvSpPr>
            <p:cNvPr id="39" name="Rectangle 38"/>
            <p:cNvSpPr/>
            <p:nvPr/>
          </p:nvSpPr>
          <p:spPr bwMode="auto">
            <a:xfrm>
              <a:off x="4091769" y="3817154"/>
              <a:ext cx="2351063" cy="228540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584" tIns="44791" rIns="44791" bIns="89584" numCol="1" spcCol="0" rtlCol="0" fromWordArt="0" anchor="b" anchorCtr="0" forceAA="0" compatLnSpc="1">
              <a:prstTxWarp prst="textNoShape">
                <a:avLst/>
              </a:prstTxWarp>
              <a:noAutofit/>
            </a:bodyPr>
            <a:lstStyle/>
            <a:p>
              <a:pPr defTabSz="913209" fontAlgn="base">
                <a:spcBef>
                  <a:spcPct val="0"/>
                </a:spcBef>
                <a:spcAft>
                  <a:spcPct val="0"/>
                </a:spcAft>
              </a:pPr>
              <a:endParaRPr lang="en-US" sz="1999">
                <a:gradFill>
                  <a:gsLst>
                    <a:gs pos="0">
                      <a:srgbClr val="FFFFFF"/>
                    </a:gs>
                    <a:gs pos="100000">
                      <a:srgbClr val="FFFFFF"/>
                    </a:gs>
                  </a:gsLst>
                  <a:lin ang="5400000" scaled="0"/>
                </a:gradFill>
              </a:endParaRPr>
            </a:p>
          </p:txBody>
        </p:sp>
        <p:sp>
          <p:nvSpPr>
            <p:cNvPr id="3" name="Rectangle 2"/>
            <p:cNvSpPr/>
            <p:nvPr/>
          </p:nvSpPr>
          <p:spPr>
            <a:xfrm>
              <a:off x="4111003" y="5448155"/>
              <a:ext cx="2360610" cy="615640"/>
            </a:xfrm>
            <a:prstGeom prst="rect">
              <a:avLst/>
            </a:prstGeom>
          </p:spPr>
          <p:txBody>
            <a:bodyPr wrap="square">
              <a:spAutoFit/>
            </a:bodyPr>
            <a:lstStyle/>
            <a:p>
              <a:pPr defTabSz="913209" fontAlgn="base">
                <a:spcBef>
                  <a:spcPct val="0"/>
                </a:spcBef>
                <a:spcAft>
                  <a:spcPct val="0"/>
                </a:spcAft>
              </a:pPr>
              <a:r>
                <a:rPr lang="en-US" sz="1699" dirty="0">
                  <a:gradFill>
                    <a:gsLst>
                      <a:gs pos="0">
                        <a:srgbClr val="FFFFFF"/>
                      </a:gs>
                      <a:gs pos="100000">
                        <a:srgbClr val="FFFFFF"/>
                      </a:gs>
                    </a:gsLst>
                    <a:lin ang="5400000" scaled="0"/>
                  </a:gradFill>
                </a:rPr>
                <a:t>Office apps e Office Web apps</a:t>
              </a:r>
            </a:p>
          </p:txBody>
        </p:sp>
        <p:sp>
          <p:nvSpPr>
            <p:cNvPr id="55" name="Freeform 5"/>
            <p:cNvSpPr>
              <a:spLocks noEditPoints="1"/>
            </p:cNvSpPr>
            <p:nvPr/>
          </p:nvSpPr>
          <p:spPr bwMode="auto">
            <a:xfrm>
              <a:off x="4715621" y="3944061"/>
              <a:ext cx="1252525" cy="1285994"/>
            </a:xfrm>
            <a:custGeom>
              <a:avLst/>
              <a:gdLst>
                <a:gd name="T0" fmla="*/ 12 w 142"/>
                <a:gd name="T1" fmla="*/ 103 h 137"/>
                <a:gd name="T2" fmla="*/ 130 w 142"/>
                <a:gd name="T3" fmla="*/ 103 h 137"/>
                <a:gd name="T4" fmla="*/ 130 w 142"/>
                <a:gd name="T5" fmla="*/ 12 h 137"/>
                <a:gd name="T6" fmla="*/ 12 w 142"/>
                <a:gd name="T7" fmla="*/ 12 h 137"/>
                <a:gd name="T8" fmla="*/ 12 w 142"/>
                <a:gd name="T9" fmla="*/ 103 h 137"/>
                <a:gd name="T10" fmla="*/ 0 w 142"/>
                <a:gd name="T11" fmla="*/ 107 h 137"/>
                <a:gd name="T12" fmla="*/ 0 w 142"/>
                <a:gd name="T13" fmla="*/ 8 h 137"/>
                <a:gd name="T14" fmla="*/ 8 w 142"/>
                <a:gd name="T15" fmla="*/ 0 h 137"/>
                <a:gd name="T16" fmla="*/ 134 w 142"/>
                <a:gd name="T17" fmla="*/ 0 h 137"/>
                <a:gd name="T18" fmla="*/ 142 w 142"/>
                <a:gd name="T19" fmla="*/ 8 h 137"/>
                <a:gd name="T20" fmla="*/ 142 w 142"/>
                <a:gd name="T21" fmla="*/ 107 h 137"/>
                <a:gd name="T22" fmla="*/ 134 w 142"/>
                <a:gd name="T23" fmla="*/ 115 h 137"/>
                <a:gd name="T24" fmla="*/ 86 w 142"/>
                <a:gd name="T25" fmla="*/ 115 h 137"/>
                <a:gd name="T26" fmla="*/ 86 w 142"/>
                <a:gd name="T27" fmla="*/ 128 h 137"/>
                <a:gd name="T28" fmla="*/ 120 w 142"/>
                <a:gd name="T29" fmla="*/ 137 h 137"/>
                <a:gd name="T30" fmla="*/ 23 w 142"/>
                <a:gd name="T31" fmla="*/ 137 h 137"/>
                <a:gd name="T32" fmla="*/ 57 w 142"/>
                <a:gd name="T33" fmla="*/ 128 h 137"/>
                <a:gd name="T34" fmla="*/ 57 w 142"/>
                <a:gd name="T35" fmla="*/ 115 h 137"/>
                <a:gd name="T36" fmla="*/ 8 w 142"/>
                <a:gd name="T37" fmla="*/ 115 h 137"/>
                <a:gd name="T38" fmla="*/ 0 w 142"/>
                <a:gd name="T39" fmla="*/ 10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2" h="137">
                  <a:moveTo>
                    <a:pt x="12" y="103"/>
                  </a:moveTo>
                  <a:cubicBezTo>
                    <a:pt x="130" y="103"/>
                    <a:pt x="130" y="103"/>
                    <a:pt x="130" y="103"/>
                  </a:cubicBezTo>
                  <a:cubicBezTo>
                    <a:pt x="130" y="12"/>
                    <a:pt x="130" y="12"/>
                    <a:pt x="130" y="12"/>
                  </a:cubicBezTo>
                  <a:cubicBezTo>
                    <a:pt x="12" y="12"/>
                    <a:pt x="12" y="12"/>
                    <a:pt x="12" y="12"/>
                  </a:cubicBezTo>
                  <a:lnTo>
                    <a:pt x="12" y="103"/>
                  </a:lnTo>
                  <a:close/>
                  <a:moveTo>
                    <a:pt x="0" y="107"/>
                  </a:moveTo>
                  <a:cubicBezTo>
                    <a:pt x="0" y="8"/>
                    <a:pt x="0" y="8"/>
                    <a:pt x="0" y="8"/>
                  </a:cubicBezTo>
                  <a:cubicBezTo>
                    <a:pt x="0" y="4"/>
                    <a:pt x="4" y="0"/>
                    <a:pt x="8" y="0"/>
                  </a:cubicBezTo>
                  <a:cubicBezTo>
                    <a:pt x="134" y="0"/>
                    <a:pt x="134" y="0"/>
                    <a:pt x="134" y="0"/>
                  </a:cubicBezTo>
                  <a:cubicBezTo>
                    <a:pt x="139" y="0"/>
                    <a:pt x="142" y="4"/>
                    <a:pt x="142" y="8"/>
                  </a:cubicBezTo>
                  <a:cubicBezTo>
                    <a:pt x="142" y="107"/>
                    <a:pt x="142" y="107"/>
                    <a:pt x="142" y="107"/>
                  </a:cubicBezTo>
                  <a:cubicBezTo>
                    <a:pt x="142" y="112"/>
                    <a:pt x="139" y="115"/>
                    <a:pt x="134" y="115"/>
                  </a:cubicBezTo>
                  <a:cubicBezTo>
                    <a:pt x="86" y="115"/>
                    <a:pt x="86" y="115"/>
                    <a:pt x="86" y="115"/>
                  </a:cubicBezTo>
                  <a:cubicBezTo>
                    <a:pt x="86" y="128"/>
                    <a:pt x="86" y="128"/>
                    <a:pt x="86" y="128"/>
                  </a:cubicBezTo>
                  <a:cubicBezTo>
                    <a:pt x="106" y="129"/>
                    <a:pt x="120" y="133"/>
                    <a:pt x="120" y="137"/>
                  </a:cubicBezTo>
                  <a:cubicBezTo>
                    <a:pt x="23" y="137"/>
                    <a:pt x="23" y="137"/>
                    <a:pt x="23" y="137"/>
                  </a:cubicBezTo>
                  <a:cubicBezTo>
                    <a:pt x="23" y="133"/>
                    <a:pt x="37" y="129"/>
                    <a:pt x="57" y="128"/>
                  </a:cubicBezTo>
                  <a:cubicBezTo>
                    <a:pt x="57" y="115"/>
                    <a:pt x="57" y="115"/>
                    <a:pt x="57" y="115"/>
                  </a:cubicBezTo>
                  <a:cubicBezTo>
                    <a:pt x="8" y="115"/>
                    <a:pt x="8" y="115"/>
                    <a:pt x="8" y="115"/>
                  </a:cubicBezTo>
                  <a:cubicBezTo>
                    <a:pt x="4" y="115"/>
                    <a:pt x="0" y="112"/>
                    <a:pt x="0" y="1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387" tIns="44694" rIns="89387" bIns="44694" numCol="1" anchor="t" anchorCtr="0" compatLnSpc="1">
              <a:prstTxWarp prst="textNoShape">
                <a:avLst/>
              </a:prstTxWarp>
            </a:bodyPr>
            <a:lstStyle/>
            <a:p>
              <a:pPr defTabSz="911283"/>
              <a:endParaRPr lang="en-US" sz="1999">
                <a:solidFill>
                  <a:srgbClr val="FFC000"/>
                </a:solidFill>
              </a:endParaRPr>
            </a:p>
          </p:txBody>
        </p:sp>
        <p:pic>
          <p:nvPicPr>
            <p:cNvPr id="57" name="Picture 56"/>
            <p:cNvPicPr>
              <a:picLocks noChangeAspect="1"/>
            </p:cNvPicPr>
            <p:nvPr/>
          </p:nvPicPr>
          <p:blipFill rotWithShape="1">
            <a:blip r:embed="rId3" cstate="print">
              <a:extLst>
                <a:ext uri="{28A0092B-C50C-407E-A947-70E740481C1C}">
                  <a14:useLocalDpi xmlns:a14="http://schemas.microsoft.com/office/drawing/2010/main" val="0"/>
                </a:ext>
              </a:extLst>
            </a:blip>
            <a:srcRect r="72851" b="9486"/>
            <a:stretch/>
          </p:blipFill>
          <p:spPr>
            <a:xfrm>
              <a:off x="4840083" y="3928489"/>
              <a:ext cx="831816" cy="960636"/>
            </a:xfrm>
            <a:prstGeom prst="rect">
              <a:avLst/>
            </a:prstGeom>
          </p:spPr>
        </p:pic>
      </p:grpSp>
      <p:grpSp>
        <p:nvGrpSpPr>
          <p:cNvPr id="7" name="Group 6"/>
          <p:cNvGrpSpPr/>
          <p:nvPr/>
        </p:nvGrpSpPr>
        <p:grpSpPr>
          <a:xfrm>
            <a:off x="3664288" y="4215153"/>
            <a:ext cx="2391504" cy="2284187"/>
            <a:chOff x="6542344" y="3817154"/>
            <a:chExt cx="2391815" cy="2285405"/>
          </a:xfrm>
        </p:grpSpPr>
        <p:sp>
          <p:nvSpPr>
            <p:cNvPr id="9" name="Rectangle 8"/>
            <p:cNvSpPr/>
            <p:nvPr/>
          </p:nvSpPr>
          <p:spPr bwMode="auto">
            <a:xfrm>
              <a:off x="6561546" y="3817154"/>
              <a:ext cx="2372613" cy="228540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584" tIns="44791" rIns="44791" bIns="89584" numCol="1" spcCol="0" rtlCol="0" fromWordArt="0" anchor="b" anchorCtr="0" forceAA="0" compatLnSpc="1">
              <a:prstTxWarp prst="textNoShape">
                <a:avLst/>
              </a:prstTxWarp>
              <a:noAutofit/>
            </a:bodyPr>
            <a:lstStyle/>
            <a:p>
              <a:pPr defTabSz="913209" fontAlgn="base">
                <a:spcBef>
                  <a:spcPct val="0"/>
                </a:spcBef>
                <a:spcAft>
                  <a:spcPct val="0"/>
                </a:spcAft>
              </a:pPr>
              <a:endParaRPr lang="en-US" sz="1999">
                <a:gradFill>
                  <a:gsLst>
                    <a:gs pos="0">
                      <a:srgbClr val="FFFFFF"/>
                    </a:gs>
                    <a:gs pos="100000">
                      <a:srgbClr val="FFFFFF"/>
                    </a:gs>
                  </a:gsLst>
                  <a:lin ang="5400000" scaled="0"/>
                </a:gradFill>
              </a:endParaRPr>
            </a:p>
          </p:txBody>
        </p:sp>
        <p:sp>
          <p:nvSpPr>
            <p:cNvPr id="47" name="Rectangle 46"/>
            <p:cNvSpPr/>
            <p:nvPr/>
          </p:nvSpPr>
          <p:spPr>
            <a:xfrm>
              <a:off x="6542344" y="5427975"/>
              <a:ext cx="1797844" cy="615641"/>
            </a:xfrm>
            <a:prstGeom prst="rect">
              <a:avLst/>
            </a:prstGeom>
          </p:spPr>
          <p:txBody>
            <a:bodyPr wrap="none">
              <a:spAutoFit/>
            </a:bodyPr>
            <a:lstStyle/>
            <a:p>
              <a:pPr defTabSz="913209" fontAlgn="base">
                <a:spcBef>
                  <a:spcPct val="0"/>
                </a:spcBef>
                <a:spcAft>
                  <a:spcPct val="0"/>
                </a:spcAft>
              </a:pPr>
              <a:r>
                <a:rPr lang="en-US" sz="1699" err="1">
                  <a:gradFill>
                    <a:gsLst>
                      <a:gs pos="0">
                        <a:srgbClr val="FFFFFF"/>
                      </a:gs>
                      <a:gs pos="100000">
                        <a:srgbClr val="FFFFFF"/>
                      </a:gs>
                    </a:gsLst>
                    <a:lin ang="5400000" scaled="0"/>
                  </a:gradFill>
                </a:rPr>
                <a:t>Serviço</a:t>
              </a:r>
              <a:r>
                <a:rPr lang="en-US" sz="1699">
                  <a:gradFill>
                    <a:gsLst>
                      <a:gs pos="0">
                        <a:srgbClr val="FFFFFF"/>
                      </a:gs>
                      <a:gs pos="100000">
                        <a:srgbClr val="FFFFFF"/>
                      </a:gs>
                    </a:gsLst>
                    <a:lin ang="5400000" scaled="0"/>
                  </a:gradFill>
                </a:rPr>
                <a:t> </a:t>
              </a:r>
              <a:r>
                <a:rPr lang="en-US" sz="1699" err="1">
                  <a:gradFill>
                    <a:gsLst>
                      <a:gs pos="0">
                        <a:srgbClr val="FFFFFF"/>
                      </a:gs>
                      <a:gs pos="100000">
                        <a:srgbClr val="FFFFFF"/>
                      </a:gs>
                    </a:gsLst>
                    <a:lin ang="5400000" scaled="0"/>
                  </a:gradFill>
                </a:rPr>
                <a:t>confiável</a:t>
              </a:r>
              <a:endParaRPr lang="en-US" sz="1699">
                <a:gradFill>
                  <a:gsLst>
                    <a:gs pos="0">
                      <a:srgbClr val="FFFFFF"/>
                    </a:gs>
                    <a:gs pos="100000">
                      <a:srgbClr val="FFFFFF"/>
                    </a:gs>
                  </a:gsLst>
                  <a:lin ang="5400000" scaled="0"/>
                </a:gradFill>
              </a:endParaRPr>
            </a:p>
            <a:p>
              <a:pPr defTabSz="913209" fontAlgn="base">
                <a:spcBef>
                  <a:spcPct val="0"/>
                </a:spcBef>
                <a:spcAft>
                  <a:spcPct val="0"/>
                </a:spcAft>
              </a:pPr>
              <a:r>
                <a:rPr lang="en-US" sz="1699">
                  <a:gradFill>
                    <a:gsLst>
                      <a:gs pos="0">
                        <a:srgbClr val="FFFFFF"/>
                      </a:gs>
                      <a:gs pos="100000">
                        <a:srgbClr val="FFFFFF"/>
                      </a:gs>
                    </a:gsLst>
                    <a:lin ang="5400000" scaled="0"/>
                  </a:gradFill>
                </a:rPr>
                <a:t>com SLA 99.9%</a:t>
              </a:r>
            </a:p>
          </p:txBody>
        </p:sp>
        <p:grpSp>
          <p:nvGrpSpPr>
            <p:cNvPr id="12" name="Group 11"/>
            <p:cNvGrpSpPr/>
            <p:nvPr/>
          </p:nvGrpSpPr>
          <p:grpSpPr bwMode="black">
            <a:xfrm>
              <a:off x="7049692" y="3985400"/>
              <a:ext cx="1298044" cy="1218193"/>
              <a:chOff x="2462213" y="1598613"/>
              <a:chExt cx="4222750" cy="3667125"/>
            </a:xfrm>
          </p:grpSpPr>
          <p:sp>
            <p:nvSpPr>
              <p:cNvPr id="13" name="Rectangle 6"/>
              <p:cNvSpPr>
                <a:spLocks noChangeArrowheads="1"/>
              </p:cNvSpPr>
              <p:nvPr/>
            </p:nvSpPr>
            <p:spPr bwMode="black">
              <a:xfrm>
                <a:off x="5564188" y="3346451"/>
                <a:ext cx="115888" cy="492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14" name="Rectangle 7"/>
              <p:cNvSpPr>
                <a:spLocks noChangeArrowheads="1"/>
              </p:cNvSpPr>
              <p:nvPr/>
            </p:nvSpPr>
            <p:spPr bwMode="black">
              <a:xfrm>
                <a:off x="5795963" y="3346451"/>
                <a:ext cx="112713" cy="492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15" name="Rectangle 8"/>
              <p:cNvSpPr>
                <a:spLocks noChangeArrowheads="1"/>
              </p:cNvSpPr>
              <p:nvPr/>
            </p:nvSpPr>
            <p:spPr bwMode="black">
              <a:xfrm>
                <a:off x="3092451" y="3346451"/>
                <a:ext cx="115888" cy="492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16" name="Rectangle 9"/>
              <p:cNvSpPr>
                <a:spLocks noChangeArrowheads="1"/>
              </p:cNvSpPr>
              <p:nvPr/>
            </p:nvSpPr>
            <p:spPr bwMode="black">
              <a:xfrm>
                <a:off x="3324226" y="3346451"/>
                <a:ext cx="117475" cy="492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17" name="Freeform 10"/>
              <p:cNvSpPr>
                <a:spLocks/>
              </p:cNvSpPr>
              <p:nvPr/>
            </p:nvSpPr>
            <p:spPr bwMode="black">
              <a:xfrm>
                <a:off x="3902076" y="2506663"/>
                <a:ext cx="101600" cy="123825"/>
              </a:xfrm>
              <a:custGeom>
                <a:avLst/>
                <a:gdLst>
                  <a:gd name="T0" fmla="*/ 36 w 64"/>
                  <a:gd name="T1" fmla="*/ 78 h 78"/>
                  <a:gd name="T2" fmla="*/ 64 w 64"/>
                  <a:gd name="T3" fmla="*/ 64 h 78"/>
                  <a:gd name="T4" fmla="*/ 26 w 64"/>
                  <a:gd name="T5" fmla="*/ 0 h 78"/>
                  <a:gd name="T6" fmla="*/ 0 w 64"/>
                  <a:gd name="T7" fmla="*/ 17 h 78"/>
                  <a:gd name="T8" fmla="*/ 36 w 64"/>
                  <a:gd name="T9" fmla="*/ 78 h 78"/>
                </a:gdLst>
                <a:ahLst/>
                <a:cxnLst>
                  <a:cxn ang="0">
                    <a:pos x="T0" y="T1"/>
                  </a:cxn>
                  <a:cxn ang="0">
                    <a:pos x="T2" y="T3"/>
                  </a:cxn>
                  <a:cxn ang="0">
                    <a:pos x="T4" y="T5"/>
                  </a:cxn>
                  <a:cxn ang="0">
                    <a:pos x="T6" y="T7"/>
                  </a:cxn>
                  <a:cxn ang="0">
                    <a:pos x="T8" y="T9"/>
                  </a:cxn>
                </a:cxnLst>
                <a:rect l="0" t="0" r="r" b="b"/>
                <a:pathLst>
                  <a:path w="64" h="78">
                    <a:moveTo>
                      <a:pt x="36" y="78"/>
                    </a:moveTo>
                    <a:lnTo>
                      <a:pt x="64" y="64"/>
                    </a:lnTo>
                    <a:lnTo>
                      <a:pt x="26" y="0"/>
                    </a:lnTo>
                    <a:lnTo>
                      <a:pt x="0" y="17"/>
                    </a:lnTo>
                    <a:lnTo>
                      <a:pt x="36" y="7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18" name="Freeform 11"/>
              <p:cNvSpPr>
                <a:spLocks/>
              </p:cNvSpPr>
              <p:nvPr/>
            </p:nvSpPr>
            <p:spPr bwMode="black">
              <a:xfrm>
                <a:off x="4017963" y="2709863"/>
                <a:ext cx="98425" cy="123825"/>
              </a:xfrm>
              <a:custGeom>
                <a:avLst/>
                <a:gdLst>
                  <a:gd name="T0" fmla="*/ 36 w 62"/>
                  <a:gd name="T1" fmla="*/ 78 h 78"/>
                  <a:gd name="T2" fmla="*/ 62 w 62"/>
                  <a:gd name="T3" fmla="*/ 61 h 78"/>
                  <a:gd name="T4" fmla="*/ 26 w 62"/>
                  <a:gd name="T5" fmla="*/ 0 h 78"/>
                  <a:gd name="T6" fmla="*/ 0 w 62"/>
                  <a:gd name="T7" fmla="*/ 14 h 78"/>
                  <a:gd name="T8" fmla="*/ 36 w 62"/>
                  <a:gd name="T9" fmla="*/ 78 h 78"/>
                </a:gdLst>
                <a:ahLst/>
                <a:cxnLst>
                  <a:cxn ang="0">
                    <a:pos x="T0" y="T1"/>
                  </a:cxn>
                  <a:cxn ang="0">
                    <a:pos x="T2" y="T3"/>
                  </a:cxn>
                  <a:cxn ang="0">
                    <a:pos x="T4" y="T5"/>
                  </a:cxn>
                  <a:cxn ang="0">
                    <a:pos x="T6" y="T7"/>
                  </a:cxn>
                  <a:cxn ang="0">
                    <a:pos x="T8" y="T9"/>
                  </a:cxn>
                </a:cxnLst>
                <a:rect l="0" t="0" r="r" b="b"/>
                <a:pathLst>
                  <a:path w="62" h="78">
                    <a:moveTo>
                      <a:pt x="36" y="78"/>
                    </a:moveTo>
                    <a:lnTo>
                      <a:pt x="62" y="61"/>
                    </a:lnTo>
                    <a:lnTo>
                      <a:pt x="26" y="0"/>
                    </a:lnTo>
                    <a:lnTo>
                      <a:pt x="0" y="14"/>
                    </a:lnTo>
                    <a:lnTo>
                      <a:pt x="36" y="7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19" name="Freeform 12"/>
              <p:cNvSpPr>
                <a:spLocks/>
              </p:cNvSpPr>
              <p:nvPr/>
            </p:nvSpPr>
            <p:spPr bwMode="black">
              <a:xfrm>
                <a:off x="4873626" y="2709863"/>
                <a:ext cx="98425" cy="123825"/>
              </a:xfrm>
              <a:custGeom>
                <a:avLst/>
                <a:gdLst>
                  <a:gd name="T0" fmla="*/ 26 w 62"/>
                  <a:gd name="T1" fmla="*/ 78 h 78"/>
                  <a:gd name="T2" fmla="*/ 62 w 62"/>
                  <a:gd name="T3" fmla="*/ 14 h 78"/>
                  <a:gd name="T4" fmla="*/ 36 w 62"/>
                  <a:gd name="T5" fmla="*/ 0 h 78"/>
                  <a:gd name="T6" fmla="*/ 0 w 62"/>
                  <a:gd name="T7" fmla="*/ 61 h 78"/>
                  <a:gd name="T8" fmla="*/ 26 w 62"/>
                  <a:gd name="T9" fmla="*/ 78 h 78"/>
                </a:gdLst>
                <a:ahLst/>
                <a:cxnLst>
                  <a:cxn ang="0">
                    <a:pos x="T0" y="T1"/>
                  </a:cxn>
                  <a:cxn ang="0">
                    <a:pos x="T2" y="T3"/>
                  </a:cxn>
                  <a:cxn ang="0">
                    <a:pos x="T4" y="T5"/>
                  </a:cxn>
                  <a:cxn ang="0">
                    <a:pos x="T6" y="T7"/>
                  </a:cxn>
                  <a:cxn ang="0">
                    <a:pos x="T8" y="T9"/>
                  </a:cxn>
                </a:cxnLst>
                <a:rect l="0" t="0" r="r" b="b"/>
                <a:pathLst>
                  <a:path w="62" h="78">
                    <a:moveTo>
                      <a:pt x="26" y="78"/>
                    </a:moveTo>
                    <a:lnTo>
                      <a:pt x="62" y="14"/>
                    </a:lnTo>
                    <a:lnTo>
                      <a:pt x="36" y="0"/>
                    </a:lnTo>
                    <a:lnTo>
                      <a:pt x="0" y="61"/>
                    </a:lnTo>
                    <a:lnTo>
                      <a:pt x="26" y="7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20" name="Freeform 13"/>
              <p:cNvSpPr>
                <a:spLocks/>
              </p:cNvSpPr>
              <p:nvPr/>
            </p:nvSpPr>
            <p:spPr bwMode="black">
              <a:xfrm>
                <a:off x="4989513" y="2506663"/>
                <a:ext cx="98425" cy="123825"/>
              </a:xfrm>
              <a:custGeom>
                <a:avLst/>
                <a:gdLst>
                  <a:gd name="T0" fmla="*/ 26 w 62"/>
                  <a:gd name="T1" fmla="*/ 78 h 78"/>
                  <a:gd name="T2" fmla="*/ 62 w 62"/>
                  <a:gd name="T3" fmla="*/ 17 h 78"/>
                  <a:gd name="T4" fmla="*/ 36 w 62"/>
                  <a:gd name="T5" fmla="*/ 0 h 78"/>
                  <a:gd name="T6" fmla="*/ 0 w 62"/>
                  <a:gd name="T7" fmla="*/ 64 h 78"/>
                  <a:gd name="T8" fmla="*/ 26 w 62"/>
                  <a:gd name="T9" fmla="*/ 78 h 78"/>
                </a:gdLst>
                <a:ahLst/>
                <a:cxnLst>
                  <a:cxn ang="0">
                    <a:pos x="T0" y="T1"/>
                  </a:cxn>
                  <a:cxn ang="0">
                    <a:pos x="T2" y="T3"/>
                  </a:cxn>
                  <a:cxn ang="0">
                    <a:pos x="T4" y="T5"/>
                  </a:cxn>
                  <a:cxn ang="0">
                    <a:pos x="T6" y="T7"/>
                  </a:cxn>
                  <a:cxn ang="0">
                    <a:pos x="T8" y="T9"/>
                  </a:cxn>
                </a:cxnLst>
                <a:rect l="0" t="0" r="r" b="b"/>
                <a:pathLst>
                  <a:path w="62" h="78">
                    <a:moveTo>
                      <a:pt x="26" y="78"/>
                    </a:moveTo>
                    <a:lnTo>
                      <a:pt x="62" y="17"/>
                    </a:lnTo>
                    <a:lnTo>
                      <a:pt x="36" y="0"/>
                    </a:lnTo>
                    <a:lnTo>
                      <a:pt x="0" y="64"/>
                    </a:lnTo>
                    <a:lnTo>
                      <a:pt x="26" y="7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21" name="Freeform 14"/>
              <p:cNvSpPr>
                <a:spLocks/>
              </p:cNvSpPr>
              <p:nvPr/>
            </p:nvSpPr>
            <p:spPr bwMode="black">
              <a:xfrm>
                <a:off x="4017963" y="3990976"/>
                <a:ext cx="98425" cy="123825"/>
              </a:xfrm>
              <a:custGeom>
                <a:avLst/>
                <a:gdLst>
                  <a:gd name="T0" fmla="*/ 0 w 62"/>
                  <a:gd name="T1" fmla="*/ 64 h 78"/>
                  <a:gd name="T2" fmla="*/ 26 w 62"/>
                  <a:gd name="T3" fmla="*/ 78 h 78"/>
                  <a:gd name="T4" fmla="*/ 62 w 62"/>
                  <a:gd name="T5" fmla="*/ 14 h 78"/>
                  <a:gd name="T6" fmla="*/ 36 w 62"/>
                  <a:gd name="T7" fmla="*/ 0 h 78"/>
                  <a:gd name="T8" fmla="*/ 0 w 62"/>
                  <a:gd name="T9" fmla="*/ 64 h 78"/>
                </a:gdLst>
                <a:ahLst/>
                <a:cxnLst>
                  <a:cxn ang="0">
                    <a:pos x="T0" y="T1"/>
                  </a:cxn>
                  <a:cxn ang="0">
                    <a:pos x="T2" y="T3"/>
                  </a:cxn>
                  <a:cxn ang="0">
                    <a:pos x="T4" y="T5"/>
                  </a:cxn>
                  <a:cxn ang="0">
                    <a:pos x="T6" y="T7"/>
                  </a:cxn>
                  <a:cxn ang="0">
                    <a:pos x="T8" y="T9"/>
                  </a:cxn>
                </a:cxnLst>
                <a:rect l="0" t="0" r="r" b="b"/>
                <a:pathLst>
                  <a:path w="62" h="78">
                    <a:moveTo>
                      <a:pt x="0" y="64"/>
                    </a:moveTo>
                    <a:lnTo>
                      <a:pt x="26" y="78"/>
                    </a:lnTo>
                    <a:lnTo>
                      <a:pt x="62" y="14"/>
                    </a:lnTo>
                    <a:lnTo>
                      <a:pt x="36" y="0"/>
                    </a:lnTo>
                    <a:lnTo>
                      <a:pt x="0" y="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22" name="Freeform 15"/>
              <p:cNvSpPr>
                <a:spLocks/>
              </p:cNvSpPr>
              <p:nvPr/>
            </p:nvSpPr>
            <p:spPr bwMode="black">
              <a:xfrm>
                <a:off x="3902076" y="4189413"/>
                <a:ext cx="101600" cy="128588"/>
              </a:xfrm>
              <a:custGeom>
                <a:avLst/>
                <a:gdLst>
                  <a:gd name="T0" fmla="*/ 0 w 64"/>
                  <a:gd name="T1" fmla="*/ 64 h 81"/>
                  <a:gd name="T2" fmla="*/ 26 w 64"/>
                  <a:gd name="T3" fmla="*/ 81 h 81"/>
                  <a:gd name="T4" fmla="*/ 64 w 64"/>
                  <a:gd name="T5" fmla="*/ 17 h 81"/>
                  <a:gd name="T6" fmla="*/ 36 w 64"/>
                  <a:gd name="T7" fmla="*/ 0 h 81"/>
                  <a:gd name="T8" fmla="*/ 0 w 64"/>
                  <a:gd name="T9" fmla="*/ 64 h 81"/>
                </a:gdLst>
                <a:ahLst/>
                <a:cxnLst>
                  <a:cxn ang="0">
                    <a:pos x="T0" y="T1"/>
                  </a:cxn>
                  <a:cxn ang="0">
                    <a:pos x="T2" y="T3"/>
                  </a:cxn>
                  <a:cxn ang="0">
                    <a:pos x="T4" y="T5"/>
                  </a:cxn>
                  <a:cxn ang="0">
                    <a:pos x="T6" y="T7"/>
                  </a:cxn>
                  <a:cxn ang="0">
                    <a:pos x="T8" y="T9"/>
                  </a:cxn>
                </a:cxnLst>
                <a:rect l="0" t="0" r="r" b="b"/>
                <a:pathLst>
                  <a:path w="64" h="81">
                    <a:moveTo>
                      <a:pt x="0" y="64"/>
                    </a:moveTo>
                    <a:lnTo>
                      <a:pt x="26" y="81"/>
                    </a:lnTo>
                    <a:lnTo>
                      <a:pt x="64" y="17"/>
                    </a:lnTo>
                    <a:lnTo>
                      <a:pt x="36" y="0"/>
                    </a:lnTo>
                    <a:lnTo>
                      <a:pt x="0" y="6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23" name="Freeform 16"/>
              <p:cNvSpPr>
                <a:spLocks/>
              </p:cNvSpPr>
              <p:nvPr/>
            </p:nvSpPr>
            <p:spPr bwMode="black">
              <a:xfrm>
                <a:off x="4989513" y="4189413"/>
                <a:ext cx="98425" cy="128588"/>
              </a:xfrm>
              <a:custGeom>
                <a:avLst/>
                <a:gdLst>
                  <a:gd name="T0" fmla="*/ 26 w 62"/>
                  <a:gd name="T1" fmla="*/ 0 h 81"/>
                  <a:gd name="T2" fmla="*/ 0 w 62"/>
                  <a:gd name="T3" fmla="*/ 17 h 81"/>
                  <a:gd name="T4" fmla="*/ 36 w 62"/>
                  <a:gd name="T5" fmla="*/ 81 h 81"/>
                  <a:gd name="T6" fmla="*/ 62 w 62"/>
                  <a:gd name="T7" fmla="*/ 64 h 81"/>
                  <a:gd name="T8" fmla="*/ 26 w 62"/>
                  <a:gd name="T9" fmla="*/ 0 h 81"/>
                </a:gdLst>
                <a:ahLst/>
                <a:cxnLst>
                  <a:cxn ang="0">
                    <a:pos x="T0" y="T1"/>
                  </a:cxn>
                  <a:cxn ang="0">
                    <a:pos x="T2" y="T3"/>
                  </a:cxn>
                  <a:cxn ang="0">
                    <a:pos x="T4" y="T5"/>
                  </a:cxn>
                  <a:cxn ang="0">
                    <a:pos x="T6" y="T7"/>
                  </a:cxn>
                  <a:cxn ang="0">
                    <a:pos x="T8" y="T9"/>
                  </a:cxn>
                </a:cxnLst>
                <a:rect l="0" t="0" r="r" b="b"/>
                <a:pathLst>
                  <a:path w="62" h="81">
                    <a:moveTo>
                      <a:pt x="26" y="0"/>
                    </a:moveTo>
                    <a:lnTo>
                      <a:pt x="0" y="17"/>
                    </a:lnTo>
                    <a:lnTo>
                      <a:pt x="36" y="81"/>
                    </a:lnTo>
                    <a:lnTo>
                      <a:pt x="62" y="64"/>
                    </a:lnTo>
                    <a:lnTo>
                      <a:pt x="2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24" name="Freeform 17"/>
              <p:cNvSpPr>
                <a:spLocks/>
              </p:cNvSpPr>
              <p:nvPr/>
            </p:nvSpPr>
            <p:spPr bwMode="black">
              <a:xfrm>
                <a:off x="4873626" y="3990976"/>
                <a:ext cx="98425" cy="123825"/>
              </a:xfrm>
              <a:custGeom>
                <a:avLst/>
                <a:gdLst>
                  <a:gd name="T0" fmla="*/ 0 w 62"/>
                  <a:gd name="T1" fmla="*/ 14 h 78"/>
                  <a:gd name="T2" fmla="*/ 36 w 62"/>
                  <a:gd name="T3" fmla="*/ 78 h 78"/>
                  <a:gd name="T4" fmla="*/ 62 w 62"/>
                  <a:gd name="T5" fmla="*/ 64 h 78"/>
                  <a:gd name="T6" fmla="*/ 26 w 62"/>
                  <a:gd name="T7" fmla="*/ 0 h 78"/>
                  <a:gd name="T8" fmla="*/ 0 w 62"/>
                  <a:gd name="T9" fmla="*/ 14 h 78"/>
                </a:gdLst>
                <a:ahLst/>
                <a:cxnLst>
                  <a:cxn ang="0">
                    <a:pos x="T0" y="T1"/>
                  </a:cxn>
                  <a:cxn ang="0">
                    <a:pos x="T2" y="T3"/>
                  </a:cxn>
                  <a:cxn ang="0">
                    <a:pos x="T4" y="T5"/>
                  </a:cxn>
                  <a:cxn ang="0">
                    <a:pos x="T6" y="T7"/>
                  </a:cxn>
                  <a:cxn ang="0">
                    <a:pos x="T8" y="T9"/>
                  </a:cxn>
                </a:cxnLst>
                <a:rect l="0" t="0" r="r" b="b"/>
                <a:pathLst>
                  <a:path w="62" h="78">
                    <a:moveTo>
                      <a:pt x="0" y="14"/>
                    </a:moveTo>
                    <a:lnTo>
                      <a:pt x="36" y="78"/>
                    </a:lnTo>
                    <a:lnTo>
                      <a:pt x="62" y="64"/>
                    </a:lnTo>
                    <a:lnTo>
                      <a:pt x="26" y="0"/>
                    </a:lnTo>
                    <a:lnTo>
                      <a:pt x="0"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26" name="Freeform 19"/>
              <p:cNvSpPr>
                <a:spLocks noEditPoints="1"/>
              </p:cNvSpPr>
              <p:nvPr/>
            </p:nvSpPr>
            <p:spPr bwMode="black">
              <a:xfrm>
                <a:off x="3321051" y="1598613"/>
                <a:ext cx="750888" cy="522288"/>
              </a:xfrm>
              <a:custGeom>
                <a:avLst/>
                <a:gdLst>
                  <a:gd name="T0" fmla="*/ 174 w 200"/>
                  <a:gd name="T1" fmla="*/ 0 h 139"/>
                  <a:gd name="T2" fmla="*/ 26 w 200"/>
                  <a:gd name="T3" fmla="*/ 0 h 139"/>
                  <a:gd name="T4" fmla="*/ 0 w 200"/>
                  <a:gd name="T5" fmla="*/ 27 h 139"/>
                  <a:gd name="T6" fmla="*/ 0 w 200"/>
                  <a:gd name="T7" fmla="*/ 113 h 139"/>
                  <a:gd name="T8" fmla="*/ 26 w 200"/>
                  <a:gd name="T9" fmla="*/ 139 h 139"/>
                  <a:gd name="T10" fmla="*/ 174 w 200"/>
                  <a:gd name="T11" fmla="*/ 139 h 139"/>
                  <a:gd name="T12" fmla="*/ 200 w 200"/>
                  <a:gd name="T13" fmla="*/ 113 h 139"/>
                  <a:gd name="T14" fmla="*/ 200 w 200"/>
                  <a:gd name="T15" fmla="*/ 27 h 139"/>
                  <a:gd name="T16" fmla="*/ 174 w 200"/>
                  <a:gd name="T17" fmla="*/ 0 h 139"/>
                  <a:gd name="T18" fmla="*/ 185 w 200"/>
                  <a:gd name="T19" fmla="*/ 113 h 139"/>
                  <a:gd name="T20" fmla="*/ 174 w 200"/>
                  <a:gd name="T21" fmla="*/ 124 h 139"/>
                  <a:gd name="T22" fmla="*/ 26 w 200"/>
                  <a:gd name="T23" fmla="*/ 124 h 139"/>
                  <a:gd name="T24" fmla="*/ 15 w 200"/>
                  <a:gd name="T25" fmla="*/ 113 h 139"/>
                  <a:gd name="T26" fmla="*/ 15 w 200"/>
                  <a:gd name="T27" fmla="*/ 27 h 139"/>
                  <a:gd name="T28" fmla="*/ 26 w 200"/>
                  <a:gd name="T29" fmla="*/ 16 h 139"/>
                  <a:gd name="T30" fmla="*/ 174 w 200"/>
                  <a:gd name="T31" fmla="*/ 16 h 139"/>
                  <a:gd name="T32" fmla="*/ 185 w 200"/>
                  <a:gd name="T33" fmla="*/ 27 h 139"/>
                  <a:gd name="T34" fmla="*/ 185 w 200"/>
                  <a:gd name="T35" fmla="*/ 11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0" h="139">
                    <a:moveTo>
                      <a:pt x="174" y="0"/>
                    </a:moveTo>
                    <a:cubicBezTo>
                      <a:pt x="26" y="0"/>
                      <a:pt x="26" y="0"/>
                      <a:pt x="26" y="0"/>
                    </a:cubicBezTo>
                    <a:cubicBezTo>
                      <a:pt x="12" y="0"/>
                      <a:pt x="0" y="12"/>
                      <a:pt x="0" y="27"/>
                    </a:cubicBezTo>
                    <a:cubicBezTo>
                      <a:pt x="0" y="113"/>
                      <a:pt x="0" y="113"/>
                      <a:pt x="0" y="113"/>
                    </a:cubicBezTo>
                    <a:cubicBezTo>
                      <a:pt x="0" y="127"/>
                      <a:pt x="12" y="139"/>
                      <a:pt x="26" y="139"/>
                    </a:cubicBezTo>
                    <a:cubicBezTo>
                      <a:pt x="174" y="139"/>
                      <a:pt x="174" y="139"/>
                      <a:pt x="174" y="139"/>
                    </a:cubicBezTo>
                    <a:cubicBezTo>
                      <a:pt x="188" y="139"/>
                      <a:pt x="200" y="127"/>
                      <a:pt x="200" y="113"/>
                    </a:cubicBezTo>
                    <a:cubicBezTo>
                      <a:pt x="200" y="27"/>
                      <a:pt x="200" y="27"/>
                      <a:pt x="200" y="27"/>
                    </a:cubicBezTo>
                    <a:cubicBezTo>
                      <a:pt x="200" y="12"/>
                      <a:pt x="188" y="0"/>
                      <a:pt x="174" y="0"/>
                    </a:cubicBezTo>
                    <a:moveTo>
                      <a:pt x="185" y="113"/>
                    </a:moveTo>
                    <a:cubicBezTo>
                      <a:pt x="185" y="119"/>
                      <a:pt x="180" y="124"/>
                      <a:pt x="174" y="124"/>
                    </a:cubicBezTo>
                    <a:cubicBezTo>
                      <a:pt x="26" y="124"/>
                      <a:pt x="26" y="124"/>
                      <a:pt x="26" y="124"/>
                    </a:cubicBezTo>
                    <a:cubicBezTo>
                      <a:pt x="20" y="124"/>
                      <a:pt x="15" y="119"/>
                      <a:pt x="15" y="113"/>
                    </a:cubicBezTo>
                    <a:cubicBezTo>
                      <a:pt x="15" y="27"/>
                      <a:pt x="15" y="27"/>
                      <a:pt x="15" y="27"/>
                    </a:cubicBezTo>
                    <a:cubicBezTo>
                      <a:pt x="15" y="21"/>
                      <a:pt x="20" y="16"/>
                      <a:pt x="26" y="16"/>
                    </a:cubicBezTo>
                    <a:cubicBezTo>
                      <a:pt x="174" y="16"/>
                      <a:pt x="174" y="16"/>
                      <a:pt x="174" y="16"/>
                    </a:cubicBezTo>
                    <a:cubicBezTo>
                      <a:pt x="180" y="16"/>
                      <a:pt x="185" y="21"/>
                      <a:pt x="185" y="27"/>
                    </a:cubicBezTo>
                    <a:lnTo>
                      <a:pt x="185" y="1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27" name="Freeform 20"/>
              <p:cNvSpPr>
                <a:spLocks/>
              </p:cNvSpPr>
              <p:nvPr/>
            </p:nvSpPr>
            <p:spPr bwMode="black">
              <a:xfrm>
                <a:off x="3178176" y="2154238"/>
                <a:ext cx="1035050" cy="239713"/>
              </a:xfrm>
              <a:custGeom>
                <a:avLst/>
                <a:gdLst>
                  <a:gd name="T0" fmla="*/ 7 w 276"/>
                  <a:gd name="T1" fmla="*/ 64 h 64"/>
                  <a:gd name="T2" fmla="*/ 269 w 276"/>
                  <a:gd name="T3" fmla="*/ 64 h 64"/>
                  <a:gd name="T4" fmla="*/ 276 w 276"/>
                  <a:gd name="T5" fmla="*/ 57 h 64"/>
                  <a:gd name="T6" fmla="*/ 276 w 276"/>
                  <a:gd name="T7" fmla="*/ 54 h 64"/>
                  <a:gd name="T8" fmla="*/ 272 w 276"/>
                  <a:gd name="T9" fmla="*/ 42 h 64"/>
                  <a:gd name="T10" fmla="*/ 240 w 276"/>
                  <a:gd name="T11" fmla="*/ 5 h 64"/>
                  <a:gd name="T12" fmla="*/ 229 w 276"/>
                  <a:gd name="T13" fmla="*/ 0 h 64"/>
                  <a:gd name="T14" fmla="*/ 47 w 276"/>
                  <a:gd name="T15" fmla="*/ 0 h 64"/>
                  <a:gd name="T16" fmla="*/ 36 w 276"/>
                  <a:gd name="T17" fmla="*/ 5 h 64"/>
                  <a:gd name="T18" fmla="*/ 4 w 276"/>
                  <a:gd name="T19" fmla="*/ 42 h 64"/>
                  <a:gd name="T20" fmla="*/ 0 w 276"/>
                  <a:gd name="T21" fmla="*/ 54 h 64"/>
                  <a:gd name="T22" fmla="*/ 0 w 276"/>
                  <a:gd name="T23" fmla="*/ 57 h 64"/>
                  <a:gd name="T24" fmla="*/ 7 w 276"/>
                  <a:gd name="T25"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6" h="64">
                    <a:moveTo>
                      <a:pt x="7" y="64"/>
                    </a:moveTo>
                    <a:cubicBezTo>
                      <a:pt x="269" y="64"/>
                      <a:pt x="269" y="64"/>
                      <a:pt x="269" y="64"/>
                    </a:cubicBezTo>
                    <a:cubicBezTo>
                      <a:pt x="273" y="64"/>
                      <a:pt x="276" y="61"/>
                      <a:pt x="276" y="57"/>
                    </a:cubicBezTo>
                    <a:cubicBezTo>
                      <a:pt x="276" y="54"/>
                      <a:pt x="276" y="54"/>
                      <a:pt x="276" y="54"/>
                    </a:cubicBezTo>
                    <a:cubicBezTo>
                      <a:pt x="276" y="50"/>
                      <a:pt x="274" y="45"/>
                      <a:pt x="272" y="42"/>
                    </a:cubicBezTo>
                    <a:cubicBezTo>
                      <a:pt x="240" y="5"/>
                      <a:pt x="240" y="5"/>
                      <a:pt x="240" y="5"/>
                    </a:cubicBezTo>
                    <a:cubicBezTo>
                      <a:pt x="238" y="2"/>
                      <a:pt x="233" y="0"/>
                      <a:pt x="229" y="0"/>
                    </a:cubicBezTo>
                    <a:cubicBezTo>
                      <a:pt x="47" y="0"/>
                      <a:pt x="47" y="0"/>
                      <a:pt x="47" y="0"/>
                    </a:cubicBezTo>
                    <a:cubicBezTo>
                      <a:pt x="43" y="0"/>
                      <a:pt x="38" y="2"/>
                      <a:pt x="36" y="5"/>
                    </a:cubicBezTo>
                    <a:cubicBezTo>
                      <a:pt x="4" y="42"/>
                      <a:pt x="4" y="42"/>
                      <a:pt x="4" y="42"/>
                    </a:cubicBezTo>
                    <a:cubicBezTo>
                      <a:pt x="2" y="45"/>
                      <a:pt x="0" y="50"/>
                      <a:pt x="0" y="54"/>
                    </a:cubicBezTo>
                    <a:cubicBezTo>
                      <a:pt x="0" y="57"/>
                      <a:pt x="0" y="57"/>
                      <a:pt x="0" y="57"/>
                    </a:cubicBezTo>
                    <a:cubicBezTo>
                      <a:pt x="0" y="61"/>
                      <a:pt x="3" y="64"/>
                      <a:pt x="7" y="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28" name="Freeform 21"/>
              <p:cNvSpPr>
                <a:spLocks noEditPoints="1"/>
              </p:cNvSpPr>
              <p:nvPr/>
            </p:nvSpPr>
            <p:spPr bwMode="black">
              <a:xfrm>
                <a:off x="4730751" y="1639888"/>
                <a:ext cx="781050" cy="608013"/>
              </a:xfrm>
              <a:custGeom>
                <a:avLst/>
                <a:gdLst>
                  <a:gd name="T0" fmla="*/ 177 w 208"/>
                  <a:gd name="T1" fmla="*/ 0 h 162"/>
                  <a:gd name="T2" fmla="*/ 31 w 208"/>
                  <a:gd name="T3" fmla="*/ 0 h 162"/>
                  <a:gd name="T4" fmla="*/ 0 w 208"/>
                  <a:gd name="T5" fmla="*/ 31 h 162"/>
                  <a:gd name="T6" fmla="*/ 0 w 208"/>
                  <a:gd name="T7" fmla="*/ 131 h 162"/>
                  <a:gd name="T8" fmla="*/ 31 w 208"/>
                  <a:gd name="T9" fmla="*/ 162 h 162"/>
                  <a:gd name="T10" fmla="*/ 177 w 208"/>
                  <a:gd name="T11" fmla="*/ 162 h 162"/>
                  <a:gd name="T12" fmla="*/ 208 w 208"/>
                  <a:gd name="T13" fmla="*/ 131 h 162"/>
                  <a:gd name="T14" fmla="*/ 208 w 208"/>
                  <a:gd name="T15" fmla="*/ 31 h 162"/>
                  <a:gd name="T16" fmla="*/ 177 w 208"/>
                  <a:gd name="T17" fmla="*/ 0 h 162"/>
                  <a:gd name="T18" fmla="*/ 190 w 208"/>
                  <a:gd name="T19" fmla="*/ 131 h 162"/>
                  <a:gd name="T20" fmla="*/ 177 w 208"/>
                  <a:gd name="T21" fmla="*/ 144 h 162"/>
                  <a:gd name="T22" fmla="*/ 31 w 208"/>
                  <a:gd name="T23" fmla="*/ 144 h 162"/>
                  <a:gd name="T24" fmla="*/ 18 w 208"/>
                  <a:gd name="T25" fmla="*/ 131 h 162"/>
                  <a:gd name="T26" fmla="*/ 18 w 208"/>
                  <a:gd name="T27" fmla="*/ 31 h 162"/>
                  <a:gd name="T28" fmla="*/ 31 w 208"/>
                  <a:gd name="T29" fmla="*/ 18 h 162"/>
                  <a:gd name="T30" fmla="*/ 177 w 208"/>
                  <a:gd name="T31" fmla="*/ 18 h 162"/>
                  <a:gd name="T32" fmla="*/ 190 w 208"/>
                  <a:gd name="T33" fmla="*/ 31 h 162"/>
                  <a:gd name="T34" fmla="*/ 190 w 208"/>
                  <a:gd name="T35" fmla="*/ 131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8" h="162">
                    <a:moveTo>
                      <a:pt x="177" y="0"/>
                    </a:moveTo>
                    <a:cubicBezTo>
                      <a:pt x="31" y="0"/>
                      <a:pt x="31" y="0"/>
                      <a:pt x="31" y="0"/>
                    </a:cubicBezTo>
                    <a:cubicBezTo>
                      <a:pt x="14" y="0"/>
                      <a:pt x="0" y="14"/>
                      <a:pt x="0" y="31"/>
                    </a:cubicBezTo>
                    <a:cubicBezTo>
                      <a:pt x="0" y="131"/>
                      <a:pt x="0" y="131"/>
                      <a:pt x="0" y="131"/>
                    </a:cubicBezTo>
                    <a:cubicBezTo>
                      <a:pt x="0" y="148"/>
                      <a:pt x="14" y="162"/>
                      <a:pt x="31" y="162"/>
                    </a:cubicBezTo>
                    <a:cubicBezTo>
                      <a:pt x="177" y="162"/>
                      <a:pt x="177" y="162"/>
                      <a:pt x="177" y="162"/>
                    </a:cubicBezTo>
                    <a:cubicBezTo>
                      <a:pt x="194" y="162"/>
                      <a:pt x="208" y="148"/>
                      <a:pt x="208" y="131"/>
                    </a:cubicBezTo>
                    <a:cubicBezTo>
                      <a:pt x="208" y="31"/>
                      <a:pt x="208" y="31"/>
                      <a:pt x="208" y="31"/>
                    </a:cubicBezTo>
                    <a:cubicBezTo>
                      <a:pt x="208" y="14"/>
                      <a:pt x="194" y="0"/>
                      <a:pt x="177" y="0"/>
                    </a:cubicBezTo>
                    <a:moveTo>
                      <a:pt x="190" y="131"/>
                    </a:moveTo>
                    <a:cubicBezTo>
                      <a:pt x="190" y="138"/>
                      <a:pt x="184" y="144"/>
                      <a:pt x="177" y="144"/>
                    </a:cubicBezTo>
                    <a:cubicBezTo>
                      <a:pt x="31" y="144"/>
                      <a:pt x="31" y="144"/>
                      <a:pt x="31" y="144"/>
                    </a:cubicBezTo>
                    <a:cubicBezTo>
                      <a:pt x="24" y="144"/>
                      <a:pt x="18" y="138"/>
                      <a:pt x="18" y="131"/>
                    </a:cubicBezTo>
                    <a:cubicBezTo>
                      <a:pt x="18" y="31"/>
                      <a:pt x="18" y="31"/>
                      <a:pt x="18" y="31"/>
                    </a:cubicBezTo>
                    <a:cubicBezTo>
                      <a:pt x="18" y="24"/>
                      <a:pt x="24" y="18"/>
                      <a:pt x="31" y="18"/>
                    </a:cubicBezTo>
                    <a:cubicBezTo>
                      <a:pt x="177" y="18"/>
                      <a:pt x="177" y="18"/>
                      <a:pt x="177" y="18"/>
                    </a:cubicBezTo>
                    <a:cubicBezTo>
                      <a:pt x="184" y="18"/>
                      <a:pt x="190" y="24"/>
                      <a:pt x="190" y="31"/>
                    </a:cubicBezTo>
                    <a:lnTo>
                      <a:pt x="190" y="1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29" name="Freeform 22"/>
              <p:cNvSpPr>
                <a:spLocks/>
              </p:cNvSpPr>
              <p:nvPr/>
            </p:nvSpPr>
            <p:spPr bwMode="black">
              <a:xfrm>
                <a:off x="4911726" y="2289176"/>
                <a:ext cx="419100" cy="104775"/>
              </a:xfrm>
              <a:custGeom>
                <a:avLst/>
                <a:gdLst>
                  <a:gd name="T0" fmla="*/ 112 w 112"/>
                  <a:gd name="T1" fmla="*/ 25 h 28"/>
                  <a:gd name="T2" fmla="*/ 112 w 112"/>
                  <a:gd name="T3" fmla="*/ 23 h 28"/>
                  <a:gd name="T4" fmla="*/ 110 w 112"/>
                  <a:gd name="T5" fmla="*/ 18 h 28"/>
                  <a:gd name="T6" fmla="*/ 96 w 112"/>
                  <a:gd name="T7" fmla="*/ 2 h 28"/>
                  <a:gd name="T8" fmla="*/ 91 w 112"/>
                  <a:gd name="T9" fmla="*/ 0 h 28"/>
                  <a:gd name="T10" fmla="*/ 21 w 112"/>
                  <a:gd name="T11" fmla="*/ 0 h 28"/>
                  <a:gd name="T12" fmla="*/ 16 w 112"/>
                  <a:gd name="T13" fmla="*/ 2 h 28"/>
                  <a:gd name="T14" fmla="*/ 2 w 112"/>
                  <a:gd name="T15" fmla="*/ 18 h 28"/>
                  <a:gd name="T16" fmla="*/ 0 w 112"/>
                  <a:gd name="T17" fmla="*/ 23 h 28"/>
                  <a:gd name="T18" fmla="*/ 0 w 112"/>
                  <a:gd name="T19" fmla="*/ 25 h 28"/>
                  <a:gd name="T20" fmla="*/ 3 w 112"/>
                  <a:gd name="T21" fmla="*/ 28 h 28"/>
                  <a:gd name="T22" fmla="*/ 109 w 112"/>
                  <a:gd name="T23" fmla="*/ 28 h 28"/>
                  <a:gd name="T24" fmla="*/ 112 w 112"/>
                  <a:gd name="T25" fmla="*/ 25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2" h="28">
                    <a:moveTo>
                      <a:pt x="112" y="25"/>
                    </a:moveTo>
                    <a:cubicBezTo>
                      <a:pt x="112" y="23"/>
                      <a:pt x="112" y="23"/>
                      <a:pt x="112" y="23"/>
                    </a:cubicBezTo>
                    <a:cubicBezTo>
                      <a:pt x="112" y="22"/>
                      <a:pt x="111" y="20"/>
                      <a:pt x="110" y="18"/>
                    </a:cubicBezTo>
                    <a:cubicBezTo>
                      <a:pt x="96" y="2"/>
                      <a:pt x="96" y="2"/>
                      <a:pt x="96" y="2"/>
                    </a:cubicBezTo>
                    <a:cubicBezTo>
                      <a:pt x="95" y="1"/>
                      <a:pt x="93" y="0"/>
                      <a:pt x="91" y="0"/>
                    </a:cubicBezTo>
                    <a:cubicBezTo>
                      <a:pt x="21" y="0"/>
                      <a:pt x="21" y="0"/>
                      <a:pt x="21" y="0"/>
                    </a:cubicBezTo>
                    <a:cubicBezTo>
                      <a:pt x="19" y="0"/>
                      <a:pt x="17" y="1"/>
                      <a:pt x="16" y="2"/>
                    </a:cubicBezTo>
                    <a:cubicBezTo>
                      <a:pt x="2" y="18"/>
                      <a:pt x="2" y="18"/>
                      <a:pt x="2" y="18"/>
                    </a:cubicBezTo>
                    <a:cubicBezTo>
                      <a:pt x="1" y="20"/>
                      <a:pt x="0" y="22"/>
                      <a:pt x="0" y="23"/>
                    </a:cubicBezTo>
                    <a:cubicBezTo>
                      <a:pt x="0" y="25"/>
                      <a:pt x="0" y="25"/>
                      <a:pt x="0" y="25"/>
                    </a:cubicBezTo>
                    <a:cubicBezTo>
                      <a:pt x="0" y="26"/>
                      <a:pt x="1" y="28"/>
                      <a:pt x="3" y="28"/>
                    </a:cubicBezTo>
                    <a:cubicBezTo>
                      <a:pt x="109" y="28"/>
                      <a:pt x="109" y="28"/>
                      <a:pt x="109" y="28"/>
                    </a:cubicBezTo>
                    <a:cubicBezTo>
                      <a:pt x="111" y="28"/>
                      <a:pt x="112" y="26"/>
                      <a:pt x="112" y="2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30" name="Freeform 23"/>
              <p:cNvSpPr>
                <a:spLocks noEditPoints="1"/>
              </p:cNvSpPr>
              <p:nvPr/>
            </p:nvSpPr>
            <p:spPr bwMode="black">
              <a:xfrm>
                <a:off x="5586413" y="1639888"/>
                <a:ext cx="385763" cy="754063"/>
              </a:xfrm>
              <a:custGeom>
                <a:avLst/>
                <a:gdLst>
                  <a:gd name="T0" fmla="*/ 89 w 103"/>
                  <a:gd name="T1" fmla="*/ 0 h 201"/>
                  <a:gd name="T2" fmla="*/ 13 w 103"/>
                  <a:gd name="T3" fmla="*/ 0 h 201"/>
                  <a:gd name="T4" fmla="*/ 0 w 103"/>
                  <a:gd name="T5" fmla="*/ 13 h 201"/>
                  <a:gd name="T6" fmla="*/ 0 w 103"/>
                  <a:gd name="T7" fmla="*/ 187 h 201"/>
                  <a:gd name="T8" fmla="*/ 13 w 103"/>
                  <a:gd name="T9" fmla="*/ 201 h 201"/>
                  <a:gd name="T10" fmla="*/ 89 w 103"/>
                  <a:gd name="T11" fmla="*/ 201 h 201"/>
                  <a:gd name="T12" fmla="*/ 103 w 103"/>
                  <a:gd name="T13" fmla="*/ 187 h 201"/>
                  <a:gd name="T14" fmla="*/ 103 w 103"/>
                  <a:gd name="T15" fmla="*/ 13 h 201"/>
                  <a:gd name="T16" fmla="*/ 89 w 103"/>
                  <a:gd name="T17" fmla="*/ 0 h 201"/>
                  <a:gd name="T18" fmla="*/ 52 w 103"/>
                  <a:gd name="T19" fmla="*/ 187 h 201"/>
                  <a:gd name="T20" fmla="*/ 40 w 103"/>
                  <a:gd name="T21" fmla="*/ 175 h 201"/>
                  <a:gd name="T22" fmla="*/ 52 w 103"/>
                  <a:gd name="T23" fmla="*/ 163 h 201"/>
                  <a:gd name="T24" fmla="*/ 63 w 103"/>
                  <a:gd name="T25" fmla="*/ 175 h 201"/>
                  <a:gd name="T26" fmla="*/ 52 w 103"/>
                  <a:gd name="T27" fmla="*/ 187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201">
                    <a:moveTo>
                      <a:pt x="89" y="0"/>
                    </a:moveTo>
                    <a:cubicBezTo>
                      <a:pt x="13" y="0"/>
                      <a:pt x="13" y="0"/>
                      <a:pt x="13" y="0"/>
                    </a:cubicBezTo>
                    <a:cubicBezTo>
                      <a:pt x="6" y="0"/>
                      <a:pt x="0" y="6"/>
                      <a:pt x="0" y="13"/>
                    </a:cubicBezTo>
                    <a:cubicBezTo>
                      <a:pt x="0" y="187"/>
                      <a:pt x="0" y="187"/>
                      <a:pt x="0" y="187"/>
                    </a:cubicBezTo>
                    <a:cubicBezTo>
                      <a:pt x="0" y="195"/>
                      <a:pt x="6" y="201"/>
                      <a:pt x="13" y="201"/>
                    </a:cubicBezTo>
                    <a:cubicBezTo>
                      <a:pt x="89" y="201"/>
                      <a:pt x="89" y="201"/>
                      <a:pt x="89" y="201"/>
                    </a:cubicBezTo>
                    <a:cubicBezTo>
                      <a:pt x="97" y="201"/>
                      <a:pt x="103" y="195"/>
                      <a:pt x="103" y="187"/>
                    </a:cubicBezTo>
                    <a:cubicBezTo>
                      <a:pt x="103" y="13"/>
                      <a:pt x="103" y="13"/>
                      <a:pt x="103" y="13"/>
                    </a:cubicBezTo>
                    <a:cubicBezTo>
                      <a:pt x="103" y="6"/>
                      <a:pt x="97" y="0"/>
                      <a:pt x="89" y="0"/>
                    </a:cubicBezTo>
                    <a:moveTo>
                      <a:pt x="52" y="187"/>
                    </a:moveTo>
                    <a:cubicBezTo>
                      <a:pt x="45" y="187"/>
                      <a:pt x="40" y="181"/>
                      <a:pt x="40" y="175"/>
                    </a:cubicBezTo>
                    <a:cubicBezTo>
                      <a:pt x="40" y="168"/>
                      <a:pt x="45" y="163"/>
                      <a:pt x="52" y="163"/>
                    </a:cubicBezTo>
                    <a:cubicBezTo>
                      <a:pt x="58" y="163"/>
                      <a:pt x="63" y="168"/>
                      <a:pt x="63" y="175"/>
                    </a:cubicBezTo>
                    <a:cubicBezTo>
                      <a:pt x="63" y="181"/>
                      <a:pt x="58" y="187"/>
                      <a:pt x="52" y="18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31" name="Freeform 24"/>
              <p:cNvSpPr>
                <a:spLocks noEditPoints="1"/>
              </p:cNvSpPr>
              <p:nvPr/>
            </p:nvSpPr>
            <p:spPr bwMode="black">
              <a:xfrm>
                <a:off x="2462213" y="3032126"/>
                <a:ext cx="525463" cy="804863"/>
              </a:xfrm>
              <a:custGeom>
                <a:avLst/>
                <a:gdLst>
                  <a:gd name="T0" fmla="*/ 109 w 140"/>
                  <a:gd name="T1" fmla="*/ 0 h 215"/>
                  <a:gd name="T2" fmla="*/ 31 w 140"/>
                  <a:gd name="T3" fmla="*/ 0 h 215"/>
                  <a:gd name="T4" fmla="*/ 0 w 140"/>
                  <a:gd name="T5" fmla="*/ 30 h 215"/>
                  <a:gd name="T6" fmla="*/ 0 w 140"/>
                  <a:gd name="T7" fmla="*/ 184 h 215"/>
                  <a:gd name="T8" fmla="*/ 31 w 140"/>
                  <a:gd name="T9" fmla="*/ 215 h 215"/>
                  <a:gd name="T10" fmla="*/ 109 w 140"/>
                  <a:gd name="T11" fmla="*/ 215 h 215"/>
                  <a:gd name="T12" fmla="*/ 140 w 140"/>
                  <a:gd name="T13" fmla="*/ 184 h 215"/>
                  <a:gd name="T14" fmla="*/ 140 w 140"/>
                  <a:gd name="T15" fmla="*/ 30 h 215"/>
                  <a:gd name="T16" fmla="*/ 109 w 140"/>
                  <a:gd name="T17" fmla="*/ 0 h 215"/>
                  <a:gd name="T18" fmla="*/ 122 w 140"/>
                  <a:gd name="T19" fmla="*/ 177 h 215"/>
                  <a:gd name="T20" fmla="*/ 109 w 140"/>
                  <a:gd name="T21" fmla="*/ 195 h 215"/>
                  <a:gd name="T22" fmla="*/ 31 w 140"/>
                  <a:gd name="T23" fmla="*/ 195 h 215"/>
                  <a:gd name="T24" fmla="*/ 18 w 140"/>
                  <a:gd name="T25" fmla="*/ 177 h 215"/>
                  <a:gd name="T26" fmla="*/ 18 w 140"/>
                  <a:gd name="T27" fmla="*/ 35 h 215"/>
                  <a:gd name="T28" fmla="*/ 31 w 140"/>
                  <a:gd name="T29" fmla="*/ 18 h 215"/>
                  <a:gd name="T30" fmla="*/ 109 w 140"/>
                  <a:gd name="T31" fmla="*/ 18 h 215"/>
                  <a:gd name="T32" fmla="*/ 122 w 140"/>
                  <a:gd name="T33" fmla="*/ 35 h 215"/>
                  <a:gd name="T34" fmla="*/ 122 w 140"/>
                  <a:gd name="T35" fmla="*/ 17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0" h="215">
                    <a:moveTo>
                      <a:pt x="109" y="0"/>
                    </a:moveTo>
                    <a:cubicBezTo>
                      <a:pt x="31" y="0"/>
                      <a:pt x="31" y="0"/>
                      <a:pt x="31" y="0"/>
                    </a:cubicBezTo>
                    <a:cubicBezTo>
                      <a:pt x="14" y="0"/>
                      <a:pt x="0" y="13"/>
                      <a:pt x="0" y="30"/>
                    </a:cubicBezTo>
                    <a:cubicBezTo>
                      <a:pt x="0" y="184"/>
                      <a:pt x="0" y="184"/>
                      <a:pt x="0" y="184"/>
                    </a:cubicBezTo>
                    <a:cubicBezTo>
                      <a:pt x="0" y="201"/>
                      <a:pt x="14" y="215"/>
                      <a:pt x="31" y="215"/>
                    </a:cubicBezTo>
                    <a:cubicBezTo>
                      <a:pt x="109" y="215"/>
                      <a:pt x="109" y="215"/>
                      <a:pt x="109" y="215"/>
                    </a:cubicBezTo>
                    <a:cubicBezTo>
                      <a:pt x="126" y="215"/>
                      <a:pt x="140" y="201"/>
                      <a:pt x="140" y="184"/>
                    </a:cubicBezTo>
                    <a:cubicBezTo>
                      <a:pt x="140" y="30"/>
                      <a:pt x="140" y="30"/>
                      <a:pt x="140" y="30"/>
                    </a:cubicBezTo>
                    <a:cubicBezTo>
                      <a:pt x="140" y="13"/>
                      <a:pt x="126" y="0"/>
                      <a:pt x="109" y="0"/>
                    </a:cubicBezTo>
                    <a:moveTo>
                      <a:pt x="122" y="177"/>
                    </a:moveTo>
                    <a:cubicBezTo>
                      <a:pt x="122" y="187"/>
                      <a:pt x="116" y="195"/>
                      <a:pt x="109" y="195"/>
                    </a:cubicBezTo>
                    <a:cubicBezTo>
                      <a:pt x="31" y="195"/>
                      <a:pt x="31" y="195"/>
                      <a:pt x="31" y="195"/>
                    </a:cubicBezTo>
                    <a:cubicBezTo>
                      <a:pt x="24" y="195"/>
                      <a:pt x="18" y="187"/>
                      <a:pt x="18" y="177"/>
                    </a:cubicBezTo>
                    <a:cubicBezTo>
                      <a:pt x="18" y="35"/>
                      <a:pt x="18" y="35"/>
                      <a:pt x="18" y="35"/>
                    </a:cubicBezTo>
                    <a:cubicBezTo>
                      <a:pt x="18" y="26"/>
                      <a:pt x="24" y="18"/>
                      <a:pt x="31" y="18"/>
                    </a:cubicBezTo>
                    <a:cubicBezTo>
                      <a:pt x="109" y="18"/>
                      <a:pt x="109" y="18"/>
                      <a:pt x="109" y="18"/>
                    </a:cubicBezTo>
                    <a:cubicBezTo>
                      <a:pt x="116" y="18"/>
                      <a:pt x="122" y="26"/>
                      <a:pt x="122" y="35"/>
                    </a:cubicBezTo>
                    <a:lnTo>
                      <a:pt x="122" y="17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32" name="Freeform 25"/>
              <p:cNvSpPr>
                <a:spLocks noEditPoints="1"/>
              </p:cNvSpPr>
              <p:nvPr/>
            </p:nvSpPr>
            <p:spPr bwMode="black">
              <a:xfrm>
                <a:off x="5049838" y="4411663"/>
                <a:ext cx="739775" cy="854075"/>
              </a:xfrm>
              <a:custGeom>
                <a:avLst/>
                <a:gdLst>
                  <a:gd name="T0" fmla="*/ 98 w 197"/>
                  <a:gd name="T1" fmla="*/ 0 h 228"/>
                  <a:gd name="T2" fmla="*/ 0 w 197"/>
                  <a:gd name="T3" fmla="*/ 33 h 228"/>
                  <a:gd name="T4" fmla="*/ 0 w 197"/>
                  <a:gd name="T5" fmla="*/ 195 h 228"/>
                  <a:gd name="T6" fmla="*/ 98 w 197"/>
                  <a:gd name="T7" fmla="*/ 228 h 228"/>
                  <a:gd name="T8" fmla="*/ 197 w 197"/>
                  <a:gd name="T9" fmla="*/ 195 h 228"/>
                  <a:gd name="T10" fmla="*/ 197 w 197"/>
                  <a:gd name="T11" fmla="*/ 33 h 228"/>
                  <a:gd name="T12" fmla="*/ 98 w 197"/>
                  <a:gd name="T13" fmla="*/ 0 h 228"/>
                  <a:gd name="T14" fmla="*/ 98 w 197"/>
                  <a:gd name="T15" fmla="*/ 55 h 228"/>
                  <a:gd name="T16" fmla="*/ 15 w 197"/>
                  <a:gd name="T17" fmla="*/ 32 h 228"/>
                  <a:gd name="T18" fmla="*/ 98 w 197"/>
                  <a:gd name="T19" fmla="*/ 10 h 228"/>
                  <a:gd name="T20" fmla="*/ 182 w 197"/>
                  <a:gd name="T21" fmla="*/ 32 h 228"/>
                  <a:gd name="T22" fmla="*/ 98 w 197"/>
                  <a:gd name="T23" fmla="*/ 5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7" h="228">
                    <a:moveTo>
                      <a:pt x="98" y="0"/>
                    </a:moveTo>
                    <a:cubicBezTo>
                      <a:pt x="62" y="0"/>
                      <a:pt x="0" y="7"/>
                      <a:pt x="0" y="33"/>
                    </a:cubicBezTo>
                    <a:cubicBezTo>
                      <a:pt x="0" y="195"/>
                      <a:pt x="0" y="195"/>
                      <a:pt x="0" y="195"/>
                    </a:cubicBezTo>
                    <a:cubicBezTo>
                      <a:pt x="0" y="221"/>
                      <a:pt x="62" y="228"/>
                      <a:pt x="98" y="228"/>
                    </a:cubicBezTo>
                    <a:cubicBezTo>
                      <a:pt x="135" y="228"/>
                      <a:pt x="197" y="221"/>
                      <a:pt x="197" y="195"/>
                    </a:cubicBezTo>
                    <a:cubicBezTo>
                      <a:pt x="197" y="33"/>
                      <a:pt x="197" y="33"/>
                      <a:pt x="197" y="33"/>
                    </a:cubicBezTo>
                    <a:cubicBezTo>
                      <a:pt x="197" y="7"/>
                      <a:pt x="135" y="0"/>
                      <a:pt x="98" y="0"/>
                    </a:cubicBezTo>
                    <a:moveTo>
                      <a:pt x="98" y="55"/>
                    </a:moveTo>
                    <a:cubicBezTo>
                      <a:pt x="52" y="55"/>
                      <a:pt x="15" y="45"/>
                      <a:pt x="15" y="32"/>
                    </a:cubicBezTo>
                    <a:cubicBezTo>
                      <a:pt x="15" y="20"/>
                      <a:pt x="52" y="10"/>
                      <a:pt x="98" y="10"/>
                    </a:cubicBezTo>
                    <a:cubicBezTo>
                      <a:pt x="144" y="10"/>
                      <a:pt x="182" y="20"/>
                      <a:pt x="182" y="32"/>
                    </a:cubicBezTo>
                    <a:cubicBezTo>
                      <a:pt x="182" y="45"/>
                      <a:pt x="144" y="55"/>
                      <a:pt x="98" y="5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33" name="Freeform 26"/>
              <p:cNvSpPr>
                <a:spLocks noEditPoints="1"/>
              </p:cNvSpPr>
              <p:nvPr/>
            </p:nvSpPr>
            <p:spPr bwMode="black">
              <a:xfrm>
                <a:off x="6043613" y="2960688"/>
                <a:ext cx="641350" cy="876300"/>
              </a:xfrm>
              <a:custGeom>
                <a:avLst/>
                <a:gdLst>
                  <a:gd name="T0" fmla="*/ 146 w 171"/>
                  <a:gd name="T1" fmla="*/ 0 h 234"/>
                  <a:gd name="T2" fmla="*/ 25 w 171"/>
                  <a:gd name="T3" fmla="*/ 0 h 234"/>
                  <a:gd name="T4" fmla="*/ 0 w 171"/>
                  <a:gd name="T5" fmla="*/ 25 h 234"/>
                  <a:gd name="T6" fmla="*/ 0 w 171"/>
                  <a:gd name="T7" fmla="*/ 209 h 234"/>
                  <a:gd name="T8" fmla="*/ 25 w 171"/>
                  <a:gd name="T9" fmla="*/ 234 h 234"/>
                  <a:gd name="T10" fmla="*/ 146 w 171"/>
                  <a:gd name="T11" fmla="*/ 234 h 234"/>
                  <a:gd name="T12" fmla="*/ 171 w 171"/>
                  <a:gd name="T13" fmla="*/ 209 h 234"/>
                  <a:gd name="T14" fmla="*/ 171 w 171"/>
                  <a:gd name="T15" fmla="*/ 25 h 234"/>
                  <a:gd name="T16" fmla="*/ 146 w 171"/>
                  <a:gd name="T17" fmla="*/ 0 h 234"/>
                  <a:gd name="T18" fmla="*/ 157 w 171"/>
                  <a:gd name="T19" fmla="*/ 183 h 234"/>
                  <a:gd name="T20" fmla="*/ 146 w 171"/>
                  <a:gd name="T21" fmla="*/ 193 h 234"/>
                  <a:gd name="T22" fmla="*/ 25 w 171"/>
                  <a:gd name="T23" fmla="*/ 193 h 234"/>
                  <a:gd name="T24" fmla="*/ 15 w 171"/>
                  <a:gd name="T25" fmla="*/ 183 h 234"/>
                  <a:gd name="T26" fmla="*/ 15 w 171"/>
                  <a:gd name="T27" fmla="*/ 25 h 234"/>
                  <a:gd name="T28" fmla="*/ 25 w 171"/>
                  <a:gd name="T29" fmla="*/ 14 h 234"/>
                  <a:gd name="T30" fmla="*/ 146 w 171"/>
                  <a:gd name="T31" fmla="*/ 14 h 234"/>
                  <a:gd name="T32" fmla="*/ 157 w 171"/>
                  <a:gd name="T33" fmla="*/ 25 h 234"/>
                  <a:gd name="T34" fmla="*/ 157 w 171"/>
                  <a:gd name="T35" fmla="*/ 183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1" h="234">
                    <a:moveTo>
                      <a:pt x="146" y="0"/>
                    </a:moveTo>
                    <a:cubicBezTo>
                      <a:pt x="25" y="0"/>
                      <a:pt x="25" y="0"/>
                      <a:pt x="25" y="0"/>
                    </a:cubicBezTo>
                    <a:cubicBezTo>
                      <a:pt x="11" y="0"/>
                      <a:pt x="0" y="11"/>
                      <a:pt x="0" y="25"/>
                    </a:cubicBezTo>
                    <a:cubicBezTo>
                      <a:pt x="0" y="209"/>
                      <a:pt x="0" y="209"/>
                      <a:pt x="0" y="209"/>
                    </a:cubicBezTo>
                    <a:cubicBezTo>
                      <a:pt x="0" y="223"/>
                      <a:pt x="11" y="234"/>
                      <a:pt x="25" y="234"/>
                    </a:cubicBezTo>
                    <a:cubicBezTo>
                      <a:pt x="146" y="234"/>
                      <a:pt x="146" y="234"/>
                      <a:pt x="146" y="234"/>
                    </a:cubicBezTo>
                    <a:cubicBezTo>
                      <a:pt x="160" y="234"/>
                      <a:pt x="171" y="223"/>
                      <a:pt x="171" y="209"/>
                    </a:cubicBezTo>
                    <a:cubicBezTo>
                      <a:pt x="171" y="25"/>
                      <a:pt x="171" y="25"/>
                      <a:pt x="171" y="25"/>
                    </a:cubicBezTo>
                    <a:cubicBezTo>
                      <a:pt x="171" y="11"/>
                      <a:pt x="160" y="0"/>
                      <a:pt x="146" y="0"/>
                    </a:cubicBezTo>
                    <a:moveTo>
                      <a:pt x="157" y="183"/>
                    </a:moveTo>
                    <a:cubicBezTo>
                      <a:pt x="157" y="188"/>
                      <a:pt x="152" y="193"/>
                      <a:pt x="146" y="193"/>
                    </a:cubicBezTo>
                    <a:cubicBezTo>
                      <a:pt x="25" y="193"/>
                      <a:pt x="25" y="193"/>
                      <a:pt x="25" y="193"/>
                    </a:cubicBezTo>
                    <a:cubicBezTo>
                      <a:pt x="19" y="193"/>
                      <a:pt x="15" y="188"/>
                      <a:pt x="15" y="183"/>
                    </a:cubicBezTo>
                    <a:cubicBezTo>
                      <a:pt x="15" y="25"/>
                      <a:pt x="15" y="25"/>
                      <a:pt x="15" y="25"/>
                    </a:cubicBezTo>
                    <a:cubicBezTo>
                      <a:pt x="15" y="19"/>
                      <a:pt x="19" y="14"/>
                      <a:pt x="25" y="14"/>
                    </a:cubicBezTo>
                    <a:cubicBezTo>
                      <a:pt x="146" y="14"/>
                      <a:pt x="146" y="14"/>
                      <a:pt x="146" y="14"/>
                    </a:cubicBezTo>
                    <a:cubicBezTo>
                      <a:pt x="152" y="14"/>
                      <a:pt x="157" y="19"/>
                      <a:pt x="157" y="25"/>
                    </a:cubicBezTo>
                    <a:lnTo>
                      <a:pt x="157" y="1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34" name="Oval 27"/>
              <p:cNvSpPr>
                <a:spLocks noChangeArrowheads="1"/>
              </p:cNvSpPr>
              <p:nvPr/>
            </p:nvSpPr>
            <p:spPr bwMode="black">
              <a:xfrm>
                <a:off x="6224588" y="3725863"/>
                <a:ext cx="52388"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35" name="Oval 28"/>
              <p:cNvSpPr>
                <a:spLocks noChangeArrowheads="1"/>
              </p:cNvSpPr>
              <p:nvPr/>
            </p:nvSpPr>
            <p:spPr bwMode="black">
              <a:xfrm>
                <a:off x="6453188" y="3725863"/>
                <a:ext cx="52388"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36" name="Oval 29"/>
              <p:cNvSpPr>
                <a:spLocks noChangeArrowheads="1"/>
              </p:cNvSpPr>
              <p:nvPr/>
            </p:nvSpPr>
            <p:spPr bwMode="black">
              <a:xfrm>
                <a:off x="6340476" y="3725863"/>
                <a:ext cx="52388" cy="523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37" name="Freeform 30"/>
              <p:cNvSpPr>
                <a:spLocks/>
              </p:cNvSpPr>
              <p:nvPr/>
            </p:nvSpPr>
            <p:spPr bwMode="black">
              <a:xfrm>
                <a:off x="3425826" y="4279901"/>
                <a:ext cx="442913" cy="161925"/>
              </a:xfrm>
              <a:custGeom>
                <a:avLst/>
                <a:gdLst>
                  <a:gd name="T0" fmla="*/ 0 w 118"/>
                  <a:gd name="T1" fmla="*/ 43 h 43"/>
                  <a:gd name="T2" fmla="*/ 14 w 118"/>
                  <a:gd name="T3" fmla="*/ 39 h 43"/>
                  <a:gd name="T4" fmla="*/ 108 w 118"/>
                  <a:gd name="T5" fmla="*/ 39 h 43"/>
                  <a:gd name="T6" fmla="*/ 118 w 118"/>
                  <a:gd name="T7" fmla="*/ 41 h 43"/>
                  <a:gd name="T8" fmla="*/ 105 w 118"/>
                  <a:gd name="T9" fmla="*/ 15 h 43"/>
                  <a:gd name="T10" fmla="*/ 81 w 118"/>
                  <a:gd name="T11" fmla="*/ 0 h 43"/>
                  <a:gd name="T12" fmla="*/ 39 w 118"/>
                  <a:gd name="T13" fmla="*/ 0 h 43"/>
                  <a:gd name="T14" fmla="*/ 15 w 118"/>
                  <a:gd name="T15" fmla="*/ 15 h 43"/>
                  <a:gd name="T16" fmla="*/ 0 w 118"/>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43">
                    <a:moveTo>
                      <a:pt x="0" y="43"/>
                    </a:moveTo>
                    <a:cubicBezTo>
                      <a:pt x="4" y="40"/>
                      <a:pt x="9" y="39"/>
                      <a:pt x="14" y="39"/>
                    </a:cubicBezTo>
                    <a:cubicBezTo>
                      <a:pt x="108" y="39"/>
                      <a:pt x="108" y="39"/>
                      <a:pt x="108" y="39"/>
                    </a:cubicBezTo>
                    <a:cubicBezTo>
                      <a:pt x="111" y="39"/>
                      <a:pt x="115" y="40"/>
                      <a:pt x="118" y="41"/>
                    </a:cubicBezTo>
                    <a:cubicBezTo>
                      <a:pt x="105" y="15"/>
                      <a:pt x="105" y="15"/>
                      <a:pt x="105" y="15"/>
                    </a:cubicBezTo>
                    <a:cubicBezTo>
                      <a:pt x="101" y="7"/>
                      <a:pt x="90" y="0"/>
                      <a:pt x="81" y="0"/>
                    </a:cubicBezTo>
                    <a:cubicBezTo>
                      <a:pt x="39" y="0"/>
                      <a:pt x="39" y="0"/>
                      <a:pt x="39" y="0"/>
                    </a:cubicBezTo>
                    <a:cubicBezTo>
                      <a:pt x="30" y="0"/>
                      <a:pt x="19" y="7"/>
                      <a:pt x="15" y="15"/>
                    </a:cubicBezTo>
                    <a:lnTo>
                      <a:pt x="0" y="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sp>
            <p:nvSpPr>
              <p:cNvPr id="38" name="Freeform 31"/>
              <p:cNvSpPr>
                <a:spLocks noEditPoints="1"/>
              </p:cNvSpPr>
              <p:nvPr/>
            </p:nvSpPr>
            <p:spPr bwMode="black">
              <a:xfrm>
                <a:off x="3414713" y="4456113"/>
                <a:ext cx="476250" cy="809625"/>
              </a:xfrm>
              <a:custGeom>
                <a:avLst/>
                <a:gdLst>
                  <a:gd name="T0" fmla="*/ 119 w 127"/>
                  <a:gd name="T1" fmla="*/ 2 h 216"/>
                  <a:gd name="T2" fmla="*/ 111 w 127"/>
                  <a:gd name="T3" fmla="*/ 0 h 216"/>
                  <a:gd name="T4" fmla="*/ 17 w 127"/>
                  <a:gd name="T5" fmla="*/ 0 h 216"/>
                  <a:gd name="T6" fmla="*/ 9 w 127"/>
                  <a:gd name="T7" fmla="*/ 2 h 216"/>
                  <a:gd name="T8" fmla="*/ 0 w 127"/>
                  <a:gd name="T9" fmla="*/ 17 h 216"/>
                  <a:gd name="T10" fmla="*/ 0 w 127"/>
                  <a:gd name="T11" fmla="*/ 199 h 216"/>
                  <a:gd name="T12" fmla="*/ 17 w 127"/>
                  <a:gd name="T13" fmla="*/ 216 h 216"/>
                  <a:gd name="T14" fmla="*/ 111 w 127"/>
                  <a:gd name="T15" fmla="*/ 216 h 216"/>
                  <a:gd name="T16" fmla="*/ 127 w 127"/>
                  <a:gd name="T17" fmla="*/ 199 h 216"/>
                  <a:gd name="T18" fmla="*/ 127 w 127"/>
                  <a:gd name="T19" fmla="*/ 17 h 216"/>
                  <a:gd name="T20" fmla="*/ 119 w 127"/>
                  <a:gd name="T21" fmla="*/ 2 h 216"/>
                  <a:gd name="T22" fmla="*/ 105 w 127"/>
                  <a:gd name="T23" fmla="*/ 180 h 216"/>
                  <a:gd name="T24" fmla="*/ 29 w 127"/>
                  <a:gd name="T25" fmla="*/ 180 h 216"/>
                  <a:gd name="T26" fmla="*/ 22 w 127"/>
                  <a:gd name="T27" fmla="*/ 173 h 216"/>
                  <a:gd name="T28" fmla="*/ 29 w 127"/>
                  <a:gd name="T29" fmla="*/ 166 h 216"/>
                  <a:gd name="T30" fmla="*/ 105 w 127"/>
                  <a:gd name="T31" fmla="*/ 166 h 216"/>
                  <a:gd name="T32" fmla="*/ 111 w 127"/>
                  <a:gd name="T33" fmla="*/ 173 h 216"/>
                  <a:gd name="T34" fmla="*/ 105 w 127"/>
                  <a:gd name="T35" fmla="*/ 180 h 216"/>
                  <a:gd name="T36" fmla="*/ 105 w 127"/>
                  <a:gd name="T37" fmla="*/ 149 h 216"/>
                  <a:gd name="T38" fmla="*/ 29 w 127"/>
                  <a:gd name="T39" fmla="*/ 149 h 216"/>
                  <a:gd name="T40" fmla="*/ 22 w 127"/>
                  <a:gd name="T41" fmla="*/ 143 h 216"/>
                  <a:gd name="T42" fmla="*/ 29 w 127"/>
                  <a:gd name="T43" fmla="*/ 136 h 216"/>
                  <a:gd name="T44" fmla="*/ 105 w 127"/>
                  <a:gd name="T45" fmla="*/ 136 h 216"/>
                  <a:gd name="T46" fmla="*/ 111 w 127"/>
                  <a:gd name="T47" fmla="*/ 143 h 216"/>
                  <a:gd name="T48" fmla="*/ 105 w 127"/>
                  <a:gd name="T49" fmla="*/ 149 h 216"/>
                  <a:gd name="T50" fmla="*/ 105 w 127"/>
                  <a:gd name="T51" fmla="*/ 119 h 216"/>
                  <a:gd name="T52" fmla="*/ 29 w 127"/>
                  <a:gd name="T53" fmla="*/ 119 h 216"/>
                  <a:gd name="T54" fmla="*/ 22 w 127"/>
                  <a:gd name="T55" fmla="*/ 112 h 216"/>
                  <a:gd name="T56" fmla="*/ 29 w 127"/>
                  <a:gd name="T57" fmla="*/ 106 h 216"/>
                  <a:gd name="T58" fmla="*/ 105 w 127"/>
                  <a:gd name="T59" fmla="*/ 106 h 216"/>
                  <a:gd name="T60" fmla="*/ 111 w 127"/>
                  <a:gd name="T61" fmla="*/ 112 h 216"/>
                  <a:gd name="T62" fmla="*/ 105 w 127"/>
                  <a:gd name="T63" fmla="*/ 119 h 216"/>
                  <a:gd name="T64" fmla="*/ 102 w 127"/>
                  <a:gd name="T65" fmla="*/ 40 h 216"/>
                  <a:gd name="T66" fmla="*/ 93 w 127"/>
                  <a:gd name="T67" fmla="*/ 31 h 216"/>
                  <a:gd name="T68" fmla="*/ 102 w 127"/>
                  <a:gd name="T69" fmla="*/ 22 h 216"/>
                  <a:gd name="T70" fmla="*/ 111 w 127"/>
                  <a:gd name="T71" fmla="*/ 31 h 216"/>
                  <a:gd name="T72" fmla="*/ 102 w 127"/>
                  <a:gd name="T73" fmla="*/ 40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 h="216">
                    <a:moveTo>
                      <a:pt x="119" y="2"/>
                    </a:moveTo>
                    <a:cubicBezTo>
                      <a:pt x="116" y="1"/>
                      <a:pt x="114" y="0"/>
                      <a:pt x="111" y="0"/>
                    </a:cubicBezTo>
                    <a:cubicBezTo>
                      <a:pt x="17" y="0"/>
                      <a:pt x="17" y="0"/>
                      <a:pt x="17" y="0"/>
                    </a:cubicBezTo>
                    <a:cubicBezTo>
                      <a:pt x="14" y="0"/>
                      <a:pt x="11" y="1"/>
                      <a:pt x="9" y="2"/>
                    </a:cubicBezTo>
                    <a:cubicBezTo>
                      <a:pt x="4" y="5"/>
                      <a:pt x="0" y="10"/>
                      <a:pt x="0" y="17"/>
                    </a:cubicBezTo>
                    <a:cubicBezTo>
                      <a:pt x="0" y="199"/>
                      <a:pt x="0" y="199"/>
                      <a:pt x="0" y="199"/>
                    </a:cubicBezTo>
                    <a:cubicBezTo>
                      <a:pt x="0" y="208"/>
                      <a:pt x="8" y="216"/>
                      <a:pt x="17" y="216"/>
                    </a:cubicBezTo>
                    <a:cubicBezTo>
                      <a:pt x="111" y="216"/>
                      <a:pt x="111" y="216"/>
                      <a:pt x="111" y="216"/>
                    </a:cubicBezTo>
                    <a:cubicBezTo>
                      <a:pt x="120" y="216"/>
                      <a:pt x="127" y="208"/>
                      <a:pt x="127" y="199"/>
                    </a:cubicBezTo>
                    <a:cubicBezTo>
                      <a:pt x="127" y="17"/>
                      <a:pt x="127" y="17"/>
                      <a:pt x="127" y="17"/>
                    </a:cubicBezTo>
                    <a:cubicBezTo>
                      <a:pt x="127" y="10"/>
                      <a:pt x="124" y="5"/>
                      <a:pt x="119" y="2"/>
                    </a:cubicBezTo>
                    <a:moveTo>
                      <a:pt x="105" y="180"/>
                    </a:moveTo>
                    <a:cubicBezTo>
                      <a:pt x="29" y="180"/>
                      <a:pt x="29" y="180"/>
                      <a:pt x="29" y="180"/>
                    </a:cubicBezTo>
                    <a:cubicBezTo>
                      <a:pt x="25" y="180"/>
                      <a:pt x="22" y="177"/>
                      <a:pt x="22" y="173"/>
                    </a:cubicBezTo>
                    <a:cubicBezTo>
                      <a:pt x="22" y="169"/>
                      <a:pt x="25" y="166"/>
                      <a:pt x="29" y="166"/>
                    </a:cubicBezTo>
                    <a:cubicBezTo>
                      <a:pt x="105" y="166"/>
                      <a:pt x="105" y="166"/>
                      <a:pt x="105" y="166"/>
                    </a:cubicBezTo>
                    <a:cubicBezTo>
                      <a:pt x="108" y="166"/>
                      <a:pt x="111" y="169"/>
                      <a:pt x="111" y="173"/>
                    </a:cubicBezTo>
                    <a:cubicBezTo>
                      <a:pt x="111" y="177"/>
                      <a:pt x="108" y="180"/>
                      <a:pt x="105" y="180"/>
                    </a:cubicBezTo>
                    <a:moveTo>
                      <a:pt x="105" y="149"/>
                    </a:moveTo>
                    <a:cubicBezTo>
                      <a:pt x="29" y="149"/>
                      <a:pt x="29" y="149"/>
                      <a:pt x="29" y="149"/>
                    </a:cubicBezTo>
                    <a:cubicBezTo>
                      <a:pt x="25" y="149"/>
                      <a:pt x="22" y="146"/>
                      <a:pt x="22" y="143"/>
                    </a:cubicBezTo>
                    <a:cubicBezTo>
                      <a:pt x="22" y="139"/>
                      <a:pt x="25" y="136"/>
                      <a:pt x="29" y="136"/>
                    </a:cubicBezTo>
                    <a:cubicBezTo>
                      <a:pt x="105" y="136"/>
                      <a:pt x="105" y="136"/>
                      <a:pt x="105" y="136"/>
                    </a:cubicBezTo>
                    <a:cubicBezTo>
                      <a:pt x="108" y="136"/>
                      <a:pt x="111" y="139"/>
                      <a:pt x="111" y="143"/>
                    </a:cubicBezTo>
                    <a:cubicBezTo>
                      <a:pt x="111" y="146"/>
                      <a:pt x="108" y="149"/>
                      <a:pt x="105" y="149"/>
                    </a:cubicBezTo>
                    <a:moveTo>
                      <a:pt x="105" y="119"/>
                    </a:moveTo>
                    <a:cubicBezTo>
                      <a:pt x="29" y="119"/>
                      <a:pt x="29" y="119"/>
                      <a:pt x="29" y="119"/>
                    </a:cubicBezTo>
                    <a:cubicBezTo>
                      <a:pt x="25" y="119"/>
                      <a:pt x="22" y="116"/>
                      <a:pt x="22" y="112"/>
                    </a:cubicBezTo>
                    <a:cubicBezTo>
                      <a:pt x="22" y="109"/>
                      <a:pt x="25" y="106"/>
                      <a:pt x="29" y="106"/>
                    </a:cubicBezTo>
                    <a:cubicBezTo>
                      <a:pt x="105" y="106"/>
                      <a:pt x="105" y="106"/>
                      <a:pt x="105" y="106"/>
                    </a:cubicBezTo>
                    <a:cubicBezTo>
                      <a:pt x="108" y="106"/>
                      <a:pt x="111" y="109"/>
                      <a:pt x="111" y="112"/>
                    </a:cubicBezTo>
                    <a:cubicBezTo>
                      <a:pt x="111" y="116"/>
                      <a:pt x="108" y="119"/>
                      <a:pt x="105" y="119"/>
                    </a:cubicBezTo>
                    <a:moveTo>
                      <a:pt x="102" y="40"/>
                    </a:moveTo>
                    <a:cubicBezTo>
                      <a:pt x="97" y="40"/>
                      <a:pt x="93" y="36"/>
                      <a:pt x="93" y="31"/>
                    </a:cubicBezTo>
                    <a:cubicBezTo>
                      <a:pt x="93" y="26"/>
                      <a:pt x="97" y="22"/>
                      <a:pt x="102" y="22"/>
                    </a:cubicBezTo>
                    <a:cubicBezTo>
                      <a:pt x="107" y="22"/>
                      <a:pt x="111" y="26"/>
                      <a:pt x="111" y="31"/>
                    </a:cubicBezTo>
                    <a:cubicBezTo>
                      <a:pt x="111" y="36"/>
                      <a:pt x="107" y="40"/>
                      <a:pt x="102" y="4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200">
                  <a:solidFill>
                    <a:srgbClr val="000000"/>
                  </a:solidFill>
                </a:endParaRPr>
              </a:p>
            </p:txBody>
          </p:sp>
        </p:grpSp>
        <p:pic>
          <p:nvPicPr>
            <p:cNvPr id="59" name="Picture 5" descr="\\MAGNUM\Projects\Microsoft\Cloud Power FY12\Design\ICONS_PNG\Layer-79.png"/>
            <p:cNvPicPr>
              <a:picLocks noChangeAspect="1" noChangeArrowheads="1"/>
            </p:cNvPicPr>
            <p:nvPr/>
          </p:nvPicPr>
          <p:blipFill>
            <a:blip r:embed="rId4" cstate="print">
              <a:lum bright="100000"/>
            </a:blip>
            <a:srcRect/>
            <a:stretch>
              <a:fillRect/>
            </a:stretch>
          </p:blipFill>
          <p:spPr bwMode="auto">
            <a:xfrm>
              <a:off x="7436524" y="4322380"/>
              <a:ext cx="480950" cy="480950"/>
            </a:xfrm>
            <a:prstGeom prst="rect">
              <a:avLst/>
            </a:prstGeom>
            <a:noFill/>
          </p:spPr>
        </p:pic>
      </p:grpSp>
      <p:grpSp>
        <p:nvGrpSpPr>
          <p:cNvPr id="10" name="Group 9"/>
          <p:cNvGrpSpPr/>
          <p:nvPr/>
        </p:nvGrpSpPr>
        <p:grpSpPr>
          <a:xfrm>
            <a:off x="8682907" y="4182358"/>
            <a:ext cx="2395149" cy="2313227"/>
            <a:chOff x="9012685" y="3788101"/>
            <a:chExt cx="2395462" cy="2314458"/>
          </a:xfrm>
        </p:grpSpPr>
        <p:sp>
          <p:nvSpPr>
            <p:cNvPr id="41" name="Rectangle 40"/>
            <p:cNvSpPr/>
            <p:nvPr/>
          </p:nvSpPr>
          <p:spPr bwMode="auto">
            <a:xfrm>
              <a:off x="9031326" y="3817154"/>
              <a:ext cx="2376821" cy="228540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584" tIns="44791" rIns="44791" bIns="89584" numCol="1" spcCol="0" rtlCol="0" fromWordArt="0" anchor="b" anchorCtr="0" forceAA="0" compatLnSpc="1">
              <a:prstTxWarp prst="textNoShape">
                <a:avLst/>
              </a:prstTxWarp>
              <a:noAutofit/>
            </a:bodyPr>
            <a:lstStyle/>
            <a:p>
              <a:pPr defTabSz="913209" fontAlgn="base">
                <a:spcBef>
                  <a:spcPct val="0"/>
                </a:spcBef>
                <a:spcAft>
                  <a:spcPct val="0"/>
                </a:spcAft>
              </a:pPr>
              <a:endParaRPr lang="en-US" sz="1999">
                <a:gradFill>
                  <a:gsLst>
                    <a:gs pos="0">
                      <a:srgbClr val="FFFFFF"/>
                    </a:gs>
                    <a:gs pos="100000">
                      <a:srgbClr val="FFFFFF"/>
                    </a:gs>
                  </a:gsLst>
                  <a:lin ang="5400000" scaled="0"/>
                </a:gradFill>
              </a:endParaRPr>
            </a:p>
          </p:txBody>
        </p:sp>
        <p:sp>
          <p:nvSpPr>
            <p:cNvPr id="49" name="Rectangle 48"/>
            <p:cNvSpPr/>
            <p:nvPr/>
          </p:nvSpPr>
          <p:spPr>
            <a:xfrm>
              <a:off x="9053222" y="5442266"/>
              <a:ext cx="2143325" cy="615640"/>
            </a:xfrm>
            <a:prstGeom prst="rect">
              <a:avLst/>
            </a:prstGeom>
          </p:spPr>
          <p:txBody>
            <a:bodyPr wrap="square">
              <a:spAutoFit/>
            </a:bodyPr>
            <a:lstStyle/>
            <a:p>
              <a:pPr defTabSz="913209" fontAlgn="base">
                <a:spcBef>
                  <a:spcPct val="0"/>
                </a:spcBef>
                <a:spcAft>
                  <a:spcPct val="0"/>
                </a:spcAft>
              </a:pPr>
              <a:r>
                <a:rPr lang="en-US" sz="1699" err="1">
                  <a:gradFill>
                    <a:gsLst>
                      <a:gs pos="0">
                        <a:srgbClr val="FFFFFF"/>
                      </a:gs>
                      <a:gs pos="100000">
                        <a:srgbClr val="FFFFFF"/>
                      </a:gs>
                    </a:gsLst>
                    <a:lin ang="5400000" scaled="0"/>
                  </a:gradFill>
                </a:rPr>
                <a:t>Certificações</a:t>
              </a:r>
              <a:r>
                <a:rPr lang="en-US" sz="1699">
                  <a:gradFill>
                    <a:gsLst>
                      <a:gs pos="0">
                        <a:srgbClr val="FFFFFF"/>
                      </a:gs>
                      <a:gs pos="100000">
                        <a:srgbClr val="FFFFFF"/>
                      </a:gs>
                    </a:gsLst>
                    <a:lin ang="5400000" scaled="0"/>
                  </a:gradFill>
                </a:rPr>
                <a:t> de Mercado </a:t>
              </a:r>
              <a:r>
                <a:rPr lang="en-US" sz="1699" err="1">
                  <a:gradFill>
                    <a:gsLst>
                      <a:gs pos="0">
                        <a:srgbClr val="FFFFFF"/>
                      </a:gs>
                      <a:gs pos="100000">
                        <a:srgbClr val="FFFFFF"/>
                      </a:gs>
                    </a:gsLst>
                    <a:lin ang="5400000" scaled="0"/>
                  </a:gradFill>
                </a:rPr>
                <a:t>confiável</a:t>
              </a:r>
              <a:endParaRPr lang="en-US" sz="1699">
                <a:gradFill>
                  <a:gsLst>
                    <a:gs pos="0">
                      <a:srgbClr val="FFFFFF"/>
                    </a:gs>
                    <a:gs pos="100000">
                      <a:srgbClr val="FFFFFF"/>
                    </a:gs>
                  </a:gsLst>
                  <a:lin ang="5400000" scaled="0"/>
                </a:gradFill>
              </a:endParaRPr>
            </a:p>
          </p:txBody>
        </p:sp>
        <p:pic>
          <p:nvPicPr>
            <p:cNvPr id="71" name="Picture 7" descr="\\MAGNUM\Projects\Microsoft\Cloud Power FY12\Design\ICONS_PNG\Secure.png"/>
            <p:cNvPicPr>
              <a:picLocks noChangeAspect="1" noChangeArrowheads="1"/>
            </p:cNvPicPr>
            <p:nvPr/>
          </p:nvPicPr>
          <p:blipFill>
            <a:blip r:embed="rId5" cstate="print">
              <a:lum bright="100000"/>
            </a:blip>
            <a:srcRect/>
            <a:stretch>
              <a:fillRect/>
            </a:stretch>
          </p:blipFill>
          <p:spPr bwMode="auto">
            <a:xfrm>
              <a:off x="9012685" y="3788101"/>
              <a:ext cx="1386199" cy="1386199"/>
            </a:xfrm>
            <a:prstGeom prst="rect">
              <a:avLst/>
            </a:prstGeom>
            <a:noFill/>
          </p:spPr>
        </p:pic>
        <p:pic>
          <p:nvPicPr>
            <p:cNvPr id="72" name="Picture 2" descr="\\MAGNUM\Projects\Microsoft\Cloud Power FY12\Design\ICONS_PNG\Secure_Elastic.png"/>
            <p:cNvPicPr>
              <a:picLocks noChangeAspect="1" noChangeArrowheads="1"/>
            </p:cNvPicPr>
            <p:nvPr/>
          </p:nvPicPr>
          <p:blipFill>
            <a:blip r:embed="rId6" cstate="print">
              <a:lum bright="100000"/>
            </a:blip>
            <a:srcRect/>
            <a:stretch>
              <a:fillRect/>
            </a:stretch>
          </p:blipFill>
          <p:spPr bwMode="auto">
            <a:xfrm>
              <a:off x="10114976" y="4336049"/>
              <a:ext cx="1081572" cy="1081572"/>
            </a:xfrm>
            <a:prstGeom prst="rect">
              <a:avLst/>
            </a:prstGeom>
            <a:noFill/>
          </p:spPr>
        </p:pic>
      </p:grpSp>
      <p:grpSp>
        <p:nvGrpSpPr>
          <p:cNvPr id="40" name="Group 39"/>
          <p:cNvGrpSpPr/>
          <p:nvPr/>
        </p:nvGrpSpPr>
        <p:grpSpPr>
          <a:xfrm>
            <a:off x="6153909" y="4212441"/>
            <a:ext cx="2430289" cy="2286386"/>
            <a:chOff x="4057406" y="1461939"/>
            <a:chExt cx="2430604" cy="2287604"/>
          </a:xfrm>
        </p:grpSpPr>
        <p:sp>
          <p:nvSpPr>
            <p:cNvPr id="11" name="Rectangle 10"/>
            <p:cNvSpPr/>
            <p:nvPr/>
          </p:nvSpPr>
          <p:spPr bwMode="auto">
            <a:xfrm>
              <a:off x="4091770" y="1461939"/>
              <a:ext cx="2396240" cy="228760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584" tIns="44791" rIns="44791" bIns="89584" numCol="1" spcCol="0" rtlCol="0" fromWordArt="0" anchor="b" anchorCtr="0" forceAA="0" compatLnSpc="1">
              <a:prstTxWarp prst="textNoShape">
                <a:avLst/>
              </a:prstTxWarp>
              <a:noAutofit/>
            </a:bodyPr>
            <a:lstStyle/>
            <a:p>
              <a:pPr defTabSz="913209" fontAlgn="base">
                <a:spcBef>
                  <a:spcPct val="0"/>
                </a:spcBef>
                <a:spcAft>
                  <a:spcPct val="0"/>
                </a:spcAft>
              </a:pPr>
              <a:endParaRPr lang="en-US" sz="1999">
                <a:gradFill>
                  <a:gsLst>
                    <a:gs pos="0">
                      <a:srgbClr val="FFFFFF"/>
                    </a:gs>
                    <a:gs pos="100000">
                      <a:srgbClr val="FFFFFF"/>
                    </a:gs>
                  </a:gsLst>
                  <a:lin ang="5400000" scaled="0"/>
                </a:gradFill>
              </a:endParaRPr>
            </a:p>
          </p:txBody>
        </p:sp>
        <p:sp>
          <p:nvSpPr>
            <p:cNvPr id="50" name="Rectangle 49"/>
            <p:cNvSpPr/>
            <p:nvPr/>
          </p:nvSpPr>
          <p:spPr>
            <a:xfrm>
              <a:off x="4057406" y="3117013"/>
              <a:ext cx="2420483" cy="615640"/>
            </a:xfrm>
            <a:prstGeom prst="rect">
              <a:avLst/>
            </a:prstGeom>
          </p:spPr>
          <p:txBody>
            <a:bodyPr wrap="square">
              <a:spAutoFit/>
            </a:bodyPr>
            <a:lstStyle/>
            <a:p>
              <a:pPr defTabSz="913209" fontAlgn="base">
                <a:spcBef>
                  <a:spcPct val="0"/>
                </a:spcBef>
                <a:spcAft>
                  <a:spcPct val="0"/>
                </a:spcAft>
              </a:pPr>
              <a:r>
                <a:rPr lang="en-US" sz="1699" err="1">
                  <a:gradFill>
                    <a:gsLst>
                      <a:gs pos="0">
                        <a:srgbClr val="FFFFFF"/>
                      </a:gs>
                      <a:gs pos="100000">
                        <a:srgbClr val="FFFFFF"/>
                      </a:gs>
                    </a:gsLst>
                    <a:lin ang="5400000" scaled="0"/>
                  </a:gradFill>
                </a:rPr>
                <a:t>Controle</a:t>
              </a:r>
              <a:r>
                <a:rPr lang="en-US" sz="1699">
                  <a:gradFill>
                    <a:gsLst>
                      <a:gs pos="0">
                        <a:srgbClr val="FFFFFF"/>
                      </a:gs>
                      <a:gs pos="100000">
                        <a:srgbClr val="FFFFFF"/>
                      </a:gs>
                    </a:gsLst>
                    <a:lin ang="5400000" scaled="0"/>
                  </a:gradFill>
                </a:rPr>
                <a:t> </a:t>
              </a:r>
              <a:r>
                <a:rPr lang="en-US" sz="1699" err="1">
                  <a:gradFill>
                    <a:gsLst>
                      <a:gs pos="0">
                        <a:srgbClr val="FFFFFF"/>
                      </a:gs>
                      <a:gs pos="100000">
                        <a:srgbClr val="FFFFFF"/>
                      </a:gs>
                    </a:gsLst>
                    <a:lin ang="5400000" scaled="0"/>
                  </a:gradFill>
                </a:rPr>
                <a:t>avançado</a:t>
              </a:r>
              <a:r>
                <a:rPr lang="en-US" sz="1699">
                  <a:gradFill>
                    <a:gsLst>
                      <a:gs pos="0">
                        <a:srgbClr val="FFFFFF"/>
                      </a:gs>
                      <a:gs pos="100000">
                        <a:srgbClr val="FFFFFF"/>
                      </a:gs>
                    </a:gsLst>
                    <a:lin ang="5400000" scaled="0"/>
                  </a:gradFill>
                </a:rPr>
                <a:t> da TI</a:t>
              </a:r>
            </a:p>
          </p:txBody>
        </p:sp>
      </p:grpSp>
      <p:grpSp>
        <p:nvGrpSpPr>
          <p:cNvPr id="25" name="Group 24"/>
          <p:cNvGrpSpPr/>
          <p:nvPr/>
        </p:nvGrpSpPr>
        <p:grpSpPr>
          <a:xfrm>
            <a:off x="8619209" y="1815189"/>
            <a:ext cx="2421574" cy="2290261"/>
            <a:chOff x="6516477" y="1461939"/>
            <a:chExt cx="2421890" cy="2291481"/>
          </a:xfrm>
        </p:grpSpPr>
        <p:sp>
          <p:nvSpPr>
            <p:cNvPr id="45" name="Rectangle 44"/>
            <p:cNvSpPr/>
            <p:nvPr/>
          </p:nvSpPr>
          <p:spPr bwMode="auto">
            <a:xfrm>
              <a:off x="6561546" y="1461939"/>
              <a:ext cx="2376821" cy="229148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584" tIns="44791" rIns="44791" bIns="89584" numCol="1" spcCol="0" rtlCol="0" fromWordArt="0" anchor="b" anchorCtr="0" forceAA="0" compatLnSpc="1">
              <a:prstTxWarp prst="textNoShape">
                <a:avLst/>
              </a:prstTxWarp>
              <a:noAutofit/>
            </a:bodyPr>
            <a:lstStyle/>
            <a:p>
              <a:pPr defTabSz="913209" fontAlgn="base">
                <a:spcBef>
                  <a:spcPct val="0"/>
                </a:spcBef>
                <a:spcAft>
                  <a:spcPct val="0"/>
                </a:spcAft>
              </a:pPr>
              <a:endParaRPr lang="en-US" sz="1999">
                <a:gradFill>
                  <a:gsLst>
                    <a:gs pos="0">
                      <a:srgbClr val="FFFFFF"/>
                    </a:gs>
                    <a:gs pos="100000">
                      <a:srgbClr val="FFFFFF"/>
                    </a:gs>
                  </a:gsLst>
                  <a:lin ang="5400000" scaled="0"/>
                </a:gradFill>
              </a:endParaRPr>
            </a:p>
          </p:txBody>
        </p:sp>
        <p:sp>
          <p:nvSpPr>
            <p:cNvPr id="46" name="Freeform 6"/>
            <p:cNvSpPr>
              <a:spLocks noEditPoints="1"/>
            </p:cNvSpPr>
            <p:nvPr/>
          </p:nvSpPr>
          <p:spPr bwMode="black">
            <a:xfrm>
              <a:off x="6772112" y="2153650"/>
              <a:ext cx="1908885" cy="602984"/>
            </a:xfrm>
            <a:custGeom>
              <a:avLst/>
              <a:gdLst>
                <a:gd name="T0" fmla="*/ 1781 w 1985"/>
                <a:gd name="T1" fmla="*/ 576 h 627"/>
                <a:gd name="T2" fmla="*/ 1781 w 1985"/>
                <a:gd name="T3" fmla="*/ 576 h 627"/>
                <a:gd name="T4" fmla="*/ 1781 w 1985"/>
                <a:gd name="T5" fmla="*/ 576 h 627"/>
                <a:gd name="T6" fmla="*/ 1781 w 1985"/>
                <a:gd name="T7" fmla="*/ 576 h 627"/>
                <a:gd name="T8" fmla="*/ 1781 w 1985"/>
                <a:gd name="T9" fmla="*/ 576 h 627"/>
                <a:gd name="T10" fmla="*/ 1781 w 1985"/>
                <a:gd name="T11" fmla="*/ 576 h 627"/>
                <a:gd name="T12" fmla="*/ 1745 w 1985"/>
                <a:gd name="T13" fmla="*/ 627 h 627"/>
                <a:gd name="T14" fmla="*/ 1787 w 1985"/>
                <a:gd name="T15" fmla="*/ 590 h 627"/>
                <a:gd name="T16" fmla="*/ 1788 w 1985"/>
                <a:gd name="T17" fmla="*/ 581 h 627"/>
                <a:gd name="T18" fmla="*/ 1846 w 1985"/>
                <a:gd name="T19" fmla="*/ 575 h 627"/>
                <a:gd name="T20" fmla="*/ 1846 w 1985"/>
                <a:gd name="T21" fmla="*/ 575 h 627"/>
                <a:gd name="T22" fmla="*/ 1853 w 1985"/>
                <a:gd name="T23" fmla="*/ 575 h 627"/>
                <a:gd name="T24" fmla="*/ 1855 w 1985"/>
                <a:gd name="T25" fmla="*/ 575 h 627"/>
                <a:gd name="T26" fmla="*/ 1854 w 1985"/>
                <a:gd name="T27" fmla="*/ 584 h 627"/>
                <a:gd name="T28" fmla="*/ 1856 w 1985"/>
                <a:gd name="T29" fmla="*/ 574 h 627"/>
                <a:gd name="T30" fmla="*/ 1862 w 1985"/>
                <a:gd name="T31" fmla="*/ 572 h 627"/>
                <a:gd name="T32" fmla="*/ 1867 w 1985"/>
                <a:gd name="T33" fmla="*/ 581 h 627"/>
                <a:gd name="T34" fmla="*/ 1867 w 1985"/>
                <a:gd name="T35" fmla="*/ 581 h 627"/>
                <a:gd name="T36" fmla="*/ 1858 w 1985"/>
                <a:gd name="T37" fmla="*/ 582 h 627"/>
                <a:gd name="T38" fmla="*/ 1856 w 1985"/>
                <a:gd name="T39" fmla="*/ 574 h 627"/>
                <a:gd name="T40" fmla="*/ 1855 w 1985"/>
                <a:gd name="T41" fmla="*/ 593 h 627"/>
                <a:gd name="T42" fmla="*/ 1849 w 1985"/>
                <a:gd name="T43" fmla="*/ 585 h 627"/>
                <a:gd name="T44" fmla="*/ 1850 w 1985"/>
                <a:gd name="T45" fmla="*/ 585 h 627"/>
                <a:gd name="T46" fmla="*/ 1858 w 1985"/>
                <a:gd name="T47" fmla="*/ 583 h 627"/>
                <a:gd name="T48" fmla="*/ 1860 w 1985"/>
                <a:gd name="T49" fmla="*/ 592 h 627"/>
                <a:gd name="T50" fmla="*/ 1867 w 1985"/>
                <a:gd name="T51" fmla="*/ 590 h 627"/>
                <a:gd name="T52" fmla="*/ 1861 w 1985"/>
                <a:gd name="T53" fmla="*/ 591 h 627"/>
                <a:gd name="T54" fmla="*/ 1859 w 1985"/>
                <a:gd name="T55" fmla="*/ 583 h 627"/>
                <a:gd name="T56" fmla="*/ 1867 w 1985"/>
                <a:gd name="T57" fmla="*/ 582 h 627"/>
                <a:gd name="T58" fmla="*/ 1931 w 1985"/>
                <a:gd name="T59" fmla="*/ 589 h 627"/>
                <a:gd name="T60" fmla="*/ 1931 w 1985"/>
                <a:gd name="T61" fmla="*/ 575 h 627"/>
                <a:gd name="T62" fmla="*/ 1752 w 1985"/>
                <a:gd name="T63" fmla="*/ 522 h 627"/>
                <a:gd name="T64" fmla="*/ 1776 w 1985"/>
                <a:gd name="T65" fmla="*/ 581 h 627"/>
                <a:gd name="T66" fmla="*/ 1776 w 1985"/>
                <a:gd name="T67" fmla="*/ 581 h 627"/>
                <a:gd name="T68" fmla="*/ 1776 w 1985"/>
                <a:gd name="T69" fmla="*/ 581 h 627"/>
                <a:gd name="T70" fmla="*/ 1776 w 1985"/>
                <a:gd name="T71" fmla="*/ 581 h 627"/>
                <a:gd name="T72" fmla="*/ 1776 w 1985"/>
                <a:gd name="T73" fmla="*/ 581 h 627"/>
                <a:gd name="T74" fmla="*/ 1583 w 1985"/>
                <a:gd name="T75" fmla="*/ 59 h 627"/>
                <a:gd name="T76" fmla="*/ 803 w 1985"/>
                <a:gd name="T77" fmla="*/ 570 h 627"/>
                <a:gd name="T78" fmla="*/ 1288 w 1985"/>
                <a:gd name="T79" fmla="*/ 580 h 627"/>
                <a:gd name="T80" fmla="*/ 1275 w 1985"/>
                <a:gd name="T81" fmla="*/ 540 h 627"/>
                <a:gd name="T82" fmla="*/ 902 w 1985"/>
                <a:gd name="T83" fmla="*/ 482 h 627"/>
                <a:gd name="T84" fmla="*/ 1557 w 1985"/>
                <a:gd name="T85" fmla="*/ 482 h 627"/>
                <a:gd name="T86" fmla="*/ 292 w 1985"/>
                <a:gd name="T87" fmla="*/ 16 h 627"/>
                <a:gd name="T88" fmla="*/ 708 w 1985"/>
                <a:gd name="T89" fmla="*/ 627 h 627"/>
                <a:gd name="T90" fmla="*/ 292 w 1985"/>
                <a:gd name="T91" fmla="*/ 479 h 627"/>
                <a:gd name="T92" fmla="*/ 670 w 1985"/>
                <a:gd name="T93" fmla="*/ 585 h 627"/>
                <a:gd name="T94" fmla="*/ 333 w 1985"/>
                <a:gd name="T95" fmla="*/ 57 h 627"/>
                <a:gd name="T96" fmla="*/ 238 w 1985"/>
                <a:gd name="T97" fmla="*/ 546 h 627"/>
                <a:gd name="T98" fmla="*/ 247 w 1985"/>
                <a:gd name="T99" fmla="*/ 480 h 627"/>
                <a:gd name="T100" fmla="*/ 307 w 1985"/>
                <a:gd name="T101" fmla="*/ 362 h 627"/>
                <a:gd name="T102" fmla="*/ 205 w 1985"/>
                <a:gd name="T103" fmla="*/ 339 h 627"/>
                <a:gd name="T104" fmla="*/ 86 w 1985"/>
                <a:gd name="T105" fmla="*/ 368 h 627"/>
                <a:gd name="T106" fmla="*/ 95 w 1985"/>
                <a:gd name="T107" fmla="*/ 58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85" h="627">
                  <a:moveTo>
                    <a:pt x="1781" y="576"/>
                  </a:moveTo>
                  <a:cubicBezTo>
                    <a:pt x="1778" y="576"/>
                    <a:pt x="1776" y="578"/>
                    <a:pt x="1776" y="581"/>
                  </a:cubicBezTo>
                  <a:cubicBezTo>
                    <a:pt x="1776" y="583"/>
                    <a:pt x="1778" y="586"/>
                    <a:pt x="1781" y="586"/>
                  </a:cubicBezTo>
                  <a:cubicBezTo>
                    <a:pt x="1784" y="586"/>
                    <a:pt x="1786" y="583"/>
                    <a:pt x="1786" y="581"/>
                  </a:cubicBezTo>
                  <a:cubicBezTo>
                    <a:pt x="1786" y="578"/>
                    <a:pt x="1784" y="576"/>
                    <a:pt x="1781" y="576"/>
                  </a:cubicBezTo>
                  <a:close/>
                  <a:moveTo>
                    <a:pt x="1781" y="576"/>
                  </a:moveTo>
                  <a:cubicBezTo>
                    <a:pt x="1778" y="576"/>
                    <a:pt x="1776" y="578"/>
                    <a:pt x="1776" y="581"/>
                  </a:cubicBezTo>
                  <a:cubicBezTo>
                    <a:pt x="1776" y="583"/>
                    <a:pt x="1778" y="586"/>
                    <a:pt x="1781" y="586"/>
                  </a:cubicBezTo>
                  <a:cubicBezTo>
                    <a:pt x="1784" y="586"/>
                    <a:pt x="1786" y="583"/>
                    <a:pt x="1786" y="581"/>
                  </a:cubicBezTo>
                  <a:cubicBezTo>
                    <a:pt x="1786" y="578"/>
                    <a:pt x="1784" y="576"/>
                    <a:pt x="1781" y="576"/>
                  </a:cubicBezTo>
                  <a:close/>
                  <a:moveTo>
                    <a:pt x="1781" y="576"/>
                  </a:moveTo>
                  <a:cubicBezTo>
                    <a:pt x="1778" y="576"/>
                    <a:pt x="1776" y="578"/>
                    <a:pt x="1776" y="581"/>
                  </a:cubicBezTo>
                  <a:cubicBezTo>
                    <a:pt x="1776" y="583"/>
                    <a:pt x="1778" y="586"/>
                    <a:pt x="1781" y="586"/>
                  </a:cubicBezTo>
                  <a:cubicBezTo>
                    <a:pt x="1784" y="586"/>
                    <a:pt x="1786" y="583"/>
                    <a:pt x="1786" y="581"/>
                  </a:cubicBezTo>
                  <a:cubicBezTo>
                    <a:pt x="1786" y="578"/>
                    <a:pt x="1784" y="576"/>
                    <a:pt x="1781" y="576"/>
                  </a:cubicBezTo>
                  <a:close/>
                  <a:moveTo>
                    <a:pt x="1781" y="576"/>
                  </a:moveTo>
                  <a:cubicBezTo>
                    <a:pt x="1778" y="576"/>
                    <a:pt x="1776" y="578"/>
                    <a:pt x="1776" y="581"/>
                  </a:cubicBezTo>
                  <a:cubicBezTo>
                    <a:pt x="1776" y="583"/>
                    <a:pt x="1778" y="586"/>
                    <a:pt x="1781" y="586"/>
                  </a:cubicBezTo>
                  <a:cubicBezTo>
                    <a:pt x="1784" y="586"/>
                    <a:pt x="1786" y="583"/>
                    <a:pt x="1786" y="581"/>
                  </a:cubicBezTo>
                  <a:cubicBezTo>
                    <a:pt x="1786" y="578"/>
                    <a:pt x="1784" y="576"/>
                    <a:pt x="1781" y="576"/>
                  </a:cubicBezTo>
                  <a:close/>
                  <a:moveTo>
                    <a:pt x="1781" y="576"/>
                  </a:moveTo>
                  <a:cubicBezTo>
                    <a:pt x="1778" y="576"/>
                    <a:pt x="1776" y="578"/>
                    <a:pt x="1776" y="581"/>
                  </a:cubicBezTo>
                  <a:cubicBezTo>
                    <a:pt x="1776" y="583"/>
                    <a:pt x="1778" y="586"/>
                    <a:pt x="1781" y="586"/>
                  </a:cubicBezTo>
                  <a:cubicBezTo>
                    <a:pt x="1784" y="586"/>
                    <a:pt x="1786" y="583"/>
                    <a:pt x="1786" y="581"/>
                  </a:cubicBezTo>
                  <a:cubicBezTo>
                    <a:pt x="1786" y="578"/>
                    <a:pt x="1784" y="576"/>
                    <a:pt x="1781" y="576"/>
                  </a:cubicBezTo>
                  <a:close/>
                  <a:moveTo>
                    <a:pt x="1781" y="576"/>
                  </a:moveTo>
                  <a:cubicBezTo>
                    <a:pt x="1778" y="576"/>
                    <a:pt x="1776" y="578"/>
                    <a:pt x="1776" y="581"/>
                  </a:cubicBezTo>
                  <a:cubicBezTo>
                    <a:pt x="1776" y="583"/>
                    <a:pt x="1778" y="586"/>
                    <a:pt x="1781" y="586"/>
                  </a:cubicBezTo>
                  <a:cubicBezTo>
                    <a:pt x="1784" y="586"/>
                    <a:pt x="1786" y="583"/>
                    <a:pt x="1786" y="581"/>
                  </a:cubicBezTo>
                  <a:cubicBezTo>
                    <a:pt x="1786" y="578"/>
                    <a:pt x="1784" y="576"/>
                    <a:pt x="1781" y="576"/>
                  </a:cubicBezTo>
                  <a:close/>
                  <a:moveTo>
                    <a:pt x="1968" y="133"/>
                  </a:moveTo>
                  <a:cubicBezTo>
                    <a:pt x="1745" y="133"/>
                    <a:pt x="1745" y="133"/>
                    <a:pt x="1745" y="133"/>
                  </a:cubicBezTo>
                  <a:cubicBezTo>
                    <a:pt x="1735" y="133"/>
                    <a:pt x="1728" y="140"/>
                    <a:pt x="1728" y="150"/>
                  </a:cubicBezTo>
                  <a:cubicBezTo>
                    <a:pt x="1728" y="610"/>
                    <a:pt x="1728" y="610"/>
                    <a:pt x="1728" y="610"/>
                  </a:cubicBezTo>
                  <a:cubicBezTo>
                    <a:pt x="1728" y="619"/>
                    <a:pt x="1735" y="627"/>
                    <a:pt x="1745" y="627"/>
                  </a:cubicBezTo>
                  <a:cubicBezTo>
                    <a:pt x="1968" y="627"/>
                    <a:pt x="1968" y="627"/>
                    <a:pt x="1968" y="627"/>
                  </a:cubicBezTo>
                  <a:cubicBezTo>
                    <a:pt x="1978" y="627"/>
                    <a:pt x="1985" y="619"/>
                    <a:pt x="1985" y="610"/>
                  </a:cubicBezTo>
                  <a:cubicBezTo>
                    <a:pt x="1985" y="150"/>
                    <a:pt x="1985" y="150"/>
                    <a:pt x="1985" y="150"/>
                  </a:cubicBezTo>
                  <a:cubicBezTo>
                    <a:pt x="1985" y="140"/>
                    <a:pt x="1978" y="133"/>
                    <a:pt x="1968" y="133"/>
                  </a:cubicBezTo>
                  <a:close/>
                  <a:moveTo>
                    <a:pt x="1787" y="590"/>
                  </a:moveTo>
                  <a:cubicBezTo>
                    <a:pt x="1784" y="586"/>
                    <a:pt x="1784" y="586"/>
                    <a:pt x="1784" y="586"/>
                  </a:cubicBezTo>
                  <a:cubicBezTo>
                    <a:pt x="1783" y="587"/>
                    <a:pt x="1782" y="587"/>
                    <a:pt x="1781" y="587"/>
                  </a:cubicBezTo>
                  <a:cubicBezTo>
                    <a:pt x="1777" y="587"/>
                    <a:pt x="1774" y="584"/>
                    <a:pt x="1774" y="581"/>
                  </a:cubicBezTo>
                  <a:cubicBezTo>
                    <a:pt x="1774" y="577"/>
                    <a:pt x="1777" y="574"/>
                    <a:pt x="1781" y="574"/>
                  </a:cubicBezTo>
                  <a:cubicBezTo>
                    <a:pt x="1785" y="574"/>
                    <a:pt x="1788" y="577"/>
                    <a:pt x="1788" y="581"/>
                  </a:cubicBezTo>
                  <a:cubicBezTo>
                    <a:pt x="1788" y="582"/>
                    <a:pt x="1787" y="584"/>
                    <a:pt x="1786" y="585"/>
                  </a:cubicBezTo>
                  <a:cubicBezTo>
                    <a:pt x="1788" y="589"/>
                    <a:pt x="1788" y="589"/>
                    <a:pt x="1788" y="589"/>
                  </a:cubicBezTo>
                  <a:lnTo>
                    <a:pt x="1787" y="590"/>
                  </a:lnTo>
                  <a:close/>
                  <a:moveTo>
                    <a:pt x="1848" y="583"/>
                  </a:moveTo>
                  <a:cubicBezTo>
                    <a:pt x="1846" y="575"/>
                    <a:pt x="1846" y="575"/>
                    <a:pt x="1846" y="575"/>
                  </a:cubicBezTo>
                  <a:cubicBezTo>
                    <a:pt x="1846" y="575"/>
                    <a:pt x="1846" y="575"/>
                    <a:pt x="1846" y="575"/>
                  </a:cubicBezTo>
                  <a:cubicBezTo>
                    <a:pt x="1846" y="575"/>
                    <a:pt x="1846" y="575"/>
                    <a:pt x="1846" y="575"/>
                  </a:cubicBezTo>
                  <a:cubicBezTo>
                    <a:pt x="1846" y="575"/>
                    <a:pt x="1846" y="575"/>
                    <a:pt x="1846" y="575"/>
                  </a:cubicBezTo>
                  <a:cubicBezTo>
                    <a:pt x="1846" y="575"/>
                    <a:pt x="1846" y="575"/>
                    <a:pt x="1846" y="575"/>
                  </a:cubicBezTo>
                  <a:cubicBezTo>
                    <a:pt x="1846" y="575"/>
                    <a:pt x="1846" y="575"/>
                    <a:pt x="1846" y="575"/>
                  </a:cubicBezTo>
                  <a:cubicBezTo>
                    <a:pt x="1847" y="575"/>
                    <a:pt x="1847" y="575"/>
                    <a:pt x="1848" y="575"/>
                  </a:cubicBezTo>
                  <a:cubicBezTo>
                    <a:pt x="1848" y="576"/>
                    <a:pt x="1849" y="576"/>
                    <a:pt x="1849" y="576"/>
                  </a:cubicBezTo>
                  <a:cubicBezTo>
                    <a:pt x="1850" y="576"/>
                    <a:pt x="1850" y="576"/>
                    <a:pt x="1850" y="576"/>
                  </a:cubicBezTo>
                  <a:cubicBezTo>
                    <a:pt x="1851" y="576"/>
                    <a:pt x="1851" y="576"/>
                    <a:pt x="1852" y="576"/>
                  </a:cubicBezTo>
                  <a:cubicBezTo>
                    <a:pt x="1852" y="576"/>
                    <a:pt x="1853" y="576"/>
                    <a:pt x="1853" y="575"/>
                  </a:cubicBezTo>
                  <a:cubicBezTo>
                    <a:pt x="1854" y="575"/>
                    <a:pt x="1854" y="575"/>
                    <a:pt x="1855" y="574"/>
                  </a:cubicBezTo>
                  <a:cubicBezTo>
                    <a:pt x="1855" y="574"/>
                    <a:pt x="1855" y="574"/>
                    <a:pt x="1855" y="574"/>
                  </a:cubicBezTo>
                  <a:cubicBezTo>
                    <a:pt x="1855" y="574"/>
                    <a:pt x="1855" y="574"/>
                    <a:pt x="1855" y="574"/>
                  </a:cubicBezTo>
                  <a:cubicBezTo>
                    <a:pt x="1855" y="575"/>
                    <a:pt x="1855" y="575"/>
                    <a:pt x="1855" y="575"/>
                  </a:cubicBezTo>
                  <a:cubicBezTo>
                    <a:pt x="1855" y="575"/>
                    <a:pt x="1855" y="575"/>
                    <a:pt x="1855" y="575"/>
                  </a:cubicBezTo>
                  <a:cubicBezTo>
                    <a:pt x="1857" y="582"/>
                    <a:pt x="1857" y="582"/>
                    <a:pt x="1857" y="582"/>
                  </a:cubicBezTo>
                  <a:cubicBezTo>
                    <a:pt x="1857" y="582"/>
                    <a:pt x="1857" y="582"/>
                    <a:pt x="1857" y="582"/>
                  </a:cubicBezTo>
                  <a:cubicBezTo>
                    <a:pt x="1857" y="582"/>
                    <a:pt x="1857" y="582"/>
                    <a:pt x="1857" y="582"/>
                  </a:cubicBezTo>
                  <a:cubicBezTo>
                    <a:pt x="1857" y="583"/>
                    <a:pt x="1857" y="583"/>
                    <a:pt x="1857" y="583"/>
                  </a:cubicBezTo>
                  <a:cubicBezTo>
                    <a:pt x="1856" y="583"/>
                    <a:pt x="1855" y="584"/>
                    <a:pt x="1854" y="584"/>
                  </a:cubicBezTo>
                  <a:cubicBezTo>
                    <a:pt x="1854" y="584"/>
                    <a:pt x="1853" y="584"/>
                    <a:pt x="1853" y="584"/>
                  </a:cubicBezTo>
                  <a:cubicBezTo>
                    <a:pt x="1852" y="584"/>
                    <a:pt x="1852" y="584"/>
                    <a:pt x="1851" y="584"/>
                  </a:cubicBezTo>
                  <a:cubicBezTo>
                    <a:pt x="1850" y="584"/>
                    <a:pt x="1849" y="583"/>
                    <a:pt x="1848" y="583"/>
                  </a:cubicBezTo>
                  <a:cubicBezTo>
                    <a:pt x="1848" y="583"/>
                    <a:pt x="1848" y="583"/>
                    <a:pt x="1848" y="583"/>
                  </a:cubicBezTo>
                  <a:close/>
                  <a:moveTo>
                    <a:pt x="1856" y="574"/>
                  </a:moveTo>
                  <a:cubicBezTo>
                    <a:pt x="1856" y="574"/>
                    <a:pt x="1856" y="574"/>
                    <a:pt x="1856" y="574"/>
                  </a:cubicBezTo>
                  <a:cubicBezTo>
                    <a:pt x="1856" y="574"/>
                    <a:pt x="1856" y="574"/>
                    <a:pt x="1856" y="574"/>
                  </a:cubicBezTo>
                  <a:cubicBezTo>
                    <a:pt x="1856" y="573"/>
                    <a:pt x="1857" y="573"/>
                    <a:pt x="1857" y="573"/>
                  </a:cubicBezTo>
                  <a:cubicBezTo>
                    <a:pt x="1858" y="572"/>
                    <a:pt x="1859" y="572"/>
                    <a:pt x="1860" y="572"/>
                  </a:cubicBezTo>
                  <a:cubicBezTo>
                    <a:pt x="1861" y="572"/>
                    <a:pt x="1862" y="572"/>
                    <a:pt x="1862" y="572"/>
                  </a:cubicBezTo>
                  <a:cubicBezTo>
                    <a:pt x="1863" y="572"/>
                    <a:pt x="1864" y="573"/>
                    <a:pt x="1865" y="573"/>
                  </a:cubicBezTo>
                  <a:cubicBezTo>
                    <a:pt x="1865" y="573"/>
                    <a:pt x="1865" y="573"/>
                    <a:pt x="1865" y="573"/>
                  </a:cubicBezTo>
                  <a:cubicBezTo>
                    <a:pt x="1865" y="574"/>
                    <a:pt x="1865" y="574"/>
                    <a:pt x="1865" y="574"/>
                  </a:cubicBezTo>
                  <a:cubicBezTo>
                    <a:pt x="1867" y="581"/>
                    <a:pt x="1867" y="581"/>
                    <a:pt x="1867" y="581"/>
                  </a:cubicBezTo>
                  <a:cubicBezTo>
                    <a:pt x="1867" y="581"/>
                    <a:pt x="1867" y="581"/>
                    <a:pt x="1867" y="581"/>
                  </a:cubicBezTo>
                  <a:cubicBezTo>
                    <a:pt x="1867" y="581"/>
                    <a:pt x="1867" y="581"/>
                    <a:pt x="1867" y="581"/>
                  </a:cubicBezTo>
                  <a:cubicBezTo>
                    <a:pt x="1867" y="581"/>
                    <a:pt x="1867" y="581"/>
                    <a:pt x="1867" y="581"/>
                  </a:cubicBezTo>
                  <a:cubicBezTo>
                    <a:pt x="1867" y="581"/>
                    <a:pt x="1867" y="581"/>
                    <a:pt x="1867" y="581"/>
                  </a:cubicBezTo>
                  <a:cubicBezTo>
                    <a:pt x="1867" y="581"/>
                    <a:pt x="1867" y="581"/>
                    <a:pt x="1867" y="581"/>
                  </a:cubicBezTo>
                  <a:cubicBezTo>
                    <a:pt x="1867" y="581"/>
                    <a:pt x="1867" y="581"/>
                    <a:pt x="1867" y="581"/>
                  </a:cubicBezTo>
                  <a:cubicBezTo>
                    <a:pt x="1865" y="580"/>
                    <a:pt x="1863" y="580"/>
                    <a:pt x="1862" y="580"/>
                  </a:cubicBezTo>
                  <a:cubicBezTo>
                    <a:pt x="1861" y="580"/>
                    <a:pt x="1861" y="580"/>
                    <a:pt x="1860" y="581"/>
                  </a:cubicBezTo>
                  <a:cubicBezTo>
                    <a:pt x="1860" y="581"/>
                    <a:pt x="1859" y="581"/>
                    <a:pt x="1859" y="582"/>
                  </a:cubicBezTo>
                  <a:cubicBezTo>
                    <a:pt x="1859" y="582"/>
                    <a:pt x="1859" y="582"/>
                    <a:pt x="1858" y="582"/>
                  </a:cubicBezTo>
                  <a:cubicBezTo>
                    <a:pt x="1858" y="582"/>
                    <a:pt x="1858" y="582"/>
                    <a:pt x="1858" y="582"/>
                  </a:cubicBezTo>
                  <a:cubicBezTo>
                    <a:pt x="1858" y="581"/>
                    <a:pt x="1858" y="581"/>
                    <a:pt x="1858" y="581"/>
                  </a:cubicBezTo>
                  <a:cubicBezTo>
                    <a:pt x="1857" y="577"/>
                    <a:pt x="1857" y="577"/>
                    <a:pt x="1857" y="577"/>
                  </a:cubicBezTo>
                  <a:cubicBezTo>
                    <a:pt x="1856" y="574"/>
                    <a:pt x="1856" y="574"/>
                    <a:pt x="1856" y="574"/>
                  </a:cubicBezTo>
                  <a:cubicBezTo>
                    <a:pt x="1856" y="574"/>
                    <a:pt x="1856" y="574"/>
                    <a:pt x="1856" y="574"/>
                  </a:cubicBezTo>
                  <a:cubicBezTo>
                    <a:pt x="1856" y="574"/>
                    <a:pt x="1856" y="574"/>
                    <a:pt x="1856" y="574"/>
                  </a:cubicBezTo>
                  <a:close/>
                  <a:moveTo>
                    <a:pt x="1860" y="592"/>
                  </a:moveTo>
                  <a:cubicBezTo>
                    <a:pt x="1859" y="592"/>
                    <a:pt x="1859" y="592"/>
                    <a:pt x="1858" y="592"/>
                  </a:cubicBezTo>
                  <a:cubicBezTo>
                    <a:pt x="1858" y="593"/>
                    <a:pt x="1858" y="593"/>
                    <a:pt x="1857" y="593"/>
                  </a:cubicBezTo>
                  <a:cubicBezTo>
                    <a:pt x="1857" y="593"/>
                    <a:pt x="1857" y="593"/>
                    <a:pt x="1856" y="593"/>
                  </a:cubicBezTo>
                  <a:cubicBezTo>
                    <a:pt x="1856" y="593"/>
                    <a:pt x="1856" y="593"/>
                    <a:pt x="1855" y="593"/>
                  </a:cubicBezTo>
                  <a:cubicBezTo>
                    <a:pt x="1855" y="593"/>
                    <a:pt x="1854" y="593"/>
                    <a:pt x="1854" y="593"/>
                  </a:cubicBezTo>
                  <a:cubicBezTo>
                    <a:pt x="1853" y="593"/>
                    <a:pt x="1853" y="593"/>
                    <a:pt x="1852" y="593"/>
                  </a:cubicBezTo>
                  <a:cubicBezTo>
                    <a:pt x="1852" y="593"/>
                    <a:pt x="1851" y="592"/>
                    <a:pt x="1851" y="592"/>
                  </a:cubicBezTo>
                  <a:cubicBezTo>
                    <a:pt x="1851" y="592"/>
                    <a:pt x="1851" y="592"/>
                    <a:pt x="1851" y="592"/>
                  </a:cubicBezTo>
                  <a:cubicBezTo>
                    <a:pt x="1849" y="585"/>
                    <a:pt x="1849" y="585"/>
                    <a:pt x="1849" y="585"/>
                  </a:cubicBezTo>
                  <a:cubicBezTo>
                    <a:pt x="1849" y="584"/>
                    <a:pt x="1849" y="584"/>
                    <a:pt x="1849" y="584"/>
                  </a:cubicBezTo>
                  <a:cubicBezTo>
                    <a:pt x="1849" y="584"/>
                    <a:pt x="1849" y="584"/>
                    <a:pt x="1849" y="584"/>
                  </a:cubicBezTo>
                  <a:cubicBezTo>
                    <a:pt x="1849" y="584"/>
                    <a:pt x="1849" y="584"/>
                    <a:pt x="1849" y="584"/>
                  </a:cubicBezTo>
                  <a:cubicBezTo>
                    <a:pt x="1849" y="584"/>
                    <a:pt x="1849" y="584"/>
                    <a:pt x="1849" y="584"/>
                  </a:cubicBezTo>
                  <a:cubicBezTo>
                    <a:pt x="1849" y="584"/>
                    <a:pt x="1850" y="585"/>
                    <a:pt x="1850" y="585"/>
                  </a:cubicBezTo>
                  <a:cubicBezTo>
                    <a:pt x="1851" y="585"/>
                    <a:pt x="1851" y="585"/>
                    <a:pt x="1852" y="585"/>
                  </a:cubicBezTo>
                  <a:cubicBezTo>
                    <a:pt x="1853" y="585"/>
                    <a:pt x="1853" y="585"/>
                    <a:pt x="1854" y="585"/>
                  </a:cubicBezTo>
                  <a:cubicBezTo>
                    <a:pt x="1855" y="585"/>
                    <a:pt x="1855" y="585"/>
                    <a:pt x="1856" y="584"/>
                  </a:cubicBezTo>
                  <a:cubicBezTo>
                    <a:pt x="1856" y="584"/>
                    <a:pt x="1857" y="584"/>
                    <a:pt x="1858" y="584"/>
                  </a:cubicBezTo>
                  <a:cubicBezTo>
                    <a:pt x="1858" y="583"/>
                    <a:pt x="1858" y="583"/>
                    <a:pt x="1858" y="583"/>
                  </a:cubicBezTo>
                  <a:cubicBezTo>
                    <a:pt x="1858" y="583"/>
                    <a:pt x="1858" y="584"/>
                    <a:pt x="1858" y="584"/>
                  </a:cubicBezTo>
                  <a:cubicBezTo>
                    <a:pt x="1858" y="584"/>
                    <a:pt x="1858" y="584"/>
                    <a:pt x="1858" y="584"/>
                  </a:cubicBezTo>
                  <a:cubicBezTo>
                    <a:pt x="1858" y="584"/>
                    <a:pt x="1858" y="584"/>
                    <a:pt x="1858" y="584"/>
                  </a:cubicBezTo>
                  <a:cubicBezTo>
                    <a:pt x="1860" y="591"/>
                    <a:pt x="1860" y="591"/>
                    <a:pt x="1860" y="591"/>
                  </a:cubicBezTo>
                  <a:cubicBezTo>
                    <a:pt x="1860" y="591"/>
                    <a:pt x="1860" y="592"/>
                    <a:pt x="1860" y="592"/>
                  </a:cubicBezTo>
                  <a:close/>
                  <a:moveTo>
                    <a:pt x="1870" y="590"/>
                  </a:moveTo>
                  <a:cubicBezTo>
                    <a:pt x="1869" y="590"/>
                    <a:pt x="1869" y="590"/>
                    <a:pt x="1869" y="590"/>
                  </a:cubicBezTo>
                  <a:cubicBezTo>
                    <a:pt x="1869" y="590"/>
                    <a:pt x="1869" y="590"/>
                    <a:pt x="1869" y="590"/>
                  </a:cubicBezTo>
                  <a:cubicBezTo>
                    <a:pt x="1869" y="590"/>
                    <a:pt x="1869" y="590"/>
                    <a:pt x="1869" y="590"/>
                  </a:cubicBezTo>
                  <a:cubicBezTo>
                    <a:pt x="1869" y="590"/>
                    <a:pt x="1868" y="590"/>
                    <a:pt x="1867" y="590"/>
                  </a:cubicBezTo>
                  <a:cubicBezTo>
                    <a:pt x="1866" y="589"/>
                    <a:pt x="1866" y="589"/>
                    <a:pt x="1865" y="589"/>
                  </a:cubicBezTo>
                  <a:cubicBezTo>
                    <a:pt x="1865" y="589"/>
                    <a:pt x="1864" y="589"/>
                    <a:pt x="1864" y="590"/>
                  </a:cubicBezTo>
                  <a:cubicBezTo>
                    <a:pt x="1863" y="590"/>
                    <a:pt x="1863" y="590"/>
                    <a:pt x="1863" y="590"/>
                  </a:cubicBezTo>
                  <a:cubicBezTo>
                    <a:pt x="1862" y="590"/>
                    <a:pt x="1862" y="591"/>
                    <a:pt x="1861" y="591"/>
                  </a:cubicBezTo>
                  <a:cubicBezTo>
                    <a:pt x="1861" y="591"/>
                    <a:pt x="1861" y="591"/>
                    <a:pt x="1861" y="591"/>
                  </a:cubicBezTo>
                  <a:cubicBezTo>
                    <a:pt x="1861" y="591"/>
                    <a:pt x="1861" y="591"/>
                    <a:pt x="1861" y="591"/>
                  </a:cubicBezTo>
                  <a:cubicBezTo>
                    <a:pt x="1861" y="591"/>
                    <a:pt x="1861" y="591"/>
                    <a:pt x="1861" y="591"/>
                  </a:cubicBezTo>
                  <a:cubicBezTo>
                    <a:pt x="1861" y="591"/>
                    <a:pt x="1859" y="583"/>
                    <a:pt x="1859" y="583"/>
                  </a:cubicBezTo>
                  <a:cubicBezTo>
                    <a:pt x="1859" y="583"/>
                    <a:pt x="1859" y="583"/>
                    <a:pt x="1859" y="583"/>
                  </a:cubicBezTo>
                  <a:cubicBezTo>
                    <a:pt x="1859" y="583"/>
                    <a:pt x="1859" y="583"/>
                    <a:pt x="1859" y="583"/>
                  </a:cubicBezTo>
                  <a:cubicBezTo>
                    <a:pt x="1860" y="582"/>
                    <a:pt x="1861" y="582"/>
                    <a:pt x="1862" y="581"/>
                  </a:cubicBezTo>
                  <a:cubicBezTo>
                    <a:pt x="1862" y="581"/>
                    <a:pt x="1863" y="581"/>
                    <a:pt x="1863" y="581"/>
                  </a:cubicBezTo>
                  <a:cubicBezTo>
                    <a:pt x="1864" y="581"/>
                    <a:pt x="1864" y="581"/>
                    <a:pt x="1864" y="581"/>
                  </a:cubicBezTo>
                  <a:cubicBezTo>
                    <a:pt x="1865" y="581"/>
                    <a:pt x="1865" y="582"/>
                    <a:pt x="1866" y="582"/>
                  </a:cubicBezTo>
                  <a:cubicBezTo>
                    <a:pt x="1866" y="582"/>
                    <a:pt x="1867" y="582"/>
                    <a:pt x="1867" y="582"/>
                  </a:cubicBezTo>
                  <a:cubicBezTo>
                    <a:pt x="1867" y="582"/>
                    <a:pt x="1867" y="582"/>
                    <a:pt x="1867" y="582"/>
                  </a:cubicBezTo>
                  <a:cubicBezTo>
                    <a:pt x="1870" y="590"/>
                    <a:pt x="1870" y="590"/>
                    <a:pt x="1870" y="590"/>
                  </a:cubicBezTo>
                  <a:cubicBezTo>
                    <a:pt x="1870" y="590"/>
                    <a:pt x="1870" y="590"/>
                    <a:pt x="1870" y="590"/>
                  </a:cubicBezTo>
                  <a:close/>
                  <a:moveTo>
                    <a:pt x="1934" y="589"/>
                  </a:moveTo>
                  <a:cubicBezTo>
                    <a:pt x="1931" y="589"/>
                    <a:pt x="1931" y="589"/>
                    <a:pt x="1931" y="589"/>
                  </a:cubicBezTo>
                  <a:cubicBezTo>
                    <a:pt x="1937" y="583"/>
                    <a:pt x="1937" y="583"/>
                    <a:pt x="1937" y="583"/>
                  </a:cubicBezTo>
                  <a:cubicBezTo>
                    <a:pt x="1926" y="583"/>
                    <a:pt x="1926" y="583"/>
                    <a:pt x="1926" y="583"/>
                  </a:cubicBezTo>
                  <a:cubicBezTo>
                    <a:pt x="1926" y="581"/>
                    <a:pt x="1926" y="581"/>
                    <a:pt x="1926" y="581"/>
                  </a:cubicBezTo>
                  <a:cubicBezTo>
                    <a:pt x="1937" y="581"/>
                    <a:pt x="1937" y="581"/>
                    <a:pt x="1937" y="581"/>
                  </a:cubicBezTo>
                  <a:cubicBezTo>
                    <a:pt x="1931" y="575"/>
                    <a:pt x="1931" y="575"/>
                    <a:pt x="1931" y="575"/>
                  </a:cubicBezTo>
                  <a:cubicBezTo>
                    <a:pt x="1934" y="575"/>
                    <a:pt x="1934" y="575"/>
                    <a:pt x="1934" y="575"/>
                  </a:cubicBezTo>
                  <a:cubicBezTo>
                    <a:pt x="1941" y="582"/>
                    <a:pt x="1941" y="582"/>
                    <a:pt x="1941" y="582"/>
                  </a:cubicBezTo>
                  <a:lnTo>
                    <a:pt x="1934" y="589"/>
                  </a:lnTo>
                  <a:close/>
                  <a:moveTo>
                    <a:pt x="1962" y="522"/>
                  </a:moveTo>
                  <a:cubicBezTo>
                    <a:pt x="1752" y="522"/>
                    <a:pt x="1752" y="522"/>
                    <a:pt x="1752" y="522"/>
                  </a:cubicBezTo>
                  <a:cubicBezTo>
                    <a:pt x="1752" y="173"/>
                    <a:pt x="1752" y="173"/>
                    <a:pt x="1752" y="173"/>
                  </a:cubicBezTo>
                  <a:cubicBezTo>
                    <a:pt x="1962" y="173"/>
                    <a:pt x="1962" y="173"/>
                    <a:pt x="1962" y="173"/>
                  </a:cubicBezTo>
                  <a:lnTo>
                    <a:pt x="1962" y="522"/>
                  </a:lnTo>
                  <a:close/>
                  <a:moveTo>
                    <a:pt x="1781" y="576"/>
                  </a:moveTo>
                  <a:cubicBezTo>
                    <a:pt x="1778" y="576"/>
                    <a:pt x="1776" y="578"/>
                    <a:pt x="1776" y="581"/>
                  </a:cubicBezTo>
                  <a:cubicBezTo>
                    <a:pt x="1776" y="583"/>
                    <a:pt x="1778" y="586"/>
                    <a:pt x="1781" y="586"/>
                  </a:cubicBezTo>
                  <a:cubicBezTo>
                    <a:pt x="1784" y="586"/>
                    <a:pt x="1786" y="583"/>
                    <a:pt x="1786" y="581"/>
                  </a:cubicBezTo>
                  <a:cubicBezTo>
                    <a:pt x="1786" y="578"/>
                    <a:pt x="1784" y="576"/>
                    <a:pt x="1781" y="576"/>
                  </a:cubicBezTo>
                  <a:close/>
                  <a:moveTo>
                    <a:pt x="1781" y="576"/>
                  </a:moveTo>
                  <a:cubicBezTo>
                    <a:pt x="1778" y="576"/>
                    <a:pt x="1776" y="578"/>
                    <a:pt x="1776" y="581"/>
                  </a:cubicBezTo>
                  <a:cubicBezTo>
                    <a:pt x="1776" y="583"/>
                    <a:pt x="1778" y="586"/>
                    <a:pt x="1781" y="586"/>
                  </a:cubicBezTo>
                  <a:cubicBezTo>
                    <a:pt x="1784" y="586"/>
                    <a:pt x="1786" y="583"/>
                    <a:pt x="1786" y="581"/>
                  </a:cubicBezTo>
                  <a:cubicBezTo>
                    <a:pt x="1786" y="578"/>
                    <a:pt x="1784" y="576"/>
                    <a:pt x="1781" y="576"/>
                  </a:cubicBezTo>
                  <a:close/>
                  <a:moveTo>
                    <a:pt x="1781" y="576"/>
                  </a:moveTo>
                  <a:cubicBezTo>
                    <a:pt x="1778" y="576"/>
                    <a:pt x="1776" y="578"/>
                    <a:pt x="1776" y="581"/>
                  </a:cubicBezTo>
                  <a:cubicBezTo>
                    <a:pt x="1776" y="583"/>
                    <a:pt x="1778" y="586"/>
                    <a:pt x="1781" y="586"/>
                  </a:cubicBezTo>
                  <a:cubicBezTo>
                    <a:pt x="1784" y="586"/>
                    <a:pt x="1786" y="583"/>
                    <a:pt x="1786" y="581"/>
                  </a:cubicBezTo>
                  <a:cubicBezTo>
                    <a:pt x="1786" y="578"/>
                    <a:pt x="1784" y="576"/>
                    <a:pt x="1781" y="576"/>
                  </a:cubicBezTo>
                  <a:close/>
                  <a:moveTo>
                    <a:pt x="1781" y="576"/>
                  </a:moveTo>
                  <a:cubicBezTo>
                    <a:pt x="1778" y="576"/>
                    <a:pt x="1776" y="578"/>
                    <a:pt x="1776" y="581"/>
                  </a:cubicBezTo>
                  <a:cubicBezTo>
                    <a:pt x="1776" y="583"/>
                    <a:pt x="1778" y="586"/>
                    <a:pt x="1781" y="586"/>
                  </a:cubicBezTo>
                  <a:cubicBezTo>
                    <a:pt x="1784" y="586"/>
                    <a:pt x="1786" y="583"/>
                    <a:pt x="1786" y="581"/>
                  </a:cubicBezTo>
                  <a:cubicBezTo>
                    <a:pt x="1786" y="578"/>
                    <a:pt x="1784" y="576"/>
                    <a:pt x="1781" y="576"/>
                  </a:cubicBezTo>
                  <a:close/>
                  <a:moveTo>
                    <a:pt x="1781" y="576"/>
                  </a:moveTo>
                  <a:cubicBezTo>
                    <a:pt x="1778" y="576"/>
                    <a:pt x="1776" y="578"/>
                    <a:pt x="1776" y="581"/>
                  </a:cubicBezTo>
                  <a:cubicBezTo>
                    <a:pt x="1776" y="583"/>
                    <a:pt x="1778" y="586"/>
                    <a:pt x="1781" y="586"/>
                  </a:cubicBezTo>
                  <a:cubicBezTo>
                    <a:pt x="1784" y="586"/>
                    <a:pt x="1786" y="583"/>
                    <a:pt x="1786" y="581"/>
                  </a:cubicBezTo>
                  <a:cubicBezTo>
                    <a:pt x="1786" y="578"/>
                    <a:pt x="1784" y="576"/>
                    <a:pt x="1781" y="576"/>
                  </a:cubicBezTo>
                  <a:close/>
                  <a:moveTo>
                    <a:pt x="1583" y="482"/>
                  </a:moveTo>
                  <a:cubicBezTo>
                    <a:pt x="1583" y="59"/>
                    <a:pt x="1583" y="59"/>
                    <a:pt x="1583" y="59"/>
                  </a:cubicBezTo>
                  <a:cubicBezTo>
                    <a:pt x="1583" y="39"/>
                    <a:pt x="1566" y="23"/>
                    <a:pt x="1546" y="23"/>
                  </a:cubicBezTo>
                  <a:cubicBezTo>
                    <a:pt x="910" y="23"/>
                    <a:pt x="910" y="23"/>
                    <a:pt x="910" y="23"/>
                  </a:cubicBezTo>
                  <a:cubicBezTo>
                    <a:pt x="890" y="23"/>
                    <a:pt x="874" y="39"/>
                    <a:pt x="874" y="59"/>
                  </a:cubicBezTo>
                  <a:cubicBezTo>
                    <a:pt x="874" y="482"/>
                    <a:pt x="874" y="482"/>
                    <a:pt x="874" y="482"/>
                  </a:cubicBezTo>
                  <a:cubicBezTo>
                    <a:pt x="803" y="570"/>
                    <a:pt x="803" y="570"/>
                    <a:pt x="803" y="570"/>
                  </a:cubicBezTo>
                  <a:cubicBezTo>
                    <a:pt x="803" y="594"/>
                    <a:pt x="823" y="614"/>
                    <a:pt x="847" y="614"/>
                  </a:cubicBezTo>
                  <a:cubicBezTo>
                    <a:pt x="1609" y="614"/>
                    <a:pt x="1609" y="614"/>
                    <a:pt x="1609" y="614"/>
                  </a:cubicBezTo>
                  <a:cubicBezTo>
                    <a:pt x="1633" y="614"/>
                    <a:pt x="1654" y="594"/>
                    <a:pt x="1654" y="570"/>
                  </a:cubicBezTo>
                  <a:lnTo>
                    <a:pt x="1583" y="482"/>
                  </a:lnTo>
                  <a:close/>
                  <a:moveTo>
                    <a:pt x="1288" y="580"/>
                  </a:moveTo>
                  <a:cubicBezTo>
                    <a:pt x="1156" y="580"/>
                    <a:pt x="1156" y="580"/>
                    <a:pt x="1156" y="580"/>
                  </a:cubicBezTo>
                  <a:cubicBezTo>
                    <a:pt x="1148" y="580"/>
                    <a:pt x="1142" y="577"/>
                    <a:pt x="1142" y="573"/>
                  </a:cubicBezTo>
                  <a:cubicBezTo>
                    <a:pt x="1158" y="545"/>
                    <a:pt x="1158" y="545"/>
                    <a:pt x="1158" y="545"/>
                  </a:cubicBezTo>
                  <a:cubicBezTo>
                    <a:pt x="1158" y="542"/>
                    <a:pt x="1163" y="540"/>
                    <a:pt x="1169" y="540"/>
                  </a:cubicBezTo>
                  <a:cubicBezTo>
                    <a:pt x="1275" y="540"/>
                    <a:pt x="1275" y="540"/>
                    <a:pt x="1275" y="540"/>
                  </a:cubicBezTo>
                  <a:cubicBezTo>
                    <a:pt x="1280" y="540"/>
                    <a:pt x="1285" y="542"/>
                    <a:pt x="1285" y="545"/>
                  </a:cubicBezTo>
                  <a:cubicBezTo>
                    <a:pt x="1301" y="573"/>
                    <a:pt x="1301" y="573"/>
                    <a:pt x="1301" y="573"/>
                  </a:cubicBezTo>
                  <a:cubicBezTo>
                    <a:pt x="1301" y="577"/>
                    <a:pt x="1295" y="580"/>
                    <a:pt x="1288" y="580"/>
                  </a:cubicBezTo>
                  <a:close/>
                  <a:moveTo>
                    <a:pt x="1557" y="482"/>
                  </a:moveTo>
                  <a:cubicBezTo>
                    <a:pt x="902" y="482"/>
                    <a:pt x="902" y="482"/>
                    <a:pt x="902" y="482"/>
                  </a:cubicBezTo>
                  <a:cubicBezTo>
                    <a:pt x="902" y="65"/>
                    <a:pt x="902" y="65"/>
                    <a:pt x="902" y="65"/>
                  </a:cubicBezTo>
                  <a:cubicBezTo>
                    <a:pt x="902" y="55"/>
                    <a:pt x="910" y="47"/>
                    <a:pt x="921" y="47"/>
                  </a:cubicBezTo>
                  <a:cubicBezTo>
                    <a:pt x="1539" y="47"/>
                    <a:pt x="1539" y="47"/>
                    <a:pt x="1539" y="47"/>
                  </a:cubicBezTo>
                  <a:cubicBezTo>
                    <a:pt x="1549" y="47"/>
                    <a:pt x="1557" y="55"/>
                    <a:pt x="1557" y="65"/>
                  </a:cubicBezTo>
                  <a:lnTo>
                    <a:pt x="1557" y="482"/>
                  </a:lnTo>
                  <a:close/>
                  <a:moveTo>
                    <a:pt x="333" y="57"/>
                  </a:moveTo>
                  <a:cubicBezTo>
                    <a:pt x="333" y="57"/>
                    <a:pt x="333" y="57"/>
                    <a:pt x="333" y="57"/>
                  </a:cubicBezTo>
                  <a:cubicBezTo>
                    <a:pt x="333" y="327"/>
                    <a:pt x="333" y="327"/>
                    <a:pt x="333" y="327"/>
                  </a:cubicBezTo>
                  <a:cubicBezTo>
                    <a:pt x="333" y="327"/>
                    <a:pt x="333" y="327"/>
                    <a:pt x="292" y="363"/>
                  </a:cubicBezTo>
                  <a:cubicBezTo>
                    <a:pt x="292" y="363"/>
                    <a:pt x="292" y="363"/>
                    <a:pt x="292" y="16"/>
                  </a:cubicBezTo>
                  <a:cubicBezTo>
                    <a:pt x="292" y="6"/>
                    <a:pt x="298" y="0"/>
                    <a:pt x="308" y="0"/>
                  </a:cubicBezTo>
                  <a:cubicBezTo>
                    <a:pt x="308" y="0"/>
                    <a:pt x="308" y="0"/>
                    <a:pt x="708" y="0"/>
                  </a:cubicBezTo>
                  <a:cubicBezTo>
                    <a:pt x="717" y="0"/>
                    <a:pt x="725" y="6"/>
                    <a:pt x="725" y="16"/>
                  </a:cubicBezTo>
                  <a:cubicBezTo>
                    <a:pt x="725" y="16"/>
                    <a:pt x="725" y="16"/>
                    <a:pt x="725" y="611"/>
                  </a:cubicBezTo>
                  <a:cubicBezTo>
                    <a:pt x="725" y="621"/>
                    <a:pt x="717" y="627"/>
                    <a:pt x="708" y="627"/>
                  </a:cubicBezTo>
                  <a:cubicBezTo>
                    <a:pt x="708" y="627"/>
                    <a:pt x="708" y="627"/>
                    <a:pt x="308" y="627"/>
                  </a:cubicBezTo>
                  <a:cubicBezTo>
                    <a:pt x="298" y="627"/>
                    <a:pt x="292" y="621"/>
                    <a:pt x="292" y="611"/>
                  </a:cubicBezTo>
                  <a:cubicBezTo>
                    <a:pt x="292" y="611"/>
                    <a:pt x="292" y="593"/>
                    <a:pt x="292" y="536"/>
                  </a:cubicBezTo>
                  <a:cubicBezTo>
                    <a:pt x="292" y="527"/>
                    <a:pt x="292" y="517"/>
                    <a:pt x="292" y="506"/>
                  </a:cubicBezTo>
                  <a:cubicBezTo>
                    <a:pt x="292" y="498"/>
                    <a:pt x="292" y="489"/>
                    <a:pt x="292" y="479"/>
                  </a:cubicBezTo>
                  <a:cubicBezTo>
                    <a:pt x="292" y="474"/>
                    <a:pt x="292" y="468"/>
                    <a:pt x="292" y="461"/>
                  </a:cubicBezTo>
                  <a:cubicBezTo>
                    <a:pt x="292" y="461"/>
                    <a:pt x="292" y="461"/>
                    <a:pt x="333" y="424"/>
                  </a:cubicBezTo>
                  <a:cubicBezTo>
                    <a:pt x="333" y="424"/>
                    <a:pt x="333" y="457"/>
                    <a:pt x="333" y="570"/>
                  </a:cubicBezTo>
                  <a:cubicBezTo>
                    <a:pt x="333" y="578"/>
                    <a:pt x="339" y="585"/>
                    <a:pt x="345" y="585"/>
                  </a:cubicBezTo>
                  <a:cubicBezTo>
                    <a:pt x="345" y="585"/>
                    <a:pt x="345" y="585"/>
                    <a:pt x="670" y="585"/>
                  </a:cubicBezTo>
                  <a:cubicBezTo>
                    <a:pt x="677" y="585"/>
                    <a:pt x="683" y="578"/>
                    <a:pt x="683" y="570"/>
                  </a:cubicBezTo>
                  <a:cubicBezTo>
                    <a:pt x="683" y="570"/>
                    <a:pt x="683" y="570"/>
                    <a:pt x="683" y="57"/>
                  </a:cubicBezTo>
                  <a:cubicBezTo>
                    <a:pt x="683" y="49"/>
                    <a:pt x="677" y="42"/>
                    <a:pt x="670" y="42"/>
                  </a:cubicBezTo>
                  <a:cubicBezTo>
                    <a:pt x="670" y="42"/>
                    <a:pt x="670" y="42"/>
                    <a:pt x="345" y="42"/>
                  </a:cubicBezTo>
                  <a:cubicBezTo>
                    <a:pt x="339" y="42"/>
                    <a:pt x="333" y="49"/>
                    <a:pt x="333" y="57"/>
                  </a:cubicBezTo>
                  <a:close/>
                  <a:moveTo>
                    <a:pt x="95" y="587"/>
                  </a:moveTo>
                  <a:cubicBezTo>
                    <a:pt x="103" y="579"/>
                    <a:pt x="121" y="567"/>
                    <a:pt x="132" y="565"/>
                  </a:cubicBezTo>
                  <a:cubicBezTo>
                    <a:pt x="146" y="562"/>
                    <a:pt x="160" y="562"/>
                    <a:pt x="175" y="562"/>
                  </a:cubicBezTo>
                  <a:cubicBezTo>
                    <a:pt x="188" y="561"/>
                    <a:pt x="200" y="555"/>
                    <a:pt x="214" y="552"/>
                  </a:cubicBezTo>
                  <a:cubicBezTo>
                    <a:pt x="225" y="548"/>
                    <a:pt x="230" y="548"/>
                    <a:pt x="238" y="546"/>
                  </a:cubicBezTo>
                  <a:cubicBezTo>
                    <a:pt x="256" y="543"/>
                    <a:pt x="254" y="543"/>
                    <a:pt x="262" y="541"/>
                  </a:cubicBezTo>
                  <a:cubicBezTo>
                    <a:pt x="272" y="539"/>
                    <a:pt x="284" y="531"/>
                    <a:pt x="286" y="520"/>
                  </a:cubicBezTo>
                  <a:cubicBezTo>
                    <a:pt x="288" y="509"/>
                    <a:pt x="277" y="496"/>
                    <a:pt x="266" y="497"/>
                  </a:cubicBezTo>
                  <a:cubicBezTo>
                    <a:pt x="241" y="499"/>
                    <a:pt x="237" y="504"/>
                    <a:pt x="215" y="505"/>
                  </a:cubicBezTo>
                  <a:cubicBezTo>
                    <a:pt x="228" y="494"/>
                    <a:pt x="234" y="492"/>
                    <a:pt x="247" y="480"/>
                  </a:cubicBezTo>
                  <a:cubicBezTo>
                    <a:pt x="261" y="468"/>
                    <a:pt x="271" y="460"/>
                    <a:pt x="284" y="448"/>
                  </a:cubicBezTo>
                  <a:cubicBezTo>
                    <a:pt x="298" y="436"/>
                    <a:pt x="310" y="426"/>
                    <a:pt x="326" y="412"/>
                  </a:cubicBezTo>
                  <a:cubicBezTo>
                    <a:pt x="338" y="401"/>
                    <a:pt x="354" y="388"/>
                    <a:pt x="361" y="373"/>
                  </a:cubicBezTo>
                  <a:cubicBezTo>
                    <a:pt x="373" y="349"/>
                    <a:pt x="364" y="336"/>
                    <a:pt x="347" y="338"/>
                  </a:cubicBezTo>
                  <a:cubicBezTo>
                    <a:pt x="333" y="339"/>
                    <a:pt x="318" y="353"/>
                    <a:pt x="307" y="362"/>
                  </a:cubicBezTo>
                  <a:cubicBezTo>
                    <a:pt x="278" y="387"/>
                    <a:pt x="248" y="411"/>
                    <a:pt x="219" y="436"/>
                  </a:cubicBezTo>
                  <a:cubicBezTo>
                    <a:pt x="230" y="426"/>
                    <a:pt x="240" y="416"/>
                    <a:pt x="252" y="405"/>
                  </a:cubicBezTo>
                  <a:cubicBezTo>
                    <a:pt x="265" y="393"/>
                    <a:pt x="267" y="381"/>
                    <a:pt x="259" y="372"/>
                  </a:cubicBezTo>
                  <a:cubicBezTo>
                    <a:pt x="235" y="344"/>
                    <a:pt x="212" y="380"/>
                    <a:pt x="184" y="398"/>
                  </a:cubicBezTo>
                  <a:cubicBezTo>
                    <a:pt x="217" y="370"/>
                    <a:pt x="228" y="355"/>
                    <a:pt x="205" y="339"/>
                  </a:cubicBezTo>
                  <a:cubicBezTo>
                    <a:pt x="186" y="326"/>
                    <a:pt x="162" y="364"/>
                    <a:pt x="146" y="374"/>
                  </a:cubicBezTo>
                  <a:cubicBezTo>
                    <a:pt x="152" y="367"/>
                    <a:pt x="162" y="359"/>
                    <a:pt x="168" y="353"/>
                  </a:cubicBezTo>
                  <a:cubicBezTo>
                    <a:pt x="173" y="348"/>
                    <a:pt x="180" y="340"/>
                    <a:pt x="175" y="332"/>
                  </a:cubicBezTo>
                  <a:cubicBezTo>
                    <a:pt x="160" y="308"/>
                    <a:pt x="146" y="322"/>
                    <a:pt x="135" y="331"/>
                  </a:cubicBezTo>
                  <a:cubicBezTo>
                    <a:pt x="118" y="342"/>
                    <a:pt x="102" y="355"/>
                    <a:pt x="86" y="368"/>
                  </a:cubicBezTo>
                  <a:cubicBezTo>
                    <a:pt x="72" y="381"/>
                    <a:pt x="54" y="392"/>
                    <a:pt x="49" y="410"/>
                  </a:cubicBezTo>
                  <a:cubicBezTo>
                    <a:pt x="45" y="423"/>
                    <a:pt x="45" y="435"/>
                    <a:pt x="36" y="446"/>
                  </a:cubicBezTo>
                  <a:cubicBezTo>
                    <a:pt x="27" y="456"/>
                    <a:pt x="10" y="469"/>
                    <a:pt x="0" y="478"/>
                  </a:cubicBezTo>
                  <a:cubicBezTo>
                    <a:pt x="7" y="486"/>
                    <a:pt x="15" y="495"/>
                    <a:pt x="23" y="504"/>
                  </a:cubicBezTo>
                  <a:cubicBezTo>
                    <a:pt x="33" y="516"/>
                    <a:pt x="85" y="575"/>
                    <a:pt x="95" y="58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584" tIns="44791" rIns="89584" bIns="44791" numCol="1" anchor="t" anchorCtr="0" compatLnSpc="1">
              <a:prstTxWarp prst="textNoShape">
                <a:avLst/>
              </a:prstTxWarp>
            </a:bodyPr>
            <a:lstStyle/>
            <a:p>
              <a:pPr defTabSz="913209"/>
              <a:endParaRPr lang="en-US" sz="1899">
                <a:solidFill>
                  <a:srgbClr val="000000"/>
                </a:solidFill>
              </a:endParaRPr>
            </a:p>
          </p:txBody>
        </p:sp>
        <p:sp>
          <p:nvSpPr>
            <p:cNvPr id="51" name="Rectangle 50"/>
            <p:cNvSpPr/>
            <p:nvPr/>
          </p:nvSpPr>
          <p:spPr>
            <a:xfrm>
              <a:off x="6516477" y="3109630"/>
              <a:ext cx="2279518" cy="615640"/>
            </a:xfrm>
            <a:prstGeom prst="rect">
              <a:avLst/>
            </a:prstGeom>
          </p:spPr>
          <p:txBody>
            <a:bodyPr wrap="none">
              <a:spAutoFit/>
            </a:bodyPr>
            <a:lstStyle/>
            <a:p>
              <a:pPr defTabSz="913209" fontAlgn="base">
                <a:spcBef>
                  <a:spcPct val="0"/>
                </a:spcBef>
                <a:spcAft>
                  <a:spcPct val="0"/>
                </a:spcAft>
              </a:pPr>
              <a:r>
                <a:rPr lang="en-US" sz="1699" dirty="0" err="1">
                  <a:gradFill>
                    <a:gsLst>
                      <a:gs pos="0">
                        <a:srgbClr val="FFFFFF"/>
                      </a:gs>
                      <a:gs pos="100000">
                        <a:srgbClr val="FFFFFF"/>
                      </a:gs>
                    </a:gsLst>
                    <a:lin ang="5400000" scaled="0"/>
                  </a:gradFill>
                </a:rPr>
                <a:t>Experiência</a:t>
              </a:r>
              <a:r>
                <a:rPr lang="en-US" sz="1699" dirty="0">
                  <a:gradFill>
                    <a:gsLst>
                      <a:gs pos="0">
                        <a:srgbClr val="FFFFFF"/>
                      </a:gs>
                      <a:gs pos="100000">
                        <a:srgbClr val="FFFFFF"/>
                      </a:gs>
                    </a:gsLst>
                    <a:lin ang="5400000" scaled="0"/>
                  </a:gradFill>
                </a:rPr>
                <a:t> </a:t>
              </a:r>
              <a:r>
                <a:rPr lang="en-US" sz="1699" dirty="0" err="1">
                  <a:gradFill>
                    <a:gsLst>
                      <a:gs pos="0">
                        <a:srgbClr val="FFFFFF"/>
                      </a:gs>
                      <a:gs pos="100000">
                        <a:srgbClr val="FFFFFF"/>
                      </a:gs>
                    </a:gsLst>
                    <a:lin ang="5400000" scaled="0"/>
                  </a:gradFill>
                </a:rPr>
                <a:t>otimizada</a:t>
              </a:r>
              <a:endParaRPr lang="en-US" sz="1699" dirty="0">
                <a:gradFill>
                  <a:gsLst>
                    <a:gs pos="0">
                      <a:srgbClr val="FFFFFF"/>
                    </a:gs>
                    <a:gs pos="100000">
                      <a:srgbClr val="FFFFFF"/>
                    </a:gs>
                  </a:gsLst>
                  <a:lin ang="5400000" scaled="0"/>
                </a:gradFill>
              </a:endParaRPr>
            </a:p>
            <a:p>
              <a:pPr defTabSz="913209" fontAlgn="base">
                <a:spcBef>
                  <a:spcPct val="0"/>
                </a:spcBef>
                <a:spcAft>
                  <a:spcPct val="0"/>
                </a:spcAft>
              </a:pPr>
              <a:r>
                <a:rPr lang="en-US" sz="1699" dirty="0">
                  <a:gradFill>
                    <a:gsLst>
                      <a:gs pos="0">
                        <a:srgbClr val="FFFFFF"/>
                      </a:gs>
                      <a:gs pos="100000">
                        <a:srgbClr val="FFFFFF"/>
                      </a:gs>
                    </a:gsLst>
                    <a:lin ang="5400000" scaled="0"/>
                  </a:gradFill>
                </a:rPr>
                <a:t>para </a:t>
              </a:r>
              <a:r>
                <a:rPr lang="en-US" sz="1699" dirty="0" err="1">
                  <a:gradFill>
                    <a:gsLst>
                      <a:gs pos="0">
                        <a:srgbClr val="FFFFFF"/>
                      </a:gs>
                      <a:gs pos="100000">
                        <a:srgbClr val="FFFFFF"/>
                      </a:gs>
                    </a:gsLst>
                    <a:lin ang="5400000" scaled="0"/>
                  </a:gradFill>
                </a:rPr>
                <a:t>cenários</a:t>
              </a:r>
              <a:r>
                <a:rPr lang="en-US" sz="1699" dirty="0">
                  <a:gradFill>
                    <a:gsLst>
                      <a:gs pos="0">
                        <a:srgbClr val="FFFFFF"/>
                      </a:gs>
                      <a:gs pos="100000">
                        <a:srgbClr val="FFFFFF"/>
                      </a:gs>
                    </a:gsLst>
                    <a:lin ang="5400000" scaled="0"/>
                  </a:gradFill>
                </a:rPr>
                <a:t> </a:t>
              </a:r>
              <a:r>
                <a:rPr lang="en-US" sz="1699" dirty="0" err="1">
                  <a:gradFill>
                    <a:gsLst>
                      <a:gs pos="0">
                        <a:srgbClr val="FFFFFF"/>
                      </a:gs>
                      <a:gs pos="100000">
                        <a:srgbClr val="FFFFFF"/>
                      </a:gs>
                    </a:gsLst>
                    <a:lin ang="5400000" scaled="0"/>
                  </a:gradFill>
                </a:rPr>
                <a:t>comuns</a:t>
              </a:r>
              <a:endParaRPr lang="en-US" sz="1699" dirty="0">
                <a:gradFill>
                  <a:gsLst>
                    <a:gs pos="0">
                      <a:srgbClr val="FFFFFF"/>
                    </a:gs>
                    <a:gs pos="100000">
                      <a:srgbClr val="FFFFFF"/>
                    </a:gs>
                  </a:gsLst>
                  <a:lin ang="5400000" scaled="0"/>
                </a:gradFill>
              </a:endParaRPr>
            </a:p>
          </p:txBody>
        </p:sp>
        <p:pic>
          <p:nvPicPr>
            <p:cNvPr id="4" name="Picture 3"/>
            <p:cNvPicPr>
              <a:picLocks noChangeAspect="1"/>
            </p:cNvPicPr>
            <p:nvPr/>
          </p:nvPicPr>
          <p:blipFill>
            <a:blip r:embed="rId7"/>
            <a:stretch>
              <a:fillRect/>
            </a:stretch>
          </p:blipFill>
          <p:spPr>
            <a:xfrm>
              <a:off x="7123174" y="2290083"/>
              <a:ext cx="293199" cy="131939"/>
            </a:xfrm>
            <a:prstGeom prst="rect">
              <a:avLst/>
            </a:prstGeom>
          </p:spPr>
        </p:pic>
        <p:pic>
          <p:nvPicPr>
            <p:cNvPr id="66" name="Picture 65"/>
            <p:cNvPicPr>
              <a:picLocks noChangeAspect="1"/>
            </p:cNvPicPr>
            <p:nvPr/>
          </p:nvPicPr>
          <p:blipFill>
            <a:blip r:embed="rId7"/>
            <a:stretch>
              <a:fillRect/>
            </a:stretch>
          </p:blipFill>
          <p:spPr>
            <a:xfrm>
              <a:off x="7812211" y="2227412"/>
              <a:ext cx="293199" cy="131939"/>
            </a:xfrm>
            <a:prstGeom prst="rect">
              <a:avLst/>
            </a:prstGeom>
          </p:spPr>
        </p:pic>
        <p:pic>
          <p:nvPicPr>
            <p:cNvPr id="67" name="Picture 66"/>
            <p:cNvPicPr>
              <a:picLocks noChangeAspect="1"/>
            </p:cNvPicPr>
            <p:nvPr/>
          </p:nvPicPr>
          <p:blipFill>
            <a:blip r:embed="rId7"/>
            <a:stretch>
              <a:fillRect/>
            </a:stretch>
          </p:blipFill>
          <p:spPr>
            <a:xfrm>
              <a:off x="8481370" y="2382266"/>
              <a:ext cx="159949" cy="71977"/>
            </a:xfrm>
            <a:prstGeom prst="rect">
              <a:avLst/>
            </a:prstGeom>
          </p:spPr>
        </p:pic>
        <p:pic>
          <p:nvPicPr>
            <p:cNvPr id="75" name="Picture 74" descr="\\MAGNUM\Projects\Microsoft\Cloud Power FY12\Design\ICONS_PNG\Application.png"/>
            <p:cNvPicPr>
              <a:picLocks noChangeAspect="1" noChangeArrowheads="1"/>
            </p:cNvPicPr>
            <p:nvPr/>
          </p:nvPicPr>
          <p:blipFill rotWithShape="1">
            <a:blip r:embed="rId8" cstate="print">
              <a:biLevel thresh="25000"/>
            </a:blip>
            <a:srcRect l="30174" t="36465" r="28608" b="29915"/>
            <a:stretch/>
          </p:blipFill>
          <p:spPr bwMode="auto">
            <a:xfrm>
              <a:off x="7134442" y="2457236"/>
              <a:ext cx="259708" cy="211890"/>
            </a:xfrm>
            <a:prstGeom prst="rect">
              <a:avLst/>
            </a:prstGeom>
            <a:noFill/>
            <a:ln>
              <a:noFill/>
            </a:ln>
          </p:spPr>
        </p:pic>
        <p:pic>
          <p:nvPicPr>
            <p:cNvPr id="76" name="Picture 75" descr="\\MAGNUM\Projects\Microsoft\Cloud Power FY12\Design\ICONS_PNG\Application.png"/>
            <p:cNvPicPr>
              <a:picLocks noChangeAspect="1" noChangeArrowheads="1"/>
            </p:cNvPicPr>
            <p:nvPr/>
          </p:nvPicPr>
          <p:blipFill rotWithShape="1">
            <a:blip r:embed="rId8" cstate="print">
              <a:biLevel thresh="25000"/>
            </a:blip>
            <a:srcRect l="30174" t="36465" r="28608" b="29915"/>
            <a:stretch/>
          </p:blipFill>
          <p:spPr bwMode="auto">
            <a:xfrm>
              <a:off x="7821071" y="2371324"/>
              <a:ext cx="259708" cy="211890"/>
            </a:xfrm>
            <a:prstGeom prst="rect">
              <a:avLst/>
            </a:prstGeom>
            <a:noFill/>
            <a:ln>
              <a:noFill/>
            </a:ln>
          </p:spPr>
        </p:pic>
        <p:pic>
          <p:nvPicPr>
            <p:cNvPr id="77" name="Picture 76" descr="\\MAGNUM\Projects\Microsoft\Cloud Power FY12\Design\ICONS_PNG\Application.png"/>
            <p:cNvPicPr>
              <a:picLocks noChangeAspect="1" noChangeArrowheads="1"/>
            </p:cNvPicPr>
            <p:nvPr/>
          </p:nvPicPr>
          <p:blipFill rotWithShape="1">
            <a:blip r:embed="rId8" cstate="print">
              <a:biLevel thresh="25000"/>
            </a:blip>
            <a:srcRect l="30174" t="36465" r="28608" b="29915"/>
            <a:stretch/>
          </p:blipFill>
          <p:spPr bwMode="auto">
            <a:xfrm>
              <a:off x="8482096" y="2490623"/>
              <a:ext cx="151965" cy="123985"/>
            </a:xfrm>
            <a:prstGeom prst="rect">
              <a:avLst/>
            </a:prstGeom>
            <a:noFill/>
            <a:ln>
              <a:noFill/>
            </a:ln>
          </p:spPr>
        </p:pic>
      </p:grpSp>
      <p:grpSp>
        <p:nvGrpSpPr>
          <p:cNvPr id="8" name="Group 7"/>
          <p:cNvGrpSpPr/>
          <p:nvPr/>
        </p:nvGrpSpPr>
        <p:grpSpPr>
          <a:xfrm>
            <a:off x="6180790" y="1821246"/>
            <a:ext cx="2376511" cy="2284187"/>
            <a:chOff x="9031325" y="1461939"/>
            <a:chExt cx="2376821" cy="2285405"/>
          </a:xfrm>
        </p:grpSpPr>
        <p:sp>
          <p:nvSpPr>
            <p:cNvPr id="43" name="Rectangle 42"/>
            <p:cNvSpPr/>
            <p:nvPr/>
          </p:nvSpPr>
          <p:spPr bwMode="auto">
            <a:xfrm>
              <a:off x="9031325" y="1461939"/>
              <a:ext cx="2376821" cy="228540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584" tIns="44791" rIns="44791" bIns="89584" numCol="1" spcCol="0" rtlCol="0" fromWordArt="0" anchor="b" anchorCtr="0" forceAA="0" compatLnSpc="1">
              <a:prstTxWarp prst="textNoShape">
                <a:avLst/>
              </a:prstTxWarp>
              <a:noAutofit/>
            </a:bodyPr>
            <a:lstStyle/>
            <a:p>
              <a:pPr defTabSz="913209" fontAlgn="base">
                <a:spcBef>
                  <a:spcPct val="0"/>
                </a:spcBef>
                <a:spcAft>
                  <a:spcPct val="0"/>
                </a:spcAft>
              </a:pPr>
              <a:endParaRPr lang="en-US" sz="1999">
                <a:gradFill>
                  <a:gsLst>
                    <a:gs pos="0">
                      <a:srgbClr val="FFFFFF"/>
                    </a:gs>
                    <a:gs pos="100000">
                      <a:srgbClr val="FFFFFF"/>
                    </a:gs>
                  </a:gsLst>
                  <a:lin ang="5400000" scaled="0"/>
                </a:gradFill>
              </a:endParaRPr>
            </a:p>
          </p:txBody>
        </p:sp>
        <p:sp>
          <p:nvSpPr>
            <p:cNvPr id="52" name="Rectangle 51"/>
            <p:cNvSpPr/>
            <p:nvPr/>
          </p:nvSpPr>
          <p:spPr>
            <a:xfrm>
              <a:off x="9038796" y="3297559"/>
              <a:ext cx="1963809" cy="353993"/>
            </a:xfrm>
            <a:prstGeom prst="rect">
              <a:avLst/>
            </a:prstGeom>
          </p:spPr>
          <p:txBody>
            <a:bodyPr wrap="none">
              <a:spAutoFit/>
            </a:bodyPr>
            <a:lstStyle/>
            <a:p>
              <a:pPr defTabSz="913209" fontAlgn="base">
                <a:spcBef>
                  <a:spcPct val="0"/>
                </a:spcBef>
                <a:spcAft>
                  <a:spcPct val="0"/>
                </a:spcAft>
              </a:pPr>
              <a:r>
                <a:rPr lang="en-US" sz="1699" err="1">
                  <a:gradFill>
                    <a:gsLst>
                      <a:gs pos="0">
                        <a:srgbClr val="FFFFFF"/>
                      </a:gs>
                      <a:gs pos="100000">
                        <a:srgbClr val="FFFFFF"/>
                      </a:gs>
                    </a:gsLst>
                    <a:lin ang="5400000" scaled="0"/>
                  </a:gradFill>
                </a:rPr>
                <a:t>Sempre</a:t>
              </a:r>
              <a:r>
                <a:rPr lang="en-US" sz="1699">
                  <a:gradFill>
                    <a:gsLst>
                      <a:gs pos="0">
                        <a:srgbClr val="FFFFFF"/>
                      </a:gs>
                      <a:gs pos="100000">
                        <a:srgbClr val="FFFFFF"/>
                      </a:gs>
                    </a:gsLst>
                    <a:lin ang="5400000" scaled="0"/>
                  </a:gradFill>
                </a:rPr>
                <a:t> </a:t>
              </a:r>
              <a:r>
                <a:rPr lang="en-US" sz="1699" err="1">
                  <a:gradFill>
                    <a:gsLst>
                      <a:gs pos="0">
                        <a:srgbClr val="FFFFFF"/>
                      </a:gs>
                      <a:gs pos="100000">
                        <a:srgbClr val="FFFFFF"/>
                      </a:gs>
                    </a:gsLst>
                    <a:lin ang="5400000" scaled="0"/>
                  </a:gradFill>
                </a:rPr>
                <a:t>atualizado</a:t>
              </a:r>
              <a:endParaRPr lang="en-US" sz="1699">
                <a:gradFill>
                  <a:gsLst>
                    <a:gs pos="0">
                      <a:srgbClr val="FFFFFF"/>
                    </a:gs>
                    <a:gs pos="100000">
                      <a:srgbClr val="FFFFFF"/>
                    </a:gs>
                  </a:gsLst>
                  <a:lin ang="5400000" scaled="0"/>
                </a:gradFill>
              </a:endParaRPr>
            </a:p>
          </p:txBody>
        </p:sp>
        <p:pic>
          <p:nvPicPr>
            <p:cNvPr id="78" name="Picture 9" descr="\\MAGNUM\Projects\Microsoft\Cloud Power FY12\Design\Icons\PNGs\Optimized.png"/>
            <p:cNvPicPr>
              <a:picLocks noChangeAspect="1" noChangeArrowheads="1"/>
            </p:cNvPicPr>
            <p:nvPr/>
          </p:nvPicPr>
          <p:blipFill>
            <a:blip r:embed="rId9" cstate="print">
              <a:lum bright="100000"/>
            </a:blip>
            <a:srcRect/>
            <a:stretch>
              <a:fillRect/>
            </a:stretch>
          </p:blipFill>
          <p:spPr bwMode="auto">
            <a:xfrm>
              <a:off x="9623078" y="1787069"/>
              <a:ext cx="1227678" cy="1227678"/>
            </a:xfrm>
            <a:prstGeom prst="rect">
              <a:avLst/>
            </a:prstGeom>
            <a:noFill/>
          </p:spPr>
        </p:pic>
      </p:grpSp>
      <p:grpSp>
        <p:nvGrpSpPr>
          <p:cNvPr id="44" name="Group 43"/>
          <p:cNvGrpSpPr/>
          <p:nvPr/>
        </p:nvGrpSpPr>
        <p:grpSpPr>
          <a:xfrm>
            <a:off x="1199" y="1783215"/>
            <a:ext cx="3609799" cy="4716461"/>
            <a:chOff x="576467" y="1290919"/>
            <a:chExt cx="3610269" cy="4718974"/>
          </a:xfrm>
        </p:grpSpPr>
        <p:sp>
          <p:nvSpPr>
            <p:cNvPr id="6" name="Rectangle 5"/>
            <p:cNvSpPr/>
            <p:nvPr/>
          </p:nvSpPr>
          <p:spPr bwMode="auto">
            <a:xfrm>
              <a:off x="988982" y="1335184"/>
              <a:ext cx="3197754" cy="463993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584" tIns="134375" rIns="44791" bIns="0" numCol="1" spcCol="0" rtlCol="0" fromWordArt="0" anchor="t" anchorCtr="0" forceAA="0" compatLnSpc="1">
              <a:prstTxWarp prst="textNoShape">
                <a:avLst/>
              </a:prstTxWarp>
              <a:noAutofit/>
            </a:bodyPr>
            <a:lstStyle/>
            <a:p>
              <a:pPr defTabSz="913060" fontAlgn="base">
                <a:lnSpc>
                  <a:spcPts val="4194"/>
                </a:lnSpc>
                <a:spcBef>
                  <a:spcPct val="0"/>
                </a:spcBef>
                <a:spcAft>
                  <a:spcPct val="0"/>
                </a:spcAft>
              </a:pPr>
              <a:endParaRPr lang="en-US" sz="4399">
                <a:gradFill>
                  <a:gsLst>
                    <a:gs pos="0">
                      <a:srgbClr val="000000">
                        <a:lumMod val="85000"/>
                        <a:lumOff val="15000"/>
                      </a:srgbClr>
                    </a:gs>
                    <a:gs pos="100000">
                      <a:srgbClr val="000000">
                        <a:lumMod val="85000"/>
                        <a:lumOff val="15000"/>
                      </a:srgbClr>
                    </a:gs>
                  </a:gsLst>
                  <a:lin ang="5400000" scaled="0"/>
                </a:gradFill>
                <a:latin typeface="Segoe UI Light" pitchFamily="34" charset="0"/>
              </a:endParaRPr>
            </a:p>
          </p:txBody>
        </p:sp>
        <p:pic>
          <p:nvPicPr>
            <p:cNvPr id="54" name="Picture 53"/>
            <p:cNvPicPr>
              <a:picLocks noChangeArrowheads="1"/>
            </p:cNvPicPr>
            <p:nvPr/>
          </p:nvPicPr>
          <p:blipFill rotWithShape="1">
            <a:blip r:embed="rId10">
              <a:extLst>
                <a:ext uri="{28A0092B-C50C-407E-A947-70E740481C1C}">
                  <a14:useLocalDpi xmlns:a14="http://schemas.microsoft.com/office/drawing/2010/main" val="0"/>
                </a:ext>
              </a:extLst>
            </a:blip>
            <a:srcRect l="16108" r="48644"/>
            <a:stretch/>
          </p:blipFill>
          <p:spPr bwMode="auto">
            <a:xfrm>
              <a:off x="576467" y="1290919"/>
              <a:ext cx="3538330" cy="4718974"/>
            </a:xfrm>
            <a:prstGeom prst="rect">
              <a:avLst/>
            </a:prstGeom>
            <a:noFill/>
            <a:ln>
              <a:noFill/>
            </a:ln>
            <a:effectLst/>
            <a:extLst>
              <a:ext uri="{909E8E84-426E-40DD-AFC4-6F175D3DCCD1}">
                <a14:hiddenFill xmlns:a14="http://schemas.microsoft.com/office/drawing/2010/main">
                  <a:solidFill>
                    <a:srgbClr val="FFFFFF"/>
                  </a:solidFill>
                </a14:hiddenFill>
              </a:ext>
            </a:extLst>
          </p:spPr>
        </p:pic>
      </p:grpSp>
      <p:pic>
        <p:nvPicPr>
          <p:cNvPr id="73" name="Picture 72"/>
          <p:cNvPicPr>
            <a:picLocks noChangeAspect="1"/>
          </p:cNvPicPr>
          <p:nvPr/>
        </p:nvPicPr>
        <p:blipFill>
          <a:blip r:embed="rId11" cstate="print">
            <a:biLevel thresh="25000"/>
            <a:extLst>
              <a:ext uri="{28A0092B-C50C-407E-A947-70E740481C1C}">
                <a14:useLocalDpi xmlns:a14="http://schemas.microsoft.com/office/drawing/2010/main" val="0"/>
              </a:ext>
            </a:extLst>
          </a:blip>
          <a:stretch>
            <a:fillRect/>
          </a:stretch>
        </p:blipFill>
        <p:spPr>
          <a:xfrm>
            <a:off x="6301640" y="5262809"/>
            <a:ext cx="1252432" cy="640137"/>
          </a:xfrm>
          <a:prstGeom prst="rect">
            <a:avLst/>
          </a:prstGeom>
        </p:spPr>
      </p:pic>
      <p:pic>
        <p:nvPicPr>
          <p:cNvPr id="79" name="Picture 78" descr="C:\Users\davalex\AppData\Local\Microsoft\Windows\Temporary Internet Files\Content.Word\BannerAd_rgb_Exchange_Cyan300.png"/>
          <p:cNvPicPr>
            <a:picLocks noChangeAspect="1"/>
          </p:cNvPicPr>
          <p:nvPr/>
        </p:nvPicPr>
        <p:blipFill>
          <a:blip r:embed="rId12" cstate="print">
            <a:biLevel thresh="25000"/>
            <a:extLst>
              <a:ext uri="{28A0092B-C50C-407E-A947-70E740481C1C}">
                <a14:useLocalDpi xmlns:a14="http://schemas.microsoft.com/office/drawing/2010/main" val="0"/>
              </a:ext>
            </a:extLst>
          </a:blip>
          <a:srcRect/>
          <a:stretch>
            <a:fillRect/>
          </a:stretch>
        </p:blipFill>
        <p:spPr bwMode="auto">
          <a:xfrm>
            <a:off x="6269564" y="4287437"/>
            <a:ext cx="1966421" cy="672276"/>
          </a:xfrm>
          <a:prstGeom prst="rect">
            <a:avLst/>
          </a:prstGeom>
          <a:noFill/>
          <a:ln>
            <a:noFill/>
          </a:ln>
        </p:spPr>
      </p:pic>
      <p:pic>
        <p:nvPicPr>
          <p:cNvPr id="68" name="Picture 18"/>
          <p:cNvPicPr>
            <a:picLocks noChangeAspect="1"/>
          </p:cNvPicPr>
          <p:nvPr/>
        </p:nvPicPr>
        <p:blipFill>
          <a:blip r:embed="rId13" cstate="print">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val="0"/>
              </a:ext>
            </a:extLst>
          </a:blip>
          <a:stretch>
            <a:fillRect/>
          </a:stretch>
        </p:blipFill>
        <p:spPr bwMode="black">
          <a:xfrm>
            <a:off x="6268429" y="4768787"/>
            <a:ext cx="2126336" cy="676392"/>
          </a:xfrm>
          <a:prstGeom prst="rect">
            <a:avLst/>
          </a:prstGeom>
        </p:spPr>
      </p:pic>
      <p:sp>
        <p:nvSpPr>
          <p:cNvPr id="83" name="Rectangle 82"/>
          <p:cNvSpPr/>
          <p:nvPr/>
        </p:nvSpPr>
        <p:spPr>
          <a:xfrm>
            <a:off x="472861" y="1110524"/>
            <a:ext cx="11479306" cy="584519"/>
          </a:xfrm>
          <a:prstGeom prst="rect">
            <a:avLst/>
          </a:prstGeom>
        </p:spPr>
        <p:txBody>
          <a:bodyPr wrap="square" lIns="91368" tIns="45688" rIns="91368" bIns="45688">
            <a:spAutoFit/>
          </a:bodyPr>
          <a:lstStyle/>
          <a:p>
            <a:pPr defTabSz="913599"/>
            <a:r>
              <a:rPr lang="en-US" sz="3199" spc="-100" dirty="0" err="1">
                <a:ln w="3175">
                  <a:noFill/>
                </a:ln>
                <a:solidFill>
                  <a:srgbClr val="797A7D">
                    <a:lumMod val="50000"/>
                  </a:srgbClr>
                </a:solidFill>
                <a:latin typeface="Segoe UI Light"/>
                <a:cs typeface="Arial" charset="0"/>
              </a:rPr>
              <a:t>Últimos</a:t>
            </a:r>
            <a:r>
              <a:rPr lang="en-US" sz="3199" spc="-100" dirty="0">
                <a:ln w="3175">
                  <a:noFill/>
                </a:ln>
                <a:solidFill>
                  <a:srgbClr val="797A7D">
                    <a:lumMod val="50000"/>
                  </a:srgbClr>
                </a:solidFill>
                <a:latin typeface="Segoe UI Light"/>
                <a:cs typeface="Arial" charset="0"/>
              </a:rPr>
              <a:t> </a:t>
            </a:r>
            <a:r>
              <a:rPr lang="en-US" sz="3199" spc="-100" dirty="0" err="1">
                <a:ln w="3175">
                  <a:noFill/>
                </a:ln>
                <a:solidFill>
                  <a:srgbClr val="797A7D">
                    <a:lumMod val="50000"/>
                  </a:srgbClr>
                </a:solidFill>
                <a:latin typeface="Segoe UI Light"/>
                <a:cs typeface="Arial" charset="0"/>
              </a:rPr>
              <a:t>serviços</a:t>
            </a:r>
            <a:r>
              <a:rPr lang="en-US" sz="3199" spc="-100" dirty="0">
                <a:ln w="3175">
                  <a:noFill/>
                </a:ln>
                <a:solidFill>
                  <a:srgbClr val="797A7D">
                    <a:lumMod val="50000"/>
                  </a:srgbClr>
                </a:solidFill>
                <a:latin typeface="Segoe UI Light"/>
                <a:cs typeface="Arial" charset="0"/>
              </a:rPr>
              <a:t> de </a:t>
            </a:r>
            <a:r>
              <a:rPr lang="en-US" sz="3199" spc="-100" dirty="0" err="1">
                <a:ln w="3175">
                  <a:noFill/>
                </a:ln>
                <a:solidFill>
                  <a:srgbClr val="797A7D">
                    <a:lumMod val="50000"/>
                  </a:srgbClr>
                </a:solidFill>
                <a:latin typeface="Segoe UI Light"/>
                <a:cs typeface="Arial" charset="0"/>
              </a:rPr>
              <a:t>produtividade</a:t>
            </a:r>
            <a:r>
              <a:rPr lang="en-US" sz="3199" spc="-100" dirty="0">
                <a:ln w="3175">
                  <a:noFill/>
                </a:ln>
                <a:solidFill>
                  <a:srgbClr val="797A7D">
                    <a:lumMod val="50000"/>
                  </a:srgbClr>
                </a:solidFill>
                <a:latin typeface="Segoe UI Light"/>
                <a:cs typeface="Arial" charset="0"/>
              </a:rPr>
              <a:t> da Microsoft </a:t>
            </a:r>
            <a:r>
              <a:rPr lang="en-US" sz="3199" spc="-100" dirty="0" err="1">
                <a:ln w="3175">
                  <a:noFill/>
                </a:ln>
                <a:solidFill>
                  <a:srgbClr val="797A7D">
                    <a:lumMod val="50000"/>
                  </a:srgbClr>
                </a:solidFill>
                <a:latin typeface="Segoe UI Light"/>
                <a:cs typeface="Arial" charset="0"/>
              </a:rPr>
              <a:t>para</a:t>
            </a:r>
            <a:r>
              <a:rPr lang="en-US" sz="3199" spc="-100" dirty="0">
                <a:ln w="3175">
                  <a:noFill/>
                </a:ln>
                <a:solidFill>
                  <a:srgbClr val="797A7D">
                    <a:lumMod val="50000"/>
                  </a:srgbClr>
                </a:solidFill>
                <a:latin typeface="Segoe UI Light"/>
                <a:cs typeface="Arial" charset="0"/>
              </a:rPr>
              <a:t> </a:t>
            </a:r>
            <a:r>
              <a:rPr lang="en-US" sz="3199" spc="-100" dirty="0" err="1">
                <a:ln w="3175">
                  <a:noFill/>
                </a:ln>
                <a:solidFill>
                  <a:srgbClr val="797A7D">
                    <a:lumMod val="50000"/>
                  </a:srgbClr>
                </a:solidFill>
                <a:latin typeface="Segoe UI Light"/>
                <a:cs typeface="Arial" charset="0"/>
              </a:rPr>
              <a:t>nuvem</a:t>
            </a:r>
            <a:r>
              <a:rPr lang="en-US" sz="3199" spc="-100" dirty="0">
                <a:ln w="3175">
                  <a:noFill/>
                </a:ln>
                <a:solidFill>
                  <a:srgbClr val="797A7D">
                    <a:lumMod val="50000"/>
                  </a:srgbClr>
                </a:solidFill>
                <a:latin typeface="Segoe UI Light"/>
                <a:cs typeface="Arial" charset="0"/>
              </a:rPr>
              <a:t> </a:t>
            </a:r>
            <a:r>
              <a:rPr lang="en-US" sz="3199" spc="-100" dirty="0" err="1">
                <a:ln w="3175">
                  <a:noFill/>
                </a:ln>
                <a:solidFill>
                  <a:srgbClr val="797A7D">
                    <a:lumMod val="50000"/>
                  </a:srgbClr>
                </a:solidFill>
                <a:latin typeface="Segoe UI Light"/>
                <a:cs typeface="Arial" charset="0"/>
              </a:rPr>
              <a:t>pública</a:t>
            </a:r>
            <a:endParaRPr lang="en-US" sz="1899" dirty="0">
              <a:solidFill>
                <a:srgbClr val="000000"/>
              </a:solidFill>
            </a:endParaRPr>
          </a:p>
        </p:txBody>
      </p:sp>
    </p:spTree>
    <p:extLst>
      <p:ext uri="{BB962C8B-B14F-4D97-AF65-F5344CB8AC3E}">
        <p14:creationId xmlns:p14="http://schemas.microsoft.com/office/powerpoint/2010/main" val="3186952712"/>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nodeType="withEffect">
                                  <p:stCondLst>
                                    <p:cond delay="0"/>
                                  </p:stCondLst>
                                  <p:childTnLst>
                                    <p:set>
                                      <p:cBhvr>
                                        <p:cTn id="15" dur="1" fill="hold">
                                          <p:stCondLst>
                                            <p:cond delay="0"/>
                                          </p:stCondLst>
                                        </p:cTn>
                                        <p:tgtEl>
                                          <p:spTgt spid="73"/>
                                        </p:tgtEl>
                                        <p:attrNameLst>
                                          <p:attrName>style.visibility</p:attrName>
                                        </p:attrNameLst>
                                      </p:cBhvr>
                                      <p:to>
                                        <p:strVal val="visible"/>
                                      </p:to>
                                    </p:set>
                                    <p:animEffect transition="in" filter="fade">
                                      <p:cBhvr>
                                        <p:cTn id="16" dur="500"/>
                                        <p:tgtEl>
                                          <p:spTgt spid="73"/>
                                        </p:tgtEl>
                                      </p:cBhvr>
                                    </p:animEffect>
                                  </p:childTnLst>
                                </p:cTn>
                              </p:par>
                              <p:par>
                                <p:cTn id="17" presetID="10" presetClass="entr" presetSubtype="0" fill="hold" nodeType="with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fade">
                                      <p:cBhvr>
                                        <p:cTn id="19" dur="500"/>
                                        <p:tgtEl>
                                          <p:spTgt spid="79"/>
                                        </p:tgtEl>
                                      </p:cBhvr>
                                    </p:animEffect>
                                  </p:childTnLst>
                                </p:cTn>
                              </p:par>
                              <p:par>
                                <p:cTn id="20" presetID="10" presetClass="entr" presetSubtype="0" fill="hold"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bwMode="auto">
          <a:xfrm>
            <a:off x="1305277" y="299770"/>
            <a:ext cx="9761332" cy="1215890"/>
          </a:xfrm>
          <a:prstGeom prst="rect">
            <a:avLst/>
          </a:prstGeom>
          <a:solidFill>
            <a:schemeClr val="tx2"/>
          </a:solidFill>
          <a:ln>
            <a:noFill/>
          </a:ln>
          <a:effectLst/>
        </p:spPr>
        <p:txBody>
          <a:bodyPr lIns="137142" tIns="0" rIns="182856" bIns="0" anchor="ctr"/>
          <a:lstStyle/>
          <a:p>
            <a:pPr>
              <a:buFont typeface="Wingdings" pitchFamily="2" charset="2"/>
              <a:buNone/>
            </a:pPr>
            <a:endParaRPr lang="en-US" sz="3600" spc="-70" dirty="0">
              <a:solidFill>
                <a:srgbClr val="000000"/>
              </a:solidFill>
              <a:latin typeface="Segoe UI Light"/>
            </a:endParaRPr>
          </a:p>
        </p:txBody>
      </p:sp>
      <p:pic>
        <p:nvPicPr>
          <p:cNvPr id="19" name="Picture 18"/>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81526" y="153827"/>
            <a:ext cx="3208834" cy="1505028"/>
          </a:xfrm>
          <a:prstGeom prst="rect">
            <a:avLst/>
          </a:prstGeom>
        </p:spPr>
      </p:pic>
      <p:pic>
        <p:nvPicPr>
          <p:cNvPr id="20" name="Picture 19"/>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984889" y="2385459"/>
            <a:ext cx="3570482" cy="1297937"/>
          </a:xfrm>
          <a:prstGeom prst="rect">
            <a:avLst/>
          </a:prstGeom>
        </p:spPr>
      </p:pic>
      <p:sp>
        <p:nvSpPr>
          <p:cNvPr id="35" name="Rectangle 34"/>
          <p:cNvSpPr/>
          <p:nvPr/>
        </p:nvSpPr>
        <p:spPr bwMode="auto">
          <a:xfrm>
            <a:off x="1305277" y="1744951"/>
            <a:ext cx="4751835" cy="666941"/>
          </a:xfrm>
          <a:prstGeom prst="rect">
            <a:avLst/>
          </a:prstGeom>
          <a:solidFill>
            <a:schemeClr val="bg1">
              <a:alpha val="40000"/>
            </a:schemeClr>
          </a:solidFill>
          <a:ln>
            <a:solidFill>
              <a:srgbClr val="CECFD0"/>
            </a:solidFill>
          </a:ln>
          <a:effectLst/>
        </p:spPr>
        <p:txBody>
          <a:bodyPr lIns="137142" tIns="0" rIns="182856" bIns="0" anchor="ctr"/>
          <a:lstStyle/>
          <a:p>
            <a:pPr algn="ctr">
              <a:buFont typeface="Wingdings" pitchFamily="2" charset="2"/>
              <a:buNone/>
            </a:pPr>
            <a:r>
              <a:rPr lang="en-US" sz="3600" spc="-70" dirty="0">
                <a:solidFill>
                  <a:schemeClr val="bg2"/>
                </a:solidFill>
                <a:latin typeface="Segoe UI Light"/>
              </a:rPr>
              <a:t>Office </a:t>
            </a:r>
            <a:r>
              <a:rPr lang="en-US" sz="3600" spc="-70" dirty="0" err="1">
                <a:solidFill>
                  <a:schemeClr val="bg2"/>
                </a:solidFill>
                <a:latin typeface="Segoe UI Light"/>
              </a:rPr>
              <a:t>como</a:t>
            </a:r>
            <a:r>
              <a:rPr lang="en-US" sz="3600" spc="-70" dirty="0">
                <a:solidFill>
                  <a:schemeClr val="bg2"/>
                </a:solidFill>
                <a:latin typeface="Segoe UI Light"/>
              </a:rPr>
              <a:t> </a:t>
            </a:r>
            <a:r>
              <a:rPr lang="en-US" sz="3600" spc="-70" dirty="0" err="1">
                <a:solidFill>
                  <a:schemeClr val="bg2"/>
                </a:solidFill>
                <a:latin typeface="Segoe UI Light"/>
              </a:rPr>
              <a:t>Serviço</a:t>
            </a:r>
            <a:endParaRPr lang="en-US" sz="3600" spc="-70" dirty="0">
              <a:solidFill>
                <a:schemeClr val="bg2"/>
              </a:solidFill>
              <a:latin typeface="Segoe UI Light"/>
            </a:endParaRPr>
          </a:p>
        </p:txBody>
      </p:sp>
      <p:sp>
        <p:nvSpPr>
          <p:cNvPr id="36" name="Rectangle 35"/>
          <p:cNvSpPr/>
          <p:nvPr/>
        </p:nvSpPr>
        <p:spPr bwMode="auto">
          <a:xfrm>
            <a:off x="6314773" y="1744951"/>
            <a:ext cx="4751835" cy="666941"/>
          </a:xfrm>
          <a:prstGeom prst="rect">
            <a:avLst/>
          </a:prstGeom>
          <a:noFill/>
          <a:ln>
            <a:solidFill>
              <a:srgbClr val="CECFD0"/>
            </a:solidFill>
          </a:ln>
          <a:effectLst/>
        </p:spPr>
        <p:txBody>
          <a:bodyPr lIns="137142" tIns="0" rIns="182856" bIns="0" anchor="ctr"/>
          <a:lstStyle/>
          <a:p>
            <a:pPr algn="ctr">
              <a:buFont typeface="Wingdings" pitchFamily="2" charset="2"/>
              <a:buNone/>
            </a:pPr>
            <a:r>
              <a:rPr lang="en-US" sz="3600" spc="-70" dirty="0">
                <a:solidFill>
                  <a:schemeClr val="bg2"/>
                </a:solidFill>
                <a:latin typeface="Segoe UI Light"/>
              </a:rPr>
              <a:t>Office </a:t>
            </a:r>
            <a:r>
              <a:rPr lang="en-US" sz="3600" spc="-70" dirty="0" err="1">
                <a:solidFill>
                  <a:schemeClr val="bg2"/>
                </a:solidFill>
                <a:latin typeface="Segoe UI Light"/>
              </a:rPr>
              <a:t>Perpétuo</a:t>
            </a:r>
            <a:endParaRPr lang="en-US" sz="3600" spc="-70" dirty="0">
              <a:solidFill>
                <a:schemeClr val="bg2"/>
              </a:solidFill>
              <a:latin typeface="Segoe UI Light"/>
            </a:endParaRPr>
          </a:p>
        </p:txBody>
      </p:sp>
      <p:pic>
        <p:nvPicPr>
          <p:cNvPr id="37" name="Picture 36"/>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255740" y="2360284"/>
            <a:ext cx="2869902" cy="1324569"/>
          </a:xfrm>
          <a:prstGeom prst="rect">
            <a:avLst/>
          </a:prstGeom>
        </p:spPr>
      </p:pic>
      <p:sp>
        <p:nvSpPr>
          <p:cNvPr id="31" name="Rectangle 30"/>
          <p:cNvSpPr/>
          <p:nvPr/>
        </p:nvSpPr>
        <p:spPr bwMode="auto">
          <a:xfrm>
            <a:off x="1337722" y="3616621"/>
            <a:ext cx="4871848" cy="3071392"/>
          </a:xfrm>
          <a:prstGeom prst="rect">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2"/>
          <p:cNvSpPr txBox="1">
            <a:spLocks/>
          </p:cNvSpPr>
          <p:nvPr/>
        </p:nvSpPr>
        <p:spPr>
          <a:xfrm>
            <a:off x="1478985" y="3690240"/>
            <a:ext cx="4857557" cy="1690342"/>
          </a:xfrm>
          <a:prstGeom prst="rect">
            <a:avLst/>
          </a:prstGeom>
        </p:spPr>
        <p:txBody>
          <a:bodyPr lIns="0" tIns="45705" rIns="91408" bIns="45705"/>
          <a:lstStyle>
            <a:lvl1pPr marL="346075" indent="-346075" algn="l" defTabSz="914363" rtl="0" eaLnBrk="1" latinLnBrk="0" hangingPunct="1">
              <a:lnSpc>
                <a:spcPct val="90000"/>
              </a:lnSpc>
              <a:spcBef>
                <a:spcPct val="20000"/>
              </a:spcBef>
              <a:buSzPct val="90000"/>
              <a:buFont typeface="Arial" pitchFamily="34" charset="0"/>
              <a:buChar char="•"/>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630238" indent="-284163" algn="l" defTabSz="914363" rtl="0" eaLnBrk="1" latinLnBrk="0" hangingPunct="1">
              <a:lnSpc>
                <a:spcPct val="90000"/>
              </a:lnSpc>
              <a:spcBef>
                <a:spcPct val="20000"/>
              </a:spcBef>
              <a:buSzPct val="90000"/>
              <a:buFont typeface="Arial" pitchFamily="34" charset="0"/>
              <a:buChar char="•"/>
              <a:tabLst>
                <a:tab pos="630238" algn="l"/>
              </a:tabLst>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914400" indent="-284163" algn="l" defTabSz="914363" rtl="0" eaLnBrk="1" latinLnBrk="0" hangingPunct="1">
              <a:lnSpc>
                <a:spcPct val="90000"/>
              </a:lnSpc>
              <a:spcBef>
                <a:spcPct val="20000"/>
              </a:spcBef>
              <a:buSzPct val="90000"/>
              <a:buFont typeface="Arial" pitchFamily="34" charset="0"/>
              <a:buChar char="•"/>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482725" indent="-223838" algn="l" defTabSz="914363" rtl="0" eaLnBrk="1" latinLnBrk="0" hangingPunct="1">
              <a:lnSpc>
                <a:spcPct val="90000"/>
              </a:lnSpc>
              <a:spcBef>
                <a:spcPct val="20000"/>
              </a:spcBef>
              <a:buSzPct val="90000"/>
              <a:buFont typeface="Arial" pitchFamily="34" charset="0"/>
              <a:buChar char="•"/>
              <a:tabLst>
                <a:tab pos="914400" algn="l"/>
              </a:tabLst>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1712913" indent="-230188" algn="l" defTabSz="914363" rtl="0" eaLnBrk="1" latinLnBrk="0" hangingPunct="1">
              <a:lnSpc>
                <a:spcPct val="90000"/>
              </a:lnSpc>
              <a:spcBef>
                <a:spcPct val="20000"/>
              </a:spcBef>
              <a:buSzPct val="90000"/>
              <a:buFont typeface="Arial" pitchFamily="34" charset="0"/>
              <a:buChar char="•"/>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spc="-70" dirty="0">
                <a:ea typeface="Segoe UI" pitchFamily="34" charset="0"/>
                <a:cs typeface="Segoe UI" pitchFamily="34" charset="0"/>
              </a:rPr>
              <a:t>- </a:t>
            </a:r>
            <a:r>
              <a:rPr lang="en-US" sz="2400" spc="-70" dirty="0" err="1">
                <a:ea typeface="Segoe UI" pitchFamily="34" charset="0"/>
                <a:cs typeface="Segoe UI" pitchFamily="34" charset="0"/>
              </a:rPr>
              <a:t>Assinatura</a:t>
            </a:r>
            <a:r>
              <a:rPr lang="en-US" sz="2400" spc="-70" dirty="0">
                <a:ea typeface="Segoe UI" pitchFamily="34" charset="0"/>
                <a:cs typeface="Segoe UI" pitchFamily="34" charset="0"/>
              </a:rPr>
              <a:t> (5 </a:t>
            </a:r>
            <a:r>
              <a:rPr lang="en-US" sz="2400" spc="-70" dirty="0" err="1">
                <a:ea typeface="Segoe UI" pitchFamily="34" charset="0"/>
                <a:cs typeface="Segoe UI" pitchFamily="34" charset="0"/>
              </a:rPr>
              <a:t>licenças</a:t>
            </a:r>
            <a:r>
              <a:rPr lang="en-US" sz="2400" spc="-70" dirty="0">
                <a:ea typeface="Segoe UI" pitchFamily="34" charset="0"/>
                <a:cs typeface="Segoe UI" pitchFamily="34" charset="0"/>
              </a:rPr>
              <a:t>)</a:t>
            </a:r>
            <a:endParaRPr lang="en-US" spc="-70" dirty="0">
              <a:ea typeface="Segoe UI" pitchFamily="34" charset="0"/>
              <a:cs typeface="Segoe UI" pitchFamily="34" charset="0"/>
            </a:endParaRPr>
          </a:p>
          <a:p>
            <a:pPr marL="0" indent="0">
              <a:buNone/>
            </a:pPr>
            <a:endParaRPr lang="en-US" sz="2400" spc="-70" dirty="0">
              <a:ea typeface="Segoe UI" pitchFamily="34" charset="0"/>
              <a:cs typeface="Segoe UI" pitchFamily="34" charset="0"/>
            </a:endParaRPr>
          </a:p>
          <a:p>
            <a:pPr marL="0" indent="0">
              <a:buNone/>
            </a:pPr>
            <a:r>
              <a:rPr lang="en-US" sz="2400" spc="-70" dirty="0">
                <a:ea typeface="Segoe UI" pitchFamily="34" charset="0"/>
                <a:cs typeface="Segoe UI" pitchFamily="34" charset="0"/>
              </a:rPr>
              <a:t>- Office multi-</a:t>
            </a:r>
            <a:r>
              <a:rPr lang="en-US" sz="2400" spc="-70" dirty="0" err="1">
                <a:ea typeface="Segoe UI" pitchFamily="34" charset="0"/>
                <a:cs typeface="Segoe UI" pitchFamily="34" charset="0"/>
              </a:rPr>
              <a:t>plataforma</a:t>
            </a:r>
            <a:r>
              <a:rPr lang="en-US" sz="2400" spc="-70" dirty="0">
                <a:ea typeface="Segoe UI" pitchFamily="34" charset="0"/>
                <a:cs typeface="Segoe UI" pitchFamily="34" charset="0"/>
              </a:rPr>
              <a:t> (PC e Mac)</a:t>
            </a:r>
            <a:endParaRPr lang="en-US" spc="-70" dirty="0">
              <a:ea typeface="Segoe UI" pitchFamily="34" charset="0"/>
              <a:cs typeface="Segoe UI" pitchFamily="34" charset="0"/>
            </a:endParaRPr>
          </a:p>
          <a:p>
            <a:pPr marL="0" indent="0">
              <a:buNone/>
            </a:pPr>
            <a:endParaRPr lang="en-US" sz="2400" spc="-70" dirty="0">
              <a:ea typeface="Segoe UI" pitchFamily="34" charset="0"/>
              <a:cs typeface="Segoe UI" pitchFamily="34" charset="0"/>
            </a:endParaRPr>
          </a:p>
          <a:p>
            <a:pPr marL="0" indent="0">
              <a:buNone/>
            </a:pPr>
            <a:r>
              <a:rPr lang="en-US" sz="2400" spc="-70" dirty="0">
                <a:ea typeface="Segoe UI" pitchFamily="34" charset="0"/>
                <a:cs typeface="Segoe UI" pitchFamily="34" charset="0"/>
              </a:rPr>
              <a:t>- </a:t>
            </a:r>
            <a:r>
              <a:rPr lang="en-US" sz="2400" spc="-70" dirty="0" err="1">
                <a:ea typeface="Segoe UI" pitchFamily="34" charset="0"/>
                <a:cs typeface="Segoe UI" pitchFamily="34" charset="0"/>
              </a:rPr>
              <a:t>Sempre</a:t>
            </a:r>
            <a:r>
              <a:rPr lang="en-US" sz="2400" spc="-70" dirty="0">
                <a:ea typeface="Segoe UI" pitchFamily="34" charset="0"/>
                <a:cs typeface="Segoe UI" pitchFamily="34" charset="0"/>
              </a:rPr>
              <a:t> </a:t>
            </a:r>
            <a:r>
              <a:rPr lang="en-US" sz="2400" spc="-70" dirty="0" err="1">
                <a:ea typeface="Segoe UI" pitchFamily="34" charset="0"/>
                <a:cs typeface="Segoe UI" pitchFamily="34" charset="0"/>
              </a:rPr>
              <a:t>atualizado</a:t>
            </a:r>
            <a:endParaRPr lang="en-US" spc="-70" dirty="0">
              <a:ea typeface="Segoe UI" pitchFamily="34" charset="0"/>
              <a:cs typeface="Segoe UI" pitchFamily="34" charset="0"/>
            </a:endParaRPr>
          </a:p>
          <a:p>
            <a:pPr marL="0" indent="0">
              <a:buNone/>
            </a:pPr>
            <a:endParaRPr lang="en-US" spc="-70" dirty="0">
              <a:ea typeface="Segoe UI" pitchFamily="34" charset="0"/>
              <a:cs typeface="Segoe UI" pitchFamily="34" charset="0"/>
            </a:endParaRPr>
          </a:p>
        </p:txBody>
      </p:sp>
      <p:sp>
        <p:nvSpPr>
          <p:cNvPr id="33" name="Rectangle 32"/>
          <p:cNvSpPr/>
          <p:nvPr/>
        </p:nvSpPr>
        <p:spPr bwMode="auto">
          <a:xfrm>
            <a:off x="6358310" y="3616622"/>
            <a:ext cx="4751835" cy="3071392"/>
          </a:xfrm>
          <a:prstGeom prst="rect">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r>
              <a:rPr lang="en-US" sz="2200" dirty="0">
                <a:gradFill>
                  <a:gsLst>
                    <a:gs pos="0">
                      <a:srgbClr val="FFFFFF"/>
                    </a:gs>
                    <a:gs pos="100000">
                      <a:srgbClr val="FFFFFF"/>
                    </a:gs>
                  </a:gsLst>
                  <a:lin ang="5400000" scaled="0"/>
                </a:gradFill>
                <a:ea typeface="Segoe UI" pitchFamily="34" charset="0"/>
                <a:cs typeface="Segoe UI" pitchFamily="34" charset="0"/>
              </a:rPr>
              <a:t> </a:t>
            </a:r>
          </a:p>
        </p:txBody>
      </p:sp>
      <p:sp>
        <p:nvSpPr>
          <p:cNvPr id="34" name="Text Placeholder 2"/>
          <p:cNvSpPr txBox="1">
            <a:spLocks/>
          </p:cNvSpPr>
          <p:nvPr/>
        </p:nvSpPr>
        <p:spPr>
          <a:xfrm>
            <a:off x="6477807" y="3636940"/>
            <a:ext cx="4425992" cy="1312524"/>
          </a:xfrm>
          <a:prstGeom prst="rect">
            <a:avLst/>
          </a:prstGeom>
        </p:spPr>
        <p:txBody>
          <a:bodyPr lIns="0" tIns="45705" rIns="91408" bIns="45705"/>
          <a:lstStyle>
            <a:lvl1pPr marL="346075" indent="-346075" algn="l" defTabSz="914363" rtl="0" eaLnBrk="1" latinLnBrk="0" hangingPunct="1">
              <a:lnSpc>
                <a:spcPct val="90000"/>
              </a:lnSpc>
              <a:spcBef>
                <a:spcPct val="20000"/>
              </a:spcBef>
              <a:buSzPct val="90000"/>
              <a:buFont typeface="Arial" pitchFamily="34" charset="0"/>
              <a:buChar char="•"/>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630238" indent="-284163" algn="l" defTabSz="914363" rtl="0" eaLnBrk="1" latinLnBrk="0" hangingPunct="1">
              <a:lnSpc>
                <a:spcPct val="90000"/>
              </a:lnSpc>
              <a:spcBef>
                <a:spcPct val="20000"/>
              </a:spcBef>
              <a:buSzPct val="90000"/>
              <a:buFont typeface="Arial" pitchFamily="34" charset="0"/>
              <a:buChar char="•"/>
              <a:tabLst>
                <a:tab pos="630238" algn="l"/>
              </a:tabLst>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914400" indent="-284163" algn="l" defTabSz="914363" rtl="0" eaLnBrk="1" latinLnBrk="0" hangingPunct="1">
              <a:lnSpc>
                <a:spcPct val="90000"/>
              </a:lnSpc>
              <a:spcBef>
                <a:spcPct val="20000"/>
              </a:spcBef>
              <a:buSzPct val="90000"/>
              <a:buFont typeface="Arial" pitchFamily="34" charset="0"/>
              <a:buChar char="•"/>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482725" indent="-223838" algn="l" defTabSz="914363" rtl="0" eaLnBrk="1" latinLnBrk="0" hangingPunct="1">
              <a:lnSpc>
                <a:spcPct val="90000"/>
              </a:lnSpc>
              <a:spcBef>
                <a:spcPct val="20000"/>
              </a:spcBef>
              <a:buSzPct val="90000"/>
              <a:buFont typeface="Arial" pitchFamily="34" charset="0"/>
              <a:buChar char="•"/>
              <a:tabLst>
                <a:tab pos="914400" algn="l"/>
              </a:tabLst>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1712913" indent="-230188" algn="l" defTabSz="914363" rtl="0" eaLnBrk="1" latinLnBrk="0" hangingPunct="1">
              <a:lnSpc>
                <a:spcPct val="90000"/>
              </a:lnSpc>
              <a:spcBef>
                <a:spcPct val="20000"/>
              </a:spcBef>
              <a:buSzPct val="90000"/>
              <a:buFont typeface="Arial" pitchFamily="34" charset="0"/>
              <a:buChar char="•"/>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spc="-70" dirty="0">
                <a:ea typeface="Segoe UI" pitchFamily="34" charset="0"/>
                <a:cs typeface="Segoe UI" pitchFamily="34" charset="0"/>
              </a:rPr>
              <a:t>- </a:t>
            </a:r>
            <a:r>
              <a:rPr lang="en-US" sz="2400" spc="-70" dirty="0" err="1">
                <a:ea typeface="Segoe UI" pitchFamily="34" charset="0"/>
                <a:cs typeface="Segoe UI" pitchFamily="34" charset="0"/>
              </a:rPr>
              <a:t>Licença</a:t>
            </a:r>
            <a:r>
              <a:rPr lang="en-US" sz="2400" spc="-70" dirty="0">
                <a:ea typeface="Segoe UI" pitchFamily="34" charset="0"/>
                <a:cs typeface="Segoe UI" pitchFamily="34" charset="0"/>
              </a:rPr>
              <a:t> </a:t>
            </a:r>
            <a:r>
              <a:rPr lang="en-US" sz="2400" spc="-70" dirty="0" err="1">
                <a:ea typeface="Segoe UI" pitchFamily="34" charset="0"/>
                <a:cs typeface="Segoe UI" pitchFamily="34" charset="0"/>
              </a:rPr>
              <a:t>Perpétua</a:t>
            </a:r>
            <a:r>
              <a:rPr lang="en-US" sz="2400" spc="-70" dirty="0">
                <a:ea typeface="Segoe UI" pitchFamily="34" charset="0"/>
                <a:cs typeface="Segoe UI" pitchFamily="34" charset="0"/>
              </a:rPr>
              <a:t> (1 </a:t>
            </a:r>
            <a:r>
              <a:rPr lang="en-US" sz="2400" spc="-70" dirty="0" err="1">
                <a:ea typeface="Segoe UI" pitchFamily="34" charset="0"/>
                <a:cs typeface="Segoe UI" pitchFamily="34" charset="0"/>
              </a:rPr>
              <a:t>licença</a:t>
            </a:r>
            <a:r>
              <a:rPr lang="en-US" sz="2400" spc="-70" dirty="0">
                <a:ea typeface="Segoe UI" pitchFamily="34" charset="0"/>
                <a:cs typeface="Segoe UI" pitchFamily="34" charset="0"/>
              </a:rPr>
              <a:t>)</a:t>
            </a:r>
          </a:p>
          <a:p>
            <a:pPr>
              <a:buFontTx/>
              <a:buChar char="-"/>
            </a:pPr>
            <a:endParaRPr lang="en-US" spc="-70" dirty="0">
              <a:ea typeface="Segoe UI" pitchFamily="34" charset="0"/>
              <a:cs typeface="Segoe UI" pitchFamily="34" charset="0"/>
            </a:endParaRPr>
          </a:p>
          <a:p>
            <a:pPr marL="0" indent="0">
              <a:buNone/>
            </a:pPr>
            <a:r>
              <a:rPr lang="en-US" sz="2400" spc="-70" dirty="0">
                <a:ea typeface="Segoe UI" pitchFamily="34" charset="0"/>
                <a:cs typeface="Segoe UI" pitchFamily="34" charset="0"/>
              </a:rPr>
              <a:t>- </a:t>
            </a:r>
            <a:r>
              <a:rPr lang="en-US" sz="2400" spc="-70" dirty="0" err="1">
                <a:ea typeface="Segoe UI" pitchFamily="34" charset="0"/>
                <a:cs typeface="Segoe UI" pitchFamily="34" charset="0"/>
              </a:rPr>
              <a:t>Diferente</a:t>
            </a:r>
            <a:r>
              <a:rPr lang="en-US" sz="2400" spc="-70" dirty="0">
                <a:ea typeface="Segoe UI" pitchFamily="34" charset="0"/>
                <a:cs typeface="Segoe UI" pitchFamily="34" charset="0"/>
              </a:rPr>
              <a:t> para PC </a:t>
            </a:r>
            <a:r>
              <a:rPr lang="en-US" sz="2400" spc="-70" dirty="0" err="1">
                <a:ea typeface="Segoe UI" pitchFamily="34" charset="0"/>
                <a:cs typeface="Segoe UI" pitchFamily="34" charset="0"/>
              </a:rPr>
              <a:t>ou</a:t>
            </a:r>
            <a:r>
              <a:rPr lang="en-US" sz="2400" spc="-70" dirty="0">
                <a:ea typeface="Segoe UI" pitchFamily="34" charset="0"/>
                <a:cs typeface="Segoe UI" pitchFamily="34" charset="0"/>
              </a:rPr>
              <a:t> Mac</a:t>
            </a:r>
          </a:p>
          <a:p>
            <a:pPr marL="0" indent="0">
              <a:buNone/>
            </a:pPr>
            <a:endParaRPr lang="en-US" sz="2400" spc="-70" dirty="0">
              <a:ea typeface="Segoe UI" pitchFamily="34" charset="0"/>
              <a:cs typeface="Segoe UI" pitchFamily="34" charset="0"/>
            </a:endParaRPr>
          </a:p>
          <a:p>
            <a:pPr marL="0" indent="0">
              <a:buNone/>
            </a:pPr>
            <a:r>
              <a:rPr lang="en-US" sz="2400" spc="-70" dirty="0">
                <a:ea typeface="Segoe UI" pitchFamily="34" charset="0"/>
                <a:cs typeface="Segoe UI" pitchFamily="34" charset="0"/>
              </a:rPr>
              <a:t>- </a:t>
            </a:r>
            <a:r>
              <a:rPr lang="en-US" sz="2400" spc="-70" dirty="0" err="1">
                <a:ea typeface="Segoe UI" pitchFamily="34" charset="0"/>
                <a:cs typeface="Segoe UI" pitchFamily="34" charset="0"/>
              </a:rPr>
              <a:t>Pacotes</a:t>
            </a:r>
            <a:r>
              <a:rPr lang="en-US" sz="2400" spc="-70" dirty="0">
                <a:ea typeface="Segoe UI" pitchFamily="34" charset="0"/>
                <a:cs typeface="Segoe UI" pitchFamily="34" charset="0"/>
              </a:rPr>
              <a:t> </a:t>
            </a:r>
            <a:r>
              <a:rPr lang="en-US" sz="2400" spc="-70" dirty="0" err="1">
                <a:ea typeface="Segoe UI" pitchFamily="34" charset="0"/>
                <a:cs typeface="Segoe UI" pitchFamily="34" charset="0"/>
              </a:rPr>
              <a:t>variados</a:t>
            </a:r>
            <a:r>
              <a:rPr lang="en-US" sz="2400" spc="-70" dirty="0">
                <a:ea typeface="Segoe UI" pitchFamily="34" charset="0"/>
                <a:cs typeface="Segoe UI" pitchFamily="34" charset="0"/>
              </a:rPr>
              <a:t> de </a:t>
            </a:r>
            <a:r>
              <a:rPr lang="en-US" sz="2400" spc="-70" dirty="0" err="1">
                <a:ea typeface="Segoe UI" pitchFamily="34" charset="0"/>
                <a:cs typeface="Segoe UI" pitchFamily="34" charset="0"/>
              </a:rPr>
              <a:t>Aplicativos</a:t>
            </a:r>
            <a:endParaRPr lang="en-US" sz="2400" spc="-70" dirty="0">
              <a:ea typeface="Segoe UI" pitchFamily="34" charset="0"/>
              <a:cs typeface="Segoe UI" pitchFamily="34" charset="0"/>
            </a:endParaRPr>
          </a:p>
        </p:txBody>
      </p:sp>
      <p:grpSp>
        <p:nvGrpSpPr>
          <p:cNvPr id="3" name="Group 2"/>
          <p:cNvGrpSpPr/>
          <p:nvPr/>
        </p:nvGrpSpPr>
        <p:grpSpPr>
          <a:xfrm>
            <a:off x="1196633" y="6009098"/>
            <a:ext cx="10043645" cy="531625"/>
            <a:chOff x="1196788" y="5983940"/>
            <a:chExt cx="10044953" cy="531694"/>
          </a:xfrm>
        </p:grpSpPr>
        <p:sp>
          <p:nvSpPr>
            <p:cNvPr id="2" name="Rectangle 1"/>
            <p:cNvSpPr/>
            <p:nvPr/>
          </p:nvSpPr>
          <p:spPr bwMode="auto">
            <a:xfrm>
              <a:off x="1196788" y="5983940"/>
              <a:ext cx="10044953" cy="531694"/>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pic>
          <p:nvPicPr>
            <p:cNvPr id="13" name="Picture 12" descr="cid:image003.png@01CDF803.79B46BF0"/>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11760" t="-791" r="75376" b="3632"/>
            <a:stretch/>
          </p:blipFill>
          <p:spPr bwMode="auto">
            <a:xfrm>
              <a:off x="1724410" y="6078071"/>
              <a:ext cx="817084" cy="361197"/>
            </a:xfrm>
            <a:prstGeom prst="rect">
              <a:avLst/>
            </a:prstGeom>
            <a:noFill/>
            <a:ln>
              <a:noFill/>
            </a:ln>
          </p:spPr>
        </p:pic>
        <p:pic>
          <p:nvPicPr>
            <p:cNvPr id="14" name="Picture 13" descr="cid:image003.png@01CDF803.79B46BF0"/>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71371" r="10911" b="-2131"/>
            <a:stretch/>
          </p:blipFill>
          <p:spPr bwMode="auto">
            <a:xfrm>
              <a:off x="3911567" y="6059595"/>
              <a:ext cx="1125407" cy="379673"/>
            </a:xfrm>
            <a:prstGeom prst="rect">
              <a:avLst/>
            </a:prstGeom>
            <a:noFill/>
            <a:ln>
              <a:noFill/>
            </a:ln>
          </p:spPr>
        </p:pic>
        <p:pic>
          <p:nvPicPr>
            <p:cNvPr id="16" name="Picture 15" descr="cid:image003.png@01CDF803.79B46BF0"/>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24506" t="1" r="57547" b="4782"/>
            <a:stretch/>
          </p:blipFill>
          <p:spPr bwMode="auto">
            <a:xfrm>
              <a:off x="2701063" y="6085290"/>
              <a:ext cx="1140023" cy="353978"/>
            </a:xfrm>
            <a:prstGeom prst="rect">
              <a:avLst/>
            </a:prstGeom>
            <a:noFill/>
            <a:ln>
              <a:noFill/>
            </a:ln>
          </p:spPr>
        </p:pic>
        <p:pic>
          <p:nvPicPr>
            <p:cNvPr id="17" name="Picture 16" descr="cid:image003.png@01CDF803.79B46BF0"/>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t="1" r="87994" b="-2130"/>
            <a:stretch/>
          </p:blipFill>
          <p:spPr bwMode="auto">
            <a:xfrm>
              <a:off x="5107455" y="6059594"/>
              <a:ext cx="762620" cy="379674"/>
            </a:xfrm>
            <a:prstGeom prst="rect">
              <a:avLst/>
            </a:prstGeom>
            <a:noFill/>
            <a:ln>
              <a:noFill/>
            </a:ln>
          </p:spPr>
        </p:pic>
        <p:pic>
          <p:nvPicPr>
            <p:cNvPr id="18" name="Picture 12" descr="cid:image003.png@01CDF803.79B46BF0"/>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11760" t="1" r="74983" b="6411"/>
            <a:stretch/>
          </p:blipFill>
          <p:spPr bwMode="auto">
            <a:xfrm>
              <a:off x="8372298" y="6081014"/>
              <a:ext cx="842040" cy="347921"/>
            </a:xfrm>
            <a:prstGeom prst="rect">
              <a:avLst/>
            </a:prstGeom>
            <a:noFill/>
            <a:ln>
              <a:noFill/>
            </a:ln>
          </p:spPr>
        </p:pic>
      </p:grpSp>
    </p:spTree>
    <p:extLst>
      <p:ext uri="{BB962C8B-B14F-4D97-AF65-F5344CB8AC3E}">
        <p14:creationId xmlns:p14="http://schemas.microsoft.com/office/powerpoint/2010/main" val="1288055044"/>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571560" y="2338523"/>
            <a:ext cx="3587966" cy="4487836"/>
            <a:chOff x="435149" y="1516385"/>
            <a:chExt cx="3588433" cy="4488421"/>
          </a:xfrm>
        </p:grpSpPr>
        <p:sp>
          <p:nvSpPr>
            <p:cNvPr id="19" name="Rectangle 18"/>
            <p:cNvSpPr/>
            <p:nvPr/>
          </p:nvSpPr>
          <p:spPr>
            <a:xfrm>
              <a:off x="488939" y="1516385"/>
              <a:ext cx="2559654" cy="553998"/>
            </a:xfrm>
            <a:prstGeom prst="rect">
              <a:avLst/>
            </a:prstGeom>
          </p:spPr>
          <p:txBody>
            <a:bodyPr wrap="square" lIns="0" tIns="0" rIns="0" bIns="0">
              <a:spAutoFit/>
            </a:bodyPr>
            <a:lstStyle/>
            <a:p>
              <a:pPr defTabSz="1218814"/>
              <a:r>
                <a:rPr lang="en-US" sz="3600" dirty="0" err="1">
                  <a:solidFill>
                    <a:srgbClr val="EB3C00">
                      <a:alpha val="99000"/>
                    </a:srgbClr>
                  </a:solidFill>
                  <a:latin typeface="Segoe UI Light"/>
                </a:rPr>
                <a:t>Dispositivos</a:t>
              </a:r>
              <a:endParaRPr lang="en-US" sz="3600" dirty="0">
                <a:solidFill>
                  <a:srgbClr val="EB3C00">
                    <a:alpha val="99000"/>
                  </a:srgbClr>
                </a:solidFill>
                <a:latin typeface="Segoe UI Light"/>
              </a:endParaRPr>
            </a:p>
          </p:txBody>
        </p:sp>
        <p:sp>
          <p:nvSpPr>
            <p:cNvPr id="27" name="Rectangle 26"/>
            <p:cNvSpPr/>
            <p:nvPr/>
          </p:nvSpPr>
          <p:spPr>
            <a:xfrm>
              <a:off x="435149" y="3706190"/>
              <a:ext cx="3534644" cy="1015663"/>
            </a:xfrm>
            <a:prstGeom prst="rect">
              <a:avLst/>
            </a:prstGeom>
          </p:spPr>
          <p:txBody>
            <a:bodyPr wrap="square" lIns="182856" tIns="0" rIns="0" bIns="0">
              <a:spAutoFit/>
            </a:bodyPr>
            <a:lstStyle/>
            <a:p>
              <a:pPr defTabSz="1949444" fontAlgn="base">
                <a:spcBef>
                  <a:spcPct val="0"/>
                </a:spcBef>
                <a:spcAft>
                  <a:spcPct val="0"/>
                </a:spcAft>
              </a:pPr>
              <a:r>
                <a:rPr lang="en-US" sz="6599" b="1" spc="-200" dirty="0">
                  <a:ln w="3175">
                    <a:noFill/>
                  </a:ln>
                  <a:solidFill>
                    <a:srgbClr val="000000">
                      <a:lumMod val="65000"/>
                      <a:lumOff val="35000"/>
                    </a:srgbClr>
                  </a:solidFill>
                  <a:latin typeface="Segoe UI Light"/>
                  <a:cs typeface="Arial" charset="0"/>
                </a:rPr>
                <a:t>1</a:t>
              </a:r>
              <a:r>
                <a:rPr lang="en-US" sz="4400" spc="-200" dirty="0">
                  <a:ln w="3175">
                    <a:noFill/>
                  </a:ln>
                  <a:solidFill>
                    <a:srgbClr val="000000">
                      <a:lumMod val="65000"/>
                      <a:lumOff val="35000"/>
                    </a:srgbClr>
                  </a:solidFill>
                  <a:latin typeface="Segoe UI Light"/>
                  <a:cs typeface="Arial" charset="0"/>
                </a:rPr>
                <a:t> </a:t>
              </a:r>
              <a:r>
                <a:rPr lang="en-US" sz="4800" spc="-200" dirty="0" err="1">
                  <a:ln w="3175">
                    <a:noFill/>
                  </a:ln>
                  <a:solidFill>
                    <a:srgbClr val="000000">
                      <a:lumMod val="65000"/>
                      <a:lumOff val="35000"/>
                    </a:srgbClr>
                  </a:solidFill>
                  <a:latin typeface="Segoe UI Light"/>
                  <a:cs typeface="Arial" charset="0"/>
                </a:rPr>
                <a:t>bilhão</a:t>
              </a:r>
              <a:endParaRPr lang="en-US" sz="8799" spc="-200" dirty="0">
                <a:ln w="3175">
                  <a:noFill/>
                </a:ln>
                <a:solidFill>
                  <a:srgbClr val="000000">
                    <a:lumMod val="65000"/>
                    <a:lumOff val="35000"/>
                  </a:srgbClr>
                </a:solidFill>
                <a:latin typeface="Segoe UI Light"/>
                <a:cs typeface="Arial" charset="0"/>
              </a:endParaRPr>
            </a:p>
          </p:txBody>
        </p:sp>
        <p:grpSp>
          <p:nvGrpSpPr>
            <p:cNvPr id="9" name="Group 8"/>
            <p:cNvGrpSpPr/>
            <p:nvPr/>
          </p:nvGrpSpPr>
          <p:grpSpPr>
            <a:xfrm>
              <a:off x="488824" y="2113978"/>
              <a:ext cx="3534758" cy="1500589"/>
              <a:chOff x="366713" y="1585482"/>
              <a:chExt cx="2651760" cy="1125442"/>
            </a:xfrm>
          </p:grpSpPr>
          <p:sp>
            <p:nvSpPr>
              <p:cNvPr id="42" name="Rectangle 41"/>
              <p:cNvSpPr/>
              <p:nvPr/>
            </p:nvSpPr>
            <p:spPr>
              <a:xfrm>
                <a:off x="366713" y="1585482"/>
                <a:ext cx="2651760" cy="1125442"/>
              </a:xfrm>
              <a:prstGeom prst="rect">
                <a:avLst/>
              </a:prstGeom>
              <a:solidFill>
                <a:schemeClr val="bg1">
                  <a:lumMod val="95000"/>
                </a:schemeClr>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defTabSz="1218814"/>
                <a:endParaRPr lang="en-US">
                  <a:solidFill>
                    <a:prstClr val="white"/>
                  </a:solidFill>
                </a:endParaRPr>
              </a:p>
            </p:txBody>
          </p:sp>
          <p:pic>
            <p:nvPicPr>
              <p:cNvPr id="41" name="Picture 3"/>
              <p:cNvPicPr>
                <a:picLocks noChangeAspect="1" noChangeArrowheads="1"/>
              </p:cNvPicPr>
              <p:nvPr/>
            </p:nvPicPr>
            <p:blipFill rotWithShape="1">
              <a:blip r:embed="rId3" cstate="email">
                <a:extLst>
                  <a:ext uri="{28A0092B-C50C-407E-A947-70E740481C1C}">
                    <a14:useLocalDpi xmlns:a14="http://schemas.microsoft.com/office/drawing/2010/main" val="0"/>
                  </a:ext>
                </a:extLst>
              </a:blip>
              <a:stretch/>
            </p:blipFill>
            <p:spPr bwMode="auto">
              <a:xfrm>
                <a:off x="1951451" y="1851117"/>
                <a:ext cx="1005840" cy="6479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 name="Picture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3546" y="1871449"/>
                <a:ext cx="365760" cy="578940"/>
              </a:xfrm>
              <a:prstGeom prst="rect">
                <a:avLst/>
              </a:prstGeom>
            </p:spPr>
          </p:pic>
          <p:grpSp>
            <p:nvGrpSpPr>
              <p:cNvPr id="8" name="Group 7"/>
              <p:cNvGrpSpPr/>
              <p:nvPr/>
            </p:nvGrpSpPr>
            <p:grpSpPr>
              <a:xfrm>
                <a:off x="945833" y="1787841"/>
                <a:ext cx="1234440" cy="720726"/>
                <a:chOff x="1010608" y="1787841"/>
                <a:chExt cx="1234440" cy="720726"/>
              </a:xfrm>
            </p:grpSpPr>
            <p:pic>
              <p:nvPicPr>
                <p:cNvPr id="52" name="Picture 51"/>
                <p:cNvPicPr>
                  <a:picLocks noChangeAspect="1"/>
                </p:cNvPicPr>
                <p:nvPr/>
              </p:nvPicPr>
              <p:blipFill rotWithShape="1">
                <a:blip r:embed="rId5" cstate="print">
                  <a:extLst>
                    <a:ext uri="{28A0092B-C50C-407E-A947-70E740481C1C}">
                      <a14:useLocalDpi xmlns:a14="http://schemas.microsoft.com/office/drawing/2010/main" val="0"/>
                    </a:ext>
                  </a:extLst>
                </a:blip>
                <a:srcRect t="7638" b="12231"/>
                <a:stretch/>
              </p:blipFill>
              <p:spPr>
                <a:xfrm>
                  <a:off x="1010608" y="1787841"/>
                  <a:ext cx="1234440" cy="720726"/>
                </a:xfrm>
                <a:prstGeom prst="rect">
                  <a:avLst/>
                </a:prstGeom>
                <a:noFill/>
                <a:ln>
                  <a:noFill/>
                </a:ln>
              </p:spPr>
            </p:pic>
            <p:pic>
              <p:nvPicPr>
                <p:cNvPr id="54" name="Picture 2"/>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2" b="1954"/>
                <a:stretch/>
              </p:blipFill>
              <p:spPr bwMode="auto">
                <a:xfrm>
                  <a:off x="1215923" y="1843900"/>
                  <a:ext cx="822960" cy="457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3" name="Rectangle 2"/>
            <p:cNvSpPr/>
            <p:nvPr/>
          </p:nvSpPr>
          <p:spPr>
            <a:xfrm>
              <a:off x="478066" y="4650589"/>
              <a:ext cx="3237787" cy="1354217"/>
            </a:xfrm>
            <a:prstGeom prst="rect">
              <a:avLst/>
            </a:prstGeom>
          </p:spPr>
          <p:txBody>
            <a:bodyPr wrap="square" lIns="182856" tIns="0" bIns="0">
              <a:spAutoFit/>
            </a:bodyPr>
            <a:lstStyle/>
            <a:p>
              <a:pPr defTabSz="1949444" fontAlgn="base">
                <a:spcBef>
                  <a:spcPct val="0"/>
                </a:spcBef>
                <a:spcAft>
                  <a:spcPct val="0"/>
                </a:spcAft>
              </a:pPr>
              <a:r>
                <a:rPr lang="en-US" sz="2200" dirty="0">
                  <a:solidFill>
                    <a:prstClr val="black">
                      <a:lumMod val="65000"/>
                      <a:lumOff val="35000"/>
                    </a:prstClr>
                  </a:solidFill>
                  <a:latin typeface="Segoe UI Light"/>
                </a:rPr>
                <a:t>de</a:t>
              </a:r>
              <a:r>
                <a:rPr lang="en-US" sz="2200" dirty="0">
                  <a:solidFill>
                    <a:prstClr val="black">
                      <a:lumMod val="65000"/>
                      <a:lumOff val="35000"/>
                    </a:prstClr>
                  </a:solidFill>
                  <a:latin typeface="Segoe UI Semibold" pitchFamily="34" charset="0"/>
                  <a:cs typeface="Segoe UI Semibold" pitchFamily="34" charset="0"/>
                </a:rPr>
                <a:t> smartphones</a:t>
              </a:r>
              <a:r>
                <a:rPr lang="en-US" sz="2200" dirty="0">
                  <a:solidFill>
                    <a:prstClr val="black">
                      <a:lumMod val="65000"/>
                      <a:lumOff val="35000"/>
                    </a:prstClr>
                  </a:solidFill>
                  <a:latin typeface="Segoe UI Semibold" pitchFamily="34" charset="0"/>
                </a:rPr>
                <a:t> </a:t>
              </a:r>
              <a:r>
                <a:rPr lang="pt-BR" sz="2200" dirty="0">
                  <a:solidFill>
                    <a:prstClr val="black">
                      <a:lumMod val="65000"/>
                      <a:lumOff val="35000"/>
                    </a:prstClr>
                  </a:solidFill>
                  <a:latin typeface="Segoe UI Light"/>
                </a:rPr>
                <a:t>até 2016, 350 milhões de pessoas usando-os no trabalho</a:t>
              </a:r>
              <a:endParaRPr lang="en-US" sz="2200" dirty="0">
                <a:solidFill>
                  <a:prstClr val="black">
                    <a:lumMod val="65000"/>
                    <a:lumOff val="35000"/>
                  </a:prstClr>
                </a:solidFill>
                <a:latin typeface="Segoe UI Light"/>
                <a:ea typeface="Segoe UI" pitchFamily="34" charset="0"/>
                <a:cs typeface="Segoe UI" pitchFamily="34" charset="0"/>
              </a:endParaRPr>
            </a:p>
          </p:txBody>
        </p:sp>
      </p:grpSp>
      <p:grpSp>
        <p:nvGrpSpPr>
          <p:cNvPr id="7" name="Group 6"/>
          <p:cNvGrpSpPr/>
          <p:nvPr/>
        </p:nvGrpSpPr>
        <p:grpSpPr>
          <a:xfrm>
            <a:off x="4308386" y="2338518"/>
            <a:ext cx="3534416" cy="4149326"/>
            <a:chOff x="4172467" y="1516385"/>
            <a:chExt cx="3534876" cy="4149866"/>
          </a:xfrm>
        </p:grpSpPr>
        <p:pic>
          <p:nvPicPr>
            <p:cNvPr id="2052" name="Picture 4" descr="C:\Users\v-junyo\Documents\Jun_Mesh\Microsoft Files\DesignTools\Brand Photos\Windows 7\Commercial\COMMERCIAL\WIN12_Claudia_04.png"/>
            <p:cNvPicPr>
              <a:picLocks noChangeAspect="1" noChangeArrowheads="1"/>
            </p:cNvPicPr>
            <p:nvPr/>
          </p:nvPicPr>
          <p:blipFill rotWithShape="1">
            <a:blip r:embed="rId7">
              <a:extLst>
                <a:ext uri="{28A0092B-C50C-407E-A947-70E740481C1C}">
                  <a14:useLocalDpi xmlns:a14="http://schemas.microsoft.com/office/drawing/2010/main" val="0"/>
                </a:ext>
              </a:extLst>
            </a:blip>
            <a:srcRect/>
            <a:stretch/>
          </p:blipFill>
          <p:spPr bwMode="auto">
            <a:xfrm>
              <a:off x="4172467" y="2113980"/>
              <a:ext cx="3534757" cy="1500589"/>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p:cNvSpPr/>
            <p:nvPr/>
          </p:nvSpPr>
          <p:spPr>
            <a:xfrm>
              <a:off x="4172584" y="1516385"/>
              <a:ext cx="2774610" cy="553998"/>
            </a:xfrm>
            <a:prstGeom prst="rect">
              <a:avLst/>
            </a:prstGeom>
          </p:spPr>
          <p:txBody>
            <a:bodyPr wrap="square" lIns="0" tIns="0" rIns="0" bIns="0">
              <a:spAutoFit/>
            </a:bodyPr>
            <a:lstStyle/>
            <a:p>
              <a:pPr defTabSz="1218814"/>
              <a:r>
                <a:rPr lang="en-US" sz="3600" dirty="0" err="1">
                  <a:solidFill>
                    <a:srgbClr val="EB3C00">
                      <a:alpha val="99000"/>
                    </a:srgbClr>
                  </a:solidFill>
                  <a:latin typeface="Segoe UI Light"/>
                </a:rPr>
                <a:t>Pessoas</a:t>
              </a:r>
              <a:endParaRPr lang="en-US" sz="3600" dirty="0">
                <a:solidFill>
                  <a:srgbClr val="EB3C00">
                    <a:alpha val="99000"/>
                  </a:srgbClr>
                </a:solidFill>
                <a:latin typeface="Segoe UI Light"/>
              </a:endParaRPr>
            </a:p>
          </p:txBody>
        </p:sp>
        <p:sp>
          <p:nvSpPr>
            <p:cNvPr id="29" name="Rectangle 28"/>
            <p:cNvSpPr/>
            <p:nvPr/>
          </p:nvSpPr>
          <p:spPr>
            <a:xfrm>
              <a:off x="4172467" y="3706190"/>
              <a:ext cx="3534757" cy="1015663"/>
            </a:xfrm>
            <a:prstGeom prst="rect">
              <a:avLst/>
            </a:prstGeom>
          </p:spPr>
          <p:txBody>
            <a:bodyPr wrap="square" lIns="182856" tIns="0" rIns="0" bIns="0">
              <a:spAutoFit/>
            </a:bodyPr>
            <a:lstStyle/>
            <a:p>
              <a:pPr defTabSz="1949444" fontAlgn="base">
                <a:spcBef>
                  <a:spcPct val="0"/>
                </a:spcBef>
                <a:spcAft>
                  <a:spcPct val="0"/>
                </a:spcAft>
              </a:pPr>
              <a:r>
                <a:rPr lang="en-US" sz="6599" b="1" spc="-200" dirty="0">
                  <a:ln w="3175">
                    <a:noFill/>
                  </a:ln>
                  <a:solidFill>
                    <a:srgbClr val="000000">
                      <a:lumMod val="65000"/>
                      <a:lumOff val="35000"/>
                    </a:srgbClr>
                  </a:solidFill>
                  <a:latin typeface="Segoe UI Light"/>
                  <a:cs typeface="Arial" charset="0"/>
                </a:rPr>
                <a:t>82</a:t>
              </a:r>
              <a:r>
                <a:rPr lang="en-US" sz="4800" spc="-200" dirty="0">
                  <a:ln w="3175">
                    <a:noFill/>
                  </a:ln>
                  <a:solidFill>
                    <a:srgbClr val="000000">
                      <a:lumMod val="65000"/>
                      <a:lumOff val="35000"/>
                    </a:srgbClr>
                  </a:solidFill>
                  <a:latin typeface="Segoe UI Light"/>
                  <a:cs typeface="Arial" charset="0"/>
                </a:rPr>
                <a:t>% </a:t>
              </a:r>
              <a:endParaRPr lang="en-US" sz="6599" spc="800" dirty="0">
                <a:ln w="3175">
                  <a:noFill/>
                </a:ln>
                <a:solidFill>
                  <a:srgbClr val="000000">
                    <a:lumMod val="65000"/>
                    <a:lumOff val="35000"/>
                  </a:srgbClr>
                </a:solidFill>
                <a:latin typeface="Segoe UI Light"/>
                <a:cs typeface="Arial" charset="0"/>
              </a:endParaRPr>
            </a:p>
          </p:txBody>
        </p:sp>
        <p:sp>
          <p:nvSpPr>
            <p:cNvPr id="6" name="Rectangle 5"/>
            <p:cNvSpPr/>
            <p:nvPr/>
          </p:nvSpPr>
          <p:spPr>
            <a:xfrm>
              <a:off x="4192924" y="4650588"/>
              <a:ext cx="3514419" cy="1015663"/>
            </a:xfrm>
            <a:prstGeom prst="rect">
              <a:avLst/>
            </a:prstGeom>
          </p:spPr>
          <p:txBody>
            <a:bodyPr wrap="square" lIns="182856" tIns="0" rIns="0" bIns="0">
              <a:spAutoFit/>
            </a:bodyPr>
            <a:lstStyle/>
            <a:p>
              <a:pPr defTabSz="1949444" fontAlgn="base">
                <a:spcBef>
                  <a:spcPct val="0"/>
                </a:spcBef>
                <a:spcAft>
                  <a:spcPct val="0"/>
                </a:spcAft>
              </a:pPr>
              <a:r>
                <a:rPr lang="pt-BR" sz="2200" dirty="0">
                  <a:solidFill>
                    <a:prstClr val="black">
                      <a:lumMod val="65000"/>
                      <a:lumOff val="35000"/>
                    </a:prstClr>
                  </a:solidFill>
                  <a:latin typeface="Segoe UI Light"/>
                  <a:ea typeface="Segoe UI" pitchFamily="34" charset="0"/>
                  <a:cs typeface="Segoe UI" pitchFamily="34" charset="0"/>
                </a:rPr>
                <a:t>da população online do mundo usando </a:t>
              </a:r>
              <a:r>
                <a:rPr lang="en-US" sz="2200" dirty="0" err="1">
                  <a:solidFill>
                    <a:prstClr val="black">
                      <a:lumMod val="65000"/>
                      <a:lumOff val="35000"/>
                    </a:prstClr>
                  </a:solidFill>
                  <a:latin typeface="Segoe UI Semibold" pitchFamily="34" charset="0"/>
                  <a:cs typeface="Segoe UI Semibold" pitchFamily="34" charset="0"/>
                </a:rPr>
                <a:t>redes</a:t>
              </a:r>
              <a:r>
                <a:rPr lang="en-US" sz="2200" dirty="0">
                  <a:solidFill>
                    <a:prstClr val="black">
                      <a:lumMod val="65000"/>
                      <a:lumOff val="35000"/>
                    </a:prstClr>
                  </a:solidFill>
                  <a:latin typeface="Segoe UI Semibold" pitchFamily="34" charset="0"/>
                  <a:cs typeface="Segoe UI Semibold" pitchFamily="34" charset="0"/>
                </a:rPr>
                <a:t> </a:t>
              </a:r>
              <a:r>
                <a:rPr lang="en-US" sz="2200" dirty="0" err="1">
                  <a:solidFill>
                    <a:prstClr val="black">
                      <a:lumMod val="65000"/>
                      <a:lumOff val="35000"/>
                    </a:prstClr>
                  </a:solidFill>
                  <a:latin typeface="Segoe UI Semibold" pitchFamily="34" charset="0"/>
                  <a:cs typeface="Segoe UI Semibold" pitchFamily="34" charset="0"/>
                </a:rPr>
                <a:t>sociais</a:t>
              </a:r>
              <a:endParaRPr lang="en-US" sz="2200" dirty="0">
                <a:solidFill>
                  <a:prstClr val="black">
                    <a:lumMod val="65000"/>
                    <a:lumOff val="35000"/>
                  </a:prstClr>
                </a:solidFill>
                <a:latin typeface="Segoe UI Semibold" pitchFamily="34" charset="0"/>
                <a:cs typeface="Segoe UI Semibold" pitchFamily="34" charset="0"/>
              </a:endParaRPr>
            </a:p>
          </p:txBody>
        </p:sp>
      </p:grpSp>
      <p:grpSp>
        <p:nvGrpSpPr>
          <p:cNvPr id="2" name="Group 1"/>
          <p:cNvGrpSpPr/>
          <p:nvPr/>
        </p:nvGrpSpPr>
        <p:grpSpPr>
          <a:xfrm>
            <a:off x="7991672" y="2338523"/>
            <a:ext cx="3534299" cy="4179013"/>
            <a:chOff x="7992708" y="1516385"/>
            <a:chExt cx="3534759" cy="4179557"/>
          </a:xfrm>
        </p:grpSpPr>
        <p:pic>
          <p:nvPicPr>
            <p:cNvPr id="25" name="Picture 2" descr="\\sfp\Public\Mitchell\iStock_000008114474Medium.jpg"/>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p:blipFill>
          <p:spPr bwMode="auto">
            <a:xfrm>
              <a:off x="7992708" y="2113979"/>
              <a:ext cx="3534759" cy="1500587"/>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p:cNvGrpSpPr/>
            <p:nvPr/>
          </p:nvGrpSpPr>
          <p:grpSpPr>
            <a:xfrm>
              <a:off x="7992708" y="1516385"/>
              <a:ext cx="3225625" cy="4179557"/>
              <a:chOff x="7856228" y="1516385"/>
              <a:chExt cx="3225625" cy="4179557"/>
            </a:xfrm>
          </p:grpSpPr>
          <p:sp>
            <p:nvSpPr>
              <p:cNvPr id="23" name="Rectangle 22"/>
              <p:cNvSpPr/>
              <p:nvPr/>
            </p:nvSpPr>
            <p:spPr>
              <a:xfrm>
                <a:off x="7856228" y="1516385"/>
                <a:ext cx="2559653" cy="553998"/>
              </a:xfrm>
              <a:prstGeom prst="rect">
                <a:avLst/>
              </a:prstGeom>
            </p:spPr>
            <p:txBody>
              <a:bodyPr wrap="square" lIns="0" tIns="0" rIns="0" bIns="0">
                <a:spAutoFit/>
              </a:bodyPr>
              <a:lstStyle/>
              <a:p>
                <a:pPr defTabSz="1218814"/>
                <a:r>
                  <a:rPr lang="en-US" sz="3600" dirty="0" err="1">
                    <a:solidFill>
                      <a:srgbClr val="EB3C00">
                        <a:alpha val="99000"/>
                      </a:srgbClr>
                    </a:solidFill>
                    <a:latin typeface="Segoe UI Light"/>
                  </a:rPr>
                  <a:t>Nuvem</a:t>
                </a:r>
                <a:endParaRPr lang="en-US" sz="3600" dirty="0">
                  <a:solidFill>
                    <a:srgbClr val="EB3C00">
                      <a:alpha val="99000"/>
                    </a:srgbClr>
                  </a:solidFill>
                  <a:latin typeface="Segoe UI Light"/>
                </a:endParaRPr>
              </a:p>
            </p:txBody>
          </p:sp>
          <p:sp>
            <p:nvSpPr>
              <p:cNvPr id="32" name="Rectangle 31"/>
              <p:cNvSpPr/>
              <p:nvPr/>
            </p:nvSpPr>
            <p:spPr>
              <a:xfrm>
                <a:off x="7920417" y="3706190"/>
                <a:ext cx="2388241" cy="1015663"/>
              </a:xfrm>
              <a:prstGeom prst="rect">
                <a:avLst/>
              </a:prstGeom>
            </p:spPr>
            <p:txBody>
              <a:bodyPr wrap="square" lIns="182856" tIns="0" rIns="0" bIns="0">
                <a:spAutoFit/>
              </a:bodyPr>
              <a:lstStyle/>
              <a:p>
                <a:pPr defTabSz="1949444" fontAlgn="base">
                  <a:spcBef>
                    <a:spcPct val="0"/>
                  </a:spcBef>
                  <a:spcAft>
                    <a:spcPct val="0"/>
                  </a:spcAft>
                </a:pPr>
                <a:r>
                  <a:rPr lang="en-US" sz="6599" b="1" spc="-200" dirty="0">
                    <a:ln w="3175">
                      <a:noFill/>
                    </a:ln>
                    <a:solidFill>
                      <a:srgbClr val="000000">
                        <a:lumMod val="65000"/>
                        <a:lumOff val="35000"/>
                      </a:srgbClr>
                    </a:solidFill>
                    <a:latin typeface="Segoe UI Light"/>
                    <a:cs typeface="Arial" charset="0"/>
                  </a:rPr>
                  <a:t>50</a:t>
                </a:r>
                <a:r>
                  <a:rPr lang="en-US" sz="4800" spc="-200" dirty="0">
                    <a:ln w="3175">
                      <a:noFill/>
                    </a:ln>
                    <a:solidFill>
                      <a:srgbClr val="000000">
                        <a:lumMod val="65000"/>
                        <a:lumOff val="35000"/>
                      </a:srgbClr>
                    </a:solidFill>
                    <a:latin typeface="Segoe UI Light"/>
                    <a:cs typeface="Arial" charset="0"/>
                  </a:rPr>
                  <a:t>%</a:t>
                </a:r>
                <a:endParaRPr lang="en-US" sz="5399" spc="-400" dirty="0">
                  <a:ln w="3175">
                    <a:noFill/>
                  </a:ln>
                  <a:solidFill>
                    <a:srgbClr val="000000">
                      <a:lumMod val="65000"/>
                      <a:lumOff val="35000"/>
                    </a:srgbClr>
                  </a:solidFill>
                  <a:latin typeface="Segoe UI Light"/>
                  <a:cs typeface="Arial" charset="0"/>
                </a:endParaRPr>
              </a:p>
            </p:txBody>
          </p:sp>
          <p:sp>
            <p:nvSpPr>
              <p:cNvPr id="14" name="Rectangle 13"/>
              <p:cNvSpPr/>
              <p:nvPr/>
            </p:nvSpPr>
            <p:spPr>
              <a:xfrm>
                <a:off x="7941359" y="4680279"/>
                <a:ext cx="3140494" cy="1015663"/>
              </a:xfrm>
              <a:prstGeom prst="rect">
                <a:avLst/>
              </a:prstGeom>
            </p:spPr>
            <p:txBody>
              <a:bodyPr wrap="square" lIns="182856" tIns="0" rIns="0" bIns="0">
                <a:spAutoFit/>
              </a:bodyPr>
              <a:lstStyle/>
              <a:p>
                <a:pPr defTabSz="1949444" fontAlgn="base">
                  <a:spcBef>
                    <a:spcPct val="0"/>
                  </a:spcBef>
                  <a:spcAft>
                    <a:spcPct val="0"/>
                  </a:spcAft>
                </a:pPr>
                <a:r>
                  <a:rPr lang="en-US" sz="2200" dirty="0">
                    <a:solidFill>
                      <a:prstClr val="black">
                        <a:lumMod val="65000"/>
                        <a:lumOff val="35000"/>
                      </a:prstClr>
                    </a:solidFill>
                    <a:latin typeface="Segoe UI Light"/>
                    <a:ea typeface="Segoe UI" pitchFamily="34" charset="0"/>
                    <a:cs typeface="Segoe UI" pitchFamily="34" charset="0"/>
                  </a:rPr>
                  <a:t>de </a:t>
                </a:r>
                <a:r>
                  <a:rPr lang="en-US" sz="2200" dirty="0" err="1">
                    <a:solidFill>
                      <a:prstClr val="black">
                        <a:lumMod val="65000"/>
                        <a:lumOff val="35000"/>
                      </a:prstClr>
                    </a:solidFill>
                    <a:latin typeface="Segoe UI Light"/>
                    <a:ea typeface="Segoe UI" pitchFamily="34" charset="0"/>
                    <a:cs typeface="Segoe UI" pitchFamily="34" charset="0"/>
                  </a:rPr>
                  <a:t>clientes</a:t>
                </a:r>
                <a:r>
                  <a:rPr lang="en-US" sz="2200" dirty="0">
                    <a:solidFill>
                      <a:prstClr val="black">
                        <a:lumMod val="65000"/>
                        <a:lumOff val="35000"/>
                      </a:prstClr>
                    </a:solidFill>
                    <a:latin typeface="Segoe UI Light"/>
                    <a:ea typeface="Segoe UI" pitchFamily="34" charset="0"/>
                    <a:cs typeface="Segoe UI" pitchFamily="34" charset="0"/>
                  </a:rPr>
                  <a:t> </a:t>
                </a:r>
                <a:r>
                  <a:rPr lang="en-US" sz="2200" dirty="0" err="1">
                    <a:solidFill>
                      <a:prstClr val="black">
                        <a:lumMod val="65000"/>
                        <a:lumOff val="35000"/>
                      </a:prstClr>
                    </a:solidFill>
                    <a:latin typeface="Segoe UI Light"/>
                    <a:ea typeface="Segoe UI" pitchFamily="34" charset="0"/>
                    <a:cs typeface="Segoe UI" pitchFamily="34" charset="0"/>
                  </a:rPr>
                  <a:t>corporativos</a:t>
                </a:r>
                <a:r>
                  <a:rPr lang="en-US" sz="2200" dirty="0">
                    <a:solidFill>
                      <a:prstClr val="black">
                        <a:lumMod val="65000"/>
                        <a:lumOff val="35000"/>
                      </a:prstClr>
                    </a:solidFill>
                    <a:latin typeface="Segoe UI Light"/>
                    <a:ea typeface="Segoe UI" pitchFamily="34" charset="0"/>
                    <a:cs typeface="Segoe UI" pitchFamily="34" charset="0"/>
                  </a:rPr>
                  <a:t> </a:t>
                </a:r>
                <a:r>
                  <a:rPr lang="en-US" sz="2200" dirty="0" err="1">
                    <a:solidFill>
                      <a:prstClr val="black">
                        <a:lumMod val="65000"/>
                        <a:lumOff val="35000"/>
                      </a:prstClr>
                    </a:solidFill>
                    <a:latin typeface="Segoe UI Light"/>
                    <a:ea typeface="Segoe UI" pitchFamily="34" charset="0"/>
                    <a:cs typeface="Segoe UI" pitchFamily="34" charset="0"/>
                  </a:rPr>
                  <a:t>estão</a:t>
                </a:r>
                <a:r>
                  <a:rPr lang="en-US" sz="2200" dirty="0">
                    <a:solidFill>
                      <a:prstClr val="black">
                        <a:lumMod val="65000"/>
                        <a:lumOff val="35000"/>
                      </a:prstClr>
                    </a:solidFill>
                    <a:latin typeface="Segoe UI Light"/>
                    <a:ea typeface="Segoe UI" pitchFamily="34" charset="0"/>
                    <a:cs typeface="Segoe UI" pitchFamily="34" charset="0"/>
                  </a:rPr>
                  <a:t> </a:t>
                </a:r>
                <a:r>
                  <a:rPr lang="en-US" sz="2200" b="1" dirty="0">
                    <a:solidFill>
                      <a:prstClr val="black">
                        <a:lumMod val="65000"/>
                        <a:lumOff val="35000"/>
                      </a:prstClr>
                    </a:solidFill>
                    <a:latin typeface="Segoe UI Light"/>
                    <a:ea typeface="Segoe UI" pitchFamily="34" charset="0"/>
                    <a:cs typeface="Segoe UI" pitchFamily="34" charset="0"/>
                  </a:rPr>
                  <a:t>“n</a:t>
                </a:r>
                <a:r>
                  <a:rPr lang="en-US" sz="2200" dirty="0">
                    <a:solidFill>
                      <a:prstClr val="black">
                        <a:lumMod val="65000"/>
                        <a:lumOff val="35000"/>
                      </a:prstClr>
                    </a:solidFill>
                    <a:latin typeface="Segoe UI Semibold" pitchFamily="34" charset="0"/>
                    <a:ea typeface="Segoe UI" pitchFamily="34" charset="0"/>
                    <a:cs typeface="Segoe UI Semibold" pitchFamily="34" charset="0"/>
                  </a:rPr>
                  <a:t>o </a:t>
                </a:r>
                <a:r>
                  <a:rPr lang="en-US" sz="2200" dirty="0" err="1">
                    <a:solidFill>
                      <a:prstClr val="black">
                        <a:lumMod val="65000"/>
                        <a:lumOff val="35000"/>
                      </a:prstClr>
                    </a:solidFill>
                    <a:latin typeface="Segoe UI Semibold" pitchFamily="34" charset="0"/>
                    <a:ea typeface="Segoe UI" pitchFamily="34" charset="0"/>
                    <a:cs typeface="Segoe UI Semibold" pitchFamily="34" charset="0"/>
                  </a:rPr>
                  <a:t>caminho</a:t>
                </a:r>
                <a:r>
                  <a:rPr lang="en-US" sz="2200" b="1" dirty="0">
                    <a:solidFill>
                      <a:prstClr val="black">
                        <a:lumMod val="65000"/>
                        <a:lumOff val="35000"/>
                      </a:prstClr>
                    </a:solidFill>
                    <a:latin typeface="Segoe UI Light"/>
                    <a:ea typeface="Segoe UI" pitchFamily="34" charset="0"/>
                    <a:cs typeface="Segoe UI" pitchFamily="34" charset="0"/>
                  </a:rPr>
                  <a:t>” </a:t>
                </a:r>
                <a:r>
                  <a:rPr lang="en-US" sz="2200" dirty="0">
                    <a:solidFill>
                      <a:prstClr val="black">
                        <a:lumMod val="65000"/>
                        <a:lumOff val="35000"/>
                      </a:prstClr>
                    </a:solidFill>
                    <a:latin typeface="Segoe UI Light"/>
                    <a:ea typeface="Segoe UI" pitchFamily="34" charset="0"/>
                    <a:cs typeface="Segoe UI" pitchFamily="34" charset="0"/>
                  </a:rPr>
                  <a:t>para a </a:t>
                </a:r>
                <a:r>
                  <a:rPr lang="en-US" sz="2200" dirty="0" err="1">
                    <a:solidFill>
                      <a:prstClr val="black">
                        <a:lumMod val="65000"/>
                        <a:lumOff val="35000"/>
                      </a:prstClr>
                    </a:solidFill>
                    <a:latin typeface="Segoe UI Light"/>
                    <a:ea typeface="Segoe UI" pitchFamily="34" charset="0"/>
                    <a:cs typeface="Segoe UI" pitchFamily="34" charset="0"/>
                  </a:rPr>
                  <a:t>nuvem</a:t>
                </a:r>
                <a:endParaRPr lang="en-US" sz="2200" dirty="0">
                  <a:solidFill>
                    <a:prstClr val="black">
                      <a:lumMod val="65000"/>
                      <a:lumOff val="35000"/>
                    </a:prstClr>
                  </a:solidFill>
                  <a:latin typeface="Segoe UI Light"/>
                  <a:ea typeface="Segoe UI" pitchFamily="34" charset="0"/>
                  <a:cs typeface="Segoe UI" pitchFamily="34" charset="0"/>
                </a:endParaRPr>
              </a:p>
            </p:txBody>
          </p:sp>
        </p:grpSp>
      </p:grpSp>
      <p:sp>
        <p:nvSpPr>
          <p:cNvPr id="10" name="Title 9"/>
          <p:cNvSpPr>
            <a:spLocks noGrp="1"/>
          </p:cNvSpPr>
          <p:nvPr>
            <p:ph type="title"/>
          </p:nvPr>
        </p:nvSpPr>
        <p:spPr/>
        <p:txBody>
          <a:bodyPr/>
          <a:lstStyle/>
          <a:p>
            <a:r>
              <a:rPr lang="pt-BR" dirty="0"/>
              <a:t>Tendências que impactam a nossa forma de trabalhar</a:t>
            </a:r>
            <a:endParaRPr lang="en-US" dirty="0"/>
          </a:p>
        </p:txBody>
      </p:sp>
    </p:spTree>
    <p:extLst>
      <p:ext uri="{BB962C8B-B14F-4D97-AF65-F5344CB8AC3E}">
        <p14:creationId xmlns:p14="http://schemas.microsoft.com/office/powerpoint/2010/main" val="2775270451"/>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1+#ppt_w/2"/>
                                          </p:val>
                                        </p:tav>
                                        <p:tav tm="100000">
                                          <p:val>
                                            <p:strVal val="#ppt_x"/>
                                          </p:val>
                                        </p:tav>
                                      </p:tavLst>
                                    </p:anim>
                                    <p:anim calcmode="lin" valueType="num">
                                      <p:cBhvr additive="base">
                                        <p:cTn id="8" dur="75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2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1+#ppt_w/2"/>
                                          </p:val>
                                        </p:tav>
                                        <p:tav tm="100000">
                                          <p:val>
                                            <p:strVal val="#ppt_x"/>
                                          </p:val>
                                        </p:tav>
                                      </p:tavLst>
                                    </p:anim>
                                    <p:anim calcmode="lin" valueType="num">
                                      <p:cBhvr additive="base">
                                        <p:cTn id="12" dur="75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25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750" fill="hold"/>
                                        <p:tgtEl>
                                          <p:spTgt spid="2"/>
                                        </p:tgtEl>
                                        <p:attrNameLst>
                                          <p:attrName>ppt_x</p:attrName>
                                        </p:attrNameLst>
                                      </p:cBhvr>
                                      <p:tavLst>
                                        <p:tav tm="0">
                                          <p:val>
                                            <p:strVal val="1+#ppt_w/2"/>
                                          </p:val>
                                        </p:tav>
                                        <p:tav tm="100000">
                                          <p:val>
                                            <p:strVal val="#ppt_x"/>
                                          </p:val>
                                        </p:tav>
                                      </p:tavLst>
                                    </p:anim>
                                    <p:anim calcmode="lin" valueType="num">
                                      <p:cBhvr additive="base">
                                        <p:cTn id="16" dur="75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Visão</a:t>
            </a:r>
            <a:r>
              <a:rPr lang="en-US" dirty="0" smtClean="0"/>
              <a:t> de </a:t>
            </a:r>
            <a:r>
              <a:rPr lang="en-US" dirty="0" err="1" smtClean="0"/>
              <a:t>produtividade</a:t>
            </a:r>
            <a:r>
              <a:rPr lang="en-US" dirty="0" smtClean="0"/>
              <a:t> da Microsoft</a:t>
            </a:r>
            <a:endParaRPr lang="en-US" dirty="0"/>
          </a:p>
        </p:txBody>
      </p:sp>
      <p:grpSp>
        <p:nvGrpSpPr>
          <p:cNvPr id="22" name="Group 21"/>
          <p:cNvGrpSpPr/>
          <p:nvPr/>
        </p:nvGrpSpPr>
        <p:grpSpPr>
          <a:xfrm>
            <a:off x="6684486" y="2122576"/>
            <a:ext cx="5317265" cy="2262843"/>
            <a:chOff x="6796866" y="2040639"/>
            <a:chExt cx="5317958" cy="2263138"/>
          </a:xfrm>
        </p:grpSpPr>
        <p:grpSp>
          <p:nvGrpSpPr>
            <p:cNvPr id="16" name="Group 15"/>
            <p:cNvGrpSpPr/>
            <p:nvPr/>
          </p:nvGrpSpPr>
          <p:grpSpPr>
            <a:xfrm>
              <a:off x="7312531" y="2040639"/>
              <a:ext cx="3991913" cy="1242355"/>
              <a:chOff x="7279078" y="2040639"/>
              <a:chExt cx="3991913" cy="1242355"/>
            </a:xfrm>
          </p:grpSpPr>
          <p:grpSp>
            <p:nvGrpSpPr>
              <p:cNvPr id="20" name="Group 19"/>
              <p:cNvGrpSpPr/>
              <p:nvPr/>
            </p:nvGrpSpPr>
            <p:grpSpPr>
              <a:xfrm>
                <a:off x="9759295" y="2151525"/>
                <a:ext cx="1511696" cy="1004053"/>
                <a:chOff x="9826233" y="2083180"/>
                <a:chExt cx="1249335" cy="829796"/>
              </a:xfrm>
            </p:grpSpPr>
            <p:sp>
              <p:nvSpPr>
                <p:cNvPr id="35" name="Rectangle 34"/>
                <p:cNvSpPr/>
                <p:nvPr/>
              </p:nvSpPr>
              <p:spPr>
                <a:xfrm>
                  <a:off x="9826233" y="2752729"/>
                  <a:ext cx="1249335" cy="160247"/>
                </a:xfrm>
                <a:prstGeom prst="rect">
                  <a:avLst/>
                </a:prstGeom>
                <a:noFill/>
              </p:spPr>
              <p:txBody>
                <a:bodyPr wrap="square" lIns="0" tIns="0" rIns="0" bIns="0">
                  <a:spAutoFit/>
                  <a:scene3d>
                    <a:camera prst="orthographicFront"/>
                    <a:lightRig rig="threePt" dir="t"/>
                  </a:scene3d>
                  <a:sp3d/>
                </a:bodyPr>
                <a:lstStyle/>
                <a:p>
                  <a:pPr algn="ctr" defTabSz="609432">
                    <a:lnSpc>
                      <a:spcPct val="90000"/>
                    </a:lnSpc>
                    <a:spcBef>
                      <a:spcPct val="0"/>
                    </a:spcBef>
                    <a:spcAft>
                      <a:spcPct val="35000"/>
                    </a:spcAft>
                    <a:defRPr/>
                  </a:pPr>
                  <a:r>
                    <a:rPr lang="en-US" sz="1400" b="1" spc="-20" dirty="0">
                      <a:solidFill>
                        <a:srgbClr val="EB3C00"/>
                      </a:solidFill>
                      <a:ea typeface="Segoe UI" pitchFamily="34" charset="0"/>
                      <a:cs typeface="Segoe UI" pitchFamily="34" charset="0"/>
                    </a:rPr>
                    <a:t>Online</a:t>
                  </a:r>
                </a:p>
              </p:txBody>
            </p:sp>
            <p:pic>
              <p:nvPicPr>
                <p:cNvPr id="56" name="Picture 4"/>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0006046" y="2083180"/>
                  <a:ext cx="982412" cy="588368"/>
                </a:xfrm>
                <a:prstGeom prst="rect">
                  <a:avLst/>
                </a:prstGeom>
                <a:noFill/>
              </p:spPr>
            </p:pic>
          </p:grpSp>
          <p:grpSp>
            <p:nvGrpSpPr>
              <p:cNvPr id="19" name="Group 18"/>
              <p:cNvGrpSpPr/>
              <p:nvPr/>
            </p:nvGrpSpPr>
            <p:grpSpPr>
              <a:xfrm>
                <a:off x="7279078" y="2040639"/>
                <a:ext cx="1511696" cy="1114939"/>
                <a:chOff x="7222195" y="1991539"/>
                <a:chExt cx="1249335" cy="921437"/>
              </a:xfrm>
            </p:grpSpPr>
            <p:sp>
              <p:nvSpPr>
                <p:cNvPr id="59" name="Rectangle 58"/>
                <p:cNvSpPr/>
                <p:nvPr/>
              </p:nvSpPr>
              <p:spPr>
                <a:xfrm>
                  <a:off x="7222195" y="2752729"/>
                  <a:ext cx="1249335" cy="160247"/>
                </a:xfrm>
                <a:prstGeom prst="rect">
                  <a:avLst/>
                </a:prstGeom>
                <a:noFill/>
              </p:spPr>
              <p:txBody>
                <a:bodyPr wrap="square" lIns="0" tIns="0" rIns="0" bIns="0">
                  <a:spAutoFit/>
                  <a:scene3d>
                    <a:camera prst="orthographicFront"/>
                    <a:lightRig rig="threePt" dir="t"/>
                  </a:scene3d>
                  <a:sp3d/>
                </a:bodyPr>
                <a:lstStyle/>
                <a:p>
                  <a:pPr algn="ctr" defTabSz="609432">
                    <a:lnSpc>
                      <a:spcPct val="90000"/>
                    </a:lnSpc>
                    <a:spcBef>
                      <a:spcPct val="0"/>
                    </a:spcBef>
                    <a:spcAft>
                      <a:spcPct val="35000"/>
                    </a:spcAft>
                    <a:defRPr/>
                  </a:pPr>
                  <a:r>
                    <a:rPr lang="en-US" sz="1400" b="1" spc="-20" dirty="0">
                      <a:solidFill>
                        <a:srgbClr val="EB3C00"/>
                      </a:solidFill>
                      <a:ea typeface="Segoe UI" pitchFamily="34" charset="0"/>
                      <a:cs typeface="Segoe UI" pitchFamily="34" charset="0"/>
                    </a:rPr>
                    <a:t>On Premises</a:t>
                  </a:r>
                </a:p>
              </p:txBody>
            </p:sp>
            <p:pic>
              <p:nvPicPr>
                <p:cNvPr id="60" name="Picture 5"/>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7430714" y="1991539"/>
                  <a:ext cx="815202" cy="682400"/>
                </a:xfrm>
                <a:prstGeom prst="rect">
                  <a:avLst/>
                </a:prstGeom>
                <a:noFill/>
              </p:spPr>
            </p:pic>
          </p:grpSp>
          <p:grpSp>
            <p:nvGrpSpPr>
              <p:cNvPr id="6" name="Group 5"/>
              <p:cNvGrpSpPr/>
              <p:nvPr/>
            </p:nvGrpSpPr>
            <p:grpSpPr>
              <a:xfrm>
                <a:off x="8688937" y="2126186"/>
                <a:ext cx="1162918" cy="1156808"/>
                <a:chOff x="8715545" y="2062240"/>
                <a:chExt cx="961090" cy="956040"/>
              </a:xfrm>
            </p:grpSpPr>
            <p:grpSp>
              <p:nvGrpSpPr>
                <p:cNvPr id="39" name="Group 38"/>
                <p:cNvGrpSpPr/>
                <p:nvPr/>
              </p:nvGrpSpPr>
              <p:grpSpPr>
                <a:xfrm>
                  <a:off x="8717495" y="2062240"/>
                  <a:ext cx="959140" cy="956040"/>
                  <a:chOff x="7574707" y="2444561"/>
                  <a:chExt cx="2484876" cy="2476841"/>
                </a:xfrm>
              </p:grpSpPr>
              <p:sp>
                <p:nvSpPr>
                  <p:cNvPr id="40" name="Circular Arrow 39"/>
                  <p:cNvSpPr/>
                  <p:nvPr/>
                </p:nvSpPr>
                <p:spPr bwMode="auto">
                  <a:xfrm rot="2744773">
                    <a:off x="7574707" y="2468623"/>
                    <a:ext cx="2452779" cy="2452779"/>
                  </a:xfrm>
                  <a:prstGeom prst="circularArrow">
                    <a:avLst/>
                  </a:prstGeom>
                  <a:gradFill>
                    <a:gsLst>
                      <a:gs pos="0">
                        <a:schemeClr val="bg1">
                          <a:lumMod val="75000"/>
                          <a:alpha val="0"/>
                        </a:schemeClr>
                      </a:gs>
                      <a:gs pos="88000">
                        <a:schemeClr val="accent1"/>
                      </a:gs>
                    </a:gsLst>
                    <a:lin ang="210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24" tIns="45712" rIns="91424" bIns="45712" numCol="1" rtlCol="0" anchor="ctr" anchorCtr="0" compatLnSpc="1">
                    <a:prstTxWarp prst="textNoShape">
                      <a:avLst/>
                    </a:prstTxWarp>
                  </a:bodyPr>
                  <a:lstStyle/>
                  <a:p>
                    <a:pPr algn="ctr" defTabSz="91400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43" name="Circular Arrow 42"/>
                  <p:cNvSpPr/>
                  <p:nvPr/>
                </p:nvSpPr>
                <p:spPr bwMode="auto">
                  <a:xfrm rot="14535608">
                    <a:off x="7606804" y="2444562"/>
                    <a:ext cx="2452779" cy="2452778"/>
                  </a:xfrm>
                  <a:prstGeom prst="circularArrow">
                    <a:avLst>
                      <a:gd name="adj1" fmla="val 12500"/>
                      <a:gd name="adj2" fmla="val 1142319"/>
                      <a:gd name="adj3" fmla="val 20457681"/>
                      <a:gd name="adj4" fmla="val 9032373"/>
                      <a:gd name="adj5" fmla="val 12500"/>
                    </a:avLst>
                  </a:prstGeom>
                  <a:gradFill>
                    <a:gsLst>
                      <a:gs pos="0">
                        <a:schemeClr val="bg1">
                          <a:lumMod val="75000"/>
                          <a:alpha val="0"/>
                        </a:schemeClr>
                      </a:gs>
                      <a:gs pos="88000">
                        <a:schemeClr val="accent1"/>
                      </a:gs>
                    </a:gsLst>
                    <a:lin ang="210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24" tIns="45712" rIns="91424" bIns="45712" numCol="1" rtlCol="0" anchor="ctr" anchorCtr="0" compatLnSpc="1">
                    <a:prstTxWarp prst="textNoShape">
                      <a:avLst/>
                    </a:prstTxWarp>
                  </a:bodyPr>
                  <a:lstStyle/>
                  <a:p>
                    <a:pPr algn="ctr" defTabSz="914008" fontAlgn="base">
                      <a:spcBef>
                        <a:spcPct val="0"/>
                      </a:spcBef>
                      <a:spcAft>
                        <a:spcPct val="0"/>
                      </a:spcAft>
                    </a:pPr>
                    <a:endParaRPr lang="en-US" sz="2200" dirty="0">
                      <a:gradFill>
                        <a:gsLst>
                          <a:gs pos="0">
                            <a:srgbClr val="FFFFFF"/>
                          </a:gs>
                          <a:gs pos="100000">
                            <a:srgbClr val="FFFFFF"/>
                          </a:gs>
                        </a:gsLst>
                        <a:lin ang="5400000" scaled="0"/>
                      </a:gradFill>
                    </a:endParaRPr>
                  </a:p>
                </p:txBody>
              </p:sp>
            </p:grpSp>
            <p:sp>
              <p:nvSpPr>
                <p:cNvPr id="61" name="Rectangle 60"/>
                <p:cNvSpPr/>
                <p:nvPr/>
              </p:nvSpPr>
              <p:spPr>
                <a:xfrm>
                  <a:off x="8715545" y="2439790"/>
                  <a:ext cx="961016" cy="137355"/>
                </a:xfrm>
                <a:prstGeom prst="rect">
                  <a:avLst/>
                </a:prstGeom>
                <a:noFill/>
              </p:spPr>
              <p:txBody>
                <a:bodyPr wrap="square" lIns="0" tIns="0" rIns="0" bIns="0">
                  <a:spAutoFit/>
                  <a:scene3d>
                    <a:camera prst="orthographicFront"/>
                    <a:lightRig rig="threePt" dir="t"/>
                  </a:scene3d>
                  <a:sp3d/>
                </a:bodyPr>
                <a:lstStyle/>
                <a:p>
                  <a:pPr algn="ctr" defTabSz="609432">
                    <a:lnSpc>
                      <a:spcPct val="90000"/>
                    </a:lnSpc>
                    <a:spcBef>
                      <a:spcPct val="0"/>
                    </a:spcBef>
                    <a:spcAft>
                      <a:spcPct val="35000"/>
                    </a:spcAft>
                    <a:defRPr/>
                  </a:pPr>
                  <a:r>
                    <a:rPr lang="en-US" sz="1200" b="1" spc="-20" dirty="0">
                      <a:solidFill>
                        <a:srgbClr val="EB3C00"/>
                      </a:solidFill>
                      <a:ea typeface="Segoe UI" pitchFamily="34" charset="0"/>
                      <a:cs typeface="Segoe UI" pitchFamily="34" charset="0"/>
                    </a:rPr>
                    <a:t>Hybrid</a:t>
                  </a:r>
                </a:p>
              </p:txBody>
            </p:sp>
          </p:grpSp>
        </p:grpSp>
        <p:sp>
          <p:nvSpPr>
            <p:cNvPr id="58" name="TextBox 4"/>
            <p:cNvSpPr txBox="1"/>
            <p:nvPr/>
          </p:nvSpPr>
          <p:spPr>
            <a:xfrm>
              <a:off x="6796866" y="3705200"/>
              <a:ext cx="5317958" cy="598577"/>
            </a:xfrm>
            <a:prstGeom prst="rect">
              <a:avLst/>
            </a:prstGeom>
            <a:noFill/>
          </p:spPr>
          <p:txBody>
            <a:bodyPr wrap="square" lIns="99002" tIns="49500" rIns="99002" bIns="49500" rtlCol="0">
              <a:spAutoFit/>
            </a:bodyPr>
            <a:lstStyle/>
            <a:p>
              <a:pPr algn="ctr" defTabSz="914168" fontAlgn="base">
                <a:lnSpc>
                  <a:spcPct val="90000"/>
                </a:lnSpc>
                <a:spcBef>
                  <a:spcPct val="20000"/>
                </a:spcBef>
                <a:spcAft>
                  <a:spcPct val="0"/>
                </a:spcAft>
                <a:buClr>
                  <a:srgbClr val="F69F1E"/>
                </a:buClr>
                <a:buSzPct val="90000"/>
                <a:defRPr/>
              </a:pPr>
              <a:r>
                <a:rPr lang="en-US" sz="3600" dirty="0">
                  <a:solidFill>
                    <a:srgbClr val="797A7D"/>
                  </a:solidFill>
                  <a:latin typeface="Segoe UI Light" pitchFamily="34" charset="0"/>
                </a:rPr>
                <a:t>A </a:t>
              </a:r>
              <a:r>
                <a:rPr lang="en-US" sz="3600" dirty="0" err="1">
                  <a:solidFill>
                    <a:srgbClr val="797A7D"/>
                  </a:solidFill>
                  <a:latin typeface="Segoe UI Light" pitchFamily="34" charset="0"/>
                </a:rPr>
                <a:t>Nuvem</a:t>
              </a:r>
              <a:r>
                <a:rPr lang="en-US" sz="3600" dirty="0">
                  <a:solidFill>
                    <a:srgbClr val="797A7D"/>
                  </a:solidFill>
                  <a:latin typeface="Segoe UI Light" pitchFamily="34" charset="0"/>
                </a:rPr>
                <a:t> </a:t>
              </a:r>
              <a:r>
                <a:rPr lang="en-US" sz="3600" dirty="0" err="1">
                  <a:solidFill>
                    <a:srgbClr val="797A7D"/>
                  </a:solidFill>
                  <a:latin typeface="Segoe UI Light" pitchFamily="34" charset="0"/>
                </a:rPr>
                <a:t>nos</a:t>
              </a:r>
              <a:r>
                <a:rPr lang="en-US" sz="3600" dirty="0">
                  <a:solidFill>
                    <a:srgbClr val="797A7D"/>
                  </a:solidFill>
                  <a:latin typeface="Segoe UI Light" pitchFamily="34" charset="0"/>
                </a:rPr>
                <a:t> </a:t>
              </a:r>
              <a:r>
                <a:rPr lang="en-US" sz="3600" dirty="0" err="1">
                  <a:solidFill>
                    <a:srgbClr val="797A7D"/>
                  </a:solidFill>
                  <a:latin typeface="Segoe UI Light" pitchFamily="34" charset="0"/>
                </a:rPr>
                <a:t>seus</a:t>
              </a:r>
              <a:r>
                <a:rPr lang="en-US" sz="3600" dirty="0">
                  <a:solidFill>
                    <a:srgbClr val="797A7D"/>
                  </a:solidFill>
                  <a:latin typeface="Segoe UI Light" pitchFamily="34" charset="0"/>
                </a:rPr>
                <a:t> </a:t>
              </a:r>
              <a:r>
                <a:rPr lang="en-US" sz="3600" dirty="0" err="1">
                  <a:solidFill>
                    <a:srgbClr val="797A7D"/>
                  </a:solidFill>
                  <a:latin typeface="Segoe UI Light" pitchFamily="34" charset="0"/>
                </a:rPr>
                <a:t>termos</a:t>
              </a:r>
              <a:endParaRPr lang="en-US" sz="3600" dirty="0">
                <a:solidFill>
                  <a:srgbClr val="797A7D"/>
                </a:solidFill>
                <a:latin typeface="Segoe UI Light" pitchFamily="34" charset="0"/>
              </a:endParaRPr>
            </a:p>
          </p:txBody>
        </p:sp>
      </p:grpSp>
      <p:sp>
        <p:nvSpPr>
          <p:cNvPr id="50" name="Rectangle 49"/>
          <p:cNvSpPr/>
          <p:nvPr/>
        </p:nvSpPr>
        <p:spPr bwMode="auto">
          <a:xfrm>
            <a:off x="1026266" y="5034141"/>
            <a:ext cx="1482107" cy="761703"/>
          </a:xfrm>
          <a:prstGeom prst="rect">
            <a:avLst/>
          </a:prstGeom>
          <a:no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76167" tIns="38083" rIns="76167" bIns="38083" numCol="1" rtlCol="0" anchor="ctr" anchorCtr="0" compatLnSpc="1">
            <a:prstTxWarp prst="textNoShape">
              <a:avLst/>
            </a:prstTxWarp>
          </a:bodyPr>
          <a:lstStyle/>
          <a:p>
            <a:pPr marL="4763" indent="-4763" defTabSz="914272"/>
            <a:r>
              <a:rPr lang="en-US" sz="2000" dirty="0" err="1">
                <a:solidFill>
                  <a:srgbClr val="EB3C00"/>
                </a:solidFill>
                <a:ea typeface="Segoe UI" pitchFamily="34" charset="0"/>
                <a:cs typeface="Segoe UI" pitchFamily="34" charset="0"/>
              </a:rPr>
              <a:t>Mensagens</a:t>
            </a:r>
            <a:endParaRPr lang="en-US" sz="2000" dirty="0">
              <a:solidFill>
                <a:srgbClr val="EB3C00"/>
              </a:solidFill>
              <a:ea typeface="Segoe UI" pitchFamily="34" charset="0"/>
              <a:cs typeface="Segoe UI" pitchFamily="34" charset="0"/>
            </a:endParaRPr>
          </a:p>
        </p:txBody>
      </p:sp>
      <p:sp>
        <p:nvSpPr>
          <p:cNvPr id="62" name="Rectangle 61"/>
          <p:cNvSpPr/>
          <p:nvPr/>
        </p:nvSpPr>
        <p:spPr bwMode="auto">
          <a:xfrm>
            <a:off x="3252747" y="5034141"/>
            <a:ext cx="1184091" cy="761703"/>
          </a:xfrm>
          <a:prstGeom prst="rect">
            <a:avLst/>
          </a:prstGeom>
          <a:no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76167" tIns="38083" rIns="76167" bIns="38083" numCol="1" rtlCol="0" anchor="ctr" anchorCtr="0" compatLnSpc="1">
            <a:prstTxWarp prst="textNoShape">
              <a:avLst/>
            </a:prstTxWarp>
          </a:bodyPr>
          <a:lstStyle/>
          <a:p>
            <a:pPr marL="4763" indent="-4763" defTabSz="914272"/>
            <a:r>
              <a:rPr lang="en-US" sz="2000" dirty="0" err="1">
                <a:solidFill>
                  <a:srgbClr val="EB3C00"/>
                </a:solidFill>
                <a:ea typeface="Segoe UI" pitchFamily="34" charset="0"/>
                <a:cs typeface="Segoe UI" pitchFamily="34" charset="0"/>
              </a:rPr>
              <a:t>Voz</a:t>
            </a:r>
            <a:r>
              <a:rPr lang="en-US" sz="2000" dirty="0">
                <a:solidFill>
                  <a:srgbClr val="EB3C00"/>
                </a:solidFill>
                <a:ea typeface="Segoe UI" pitchFamily="34" charset="0"/>
                <a:cs typeface="Segoe UI" pitchFamily="34" charset="0"/>
              </a:rPr>
              <a:t> </a:t>
            </a:r>
            <a:br>
              <a:rPr lang="en-US" sz="2000" dirty="0">
                <a:solidFill>
                  <a:srgbClr val="EB3C00"/>
                </a:solidFill>
                <a:ea typeface="Segoe UI" pitchFamily="34" charset="0"/>
                <a:cs typeface="Segoe UI" pitchFamily="34" charset="0"/>
              </a:rPr>
            </a:br>
            <a:r>
              <a:rPr lang="en-US" sz="2000" dirty="0">
                <a:solidFill>
                  <a:srgbClr val="EB3C00"/>
                </a:solidFill>
                <a:ea typeface="Segoe UI" pitchFamily="34" charset="0"/>
                <a:cs typeface="Segoe UI" pitchFamily="34" charset="0"/>
              </a:rPr>
              <a:t>e </a:t>
            </a:r>
            <a:r>
              <a:rPr lang="en-US" sz="2000" dirty="0" err="1">
                <a:solidFill>
                  <a:srgbClr val="EB3C00"/>
                </a:solidFill>
                <a:ea typeface="Segoe UI" pitchFamily="34" charset="0"/>
                <a:cs typeface="Segoe UI" pitchFamily="34" charset="0"/>
              </a:rPr>
              <a:t>Vídeo</a:t>
            </a:r>
            <a:endParaRPr lang="en-US" sz="2000" dirty="0">
              <a:solidFill>
                <a:srgbClr val="EB3C00"/>
              </a:solidFill>
              <a:ea typeface="Segoe UI" pitchFamily="34" charset="0"/>
              <a:cs typeface="Segoe UI" pitchFamily="34" charset="0"/>
            </a:endParaRPr>
          </a:p>
        </p:txBody>
      </p:sp>
      <p:sp>
        <p:nvSpPr>
          <p:cNvPr id="63" name="Rectangle 62"/>
          <p:cNvSpPr/>
          <p:nvPr/>
        </p:nvSpPr>
        <p:spPr bwMode="auto">
          <a:xfrm>
            <a:off x="5181208" y="5034141"/>
            <a:ext cx="1757886" cy="761703"/>
          </a:xfrm>
          <a:prstGeom prst="rect">
            <a:avLst/>
          </a:prstGeom>
          <a:no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76167" tIns="38083" rIns="76167" bIns="38083" numCol="1" rtlCol="0" anchor="ctr" anchorCtr="0" compatLnSpc="1">
            <a:prstTxWarp prst="textNoShape">
              <a:avLst/>
            </a:prstTxWarp>
          </a:bodyPr>
          <a:lstStyle/>
          <a:p>
            <a:pPr marL="4763" indent="-4763" defTabSz="914272"/>
            <a:r>
              <a:rPr lang="en-US" sz="2000" dirty="0" err="1">
                <a:solidFill>
                  <a:srgbClr val="EB3C00"/>
                </a:solidFill>
                <a:ea typeface="Segoe UI" pitchFamily="34" charset="0"/>
                <a:cs typeface="Segoe UI" pitchFamily="34" charset="0"/>
              </a:rPr>
              <a:t>Gestão</a:t>
            </a:r>
            <a:r>
              <a:rPr lang="en-US" sz="2000" dirty="0">
                <a:solidFill>
                  <a:srgbClr val="EB3C00"/>
                </a:solidFill>
                <a:ea typeface="Segoe UI" pitchFamily="34" charset="0"/>
                <a:cs typeface="Segoe UI" pitchFamily="34" charset="0"/>
              </a:rPr>
              <a:t> de </a:t>
            </a:r>
          </a:p>
          <a:p>
            <a:pPr marL="4763" indent="-4763" defTabSz="914272"/>
            <a:r>
              <a:rPr lang="en-US" sz="2000" dirty="0" err="1">
                <a:solidFill>
                  <a:srgbClr val="EB3C00"/>
                </a:solidFill>
                <a:ea typeface="Segoe UI" pitchFamily="34" charset="0"/>
                <a:cs typeface="Segoe UI" pitchFamily="34" charset="0"/>
              </a:rPr>
              <a:t>Conteúdo</a:t>
            </a:r>
            <a:endParaRPr lang="en-US" sz="2000" dirty="0">
              <a:solidFill>
                <a:srgbClr val="EB3C00"/>
              </a:solidFill>
              <a:ea typeface="Segoe UI" pitchFamily="34" charset="0"/>
              <a:cs typeface="Segoe UI" pitchFamily="34" charset="0"/>
            </a:endParaRPr>
          </a:p>
        </p:txBody>
      </p:sp>
      <p:sp>
        <p:nvSpPr>
          <p:cNvPr id="64" name="Rectangle 63"/>
          <p:cNvSpPr/>
          <p:nvPr/>
        </p:nvSpPr>
        <p:spPr bwMode="auto">
          <a:xfrm>
            <a:off x="7683465" y="5034141"/>
            <a:ext cx="1332221" cy="761703"/>
          </a:xfrm>
          <a:prstGeom prst="rect">
            <a:avLst/>
          </a:prstGeom>
          <a:no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76167" tIns="38083" rIns="76167" bIns="38083" numCol="1" rtlCol="0" anchor="ctr" anchorCtr="0" compatLnSpc="1">
            <a:prstTxWarp prst="textNoShape">
              <a:avLst/>
            </a:prstTxWarp>
          </a:bodyPr>
          <a:lstStyle/>
          <a:p>
            <a:pPr marL="4763" indent="-4763" defTabSz="914272"/>
            <a:r>
              <a:rPr lang="en-US" sz="2000" dirty="0" err="1">
                <a:solidFill>
                  <a:srgbClr val="EB3C00"/>
                </a:solidFill>
                <a:ea typeface="Segoe UI" pitchFamily="34" charset="0"/>
                <a:cs typeface="Segoe UI" pitchFamily="34" charset="0"/>
              </a:rPr>
              <a:t>Empresa</a:t>
            </a:r>
            <a:endParaRPr lang="en-US" sz="2000" dirty="0">
              <a:solidFill>
                <a:srgbClr val="EB3C00"/>
              </a:solidFill>
              <a:ea typeface="Segoe UI" pitchFamily="34" charset="0"/>
              <a:cs typeface="Segoe UI" pitchFamily="34" charset="0"/>
            </a:endParaRPr>
          </a:p>
          <a:p>
            <a:pPr marL="4763" indent="-4763" defTabSz="914272"/>
            <a:r>
              <a:rPr lang="en-US" sz="2000" dirty="0">
                <a:solidFill>
                  <a:srgbClr val="EB3C00"/>
                </a:solidFill>
                <a:ea typeface="Segoe UI" pitchFamily="34" charset="0"/>
                <a:cs typeface="Segoe UI" pitchFamily="34" charset="0"/>
              </a:rPr>
              <a:t>Social</a:t>
            </a:r>
          </a:p>
        </p:txBody>
      </p:sp>
      <p:sp>
        <p:nvSpPr>
          <p:cNvPr id="65" name="Rectangle 64"/>
          <p:cNvSpPr/>
          <p:nvPr/>
        </p:nvSpPr>
        <p:spPr bwMode="auto">
          <a:xfrm>
            <a:off x="9760051" y="5034141"/>
            <a:ext cx="1546943" cy="761703"/>
          </a:xfrm>
          <a:prstGeom prst="rect">
            <a:avLst/>
          </a:prstGeom>
          <a:noFill/>
          <a:ln>
            <a:noFill/>
            <a:headEnd type="none" w="med" len="med"/>
            <a:tailEnd type="none" w="med" len="med"/>
          </a:ln>
          <a:effectLst/>
        </p:spPr>
        <p:style>
          <a:lnRef idx="1">
            <a:schemeClr val="accent4"/>
          </a:lnRef>
          <a:fillRef idx="3">
            <a:schemeClr val="accent4"/>
          </a:fillRef>
          <a:effectRef idx="2">
            <a:schemeClr val="accent4"/>
          </a:effectRef>
          <a:fontRef idx="minor">
            <a:schemeClr val="lt1"/>
          </a:fontRef>
        </p:style>
        <p:txBody>
          <a:bodyPr vert="horz" wrap="square" lIns="76167" tIns="38083" rIns="76167" bIns="38083" numCol="1" rtlCol="0" anchor="ctr" anchorCtr="0" compatLnSpc="1">
            <a:prstTxWarp prst="textNoShape">
              <a:avLst/>
            </a:prstTxWarp>
          </a:bodyPr>
          <a:lstStyle/>
          <a:p>
            <a:pPr marL="4763" indent="-4763" defTabSz="914272"/>
            <a:r>
              <a:rPr lang="en-US" sz="2000" dirty="0" err="1">
                <a:solidFill>
                  <a:srgbClr val="EB3C00"/>
                </a:solidFill>
                <a:ea typeface="Segoe UI" pitchFamily="34" charset="0"/>
                <a:cs typeface="Segoe UI" pitchFamily="34" charset="0"/>
              </a:rPr>
              <a:t>Relatórios</a:t>
            </a:r>
            <a:r>
              <a:rPr lang="en-US" sz="2000" dirty="0">
                <a:solidFill>
                  <a:srgbClr val="EB3C00"/>
                </a:solidFill>
                <a:ea typeface="Segoe UI" pitchFamily="34" charset="0"/>
                <a:cs typeface="Segoe UI" pitchFamily="34" charset="0"/>
              </a:rPr>
              <a:t> </a:t>
            </a:r>
          </a:p>
          <a:p>
            <a:pPr marL="4763" indent="-4763" defTabSz="914272"/>
            <a:r>
              <a:rPr lang="en-US" sz="2000" dirty="0">
                <a:solidFill>
                  <a:srgbClr val="EB3C00"/>
                </a:solidFill>
                <a:ea typeface="Segoe UI" pitchFamily="34" charset="0"/>
                <a:cs typeface="Segoe UI" pitchFamily="34" charset="0"/>
              </a:rPr>
              <a:t>e </a:t>
            </a:r>
            <a:r>
              <a:rPr lang="en-US" sz="2000" dirty="0" err="1">
                <a:solidFill>
                  <a:srgbClr val="EB3C00"/>
                </a:solidFill>
                <a:ea typeface="Segoe UI" pitchFamily="34" charset="0"/>
                <a:cs typeface="Segoe UI" pitchFamily="34" charset="0"/>
              </a:rPr>
              <a:t>Análises</a:t>
            </a:r>
            <a:r>
              <a:rPr lang="en-US" sz="2000" dirty="0">
                <a:solidFill>
                  <a:srgbClr val="EB3C00"/>
                </a:solidFill>
                <a:ea typeface="Segoe UI" pitchFamily="34" charset="0"/>
                <a:cs typeface="Segoe UI" pitchFamily="34" charset="0"/>
              </a:rPr>
              <a:t> </a:t>
            </a:r>
          </a:p>
        </p:txBody>
      </p:sp>
      <p:cxnSp>
        <p:nvCxnSpPr>
          <p:cNvPr id="66" name="Straight Connector 65"/>
          <p:cNvCxnSpPr/>
          <p:nvPr/>
        </p:nvCxnSpPr>
        <p:spPr>
          <a:xfrm>
            <a:off x="442398" y="4862642"/>
            <a:ext cx="11205243" cy="0"/>
          </a:xfrm>
          <a:prstGeom prst="line">
            <a:avLst/>
          </a:prstGeom>
          <a:ln>
            <a:solidFill>
              <a:schemeClr val="tx2"/>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221206" y="1709551"/>
            <a:ext cx="6261924" cy="3174401"/>
            <a:chOff x="221230" y="1627561"/>
            <a:chExt cx="6262740" cy="3174814"/>
          </a:xfrm>
        </p:grpSpPr>
        <p:sp>
          <p:nvSpPr>
            <p:cNvPr id="57" name="TextBox 4"/>
            <p:cNvSpPr txBox="1"/>
            <p:nvPr/>
          </p:nvSpPr>
          <p:spPr>
            <a:xfrm>
              <a:off x="221230" y="3705200"/>
              <a:ext cx="6262740" cy="1097175"/>
            </a:xfrm>
            <a:prstGeom prst="rect">
              <a:avLst/>
            </a:prstGeom>
            <a:noFill/>
          </p:spPr>
          <p:txBody>
            <a:bodyPr wrap="square" lIns="99002" tIns="49500" rIns="99002" bIns="49500" rtlCol="0">
              <a:spAutoFit/>
            </a:bodyPr>
            <a:lstStyle/>
            <a:p>
              <a:pPr algn="ctr" defTabSz="914168" fontAlgn="base">
                <a:lnSpc>
                  <a:spcPct val="90000"/>
                </a:lnSpc>
                <a:spcBef>
                  <a:spcPct val="20000"/>
                </a:spcBef>
                <a:spcAft>
                  <a:spcPct val="0"/>
                </a:spcAft>
                <a:buClr>
                  <a:srgbClr val="F69F1E"/>
                </a:buClr>
                <a:buSzPct val="90000"/>
                <a:defRPr/>
              </a:pPr>
              <a:r>
                <a:rPr lang="en-US" sz="3600" dirty="0" err="1">
                  <a:solidFill>
                    <a:srgbClr val="797A7D"/>
                  </a:solidFill>
                  <a:latin typeface="Segoe UI Light" pitchFamily="34" charset="0"/>
                </a:rPr>
                <a:t>Melhor</a:t>
              </a:r>
              <a:r>
                <a:rPr lang="en-US" sz="3600" dirty="0">
                  <a:solidFill>
                    <a:srgbClr val="797A7D"/>
                  </a:solidFill>
                  <a:latin typeface="Segoe UI Light" pitchFamily="34" charset="0"/>
                </a:rPr>
                <a:t> </a:t>
              </a:r>
              <a:r>
                <a:rPr lang="en-US" sz="3600" dirty="0" err="1">
                  <a:solidFill>
                    <a:srgbClr val="797A7D"/>
                  </a:solidFill>
                  <a:latin typeface="Segoe UI Light" pitchFamily="34" charset="0"/>
                </a:rPr>
                <a:t>experiência</a:t>
              </a:r>
              <a:r>
                <a:rPr lang="en-US" sz="3600" dirty="0">
                  <a:solidFill>
                    <a:srgbClr val="797A7D"/>
                  </a:solidFill>
                  <a:latin typeface="Segoe UI Light" pitchFamily="34" charset="0"/>
                </a:rPr>
                <a:t> </a:t>
              </a:r>
              <a:r>
                <a:rPr lang="en-US" sz="3600" dirty="0" err="1">
                  <a:solidFill>
                    <a:srgbClr val="797A7D"/>
                  </a:solidFill>
                  <a:latin typeface="Segoe UI Light" pitchFamily="34" charset="0"/>
                </a:rPr>
                <a:t>em</a:t>
              </a:r>
              <a:r>
                <a:rPr lang="en-US" sz="3600" dirty="0">
                  <a:solidFill>
                    <a:srgbClr val="797A7D"/>
                  </a:solidFill>
                  <a:latin typeface="Segoe UI Light" pitchFamily="34" charset="0"/>
                </a:rPr>
                <a:t> </a:t>
              </a:r>
              <a:r>
                <a:rPr lang="pt-BR" sz="3600" dirty="0">
                  <a:solidFill>
                    <a:srgbClr val="797A7D"/>
                  </a:solidFill>
                  <a:latin typeface="Segoe UI Light" pitchFamily="34" charset="0"/>
                </a:rPr>
                <a:t>dispositivos</a:t>
              </a:r>
            </a:p>
          </p:txBody>
        </p:sp>
        <p:grpSp>
          <p:nvGrpSpPr>
            <p:cNvPr id="2" name="Group 1"/>
            <p:cNvGrpSpPr/>
            <p:nvPr/>
          </p:nvGrpSpPr>
          <p:grpSpPr>
            <a:xfrm>
              <a:off x="1346962" y="1627561"/>
              <a:ext cx="4053497" cy="1727275"/>
              <a:chOff x="2808117" y="1708932"/>
              <a:chExt cx="4053497" cy="1727275"/>
            </a:xfrm>
          </p:grpSpPr>
          <p:grpSp>
            <p:nvGrpSpPr>
              <p:cNvPr id="18" name="Group 17"/>
              <p:cNvGrpSpPr/>
              <p:nvPr/>
            </p:nvGrpSpPr>
            <p:grpSpPr>
              <a:xfrm>
                <a:off x="5940768" y="2947810"/>
                <a:ext cx="536410" cy="479812"/>
                <a:chOff x="5986228" y="3414801"/>
                <a:chExt cx="713962" cy="638629"/>
              </a:xfrm>
            </p:grpSpPr>
            <p:cxnSp>
              <p:nvCxnSpPr>
                <p:cNvPr id="89" name="Straight Connector 88"/>
                <p:cNvCxnSpPr/>
                <p:nvPr/>
              </p:nvCxnSpPr>
              <p:spPr>
                <a:xfrm>
                  <a:off x="6343209" y="3414801"/>
                  <a:ext cx="0" cy="638629"/>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flipH="1">
                  <a:off x="5986228" y="3739271"/>
                  <a:ext cx="713962"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3165039" y="1708932"/>
                <a:ext cx="2544744" cy="1671250"/>
                <a:chOff x="1224823" y="2690293"/>
                <a:chExt cx="2544744" cy="1671250"/>
              </a:xfrm>
            </p:grpSpPr>
            <p:pic>
              <p:nvPicPr>
                <p:cNvPr id="38" name="Picture 2"/>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8259"/>
                <a:stretch/>
              </p:blipFill>
              <p:spPr bwMode="auto">
                <a:xfrm>
                  <a:off x="1548569" y="2762672"/>
                  <a:ext cx="1794930" cy="1117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 name="Picture 40"/>
                <p:cNvPicPr>
                  <a:picLocks noChangeAspect="1"/>
                </p:cNvPicPr>
                <p:nvPr/>
              </p:nvPicPr>
              <p:blipFill rotWithShape="1">
                <a:blip r:embed="rId6" cstate="print">
                  <a:extLst>
                    <a:ext uri="{28A0092B-C50C-407E-A947-70E740481C1C}">
                      <a14:useLocalDpi xmlns:a14="http://schemas.microsoft.com/office/drawing/2010/main" val="0"/>
                    </a:ext>
                  </a:extLst>
                </a:blip>
                <a:srcRect l="-850" t="-1" r="-4680" b="-2439"/>
                <a:stretch/>
              </p:blipFill>
              <p:spPr>
                <a:xfrm>
                  <a:off x="1224823" y="2690293"/>
                  <a:ext cx="2544744" cy="1671250"/>
                </a:xfrm>
                <a:prstGeom prst="rect">
                  <a:avLst/>
                </a:prstGeom>
              </p:spPr>
            </p:pic>
          </p:grpSp>
          <p:grpSp>
            <p:nvGrpSpPr>
              <p:cNvPr id="42" name="Group 41"/>
              <p:cNvGrpSpPr/>
              <p:nvPr/>
            </p:nvGrpSpPr>
            <p:grpSpPr>
              <a:xfrm>
                <a:off x="5037268" y="2290923"/>
                <a:ext cx="1824346" cy="1145284"/>
                <a:chOff x="3275278" y="3328270"/>
                <a:chExt cx="1824346" cy="1145284"/>
              </a:xfrm>
            </p:grpSpPr>
            <p:pic>
              <p:nvPicPr>
                <p:cNvPr id="44" name="NYT Sport page with article"/>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75278" y="3328270"/>
                  <a:ext cx="1824346" cy="1145284"/>
                </a:xfrm>
                <a:prstGeom prst="rect">
                  <a:avLst/>
                </a:prstGeom>
              </p:spPr>
            </p:pic>
            <p:pic>
              <p:nvPicPr>
                <p:cNvPr id="45"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38736" y="3388984"/>
                  <a:ext cx="1687028" cy="956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6" name="Group 45"/>
              <p:cNvGrpSpPr/>
              <p:nvPr/>
            </p:nvGrpSpPr>
            <p:grpSpPr>
              <a:xfrm>
                <a:off x="2808117" y="2406361"/>
                <a:ext cx="512179" cy="1012080"/>
                <a:chOff x="870285" y="3290463"/>
                <a:chExt cx="563397" cy="1113288"/>
              </a:xfrm>
            </p:grpSpPr>
            <p:pic>
              <p:nvPicPr>
                <p:cNvPr id="47" name="Picture 4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70285" y="3290463"/>
                  <a:ext cx="563397" cy="1113288"/>
                </a:xfrm>
                <a:prstGeom prst="roundRect">
                  <a:avLst>
                    <a:gd name="adj" fmla="val 834"/>
                  </a:avLst>
                </a:prstGeom>
                <a:noFill/>
                <a:ln w="9525">
                  <a:noFill/>
                  <a:miter lim="800000"/>
                  <a:headEnd/>
                  <a:tailEnd/>
                </a:ln>
                <a:effectLst/>
              </p:spPr>
            </p:pic>
            <p:pic>
              <p:nvPicPr>
                <p:cNvPr id="49" name="Picture 2"/>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a:stretch/>
              </p:blipFill>
              <p:spPr bwMode="auto">
                <a:xfrm>
                  <a:off x="923925" y="3505200"/>
                  <a:ext cx="447947" cy="72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grpSp>
      <p:grpSp>
        <p:nvGrpSpPr>
          <p:cNvPr id="54" name="Group 53"/>
          <p:cNvGrpSpPr/>
          <p:nvPr/>
        </p:nvGrpSpPr>
        <p:grpSpPr>
          <a:xfrm>
            <a:off x="6025871" y="2649006"/>
            <a:ext cx="589974" cy="527724"/>
            <a:chOff x="5986228" y="3414801"/>
            <a:chExt cx="713962" cy="638629"/>
          </a:xfrm>
        </p:grpSpPr>
        <p:cxnSp>
          <p:nvCxnSpPr>
            <p:cNvPr id="55" name="Straight Connector 54"/>
            <p:cNvCxnSpPr/>
            <p:nvPr/>
          </p:nvCxnSpPr>
          <p:spPr>
            <a:xfrm>
              <a:off x="6343209" y="3414801"/>
              <a:ext cx="0" cy="638629"/>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H="1">
              <a:off x="5986228" y="3739271"/>
              <a:ext cx="713962"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8" name="TextBox 4"/>
          <p:cNvSpPr txBox="1"/>
          <p:nvPr/>
        </p:nvSpPr>
        <p:spPr>
          <a:xfrm>
            <a:off x="2678218" y="6121781"/>
            <a:ext cx="6830810" cy="598499"/>
          </a:xfrm>
          <a:prstGeom prst="rect">
            <a:avLst/>
          </a:prstGeom>
          <a:noFill/>
        </p:spPr>
        <p:txBody>
          <a:bodyPr wrap="square" lIns="99002" tIns="49500" rIns="99002" bIns="49500" rtlCol="0">
            <a:spAutoFit/>
          </a:bodyPr>
          <a:lstStyle/>
          <a:p>
            <a:pPr algn="ctr" defTabSz="914168" fontAlgn="base">
              <a:lnSpc>
                <a:spcPct val="90000"/>
              </a:lnSpc>
              <a:spcBef>
                <a:spcPct val="20000"/>
              </a:spcBef>
              <a:spcAft>
                <a:spcPct val="0"/>
              </a:spcAft>
              <a:buClr>
                <a:srgbClr val="F69F1E"/>
              </a:buClr>
              <a:buSzPct val="90000"/>
              <a:defRPr/>
            </a:pPr>
            <a:r>
              <a:rPr lang="pt-BR" sz="3600" dirty="0">
                <a:solidFill>
                  <a:srgbClr val="797A7D"/>
                </a:solidFill>
                <a:latin typeface="Segoe UI Light" pitchFamily="34" charset="0"/>
              </a:rPr>
              <a:t>Integração</a:t>
            </a:r>
            <a:r>
              <a:rPr lang="en-US" sz="3600" dirty="0">
                <a:solidFill>
                  <a:srgbClr val="797A7D"/>
                </a:solidFill>
                <a:latin typeface="Segoe UI Light" pitchFamily="34" charset="0"/>
              </a:rPr>
              <a:t> das </a:t>
            </a:r>
            <a:r>
              <a:rPr lang="en-US" sz="3600" dirty="0" err="1">
                <a:solidFill>
                  <a:srgbClr val="797A7D"/>
                </a:solidFill>
                <a:latin typeface="Segoe UI Light" pitchFamily="34" charset="0"/>
              </a:rPr>
              <a:t>melhores</a:t>
            </a:r>
            <a:r>
              <a:rPr lang="en-US" sz="3600" dirty="0">
                <a:solidFill>
                  <a:srgbClr val="797A7D"/>
                </a:solidFill>
                <a:latin typeface="Segoe UI Light" pitchFamily="34" charset="0"/>
              </a:rPr>
              <a:t> </a:t>
            </a:r>
            <a:r>
              <a:rPr lang="en-US" sz="3600" dirty="0" err="1">
                <a:solidFill>
                  <a:srgbClr val="797A7D"/>
                </a:solidFill>
                <a:latin typeface="Segoe UI Light" pitchFamily="34" charset="0"/>
              </a:rPr>
              <a:t>soluções</a:t>
            </a:r>
            <a:endParaRPr lang="en-US" sz="3600" dirty="0">
              <a:solidFill>
                <a:srgbClr val="797A7D"/>
              </a:solidFill>
              <a:latin typeface="Segoe UI Light" pitchFamily="34" charset="0"/>
            </a:endParaRPr>
          </a:p>
        </p:txBody>
      </p:sp>
    </p:spTree>
    <p:extLst>
      <p:ext uri="{BB962C8B-B14F-4D97-AF65-F5344CB8AC3E}">
        <p14:creationId xmlns:p14="http://schemas.microsoft.com/office/powerpoint/2010/main" val="16238541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750" fill="hold"/>
                                        <p:tgtEl>
                                          <p:spTgt spid="22"/>
                                        </p:tgtEl>
                                        <p:attrNameLst>
                                          <p:attrName>ppt_x</p:attrName>
                                        </p:attrNameLst>
                                      </p:cBhvr>
                                      <p:tavLst>
                                        <p:tav tm="0">
                                          <p:val>
                                            <p:strVal val="1+#ppt_w/2"/>
                                          </p:val>
                                        </p:tav>
                                        <p:tav tm="100000">
                                          <p:val>
                                            <p:strVal val="#ppt_x"/>
                                          </p:val>
                                        </p:tav>
                                      </p:tavLst>
                                    </p:anim>
                                    <p:anim calcmode="lin" valueType="num">
                                      <p:cBhvr additive="base">
                                        <p:cTn id="8" dur="75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8" decel="10000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750" fill="hold"/>
                                        <p:tgtEl>
                                          <p:spTgt spid="4"/>
                                        </p:tgtEl>
                                        <p:attrNameLst>
                                          <p:attrName>ppt_x</p:attrName>
                                        </p:attrNameLst>
                                      </p:cBhvr>
                                      <p:tavLst>
                                        <p:tav tm="0">
                                          <p:val>
                                            <p:strVal val="0-#ppt_w/2"/>
                                          </p:val>
                                        </p:tav>
                                        <p:tav tm="100000">
                                          <p:val>
                                            <p:strVal val="#ppt_x"/>
                                          </p:val>
                                        </p:tav>
                                      </p:tavLst>
                                    </p:anim>
                                    <p:anim calcmode="lin" valueType="num">
                                      <p:cBhvr additive="base">
                                        <p:cTn id="12" dur="750" fill="hold"/>
                                        <p:tgtEl>
                                          <p:spTgt spid="4"/>
                                        </p:tgtEl>
                                        <p:attrNameLst>
                                          <p:attrName>ppt_y</p:attrName>
                                        </p:attrNameLst>
                                      </p:cBhvr>
                                      <p:tavLst>
                                        <p:tav tm="0">
                                          <p:val>
                                            <p:strVal val="#ppt_y"/>
                                          </p:val>
                                        </p:tav>
                                        <p:tav tm="100000">
                                          <p:val>
                                            <p:strVal val="#ppt_y"/>
                                          </p:val>
                                        </p:tav>
                                      </p:tavLst>
                                    </p:anim>
                                  </p:childTnLst>
                                </p:cTn>
                              </p:par>
                              <p:par>
                                <p:cTn id="13" presetID="10" presetClass="entr" presetSubtype="0" fill="hold" nodeType="withEffect">
                                  <p:stCondLst>
                                    <p:cond delay="250"/>
                                  </p:stCondLst>
                                  <p:childTnLst>
                                    <p:set>
                                      <p:cBhvr>
                                        <p:cTn id="14" dur="1" fill="hold">
                                          <p:stCondLst>
                                            <p:cond delay="0"/>
                                          </p:stCondLst>
                                        </p:cTn>
                                        <p:tgtEl>
                                          <p:spTgt spid="54"/>
                                        </p:tgtEl>
                                        <p:attrNameLst>
                                          <p:attrName>style.visibility</p:attrName>
                                        </p:attrNameLst>
                                      </p:cBhvr>
                                      <p:to>
                                        <p:strVal val="visible"/>
                                      </p:to>
                                    </p:set>
                                    <p:animEffect transition="in" filter="fade">
                                      <p:cBhvr>
                                        <p:cTn id="15" dur="500"/>
                                        <p:tgtEl>
                                          <p:spTgt spid="54"/>
                                        </p:tgtEl>
                                      </p:cBhvr>
                                    </p:animEffect>
                                  </p:childTnLst>
                                </p:cTn>
                              </p:par>
                            </p:childTnLst>
                          </p:cTn>
                        </p:par>
                        <p:par>
                          <p:cTn id="16" fill="hold">
                            <p:stCondLst>
                              <p:cond delay="750"/>
                            </p:stCondLst>
                            <p:childTnLst>
                              <p:par>
                                <p:cTn id="17" presetID="22" presetClass="entr" presetSubtype="4" fill="hold" nodeType="afterEffect">
                                  <p:stCondLst>
                                    <p:cond delay="0"/>
                                  </p:stCondLst>
                                  <p:childTnLst>
                                    <p:set>
                                      <p:cBhvr>
                                        <p:cTn id="18" dur="1" fill="hold">
                                          <p:stCondLst>
                                            <p:cond delay="0"/>
                                          </p:stCondLst>
                                        </p:cTn>
                                        <p:tgtEl>
                                          <p:spTgt spid="66"/>
                                        </p:tgtEl>
                                        <p:attrNameLst>
                                          <p:attrName>style.visibility</p:attrName>
                                        </p:attrNameLst>
                                      </p:cBhvr>
                                      <p:to>
                                        <p:strVal val="visible"/>
                                      </p:to>
                                    </p:set>
                                    <p:animEffect transition="in" filter="wipe(down)">
                                      <p:cBhvr>
                                        <p:cTn id="19" dur="500"/>
                                        <p:tgtEl>
                                          <p:spTgt spid="66"/>
                                        </p:tgtEl>
                                      </p:cBhvr>
                                    </p:animEffect>
                                  </p:childTnLst>
                                </p:cTn>
                              </p:par>
                              <p:par>
                                <p:cTn id="20" presetID="2" presetClass="entr" presetSubtype="4" decel="100000" fill="hold" grpId="0" nodeType="withEffect">
                                  <p:stCondLst>
                                    <p:cond delay="0"/>
                                  </p:stCondLst>
                                  <p:childTnLst>
                                    <p:set>
                                      <p:cBhvr>
                                        <p:cTn id="21" dur="1" fill="hold">
                                          <p:stCondLst>
                                            <p:cond delay="0"/>
                                          </p:stCondLst>
                                        </p:cTn>
                                        <p:tgtEl>
                                          <p:spTgt spid="50"/>
                                        </p:tgtEl>
                                        <p:attrNameLst>
                                          <p:attrName>style.visibility</p:attrName>
                                        </p:attrNameLst>
                                      </p:cBhvr>
                                      <p:to>
                                        <p:strVal val="visible"/>
                                      </p:to>
                                    </p:set>
                                    <p:anim calcmode="lin" valueType="num">
                                      <p:cBhvr additive="base">
                                        <p:cTn id="22" dur="750" fill="hold"/>
                                        <p:tgtEl>
                                          <p:spTgt spid="50"/>
                                        </p:tgtEl>
                                        <p:attrNameLst>
                                          <p:attrName>ppt_x</p:attrName>
                                        </p:attrNameLst>
                                      </p:cBhvr>
                                      <p:tavLst>
                                        <p:tav tm="0">
                                          <p:val>
                                            <p:strVal val="#ppt_x"/>
                                          </p:val>
                                        </p:tav>
                                        <p:tav tm="100000">
                                          <p:val>
                                            <p:strVal val="#ppt_x"/>
                                          </p:val>
                                        </p:tav>
                                      </p:tavLst>
                                    </p:anim>
                                    <p:anim calcmode="lin" valueType="num">
                                      <p:cBhvr additive="base">
                                        <p:cTn id="23" dur="750" fill="hold"/>
                                        <p:tgtEl>
                                          <p:spTgt spid="50"/>
                                        </p:tgtEl>
                                        <p:attrNameLst>
                                          <p:attrName>ppt_y</p:attrName>
                                        </p:attrNameLst>
                                      </p:cBhvr>
                                      <p:tavLst>
                                        <p:tav tm="0">
                                          <p:val>
                                            <p:strVal val="1+#ppt_h/2"/>
                                          </p:val>
                                        </p:tav>
                                        <p:tav tm="100000">
                                          <p:val>
                                            <p:strVal val="#ppt_y"/>
                                          </p:val>
                                        </p:tav>
                                      </p:tavLst>
                                    </p:anim>
                                  </p:childTnLst>
                                </p:cTn>
                              </p:par>
                              <p:par>
                                <p:cTn id="24" presetID="2" presetClass="entr" presetSubtype="4" decel="100000" fill="hold" grpId="0" nodeType="withEffect">
                                  <p:stCondLst>
                                    <p:cond delay="250"/>
                                  </p:stCondLst>
                                  <p:childTnLst>
                                    <p:set>
                                      <p:cBhvr>
                                        <p:cTn id="25" dur="1" fill="hold">
                                          <p:stCondLst>
                                            <p:cond delay="0"/>
                                          </p:stCondLst>
                                        </p:cTn>
                                        <p:tgtEl>
                                          <p:spTgt spid="62"/>
                                        </p:tgtEl>
                                        <p:attrNameLst>
                                          <p:attrName>style.visibility</p:attrName>
                                        </p:attrNameLst>
                                      </p:cBhvr>
                                      <p:to>
                                        <p:strVal val="visible"/>
                                      </p:to>
                                    </p:set>
                                    <p:anim calcmode="lin" valueType="num">
                                      <p:cBhvr additive="base">
                                        <p:cTn id="26" dur="750" fill="hold"/>
                                        <p:tgtEl>
                                          <p:spTgt spid="62"/>
                                        </p:tgtEl>
                                        <p:attrNameLst>
                                          <p:attrName>ppt_x</p:attrName>
                                        </p:attrNameLst>
                                      </p:cBhvr>
                                      <p:tavLst>
                                        <p:tav tm="0">
                                          <p:val>
                                            <p:strVal val="#ppt_x"/>
                                          </p:val>
                                        </p:tav>
                                        <p:tav tm="100000">
                                          <p:val>
                                            <p:strVal val="#ppt_x"/>
                                          </p:val>
                                        </p:tav>
                                      </p:tavLst>
                                    </p:anim>
                                    <p:anim calcmode="lin" valueType="num">
                                      <p:cBhvr additive="base">
                                        <p:cTn id="27" dur="750" fill="hold"/>
                                        <p:tgtEl>
                                          <p:spTgt spid="62"/>
                                        </p:tgtEl>
                                        <p:attrNameLst>
                                          <p:attrName>ppt_y</p:attrName>
                                        </p:attrNameLst>
                                      </p:cBhvr>
                                      <p:tavLst>
                                        <p:tav tm="0">
                                          <p:val>
                                            <p:strVal val="1+#ppt_h/2"/>
                                          </p:val>
                                        </p:tav>
                                        <p:tav tm="100000">
                                          <p:val>
                                            <p:strVal val="#ppt_y"/>
                                          </p:val>
                                        </p:tav>
                                      </p:tavLst>
                                    </p:anim>
                                  </p:childTnLst>
                                </p:cTn>
                              </p:par>
                              <p:par>
                                <p:cTn id="28" presetID="2" presetClass="entr" presetSubtype="4" decel="100000" fill="hold" grpId="0" nodeType="withEffect">
                                  <p:stCondLst>
                                    <p:cond delay="500"/>
                                  </p:stCondLst>
                                  <p:childTnLst>
                                    <p:set>
                                      <p:cBhvr>
                                        <p:cTn id="29" dur="1" fill="hold">
                                          <p:stCondLst>
                                            <p:cond delay="0"/>
                                          </p:stCondLst>
                                        </p:cTn>
                                        <p:tgtEl>
                                          <p:spTgt spid="63"/>
                                        </p:tgtEl>
                                        <p:attrNameLst>
                                          <p:attrName>style.visibility</p:attrName>
                                        </p:attrNameLst>
                                      </p:cBhvr>
                                      <p:to>
                                        <p:strVal val="visible"/>
                                      </p:to>
                                    </p:set>
                                    <p:anim calcmode="lin" valueType="num">
                                      <p:cBhvr additive="base">
                                        <p:cTn id="30" dur="750" fill="hold"/>
                                        <p:tgtEl>
                                          <p:spTgt spid="63"/>
                                        </p:tgtEl>
                                        <p:attrNameLst>
                                          <p:attrName>ppt_x</p:attrName>
                                        </p:attrNameLst>
                                      </p:cBhvr>
                                      <p:tavLst>
                                        <p:tav tm="0">
                                          <p:val>
                                            <p:strVal val="#ppt_x"/>
                                          </p:val>
                                        </p:tav>
                                        <p:tav tm="100000">
                                          <p:val>
                                            <p:strVal val="#ppt_x"/>
                                          </p:val>
                                        </p:tav>
                                      </p:tavLst>
                                    </p:anim>
                                    <p:anim calcmode="lin" valueType="num">
                                      <p:cBhvr additive="base">
                                        <p:cTn id="31" dur="750" fill="hold"/>
                                        <p:tgtEl>
                                          <p:spTgt spid="63"/>
                                        </p:tgtEl>
                                        <p:attrNameLst>
                                          <p:attrName>ppt_y</p:attrName>
                                        </p:attrNameLst>
                                      </p:cBhvr>
                                      <p:tavLst>
                                        <p:tav tm="0">
                                          <p:val>
                                            <p:strVal val="1+#ppt_h/2"/>
                                          </p:val>
                                        </p:tav>
                                        <p:tav tm="100000">
                                          <p:val>
                                            <p:strVal val="#ppt_y"/>
                                          </p:val>
                                        </p:tav>
                                      </p:tavLst>
                                    </p:anim>
                                  </p:childTnLst>
                                </p:cTn>
                              </p:par>
                              <p:par>
                                <p:cTn id="32" presetID="2" presetClass="entr" presetSubtype="4" decel="100000" fill="hold" grpId="0" nodeType="withEffect">
                                  <p:stCondLst>
                                    <p:cond delay="750"/>
                                  </p:stCondLst>
                                  <p:childTnLst>
                                    <p:set>
                                      <p:cBhvr>
                                        <p:cTn id="33" dur="1" fill="hold">
                                          <p:stCondLst>
                                            <p:cond delay="0"/>
                                          </p:stCondLst>
                                        </p:cTn>
                                        <p:tgtEl>
                                          <p:spTgt spid="64"/>
                                        </p:tgtEl>
                                        <p:attrNameLst>
                                          <p:attrName>style.visibility</p:attrName>
                                        </p:attrNameLst>
                                      </p:cBhvr>
                                      <p:to>
                                        <p:strVal val="visible"/>
                                      </p:to>
                                    </p:set>
                                    <p:anim calcmode="lin" valueType="num">
                                      <p:cBhvr additive="base">
                                        <p:cTn id="34" dur="750" fill="hold"/>
                                        <p:tgtEl>
                                          <p:spTgt spid="64"/>
                                        </p:tgtEl>
                                        <p:attrNameLst>
                                          <p:attrName>ppt_x</p:attrName>
                                        </p:attrNameLst>
                                      </p:cBhvr>
                                      <p:tavLst>
                                        <p:tav tm="0">
                                          <p:val>
                                            <p:strVal val="#ppt_x"/>
                                          </p:val>
                                        </p:tav>
                                        <p:tav tm="100000">
                                          <p:val>
                                            <p:strVal val="#ppt_x"/>
                                          </p:val>
                                        </p:tav>
                                      </p:tavLst>
                                    </p:anim>
                                    <p:anim calcmode="lin" valueType="num">
                                      <p:cBhvr additive="base">
                                        <p:cTn id="35" dur="750" fill="hold"/>
                                        <p:tgtEl>
                                          <p:spTgt spid="64"/>
                                        </p:tgtEl>
                                        <p:attrNameLst>
                                          <p:attrName>ppt_y</p:attrName>
                                        </p:attrNameLst>
                                      </p:cBhvr>
                                      <p:tavLst>
                                        <p:tav tm="0">
                                          <p:val>
                                            <p:strVal val="1+#ppt_h/2"/>
                                          </p:val>
                                        </p:tav>
                                        <p:tav tm="100000">
                                          <p:val>
                                            <p:strVal val="#ppt_y"/>
                                          </p:val>
                                        </p:tav>
                                      </p:tavLst>
                                    </p:anim>
                                  </p:childTnLst>
                                </p:cTn>
                              </p:par>
                              <p:par>
                                <p:cTn id="36" presetID="2" presetClass="entr" presetSubtype="4" decel="100000" fill="hold" grpId="0" nodeType="withEffect">
                                  <p:stCondLst>
                                    <p:cond delay="1000"/>
                                  </p:stCondLst>
                                  <p:childTnLst>
                                    <p:set>
                                      <p:cBhvr>
                                        <p:cTn id="37" dur="1" fill="hold">
                                          <p:stCondLst>
                                            <p:cond delay="0"/>
                                          </p:stCondLst>
                                        </p:cTn>
                                        <p:tgtEl>
                                          <p:spTgt spid="65"/>
                                        </p:tgtEl>
                                        <p:attrNameLst>
                                          <p:attrName>style.visibility</p:attrName>
                                        </p:attrNameLst>
                                      </p:cBhvr>
                                      <p:to>
                                        <p:strVal val="visible"/>
                                      </p:to>
                                    </p:set>
                                    <p:anim calcmode="lin" valueType="num">
                                      <p:cBhvr additive="base">
                                        <p:cTn id="38" dur="750" fill="hold"/>
                                        <p:tgtEl>
                                          <p:spTgt spid="65"/>
                                        </p:tgtEl>
                                        <p:attrNameLst>
                                          <p:attrName>ppt_x</p:attrName>
                                        </p:attrNameLst>
                                      </p:cBhvr>
                                      <p:tavLst>
                                        <p:tav tm="0">
                                          <p:val>
                                            <p:strVal val="#ppt_x"/>
                                          </p:val>
                                        </p:tav>
                                        <p:tav tm="100000">
                                          <p:val>
                                            <p:strVal val="#ppt_x"/>
                                          </p:val>
                                        </p:tav>
                                      </p:tavLst>
                                    </p:anim>
                                    <p:anim calcmode="lin" valueType="num">
                                      <p:cBhvr additive="base">
                                        <p:cTn id="39" dur="750" fill="hold"/>
                                        <p:tgtEl>
                                          <p:spTgt spid="65"/>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1250"/>
                                  </p:stCondLst>
                                  <p:childTnLst>
                                    <p:set>
                                      <p:cBhvr>
                                        <p:cTn id="41" dur="1" fill="hold">
                                          <p:stCondLst>
                                            <p:cond delay="0"/>
                                          </p:stCondLst>
                                        </p:cTn>
                                        <p:tgtEl>
                                          <p:spTgt spid="48"/>
                                        </p:tgtEl>
                                        <p:attrNameLst>
                                          <p:attrName>style.visibility</p:attrName>
                                        </p:attrNameLst>
                                      </p:cBhvr>
                                      <p:to>
                                        <p:strVal val="visible"/>
                                      </p:to>
                                    </p:set>
                                    <p:anim calcmode="lin" valueType="num">
                                      <p:cBhvr additive="base">
                                        <p:cTn id="42" dur="750" fill="hold"/>
                                        <p:tgtEl>
                                          <p:spTgt spid="48"/>
                                        </p:tgtEl>
                                        <p:attrNameLst>
                                          <p:attrName>ppt_x</p:attrName>
                                        </p:attrNameLst>
                                      </p:cBhvr>
                                      <p:tavLst>
                                        <p:tav tm="0">
                                          <p:val>
                                            <p:strVal val="#ppt_x"/>
                                          </p:val>
                                        </p:tav>
                                        <p:tav tm="100000">
                                          <p:val>
                                            <p:strVal val="#ppt_x"/>
                                          </p:val>
                                        </p:tav>
                                      </p:tavLst>
                                    </p:anim>
                                    <p:anim calcmode="lin" valueType="num">
                                      <p:cBhvr additive="base">
                                        <p:cTn id="43" dur="75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62" grpId="0"/>
      <p:bldP spid="63" grpId="0"/>
      <p:bldP spid="64" grpId="0"/>
      <p:bldP spid="65" grpId="0"/>
      <p:bldP spid="4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err="1" smtClean="0"/>
              <a:t>Introdução</a:t>
            </a:r>
            <a:r>
              <a:rPr lang="en-US" dirty="0" smtClean="0"/>
              <a:t> | </a:t>
            </a:r>
            <a:r>
              <a:rPr lang="en-US" dirty="0" err="1" smtClean="0"/>
              <a:t>Seu</a:t>
            </a:r>
            <a:r>
              <a:rPr lang="en-US" dirty="0" smtClean="0"/>
              <a:t> Office </a:t>
            </a:r>
            <a:r>
              <a:rPr lang="en-US" dirty="0" err="1" smtClean="0"/>
              <a:t>Moderno</a:t>
            </a:r>
            <a:endParaRPr lang="en-US" dirty="0"/>
          </a:p>
        </p:txBody>
      </p:sp>
      <p:grpSp>
        <p:nvGrpSpPr>
          <p:cNvPr id="10" name="Group 9"/>
          <p:cNvGrpSpPr/>
          <p:nvPr/>
        </p:nvGrpSpPr>
        <p:grpSpPr>
          <a:xfrm>
            <a:off x="407068" y="1308654"/>
            <a:ext cx="2745584" cy="3574394"/>
            <a:chOff x="493712" y="1226611"/>
            <a:chExt cx="2745942" cy="3574860"/>
          </a:xfrm>
        </p:grpSpPr>
        <p:grpSp>
          <p:nvGrpSpPr>
            <p:cNvPr id="4" name="Group 3"/>
            <p:cNvGrpSpPr/>
            <p:nvPr/>
          </p:nvGrpSpPr>
          <p:grpSpPr>
            <a:xfrm>
              <a:off x="493712" y="1226611"/>
              <a:ext cx="2745942" cy="3574860"/>
              <a:chOff x="493712" y="1226611"/>
              <a:chExt cx="2745942" cy="3574860"/>
            </a:xfrm>
          </p:grpSpPr>
          <p:sp>
            <p:nvSpPr>
              <p:cNvPr id="37" name="Rectangle 36"/>
              <p:cNvSpPr/>
              <p:nvPr/>
            </p:nvSpPr>
            <p:spPr bwMode="auto">
              <a:xfrm>
                <a:off x="493712" y="3887071"/>
                <a:ext cx="2745941" cy="914400"/>
              </a:xfrm>
              <a:prstGeom prst="rect">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t" anchorCtr="0" compatLnSpc="1">
                <a:prstTxWarp prst="textNoShape">
                  <a:avLst/>
                </a:prstTxWarp>
              </a:bodyPr>
              <a:lstStyle/>
              <a:p>
                <a:pPr defTabSz="914008" fontAlgn="base">
                  <a:lnSpc>
                    <a:spcPct val="90000"/>
                  </a:lnSpc>
                  <a:spcBef>
                    <a:spcPct val="0"/>
                  </a:spcBef>
                  <a:spcAft>
                    <a:spcPct val="0"/>
                  </a:spcAft>
                </a:pPr>
                <a:endParaRPr lang="en-US" sz="2800" dirty="0">
                  <a:gradFill>
                    <a:gsLst>
                      <a:gs pos="0">
                        <a:srgbClr val="FFFFFF"/>
                      </a:gs>
                      <a:gs pos="100000">
                        <a:srgbClr val="FFFFFF"/>
                      </a:gs>
                    </a:gsLst>
                    <a:lin ang="5400000" scaled="0"/>
                  </a:gradFill>
                  <a:latin typeface="Segoe UI Light"/>
                  <a:ea typeface="Segoe UI" pitchFamily="34" charset="0"/>
                  <a:cs typeface="Segoe UI" pitchFamily="34" charset="0"/>
                </a:endParaRPr>
              </a:p>
              <a:p>
                <a:pPr defTabSz="914008" fontAlgn="base">
                  <a:lnSpc>
                    <a:spcPct val="90000"/>
                  </a:lnSpc>
                  <a:spcBef>
                    <a:spcPct val="0"/>
                  </a:spcBef>
                  <a:spcAft>
                    <a:spcPct val="0"/>
                  </a:spcAft>
                </a:pPr>
                <a:r>
                  <a:rPr lang="en-US" sz="2800" dirty="0" err="1">
                    <a:gradFill>
                      <a:gsLst>
                        <a:gs pos="0">
                          <a:srgbClr val="FFFFFF"/>
                        </a:gs>
                        <a:gs pos="100000">
                          <a:srgbClr val="FFFFFF"/>
                        </a:gs>
                      </a:gsLst>
                      <a:lin ang="5400000" scaled="0"/>
                    </a:gradFill>
                    <a:latin typeface="Segoe UI Light"/>
                    <a:ea typeface="Segoe UI" pitchFamily="34" charset="0"/>
                    <a:cs typeface="Segoe UI" pitchFamily="34" charset="0"/>
                  </a:rPr>
                  <a:t>Dispositivos</a:t>
                </a:r>
                <a:endParaRPr lang="en-US" sz="2800" dirty="0">
                  <a:gradFill>
                    <a:gsLst>
                      <a:gs pos="0">
                        <a:srgbClr val="FFFFFF"/>
                      </a:gs>
                      <a:gs pos="100000">
                        <a:srgbClr val="FFFFFF"/>
                      </a:gs>
                    </a:gsLst>
                    <a:lin ang="5400000" scaled="0"/>
                  </a:gradFill>
                  <a:latin typeface="Segoe UI Light"/>
                  <a:ea typeface="Segoe UI" pitchFamily="34" charset="0"/>
                  <a:cs typeface="Segoe UI" pitchFamily="34" charset="0"/>
                </a:endParaRPr>
              </a:p>
            </p:txBody>
          </p:sp>
          <p:pic>
            <p:nvPicPr>
              <p:cNvPr id="38" name="Picture 37"/>
              <p:cNvPicPr>
                <a:picLocks noChangeArrowheads="1"/>
              </p:cNvPicPr>
              <p:nvPr/>
            </p:nvPicPr>
            <p:blipFill rotWithShape="1">
              <a:blip r:embed="rId3" cstate="print">
                <a:extLst>
                  <a:ext uri="{28A0092B-C50C-407E-A947-70E740481C1C}">
                    <a14:useLocalDpi xmlns:a14="http://schemas.microsoft.com/office/drawing/2010/main" val="0"/>
                  </a:ext>
                </a:extLst>
              </a:blip>
              <a:srcRect t="-408"/>
              <a:stretch/>
            </p:blipFill>
            <p:spPr bwMode="auto">
              <a:xfrm>
                <a:off x="496454" y="1226611"/>
                <a:ext cx="2743200" cy="2743200"/>
              </a:xfrm>
              <a:prstGeom prst="rect">
                <a:avLst/>
              </a:prstGeom>
              <a:noFill/>
              <a:ln>
                <a:noFill/>
              </a:ln>
              <a:effectLst/>
              <a:extLst>
                <a:ext uri="{909E8E84-426E-40DD-AFC4-6F175D3DCCD1}">
                  <a14:hiddenFill xmlns:a14="http://schemas.microsoft.com/office/drawing/2010/main">
                    <a:solidFill>
                      <a:srgbClr val="FFFFFF"/>
                    </a:solidFill>
                  </a14:hiddenFill>
                </a:ext>
              </a:extLst>
            </p:spPr>
          </p:pic>
        </p:grpSp>
        <p:pic>
          <p:nvPicPr>
            <p:cNvPr id="21" name="Picture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4876" y="4120846"/>
              <a:ext cx="823034" cy="532262"/>
            </a:xfrm>
            <a:prstGeom prst="rect">
              <a:avLst/>
            </a:prstGeom>
          </p:spPr>
        </p:pic>
      </p:grpSp>
      <p:grpSp>
        <p:nvGrpSpPr>
          <p:cNvPr id="8" name="Group 7"/>
          <p:cNvGrpSpPr/>
          <p:nvPr/>
        </p:nvGrpSpPr>
        <p:grpSpPr>
          <a:xfrm>
            <a:off x="6149047" y="1314642"/>
            <a:ext cx="2745584" cy="3575875"/>
            <a:chOff x="6219568" y="1705134"/>
            <a:chExt cx="2745942" cy="3576341"/>
          </a:xfrm>
        </p:grpSpPr>
        <p:sp>
          <p:nvSpPr>
            <p:cNvPr id="59" name="Rectangle 58"/>
            <p:cNvSpPr/>
            <p:nvPr/>
          </p:nvSpPr>
          <p:spPr bwMode="auto">
            <a:xfrm>
              <a:off x="6219569" y="4451874"/>
              <a:ext cx="2745941" cy="829601"/>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b" anchorCtr="0" compatLnSpc="1">
              <a:prstTxWarp prst="textNoShape">
                <a:avLst/>
              </a:prstTxWarp>
            </a:bodyPr>
            <a:lstStyle/>
            <a:p>
              <a:pPr defTabSz="914008" fontAlgn="base">
                <a:lnSpc>
                  <a:spcPct val="90000"/>
                </a:lnSpc>
                <a:spcBef>
                  <a:spcPct val="0"/>
                </a:spcBef>
                <a:spcAft>
                  <a:spcPct val="0"/>
                </a:spcAft>
              </a:pPr>
              <a:r>
                <a:rPr lang="en-US" sz="2800" dirty="0" err="1">
                  <a:gradFill>
                    <a:gsLst>
                      <a:gs pos="0">
                        <a:srgbClr val="FFFFFF"/>
                      </a:gs>
                      <a:gs pos="100000">
                        <a:srgbClr val="FFFFFF"/>
                      </a:gs>
                    </a:gsLst>
                    <a:lin ang="5400000" scaled="0"/>
                  </a:gradFill>
                  <a:latin typeface="Segoe UI Light"/>
                  <a:ea typeface="Segoe UI" pitchFamily="34" charset="0"/>
                  <a:cs typeface="Segoe UI" pitchFamily="34" charset="0"/>
                </a:rPr>
                <a:t>Rede</a:t>
              </a:r>
              <a:r>
                <a:rPr lang="en-US" sz="2800" dirty="0">
                  <a:gradFill>
                    <a:gsLst>
                      <a:gs pos="0">
                        <a:srgbClr val="FFFFFF"/>
                      </a:gs>
                      <a:gs pos="100000">
                        <a:srgbClr val="FFFFFF"/>
                      </a:gs>
                    </a:gsLst>
                    <a:lin ang="5400000" scaled="0"/>
                  </a:gradFill>
                  <a:latin typeface="Segoe UI Light"/>
                  <a:ea typeface="Segoe UI" pitchFamily="34" charset="0"/>
                  <a:cs typeface="Segoe UI" pitchFamily="34" charset="0"/>
                </a:rPr>
                <a:t> Social</a:t>
              </a:r>
            </a:p>
          </p:txBody>
        </p:sp>
        <p:grpSp>
          <p:nvGrpSpPr>
            <p:cNvPr id="2" name="Group 1"/>
            <p:cNvGrpSpPr/>
            <p:nvPr/>
          </p:nvGrpSpPr>
          <p:grpSpPr>
            <a:xfrm>
              <a:off x="8062754" y="4553228"/>
              <a:ext cx="639749" cy="598446"/>
              <a:chOff x="7962395" y="4519775"/>
              <a:chExt cx="639749" cy="598446"/>
            </a:xfrm>
          </p:grpSpPr>
          <p:grpSp>
            <p:nvGrpSpPr>
              <p:cNvPr id="60" name="Group 59"/>
              <p:cNvGrpSpPr/>
              <p:nvPr/>
            </p:nvGrpSpPr>
            <p:grpSpPr>
              <a:xfrm>
                <a:off x="7962395" y="4519775"/>
                <a:ext cx="639749" cy="592391"/>
                <a:chOff x="4823943" y="3934642"/>
                <a:chExt cx="639749" cy="592391"/>
              </a:xfrm>
            </p:grpSpPr>
            <p:sp>
              <p:nvSpPr>
                <p:cNvPr id="61" name="Freeform 114"/>
                <p:cNvSpPr>
                  <a:spLocks noChangeAspect="1" noEditPoints="1"/>
                </p:cNvSpPr>
                <p:nvPr/>
              </p:nvSpPr>
              <p:spPr bwMode="black">
                <a:xfrm>
                  <a:off x="5175824" y="3934642"/>
                  <a:ext cx="287868" cy="227451"/>
                </a:xfrm>
                <a:custGeom>
                  <a:avLst/>
                  <a:gdLst>
                    <a:gd name="T0" fmla="*/ 22 w 75"/>
                    <a:gd name="T1" fmla="*/ 22 h 59"/>
                    <a:gd name="T2" fmla="*/ 33 w 75"/>
                    <a:gd name="T3" fmla="*/ 11 h 59"/>
                    <a:gd name="T4" fmla="*/ 22 w 75"/>
                    <a:gd name="T5" fmla="*/ 0 h 59"/>
                    <a:gd name="T6" fmla="*/ 11 w 75"/>
                    <a:gd name="T7" fmla="*/ 11 h 59"/>
                    <a:gd name="T8" fmla="*/ 22 w 75"/>
                    <a:gd name="T9" fmla="*/ 22 h 59"/>
                    <a:gd name="T10" fmla="*/ 45 w 75"/>
                    <a:gd name="T11" fmla="*/ 22 h 59"/>
                    <a:gd name="T12" fmla="*/ 56 w 75"/>
                    <a:gd name="T13" fmla="*/ 11 h 59"/>
                    <a:gd name="T14" fmla="*/ 45 w 75"/>
                    <a:gd name="T15" fmla="*/ 0 h 59"/>
                    <a:gd name="T16" fmla="*/ 34 w 75"/>
                    <a:gd name="T17" fmla="*/ 11 h 59"/>
                    <a:gd name="T18" fmla="*/ 45 w 75"/>
                    <a:gd name="T19" fmla="*/ 22 h 59"/>
                    <a:gd name="T20" fmla="*/ 3 w 75"/>
                    <a:gd name="T21" fmla="*/ 25 h 59"/>
                    <a:gd name="T22" fmla="*/ 0 w 75"/>
                    <a:gd name="T23" fmla="*/ 27 h 59"/>
                    <a:gd name="T24" fmla="*/ 0 w 75"/>
                    <a:gd name="T25" fmla="*/ 38 h 59"/>
                    <a:gd name="T26" fmla="*/ 3 w 75"/>
                    <a:gd name="T27" fmla="*/ 41 h 59"/>
                    <a:gd name="T28" fmla="*/ 5 w 75"/>
                    <a:gd name="T29" fmla="*/ 38 h 59"/>
                    <a:gd name="T30" fmla="*/ 5 w 75"/>
                    <a:gd name="T31" fmla="*/ 27 h 59"/>
                    <a:gd name="T32" fmla="*/ 3 w 75"/>
                    <a:gd name="T33" fmla="*/ 25 h 59"/>
                    <a:gd name="T34" fmla="*/ 75 w 75"/>
                    <a:gd name="T35" fmla="*/ 23 h 59"/>
                    <a:gd name="T36" fmla="*/ 75 w 75"/>
                    <a:gd name="T37" fmla="*/ 56 h 59"/>
                    <a:gd name="T38" fmla="*/ 73 w 75"/>
                    <a:gd name="T39" fmla="*/ 57 h 59"/>
                    <a:gd name="T40" fmla="*/ 65 w 75"/>
                    <a:gd name="T41" fmla="*/ 51 h 59"/>
                    <a:gd name="T42" fmla="*/ 64 w 75"/>
                    <a:gd name="T43" fmla="*/ 49 h 59"/>
                    <a:gd name="T44" fmla="*/ 60 w 75"/>
                    <a:gd name="T45" fmla="*/ 49 h 59"/>
                    <a:gd name="T46" fmla="*/ 60 w 75"/>
                    <a:gd name="T47" fmla="*/ 56 h 59"/>
                    <a:gd name="T48" fmla="*/ 57 w 75"/>
                    <a:gd name="T49" fmla="*/ 59 h 59"/>
                    <a:gd name="T50" fmla="*/ 11 w 75"/>
                    <a:gd name="T51" fmla="*/ 59 h 59"/>
                    <a:gd name="T52" fmla="*/ 8 w 75"/>
                    <a:gd name="T53" fmla="*/ 55 h 59"/>
                    <a:gd name="T54" fmla="*/ 8 w 75"/>
                    <a:gd name="T55" fmla="*/ 27 h 59"/>
                    <a:gd name="T56" fmla="*/ 11 w 75"/>
                    <a:gd name="T57" fmla="*/ 23 h 59"/>
                    <a:gd name="T58" fmla="*/ 57 w 75"/>
                    <a:gd name="T59" fmla="*/ 23 h 59"/>
                    <a:gd name="T60" fmla="*/ 60 w 75"/>
                    <a:gd name="T61" fmla="*/ 27 h 59"/>
                    <a:gd name="T62" fmla="*/ 60 w 75"/>
                    <a:gd name="T63" fmla="*/ 30 h 59"/>
                    <a:gd name="T64" fmla="*/ 64 w 75"/>
                    <a:gd name="T65" fmla="*/ 30 h 59"/>
                    <a:gd name="T66" fmla="*/ 65 w 75"/>
                    <a:gd name="T67" fmla="*/ 29 h 59"/>
                    <a:gd name="T68" fmla="*/ 73 w 75"/>
                    <a:gd name="T69" fmla="*/ 22 h 59"/>
                    <a:gd name="T70" fmla="*/ 75 w 75"/>
                    <a:gd name="T71" fmla="*/ 2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5" h="59">
                      <a:moveTo>
                        <a:pt x="22" y="22"/>
                      </a:moveTo>
                      <a:cubicBezTo>
                        <a:pt x="28" y="22"/>
                        <a:pt x="33" y="17"/>
                        <a:pt x="33" y="11"/>
                      </a:cubicBezTo>
                      <a:cubicBezTo>
                        <a:pt x="33" y="5"/>
                        <a:pt x="28" y="0"/>
                        <a:pt x="22" y="0"/>
                      </a:cubicBezTo>
                      <a:cubicBezTo>
                        <a:pt x="16" y="0"/>
                        <a:pt x="11" y="5"/>
                        <a:pt x="11" y="11"/>
                      </a:cubicBezTo>
                      <a:cubicBezTo>
                        <a:pt x="11" y="17"/>
                        <a:pt x="16" y="22"/>
                        <a:pt x="22" y="22"/>
                      </a:cubicBezTo>
                      <a:moveTo>
                        <a:pt x="45" y="22"/>
                      </a:moveTo>
                      <a:cubicBezTo>
                        <a:pt x="51" y="22"/>
                        <a:pt x="56" y="17"/>
                        <a:pt x="56" y="11"/>
                      </a:cubicBezTo>
                      <a:cubicBezTo>
                        <a:pt x="56" y="5"/>
                        <a:pt x="51" y="0"/>
                        <a:pt x="45" y="0"/>
                      </a:cubicBezTo>
                      <a:cubicBezTo>
                        <a:pt x="39" y="0"/>
                        <a:pt x="34" y="5"/>
                        <a:pt x="34" y="11"/>
                      </a:cubicBezTo>
                      <a:cubicBezTo>
                        <a:pt x="34" y="17"/>
                        <a:pt x="39" y="22"/>
                        <a:pt x="45" y="22"/>
                      </a:cubicBezTo>
                      <a:moveTo>
                        <a:pt x="3" y="25"/>
                      </a:moveTo>
                      <a:cubicBezTo>
                        <a:pt x="1" y="25"/>
                        <a:pt x="0" y="26"/>
                        <a:pt x="0" y="27"/>
                      </a:cubicBezTo>
                      <a:cubicBezTo>
                        <a:pt x="0" y="38"/>
                        <a:pt x="0" y="38"/>
                        <a:pt x="0" y="38"/>
                      </a:cubicBezTo>
                      <a:cubicBezTo>
                        <a:pt x="0" y="39"/>
                        <a:pt x="1" y="41"/>
                        <a:pt x="3" y="41"/>
                      </a:cubicBezTo>
                      <a:cubicBezTo>
                        <a:pt x="4" y="41"/>
                        <a:pt x="5" y="39"/>
                        <a:pt x="5" y="38"/>
                      </a:cubicBezTo>
                      <a:cubicBezTo>
                        <a:pt x="5" y="27"/>
                        <a:pt x="5" y="27"/>
                        <a:pt x="5" y="27"/>
                      </a:cubicBezTo>
                      <a:cubicBezTo>
                        <a:pt x="5" y="26"/>
                        <a:pt x="4" y="25"/>
                        <a:pt x="3" y="25"/>
                      </a:cubicBezTo>
                      <a:moveTo>
                        <a:pt x="75" y="23"/>
                      </a:moveTo>
                      <a:cubicBezTo>
                        <a:pt x="75" y="56"/>
                        <a:pt x="75" y="56"/>
                        <a:pt x="75" y="56"/>
                      </a:cubicBezTo>
                      <a:cubicBezTo>
                        <a:pt x="75" y="58"/>
                        <a:pt x="74" y="58"/>
                        <a:pt x="73" y="57"/>
                      </a:cubicBezTo>
                      <a:cubicBezTo>
                        <a:pt x="65" y="51"/>
                        <a:pt x="65" y="51"/>
                        <a:pt x="65" y="51"/>
                      </a:cubicBezTo>
                      <a:cubicBezTo>
                        <a:pt x="64" y="50"/>
                        <a:pt x="64" y="50"/>
                        <a:pt x="64" y="49"/>
                      </a:cubicBezTo>
                      <a:cubicBezTo>
                        <a:pt x="60" y="49"/>
                        <a:pt x="60" y="49"/>
                        <a:pt x="60" y="49"/>
                      </a:cubicBezTo>
                      <a:cubicBezTo>
                        <a:pt x="60" y="56"/>
                        <a:pt x="60" y="56"/>
                        <a:pt x="60" y="56"/>
                      </a:cubicBezTo>
                      <a:cubicBezTo>
                        <a:pt x="60" y="58"/>
                        <a:pt x="59" y="59"/>
                        <a:pt x="57" y="59"/>
                      </a:cubicBezTo>
                      <a:cubicBezTo>
                        <a:pt x="11" y="59"/>
                        <a:pt x="11" y="59"/>
                        <a:pt x="11" y="59"/>
                      </a:cubicBezTo>
                      <a:cubicBezTo>
                        <a:pt x="9" y="59"/>
                        <a:pt x="8" y="57"/>
                        <a:pt x="8" y="55"/>
                      </a:cubicBezTo>
                      <a:cubicBezTo>
                        <a:pt x="8" y="27"/>
                        <a:pt x="8" y="27"/>
                        <a:pt x="8" y="27"/>
                      </a:cubicBezTo>
                      <a:cubicBezTo>
                        <a:pt x="8" y="25"/>
                        <a:pt x="9" y="23"/>
                        <a:pt x="11" y="23"/>
                      </a:cubicBezTo>
                      <a:cubicBezTo>
                        <a:pt x="57" y="23"/>
                        <a:pt x="57" y="23"/>
                        <a:pt x="57" y="23"/>
                      </a:cubicBezTo>
                      <a:cubicBezTo>
                        <a:pt x="59" y="23"/>
                        <a:pt x="60" y="25"/>
                        <a:pt x="60" y="27"/>
                      </a:cubicBezTo>
                      <a:cubicBezTo>
                        <a:pt x="60" y="30"/>
                        <a:pt x="60" y="30"/>
                        <a:pt x="60" y="30"/>
                      </a:cubicBezTo>
                      <a:cubicBezTo>
                        <a:pt x="64" y="30"/>
                        <a:pt x="64" y="30"/>
                        <a:pt x="64" y="30"/>
                      </a:cubicBezTo>
                      <a:cubicBezTo>
                        <a:pt x="64" y="30"/>
                        <a:pt x="64" y="29"/>
                        <a:pt x="65" y="29"/>
                      </a:cubicBezTo>
                      <a:cubicBezTo>
                        <a:pt x="73" y="22"/>
                        <a:pt x="73" y="22"/>
                        <a:pt x="73" y="22"/>
                      </a:cubicBezTo>
                      <a:cubicBezTo>
                        <a:pt x="74" y="21"/>
                        <a:pt x="75" y="21"/>
                        <a:pt x="75" y="23"/>
                      </a:cubicBezTo>
                    </a:path>
                  </a:pathLst>
                </a:custGeom>
                <a:solidFill>
                  <a:srgbClr val="FFFFFF"/>
                </a:solidFill>
                <a:ln>
                  <a:noFill/>
                </a:ln>
                <a:extLst/>
              </p:spPr>
              <p:txBody>
                <a:bodyPr vert="horz" wrap="square" lIns="91428" tIns="45714" rIns="91428" bIns="45714" numCol="1" anchor="t" anchorCtr="0" compatLnSpc="1">
                  <a:prstTxWarp prst="textNoShape">
                    <a:avLst/>
                  </a:prstTxWarp>
                </a:bodyPr>
                <a:lstStyle/>
                <a:p>
                  <a:pPr defTabSz="914272"/>
                  <a:endParaRPr lang="en-US" sz="1800">
                    <a:solidFill>
                      <a:srgbClr val="000000"/>
                    </a:solidFill>
                  </a:endParaRPr>
                </a:p>
              </p:txBody>
            </p:sp>
            <p:sp>
              <p:nvSpPr>
                <p:cNvPr id="62" name="Freeform 12"/>
                <p:cNvSpPr>
                  <a:spLocks noChangeAspect="1"/>
                </p:cNvSpPr>
                <p:nvPr/>
              </p:nvSpPr>
              <p:spPr bwMode="black">
                <a:xfrm>
                  <a:off x="5249438" y="4257751"/>
                  <a:ext cx="193895" cy="269282"/>
                </a:xfrm>
                <a:custGeom>
                  <a:avLst/>
                  <a:gdLst>
                    <a:gd name="T0" fmla="*/ 642 w 811"/>
                    <a:gd name="T1" fmla="*/ 692 h 1128"/>
                    <a:gd name="T2" fmla="*/ 499 w 811"/>
                    <a:gd name="T3" fmla="*/ 758 h 1128"/>
                    <a:gd name="T4" fmla="*/ 465 w 811"/>
                    <a:gd name="T5" fmla="*/ 735 h 1128"/>
                    <a:gd name="T6" fmla="*/ 301 w 811"/>
                    <a:gd name="T7" fmla="*/ 382 h 1128"/>
                    <a:gd name="T8" fmla="*/ 305 w 811"/>
                    <a:gd name="T9" fmla="*/ 341 h 1128"/>
                    <a:gd name="T10" fmla="*/ 459 w 811"/>
                    <a:gd name="T11" fmla="*/ 269 h 1128"/>
                    <a:gd name="T12" fmla="*/ 474 w 811"/>
                    <a:gd name="T13" fmla="*/ 232 h 1128"/>
                    <a:gd name="T14" fmla="*/ 378 w 811"/>
                    <a:gd name="T15" fmla="*/ 19 h 1128"/>
                    <a:gd name="T16" fmla="*/ 341 w 811"/>
                    <a:gd name="T17" fmla="*/ 0 h 1128"/>
                    <a:gd name="T18" fmla="*/ 236 w 811"/>
                    <a:gd name="T19" fmla="*/ 28 h 1128"/>
                    <a:gd name="T20" fmla="*/ 192 w 811"/>
                    <a:gd name="T21" fmla="*/ 49 h 1128"/>
                    <a:gd name="T22" fmla="*/ 117 w 811"/>
                    <a:gd name="T23" fmla="*/ 543 h 1128"/>
                    <a:gd name="T24" fmla="*/ 313 w 811"/>
                    <a:gd name="T25" fmla="*/ 932 h 1128"/>
                    <a:gd name="T26" fmla="*/ 686 w 811"/>
                    <a:gd name="T27" fmla="*/ 1060 h 1128"/>
                    <a:gd name="T28" fmla="*/ 730 w 811"/>
                    <a:gd name="T29" fmla="*/ 1039 h 1128"/>
                    <a:gd name="T30" fmla="*/ 789 w 811"/>
                    <a:gd name="T31" fmla="*/ 999 h 1128"/>
                    <a:gd name="T32" fmla="*/ 796 w 811"/>
                    <a:gd name="T33" fmla="*/ 944 h 1128"/>
                    <a:gd name="T34" fmla="*/ 689 w 811"/>
                    <a:gd name="T35" fmla="*/ 708 h 1128"/>
                    <a:gd name="T36" fmla="*/ 642 w 811"/>
                    <a:gd name="T37" fmla="*/ 692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11" h="1128">
                      <a:moveTo>
                        <a:pt x="642" y="692"/>
                      </a:moveTo>
                      <a:cubicBezTo>
                        <a:pt x="616" y="704"/>
                        <a:pt x="499" y="758"/>
                        <a:pt x="499" y="758"/>
                      </a:cubicBezTo>
                      <a:cubicBezTo>
                        <a:pt x="488" y="763"/>
                        <a:pt x="473" y="753"/>
                        <a:pt x="465" y="735"/>
                      </a:cubicBezTo>
                      <a:cubicBezTo>
                        <a:pt x="301" y="382"/>
                        <a:pt x="301" y="382"/>
                        <a:pt x="301" y="382"/>
                      </a:cubicBezTo>
                      <a:cubicBezTo>
                        <a:pt x="292" y="364"/>
                        <a:pt x="294" y="346"/>
                        <a:pt x="305" y="341"/>
                      </a:cubicBezTo>
                      <a:cubicBezTo>
                        <a:pt x="305" y="341"/>
                        <a:pt x="441" y="279"/>
                        <a:pt x="459" y="269"/>
                      </a:cubicBezTo>
                      <a:cubicBezTo>
                        <a:pt x="470" y="264"/>
                        <a:pt x="483" y="251"/>
                        <a:pt x="474" y="232"/>
                      </a:cubicBezTo>
                      <a:cubicBezTo>
                        <a:pt x="452" y="180"/>
                        <a:pt x="385" y="29"/>
                        <a:pt x="378" y="19"/>
                      </a:cubicBezTo>
                      <a:cubicBezTo>
                        <a:pt x="369" y="8"/>
                        <a:pt x="363" y="0"/>
                        <a:pt x="341" y="0"/>
                      </a:cubicBezTo>
                      <a:cubicBezTo>
                        <a:pt x="306" y="0"/>
                        <a:pt x="269" y="13"/>
                        <a:pt x="236" y="28"/>
                      </a:cubicBezTo>
                      <a:cubicBezTo>
                        <a:pt x="192" y="49"/>
                        <a:pt x="192" y="49"/>
                        <a:pt x="192" y="49"/>
                      </a:cubicBezTo>
                      <a:cubicBezTo>
                        <a:pt x="0" y="158"/>
                        <a:pt x="62" y="427"/>
                        <a:pt x="117" y="543"/>
                      </a:cubicBezTo>
                      <a:cubicBezTo>
                        <a:pt x="173" y="662"/>
                        <a:pt x="313" y="932"/>
                        <a:pt x="313" y="932"/>
                      </a:cubicBezTo>
                      <a:cubicBezTo>
                        <a:pt x="381" y="1070"/>
                        <a:pt x="547" y="1128"/>
                        <a:pt x="686" y="1060"/>
                      </a:cubicBezTo>
                      <a:cubicBezTo>
                        <a:pt x="730" y="1039"/>
                        <a:pt x="730" y="1039"/>
                        <a:pt x="730" y="1039"/>
                      </a:cubicBezTo>
                      <a:cubicBezTo>
                        <a:pt x="756" y="1026"/>
                        <a:pt x="769" y="1018"/>
                        <a:pt x="789" y="999"/>
                      </a:cubicBezTo>
                      <a:cubicBezTo>
                        <a:pt x="795" y="994"/>
                        <a:pt x="811" y="977"/>
                        <a:pt x="796" y="944"/>
                      </a:cubicBezTo>
                      <a:cubicBezTo>
                        <a:pt x="767" y="880"/>
                        <a:pt x="698" y="726"/>
                        <a:pt x="689" y="708"/>
                      </a:cubicBezTo>
                      <a:cubicBezTo>
                        <a:pt x="680" y="693"/>
                        <a:pt x="661" y="684"/>
                        <a:pt x="642" y="692"/>
                      </a:cubicBezTo>
                      <a:close/>
                    </a:path>
                  </a:pathLst>
                </a:custGeom>
                <a:solidFill>
                  <a:srgbClr val="FFFFFF"/>
                </a:solidFill>
                <a:ln>
                  <a:noFill/>
                </a:ln>
                <a:extLst/>
              </p:spPr>
              <p:txBody>
                <a:bodyPr vert="horz" wrap="square" lIns="82294" tIns="41148" rIns="82294" bIns="41148" numCol="1" anchor="t" anchorCtr="0" compatLnSpc="1">
                  <a:prstTxWarp prst="textNoShape">
                    <a:avLst/>
                  </a:prstTxWarp>
                </a:bodyPr>
                <a:lstStyle/>
                <a:p>
                  <a:pPr defTabSz="914272"/>
                  <a:endParaRPr lang="en-US" sz="1600">
                    <a:solidFill>
                      <a:srgbClr val="000000"/>
                    </a:solidFill>
                  </a:endParaRPr>
                </a:p>
              </p:txBody>
            </p:sp>
            <p:sp>
              <p:nvSpPr>
                <p:cNvPr id="63" name="Freeform 95"/>
                <p:cNvSpPr>
                  <a:spLocks/>
                </p:cNvSpPr>
                <p:nvPr/>
              </p:nvSpPr>
              <p:spPr bwMode="black">
                <a:xfrm>
                  <a:off x="4823943" y="3965320"/>
                  <a:ext cx="268767" cy="236704"/>
                </a:xfrm>
                <a:custGeom>
                  <a:avLst/>
                  <a:gdLst>
                    <a:gd name="T0" fmla="*/ 59 w 67"/>
                    <a:gd name="T1" fmla="*/ 0 h 67"/>
                    <a:gd name="T2" fmla="*/ 9 w 67"/>
                    <a:gd name="T3" fmla="*/ 0 h 67"/>
                    <a:gd name="T4" fmla="*/ 0 w 67"/>
                    <a:gd name="T5" fmla="*/ 9 h 67"/>
                    <a:gd name="T6" fmla="*/ 0 w 67"/>
                    <a:gd name="T7" fmla="*/ 41 h 67"/>
                    <a:gd name="T8" fmla="*/ 9 w 67"/>
                    <a:gd name="T9" fmla="*/ 50 h 67"/>
                    <a:gd name="T10" fmla="*/ 21 w 67"/>
                    <a:gd name="T11" fmla="*/ 50 h 67"/>
                    <a:gd name="T12" fmla="*/ 47 w 67"/>
                    <a:gd name="T13" fmla="*/ 67 h 67"/>
                    <a:gd name="T14" fmla="*/ 41 w 67"/>
                    <a:gd name="T15" fmla="*/ 50 h 67"/>
                    <a:gd name="T16" fmla="*/ 59 w 67"/>
                    <a:gd name="T17" fmla="*/ 50 h 67"/>
                    <a:gd name="T18" fmla="*/ 67 w 67"/>
                    <a:gd name="T19" fmla="*/ 41 h 67"/>
                    <a:gd name="T20" fmla="*/ 67 w 67"/>
                    <a:gd name="T21" fmla="*/ 9 h 67"/>
                    <a:gd name="T22" fmla="*/ 59 w 67"/>
                    <a:gd name="T2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67">
                      <a:moveTo>
                        <a:pt x="59" y="0"/>
                      </a:moveTo>
                      <a:cubicBezTo>
                        <a:pt x="9" y="0"/>
                        <a:pt x="9" y="0"/>
                        <a:pt x="9" y="0"/>
                      </a:cubicBezTo>
                      <a:cubicBezTo>
                        <a:pt x="4" y="0"/>
                        <a:pt x="0" y="4"/>
                        <a:pt x="0" y="9"/>
                      </a:cubicBezTo>
                      <a:cubicBezTo>
                        <a:pt x="0" y="41"/>
                        <a:pt x="0" y="41"/>
                        <a:pt x="0" y="41"/>
                      </a:cubicBezTo>
                      <a:cubicBezTo>
                        <a:pt x="0" y="46"/>
                        <a:pt x="4" y="50"/>
                        <a:pt x="9" y="50"/>
                      </a:cubicBezTo>
                      <a:cubicBezTo>
                        <a:pt x="21" y="50"/>
                        <a:pt x="21" y="50"/>
                        <a:pt x="21" y="50"/>
                      </a:cubicBezTo>
                      <a:cubicBezTo>
                        <a:pt x="47" y="67"/>
                        <a:pt x="47" y="67"/>
                        <a:pt x="47" y="67"/>
                      </a:cubicBezTo>
                      <a:cubicBezTo>
                        <a:pt x="41" y="50"/>
                        <a:pt x="41" y="50"/>
                        <a:pt x="41" y="50"/>
                      </a:cubicBezTo>
                      <a:cubicBezTo>
                        <a:pt x="59" y="50"/>
                        <a:pt x="59" y="50"/>
                        <a:pt x="59" y="50"/>
                      </a:cubicBezTo>
                      <a:cubicBezTo>
                        <a:pt x="63" y="50"/>
                        <a:pt x="67" y="46"/>
                        <a:pt x="67" y="41"/>
                      </a:cubicBezTo>
                      <a:cubicBezTo>
                        <a:pt x="67" y="9"/>
                        <a:pt x="67" y="9"/>
                        <a:pt x="67" y="9"/>
                      </a:cubicBezTo>
                      <a:cubicBezTo>
                        <a:pt x="67" y="4"/>
                        <a:pt x="63" y="0"/>
                        <a:pt x="59" y="0"/>
                      </a:cubicBezTo>
                    </a:path>
                  </a:pathLst>
                </a:custGeom>
                <a:solidFill>
                  <a:srgbClr val="FFFFFF"/>
                </a:solidFill>
                <a:ln>
                  <a:noFill/>
                </a:ln>
                <a:extLst/>
              </p:spPr>
              <p:txBody>
                <a:bodyPr vert="horz" wrap="square" lIns="91428" tIns="45714" rIns="91428" bIns="45714" numCol="1" anchor="t" anchorCtr="0" compatLnSpc="1">
                  <a:prstTxWarp prst="textNoShape">
                    <a:avLst/>
                  </a:prstTxWarp>
                </a:bodyPr>
                <a:lstStyle/>
                <a:p>
                  <a:pPr defTabSz="914272"/>
                  <a:endParaRPr lang="en-US" sz="1800">
                    <a:solidFill>
                      <a:srgbClr val="000000"/>
                    </a:solidFill>
                  </a:endParaRPr>
                </a:p>
              </p:txBody>
            </p:sp>
          </p:grpSp>
          <p:sp>
            <p:nvSpPr>
              <p:cNvPr id="73" name="Freeform 14"/>
              <p:cNvSpPr>
                <a:spLocks noEditPoints="1"/>
              </p:cNvSpPr>
              <p:nvPr/>
            </p:nvSpPr>
            <p:spPr bwMode="black">
              <a:xfrm>
                <a:off x="7991518" y="4859152"/>
                <a:ext cx="244800" cy="259069"/>
              </a:xfrm>
              <a:custGeom>
                <a:avLst/>
                <a:gdLst>
                  <a:gd name="T0" fmla="*/ 0 w 383"/>
                  <a:gd name="T1" fmla="*/ 378 h 405"/>
                  <a:gd name="T2" fmla="*/ 0 w 383"/>
                  <a:gd name="T3" fmla="*/ 163 h 405"/>
                  <a:gd name="T4" fmla="*/ 39 w 383"/>
                  <a:gd name="T5" fmla="*/ 163 h 405"/>
                  <a:gd name="T6" fmla="*/ 39 w 383"/>
                  <a:gd name="T7" fmla="*/ 378 h 405"/>
                  <a:gd name="T8" fmla="*/ 0 w 383"/>
                  <a:gd name="T9" fmla="*/ 378 h 405"/>
                  <a:gd name="T10" fmla="*/ 357 w 383"/>
                  <a:gd name="T11" fmla="*/ 158 h 405"/>
                  <a:gd name="T12" fmla="*/ 263 w 383"/>
                  <a:gd name="T13" fmla="*/ 156 h 405"/>
                  <a:gd name="T14" fmla="*/ 286 w 383"/>
                  <a:gd name="T15" fmla="*/ 97 h 405"/>
                  <a:gd name="T16" fmla="*/ 260 w 383"/>
                  <a:gd name="T17" fmla="*/ 0 h 405"/>
                  <a:gd name="T18" fmla="*/ 233 w 383"/>
                  <a:gd name="T19" fmla="*/ 26 h 405"/>
                  <a:gd name="T20" fmla="*/ 131 w 383"/>
                  <a:gd name="T21" fmla="*/ 145 h 405"/>
                  <a:gd name="T22" fmla="*/ 59 w 383"/>
                  <a:gd name="T23" fmla="*/ 185 h 405"/>
                  <a:gd name="T24" fmla="*/ 59 w 383"/>
                  <a:gd name="T25" fmla="*/ 364 h 405"/>
                  <a:gd name="T26" fmla="*/ 162 w 383"/>
                  <a:gd name="T27" fmla="*/ 405 h 405"/>
                  <a:gd name="T28" fmla="*/ 276 w 383"/>
                  <a:gd name="T29" fmla="*/ 403 h 405"/>
                  <a:gd name="T30" fmla="*/ 305 w 383"/>
                  <a:gd name="T31" fmla="*/ 377 h 405"/>
                  <a:gd name="T32" fmla="*/ 291 w 383"/>
                  <a:gd name="T33" fmla="*/ 351 h 405"/>
                  <a:gd name="T34" fmla="*/ 291 w 383"/>
                  <a:gd name="T35" fmla="*/ 351 h 405"/>
                  <a:gd name="T36" fmla="*/ 290 w 383"/>
                  <a:gd name="T37" fmla="*/ 351 h 405"/>
                  <a:gd name="T38" fmla="*/ 286 w 383"/>
                  <a:gd name="T39" fmla="*/ 346 h 405"/>
                  <a:gd name="T40" fmla="*/ 291 w 383"/>
                  <a:gd name="T41" fmla="*/ 340 h 405"/>
                  <a:gd name="T42" fmla="*/ 302 w 383"/>
                  <a:gd name="T43" fmla="*/ 340 h 405"/>
                  <a:gd name="T44" fmla="*/ 331 w 383"/>
                  <a:gd name="T45" fmla="*/ 314 h 405"/>
                  <a:gd name="T46" fmla="*/ 317 w 383"/>
                  <a:gd name="T47" fmla="*/ 288 h 405"/>
                  <a:gd name="T48" fmla="*/ 317 w 383"/>
                  <a:gd name="T49" fmla="*/ 288 h 405"/>
                  <a:gd name="T50" fmla="*/ 316 w 383"/>
                  <a:gd name="T51" fmla="*/ 287 h 405"/>
                  <a:gd name="T52" fmla="*/ 312 w 383"/>
                  <a:gd name="T53" fmla="*/ 282 h 405"/>
                  <a:gd name="T54" fmla="*/ 317 w 383"/>
                  <a:gd name="T55" fmla="*/ 277 h 405"/>
                  <a:gd name="T56" fmla="*/ 328 w 383"/>
                  <a:gd name="T57" fmla="*/ 276 h 405"/>
                  <a:gd name="T58" fmla="*/ 357 w 383"/>
                  <a:gd name="T59" fmla="*/ 250 h 405"/>
                  <a:gd name="T60" fmla="*/ 343 w 383"/>
                  <a:gd name="T61" fmla="*/ 225 h 405"/>
                  <a:gd name="T62" fmla="*/ 343 w 383"/>
                  <a:gd name="T63" fmla="*/ 225 h 405"/>
                  <a:gd name="T64" fmla="*/ 342 w 383"/>
                  <a:gd name="T65" fmla="*/ 224 h 405"/>
                  <a:gd name="T66" fmla="*/ 338 w 383"/>
                  <a:gd name="T67" fmla="*/ 219 h 405"/>
                  <a:gd name="T68" fmla="*/ 343 w 383"/>
                  <a:gd name="T69" fmla="*/ 213 h 405"/>
                  <a:gd name="T70" fmla="*/ 354 w 383"/>
                  <a:gd name="T71" fmla="*/ 213 h 405"/>
                  <a:gd name="T72" fmla="*/ 383 w 383"/>
                  <a:gd name="T73" fmla="*/ 187 h 405"/>
                  <a:gd name="T74" fmla="*/ 357 w 383"/>
                  <a:gd name="T75" fmla="*/ 158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3" h="405">
                    <a:moveTo>
                      <a:pt x="0" y="378"/>
                    </a:moveTo>
                    <a:cubicBezTo>
                      <a:pt x="0" y="163"/>
                      <a:pt x="0" y="163"/>
                      <a:pt x="0" y="163"/>
                    </a:cubicBezTo>
                    <a:cubicBezTo>
                      <a:pt x="39" y="163"/>
                      <a:pt x="39" y="163"/>
                      <a:pt x="39" y="163"/>
                    </a:cubicBezTo>
                    <a:cubicBezTo>
                      <a:pt x="39" y="378"/>
                      <a:pt x="39" y="378"/>
                      <a:pt x="39" y="378"/>
                    </a:cubicBezTo>
                    <a:cubicBezTo>
                      <a:pt x="0" y="378"/>
                      <a:pt x="0" y="378"/>
                      <a:pt x="0" y="378"/>
                    </a:cubicBezTo>
                    <a:close/>
                    <a:moveTo>
                      <a:pt x="357" y="158"/>
                    </a:moveTo>
                    <a:cubicBezTo>
                      <a:pt x="357" y="158"/>
                      <a:pt x="309" y="157"/>
                      <a:pt x="263" y="156"/>
                    </a:cubicBezTo>
                    <a:cubicBezTo>
                      <a:pt x="271" y="137"/>
                      <a:pt x="281" y="113"/>
                      <a:pt x="286" y="97"/>
                    </a:cubicBezTo>
                    <a:cubicBezTo>
                      <a:pt x="295" y="65"/>
                      <a:pt x="299" y="1"/>
                      <a:pt x="260" y="0"/>
                    </a:cubicBezTo>
                    <a:cubicBezTo>
                      <a:pt x="245" y="0"/>
                      <a:pt x="233" y="11"/>
                      <a:pt x="233" y="26"/>
                    </a:cubicBezTo>
                    <a:cubicBezTo>
                      <a:pt x="233" y="83"/>
                      <a:pt x="197" y="131"/>
                      <a:pt x="131" y="145"/>
                    </a:cubicBezTo>
                    <a:cubicBezTo>
                      <a:pt x="100" y="152"/>
                      <a:pt x="69" y="169"/>
                      <a:pt x="59" y="185"/>
                    </a:cubicBezTo>
                    <a:cubicBezTo>
                      <a:pt x="59" y="223"/>
                      <a:pt x="59" y="364"/>
                      <a:pt x="59" y="364"/>
                    </a:cubicBezTo>
                    <a:cubicBezTo>
                      <a:pt x="59" y="364"/>
                      <a:pt x="127" y="405"/>
                      <a:pt x="162" y="405"/>
                    </a:cubicBezTo>
                    <a:cubicBezTo>
                      <a:pt x="163" y="405"/>
                      <a:pt x="276" y="403"/>
                      <a:pt x="276" y="403"/>
                    </a:cubicBezTo>
                    <a:cubicBezTo>
                      <a:pt x="291" y="404"/>
                      <a:pt x="304" y="392"/>
                      <a:pt x="305" y="377"/>
                    </a:cubicBezTo>
                    <a:cubicBezTo>
                      <a:pt x="305" y="366"/>
                      <a:pt x="300" y="356"/>
                      <a:pt x="291" y="351"/>
                    </a:cubicBezTo>
                    <a:cubicBezTo>
                      <a:pt x="291" y="351"/>
                      <a:pt x="291" y="351"/>
                      <a:pt x="291" y="351"/>
                    </a:cubicBezTo>
                    <a:cubicBezTo>
                      <a:pt x="290" y="351"/>
                      <a:pt x="290" y="351"/>
                      <a:pt x="290" y="351"/>
                    </a:cubicBezTo>
                    <a:cubicBezTo>
                      <a:pt x="287" y="350"/>
                      <a:pt x="286" y="348"/>
                      <a:pt x="286" y="346"/>
                    </a:cubicBezTo>
                    <a:cubicBezTo>
                      <a:pt x="286" y="342"/>
                      <a:pt x="288" y="340"/>
                      <a:pt x="291" y="340"/>
                    </a:cubicBezTo>
                    <a:cubicBezTo>
                      <a:pt x="302" y="340"/>
                      <a:pt x="302" y="340"/>
                      <a:pt x="302" y="340"/>
                    </a:cubicBezTo>
                    <a:cubicBezTo>
                      <a:pt x="317" y="340"/>
                      <a:pt x="330" y="329"/>
                      <a:pt x="331" y="314"/>
                    </a:cubicBezTo>
                    <a:cubicBezTo>
                      <a:pt x="331" y="303"/>
                      <a:pt x="326" y="293"/>
                      <a:pt x="317" y="288"/>
                    </a:cubicBezTo>
                    <a:cubicBezTo>
                      <a:pt x="317" y="288"/>
                      <a:pt x="317" y="288"/>
                      <a:pt x="317" y="288"/>
                    </a:cubicBezTo>
                    <a:cubicBezTo>
                      <a:pt x="316" y="288"/>
                      <a:pt x="316" y="288"/>
                      <a:pt x="316" y="287"/>
                    </a:cubicBezTo>
                    <a:cubicBezTo>
                      <a:pt x="313" y="287"/>
                      <a:pt x="312" y="285"/>
                      <a:pt x="312" y="282"/>
                    </a:cubicBezTo>
                    <a:cubicBezTo>
                      <a:pt x="312" y="279"/>
                      <a:pt x="314" y="277"/>
                      <a:pt x="317" y="277"/>
                    </a:cubicBezTo>
                    <a:cubicBezTo>
                      <a:pt x="328" y="276"/>
                      <a:pt x="328" y="276"/>
                      <a:pt x="328" y="276"/>
                    </a:cubicBezTo>
                    <a:cubicBezTo>
                      <a:pt x="343" y="277"/>
                      <a:pt x="356" y="265"/>
                      <a:pt x="357" y="250"/>
                    </a:cubicBezTo>
                    <a:cubicBezTo>
                      <a:pt x="357" y="239"/>
                      <a:pt x="352" y="229"/>
                      <a:pt x="343" y="225"/>
                    </a:cubicBezTo>
                    <a:cubicBezTo>
                      <a:pt x="343" y="225"/>
                      <a:pt x="343" y="225"/>
                      <a:pt x="343" y="225"/>
                    </a:cubicBezTo>
                    <a:cubicBezTo>
                      <a:pt x="342" y="224"/>
                      <a:pt x="342" y="224"/>
                      <a:pt x="342" y="224"/>
                    </a:cubicBezTo>
                    <a:cubicBezTo>
                      <a:pt x="339" y="223"/>
                      <a:pt x="338" y="221"/>
                      <a:pt x="338" y="219"/>
                    </a:cubicBezTo>
                    <a:cubicBezTo>
                      <a:pt x="338" y="216"/>
                      <a:pt x="340" y="213"/>
                      <a:pt x="343" y="213"/>
                    </a:cubicBezTo>
                    <a:cubicBezTo>
                      <a:pt x="354" y="213"/>
                      <a:pt x="354" y="213"/>
                      <a:pt x="354" y="213"/>
                    </a:cubicBezTo>
                    <a:cubicBezTo>
                      <a:pt x="369" y="214"/>
                      <a:pt x="382" y="202"/>
                      <a:pt x="383" y="187"/>
                    </a:cubicBezTo>
                    <a:cubicBezTo>
                      <a:pt x="383" y="172"/>
                      <a:pt x="374" y="159"/>
                      <a:pt x="357" y="158"/>
                    </a:cubicBezTo>
                    <a:close/>
                  </a:path>
                </a:pathLst>
              </a:custGeom>
              <a:solidFill>
                <a:srgbClr val="FFFFFF"/>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82291" tIns="41146" rIns="82291" bIns="41146" numCol="1" rtlCol="0" anchor="ctr" anchorCtr="0" compatLnSpc="1">
                <a:prstTxWarp prst="textNoShape">
                  <a:avLst/>
                </a:prstTxWarp>
              </a:bodyPr>
              <a:lstStyle/>
              <a:p>
                <a:pPr defTabSz="740666"/>
                <a:endParaRPr lang="en-US" sz="1000" spc="-122">
                  <a:solidFill>
                    <a:srgbClr val="000000">
                      <a:lumMod val="50000"/>
                    </a:srgbClr>
                  </a:solidFill>
                  <a:latin typeface="Segoe Light" pitchFamily="34" charset="0"/>
                </a:endParaRPr>
              </a:p>
            </p:txBody>
          </p:sp>
        </p:grpSp>
        <p:pic>
          <p:nvPicPr>
            <p:cNvPr id="5122" name="Picture 2" descr="C:\Users\v-junyo\Documents\Jun_Mesh\Microsoft Files\DesignTools\Brand Photos\Office Brand - No_exp\NEW\OFF12_Joi_01.png"/>
            <p:cNvPicPr>
              <a:picLocks noChangeAspect="1" noChangeArrowheads="1"/>
            </p:cNvPicPr>
            <p:nvPr/>
          </p:nvPicPr>
          <p:blipFill rotWithShape="1">
            <a:blip r:embed="rId5">
              <a:extLst>
                <a:ext uri="{28A0092B-C50C-407E-A947-70E740481C1C}">
                  <a14:useLocalDpi xmlns:a14="http://schemas.microsoft.com/office/drawing/2010/main" val="0"/>
                </a:ext>
              </a:extLst>
            </a:blip>
            <a:srcRect/>
            <a:stretch/>
          </p:blipFill>
          <p:spPr bwMode="auto">
            <a:xfrm>
              <a:off x="6219568" y="1705134"/>
              <a:ext cx="2745941" cy="27467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Group 4"/>
          <p:cNvGrpSpPr/>
          <p:nvPr/>
        </p:nvGrpSpPr>
        <p:grpSpPr>
          <a:xfrm>
            <a:off x="3278062" y="1314644"/>
            <a:ext cx="2745583" cy="3568412"/>
            <a:chOff x="3365076" y="1232597"/>
            <a:chExt cx="2745941" cy="3568877"/>
          </a:xfrm>
        </p:grpSpPr>
        <p:pic>
          <p:nvPicPr>
            <p:cNvPr id="39" name="Picture 4" descr="http://farm7.staticflickr.com/6198/6149648253_a3f453cb9e_z.jpg"/>
            <p:cNvPicPr>
              <a:picLocks noChangeAspect="1" noChangeArrowheads="1"/>
            </p:cNvPicPr>
            <p:nvPr/>
          </p:nvPicPr>
          <p:blipFill rotWithShape="1">
            <a:blip r:embed="rId6">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val="0"/>
                </a:ext>
              </a:extLst>
            </a:blip>
            <a:srcRect l="1" t="5733" r="18331" b="39762"/>
            <a:stretch/>
          </p:blipFill>
          <p:spPr bwMode="auto">
            <a:xfrm>
              <a:off x="3365076" y="1232597"/>
              <a:ext cx="2745941" cy="2746738"/>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p:cNvGrpSpPr/>
            <p:nvPr/>
          </p:nvGrpSpPr>
          <p:grpSpPr>
            <a:xfrm>
              <a:off x="3365076" y="3979336"/>
              <a:ext cx="2745941" cy="822138"/>
              <a:chOff x="3346615" y="4451875"/>
              <a:chExt cx="2745941" cy="822138"/>
            </a:xfrm>
          </p:grpSpPr>
          <p:sp>
            <p:nvSpPr>
              <p:cNvPr id="53" name="Rectangle 52"/>
              <p:cNvSpPr/>
              <p:nvPr/>
            </p:nvSpPr>
            <p:spPr bwMode="auto">
              <a:xfrm>
                <a:off x="3346615" y="4451875"/>
                <a:ext cx="2745941" cy="822138"/>
              </a:xfrm>
              <a:prstGeom prst="rect">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b" anchorCtr="0" compatLnSpc="1">
                <a:prstTxWarp prst="textNoShape">
                  <a:avLst/>
                </a:prstTxWarp>
              </a:bodyPr>
              <a:lstStyle/>
              <a:p>
                <a:pPr defTabSz="914008" fontAlgn="base">
                  <a:lnSpc>
                    <a:spcPct val="90000"/>
                  </a:lnSpc>
                  <a:spcBef>
                    <a:spcPct val="0"/>
                  </a:spcBef>
                  <a:spcAft>
                    <a:spcPct val="0"/>
                  </a:spcAft>
                </a:pPr>
                <a:r>
                  <a:rPr lang="en-US" sz="2800" dirty="0" err="1">
                    <a:gradFill>
                      <a:gsLst>
                        <a:gs pos="0">
                          <a:srgbClr val="FFFFFF"/>
                        </a:gs>
                        <a:gs pos="100000">
                          <a:srgbClr val="FFFFFF"/>
                        </a:gs>
                      </a:gsLst>
                      <a:lin ang="5400000" scaled="0"/>
                    </a:gradFill>
                    <a:latin typeface="Segoe UI Light"/>
                    <a:ea typeface="Segoe UI" pitchFamily="34" charset="0"/>
                    <a:cs typeface="Segoe UI" pitchFamily="34" charset="0"/>
                  </a:rPr>
                  <a:t>Nuvem</a:t>
                </a:r>
                <a:endParaRPr lang="en-US" sz="2800" dirty="0">
                  <a:gradFill>
                    <a:gsLst>
                      <a:gs pos="0">
                        <a:srgbClr val="FFFFFF"/>
                      </a:gs>
                      <a:gs pos="100000">
                        <a:srgbClr val="FFFFFF"/>
                      </a:gs>
                    </a:gsLst>
                    <a:lin ang="5400000" scaled="0"/>
                  </a:gradFill>
                  <a:latin typeface="Segoe UI Light"/>
                  <a:ea typeface="Segoe UI" pitchFamily="34" charset="0"/>
                  <a:cs typeface="Segoe UI" pitchFamily="34" charset="0"/>
                </a:endParaRPr>
              </a:p>
            </p:txBody>
          </p:sp>
          <p:pic>
            <p:nvPicPr>
              <p:cNvPr id="72" name="Picture 71" descr="C:\Users\chrisw\Desktop\Cloud Services 3.png"/>
              <p:cNvPicPr>
                <a:picLocks noChangeAspect="1" noChangeArrowheads="1"/>
              </p:cNvPicPr>
              <p:nvPr/>
            </p:nvPicPr>
            <p:blipFill>
              <a:blip r:embed="rId8" cstate="print">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black">
              <a:xfrm>
                <a:off x="4936006" y="4538785"/>
                <a:ext cx="904219" cy="623474"/>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0" name="Rectangle 29"/>
          <p:cNvSpPr/>
          <p:nvPr/>
        </p:nvSpPr>
        <p:spPr bwMode="auto">
          <a:xfrm>
            <a:off x="398121" y="4891993"/>
            <a:ext cx="2738262" cy="1898940"/>
          </a:xfrm>
          <a:prstGeom prst="rect">
            <a:avLst/>
          </a:prstGeom>
          <a:no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28" tIns="182856" rIns="91424" bIns="91428" numCol="1" rtlCol="0" anchor="t" anchorCtr="0" compatLnSpc="1">
            <a:prstTxWarp prst="textNoShape">
              <a:avLst/>
            </a:prstTxWarp>
          </a:bodyPr>
          <a:lstStyle/>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ea typeface="Segoe UI" pitchFamily="34" charset="0"/>
                <a:cs typeface="Segoe UI" pitchFamily="34" charset="0"/>
              </a:rPr>
              <a:t>Experiência rápida e fluida c/ o toque, caneta, mouse e teclado</a:t>
            </a:r>
          </a:p>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ea typeface="Segoe UI" pitchFamily="34" charset="0"/>
                <a:cs typeface="Segoe UI" pitchFamily="34" charset="0"/>
              </a:rPr>
              <a:t>Toques otimizados para </a:t>
            </a:r>
            <a:r>
              <a:rPr lang="pt-BR" sz="1600" spc="-70" dirty="0" err="1">
                <a:gradFill>
                  <a:gsLst>
                    <a:gs pos="100000">
                      <a:srgbClr val="797A7D"/>
                    </a:gs>
                    <a:gs pos="0">
                      <a:srgbClr val="797A7D"/>
                    </a:gs>
                  </a:gsLst>
                  <a:lin ang="5400000" scaled="0"/>
                </a:gradFill>
                <a:ea typeface="Segoe UI" pitchFamily="34" charset="0"/>
                <a:cs typeface="Segoe UI" pitchFamily="34" charset="0"/>
              </a:rPr>
              <a:t>Apps</a:t>
            </a:r>
            <a:r>
              <a:rPr lang="pt-BR" sz="1600" spc="-70" dirty="0">
                <a:gradFill>
                  <a:gsLst>
                    <a:gs pos="100000">
                      <a:srgbClr val="797A7D"/>
                    </a:gs>
                    <a:gs pos="0">
                      <a:srgbClr val="797A7D"/>
                    </a:gs>
                  </a:gsLst>
                  <a:lin ang="5400000" scaled="0"/>
                </a:gradFill>
                <a:ea typeface="Segoe UI" pitchFamily="34" charset="0"/>
                <a:cs typeface="Segoe UI" pitchFamily="34" charset="0"/>
              </a:rPr>
              <a:t> do Windows 8</a:t>
            </a:r>
          </a:p>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ea typeface="Segoe UI" pitchFamily="34" charset="0"/>
                <a:cs typeface="Segoe UI" pitchFamily="34" charset="0"/>
              </a:rPr>
              <a:t>Suporte para Windows Phone, </a:t>
            </a:r>
            <a:r>
              <a:rPr lang="pt-BR" sz="1600" spc="-70" dirty="0" err="1">
                <a:gradFill>
                  <a:gsLst>
                    <a:gs pos="100000">
                      <a:srgbClr val="797A7D"/>
                    </a:gs>
                    <a:gs pos="0">
                      <a:srgbClr val="797A7D"/>
                    </a:gs>
                  </a:gsLst>
                  <a:lin ang="5400000" scaled="0"/>
                </a:gradFill>
                <a:ea typeface="Segoe UI" pitchFamily="34" charset="0"/>
                <a:cs typeface="Segoe UI" pitchFamily="34" charset="0"/>
              </a:rPr>
              <a:t>iOS</a:t>
            </a:r>
            <a:r>
              <a:rPr lang="pt-BR" sz="1600" spc="-70" dirty="0">
                <a:gradFill>
                  <a:gsLst>
                    <a:gs pos="100000">
                      <a:srgbClr val="797A7D"/>
                    </a:gs>
                    <a:gs pos="0">
                      <a:srgbClr val="797A7D"/>
                    </a:gs>
                  </a:gsLst>
                  <a:lin ang="5400000" scaled="0"/>
                </a:gradFill>
                <a:ea typeface="Segoe UI" pitchFamily="34" charset="0"/>
                <a:cs typeface="Segoe UI" pitchFamily="34" charset="0"/>
              </a:rPr>
              <a:t> e </a:t>
            </a:r>
            <a:r>
              <a:rPr lang="pt-BR" sz="1600" spc="-70" dirty="0" err="1">
                <a:gradFill>
                  <a:gsLst>
                    <a:gs pos="100000">
                      <a:srgbClr val="797A7D"/>
                    </a:gs>
                    <a:gs pos="0">
                      <a:srgbClr val="797A7D"/>
                    </a:gs>
                  </a:gsLst>
                  <a:lin ang="5400000" scaled="0"/>
                </a:gradFill>
                <a:ea typeface="Segoe UI" pitchFamily="34" charset="0"/>
                <a:cs typeface="Segoe UI" pitchFamily="34" charset="0"/>
              </a:rPr>
              <a:t>Android</a:t>
            </a:r>
            <a:endParaRPr lang="en-US" sz="1600" spc="-70" dirty="0">
              <a:gradFill>
                <a:gsLst>
                  <a:gs pos="100000">
                    <a:srgbClr val="797A7D"/>
                  </a:gs>
                  <a:gs pos="0">
                    <a:srgbClr val="797A7D"/>
                  </a:gs>
                </a:gsLst>
                <a:lin ang="5400000" scaled="0"/>
              </a:gradFill>
              <a:ea typeface="Segoe UI" pitchFamily="34" charset="0"/>
              <a:cs typeface="Segoe UI" pitchFamily="34" charset="0"/>
            </a:endParaRPr>
          </a:p>
        </p:txBody>
      </p:sp>
      <p:sp>
        <p:nvSpPr>
          <p:cNvPr id="31" name="Rectangle 30"/>
          <p:cNvSpPr/>
          <p:nvPr/>
        </p:nvSpPr>
        <p:spPr bwMode="auto">
          <a:xfrm>
            <a:off x="3266669" y="4891994"/>
            <a:ext cx="2353638" cy="1963439"/>
          </a:xfrm>
          <a:prstGeom prst="rect">
            <a:avLst/>
          </a:prstGeom>
          <a:no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28" tIns="182856" rIns="91424" bIns="91428" numCol="1" rtlCol="0" anchor="t" anchorCtr="0" compatLnSpc="1">
            <a:prstTxWarp prst="textNoShape">
              <a:avLst/>
            </a:prstTxWarp>
          </a:bodyPr>
          <a:lstStyle/>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ea typeface="Segoe UI" pitchFamily="34" charset="0"/>
                <a:cs typeface="Segoe UI" pitchFamily="34" charset="0"/>
              </a:rPr>
              <a:t>Office sob demanda, roaming e </a:t>
            </a:r>
            <a:r>
              <a:rPr lang="pt-BR" sz="1600" spc="-70" dirty="0" err="1">
                <a:gradFill>
                  <a:gsLst>
                    <a:gs pos="100000">
                      <a:srgbClr val="797A7D"/>
                    </a:gs>
                    <a:gs pos="0">
                      <a:srgbClr val="797A7D"/>
                    </a:gs>
                  </a:gsLst>
                  <a:lin ang="5400000" scaled="0"/>
                </a:gradFill>
                <a:ea typeface="Segoe UI" pitchFamily="34" charset="0"/>
                <a:cs typeface="Segoe UI" pitchFamily="34" charset="0"/>
              </a:rPr>
              <a:t>up</a:t>
            </a:r>
            <a:r>
              <a:rPr lang="pt-BR" sz="1600" spc="-70" dirty="0">
                <a:gradFill>
                  <a:gsLst>
                    <a:gs pos="100000">
                      <a:srgbClr val="797A7D"/>
                    </a:gs>
                    <a:gs pos="0">
                      <a:srgbClr val="797A7D"/>
                    </a:gs>
                  </a:gsLst>
                  <a:lin ang="5400000" scaled="0"/>
                </a:gradFill>
                <a:ea typeface="Segoe UI" pitchFamily="34" charset="0"/>
                <a:cs typeface="Segoe UI" pitchFamily="34" charset="0"/>
              </a:rPr>
              <a:t>-</a:t>
            </a:r>
            <a:r>
              <a:rPr lang="pt-BR" sz="1600" spc="-70" dirty="0" err="1">
                <a:gradFill>
                  <a:gsLst>
                    <a:gs pos="100000">
                      <a:srgbClr val="797A7D"/>
                    </a:gs>
                    <a:gs pos="0">
                      <a:srgbClr val="797A7D"/>
                    </a:gs>
                  </a:gsLst>
                  <a:lin ang="5400000" scaled="0"/>
                </a:gradFill>
                <a:ea typeface="Segoe UI" pitchFamily="34" charset="0"/>
                <a:cs typeface="Segoe UI" pitchFamily="34" charset="0"/>
              </a:rPr>
              <a:t>to</a:t>
            </a:r>
            <a:r>
              <a:rPr lang="pt-BR" sz="1600" spc="-70" dirty="0">
                <a:gradFill>
                  <a:gsLst>
                    <a:gs pos="100000">
                      <a:srgbClr val="797A7D"/>
                    </a:gs>
                    <a:gs pos="0">
                      <a:srgbClr val="797A7D"/>
                    </a:gs>
                  </a:gsLst>
                  <a:lin ang="5400000" scaled="0"/>
                </a:gradFill>
                <a:ea typeface="Segoe UI" pitchFamily="34" charset="0"/>
                <a:cs typeface="Segoe UI" pitchFamily="34" charset="0"/>
              </a:rPr>
              <a:t>-date</a:t>
            </a:r>
          </a:p>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ea typeface="Segoe UI" pitchFamily="34" charset="0"/>
                <a:cs typeface="Segoe UI" pitchFamily="34" charset="0"/>
              </a:rPr>
              <a:t>Novo modelo de desenvolvimento p/ </a:t>
            </a:r>
            <a:r>
              <a:rPr lang="pt-BR" sz="1600" spc="-70" dirty="0" err="1">
                <a:gradFill>
                  <a:gsLst>
                    <a:gs pos="100000">
                      <a:srgbClr val="797A7D"/>
                    </a:gs>
                    <a:gs pos="0">
                      <a:srgbClr val="797A7D"/>
                    </a:gs>
                  </a:gsLst>
                  <a:lin ang="5400000" scaled="0"/>
                </a:gradFill>
                <a:ea typeface="Segoe UI" pitchFamily="34" charset="0"/>
                <a:cs typeface="Segoe UI" pitchFamily="34" charset="0"/>
              </a:rPr>
              <a:t>Apps</a:t>
            </a:r>
            <a:endParaRPr lang="pt-BR" sz="1600" spc="-70" dirty="0">
              <a:gradFill>
                <a:gsLst>
                  <a:gs pos="100000">
                    <a:srgbClr val="797A7D"/>
                  </a:gs>
                  <a:gs pos="0">
                    <a:srgbClr val="797A7D"/>
                  </a:gs>
                </a:gsLst>
                <a:lin ang="5400000" scaled="0"/>
              </a:gradFill>
              <a:ea typeface="Segoe UI" pitchFamily="34" charset="0"/>
              <a:cs typeface="Segoe UI" pitchFamily="34" charset="0"/>
            </a:endParaRPr>
          </a:p>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ea typeface="Segoe UI" pitchFamily="34" charset="0"/>
                <a:cs typeface="Segoe UI" pitchFamily="34" charset="0"/>
              </a:rPr>
              <a:t>Alto grau de confiabilidade e padrões</a:t>
            </a:r>
            <a:endParaRPr lang="en-US" sz="1600" spc="-70" dirty="0">
              <a:gradFill>
                <a:gsLst>
                  <a:gs pos="100000">
                    <a:srgbClr val="797A7D"/>
                  </a:gs>
                  <a:gs pos="0">
                    <a:srgbClr val="797A7D"/>
                  </a:gs>
                </a:gsLst>
                <a:lin ang="5400000" scaled="0"/>
              </a:gradFill>
              <a:ea typeface="Segoe UI" pitchFamily="34" charset="0"/>
              <a:cs typeface="Segoe UI" pitchFamily="34" charset="0"/>
            </a:endParaRPr>
          </a:p>
        </p:txBody>
      </p:sp>
      <p:sp>
        <p:nvSpPr>
          <p:cNvPr id="33" name="Rectangle 32"/>
          <p:cNvSpPr/>
          <p:nvPr/>
        </p:nvSpPr>
        <p:spPr bwMode="auto">
          <a:xfrm>
            <a:off x="6133517" y="4891989"/>
            <a:ext cx="2685909" cy="1898941"/>
          </a:xfrm>
          <a:prstGeom prst="rect">
            <a:avLst/>
          </a:prstGeom>
          <a:no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1428" tIns="182856" rIns="91424" bIns="91428" numCol="1" rtlCol="0" anchor="t" anchorCtr="0" compatLnSpc="1">
            <a:prstTxWarp prst="textNoShape">
              <a:avLst/>
            </a:prstTxWarp>
          </a:bodyPr>
          <a:lstStyle/>
          <a:p>
            <a:pPr defTabSz="914008" fontAlgn="base">
              <a:lnSpc>
                <a:spcPct val="90000"/>
              </a:lnSpc>
              <a:spcBef>
                <a:spcPct val="0"/>
              </a:spcBef>
              <a:spcAft>
                <a:spcPts val="1200"/>
              </a:spcAft>
            </a:pPr>
            <a:r>
              <a:rPr lang="en-US" sz="1600" spc="-70" dirty="0">
                <a:gradFill>
                  <a:gsLst>
                    <a:gs pos="100000">
                      <a:srgbClr val="797A7D"/>
                    </a:gs>
                    <a:gs pos="0">
                      <a:srgbClr val="797A7D"/>
                    </a:gs>
                  </a:gsLst>
                  <a:lin ang="5400000" scaled="0"/>
                </a:gradFill>
                <a:ea typeface="Segoe UI" pitchFamily="34" charset="0"/>
                <a:cs typeface="Segoe UI" pitchFamily="34" charset="0"/>
              </a:rPr>
              <a:t>Newsfeeds e microblogging, </a:t>
            </a:r>
            <a:r>
              <a:rPr lang="en-US" sz="1600" spc="-70" dirty="0" err="1">
                <a:gradFill>
                  <a:gsLst>
                    <a:gs pos="100000">
                      <a:srgbClr val="797A7D"/>
                    </a:gs>
                    <a:gs pos="0">
                      <a:srgbClr val="797A7D"/>
                    </a:gs>
                  </a:gsLst>
                  <a:lin ang="5400000" scaled="0"/>
                </a:gradFill>
                <a:ea typeface="Segoe UI" pitchFamily="34" charset="0"/>
                <a:cs typeface="Segoe UI" pitchFamily="34" charset="0"/>
              </a:rPr>
              <a:t>extendido</a:t>
            </a:r>
            <a:r>
              <a:rPr lang="en-US" sz="1600" spc="-70" dirty="0">
                <a:gradFill>
                  <a:gsLst>
                    <a:gs pos="100000">
                      <a:srgbClr val="797A7D"/>
                    </a:gs>
                    <a:gs pos="0">
                      <a:srgbClr val="797A7D"/>
                    </a:gs>
                  </a:gsLst>
                  <a:lin ang="5400000" scaled="0"/>
                </a:gradFill>
                <a:ea typeface="Segoe UI" pitchFamily="34" charset="0"/>
                <a:cs typeface="Segoe UI" pitchFamily="34" charset="0"/>
              </a:rPr>
              <a:t> com SharePoint</a:t>
            </a:r>
          </a:p>
          <a:p>
            <a:pPr defTabSz="914008" fontAlgn="base">
              <a:lnSpc>
                <a:spcPct val="90000"/>
              </a:lnSpc>
              <a:spcBef>
                <a:spcPct val="0"/>
              </a:spcBef>
              <a:spcAft>
                <a:spcPts val="1200"/>
              </a:spcAft>
            </a:pPr>
            <a:r>
              <a:rPr lang="en-US" sz="1600" spc="-70" dirty="0" err="1">
                <a:gradFill>
                  <a:gsLst>
                    <a:gs pos="100000">
                      <a:srgbClr val="797A7D"/>
                    </a:gs>
                    <a:gs pos="0">
                      <a:srgbClr val="797A7D"/>
                    </a:gs>
                  </a:gsLst>
                  <a:lin ang="5400000" scaled="0"/>
                </a:gradFill>
                <a:ea typeface="Segoe UI" pitchFamily="34" charset="0"/>
                <a:cs typeface="Segoe UI" pitchFamily="34" charset="0"/>
              </a:rPr>
              <a:t>Capacidades</a:t>
            </a:r>
            <a:r>
              <a:rPr lang="en-US" sz="1600" spc="-70" dirty="0">
                <a:gradFill>
                  <a:gsLst>
                    <a:gs pos="100000">
                      <a:srgbClr val="797A7D"/>
                    </a:gs>
                    <a:gs pos="0">
                      <a:srgbClr val="797A7D"/>
                    </a:gs>
                  </a:gsLst>
                  <a:lin ang="5400000" scaled="0"/>
                </a:gradFill>
                <a:ea typeface="Segoe UI" pitchFamily="34" charset="0"/>
                <a:cs typeface="Segoe UI" pitchFamily="34" charset="0"/>
              </a:rPr>
              <a:t> </a:t>
            </a:r>
            <a:r>
              <a:rPr lang="en-US" sz="1600" spc="-70" dirty="0" err="1">
                <a:gradFill>
                  <a:gsLst>
                    <a:gs pos="100000">
                      <a:srgbClr val="797A7D"/>
                    </a:gs>
                    <a:gs pos="0">
                      <a:srgbClr val="797A7D"/>
                    </a:gs>
                  </a:gsLst>
                  <a:lin ang="5400000" scaled="0"/>
                </a:gradFill>
                <a:ea typeface="Segoe UI" pitchFamily="34" charset="0"/>
                <a:cs typeface="Segoe UI" pitchFamily="34" charset="0"/>
              </a:rPr>
              <a:t>sociais</a:t>
            </a:r>
            <a:r>
              <a:rPr lang="en-US" sz="1600" spc="-70" dirty="0">
                <a:gradFill>
                  <a:gsLst>
                    <a:gs pos="100000">
                      <a:srgbClr val="797A7D"/>
                    </a:gs>
                    <a:gs pos="0">
                      <a:srgbClr val="797A7D"/>
                    </a:gs>
                  </a:gsLst>
                  <a:lin ang="5400000" scaled="0"/>
                </a:gradFill>
                <a:ea typeface="Segoe UI" pitchFamily="34" charset="0"/>
                <a:cs typeface="Segoe UI" pitchFamily="34" charset="0"/>
              </a:rPr>
              <a:t> </a:t>
            </a:r>
            <a:r>
              <a:rPr lang="en-US" sz="1600" spc="-70" dirty="0" err="1">
                <a:gradFill>
                  <a:gsLst>
                    <a:gs pos="100000">
                      <a:srgbClr val="797A7D"/>
                    </a:gs>
                    <a:gs pos="0">
                      <a:srgbClr val="797A7D"/>
                    </a:gs>
                  </a:gsLst>
                  <a:lin ang="5400000" scaled="0"/>
                </a:gradFill>
                <a:ea typeface="Segoe UI" pitchFamily="34" charset="0"/>
                <a:cs typeface="Segoe UI" pitchFamily="34" charset="0"/>
              </a:rPr>
              <a:t>difundidas</a:t>
            </a:r>
            <a:r>
              <a:rPr lang="en-US" sz="1600" spc="-70" dirty="0">
                <a:gradFill>
                  <a:gsLst>
                    <a:gs pos="100000">
                      <a:srgbClr val="797A7D"/>
                    </a:gs>
                    <a:gs pos="0">
                      <a:srgbClr val="797A7D"/>
                    </a:gs>
                  </a:gsLst>
                  <a:lin ang="5400000" scaled="0"/>
                </a:gradFill>
                <a:ea typeface="Segoe UI" pitchFamily="34" charset="0"/>
                <a:cs typeface="Segoe UI" pitchFamily="34" charset="0"/>
              </a:rPr>
              <a:t> </a:t>
            </a:r>
            <a:r>
              <a:rPr lang="en-US" sz="1600" spc="-70" dirty="0" err="1">
                <a:gradFill>
                  <a:gsLst>
                    <a:gs pos="100000">
                      <a:srgbClr val="797A7D"/>
                    </a:gs>
                    <a:gs pos="0">
                      <a:srgbClr val="797A7D"/>
                    </a:gs>
                  </a:gsLst>
                  <a:lin ang="5400000" scaled="0"/>
                </a:gradFill>
                <a:ea typeface="Segoe UI" pitchFamily="34" charset="0"/>
                <a:cs typeface="Segoe UI" pitchFamily="34" charset="0"/>
              </a:rPr>
              <a:t>através</a:t>
            </a:r>
            <a:r>
              <a:rPr lang="en-US" sz="1600" spc="-70" dirty="0">
                <a:gradFill>
                  <a:gsLst>
                    <a:gs pos="100000">
                      <a:srgbClr val="797A7D"/>
                    </a:gs>
                    <a:gs pos="0">
                      <a:srgbClr val="797A7D"/>
                    </a:gs>
                  </a:gsLst>
                  <a:lin ang="5400000" scaled="0"/>
                </a:gradFill>
                <a:ea typeface="Segoe UI" pitchFamily="34" charset="0"/>
                <a:cs typeface="Segoe UI" pitchFamily="34" charset="0"/>
              </a:rPr>
              <a:t> do Office</a:t>
            </a:r>
          </a:p>
          <a:p>
            <a:pPr defTabSz="914008" fontAlgn="base">
              <a:lnSpc>
                <a:spcPct val="90000"/>
              </a:lnSpc>
              <a:spcBef>
                <a:spcPct val="0"/>
              </a:spcBef>
              <a:spcAft>
                <a:spcPts val="1200"/>
              </a:spcAft>
            </a:pPr>
            <a:r>
              <a:rPr lang="en-US" sz="1600" spc="-70" dirty="0" err="1">
                <a:gradFill>
                  <a:gsLst>
                    <a:gs pos="100000">
                      <a:srgbClr val="797A7D"/>
                    </a:gs>
                    <a:gs pos="0">
                      <a:srgbClr val="797A7D"/>
                    </a:gs>
                  </a:gsLst>
                  <a:lin ang="5400000" scaled="0"/>
                </a:gradFill>
                <a:ea typeface="Segoe UI" pitchFamily="34" charset="0"/>
                <a:cs typeface="Segoe UI" pitchFamily="34" charset="0"/>
              </a:rPr>
              <a:t>Vídeo</a:t>
            </a:r>
            <a:r>
              <a:rPr lang="en-US" sz="1600" spc="-70" dirty="0">
                <a:gradFill>
                  <a:gsLst>
                    <a:gs pos="100000">
                      <a:srgbClr val="797A7D"/>
                    </a:gs>
                    <a:gs pos="0">
                      <a:srgbClr val="797A7D"/>
                    </a:gs>
                  </a:gsLst>
                  <a:lin ang="5400000" scaled="0"/>
                </a:gradFill>
                <a:ea typeface="Segoe UI" pitchFamily="34" charset="0"/>
                <a:cs typeface="Segoe UI" pitchFamily="34" charset="0"/>
              </a:rPr>
              <a:t> HD </a:t>
            </a:r>
            <a:r>
              <a:rPr lang="en-US" sz="1600" spc="-70" dirty="0" err="1">
                <a:gradFill>
                  <a:gsLst>
                    <a:gs pos="100000">
                      <a:srgbClr val="797A7D"/>
                    </a:gs>
                    <a:gs pos="0">
                      <a:srgbClr val="797A7D"/>
                    </a:gs>
                  </a:gsLst>
                  <a:lin ang="5400000" scaled="0"/>
                </a:gradFill>
                <a:ea typeface="Segoe UI" pitchFamily="34" charset="0"/>
                <a:cs typeface="Segoe UI" pitchFamily="34" charset="0"/>
              </a:rPr>
              <a:t>multipartidário</a:t>
            </a:r>
            <a:r>
              <a:rPr lang="en-US" sz="1600" spc="-70" dirty="0">
                <a:gradFill>
                  <a:gsLst>
                    <a:gs pos="100000">
                      <a:srgbClr val="797A7D"/>
                    </a:gs>
                    <a:gs pos="0">
                      <a:srgbClr val="797A7D"/>
                    </a:gs>
                  </a:gsLst>
                  <a:lin ang="5400000" scaled="0"/>
                </a:gradFill>
                <a:ea typeface="Segoe UI" pitchFamily="34" charset="0"/>
                <a:cs typeface="Segoe UI" pitchFamily="34" charset="0"/>
              </a:rPr>
              <a:t> e </a:t>
            </a:r>
            <a:r>
              <a:rPr lang="en-US" sz="1600" spc="-70" dirty="0" err="1">
                <a:gradFill>
                  <a:gsLst>
                    <a:gs pos="100000">
                      <a:srgbClr val="797A7D"/>
                    </a:gs>
                    <a:gs pos="0">
                      <a:srgbClr val="797A7D"/>
                    </a:gs>
                  </a:gsLst>
                  <a:lin ang="5400000" scaled="0"/>
                </a:gradFill>
                <a:ea typeface="Segoe UI" pitchFamily="34" charset="0"/>
                <a:cs typeface="Segoe UI" pitchFamily="34" charset="0"/>
              </a:rPr>
              <a:t>federação</a:t>
            </a:r>
            <a:r>
              <a:rPr lang="en-US" sz="1600" spc="-70" dirty="0">
                <a:gradFill>
                  <a:gsLst>
                    <a:gs pos="100000">
                      <a:srgbClr val="797A7D"/>
                    </a:gs>
                    <a:gs pos="0">
                      <a:srgbClr val="797A7D"/>
                    </a:gs>
                  </a:gsLst>
                  <a:lin ang="5400000" scaled="0"/>
                </a:gradFill>
                <a:ea typeface="Segoe UI" pitchFamily="34" charset="0"/>
                <a:cs typeface="Segoe UI" pitchFamily="34" charset="0"/>
              </a:rPr>
              <a:t> com Skype</a:t>
            </a:r>
          </a:p>
        </p:txBody>
      </p:sp>
      <p:sp>
        <p:nvSpPr>
          <p:cNvPr id="34" name="Rectangle 33"/>
          <p:cNvSpPr/>
          <p:nvPr/>
        </p:nvSpPr>
        <p:spPr bwMode="auto">
          <a:xfrm>
            <a:off x="9024916" y="4891994"/>
            <a:ext cx="2582452" cy="1809049"/>
          </a:xfrm>
          <a:prstGeom prst="rect">
            <a:avLst/>
          </a:prstGeom>
          <a:no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182856" rIns="91424" bIns="91428" numCol="1" rtlCol="0" anchor="t" anchorCtr="0" compatLnSpc="1">
            <a:prstTxWarp prst="textNoShape">
              <a:avLst/>
            </a:prstTxWarp>
          </a:bodyPr>
          <a:lstStyle/>
          <a:p>
            <a:pPr defTabSz="914008" fontAlgn="base">
              <a:lnSpc>
                <a:spcPct val="90000"/>
              </a:lnSpc>
              <a:spcBef>
                <a:spcPct val="0"/>
              </a:spcBef>
              <a:spcAft>
                <a:spcPts val="1200"/>
              </a:spcAft>
            </a:pPr>
            <a:r>
              <a:rPr lang="en-US" sz="1600" spc="-70" dirty="0">
                <a:gradFill>
                  <a:gsLst>
                    <a:gs pos="100000">
                      <a:srgbClr val="797A7D"/>
                    </a:gs>
                    <a:gs pos="0">
                      <a:srgbClr val="797A7D"/>
                    </a:gs>
                  </a:gsLst>
                  <a:lin ang="5400000" scaled="0"/>
                </a:gradFill>
                <a:ea typeface="Segoe UI" pitchFamily="34" charset="0"/>
                <a:cs typeface="Segoe UI" pitchFamily="34" charset="0"/>
              </a:rPr>
              <a:t>DLP, </a:t>
            </a:r>
            <a:r>
              <a:rPr lang="en-US" sz="1600" spc="-70" dirty="0" err="1">
                <a:gradFill>
                  <a:gsLst>
                    <a:gs pos="100000">
                      <a:srgbClr val="797A7D"/>
                    </a:gs>
                    <a:gs pos="0">
                      <a:srgbClr val="797A7D"/>
                    </a:gs>
                  </a:gsLst>
                  <a:lin ang="5400000" scaled="0"/>
                </a:gradFill>
                <a:ea typeface="Segoe UI" pitchFamily="34" charset="0"/>
                <a:cs typeface="Segoe UI" pitchFamily="34" charset="0"/>
              </a:rPr>
              <a:t>retenção</a:t>
            </a:r>
            <a:r>
              <a:rPr lang="en-US" sz="1600" spc="-70" dirty="0">
                <a:gradFill>
                  <a:gsLst>
                    <a:gs pos="100000">
                      <a:srgbClr val="797A7D"/>
                    </a:gs>
                    <a:gs pos="0">
                      <a:srgbClr val="797A7D"/>
                    </a:gs>
                  </a:gsLst>
                  <a:lin ang="5400000" scaled="0"/>
                </a:gradFill>
                <a:ea typeface="Segoe UI" pitchFamily="34" charset="0"/>
                <a:cs typeface="Segoe UI" pitchFamily="34" charset="0"/>
              </a:rPr>
              <a:t> de dados e </a:t>
            </a:r>
            <a:r>
              <a:rPr lang="en-US" sz="1600" spc="-70" dirty="0" err="1">
                <a:gradFill>
                  <a:gsLst>
                    <a:gs pos="100000">
                      <a:srgbClr val="797A7D"/>
                    </a:gs>
                    <a:gs pos="0">
                      <a:srgbClr val="797A7D"/>
                    </a:gs>
                  </a:gsLst>
                  <a:lin ang="5400000" scaled="0"/>
                </a:gradFill>
                <a:ea typeface="Segoe UI" pitchFamily="34" charset="0"/>
                <a:cs typeface="Segoe UI" pitchFamily="34" charset="0"/>
              </a:rPr>
              <a:t>descoberta</a:t>
            </a:r>
            <a:r>
              <a:rPr lang="en-US" sz="1600" spc="-70" dirty="0">
                <a:gradFill>
                  <a:gsLst>
                    <a:gs pos="100000">
                      <a:srgbClr val="797A7D"/>
                    </a:gs>
                    <a:gs pos="0">
                      <a:srgbClr val="797A7D"/>
                    </a:gs>
                  </a:gsLst>
                  <a:lin ang="5400000" scaled="0"/>
                </a:gradFill>
                <a:ea typeface="Segoe UI" pitchFamily="34" charset="0"/>
                <a:cs typeface="Segoe UI" pitchFamily="34" charset="0"/>
              </a:rPr>
              <a:t> </a:t>
            </a:r>
            <a:r>
              <a:rPr lang="en-US" sz="1600" spc="-70" dirty="0" err="1">
                <a:gradFill>
                  <a:gsLst>
                    <a:gs pos="100000">
                      <a:srgbClr val="797A7D"/>
                    </a:gs>
                    <a:gs pos="0">
                      <a:srgbClr val="797A7D"/>
                    </a:gs>
                  </a:gsLst>
                  <a:lin ang="5400000" scaled="0"/>
                </a:gradFill>
                <a:ea typeface="Segoe UI" pitchFamily="34" charset="0"/>
                <a:cs typeface="Segoe UI" pitchFamily="34" charset="0"/>
              </a:rPr>
              <a:t>eletrônica</a:t>
            </a:r>
            <a:endParaRPr lang="en-US" sz="1600" spc="-70" dirty="0">
              <a:gradFill>
                <a:gsLst>
                  <a:gs pos="100000">
                    <a:srgbClr val="797A7D"/>
                  </a:gs>
                  <a:gs pos="0">
                    <a:srgbClr val="797A7D"/>
                  </a:gs>
                </a:gsLst>
                <a:lin ang="5400000" scaled="0"/>
              </a:gradFill>
              <a:ea typeface="Segoe UI" pitchFamily="34" charset="0"/>
              <a:cs typeface="Segoe UI" pitchFamily="34" charset="0"/>
            </a:endParaRPr>
          </a:p>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ea typeface="Segoe UI" pitchFamily="34" charset="0"/>
                <a:cs typeface="Segoe UI" pitchFamily="34" charset="0"/>
              </a:rPr>
              <a:t>Modelo de implantação reimaginado</a:t>
            </a:r>
          </a:p>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ea typeface="Segoe UI" pitchFamily="34" charset="0"/>
                <a:cs typeface="Segoe UI" pitchFamily="34" charset="0"/>
              </a:rPr>
              <a:t>Experiência de gestão comum através do Office 365</a:t>
            </a:r>
            <a:endParaRPr lang="en-US" sz="1600" spc="-70" dirty="0">
              <a:gradFill>
                <a:gsLst>
                  <a:gs pos="100000">
                    <a:srgbClr val="797A7D"/>
                  </a:gs>
                  <a:gs pos="0">
                    <a:srgbClr val="797A7D"/>
                  </a:gs>
                </a:gsLst>
                <a:lin ang="5400000" scaled="0"/>
              </a:gradFill>
              <a:ea typeface="Segoe UI" pitchFamily="34" charset="0"/>
              <a:cs typeface="Segoe UI" pitchFamily="34" charset="0"/>
            </a:endParaRPr>
          </a:p>
        </p:txBody>
      </p:sp>
      <p:grpSp>
        <p:nvGrpSpPr>
          <p:cNvPr id="3" name="Group 2"/>
          <p:cNvGrpSpPr/>
          <p:nvPr/>
        </p:nvGrpSpPr>
        <p:grpSpPr>
          <a:xfrm>
            <a:off x="9020042" y="1314637"/>
            <a:ext cx="2745583" cy="3566493"/>
            <a:chOff x="9107804" y="1232595"/>
            <a:chExt cx="2745941" cy="3566958"/>
          </a:xfrm>
        </p:grpSpPr>
        <p:grpSp>
          <p:nvGrpSpPr>
            <p:cNvPr id="6" name="Group 5"/>
            <p:cNvGrpSpPr/>
            <p:nvPr/>
          </p:nvGrpSpPr>
          <p:grpSpPr>
            <a:xfrm>
              <a:off x="9107804" y="1232595"/>
              <a:ext cx="2745941" cy="3566958"/>
              <a:chOff x="9107804" y="1705134"/>
              <a:chExt cx="2745941" cy="3566958"/>
            </a:xfrm>
          </p:grpSpPr>
          <p:sp>
            <p:nvSpPr>
              <p:cNvPr id="65" name="Rectangle 64"/>
              <p:cNvSpPr/>
              <p:nvPr/>
            </p:nvSpPr>
            <p:spPr bwMode="auto">
              <a:xfrm>
                <a:off x="9107804" y="4451873"/>
                <a:ext cx="2745941" cy="820219"/>
              </a:xfrm>
              <a:prstGeom prst="rect">
                <a:avLst/>
              </a:prstGeom>
              <a:solidFill>
                <a:schemeClr val="tx2"/>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b" anchorCtr="0" compatLnSpc="1">
                <a:prstTxWarp prst="textNoShape">
                  <a:avLst/>
                </a:prstTxWarp>
              </a:bodyPr>
              <a:lstStyle/>
              <a:p>
                <a:pPr defTabSz="914008" fontAlgn="base">
                  <a:lnSpc>
                    <a:spcPct val="90000"/>
                  </a:lnSpc>
                  <a:spcBef>
                    <a:spcPct val="0"/>
                  </a:spcBef>
                  <a:spcAft>
                    <a:spcPct val="0"/>
                  </a:spcAft>
                </a:pPr>
                <a:r>
                  <a:rPr lang="en-US" sz="2800" dirty="0" err="1">
                    <a:gradFill>
                      <a:gsLst>
                        <a:gs pos="0">
                          <a:srgbClr val="FFFFFF"/>
                        </a:gs>
                        <a:gs pos="100000">
                          <a:srgbClr val="FFFFFF"/>
                        </a:gs>
                      </a:gsLst>
                      <a:lin ang="5400000" scaled="0"/>
                    </a:gradFill>
                    <a:latin typeface="Segoe UI Light"/>
                    <a:ea typeface="Segoe UI" pitchFamily="34" charset="0"/>
                    <a:cs typeface="Segoe UI" pitchFamily="34" charset="0"/>
                  </a:rPr>
                  <a:t>Controle</a:t>
                </a:r>
                <a:endParaRPr lang="en-US" sz="2800" dirty="0">
                  <a:gradFill>
                    <a:gsLst>
                      <a:gs pos="0">
                        <a:srgbClr val="FFFFFF"/>
                      </a:gs>
                      <a:gs pos="100000">
                        <a:srgbClr val="FFFFFF"/>
                      </a:gs>
                    </a:gsLst>
                    <a:lin ang="5400000" scaled="0"/>
                  </a:gradFill>
                  <a:latin typeface="Segoe UI Light"/>
                  <a:ea typeface="Segoe UI" pitchFamily="34" charset="0"/>
                  <a:cs typeface="Segoe UI" pitchFamily="34" charset="0"/>
                </a:endParaRPr>
              </a:p>
            </p:txBody>
          </p:sp>
          <p:pic>
            <p:nvPicPr>
              <p:cNvPr id="5123" name="Picture 3" descr="C:\Users\v-junyo\Documents\Jun_Mesh\Microsoft Files\DesignTools\Brand Photos\Windows 7\Commercial\COMMERCIAL\WIN12_Kiki_01.png"/>
              <p:cNvPicPr>
                <a:picLocks noChangeAspect="1" noChangeArrowheads="1"/>
              </p:cNvPicPr>
              <p:nvPr/>
            </p:nvPicPr>
            <p:blipFill rotWithShape="1">
              <a:blip r:embed="rId10">
                <a:extLst>
                  <a:ext uri="{28A0092B-C50C-407E-A947-70E740481C1C}">
                    <a14:useLocalDpi xmlns:a14="http://schemas.microsoft.com/office/drawing/2010/main" val="0"/>
                  </a:ext>
                </a:extLst>
              </a:blip>
              <a:srcRect/>
              <a:stretch/>
            </p:blipFill>
            <p:spPr bwMode="auto">
              <a:xfrm>
                <a:off x="9107804" y="1705134"/>
                <a:ext cx="2745941" cy="2746739"/>
              </a:xfrm>
              <a:prstGeom prst="rect">
                <a:avLst/>
              </a:prstGeom>
              <a:noFill/>
              <a:extLst>
                <a:ext uri="{909E8E84-426E-40DD-AFC4-6F175D3DCCD1}">
                  <a14:hiddenFill xmlns:a14="http://schemas.microsoft.com/office/drawing/2010/main">
                    <a:solidFill>
                      <a:srgbClr val="FFFFFF"/>
                    </a:solidFill>
                  </a14:hiddenFill>
                </a:ext>
              </a:extLst>
            </p:spPr>
          </p:pic>
        </p:grpSp>
        <p:pic>
          <p:nvPicPr>
            <p:cNvPr id="35" name="Picture 7" descr="\\MAGNUM\Projects\Microsoft\Cloud Power FY12\Design\ICONS_PNG\Secure.png"/>
            <p:cNvPicPr>
              <a:picLocks noChangeAspect="1" noChangeArrowheads="1"/>
            </p:cNvPicPr>
            <p:nvPr/>
          </p:nvPicPr>
          <p:blipFill>
            <a:blip r:embed="rId11" cstate="print">
              <a:biLevel thresh="25000"/>
              <a:extLst>
                <a:ext uri="{28A0092B-C50C-407E-A947-70E740481C1C}">
                  <a14:useLocalDpi xmlns:a14="http://schemas.microsoft.com/office/drawing/2010/main" val="0"/>
                </a:ext>
              </a:extLst>
            </a:blip>
            <a:srcRect/>
            <a:stretch>
              <a:fillRect/>
            </a:stretch>
          </p:blipFill>
          <p:spPr bwMode="auto">
            <a:xfrm>
              <a:off x="11054479" y="3968185"/>
              <a:ext cx="799266" cy="799266"/>
            </a:xfrm>
            <a:prstGeom prst="rect">
              <a:avLst/>
            </a:prstGeom>
            <a:noFill/>
          </p:spPr>
        </p:pic>
      </p:grpSp>
    </p:spTree>
    <p:extLst>
      <p:ext uri="{BB962C8B-B14F-4D97-AF65-F5344CB8AC3E}">
        <p14:creationId xmlns:p14="http://schemas.microsoft.com/office/powerpoint/2010/main" val="1693674455"/>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decel="100000" fill="hold" nodeType="withEffect">
                                  <p:stCondLst>
                                    <p:cond delay="5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1000" fill="hold"/>
                                        <p:tgtEl>
                                          <p:spTgt spid="8"/>
                                        </p:tgtEl>
                                        <p:attrNameLst>
                                          <p:attrName>ppt_x</p:attrName>
                                        </p:attrNameLst>
                                      </p:cBhvr>
                                      <p:tavLst>
                                        <p:tav tm="0">
                                          <p:val>
                                            <p:strVal val="#ppt_x"/>
                                          </p:val>
                                        </p:tav>
                                        <p:tav tm="100000">
                                          <p:val>
                                            <p:strVal val="#ppt_x"/>
                                          </p:val>
                                        </p:tav>
                                      </p:tavLst>
                                    </p:anim>
                                    <p:anim calcmode="lin" valueType="num">
                                      <p:cBhvr additive="base">
                                        <p:cTn id="16" dur="10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decel="100000" fill="hold" nodeType="withEffect">
                                  <p:stCondLst>
                                    <p:cond delay="75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000" fill="hold"/>
                                        <p:tgtEl>
                                          <p:spTgt spid="3"/>
                                        </p:tgtEl>
                                        <p:attrNameLst>
                                          <p:attrName>ppt_x</p:attrName>
                                        </p:attrNameLst>
                                      </p:cBhvr>
                                      <p:tavLst>
                                        <p:tav tm="0">
                                          <p:val>
                                            <p:strVal val="#ppt_x"/>
                                          </p:val>
                                        </p:tav>
                                        <p:tav tm="100000">
                                          <p:val>
                                            <p:strVal val="#ppt_x"/>
                                          </p:val>
                                        </p:tav>
                                      </p:tavLst>
                                    </p:anim>
                                    <p:anim calcmode="lin" valueType="num">
                                      <p:cBhvr additive="base">
                                        <p:cTn id="20" dur="1000" fill="hold"/>
                                        <p:tgtEl>
                                          <p:spTgt spid="3"/>
                                        </p:tgtEl>
                                        <p:attrNameLst>
                                          <p:attrName>ppt_y</p:attrName>
                                        </p:attrNameLst>
                                      </p:cBhvr>
                                      <p:tavLst>
                                        <p:tav tm="0">
                                          <p:val>
                                            <p:strVal val="1+#ppt_h/2"/>
                                          </p:val>
                                        </p:tav>
                                        <p:tav tm="100000">
                                          <p:val>
                                            <p:strVal val="#ppt_y"/>
                                          </p:val>
                                        </p:tav>
                                      </p:tavLst>
                                    </p:anim>
                                  </p:childTnLst>
                                </p:cTn>
                              </p:par>
                            </p:childTnLst>
                          </p:cTn>
                        </p:par>
                        <p:par>
                          <p:cTn id="21" fill="hold">
                            <p:stCondLst>
                              <p:cond delay="1750"/>
                            </p:stCondLst>
                            <p:childTnLst>
                              <p:par>
                                <p:cTn id="22" presetID="10" presetClass="entr" presetSubtype="0" fill="hold" grpId="0" nodeType="after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30"/>
                                        </p:tgtEl>
                                      </p:cBhvr>
                                    </p:animEffect>
                                    <p:set>
                                      <p:cBhvr>
                                        <p:cTn id="29" dur="1" fill="hold">
                                          <p:stCondLst>
                                            <p:cond delay="499"/>
                                          </p:stCondLst>
                                        </p:cTn>
                                        <p:tgtEl>
                                          <p:spTgt spid="30"/>
                                        </p:tgtEl>
                                        <p:attrNameLst>
                                          <p:attrName>style.visibility</p:attrName>
                                        </p:attrNameLst>
                                      </p:cBhvr>
                                      <p:to>
                                        <p:strVal val="hidden"/>
                                      </p:to>
                                    </p:se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31"/>
                                        </p:tgtEl>
                                      </p:cBhvr>
                                    </p:animEffect>
                                    <p:set>
                                      <p:cBhvr>
                                        <p:cTn id="37" dur="1" fill="hold">
                                          <p:stCondLst>
                                            <p:cond delay="499"/>
                                          </p:stCondLst>
                                        </p:cTn>
                                        <p:tgtEl>
                                          <p:spTgt spid="31"/>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33"/>
                                        </p:tgtEl>
                                      </p:cBhvr>
                                    </p:animEffect>
                                    <p:set>
                                      <p:cBhvr>
                                        <p:cTn id="45" dur="1" fill="hold">
                                          <p:stCondLst>
                                            <p:cond delay="499"/>
                                          </p:stCondLst>
                                        </p:cTn>
                                        <p:tgtEl>
                                          <p:spTgt spid="33"/>
                                        </p:tgtEl>
                                        <p:attrNameLst>
                                          <p:attrName>style.visibility</p:attrName>
                                        </p:attrNameLst>
                                      </p:cBhvr>
                                      <p:to>
                                        <p:strVal val="hidden"/>
                                      </p:to>
                                    </p:set>
                                  </p:childTnLst>
                                </p:cTn>
                              </p:par>
                              <p:par>
                                <p:cTn id="46" presetID="10" presetClass="entr" presetSubtype="0"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31" grpId="0"/>
      <p:bldP spid="31" grpId="1"/>
      <p:bldP spid="33" grpId="0"/>
      <p:bldP spid="33" grpId="1"/>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rrowheads="1"/>
          </p:cNvPicPr>
          <p:nvPr/>
        </p:nvPicPr>
        <p:blipFill rotWithShape="1">
          <a:blip r:embed="rId2">
            <a:extLst>
              <a:ext uri="{28A0092B-C50C-407E-A947-70E740481C1C}">
                <a14:useLocalDpi xmlns:a14="http://schemas.microsoft.com/office/drawing/2010/main" val="0"/>
              </a:ext>
            </a:extLst>
          </a:blip>
          <a:srcRect l="-54" r="484"/>
          <a:stretch/>
        </p:blipFill>
        <p:spPr bwMode="auto">
          <a:xfrm>
            <a:off x="-14061" y="68136"/>
            <a:ext cx="12206286" cy="6871173"/>
          </a:xfrm>
          <a:prstGeom prst="rect">
            <a:avLst/>
          </a:prstGeom>
          <a:noFill/>
          <a:ln>
            <a:noFill/>
          </a:ln>
          <a:effectLst/>
          <a:extLst>
            <a:ext uri="{909E8E84-426E-40DD-AFC4-6F175D3DCCD1}">
              <a14:hiddenFill xmlns:a14="http://schemas.microsoft.com/office/drawing/2010/main">
                <a:solidFill>
                  <a:srgbClr val="FFFFFF"/>
                </a:solidFill>
              </a14:hiddenFill>
            </a:ext>
          </a:extLst>
        </p:spPr>
      </p:pic>
      <p:sp>
        <p:nvSpPr>
          <p:cNvPr id="3" name="Rectangle 2"/>
          <p:cNvSpPr/>
          <p:nvPr/>
        </p:nvSpPr>
        <p:spPr bwMode="auto">
          <a:xfrm>
            <a:off x="-14065" y="3348218"/>
            <a:ext cx="12220351" cy="3607066"/>
          </a:xfrm>
          <a:prstGeom prst="rect">
            <a:avLst/>
          </a:prstGeom>
          <a:gradFill>
            <a:gsLst>
              <a:gs pos="0">
                <a:srgbClr val="000000">
                  <a:alpha val="0"/>
                </a:srgbClr>
              </a:gs>
              <a:gs pos="100000">
                <a:srgbClr val="000000">
                  <a:alpha val="66667"/>
                </a:srgbClr>
              </a:gs>
            </a:gsLst>
            <a:lin ang="5400000" scaled="0"/>
          </a:gra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24" tIns="45712" rIns="91424" bIns="45712"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algn="ctr" defTabSz="91400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4" name="TextBox 3"/>
          <p:cNvSpPr txBox="1"/>
          <p:nvPr/>
        </p:nvSpPr>
        <p:spPr>
          <a:xfrm>
            <a:off x="2098387" y="5313528"/>
            <a:ext cx="9376161" cy="1025788"/>
          </a:xfrm>
          <a:prstGeom prst="rect">
            <a:avLst/>
          </a:prstGeom>
        </p:spPr>
        <p:txBody>
          <a:bodyPr vert="horz" wrap="square" lIns="0" tIns="0" rIns="0" bIns="0"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r">
              <a:lnSpc>
                <a:spcPts val="7999"/>
              </a:lnSpc>
            </a:pPr>
            <a:r>
              <a:rPr lang="en-US" sz="7999" spc="-100" dirty="0" err="1">
                <a:ln w="3175">
                  <a:noFill/>
                </a:ln>
                <a:gradFill>
                  <a:gsLst>
                    <a:gs pos="0">
                      <a:srgbClr val="FFFFFF"/>
                    </a:gs>
                    <a:gs pos="100000">
                      <a:srgbClr val="FFFFFF"/>
                    </a:gs>
                  </a:gsLst>
                  <a:lin ang="5400000" scaled="0"/>
                </a:gradFill>
                <a:latin typeface="Segoe UI Light"/>
                <a:cs typeface="Segoe Light"/>
              </a:rPr>
              <a:t>Dispositivos</a:t>
            </a:r>
            <a:endParaRPr lang="en-US" sz="7999" spc="-100" dirty="0">
              <a:ln w="3175">
                <a:noFill/>
              </a:ln>
              <a:gradFill>
                <a:gsLst>
                  <a:gs pos="0">
                    <a:srgbClr val="FFFFFF"/>
                  </a:gs>
                  <a:gs pos="100000">
                    <a:srgbClr val="FFFFFF"/>
                  </a:gs>
                </a:gsLst>
                <a:lin ang="5400000" scaled="0"/>
              </a:gradFill>
              <a:latin typeface="Segoe UI Light"/>
              <a:cs typeface="Segoe Light"/>
            </a:endParaRPr>
          </a:p>
        </p:txBody>
      </p:sp>
    </p:spTree>
    <p:extLst>
      <p:ext uri="{BB962C8B-B14F-4D97-AF65-F5344CB8AC3E}">
        <p14:creationId xmlns:p14="http://schemas.microsoft.com/office/powerpoint/2010/main" val="2762342862"/>
      </p:ext>
    </p:extLst>
  </p:cSld>
  <p:clrMapOvr>
    <a:masterClrMapping/>
  </p:clrMapOvr>
  <p:transition spd="slow">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298696" y="1210539"/>
            <a:ext cx="2991332" cy="1178289"/>
          </a:xfrm>
        </p:spPr>
        <p:txBody>
          <a:bodyPr/>
          <a:lstStyle/>
          <a:p>
            <a:r>
              <a:rPr lang="en-US" dirty="0" err="1" smtClean="0"/>
              <a:t>Experiência</a:t>
            </a:r>
            <a:r>
              <a:rPr lang="en-US" dirty="0" smtClean="0"/>
              <a:t> </a:t>
            </a:r>
            <a:r>
              <a:rPr lang="en-US" dirty="0" err="1" smtClean="0"/>
              <a:t>rápida</a:t>
            </a:r>
            <a:r>
              <a:rPr lang="en-US" dirty="0" smtClean="0"/>
              <a:t> e </a:t>
            </a:r>
            <a:r>
              <a:rPr lang="en-US" dirty="0" err="1" smtClean="0"/>
              <a:t>fluída</a:t>
            </a:r>
            <a:endParaRPr lang="en-US" dirty="0"/>
          </a:p>
        </p:txBody>
      </p:sp>
      <p:sp>
        <p:nvSpPr>
          <p:cNvPr id="9" name="Content Placeholder 8"/>
          <p:cNvSpPr>
            <a:spLocks noGrp="1"/>
          </p:cNvSpPr>
          <p:nvPr>
            <p:ph sz="quarter" idx="13"/>
          </p:nvPr>
        </p:nvSpPr>
        <p:spPr>
          <a:xfrm>
            <a:off x="520638" y="2816831"/>
            <a:ext cx="2876594" cy="609319"/>
          </a:xfrm>
        </p:spPr>
        <p:txBody>
          <a:bodyPr/>
          <a:lstStyle/>
          <a:p>
            <a:r>
              <a:rPr lang="pt-BR" sz="1600" dirty="0"/>
              <a:t>Interface de usuário simplificada coloca o conteúdo em primeiro plano para ajudá-lo a permanecer na tarefa</a:t>
            </a:r>
          </a:p>
          <a:p>
            <a:r>
              <a:rPr lang="en-US" sz="1600" dirty="0" err="1"/>
              <a:t>Ações</a:t>
            </a:r>
            <a:r>
              <a:rPr lang="en-US" sz="1600" dirty="0"/>
              <a:t> </a:t>
            </a:r>
            <a:r>
              <a:rPr lang="en-US" sz="1600" dirty="0" err="1"/>
              <a:t>rápidas</a:t>
            </a:r>
            <a:r>
              <a:rPr lang="en-US" sz="1600" dirty="0"/>
              <a:t>, Peeks e </a:t>
            </a:r>
            <a:r>
              <a:rPr lang="en-US" sz="1600" dirty="0" err="1"/>
              <a:t>respostas</a:t>
            </a:r>
            <a:r>
              <a:rPr lang="en-US" sz="1600" dirty="0"/>
              <a:t> </a:t>
            </a:r>
            <a:r>
              <a:rPr lang="en-US" sz="1600" dirty="0" err="1"/>
              <a:t>embutidas</a:t>
            </a:r>
            <a:r>
              <a:rPr lang="en-US" sz="1600" dirty="0"/>
              <a:t>.</a:t>
            </a:r>
          </a:p>
          <a:p>
            <a:endParaRPr lang="en-US" sz="1600" dirty="0"/>
          </a:p>
          <a:p>
            <a:endParaRPr lang="en-US" sz="1600" dirty="0"/>
          </a:p>
          <a:p>
            <a:endParaRPr lang="en-US" sz="1600" dirty="0"/>
          </a:p>
        </p:txBody>
      </p:sp>
      <p:pic>
        <p:nvPicPr>
          <p:cNvPr id="21" name="Picture 20"/>
          <p:cNvPicPr>
            <a:picLocks noChangeAspect="1"/>
          </p:cNvPicPr>
          <p:nvPr/>
        </p:nvPicPr>
        <p:blipFill rotWithShape="1">
          <a:blip r:embed="rId3">
            <a:extLst>
              <a:ext uri="{28A0092B-C50C-407E-A947-70E740481C1C}">
                <a14:useLocalDpi xmlns:a14="http://schemas.microsoft.com/office/drawing/2010/main" val="0"/>
              </a:ext>
            </a:extLst>
          </a:blip>
          <a:srcRect r="725" b="1621"/>
          <a:stretch/>
        </p:blipFill>
        <p:spPr>
          <a:xfrm>
            <a:off x="3397227" y="1135020"/>
            <a:ext cx="8601122" cy="4813822"/>
          </a:xfrm>
          <a:prstGeom prst="rect">
            <a:avLst/>
          </a:prstGeom>
          <a:ln>
            <a:solidFill>
              <a:schemeClr val="bg2"/>
            </a:solidFill>
          </a:ln>
        </p:spPr>
      </p:pic>
      <p:pic>
        <p:nvPicPr>
          <p:cNvPr id="30" name="Picture 29"/>
          <p:cNvPicPr>
            <a:picLocks noChangeAspect="1"/>
          </p:cNvPicPr>
          <p:nvPr/>
        </p:nvPicPr>
        <p:blipFill rotWithShape="1">
          <a:blip r:embed="rId4">
            <a:extLst>
              <a:ext uri="{28A0092B-C50C-407E-A947-70E740481C1C}">
                <a14:useLocalDpi xmlns:a14="http://schemas.microsoft.com/office/drawing/2010/main" val="0"/>
              </a:ext>
            </a:extLst>
          </a:blip>
          <a:srcRect b="243"/>
          <a:stretch/>
        </p:blipFill>
        <p:spPr>
          <a:xfrm>
            <a:off x="3397227" y="1134089"/>
            <a:ext cx="8601122" cy="4815673"/>
          </a:xfrm>
          <a:prstGeom prst="rect">
            <a:avLst/>
          </a:prstGeom>
          <a:ln>
            <a:solidFill>
              <a:schemeClr val="bg2"/>
            </a:solidFill>
          </a:ln>
        </p:spPr>
      </p:pic>
      <p:grpSp>
        <p:nvGrpSpPr>
          <p:cNvPr id="26" name="Group 25"/>
          <p:cNvGrpSpPr/>
          <p:nvPr/>
        </p:nvGrpSpPr>
        <p:grpSpPr>
          <a:xfrm>
            <a:off x="7022890" y="2667445"/>
            <a:ext cx="2739377" cy="1012009"/>
            <a:chOff x="3560181" y="-58049"/>
            <a:chExt cx="2739734" cy="1012141"/>
          </a:xfrm>
        </p:grpSpPr>
        <p:cxnSp>
          <p:nvCxnSpPr>
            <p:cNvPr id="27" name="Straight Connector 26"/>
            <p:cNvCxnSpPr/>
            <p:nvPr/>
          </p:nvCxnSpPr>
          <p:spPr>
            <a:xfrm flipV="1">
              <a:off x="4917306" y="-58049"/>
              <a:ext cx="0" cy="433990"/>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8" name="TextBox 4"/>
            <p:cNvSpPr txBox="1"/>
            <p:nvPr/>
          </p:nvSpPr>
          <p:spPr>
            <a:xfrm>
              <a:off x="3560181" y="250063"/>
              <a:ext cx="2739734" cy="704029"/>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A Resposta Embutida permite compor enquanto se permanece no contexto</a:t>
              </a:r>
              <a:endParaRPr lang="en-US" sz="1400" dirty="0">
                <a:solidFill>
                  <a:srgbClr val="FFFFFF"/>
                </a:solidFill>
              </a:endParaRPr>
            </a:p>
          </p:txBody>
        </p:sp>
      </p:grpSp>
      <p:grpSp>
        <p:nvGrpSpPr>
          <p:cNvPr id="31" name="Group 30"/>
          <p:cNvGrpSpPr/>
          <p:nvPr/>
        </p:nvGrpSpPr>
        <p:grpSpPr>
          <a:xfrm>
            <a:off x="4947250" y="4261805"/>
            <a:ext cx="3994625" cy="919352"/>
            <a:chOff x="3887073" y="14746"/>
            <a:chExt cx="2648385" cy="919472"/>
          </a:xfrm>
        </p:grpSpPr>
        <p:cxnSp>
          <p:nvCxnSpPr>
            <p:cNvPr id="32" name="Straight Connector 31"/>
            <p:cNvCxnSpPr/>
            <p:nvPr/>
          </p:nvCxnSpPr>
          <p:spPr>
            <a:xfrm rot="16200000" flipV="1">
              <a:off x="4378938" y="3134"/>
              <a:ext cx="1" cy="983732"/>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33" name="TextBox 4"/>
            <p:cNvSpPr txBox="1"/>
            <p:nvPr/>
          </p:nvSpPr>
          <p:spPr>
            <a:xfrm>
              <a:off x="4378939" y="14746"/>
              <a:ext cx="2156519" cy="919472"/>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solidFill>
                    <a:srgbClr val="FFFFFF"/>
                  </a:solidFill>
                </a:rPr>
                <a:t>A </a:t>
              </a:r>
              <a:r>
                <a:rPr lang="en-US" sz="1400" dirty="0" err="1">
                  <a:solidFill>
                    <a:srgbClr val="FFFFFF"/>
                  </a:solidFill>
                </a:rPr>
                <a:t>experiência</a:t>
              </a:r>
              <a:r>
                <a:rPr lang="en-US" sz="1400" dirty="0">
                  <a:solidFill>
                    <a:srgbClr val="FFFFFF"/>
                  </a:solidFill>
                </a:rPr>
                <a:t> </a:t>
              </a:r>
              <a:r>
                <a:rPr lang="en-US" sz="1400" dirty="0" err="1">
                  <a:solidFill>
                    <a:srgbClr val="FFFFFF"/>
                  </a:solidFill>
                </a:rPr>
                <a:t>fluída</a:t>
              </a:r>
              <a:r>
                <a:rPr lang="en-US" sz="1400" dirty="0">
                  <a:solidFill>
                    <a:srgbClr val="FFFFFF"/>
                  </a:solidFill>
                </a:rPr>
                <a:t> com </a:t>
              </a:r>
              <a:r>
                <a:rPr lang="en-US" sz="1400" dirty="0" err="1">
                  <a:solidFill>
                    <a:srgbClr val="FFFFFF"/>
                  </a:solidFill>
                </a:rPr>
                <a:t>os</a:t>
              </a:r>
              <a:r>
                <a:rPr lang="en-US" sz="1400" dirty="0">
                  <a:solidFill>
                    <a:srgbClr val="FFFFFF"/>
                  </a:solidFill>
                </a:rPr>
                <a:t> Peeks </a:t>
              </a:r>
              <a:r>
                <a:rPr lang="en-US" sz="1400" dirty="0" err="1">
                  <a:solidFill>
                    <a:srgbClr val="FFFFFF"/>
                  </a:solidFill>
                </a:rPr>
                <a:t>permitem</a:t>
              </a:r>
              <a:r>
                <a:rPr lang="en-US" sz="1400" dirty="0">
                  <a:solidFill>
                    <a:srgbClr val="FFFFFF"/>
                  </a:solidFill>
                </a:rPr>
                <a:t> </a:t>
              </a:r>
              <a:r>
                <a:rPr lang="pt-BR" sz="1400" dirty="0">
                  <a:solidFill>
                    <a:srgbClr val="FFFFFF"/>
                  </a:solidFill>
                </a:rPr>
                <a:t>acessar seu calendário, contatos e tarefas sem sair de sua caixa de entrada</a:t>
              </a:r>
              <a:endParaRPr lang="en-US" sz="1400" dirty="0">
                <a:solidFill>
                  <a:srgbClr val="FFFFFF"/>
                </a:solidFill>
              </a:endParaRPr>
            </a:p>
          </p:txBody>
        </p:sp>
      </p:grpSp>
      <p:grpSp>
        <p:nvGrpSpPr>
          <p:cNvPr id="12" name="Group 11"/>
          <p:cNvGrpSpPr/>
          <p:nvPr/>
        </p:nvGrpSpPr>
        <p:grpSpPr>
          <a:xfrm>
            <a:off x="3887908" y="601147"/>
            <a:ext cx="1955433" cy="863102"/>
            <a:chOff x="3795823" y="101201"/>
            <a:chExt cx="1955688" cy="863214"/>
          </a:xfrm>
        </p:grpSpPr>
        <p:cxnSp>
          <p:nvCxnSpPr>
            <p:cNvPr id="15" name="Straight Connector 14"/>
            <p:cNvCxnSpPr/>
            <p:nvPr/>
          </p:nvCxnSpPr>
          <p:spPr>
            <a:xfrm>
              <a:off x="4783141" y="353370"/>
              <a:ext cx="0" cy="611045"/>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3" name="TextBox 4"/>
            <p:cNvSpPr txBox="1"/>
            <p:nvPr/>
          </p:nvSpPr>
          <p:spPr>
            <a:xfrm>
              <a:off x="3795823" y="101201"/>
              <a:ext cx="1955688" cy="704029"/>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solidFill>
                    <a:srgbClr val="FFFFFF"/>
                  </a:solidFill>
                </a:rPr>
                <a:t>Faixa</a:t>
              </a:r>
              <a:r>
                <a:rPr lang="en-US" sz="1400" dirty="0">
                  <a:solidFill>
                    <a:srgbClr val="FFFFFF"/>
                  </a:solidFill>
                </a:rPr>
                <a:t> de </a:t>
              </a:r>
              <a:r>
                <a:rPr lang="en-US" sz="1400" dirty="0" err="1">
                  <a:solidFill>
                    <a:srgbClr val="FFFFFF"/>
                  </a:solidFill>
                </a:rPr>
                <a:t>Opções</a:t>
              </a:r>
              <a:r>
                <a:rPr lang="en-US" sz="1400" dirty="0">
                  <a:solidFill>
                    <a:srgbClr val="FFFFFF"/>
                  </a:solidFill>
                </a:rPr>
                <a:t> </a:t>
              </a:r>
              <a:r>
                <a:rPr lang="en-US" sz="1400" dirty="0" err="1">
                  <a:solidFill>
                    <a:srgbClr val="FFFFFF"/>
                  </a:solidFill>
                </a:rPr>
                <a:t>minimizada</a:t>
              </a:r>
              <a:r>
                <a:rPr lang="en-US" sz="1400" dirty="0">
                  <a:solidFill>
                    <a:srgbClr val="FFFFFF"/>
                  </a:solidFill>
                </a:rPr>
                <a:t> com </a:t>
              </a:r>
              <a:r>
                <a:rPr lang="en-US" sz="1400" dirty="0" err="1">
                  <a:solidFill>
                    <a:srgbClr val="FFFFFF"/>
                  </a:solidFill>
                </a:rPr>
                <a:t>apenas</a:t>
              </a:r>
              <a:r>
                <a:rPr lang="en-US" sz="1400" dirty="0">
                  <a:solidFill>
                    <a:srgbClr val="FFFFFF"/>
                  </a:solidFill>
                </a:rPr>
                <a:t> um toque</a:t>
              </a:r>
            </a:p>
          </p:txBody>
        </p:sp>
      </p:grpSp>
      <p:grpSp>
        <p:nvGrpSpPr>
          <p:cNvPr id="6" name="Group 5"/>
          <p:cNvGrpSpPr/>
          <p:nvPr/>
        </p:nvGrpSpPr>
        <p:grpSpPr>
          <a:xfrm>
            <a:off x="4865621" y="5676929"/>
            <a:ext cx="3014113" cy="1237018"/>
            <a:chOff x="3114989" y="5545993"/>
            <a:chExt cx="3014506" cy="1237179"/>
          </a:xfrm>
        </p:grpSpPr>
        <p:cxnSp>
          <p:nvCxnSpPr>
            <p:cNvPr id="19" name="Straight Connector 18"/>
            <p:cNvCxnSpPr/>
            <p:nvPr/>
          </p:nvCxnSpPr>
          <p:spPr>
            <a:xfrm flipV="1">
              <a:off x="4612506" y="5545993"/>
              <a:ext cx="0" cy="75447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8" name="TextBox 4"/>
            <p:cNvSpPr txBox="1"/>
            <p:nvPr/>
          </p:nvSpPr>
          <p:spPr>
            <a:xfrm>
              <a:off x="3114989" y="6079143"/>
              <a:ext cx="3014506" cy="704029"/>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Barra de navegação melhorada para acesso rápido ao tomar menos espaço</a:t>
              </a:r>
              <a:endParaRPr lang="en-US" sz="1400" dirty="0">
                <a:solidFill>
                  <a:srgbClr val="FFFFFF"/>
                </a:solidFill>
              </a:endParaRPr>
            </a:p>
          </p:txBody>
        </p:sp>
      </p:grpSp>
      <p:grpSp>
        <p:nvGrpSpPr>
          <p:cNvPr id="10" name="Group 9"/>
          <p:cNvGrpSpPr/>
          <p:nvPr/>
        </p:nvGrpSpPr>
        <p:grpSpPr>
          <a:xfrm>
            <a:off x="8941873" y="400593"/>
            <a:ext cx="3056479" cy="2424452"/>
            <a:chOff x="8943033" y="318432"/>
            <a:chExt cx="3056877" cy="2424768"/>
          </a:xfrm>
        </p:grpSpPr>
        <p:sp>
          <p:nvSpPr>
            <p:cNvPr id="8" name="TextBox 4"/>
            <p:cNvSpPr txBox="1"/>
            <p:nvPr/>
          </p:nvSpPr>
          <p:spPr>
            <a:xfrm>
              <a:off x="8943033" y="318432"/>
              <a:ext cx="3056877" cy="488585"/>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solidFill>
                    <a:srgbClr val="FFFFFF"/>
                  </a:solidFill>
                </a:rPr>
                <a:t>O </a:t>
              </a:r>
              <a:r>
                <a:rPr lang="en-US" sz="1400" dirty="0" err="1">
                  <a:solidFill>
                    <a:srgbClr val="FFFFFF"/>
                  </a:solidFill>
                </a:rPr>
                <a:t>Modo</a:t>
              </a:r>
              <a:r>
                <a:rPr lang="en-US" sz="1400" dirty="0">
                  <a:solidFill>
                    <a:srgbClr val="FFFFFF"/>
                  </a:solidFill>
                </a:rPr>
                <a:t> de Toque </a:t>
              </a:r>
              <a:r>
                <a:rPr lang="en-US" sz="1400" dirty="0" err="1">
                  <a:solidFill>
                    <a:srgbClr val="FFFFFF"/>
                  </a:solidFill>
                </a:rPr>
                <a:t>dá</a:t>
              </a:r>
              <a:r>
                <a:rPr lang="en-US" sz="1400" dirty="0">
                  <a:solidFill>
                    <a:srgbClr val="FFFFFF"/>
                  </a:solidFill>
                </a:rPr>
                <a:t> </a:t>
              </a:r>
              <a:r>
                <a:rPr lang="en-US" sz="1400" dirty="0" err="1">
                  <a:solidFill>
                    <a:srgbClr val="FFFFFF"/>
                  </a:solidFill>
                </a:rPr>
                <a:t>mais</a:t>
              </a:r>
              <a:r>
                <a:rPr lang="en-US" sz="1400" dirty="0">
                  <a:solidFill>
                    <a:srgbClr val="FFFFFF"/>
                  </a:solidFill>
                </a:rPr>
                <a:t> </a:t>
              </a:r>
              <a:r>
                <a:rPr lang="en-US" sz="1400" dirty="0" err="1">
                  <a:solidFill>
                    <a:srgbClr val="FFFFFF"/>
                  </a:solidFill>
                </a:rPr>
                <a:t>espaço</a:t>
              </a:r>
              <a:r>
                <a:rPr lang="en-US" sz="1400" dirty="0">
                  <a:solidFill>
                    <a:srgbClr val="FFFFFF"/>
                  </a:solidFill>
                </a:rPr>
                <a:t> e </a:t>
              </a:r>
              <a:r>
                <a:rPr lang="en-US" sz="1400" dirty="0" err="1">
                  <a:solidFill>
                    <a:srgbClr val="FFFFFF"/>
                  </a:solidFill>
                </a:rPr>
                <a:t>torna</a:t>
              </a:r>
              <a:r>
                <a:rPr lang="en-US" sz="1400" dirty="0">
                  <a:solidFill>
                    <a:srgbClr val="FFFFFF"/>
                  </a:solidFill>
                </a:rPr>
                <a:t> as </a:t>
              </a:r>
              <a:r>
                <a:rPr lang="en-US" sz="1400" dirty="0" err="1">
                  <a:solidFill>
                    <a:srgbClr val="FFFFFF"/>
                  </a:solidFill>
                </a:rPr>
                <a:t>opções</a:t>
              </a:r>
              <a:r>
                <a:rPr lang="en-US" sz="1400" dirty="0">
                  <a:solidFill>
                    <a:srgbClr val="FFFFFF"/>
                  </a:solidFill>
                </a:rPr>
                <a:t> </a:t>
              </a:r>
              <a:r>
                <a:rPr lang="en-US" sz="1400" dirty="0" err="1">
                  <a:solidFill>
                    <a:srgbClr val="FFFFFF"/>
                  </a:solidFill>
                </a:rPr>
                <a:t>mais</a:t>
              </a:r>
              <a:r>
                <a:rPr lang="en-US" sz="1400" dirty="0">
                  <a:solidFill>
                    <a:srgbClr val="FFFFFF"/>
                  </a:solidFill>
                </a:rPr>
                <a:t> </a:t>
              </a:r>
              <a:r>
                <a:rPr lang="en-US" sz="1400" dirty="0" err="1">
                  <a:solidFill>
                    <a:srgbClr val="FFFFFF"/>
                  </a:solidFill>
                </a:rPr>
                <a:t>acessiveis</a:t>
              </a:r>
              <a:endParaRPr lang="en-US" sz="1400" dirty="0">
                <a:solidFill>
                  <a:srgbClr val="FFFFFF"/>
                </a:solidFill>
              </a:endParaRPr>
            </a:p>
          </p:txBody>
        </p:sp>
        <p:cxnSp>
          <p:nvCxnSpPr>
            <p:cNvPr id="11" name="Straight Connector 10"/>
            <p:cNvCxnSpPr/>
            <p:nvPr/>
          </p:nvCxnSpPr>
          <p:spPr>
            <a:xfrm>
              <a:off x="11761129" y="714684"/>
              <a:ext cx="0" cy="2028516"/>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5497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298696" y="1210539"/>
            <a:ext cx="2991332" cy="1178289"/>
          </a:xfrm>
        </p:spPr>
        <p:txBody>
          <a:bodyPr/>
          <a:lstStyle/>
          <a:p>
            <a:r>
              <a:rPr lang="en-US" dirty="0" err="1" smtClean="0"/>
              <a:t>Contatos</a:t>
            </a:r>
            <a:endParaRPr lang="en-US" dirty="0" smtClean="0"/>
          </a:p>
          <a:p>
            <a:r>
              <a:rPr lang="pt-BR" dirty="0" smtClean="0"/>
              <a:t>Mais Simples</a:t>
            </a:r>
            <a:endParaRPr lang="en-US" dirty="0"/>
          </a:p>
        </p:txBody>
      </p:sp>
      <p:sp>
        <p:nvSpPr>
          <p:cNvPr id="9" name="Content Placeholder 8"/>
          <p:cNvSpPr>
            <a:spLocks noGrp="1"/>
          </p:cNvSpPr>
          <p:nvPr>
            <p:ph sz="quarter" idx="13"/>
          </p:nvPr>
        </p:nvSpPr>
        <p:spPr>
          <a:xfrm>
            <a:off x="413434" y="3068703"/>
            <a:ext cx="2876594" cy="609319"/>
          </a:xfrm>
        </p:spPr>
        <p:txBody>
          <a:bodyPr/>
          <a:lstStyle/>
          <a:p>
            <a:r>
              <a:rPr lang="pt-BR" sz="1600" dirty="0" smtClean="0"/>
              <a:t>Com a nova agenda ficou a experiência com contatos ficou mais simplificada e organizada.</a:t>
            </a:r>
            <a:endParaRPr lang="en-US" sz="1600" dirty="0"/>
          </a:p>
          <a:p>
            <a:endParaRPr lang="en-US" sz="1600" dirty="0"/>
          </a:p>
          <a:p>
            <a:endParaRPr lang="en-US" sz="1600" dirty="0"/>
          </a:p>
          <a:p>
            <a:endParaRPr lang="en-US" sz="1600" dirty="0"/>
          </a:p>
        </p:txBody>
      </p:sp>
      <p:pic>
        <p:nvPicPr>
          <p:cNvPr id="30" name="Picture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7227" y="1534521"/>
            <a:ext cx="8601122" cy="4014808"/>
          </a:xfrm>
          <a:prstGeom prst="rect">
            <a:avLst/>
          </a:prstGeom>
          <a:ln>
            <a:solidFill>
              <a:schemeClr val="bg2"/>
            </a:solidFill>
          </a:ln>
        </p:spPr>
      </p:pic>
      <p:grpSp>
        <p:nvGrpSpPr>
          <p:cNvPr id="26" name="Group 25"/>
          <p:cNvGrpSpPr/>
          <p:nvPr/>
        </p:nvGrpSpPr>
        <p:grpSpPr>
          <a:xfrm>
            <a:off x="5843341" y="2580126"/>
            <a:ext cx="3418630" cy="488577"/>
            <a:chOff x="3560181" y="357757"/>
            <a:chExt cx="3419076" cy="488641"/>
          </a:xfrm>
        </p:grpSpPr>
        <p:cxnSp>
          <p:nvCxnSpPr>
            <p:cNvPr id="27" name="Straight Connector 26"/>
            <p:cNvCxnSpPr>
              <a:stCxn id="28" idx="3"/>
            </p:cNvCxnSpPr>
            <p:nvPr/>
          </p:nvCxnSpPr>
          <p:spPr>
            <a:xfrm>
              <a:off x="6299915" y="602078"/>
              <a:ext cx="679342" cy="0"/>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8" name="TextBox 4"/>
            <p:cNvSpPr txBox="1"/>
            <p:nvPr/>
          </p:nvSpPr>
          <p:spPr>
            <a:xfrm>
              <a:off x="3560181" y="357757"/>
              <a:ext cx="2739734" cy="488641"/>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smtClean="0">
                  <a:solidFill>
                    <a:srgbClr val="FFFFFF"/>
                  </a:solidFill>
                </a:rPr>
                <a:t>Crie grupos de contatos para separa-los por categoria</a:t>
              </a:r>
              <a:endParaRPr lang="en-US" sz="1400" dirty="0">
                <a:solidFill>
                  <a:srgbClr val="FFFFFF"/>
                </a:solidFill>
              </a:endParaRPr>
            </a:p>
          </p:txBody>
        </p:sp>
      </p:grpSp>
      <p:grpSp>
        <p:nvGrpSpPr>
          <p:cNvPr id="31" name="Group 30"/>
          <p:cNvGrpSpPr/>
          <p:nvPr/>
        </p:nvGrpSpPr>
        <p:grpSpPr>
          <a:xfrm>
            <a:off x="5467361" y="4344750"/>
            <a:ext cx="3794609" cy="933400"/>
            <a:chOff x="4378939" y="230162"/>
            <a:chExt cx="2515777" cy="933522"/>
          </a:xfrm>
        </p:grpSpPr>
        <p:cxnSp>
          <p:nvCxnSpPr>
            <p:cNvPr id="32" name="Straight Connector 31"/>
            <p:cNvCxnSpPr/>
            <p:nvPr/>
          </p:nvCxnSpPr>
          <p:spPr>
            <a:xfrm>
              <a:off x="6535458" y="474482"/>
              <a:ext cx="359258" cy="689202"/>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33" name="TextBox 4"/>
            <p:cNvSpPr txBox="1"/>
            <p:nvPr/>
          </p:nvSpPr>
          <p:spPr>
            <a:xfrm>
              <a:off x="4378939" y="230162"/>
              <a:ext cx="2156519" cy="488641"/>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smtClean="0">
                  <a:solidFill>
                    <a:srgbClr val="FFFFFF"/>
                  </a:solidFill>
                </a:rPr>
                <a:t>Compartilhe sua agenda e defina os acessos para cada compartilhamento</a:t>
              </a:r>
              <a:endParaRPr lang="en-US" sz="1400" dirty="0">
                <a:solidFill>
                  <a:srgbClr val="FFFFFF"/>
                </a:solidFill>
              </a:endParaRPr>
            </a:p>
          </p:txBody>
        </p:sp>
      </p:grpSp>
      <p:grpSp>
        <p:nvGrpSpPr>
          <p:cNvPr id="12" name="Group 11"/>
          <p:cNvGrpSpPr/>
          <p:nvPr/>
        </p:nvGrpSpPr>
        <p:grpSpPr>
          <a:xfrm>
            <a:off x="3887908" y="601147"/>
            <a:ext cx="1955433" cy="863102"/>
            <a:chOff x="3795823" y="101201"/>
            <a:chExt cx="1955688" cy="863214"/>
          </a:xfrm>
        </p:grpSpPr>
        <p:cxnSp>
          <p:nvCxnSpPr>
            <p:cNvPr id="15" name="Straight Connector 14"/>
            <p:cNvCxnSpPr/>
            <p:nvPr/>
          </p:nvCxnSpPr>
          <p:spPr>
            <a:xfrm>
              <a:off x="4783141" y="353370"/>
              <a:ext cx="0" cy="611045"/>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3" name="TextBox 4"/>
            <p:cNvSpPr txBox="1"/>
            <p:nvPr/>
          </p:nvSpPr>
          <p:spPr>
            <a:xfrm>
              <a:off x="3795823" y="101201"/>
              <a:ext cx="1955688" cy="704029"/>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solidFill>
                    <a:srgbClr val="FFFFFF"/>
                  </a:solidFill>
                </a:rPr>
                <a:t>Faixa</a:t>
              </a:r>
              <a:r>
                <a:rPr lang="en-US" sz="1400" dirty="0">
                  <a:solidFill>
                    <a:srgbClr val="FFFFFF"/>
                  </a:solidFill>
                </a:rPr>
                <a:t> de </a:t>
              </a:r>
              <a:r>
                <a:rPr lang="en-US" sz="1400" dirty="0" err="1">
                  <a:solidFill>
                    <a:srgbClr val="FFFFFF"/>
                  </a:solidFill>
                </a:rPr>
                <a:t>Opções</a:t>
              </a:r>
              <a:r>
                <a:rPr lang="en-US" sz="1400" dirty="0">
                  <a:solidFill>
                    <a:srgbClr val="FFFFFF"/>
                  </a:solidFill>
                </a:rPr>
                <a:t> </a:t>
              </a:r>
              <a:r>
                <a:rPr lang="en-US" sz="1400" dirty="0" err="1">
                  <a:solidFill>
                    <a:srgbClr val="FFFFFF"/>
                  </a:solidFill>
                </a:rPr>
                <a:t>minimizada</a:t>
              </a:r>
              <a:r>
                <a:rPr lang="en-US" sz="1400" dirty="0">
                  <a:solidFill>
                    <a:srgbClr val="FFFFFF"/>
                  </a:solidFill>
                </a:rPr>
                <a:t> com </a:t>
              </a:r>
              <a:r>
                <a:rPr lang="en-US" sz="1400" dirty="0" err="1">
                  <a:solidFill>
                    <a:srgbClr val="FFFFFF"/>
                  </a:solidFill>
                </a:rPr>
                <a:t>apenas</a:t>
              </a:r>
              <a:r>
                <a:rPr lang="en-US" sz="1400" dirty="0">
                  <a:solidFill>
                    <a:srgbClr val="FFFFFF"/>
                  </a:solidFill>
                </a:rPr>
                <a:t> um toque</a:t>
              </a:r>
            </a:p>
          </p:txBody>
        </p:sp>
      </p:grpSp>
      <p:grpSp>
        <p:nvGrpSpPr>
          <p:cNvPr id="10" name="Group 9"/>
          <p:cNvGrpSpPr/>
          <p:nvPr/>
        </p:nvGrpSpPr>
        <p:grpSpPr>
          <a:xfrm>
            <a:off x="7413636" y="4876"/>
            <a:ext cx="3056479" cy="1633672"/>
            <a:chOff x="7414597" y="-77336"/>
            <a:chExt cx="3056877" cy="1633885"/>
          </a:xfrm>
        </p:grpSpPr>
        <p:sp>
          <p:nvSpPr>
            <p:cNvPr id="8" name="TextBox 4"/>
            <p:cNvSpPr txBox="1"/>
            <p:nvPr/>
          </p:nvSpPr>
          <p:spPr>
            <a:xfrm>
              <a:off x="7414597" y="-77336"/>
              <a:ext cx="3056877" cy="704113"/>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solidFill>
                    <a:srgbClr val="FFFFFF"/>
                  </a:solidFill>
                </a:rPr>
                <a:t>O </a:t>
              </a:r>
              <a:r>
                <a:rPr lang="en-US" sz="1400" dirty="0" err="1" smtClean="0">
                  <a:solidFill>
                    <a:srgbClr val="FFFFFF"/>
                  </a:solidFill>
                </a:rPr>
                <a:t>Gerencie</a:t>
              </a:r>
              <a:r>
                <a:rPr lang="en-US" sz="1400" dirty="0" smtClean="0">
                  <a:solidFill>
                    <a:srgbClr val="FFFFFF"/>
                  </a:solidFill>
                </a:rPr>
                <a:t> de </a:t>
              </a:r>
              <a:r>
                <a:rPr lang="en-US" sz="1400" dirty="0" err="1" smtClean="0">
                  <a:solidFill>
                    <a:srgbClr val="FFFFFF"/>
                  </a:solidFill>
                </a:rPr>
                <a:t>maneira</a:t>
              </a:r>
              <a:r>
                <a:rPr lang="en-US" sz="1400" dirty="0" smtClean="0">
                  <a:solidFill>
                    <a:srgbClr val="FFFFFF"/>
                  </a:solidFill>
                </a:rPr>
                <a:t> </a:t>
              </a:r>
              <a:r>
                <a:rPr lang="en-US" sz="1400" dirty="0" err="1" smtClean="0">
                  <a:solidFill>
                    <a:srgbClr val="FFFFFF"/>
                  </a:solidFill>
                </a:rPr>
                <a:t>fácil</a:t>
              </a:r>
              <a:r>
                <a:rPr lang="en-US" sz="1400" dirty="0" smtClean="0">
                  <a:solidFill>
                    <a:srgbClr val="FFFFFF"/>
                  </a:solidFill>
                </a:rPr>
                <a:t> </a:t>
              </a:r>
              <a:r>
                <a:rPr lang="en-US" sz="1400" dirty="0" err="1" smtClean="0">
                  <a:solidFill>
                    <a:srgbClr val="FFFFFF"/>
                  </a:solidFill>
                </a:rPr>
                <a:t>seus</a:t>
              </a:r>
              <a:r>
                <a:rPr lang="en-US" sz="1400" dirty="0" smtClean="0">
                  <a:solidFill>
                    <a:srgbClr val="FFFFFF"/>
                  </a:solidFill>
                </a:rPr>
                <a:t> </a:t>
              </a:r>
              <a:r>
                <a:rPr lang="en-US" sz="1400" dirty="0" err="1" smtClean="0">
                  <a:solidFill>
                    <a:srgbClr val="FFFFFF"/>
                  </a:solidFill>
                </a:rPr>
                <a:t>contatos</a:t>
              </a:r>
              <a:r>
                <a:rPr lang="en-US" sz="1400" dirty="0" smtClean="0">
                  <a:solidFill>
                    <a:srgbClr val="FFFFFF"/>
                  </a:solidFill>
                </a:rPr>
                <a:t> </a:t>
              </a:r>
              <a:r>
                <a:rPr lang="en-US" sz="1400" dirty="0" err="1" smtClean="0">
                  <a:solidFill>
                    <a:srgbClr val="FFFFFF"/>
                  </a:solidFill>
                </a:rPr>
                <a:t>particulares</a:t>
              </a:r>
              <a:r>
                <a:rPr lang="en-US" sz="1400" dirty="0" smtClean="0">
                  <a:solidFill>
                    <a:srgbClr val="FFFFFF"/>
                  </a:solidFill>
                </a:rPr>
                <a:t> e </a:t>
              </a:r>
              <a:r>
                <a:rPr lang="en-US" sz="1400" dirty="0" err="1" smtClean="0">
                  <a:solidFill>
                    <a:srgbClr val="FFFFFF"/>
                  </a:solidFill>
                </a:rPr>
                <a:t>compartilhados</a:t>
              </a:r>
              <a:endParaRPr lang="en-US" sz="1400" dirty="0">
                <a:solidFill>
                  <a:srgbClr val="FFFFFF"/>
                </a:solidFill>
              </a:endParaRPr>
            </a:p>
          </p:txBody>
        </p:sp>
        <p:cxnSp>
          <p:nvCxnSpPr>
            <p:cNvPr id="11" name="Straight Connector 10"/>
            <p:cNvCxnSpPr/>
            <p:nvPr/>
          </p:nvCxnSpPr>
          <p:spPr>
            <a:xfrm>
              <a:off x="9911329" y="519013"/>
              <a:ext cx="0" cy="1037536"/>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89791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4246" y="6305148"/>
            <a:ext cx="2012992" cy="513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Placeholder 4"/>
          <p:cNvSpPr>
            <a:spLocks noGrp="1"/>
          </p:cNvSpPr>
          <p:nvPr>
            <p:ph type="body" idx="1"/>
          </p:nvPr>
        </p:nvSpPr>
        <p:spPr>
          <a:xfrm>
            <a:off x="298696" y="796793"/>
            <a:ext cx="2991332" cy="1592035"/>
          </a:xfrm>
        </p:spPr>
        <p:txBody>
          <a:bodyPr/>
          <a:lstStyle/>
          <a:p>
            <a:r>
              <a:rPr lang="en-US" dirty="0" smtClean="0"/>
              <a:t>Novo </a:t>
            </a:r>
            <a:r>
              <a:rPr lang="en-US" dirty="0" err="1" smtClean="0"/>
              <a:t>conceito</a:t>
            </a:r>
            <a:r>
              <a:rPr lang="en-US" dirty="0" smtClean="0"/>
              <a:t> </a:t>
            </a:r>
            <a:r>
              <a:rPr lang="en-US" dirty="0" err="1" smtClean="0"/>
              <a:t>em</a:t>
            </a:r>
            <a:r>
              <a:rPr lang="en-US" dirty="0" smtClean="0"/>
              <a:t> e-mails</a:t>
            </a:r>
            <a:endParaRPr lang="en-US" dirty="0"/>
          </a:p>
        </p:txBody>
      </p:sp>
      <p:sp>
        <p:nvSpPr>
          <p:cNvPr id="9" name="Content Placeholder 8"/>
          <p:cNvSpPr>
            <a:spLocks noGrp="1"/>
          </p:cNvSpPr>
          <p:nvPr>
            <p:ph sz="quarter" idx="13"/>
          </p:nvPr>
        </p:nvSpPr>
        <p:spPr>
          <a:xfrm>
            <a:off x="520638" y="2816831"/>
            <a:ext cx="2876594" cy="609319"/>
          </a:xfrm>
        </p:spPr>
        <p:txBody>
          <a:bodyPr/>
          <a:lstStyle/>
          <a:p>
            <a:r>
              <a:rPr lang="pt-BR" sz="1600" dirty="0" smtClean="0"/>
              <a:t>Organize seus e-mail a fim de melhorar a produtividade e visualização.</a:t>
            </a:r>
          </a:p>
          <a:p>
            <a:endParaRPr lang="en-US" sz="1600" dirty="0"/>
          </a:p>
          <a:p>
            <a:endParaRPr lang="en-US" sz="1600" dirty="0"/>
          </a:p>
          <a:p>
            <a:endParaRPr lang="en-US" sz="1600" dirty="0"/>
          </a:p>
          <a:p>
            <a:endParaRPr lang="en-US" sz="1600" dirty="0"/>
          </a:p>
        </p:txBody>
      </p:sp>
      <p:pic>
        <p:nvPicPr>
          <p:cNvPr id="30"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87908" y="518109"/>
            <a:ext cx="8127440" cy="5913193"/>
          </a:xfrm>
          <a:prstGeom prst="rect">
            <a:avLst/>
          </a:prstGeom>
          <a:ln>
            <a:solidFill>
              <a:schemeClr val="bg2"/>
            </a:solidFill>
          </a:ln>
        </p:spPr>
      </p:pic>
      <p:grpSp>
        <p:nvGrpSpPr>
          <p:cNvPr id="26" name="Group 25"/>
          <p:cNvGrpSpPr/>
          <p:nvPr/>
        </p:nvGrpSpPr>
        <p:grpSpPr>
          <a:xfrm>
            <a:off x="6355892" y="1933310"/>
            <a:ext cx="3955669" cy="488577"/>
            <a:chOff x="2343731" y="96285"/>
            <a:chExt cx="3956185" cy="488641"/>
          </a:xfrm>
        </p:grpSpPr>
        <p:cxnSp>
          <p:nvCxnSpPr>
            <p:cNvPr id="27" name="Straight Connector 26"/>
            <p:cNvCxnSpPr/>
            <p:nvPr/>
          </p:nvCxnSpPr>
          <p:spPr>
            <a:xfrm flipH="1">
              <a:off x="2343731" y="250063"/>
              <a:ext cx="1216450" cy="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8" name="TextBox 4"/>
            <p:cNvSpPr txBox="1"/>
            <p:nvPr/>
          </p:nvSpPr>
          <p:spPr>
            <a:xfrm>
              <a:off x="3560182" y="96285"/>
              <a:ext cx="2739734" cy="488641"/>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smtClean="0">
                  <a:solidFill>
                    <a:srgbClr val="FFFFFF"/>
                  </a:solidFill>
                </a:rPr>
                <a:t>Classifica-los por categoria ajuda na visualização e nas tarefas</a:t>
              </a:r>
              <a:endParaRPr lang="en-US" sz="1400" dirty="0">
                <a:solidFill>
                  <a:srgbClr val="FFFFFF"/>
                </a:solidFill>
              </a:endParaRPr>
            </a:p>
          </p:txBody>
        </p:sp>
      </p:grpSp>
      <p:grpSp>
        <p:nvGrpSpPr>
          <p:cNvPr id="31" name="Group 30"/>
          <p:cNvGrpSpPr/>
          <p:nvPr/>
        </p:nvGrpSpPr>
        <p:grpSpPr>
          <a:xfrm>
            <a:off x="7545578" y="4217505"/>
            <a:ext cx="3994625" cy="919464"/>
            <a:chOff x="3887073" y="14690"/>
            <a:chExt cx="2648385" cy="919584"/>
          </a:xfrm>
        </p:grpSpPr>
        <p:cxnSp>
          <p:nvCxnSpPr>
            <p:cNvPr id="32" name="Straight Connector 31"/>
            <p:cNvCxnSpPr/>
            <p:nvPr/>
          </p:nvCxnSpPr>
          <p:spPr>
            <a:xfrm rot="16200000" flipV="1">
              <a:off x="4378938" y="3134"/>
              <a:ext cx="1" cy="983732"/>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33" name="TextBox 4"/>
            <p:cNvSpPr txBox="1"/>
            <p:nvPr/>
          </p:nvSpPr>
          <p:spPr>
            <a:xfrm>
              <a:off x="4378939" y="14690"/>
              <a:ext cx="2156519" cy="919584"/>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solidFill>
                    <a:srgbClr val="FFFFFF"/>
                  </a:solidFill>
                </a:rPr>
                <a:t>A </a:t>
              </a:r>
              <a:r>
                <a:rPr lang="en-US" sz="1400" dirty="0" err="1">
                  <a:solidFill>
                    <a:srgbClr val="FFFFFF"/>
                  </a:solidFill>
                </a:rPr>
                <a:t>experiência</a:t>
              </a:r>
              <a:r>
                <a:rPr lang="en-US" sz="1400" dirty="0">
                  <a:solidFill>
                    <a:srgbClr val="FFFFFF"/>
                  </a:solidFill>
                </a:rPr>
                <a:t> </a:t>
              </a:r>
              <a:r>
                <a:rPr lang="en-US" sz="1400" dirty="0" err="1">
                  <a:solidFill>
                    <a:srgbClr val="FFFFFF"/>
                  </a:solidFill>
                </a:rPr>
                <a:t>fluída</a:t>
              </a:r>
              <a:r>
                <a:rPr lang="en-US" sz="1400" dirty="0">
                  <a:solidFill>
                    <a:srgbClr val="FFFFFF"/>
                  </a:solidFill>
                </a:rPr>
                <a:t> com </a:t>
              </a:r>
              <a:r>
                <a:rPr lang="en-US" sz="1400" dirty="0" err="1">
                  <a:solidFill>
                    <a:srgbClr val="FFFFFF"/>
                  </a:solidFill>
                </a:rPr>
                <a:t>os</a:t>
              </a:r>
              <a:r>
                <a:rPr lang="en-US" sz="1400" dirty="0">
                  <a:solidFill>
                    <a:srgbClr val="FFFFFF"/>
                  </a:solidFill>
                </a:rPr>
                <a:t> </a:t>
              </a:r>
              <a:r>
                <a:rPr lang="en-US" sz="1400" dirty="0" smtClean="0">
                  <a:solidFill>
                    <a:srgbClr val="FFFFFF"/>
                  </a:solidFill>
                </a:rPr>
                <a:t>e-mails </a:t>
              </a:r>
              <a:r>
                <a:rPr lang="en-US" sz="1400" dirty="0" err="1">
                  <a:solidFill>
                    <a:srgbClr val="FFFFFF"/>
                  </a:solidFill>
                </a:rPr>
                <a:t>permitem</a:t>
              </a:r>
              <a:r>
                <a:rPr lang="en-US" sz="1400" dirty="0">
                  <a:solidFill>
                    <a:srgbClr val="FFFFFF"/>
                  </a:solidFill>
                </a:rPr>
                <a:t> </a:t>
              </a:r>
              <a:r>
                <a:rPr lang="en-US" sz="1400" dirty="0" err="1" smtClean="0">
                  <a:solidFill>
                    <a:srgbClr val="FFFFFF"/>
                  </a:solidFill>
                </a:rPr>
                <a:t>visualizar</a:t>
              </a:r>
              <a:r>
                <a:rPr lang="en-US" sz="1400" dirty="0" smtClean="0">
                  <a:solidFill>
                    <a:srgbClr val="FFFFFF"/>
                  </a:solidFill>
                </a:rPr>
                <a:t> </a:t>
              </a:r>
              <a:r>
                <a:rPr lang="en-US" sz="1400" dirty="0" err="1" smtClean="0">
                  <a:solidFill>
                    <a:srgbClr val="FFFFFF"/>
                  </a:solidFill>
                </a:rPr>
                <a:t>todos</a:t>
              </a:r>
              <a:r>
                <a:rPr lang="en-US" sz="1400" dirty="0" smtClean="0">
                  <a:solidFill>
                    <a:srgbClr val="FFFFFF"/>
                  </a:solidFill>
                </a:rPr>
                <a:t> </a:t>
              </a:r>
              <a:r>
                <a:rPr lang="en-US" sz="1400" dirty="0" err="1" smtClean="0">
                  <a:solidFill>
                    <a:srgbClr val="FFFFFF"/>
                  </a:solidFill>
                </a:rPr>
                <a:t>os</a:t>
              </a:r>
              <a:r>
                <a:rPr lang="en-US" sz="1400" dirty="0" smtClean="0">
                  <a:solidFill>
                    <a:srgbClr val="FFFFFF"/>
                  </a:solidFill>
                </a:rPr>
                <a:t> </a:t>
              </a:r>
              <a:r>
                <a:rPr lang="en-US" sz="1400" dirty="0" err="1" smtClean="0">
                  <a:solidFill>
                    <a:srgbClr val="FFFFFF"/>
                  </a:solidFill>
                </a:rPr>
                <a:t>compromissos</a:t>
              </a:r>
              <a:r>
                <a:rPr lang="en-US" sz="1400" dirty="0" smtClean="0">
                  <a:solidFill>
                    <a:srgbClr val="FFFFFF"/>
                  </a:solidFill>
                </a:rPr>
                <a:t> e e-mails </a:t>
              </a:r>
              <a:r>
                <a:rPr lang="en-US" sz="1400" dirty="0" err="1" smtClean="0">
                  <a:solidFill>
                    <a:srgbClr val="FFFFFF"/>
                  </a:solidFill>
                </a:rPr>
                <a:t>importantes</a:t>
              </a:r>
              <a:r>
                <a:rPr lang="en-US" sz="1400" dirty="0" smtClean="0">
                  <a:solidFill>
                    <a:srgbClr val="FFFFFF"/>
                  </a:solidFill>
                </a:rPr>
                <a:t> </a:t>
              </a:r>
              <a:r>
                <a:rPr lang="en-US" sz="1400" dirty="0" err="1" smtClean="0">
                  <a:solidFill>
                    <a:srgbClr val="FFFFFF"/>
                  </a:solidFill>
                </a:rPr>
                <a:t>sem</a:t>
              </a:r>
              <a:r>
                <a:rPr lang="en-US" sz="1400" dirty="0" smtClean="0">
                  <a:solidFill>
                    <a:srgbClr val="FFFFFF"/>
                  </a:solidFill>
                </a:rPr>
                <a:t> </a:t>
              </a:r>
              <a:r>
                <a:rPr lang="en-US" sz="1400" dirty="0" err="1" smtClean="0">
                  <a:solidFill>
                    <a:srgbClr val="FFFFFF"/>
                  </a:solidFill>
                </a:rPr>
                <a:t>sair</a:t>
              </a:r>
              <a:r>
                <a:rPr lang="en-US" sz="1400" dirty="0" smtClean="0">
                  <a:solidFill>
                    <a:srgbClr val="FFFFFF"/>
                  </a:solidFill>
                </a:rPr>
                <a:t> da </a:t>
              </a:r>
              <a:r>
                <a:rPr lang="en-US" sz="1400" dirty="0" err="1" smtClean="0">
                  <a:solidFill>
                    <a:srgbClr val="FFFFFF"/>
                  </a:solidFill>
                </a:rPr>
                <a:t>caixa</a:t>
              </a:r>
              <a:r>
                <a:rPr lang="en-US" sz="1400" dirty="0" smtClean="0">
                  <a:solidFill>
                    <a:srgbClr val="FFFFFF"/>
                  </a:solidFill>
                </a:rPr>
                <a:t> de entrada</a:t>
              </a:r>
              <a:endParaRPr lang="en-US" sz="1400" dirty="0">
                <a:solidFill>
                  <a:srgbClr val="FFFFFF"/>
                </a:solidFill>
              </a:endParaRPr>
            </a:p>
          </p:txBody>
        </p:sp>
      </p:grpSp>
      <p:grpSp>
        <p:nvGrpSpPr>
          <p:cNvPr id="12" name="Group 11"/>
          <p:cNvGrpSpPr/>
          <p:nvPr/>
        </p:nvGrpSpPr>
        <p:grpSpPr>
          <a:xfrm>
            <a:off x="3488373" y="2421888"/>
            <a:ext cx="1955433" cy="1858530"/>
            <a:chOff x="3795823" y="-1053499"/>
            <a:chExt cx="1955688" cy="1858771"/>
          </a:xfrm>
        </p:grpSpPr>
        <p:cxnSp>
          <p:nvCxnSpPr>
            <p:cNvPr id="15" name="Straight Connector 14"/>
            <p:cNvCxnSpPr>
              <a:stCxn id="13" idx="0"/>
            </p:cNvCxnSpPr>
            <p:nvPr/>
          </p:nvCxnSpPr>
          <p:spPr>
            <a:xfrm flipV="1">
              <a:off x="4773668" y="-1053499"/>
              <a:ext cx="0" cy="1154659"/>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3" name="TextBox 4"/>
            <p:cNvSpPr txBox="1"/>
            <p:nvPr/>
          </p:nvSpPr>
          <p:spPr>
            <a:xfrm>
              <a:off x="3795823" y="101160"/>
              <a:ext cx="1955688" cy="704112"/>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smtClean="0">
                  <a:solidFill>
                    <a:srgbClr val="FFFFFF"/>
                  </a:solidFill>
                </a:rPr>
                <a:t>Acabe</a:t>
              </a:r>
              <a:r>
                <a:rPr lang="en-US" sz="1400" dirty="0" smtClean="0">
                  <a:solidFill>
                    <a:srgbClr val="FFFFFF"/>
                  </a:solidFill>
                </a:rPr>
                <a:t> com a </a:t>
              </a:r>
              <a:r>
                <a:rPr lang="en-US" sz="1400" dirty="0" err="1" smtClean="0">
                  <a:solidFill>
                    <a:srgbClr val="FFFFFF"/>
                  </a:solidFill>
                </a:rPr>
                <a:t>infinidade</a:t>
              </a:r>
              <a:r>
                <a:rPr lang="en-US" sz="1400" dirty="0" smtClean="0">
                  <a:solidFill>
                    <a:srgbClr val="FFFFFF"/>
                  </a:solidFill>
                </a:rPr>
                <a:t> de pastas e </a:t>
              </a:r>
              <a:r>
                <a:rPr lang="en-US" sz="1400" dirty="0" err="1" smtClean="0">
                  <a:solidFill>
                    <a:srgbClr val="FFFFFF"/>
                  </a:solidFill>
                </a:rPr>
                <a:t>não</a:t>
              </a:r>
              <a:r>
                <a:rPr lang="en-US" sz="1400" dirty="0" smtClean="0">
                  <a:solidFill>
                    <a:srgbClr val="FFFFFF"/>
                  </a:solidFill>
                </a:rPr>
                <a:t> </a:t>
              </a:r>
              <a:r>
                <a:rPr lang="en-US" sz="1400" dirty="0" err="1" smtClean="0">
                  <a:solidFill>
                    <a:srgbClr val="FFFFFF"/>
                  </a:solidFill>
                </a:rPr>
                <a:t>perca</a:t>
              </a:r>
              <a:r>
                <a:rPr lang="en-US" sz="1400" dirty="0" smtClean="0">
                  <a:solidFill>
                    <a:srgbClr val="FFFFFF"/>
                  </a:solidFill>
                </a:rPr>
                <a:t> </a:t>
              </a:r>
              <a:r>
                <a:rPr lang="en-US" sz="1400" dirty="0" err="1" smtClean="0">
                  <a:solidFill>
                    <a:srgbClr val="FFFFFF"/>
                  </a:solidFill>
                </a:rPr>
                <a:t>seus</a:t>
              </a:r>
              <a:r>
                <a:rPr lang="en-US" sz="1400" dirty="0" smtClean="0">
                  <a:solidFill>
                    <a:srgbClr val="FFFFFF"/>
                  </a:solidFill>
                </a:rPr>
                <a:t> e-mails</a:t>
              </a:r>
              <a:endParaRPr lang="en-US" sz="1400" dirty="0">
                <a:solidFill>
                  <a:srgbClr val="FFFFFF"/>
                </a:solidFill>
              </a:endParaRPr>
            </a:p>
          </p:txBody>
        </p:sp>
      </p:grpSp>
      <p:grpSp>
        <p:nvGrpSpPr>
          <p:cNvPr id="6" name="Group 5"/>
          <p:cNvGrpSpPr/>
          <p:nvPr/>
        </p:nvGrpSpPr>
        <p:grpSpPr>
          <a:xfrm>
            <a:off x="4865621" y="5676929"/>
            <a:ext cx="3014113" cy="1129338"/>
            <a:chOff x="3114989" y="5545993"/>
            <a:chExt cx="3014506" cy="1129485"/>
          </a:xfrm>
        </p:grpSpPr>
        <p:cxnSp>
          <p:nvCxnSpPr>
            <p:cNvPr id="19" name="Straight Connector 18"/>
            <p:cNvCxnSpPr/>
            <p:nvPr/>
          </p:nvCxnSpPr>
          <p:spPr>
            <a:xfrm flipV="1">
              <a:off x="4612506" y="5545993"/>
              <a:ext cx="0" cy="75447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8" name="TextBox 4"/>
            <p:cNvSpPr txBox="1"/>
            <p:nvPr/>
          </p:nvSpPr>
          <p:spPr>
            <a:xfrm>
              <a:off x="3114989" y="6186837"/>
              <a:ext cx="3014506" cy="488641"/>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N</a:t>
              </a:r>
              <a:r>
                <a:rPr lang="pt-BR" sz="1400" dirty="0" smtClean="0">
                  <a:solidFill>
                    <a:srgbClr val="FFFFFF"/>
                  </a:solidFill>
                </a:rPr>
                <a:t>avegação </a:t>
              </a:r>
              <a:r>
                <a:rPr lang="pt-BR" sz="1400" dirty="0">
                  <a:solidFill>
                    <a:srgbClr val="FFFFFF"/>
                  </a:solidFill>
                </a:rPr>
                <a:t>melhorada para acesso rápido ao tomar menos espaço</a:t>
              </a:r>
              <a:endParaRPr lang="en-US" sz="1400" dirty="0">
                <a:solidFill>
                  <a:srgbClr val="FFFFFF"/>
                </a:solidFill>
              </a:endParaRPr>
            </a:p>
          </p:txBody>
        </p:sp>
      </p:grpSp>
      <p:grpSp>
        <p:nvGrpSpPr>
          <p:cNvPr id="10" name="Group 9"/>
          <p:cNvGrpSpPr/>
          <p:nvPr/>
        </p:nvGrpSpPr>
        <p:grpSpPr>
          <a:xfrm>
            <a:off x="8941873" y="400565"/>
            <a:ext cx="3056479" cy="2424480"/>
            <a:chOff x="8943033" y="318404"/>
            <a:chExt cx="3056877" cy="2424796"/>
          </a:xfrm>
        </p:grpSpPr>
        <p:sp>
          <p:nvSpPr>
            <p:cNvPr id="8" name="TextBox 4"/>
            <p:cNvSpPr txBox="1"/>
            <p:nvPr/>
          </p:nvSpPr>
          <p:spPr>
            <a:xfrm>
              <a:off x="8943033" y="318404"/>
              <a:ext cx="3056877" cy="488641"/>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smtClean="0">
                  <a:solidFill>
                    <a:srgbClr val="FFFFFF"/>
                  </a:solidFill>
                </a:rPr>
                <a:t>Veja</a:t>
              </a:r>
              <a:r>
                <a:rPr lang="en-US" sz="1400" dirty="0" smtClean="0">
                  <a:solidFill>
                    <a:srgbClr val="FFFFFF"/>
                  </a:solidFill>
                </a:rPr>
                <a:t> </a:t>
              </a:r>
              <a:r>
                <a:rPr lang="en-US" sz="1400" dirty="0" err="1" smtClean="0">
                  <a:solidFill>
                    <a:srgbClr val="FFFFFF"/>
                  </a:solidFill>
                </a:rPr>
                <a:t>apenas</a:t>
              </a:r>
              <a:r>
                <a:rPr lang="en-US" sz="1400" dirty="0" smtClean="0">
                  <a:solidFill>
                    <a:srgbClr val="FFFFFF"/>
                  </a:solidFill>
                </a:rPr>
                <a:t> as </a:t>
              </a:r>
              <a:r>
                <a:rPr lang="en-US" sz="1400" dirty="0" err="1" smtClean="0">
                  <a:solidFill>
                    <a:srgbClr val="FFFFFF"/>
                  </a:solidFill>
                </a:rPr>
                <a:t>tarefas</a:t>
              </a:r>
              <a:r>
                <a:rPr lang="en-US" sz="1400" dirty="0" smtClean="0">
                  <a:solidFill>
                    <a:srgbClr val="FFFFFF"/>
                  </a:solidFill>
                </a:rPr>
                <a:t> a </a:t>
              </a:r>
              <a:r>
                <a:rPr lang="en-US" sz="1400" dirty="0" err="1" smtClean="0">
                  <a:solidFill>
                    <a:srgbClr val="FFFFFF"/>
                  </a:solidFill>
                </a:rPr>
                <a:t>serem</a:t>
              </a:r>
              <a:r>
                <a:rPr lang="en-US" sz="1400" dirty="0" smtClean="0">
                  <a:solidFill>
                    <a:srgbClr val="FFFFFF"/>
                  </a:solidFill>
                </a:rPr>
                <a:t> </a:t>
              </a:r>
              <a:r>
                <a:rPr lang="en-US" sz="1400" dirty="0" err="1" smtClean="0">
                  <a:solidFill>
                    <a:srgbClr val="FFFFFF"/>
                  </a:solidFill>
                </a:rPr>
                <a:t>realizadas</a:t>
              </a:r>
              <a:r>
                <a:rPr lang="en-US" sz="1400" dirty="0" smtClean="0">
                  <a:solidFill>
                    <a:srgbClr val="FFFFFF"/>
                  </a:solidFill>
                </a:rPr>
                <a:t> </a:t>
              </a:r>
              <a:r>
                <a:rPr lang="en-US" sz="1400" dirty="0" err="1" smtClean="0">
                  <a:solidFill>
                    <a:srgbClr val="FFFFFF"/>
                  </a:solidFill>
                </a:rPr>
                <a:t>urgentemente</a:t>
              </a:r>
              <a:endParaRPr lang="en-US" sz="1400" dirty="0">
                <a:solidFill>
                  <a:srgbClr val="FFFFFF"/>
                </a:solidFill>
              </a:endParaRPr>
            </a:p>
          </p:txBody>
        </p:sp>
        <p:cxnSp>
          <p:nvCxnSpPr>
            <p:cNvPr id="11" name="Straight Connector 10"/>
            <p:cNvCxnSpPr/>
            <p:nvPr/>
          </p:nvCxnSpPr>
          <p:spPr>
            <a:xfrm>
              <a:off x="11761129" y="714684"/>
              <a:ext cx="0" cy="2028516"/>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9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16953" y="1210539"/>
            <a:ext cx="4032449" cy="1178289"/>
          </a:xfrm>
        </p:spPr>
        <p:txBody>
          <a:bodyPr/>
          <a:lstStyle/>
          <a:p>
            <a:r>
              <a:rPr lang="en-US" dirty="0" err="1" smtClean="0"/>
              <a:t>Mais</a:t>
            </a:r>
            <a:r>
              <a:rPr lang="en-US" dirty="0" smtClean="0"/>
              <a:t> </a:t>
            </a:r>
            <a:r>
              <a:rPr lang="en-US" dirty="0" err="1" smtClean="0"/>
              <a:t>agilidade</a:t>
            </a:r>
            <a:r>
              <a:rPr lang="en-US" dirty="0" smtClean="0"/>
              <a:t> </a:t>
            </a:r>
            <a:r>
              <a:rPr lang="en-US" dirty="0" err="1" smtClean="0"/>
              <a:t>nos</a:t>
            </a:r>
            <a:r>
              <a:rPr lang="en-US" dirty="0" smtClean="0"/>
              <a:t> </a:t>
            </a:r>
            <a:r>
              <a:rPr lang="en-US" dirty="0" err="1" smtClean="0"/>
              <a:t>compromissos</a:t>
            </a:r>
            <a:endParaRPr lang="en-US" dirty="0"/>
          </a:p>
        </p:txBody>
      </p:sp>
      <p:sp>
        <p:nvSpPr>
          <p:cNvPr id="9" name="Content Placeholder 8"/>
          <p:cNvSpPr>
            <a:spLocks noGrp="1"/>
          </p:cNvSpPr>
          <p:nvPr>
            <p:ph sz="quarter" idx="13"/>
          </p:nvPr>
        </p:nvSpPr>
        <p:spPr>
          <a:xfrm>
            <a:off x="520638" y="2816831"/>
            <a:ext cx="2876594" cy="609319"/>
          </a:xfrm>
        </p:spPr>
        <p:txBody>
          <a:bodyPr/>
          <a:lstStyle/>
          <a:p>
            <a:r>
              <a:rPr lang="pt-BR" sz="1600" dirty="0" smtClean="0"/>
              <a:t>Compartilhe sua agenda e defina níveis de acesso para gerenciamento de seus compromissos</a:t>
            </a:r>
            <a:endParaRPr lang="en-US" sz="1600" dirty="0"/>
          </a:p>
          <a:p>
            <a:endParaRPr lang="en-US" sz="1600" dirty="0"/>
          </a:p>
          <a:p>
            <a:endParaRPr lang="en-US" sz="1600" dirty="0"/>
          </a:p>
          <a:p>
            <a:endParaRPr lang="en-US" sz="1600" dirty="0"/>
          </a:p>
        </p:txBody>
      </p:sp>
      <p:pic>
        <p:nvPicPr>
          <p:cNvPr id="30" name="Picture 2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9403" y="1197370"/>
            <a:ext cx="7794568" cy="5012640"/>
          </a:xfrm>
          <a:prstGeom prst="rect">
            <a:avLst/>
          </a:prstGeom>
          <a:ln>
            <a:solidFill>
              <a:schemeClr val="bg2"/>
            </a:solidFill>
          </a:ln>
        </p:spPr>
      </p:pic>
      <p:grpSp>
        <p:nvGrpSpPr>
          <p:cNvPr id="6" name="Group 5"/>
          <p:cNvGrpSpPr/>
          <p:nvPr/>
        </p:nvGrpSpPr>
        <p:grpSpPr>
          <a:xfrm>
            <a:off x="3789363" y="4972992"/>
            <a:ext cx="3014113" cy="1237060"/>
            <a:chOff x="3114989" y="5545993"/>
            <a:chExt cx="3014506" cy="1237221"/>
          </a:xfrm>
        </p:grpSpPr>
        <p:cxnSp>
          <p:nvCxnSpPr>
            <p:cNvPr id="19" name="Straight Connector 18"/>
            <p:cNvCxnSpPr/>
            <p:nvPr/>
          </p:nvCxnSpPr>
          <p:spPr>
            <a:xfrm flipV="1">
              <a:off x="4612506" y="5545993"/>
              <a:ext cx="0" cy="75447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8" name="TextBox 4"/>
            <p:cNvSpPr txBox="1"/>
            <p:nvPr/>
          </p:nvSpPr>
          <p:spPr>
            <a:xfrm>
              <a:off x="3114989" y="6079101"/>
              <a:ext cx="3014506" cy="704113"/>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smtClean="0">
                  <a:solidFill>
                    <a:srgbClr val="FFFFFF"/>
                  </a:solidFill>
                </a:rPr>
                <a:t>Grupos de calendário podem ser gerenciados por vários colaboradores</a:t>
              </a:r>
              <a:endParaRPr lang="en-US" sz="1400" dirty="0">
                <a:solidFill>
                  <a:srgbClr val="FFFFFF"/>
                </a:solidFill>
              </a:endParaRPr>
            </a:p>
          </p:txBody>
        </p:sp>
      </p:grpSp>
      <p:grpSp>
        <p:nvGrpSpPr>
          <p:cNvPr id="10" name="Group 9"/>
          <p:cNvGrpSpPr/>
          <p:nvPr/>
        </p:nvGrpSpPr>
        <p:grpSpPr>
          <a:xfrm>
            <a:off x="6155599" y="92831"/>
            <a:ext cx="3056479" cy="2788704"/>
            <a:chOff x="8943033" y="318404"/>
            <a:chExt cx="3056877" cy="2789067"/>
          </a:xfrm>
        </p:grpSpPr>
        <p:sp>
          <p:nvSpPr>
            <p:cNvPr id="8" name="TextBox 4"/>
            <p:cNvSpPr txBox="1"/>
            <p:nvPr/>
          </p:nvSpPr>
          <p:spPr>
            <a:xfrm>
              <a:off x="8943033" y="318404"/>
              <a:ext cx="3056877" cy="488641"/>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smtClean="0">
                  <a:solidFill>
                    <a:srgbClr val="FFFFFF"/>
                  </a:solidFill>
                </a:rPr>
                <a:t>Visualize </a:t>
              </a:r>
              <a:r>
                <a:rPr lang="en-US" sz="1400" dirty="0" err="1" smtClean="0">
                  <a:solidFill>
                    <a:srgbClr val="FFFFFF"/>
                  </a:solidFill>
                </a:rPr>
                <a:t>seus</a:t>
              </a:r>
              <a:r>
                <a:rPr lang="en-US" sz="1400" dirty="0" smtClean="0">
                  <a:solidFill>
                    <a:srgbClr val="FFFFFF"/>
                  </a:solidFill>
                </a:rPr>
                <a:t> </a:t>
              </a:r>
              <a:r>
                <a:rPr lang="en-US" sz="1400" dirty="0" err="1" smtClean="0">
                  <a:solidFill>
                    <a:srgbClr val="FFFFFF"/>
                  </a:solidFill>
                </a:rPr>
                <a:t>calendários</a:t>
              </a:r>
              <a:r>
                <a:rPr lang="en-US" sz="1400" dirty="0" smtClean="0">
                  <a:solidFill>
                    <a:srgbClr val="FFFFFF"/>
                  </a:solidFill>
                </a:rPr>
                <a:t> e </a:t>
              </a:r>
              <a:r>
                <a:rPr lang="en-US" sz="1400" dirty="0" err="1" smtClean="0">
                  <a:solidFill>
                    <a:srgbClr val="FFFFFF"/>
                  </a:solidFill>
                </a:rPr>
                <a:t>os</a:t>
              </a:r>
              <a:r>
                <a:rPr lang="en-US" sz="1400" dirty="0" smtClean="0">
                  <a:solidFill>
                    <a:srgbClr val="FFFFFF"/>
                  </a:solidFill>
                </a:rPr>
                <a:t> </a:t>
              </a:r>
              <a:r>
                <a:rPr lang="en-US" sz="1400" dirty="0" err="1" smtClean="0">
                  <a:solidFill>
                    <a:srgbClr val="FFFFFF"/>
                  </a:solidFill>
                </a:rPr>
                <a:t>calendários</a:t>
              </a:r>
              <a:r>
                <a:rPr lang="en-US" sz="1400" dirty="0" smtClean="0">
                  <a:solidFill>
                    <a:srgbClr val="FFFFFF"/>
                  </a:solidFill>
                </a:rPr>
                <a:t> </a:t>
              </a:r>
              <a:r>
                <a:rPr lang="en-US" sz="1400" dirty="0" err="1" smtClean="0">
                  <a:solidFill>
                    <a:srgbClr val="FFFFFF"/>
                  </a:solidFill>
                </a:rPr>
                <a:t>compartilhados</a:t>
              </a:r>
              <a:endParaRPr lang="en-US" sz="1400" dirty="0">
                <a:solidFill>
                  <a:srgbClr val="FFFFFF"/>
                </a:solidFill>
              </a:endParaRPr>
            </a:p>
          </p:txBody>
        </p:sp>
        <p:cxnSp>
          <p:nvCxnSpPr>
            <p:cNvPr id="11" name="Straight Connector 10"/>
            <p:cNvCxnSpPr/>
            <p:nvPr/>
          </p:nvCxnSpPr>
          <p:spPr>
            <a:xfrm>
              <a:off x="9313149" y="826786"/>
              <a:ext cx="0" cy="2280685"/>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87752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Espaço Reservado para Texto 26"/>
          <p:cNvSpPr>
            <a:spLocks noGrp="1"/>
          </p:cNvSpPr>
          <p:nvPr>
            <p:ph type="body" idx="1"/>
          </p:nvPr>
        </p:nvSpPr>
        <p:spPr/>
        <p:txBody>
          <a:bodyPr/>
          <a:lstStyle/>
          <a:p>
            <a:r>
              <a:rPr lang="pt-BR" dirty="0" smtClean="0"/>
              <a:t>Seu escritório em todos os lugares.</a:t>
            </a:r>
            <a:endParaRPr lang="pt-BR" dirty="0"/>
          </a:p>
        </p:txBody>
      </p:sp>
      <p:pic>
        <p:nvPicPr>
          <p:cNvPr id="29" name="Espaço Reservado para Conteúdo 28"/>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5147984" y="1777722"/>
            <a:ext cx="4979974" cy="5161588"/>
          </a:xfrm>
        </p:spPr>
      </p:pic>
      <p:sp>
        <p:nvSpPr>
          <p:cNvPr id="30" name="Content Placeholder 8"/>
          <p:cNvSpPr txBox="1">
            <a:spLocks/>
          </p:cNvSpPr>
          <p:nvPr/>
        </p:nvSpPr>
        <p:spPr>
          <a:xfrm>
            <a:off x="520632" y="3374687"/>
            <a:ext cx="3803671" cy="609319"/>
          </a:xfrm>
          <a:prstGeom prst="rect">
            <a:avLst/>
          </a:prstGeom>
        </p:spPr>
        <p:txBody>
          <a:bodyPr/>
          <a:lstStyle>
            <a:lvl1pPr marL="339725" marR="0" indent="-339725" algn="l" defTabSz="914363" rtl="0" eaLnBrk="1" fontAlgn="auto" latinLnBrk="0" hangingPunct="1">
              <a:lnSpc>
                <a:spcPct val="90000"/>
              </a:lnSpc>
              <a:spcBef>
                <a:spcPct val="20000"/>
              </a:spcBef>
              <a:spcAft>
                <a:spcPts val="0"/>
              </a:spcAft>
              <a:buClrTx/>
              <a:buSzPct val="80000"/>
              <a:buFont typeface="Arial" pitchFamily="34" charset="0"/>
              <a:buChar char="•"/>
              <a:tabLst/>
              <a:defRPr sz="3600" kern="1200" spc="-70" baseline="0">
                <a:gradFill>
                  <a:gsLst>
                    <a:gs pos="1250">
                      <a:schemeClr val="bg2"/>
                    </a:gs>
                    <a:gs pos="100000">
                      <a:schemeClr val="bg2"/>
                    </a:gs>
                  </a:gsLst>
                  <a:lin ang="5400000" scaled="0"/>
                </a:gradFill>
                <a:latin typeface="+mj-lt"/>
                <a:ea typeface="+mn-ea"/>
                <a:cs typeface="+mn-cs"/>
              </a:defRPr>
            </a:lvl1pPr>
            <a:lvl2pPr marL="573088" marR="0" indent="-233363" algn="l" defTabSz="914363"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bg2"/>
                    </a:gs>
                    <a:gs pos="100000">
                      <a:schemeClr val="bg2"/>
                    </a:gs>
                  </a:gsLst>
                  <a:lin ang="5400000" scaled="0"/>
                </a:gradFill>
                <a:latin typeface="+mn-lt"/>
                <a:ea typeface="+mn-ea"/>
                <a:cs typeface="+mn-cs"/>
              </a:defRPr>
            </a:lvl2pPr>
            <a:lvl3pPr marL="7985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798513" algn="l"/>
              </a:tabLst>
              <a:defRPr sz="2400" kern="1200" spc="0" baseline="0">
                <a:gradFill>
                  <a:gsLst>
                    <a:gs pos="1250">
                      <a:schemeClr val="bg2"/>
                    </a:gs>
                    <a:gs pos="100000">
                      <a:schemeClr val="bg2"/>
                    </a:gs>
                  </a:gsLst>
                  <a:lin ang="5400000" scaled="0"/>
                </a:gradFill>
                <a:latin typeface="+mn-lt"/>
                <a:ea typeface="+mn-ea"/>
                <a:cs typeface="+mn-cs"/>
              </a:defRPr>
            </a:lvl3pPr>
            <a:lvl4pPr marL="1030288" marR="0" indent="-231775" algn="l" defTabSz="914363"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bg2"/>
                    </a:gs>
                    <a:gs pos="100000">
                      <a:schemeClr val="bg2"/>
                    </a:gs>
                  </a:gsLst>
                  <a:lin ang="5400000" scaled="0"/>
                </a:gradFill>
                <a:latin typeface="+mn-lt"/>
                <a:ea typeface="+mn-ea"/>
                <a:cs typeface="+mn-cs"/>
              </a:defRPr>
            </a:lvl4pPr>
            <a:lvl5pPr marL="12557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1255713" algn="l"/>
              </a:tabLst>
              <a:defRPr sz="2000" kern="1200" spc="0" baseline="0">
                <a:gradFill>
                  <a:gsLst>
                    <a:gs pos="1250">
                      <a:schemeClr val="bg2"/>
                    </a:gs>
                    <a:gs pos="100000">
                      <a:schemeClr val="bg2"/>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dirty="0" err="1">
                <a:solidFill>
                  <a:srgbClr val="FFFFFF"/>
                </a:solidFill>
                <a:latin typeface="Segoe UI"/>
              </a:rPr>
              <a:t>Responda</a:t>
            </a:r>
            <a:r>
              <a:rPr lang="en-US" sz="1600" dirty="0">
                <a:solidFill>
                  <a:srgbClr val="FFFFFF"/>
                </a:solidFill>
                <a:latin typeface="Segoe UI"/>
              </a:rPr>
              <a:t> </a:t>
            </a:r>
            <a:r>
              <a:rPr lang="en-US" sz="1600" dirty="0" err="1">
                <a:solidFill>
                  <a:srgbClr val="FFFFFF"/>
                </a:solidFill>
                <a:latin typeface="Segoe UI"/>
              </a:rPr>
              <a:t>seus</a:t>
            </a:r>
            <a:r>
              <a:rPr lang="en-US" sz="1600" dirty="0">
                <a:solidFill>
                  <a:srgbClr val="FFFFFF"/>
                </a:solidFill>
                <a:latin typeface="Segoe UI"/>
              </a:rPr>
              <a:t> e-mails</a:t>
            </a:r>
          </a:p>
          <a:p>
            <a:pPr marL="0" indent="0">
              <a:buNone/>
            </a:pPr>
            <a:endParaRPr lang="en-US" sz="1600" dirty="0">
              <a:solidFill>
                <a:srgbClr val="FFFFFF"/>
              </a:solidFill>
              <a:latin typeface="Segoe UI"/>
            </a:endParaRPr>
          </a:p>
          <a:p>
            <a:pPr marL="0" indent="0">
              <a:buNone/>
            </a:pPr>
            <a:r>
              <a:rPr lang="en-US" sz="1600" dirty="0" err="1">
                <a:solidFill>
                  <a:srgbClr val="FFFFFF"/>
                </a:solidFill>
                <a:latin typeface="Segoe UI"/>
              </a:rPr>
              <a:t>Edite</a:t>
            </a:r>
            <a:r>
              <a:rPr lang="en-US" sz="1600" dirty="0">
                <a:solidFill>
                  <a:srgbClr val="FFFFFF"/>
                </a:solidFill>
                <a:latin typeface="Segoe UI"/>
              </a:rPr>
              <a:t> </a:t>
            </a:r>
            <a:r>
              <a:rPr lang="en-US" sz="1600" dirty="0" err="1">
                <a:solidFill>
                  <a:srgbClr val="FFFFFF"/>
                </a:solidFill>
                <a:latin typeface="Segoe UI"/>
              </a:rPr>
              <a:t>seus</a:t>
            </a:r>
            <a:r>
              <a:rPr lang="en-US" sz="1600" dirty="0">
                <a:solidFill>
                  <a:srgbClr val="FFFFFF"/>
                </a:solidFill>
                <a:latin typeface="Segoe UI"/>
              </a:rPr>
              <a:t> </a:t>
            </a:r>
            <a:r>
              <a:rPr lang="en-US" sz="1600" dirty="0" err="1">
                <a:solidFill>
                  <a:srgbClr val="FFFFFF"/>
                </a:solidFill>
                <a:latin typeface="Segoe UI"/>
              </a:rPr>
              <a:t>documentos</a:t>
            </a:r>
            <a:r>
              <a:rPr lang="en-US" sz="1600" dirty="0">
                <a:solidFill>
                  <a:srgbClr val="FFFFFF"/>
                </a:solidFill>
                <a:latin typeface="Segoe UI"/>
              </a:rPr>
              <a:t> Office no SharePoint</a:t>
            </a:r>
          </a:p>
          <a:p>
            <a:pPr marL="0" indent="0">
              <a:buNone/>
            </a:pPr>
            <a:endParaRPr lang="en-US" sz="1600" dirty="0">
              <a:solidFill>
                <a:srgbClr val="FFFFFF"/>
              </a:solidFill>
              <a:latin typeface="Segoe UI"/>
            </a:endParaRPr>
          </a:p>
          <a:p>
            <a:pPr marL="0" indent="0">
              <a:buNone/>
            </a:pPr>
            <a:r>
              <a:rPr lang="en-US" sz="1600" dirty="0" err="1">
                <a:solidFill>
                  <a:srgbClr val="FFFFFF"/>
                </a:solidFill>
                <a:latin typeface="Segoe UI"/>
              </a:rPr>
              <a:t>Adicione</a:t>
            </a:r>
            <a:r>
              <a:rPr lang="en-US" sz="1600" dirty="0">
                <a:solidFill>
                  <a:srgbClr val="FFFFFF"/>
                </a:solidFill>
                <a:latin typeface="Segoe UI"/>
              </a:rPr>
              <a:t> </a:t>
            </a:r>
            <a:r>
              <a:rPr lang="en-US" sz="1600" dirty="0" err="1">
                <a:solidFill>
                  <a:srgbClr val="FFFFFF"/>
                </a:solidFill>
                <a:latin typeface="Segoe UI"/>
              </a:rPr>
              <a:t>suas</a:t>
            </a:r>
            <a:r>
              <a:rPr lang="en-US" sz="1600" dirty="0">
                <a:solidFill>
                  <a:srgbClr val="FFFFFF"/>
                </a:solidFill>
                <a:latin typeface="Segoe UI"/>
              </a:rPr>
              <a:t> </a:t>
            </a:r>
            <a:r>
              <a:rPr lang="en-US" sz="1600" dirty="0" err="1">
                <a:solidFill>
                  <a:srgbClr val="FFFFFF"/>
                </a:solidFill>
                <a:latin typeface="Segoe UI"/>
              </a:rPr>
              <a:t>anotações</a:t>
            </a:r>
            <a:r>
              <a:rPr lang="en-US" sz="1600" dirty="0">
                <a:solidFill>
                  <a:srgbClr val="FFFFFF"/>
                </a:solidFill>
                <a:latin typeface="Segoe UI"/>
              </a:rPr>
              <a:t> do OneNote </a:t>
            </a:r>
            <a:r>
              <a:rPr lang="en-US" sz="1600" dirty="0" err="1">
                <a:solidFill>
                  <a:srgbClr val="FFFFFF"/>
                </a:solidFill>
                <a:latin typeface="Segoe UI"/>
              </a:rPr>
              <a:t>diretamente</a:t>
            </a:r>
            <a:r>
              <a:rPr lang="en-US" sz="1600" dirty="0">
                <a:solidFill>
                  <a:srgbClr val="FFFFFF"/>
                </a:solidFill>
                <a:latin typeface="Segoe UI"/>
              </a:rPr>
              <a:t> do Office Mobile do </a:t>
            </a:r>
            <a:r>
              <a:rPr lang="en-US" sz="1600" dirty="0" err="1">
                <a:solidFill>
                  <a:srgbClr val="FFFFFF"/>
                </a:solidFill>
                <a:latin typeface="Segoe UI"/>
              </a:rPr>
              <a:t>seu</a:t>
            </a:r>
            <a:r>
              <a:rPr lang="en-US" sz="1600" dirty="0">
                <a:solidFill>
                  <a:srgbClr val="FFFFFF"/>
                </a:solidFill>
                <a:latin typeface="Segoe UI"/>
              </a:rPr>
              <a:t> smartphone</a:t>
            </a:r>
            <a:endParaRPr lang="en-US" sz="1600" dirty="0">
              <a:solidFill>
                <a:srgbClr val="FFFFFF"/>
              </a:solidFill>
            </a:endParaRPr>
          </a:p>
          <a:p>
            <a:endParaRPr lang="en-US" sz="1600" dirty="0">
              <a:solidFill>
                <a:srgbClr val="FFFFFF"/>
              </a:solidFill>
            </a:endParaRPr>
          </a:p>
        </p:txBody>
      </p:sp>
      <p:grpSp>
        <p:nvGrpSpPr>
          <p:cNvPr id="39" name="Grupo 38"/>
          <p:cNvGrpSpPr/>
          <p:nvPr/>
        </p:nvGrpSpPr>
        <p:grpSpPr>
          <a:xfrm>
            <a:off x="5442772" y="782981"/>
            <a:ext cx="2195194" cy="1703936"/>
            <a:chOff x="5443480" y="700870"/>
            <a:chExt cx="2195480" cy="1704158"/>
          </a:xfrm>
        </p:grpSpPr>
        <p:cxnSp>
          <p:nvCxnSpPr>
            <p:cNvPr id="33" name="Straight Connector 34"/>
            <p:cNvCxnSpPr/>
            <p:nvPr/>
          </p:nvCxnSpPr>
          <p:spPr>
            <a:xfrm>
              <a:off x="6474457" y="1185828"/>
              <a:ext cx="0" cy="1219200"/>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35" name="TextBox 4"/>
            <p:cNvSpPr txBox="1"/>
            <p:nvPr/>
          </p:nvSpPr>
          <p:spPr>
            <a:xfrm>
              <a:off x="5443480" y="700870"/>
              <a:ext cx="2195480" cy="704029"/>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Locais do Microsoft </a:t>
              </a:r>
              <a:r>
                <a:rPr lang="pt-BR" sz="1400" dirty="0" err="1">
                  <a:solidFill>
                    <a:srgbClr val="FFFFFF"/>
                  </a:solidFill>
                </a:rPr>
                <a:t>SkyDrive</a:t>
              </a:r>
              <a:r>
                <a:rPr lang="pt-BR" sz="1400" dirty="0">
                  <a:solidFill>
                    <a:srgbClr val="FFFFFF"/>
                  </a:solidFill>
                </a:rPr>
                <a:t> e Microsoft SharePoint</a:t>
              </a:r>
              <a:endParaRPr lang="en-US" sz="1400" dirty="0">
                <a:solidFill>
                  <a:srgbClr val="FFFFFF"/>
                </a:solidFill>
              </a:endParaRPr>
            </a:p>
          </p:txBody>
        </p:sp>
      </p:grpSp>
      <p:grpSp>
        <p:nvGrpSpPr>
          <p:cNvPr id="45" name="Grupo 44"/>
          <p:cNvGrpSpPr/>
          <p:nvPr/>
        </p:nvGrpSpPr>
        <p:grpSpPr>
          <a:xfrm>
            <a:off x="8863368" y="3241017"/>
            <a:ext cx="3112890" cy="488521"/>
            <a:chOff x="8864522" y="3159221"/>
            <a:chExt cx="3113295" cy="488585"/>
          </a:xfrm>
        </p:grpSpPr>
        <p:cxnSp>
          <p:nvCxnSpPr>
            <p:cNvPr id="41" name="Straight Connector 34"/>
            <p:cNvCxnSpPr/>
            <p:nvPr/>
          </p:nvCxnSpPr>
          <p:spPr>
            <a:xfrm flipH="1">
              <a:off x="8864522" y="3410465"/>
              <a:ext cx="1803478" cy="13427"/>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42" name="TextBox 4"/>
            <p:cNvSpPr txBox="1"/>
            <p:nvPr/>
          </p:nvSpPr>
          <p:spPr>
            <a:xfrm>
              <a:off x="10206043" y="3159221"/>
              <a:ext cx="1771774" cy="488585"/>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Documentos do Microsoft Office</a:t>
              </a:r>
              <a:endParaRPr lang="en-US" sz="1400" dirty="0">
                <a:solidFill>
                  <a:srgbClr val="FFFFFF"/>
                </a:solidFill>
              </a:endParaRPr>
            </a:p>
          </p:txBody>
        </p:sp>
      </p:gr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3308" y="6260018"/>
            <a:ext cx="2012992" cy="513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0895376"/>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sfp\Public\Mitchell\iStock_000008114474Medium.jpg"/>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4" y="82210"/>
            <a:ext cx="12197311" cy="686001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bwMode="auto">
          <a:xfrm>
            <a:off x="1" y="3348219"/>
            <a:ext cx="12187238" cy="3594005"/>
          </a:xfrm>
          <a:prstGeom prst="rect">
            <a:avLst/>
          </a:prstGeom>
          <a:gradFill>
            <a:gsLst>
              <a:gs pos="0">
                <a:srgbClr val="000000">
                  <a:alpha val="0"/>
                </a:srgbClr>
              </a:gs>
              <a:gs pos="100000">
                <a:srgbClr val="000000">
                  <a:alpha val="66667"/>
                </a:srgbClr>
              </a:gs>
            </a:gsLst>
            <a:lin ang="5400000" scaled="0"/>
          </a:gra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24" tIns="45712" rIns="91424" bIns="45712"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algn="ctr" defTabSz="91400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4" name="TextBox 3"/>
          <p:cNvSpPr txBox="1"/>
          <p:nvPr/>
        </p:nvSpPr>
        <p:spPr>
          <a:xfrm>
            <a:off x="2098387" y="5317139"/>
            <a:ext cx="9376161" cy="1025788"/>
          </a:xfrm>
          <a:prstGeom prst="rect">
            <a:avLst/>
          </a:prstGeom>
        </p:spPr>
        <p:txBody>
          <a:bodyPr vert="horz" wrap="square" lIns="0" tIns="0" rIns="0" bIns="0"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r">
              <a:lnSpc>
                <a:spcPts val="7999"/>
              </a:lnSpc>
            </a:pPr>
            <a:r>
              <a:rPr lang="en-US" sz="7999" spc="-100" dirty="0" err="1">
                <a:ln w="3175">
                  <a:noFill/>
                </a:ln>
                <a:gradFill>
                  <a:gsLst>
                    <a:gs pos="0">
                      <a:srgbClr val="FFFFFF"/>
                    </a:gs>
                    <a:gs pos="100000">
                      <a:srgbClr val="FFFFFF"/>
                    </a:gs>
                  </a:gsLst>
                  <a:lin ang="5400000" scaled="0"/>
                </a:gradFill>
                <a:latin typeface="Segoe UI Light"/>
                <a:cs typeface="Segoe Light"/>
              </a:rPr>
              <a:t>Nuvem</a:t>
            </a:r>
            <a:endParaRPr lang="en-US" sz="7999" spc="-100" dirty="0">
              <a:ln w="3175">
                <a:noFill/>
              </a:ln>
              <a:gradFill>
                <a:gsLst>
                  <a:gs pos="0">
                    <a:srgbClr val="FFFFFF"/>
                  </a:gs>
                  <a:gs pos="100000">
                    <a:srgbClr val="FFFFFF"/>
                  </a:gs>
                </a:gsLst>
                <a:lin ang="5400000" scaled="0"/>
              </a:gradFill>
              <a:latin typeface="Segoe UI Light"/>
              <a:cs typeface="Segoe Light"/>
            </a:endParaRPr>
          </a:p>
        </p:txBody>
      </p:sp>
    </p:spTree>
    <p:extLst>
      <p:ext uri="{BB962C8B-B14F-4D97-AF65-F5344CB8AC3E}">
        <p14:creationId xmlns:p14="http://schemas.microsoft.com/office/powerpoint/2010/main" val="3192280705"/>
      </p:ext>
    </p:extLst>
  </p:cSld>
  <p:clrMapOvr>
    <a:masterClrMapping/>
  </p:clrMapOvr>
  <p:transition spd="slow">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520633" y="1529819"/>
            <a:ext cx="2593918" cy="1178289"/>
          </a:xfrm>
        </p:spPr>
        <p:txBody>
          <a:bodyPr/>
          <a:lstStyle/>
          <a:p>
            <a:r>
              <a:rPr lang="en-US" dirty="0" smtClean="0"/>
              <a:t>Streaming Office apps</a:t>
            </a:r>
            <a:endParaRPr lang="en-US" dirty="0"/>
          </a:p>
        </p:txBody>
      </p:sp>
      <p:sp>
        <p:nvSpPr>
          <p:cNvPr id="3" name="Content Placeholder 2"/>
          <p:cNvSpPr>
            <a:spLocks noGrp="1"/>
          </p:cNvSpPr>
          <p:nvPr>
            <p:ph sz="quarter" idx="13"/>
          </p:nvPr>
        </p:nvSpPr>
        <p:spPr>
          <a:xfrm>
            <a:off x="520633" y="2816831"/>
            <a:ext cx="2466365" cy="609319"/>
          </a:xfrm>
        </p:spPr>
        <p:txBody>
          <a:bodyPr/>
          <a:lstStyle/>
          <a:p>
            <a:r>
              <a:rPr lang="pt-BR" sz="1600" dirty="0"/>
              <a:t>Nova maneira simplificada para instalar aplicativos Office</a:t>
            </a:r>
          </a:p>
          <a:p>
            <a:r>
              <a:rPr lang="pt-BR" sz="1600" dirty="0"/>
              <a:t>Experiência Rica do Office rapidamente em qualquer PC mais recente ou com Windows 7</a:t>
            </a:r>
          </a:p>
          <a:p>
            <a:r>
              <a:rPr lang="pt-BR" sz="1600" dirty="0"/>
              <a:t>Pode ser executado lado a lado com versões mais antigas do Office</a:t>
            </a:r>
          </a:p>
          <a:p>
            <a:r>
              <a:rPr lang="pt-BR" sz="1600" dirty="0"/>
              <a:t>Instalável em até 5 computadores com o Office 365 </a:t>
            </a:r>
            <a:r>
              <a:rPr lang="pt-BR" sz="1600" dirty="0" err="1"/>
              <a:t>ProPlus</a:t>
            </a:r>
            <a:endParaRPr lang="pt-BR" sz="1600" dirty="0"/>
          </a:p>
        </p:txBody>
      </p:sp>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a:stretch/>
        </p:blipFill>
        <p:spPr bwMode="auto">
          <a:xfrm>
            <a:off x="3137096" y="948550"/>
            <a:ext cx="9650145" cy="5117323"/>
          </a:xfrm>
          <a:prstGeom prst="rect">
            <a:avLst/>
          </a:prstGeom>
          <a:noFill/>
          <a:ln>
            <a:solidFill>
              <a:schemeClr val="bg2"/>
            </a:solidFill>
          </a:ln>
        </p:spPr>
      </p:pic>
      <p:grpSp>
        <p:nvGrpSpPr>
          <p:cNvPr id="11" name="Group 10"/>
          <p:cNvGrpSpPr/>
          <p:nvPr/>
        </p:nvGrpSpPr>
        <p:grpSpPr>
          <a:xfrm>
            <a:off x="7600814" y="3230460"/>
            <a:ext cx="4353069" cy="919352"/>
            <a:chOff x="7576529" y="226420"/>
            <a:chExt cx="4353636" cy="919472"/>
          </a:xfrm>
        </p:grpSpPr>
        <p:cxnSp>
          <p:nvCxnSpPr>
            <p:cNvPr id="12" name="Straight Connector 11"/>
            <p:cNvCxnSpPr/>
            <p:nvPr/>
          </p:nvCxnSpPr>
          <p:spPr>
            <a:xfrm flipH="1">
              <a:off x="7576529" y="694318"/>
              <a:ext cx="1265116" cy="0"/>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3" name="TextBox 4"/>
            <p:cNvSpPr txBox="1"/>
            <p:nvPr/>
          </p:nvSpPr>
          <p:spPr>
            <a:xfrm>
              <a:off x="8754115" y="226420"/>
              <a:ext cx="3176050" cy="919472"/>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Faça log-in no Office 365 de um navegador para atualizar seu perfil de usuário e instalar a última versão dos aplicativos Office</a:t>
              </a:r>
            </a:p>
          </p:txBody>
        </p:sp>
      </p:grpSp>
      <p:grpSp>
        <p:nvGrpSpPr>
          <p:cNvPr id="24" name="Group 23"/>
          <p:cNvGrpSpPr/>
          <p:nvPr/>
        </p:nvGrpSpPr>
        <p:grpSpPr>
          <a:xfrm>
            <a:off x="3137097" y="948550"/>
            <a:ext cx="9670021" cy="5130136"/>
            <a:chOff x="3137500" y="866460"/>
            <a:chExt cx="9671281" cy="5130804"/>
          </a:xfrm>
        </p:grpSpPr>
        <p:pic>
          <p:nvPicPr>
            <p:cNvPr id="9" name="Picture 8"/>
            <p:cNvPicPr>
              <a:picLocks noChangeAspect="1"/>
            </p:cNvPicPr>
            <p:nvPr/>
          </p:nvPicPr>
          <p:blipFill rotWithShape="1">
            <a:blip r:embed="rId4">
              <a:extLst>
                <a:ext uri="{28A0092B-C50C-407E-A947-70E740481C1C}">
                  <a14:useLocalDpi xmlns:a14="http://schemas.microsoft.com/office/drawing/2010/main" val="0"/>
                </a:ext>
              </a:extLst>
            </a:blip>
            <a:srcRect/>
            <a:stretch/>
          </p:blipFill>
          <p:spPr bwMode="auto">
            <a:xfrm>
              <a:off x="3137500" y="866460"/>
              <a:ext cx="9671281" cy="5130804"/>
            </a:xfrm>
            <a:prstGeom prst="rect">
              <a:avLst/>
            </a:prstGeom>
            <a:noFill/>
            <a:ln>
              <a:solidFill>
                <a:schemeClr val="bg2"/>
              </a:solidFill>
            </a:ln>
          </p:spPr>
        </p:pic>
        <p:grpSp>
          <p:nvGrpSpPr>
            <p:cNvPr id="17" name="Group 16"/>
            <p:cNvGrpSpPr/>
            <p:nvPr/>
          </p:nvGrpSpPr>
          <p:grpSpPr>
            <a:xfrm>
              <a:off x="6057543" y="3919964"/>
              <a:ext cx="3864380" cy="488585"/>
              <a:chOff x="7576529" y="441863"/>
              <a:chExt cx="3864380" cy="488585"/>
            </a:xfrm>
          </p:grpSpPr>
          <p:cxnSp>
            <p:nvCxnSpPr>
              <p:cNvPr id="18" name="Straight Connector 17"/>
              <p:cNvCxnSpPr/>
              <p:nvPr/>
            </p:nvCxnSpPr>
            <p:spPr>
              <a:xfrm flipH="1">
                <a:off x="7576529" y="694318"/>
                <a:ext cx="1265116" cy="0"/>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9" name="TextBox 4"/>
              <p:cNvSpPr txBox="1"/>
              <p:nvPr/>
            </p:nvSpPr>
            <p:spPr>
              <a:xfrm>
                <a:off x="8754115" y="441863"/>
                <a:ext cx="2686794" cy="488585"/>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solidFill>
                      <a:srgbClr val="FFFFFF"/>
                    </a:solidFill>
                  </a:rPr>
                  <a:t>Seleção</a:t>
                </a:r>
                <a:r>
                  <a:rPr lang="en-US" sz="1400" dirty="0">
                    <a:solidFill>
                      <a:srgbClr val="FFFFFF"/>
                    </a:solidFill>
                  </a:rPr>
                  <a:t> de </a:t>
                </a:r>
                <a:r>
                  <a:rPr lang="en-US" sz="1400" dirty="0" err="1">
                    <a:solidFill>
                      <a:srgbClr val="FFFFFF"/>
                    </a:solidFill>
                  </a:rPr>
                  <a:t>idioma</a:t>
                </a:r>
                <a:r>
                  <a:rPr lang="en-US" sz="1400" dirty="0">
                    <a:solidFill>
                      <a:srgbClr val="FFFFFF"/>
                    </a:solidFill>
                  </a:rPr>
                  <a:t> para </a:t>
                </a:r>
                <a:r>
                  <a:rPr lang="en-US" sz="1400" dirty="0" err="1">
                    <a:solidFill>
                      <a:srgbClr val="FFFFFF"/>
                    </a:solidFill>
                  </a:rPr>
                  <a:t>iniciar</a:t>
                </a:r>
                <a:r>
                  <a:rPr lang="en-US" sz="1400" dirty="0">
                    <a:solidFill>
                      <a:srgbClr val="FFFFFF"/>
                    </a:solidFill>
                  </a:rPr>
                  <a:t> a </a:t>
                </a:r>
                <a:r>
                  <a:rPr lang="en-US" sz="1400" dirty="0" err="1">
                    <a:solidFill>
                      <a:srgbClr val="FFFFFF"/>
                    </a:solidFill>
                  </a:rPr>
                  <a:t>instalação</a:t>
                </a:r>
                <a:r>
                  <a:rPr lang="en-US" sz="1400" dirty="0">
                    <a:solidFill>
                      <a:srgbClr val="FFFFFF"/>
                    </a:solidFill>
                  </a:rPr>
                  <a:t> do Office App</a:t>
                </a:r>
              </a:p>
            </p:txBody>
          </p:sp>
        </p:grpSp>
      </p:grpSp>
      <p:grpSp>
        <p:nvGrpSpPr>
          <p:cNvPr id="23" name="Group 22"/>
          <p:cNvGrpSpPr/>
          <p:nvPr/>
        </p:nvGrpSpPr>
        <p:grpSpPr>
          <a:xfrm>
            <a:off x="3137092" y="948550"/>
            <a:ext cx="9638802" cy="5382800"/>
            <a:chOff x="3137500" y="866460"/>
            <a:chExt cx="9640058" cy="5383501"/>
          </a:xfrm>
        </p:grpSpPr>
        <p:pic>
          <p:nvPicPr>
            <p:cNvPr id="10" name="Picture 9"/>
            <p:cNvPicPr>
              <a:picLocks noChangeAspect="1"/>
            </p:cNvPicPr>
            <p:nvPr/>
          </p:nvPicPr>
          <p:blipFill rotWithShape="1">
            <a:blip r:embed="rId5">
              <a:extLst>
                <a:ext uri="{28A0092B-C50C-407E-A947-70E740481C1C}">
                  <a14:useLocalDpi xmlns:a14="http://schemas.microsoft.com/office/drawing/2010/main" val="0"/>
                </a:ext>
              </a:extLst>
            </a:blip>
            <a:srcRect b="-36"/>
            <a:stretch/>
          </p:blipFill>
          <p:spPr bwMode="auto">
            <a:xfrm>
              <a:off x="3137500" y="866460"/>
              <a:ext cx="9640058" cy="5143500"/>
            </a:xfrm>
            <a:prstGeom prst="rect">
              <a:avLst/>
            </a:prstGeom>
            <a:noFill/>
            <a:ln>
              <a:solidFill>
                <a:schemeClr val="bg2"/>
              </a:solidFill>
            </a:ln>
          </p:spPr>
        </p:pic>
        <p:grpSp>
          <p:nvGrpSpPr>
            <p:cNvPr id="20" name="Group 19"/>
            <p:cNvGrpSpPr/>
            <p:nvPr/>
          </p:nvGrpSpPr>
          <p:grpSpPr>
            <a:xfrm>
              <a:off x="6943060" y="4408549"/>
              <a:ext cx="2881424" cy="1841412"/>
              <a:chOff x="8951302" y="-803242"/>
              <a:chExt cx="2881424" cy="1841412"/>
            </a:xfrm>
          </p:grpSpPr>
          <p:cxnSp>
            <p:nvCxnSpPr>
              <p:cNvPr id="21" name="Straight Connector 20"/>
              <p:cNvCxnSpPr/>
              <p:nvPr/>
            </p:nvCxnSpPr>
            <p:spPr>
              <a:xfrm rot="5400000" flipH="1">
                <a:off x="8788641" y="-170684"/>
                <a:ext cx="1265116" cy="0"/>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2" name="TextBox 4"/>
              <p:cNvSpPr txBox="1"/>
              <p:nvPr/>
            </p:nvSpPr>
            <p:spPr>
              <a:xfrm>
                <a:off x="8951302" y="334141"/>
                <a:ext cx="2881424" cy="704029"/>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Os novos aplicativos Office são transmitidos imediatamente para o seu PC</a:t>
                </a:r>
                <a:endParaRPr lang="en-US" sz="1400" dirty="0">
                  <a:solidFill>
                    <a:srgbClr val="FFFFFF"/>
                  </a:solidFill>
                </a:endParaRPr>
              </a:p>
            </p:txBody>
          </p:sp>
        </p:grpSp>
      </p:grpSp>
      <p:pic>
        <p:nvPicPr>
          <p:cNvPr id="2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73308" y="6260018"/>
            <a:ext cx="2012992" cy="513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1965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8035" y="1112298"/>
            <a:ext cx="8602500" cy="4836545"/>
          </a:xfrm>
          <a:prstGeom prst="rect">
            <a:avLst/>
          </a:prstGeom>
        </p:spPr>
      </p:pic>
      <p:grpSp>
        <p:nvGrpSpPr>
          <p:cNvPr id="42" name="Group 41"/>
          <p:cNvGrpSpPr/>
          <p:nvPr/>
        </p:nvGrpSpPr>
        <p:grpSpPr>
          <a:xfrm>
            <a:off x="4313339" y="1635162"/>
            <a:ext cx="3775175" cy="488521"/>
            <a:chOff x="3187417" y="675777"/>
            <a:chExt cx="3775667" cy="488585"/>
          </a:xfrm>
        </p:grpSpPr>
        <p:cxnSp>
          <p:nvCxnSpPr>
            <p:cNvPr id="43" name="Straight Connector 42"/>
            <p:cNvCxnSpPr/>
            <p:nvPr/>
          </p:nvCxnSpPr>
          <p:spPr>
            <a:xfrm flipH="1" flipV="1">
              <a:off x="3187417" y="942221"/>
              <a:ext cx="873781" cy="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44" name="TextBox 4"/>
            <p:cNvSpPr txBox="1"/>
            <p:nvPr/>
          </p:nvSpPr>
          <p:spPr>
            <a:xfrm>
              <a:off x="4061198" y="675777"/>
              <a:ext cx="2901886" cy="488585"/>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solidFill>
                    <a:srgbClr val="FFFFFF"/>
                  </a:solidFill>
                </a:rPr>
                <a:t>A </a:t>
              </a:r>
              <a:r>
                <a:rPr lang="en-US" sz="1400" dirty="0" err="1">
                  <a:solidFill>
                    <a:srgbClr val="FFFFFF"/>
                  </a:solidFill>
                </a:rPr>
                <a:t>lista</a:t>
              </a:r>
              <a:r>
                <a:rPr lang="en-US" sz="1400" dirty="0">
                  <a:solidFill>
                    <a:srgbClr val="FFFFFF"/>
                  </a:solidFill>
                </a:rPr>
                <a:t> de </a:t>
              </a:r>
              <a:r>
                <a:rPr lang="en-US" sz="1400" dirty="0" err="1">
                  <a:solidFill>
                    <a:srgbClr val="FFFFFF"/>
                  </a:solidFill>
                </a:rPr>
                <a:t>documentos</a:t>
              </a:r>
              <a:r>
                <a:rPr lang="en-US" sz="1400" dirty="0">
                  <a:solidFill>
                    <a:srgbClr val="FFFFFF"/>
                  </a:solidFill>
                </a:rPr>
                <a:t> </a:t>
              </a:r>
              <a:r>
                <a:rPr lang="en-US" sz="1400" dirty="0" err="1">
                  <a:solidFill>
                    <a:srgbClr val="FFFFFF"/>
                  </a:solidFill>
                </a:rPr>
                <a:t>recentes</a:t>
              </a:r>
              <a:r>
                <a:rPr lang="en-US" sz="1400" dirty="0">
                  <a:solidFill>
                    <a:srgbClr val="FFFFFF"/>
                  </a:solidFill>
                </a:rPr>
                <a:t> agora </a:t>
              </a:r>
              <a:r>
                <a:rPr lang="en-US" sz="1400" dirty="0" err="1">
                  <a:solidFill>
                    <a:srgbClr val="FFFFFF"/>
                  </a:solidFill>
                </a:rPr>
                <a:t>vai</a:t>
              </a:r>
              <a:r>
                <a:rPr lang="en-US" sz="1400" dirty="0">
                  <a:solidFill>
                    <a:srgbClr val="FFFFFF"/>
                  </a:solidFill>
                </a:rPr>
                <a:t> </a:t>
              </a:r>
              <a:r>
                <a:rPr lang="en-US" sz="1400" dirty="0" err="1">
                  <a:solidFill>
                    <a:srgbClr val="FFFFFF"/>
                  </a:solidFill>
                </a:rPr>
                <a:t>junto</a:t>
              </a:r>
              <a:r>
                <a:rPr lang="en-US" sz="1400" dirty="0">
                  <a:solidFill>
                    <a:srgbClr val="FFFFFF"/>
                  </a:solidFill>
                </a:rPr>
                <a:t> com </a:t>
              </a:r>
              <a:r>
                <a:rPr lang="en-US" sz="1400" dirty="0" err="1">
                  <a:solidFill>
                    <a:srgbClr val="FFFFFF"/>
                  </a:solidFill>
                </a:rPr>
                <a:t>você</a:t>
              </a:r>
              <a:endParaRPr lang="en-US" sz="1400" dirty="0">
                <a:solidFill>
                  <a:srgbClr val="FFFFFF"/>
                </a:solidFill>
              </a:endParaRPr>
            </a:p>
          </p:txBody>
        </p:sp>
      </p:grpSp>
      <p:grpSp>
        <p:nvGrpSpPr>
          <p:cNvPr id="33" name="Group 32"/>
          <p:cNvGrpSpPr/>
          <p:nvPr/>
        </p:nvGrpSpPr>
        <p:grpSpPr>
          <a:xfrm>
            <a:off x="3395849" y="1112293"/>
            <a:ext cx="8602501" cy="4836544"/>
            <a:chOff x="3396290" y="1030225"/>
            <a:chExt cx="8603622" cy="4799076"/>
          </a:xfrm>
        </p:grpSpPr>
        <p:pic>
          <p:nvPicPr>
            <p:cNvPr id="15" name="Picture 14"/>
            <p:cNvPicPr>
              <a:picLocks noChangeAspect="1"/>
            </p:cNvPicPr>
            <p:nvPr/>
          </p:nvPicPr>
          <p:blipFill rotWithShape="1">
            <a:blip r:embed="rId4">
              <a:extLst>
                <a:ext uri="{28A0092B-C50C-407E-A947-70E740481C1C}">
                  <a14:useLocalDpi xmlns:a14="http://schemas.microsoft.com/office/drawing/2010/main" val="0"/>
                </a:ext>
              </a:extLst>
            </a:blip>
            <a:srcRect b="788"/>
            <a:stretch/>
          </p:blipFill>
          <p:spPr>
            <a:xfrm>
              <a:off x="3396290" y="1030225"/>
              <a:ext cx="8603622" cy="4799076"/>
            </a:xfrm>
            <a:prstGeom prst="rect">
              <a:avLst/>
            </a:prstGeom>
            <a:ln>
              <a:solidFill>
                <a:schemeClr val="bg2"/>
              </a:solidFill>
            </a:ln>
          </p:spPr>
        </p:pic>
        <p:grpSp>
          <p:nvGrpSpPr>
            <p:cNvPr id="20" name="Group 19"/>
            <p:cNvGrpSpPr/>
            <p:nvPr/>
          </p:nvGrpSpPr>
          <p:grpSpPr>
            <a:xfrm>
              <a:off x="7145182" y="3771485"/>
              <a:ext cx="3337002" cy="545807"/>
              <a:chOff x="4193500" y="360800"/>
              <a:chExt cx="3337002" cy="545807"/>
            </a:xfrm>
          </p:grpSpPr>
          <p:cxnSp>
            <p:nvCxnSpPr>
              <p:cNvPr id="21" name="Straight Connector 20"/>
              <p:cNvCxnSpPr/>
              <p:nvPr/>
            </p:nvCxnSpPr>
            <p:spPr>
              <a:xfrm>
                <a:off x="5597492" y="633704"/>
                <a:ext cx="1933010" cy="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2" name="TextBox 4"/>
              <p:cNvSpPr txBox="1"/>
              <p:nvPr/>
            </p:nvSpPr>
            <p:spPr>
              <a:xfrm>
                <a:off x="4193500" y="360800"/>
                <a:ext cx="1935126" cy="545807"/>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600" dirty="0" err="1">
                    <a:solidFill>
                      <a:srgbClr val="FFFFFF"/>
                    </a:solidFill>
                  </a:rPr>
                  <a:t>Retome</a:t>
                </a:r>
                <a:r>
                  <a:rPr lang="en-US" sz="1600" dirty="0">
                    <a:solidFill>
                      <a:srgbClr val="FFFFFF"/>
                    </a:solidFill>
                  </a:rPr>
                  <a:t> o </a:t>
                </a:r>
                <a:r>
                  <a:rPr lang="en-US" sz="1600" dirty="0" err="1">
                    <a:solidFill>
                      <a:srgbClr val="FFFFFF"/>
                    </a:solidFill>
                  </a:rPr>
                  <a:t>trabalho</a:t>
                </a:r>
                <a:r>
                  <a:rPr lang="en-US" sz="1600" dirty="0">
                    <a:solidFill>
                      <a:srgbClr val="FFFFFF"/>
                    </a:solidFill>
                  </a:rPr>
                  <a:t> de </a:t>
                </a:r>
                <a:r>
                  <a:rPr lang="en-US" sz="1600" dirty="0" err="1">
                    <a:solidFill>
                      <a:srgbClr val="FFFFFF"/>
                    </a:solidFill>
                  </a:rPr>
                  <a:t>onde</a:t>
                </a:r>
                <a:r>
                  <a:rPr lang="en-US" sz="1600" dirty="0">
                    <a:solidFill>
                      <a:srgbClr val="FFFFFF"/>
                    </a:solidFill>
                  </a:rPr>
                  <a:t> </a:t>
                </a:r>
                <a:r>
                  <a:rPr lang="en-US" sz="1600" dirty="0" err="1">
                    <a:solidFill>
                      <a:srgbClr val="FFFFFF"/>
                    </a:solidFill>
                  </a:rPr>
                  <a:t>parou</a:t>
                </a:r>
                <a:endParaRPr lang="en-US" sz="1600" dirty="0">
                  <a:solidFill>
                    <a:srgbClr val="FFFFFF"/>
                  </a:solidFill>
                </a:endParaRPr>
              </a:p>
            </p:txBody>
          </p:sp>
        </p:grpSp>
      </p:grpSp>
      <p:grpSp>
        <p:nvGrpSpPr>
          <p:cNvPr id="34" name="Group 33"/>
          <p:cNvGrpSpPr/>
          <p:nvPr/>
        </p:nvGrpSpPr>
        <p:grpSpPr>
          <a:xfrm>
            <a:off x="5477784" y="3227456"/>
            <a:ext cx="6760247" cy="3873761"/>
            <a:chOff x="5478497" y="3145659"/>
            <a:chExt cx="6761128" cy="3874266"/>
          </a:xfrm>
        </p:grpSpPr>
        <p:pic>
          <p:nvPicPr>
            <p:cNvPr id="35" name="Picture 34"/>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5478497" y="3145659"/>
              <a:ext cx="6761128" cy="3874266"/>
            </a:xfrm>
            <a:prstGeom prst="rect">
              <a:avLst/>
            </a:prstGeom>
            <a:ln>
              <a:solidFill>
                <a:schemeClr val="bg2"/>
              </a:solidFill>
            </a:ln>
          </p:spPr>
        </p:pic>
        <p:grpSp>
          <p:nvGrpSpPr>
            <p:cNvPr id="36" name="Group 35"/>
            <p:cNvGrpSpPr/>
            <p:nvPr/>
          </p:nvGrpSpPr>
          <p:grpSpPr>
            <a:xfrm>
              <a:off x="6822558" y="4246464"/>
              <a:ext cx="2813198" cy="2157652"/>
              <a:chOff x="4750487" y="3684726"/>
              <a:chExt cx="2813198" cy="2157652"/>
            </a:xfrm>
          </p:grpSpPr>
          <p:cxnSp>
            <p:nvCxnSpPr>
              <p:cNvPr id="38" name="Straight Connector 37"/>
              <p:cNvCxnSpPr/>
              <p:nvPr/>
            </p:nvCxnSpPr>
            <p:spPr>
              <a:xfrm flipV="1">
                <a:off x="6154084" y="3684726"/>
                <a:ext cx="3310" cy="1913360"/>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37" name="TextBox 4"/>
              <p:cNvSpPr txBox="1"/>
              <p:nvPr/>
            </p:nvSpPr>
            <p:spPr>
              <a:xfrm>
                <a:off x="4750487" y="5353793"/>
                <a:ext cx="2813198" cy="488585"/>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solidFill>
                      <a:srgbClr val="FFFFFF"/>
                    </a:solidFill>
                  </a:rPr>
                  <a:t>Salve </a:t>
                </a:r>
                <a:r>
                  <a:rPr lang="en-US" sz="1400" dirty="0" err="1">
                    <a:solidFill>
                      <a:srgbClr val="FFFFFF"/>
                    </a:solidFill>
                  </a:rPr>
                  <a:t>direto</a:t>
                </a:r>
                <a:r>
                  <a:rPr lang="en-US" sz="1400" dirty="0">
                    <a:solidFill>
                      <a:srgbClr val="FFFFFF"/>
                    </a:solidFill>
                  </a:rPr>
                  <a:t> </a:t>
                </a:r>
                <a:r>
                  <a:rPr lang="en-US" sz="1400" dirty="0" err="1">
                    <a:solidFill>
                      <a:srgbClr val="FFFFFF"/>
                    </a:solidFill>
                  </a:rPr>
                  <a:t>na</a:t>
                </a:r>
                <a:r>
                  <a:rPr lang="en-US" sz="1400" dirty="0">
                    <a:solidFill>
                      <a:srgbClr val="FFFFFF"/>
                    </a:solidFill>
                  </a:rPr>
                  <a:t> </a:t>
                </a:r>
                <a:r>
                  <a:rPr lang="en-US" sz="1400" dirty="0" err="1">
                    <a:solidFill>
                      <a:srgbClr val="FFFFFF"/>
                    </a:solidFill>
                  </a:rPr>
                  <a:t>nuvem</a:t>
                </a:r>
                <a:r>
                  <a:rPr lang="en-US" sz="1400" dirty="0">
                    <a:solidFill>
                      <a:srgbClr val="FFFFFF"/>
                    </a:solidFill>
                  </a:rPr>
                  <a:t> com SkyDrive &amp; SkyDrive Pro</a:t>
                </a:r>
              </a:p>
            </p:txBody>
          </p:sp>
        </p:grpSp>
      </p:grpSp>
      <p:sp>
        <p:nvSpPr>
          <p:cNvPr id="2" name="Text Placeholder 1"/>
          <p:cNvSpPr>
            <a:spLocks noGrp="1"/>
          </p:cNvSpPr>
          <p:nvPr>
            <p:ph type="body" idx="1"/>
          </p:nvPr>
        </p:nvSpPr>
        <p:spPr>
          <a:xfrm>
            <a:off x="520637" y="1529819"/>
            <a:ext cx="2769396" cy="1178289"/>
          </a:xfrm>
        </p:spPr>
        <p:txBody>
          <a:bodyPr/>
          <a:lstStyle/>
          <a:p>
            <a:r>
              <a:rPr lang="en-US" dirty="0" smtClean="0"/>
              <a:t>Roaming Office</a:t>
            </a:r>
            <a:endParaRPr lang="en-US" dirty="0"/>
          </a:p>
        </p:txBody>
      </p:sp>
      <p:sp>
        <p:nvSpPr>
          <p:cNvPr id="16" name="Content Placeholder 8"/>
          <p:cNvSpPr txBox="1">
            <a:spLocks noGrp="1"/>
          </p:cNvSpPr>
          <p:nvPr>
            <p:ph sz="quarter" idx="13"/>
          </p:nvPr>
        </p:nvSpPr>
        <p:spPr>
          <a:xfrm>
            <a:off x="520633" y="2816831"/>
            <a:ext cx="2769395" cy="609319"/>
          </a:xfrm>
          <a:prstGeom prst="rect">
            <a:avLst/>
          </a:prstGeom>
        </p:spPr>
        <p:txBody>
          <a:bodyPr vert="horz" lIns="0" tIns="0" rIns="0" bIns="0" rtlCol="0">
            <a:noAutofit/>
          </a:bodyPr>
          <a:lstStyle>
            <a:lvl1pPr marL="0" marR="0" indent="0" algn="l" defTabSz="914363" rtl="0" eaLnBrk="1" fontAlgn="auto" latinLnBrk="0" hangingPunct="1">
              <a:lnSpc>
                <a:spcPct val="90000"/>
              </a:lnSpc>
              <a:spcBef>
                <a:spcPts val="1200"/>
              </a:spcBef>
              <a:spcAft>
                <a:spcPts val="0"/>
              </a:spcAft>
              <a:buClrTx/>
              <a:buSzPct val="80000"/>
              <a:buFont typeface="Arial" pitchFamily="34" charset="0"/>
              <a:buNone/>
              <a:tabLst/>
              <a:defRPr lang="en-US" sz="2000" kern="1200" spc="0" baseline="0" dirty="0" smtClean="0">
                <a:gradFill>
                  <a:gsLst>
                    <a:gs pos="100000">
                      <a:schemeClr val="bg2"/>
                    </a:gs>
                    <a:gs pos="0">
                      <a:schemeClr val="bg2"/>
                    </a:gs>
                  </a:gsLst>
                  <a:lin ang="5400000" scaled="0"/>
                </a:gradFill>
                <a:latin typeface="+mn-lt"/>
                <a:ea typeface="+mn-ea"/>
                <a:cs typeface="Segoe UI" pitchFamily="34" charset="0"/>
              </a:defRPr>
            </a:lvl1pPr>
            <a:lvl2pPr marL="914240" marR="0" indent="-380933" algn="l" defTabSz="914363" rtl="0" eaLnBrk="1" fontAlgn="auto" latinLnBrk="0" hangingPunct="1">
              <a:lnSpc>
                <a:spcPct val="90000"/>
              </a:lnSpc>
              <a:spcBef>
                <a:spcPct val="20000"/>
              </a:spcBef>
              <a:spcAft>
                <a:spcPts val="0"/>
              </a:spcAft>
              <a:buClrTx/>
              <a:buSzPct val="90000"/>
              <a:buFont typeface="Wingdings" pitchFamily="2" charset="2"/>
              <a:buChar char=""/>
              <a:tabLst/>
              <a:defRPr lang="en-US" sz="2100" kern="1200" spc="0" baseline="0" dirty="0" smtClean="0">
                <a:solidFill>
                  <a:schemeClr val="bg2">
                    <a:lumMod val="50000"/>
                  </a:schemeClr>
                </a:solidFill>
                <a:latin typeface="+mn-lt"/>
                <a:ea typeface="+mn-ea"/>
                <a:cs typeface="Arial" pitchFamily="34" charset="0"/>
              </a:defRPr>
            </a:lvl2pPr>
            <a:lvl3pPr marL="914240" marR="0" indent="-228560" algn="l" defTabSz="914363" rtl="0" eaLnBrk="1" fontAlgn="auto" latinLnBrk="0" hangingPunct="1">
              <a:lnSpc>
                <a:spcPct val="90000"/>
              </a:lnSpc>
              <a:spcBef>
                <a:spcPct val="20000"/>
              </a:spcBef>
              <a:spcAft>
                <a:spcPts val="0"/>
              </a:spcAft>
              <a:buClrTx/>
              <a:buSzPct val="90000"/>
              <a:buFont typeface="Wingdings" pitchFamily="2" charset="2"/>
              <a:buChar char=""/>
              <a:tabLst>
                <a:tab pos="798513" algn="l"/>
              </a:tabLst>
              <a:defRPr lang="en-US" sz="1900" kern="1200" spc="0" baseline="0" dirty="0" smtClean="0">
                <a:solidFill>
                  <a:schemeClr val="bg2">
                    <a:lumMod val="50000"/>
                  </a:schemeClr>
                </a:solidFill>
                <a:latin typeface="+mn-lt"/>
                <a:ea typeface="+mn-ea"/>
                <a:cs typeface="Arial" pitchFamily="34" charset="0"/>
              </a:defRPr>
            </a:lvl3pPr>
            <a:lvl4pPr marL="1218987" marR="0" indent="-228560" algn="l" defTabSz="914363" rtl="0" eaLnBrk="1" fontAlgn="auto" latinLnBrk="0" hangingPunct="1">
              <a:lnSpc>
                <a:spcPct val="90000"/>
              </a:lnSpc>
              <a:spcBef>
                <a:spcPct val="20000"/>
              </a:spcBef>
              <a:spcAft>
                <a:spcPts val="0"/>
              </a:spcAft>
              <a:buClrTx/>
              <a:buSzPct val="90000"/>
              <a:buFont typeface="Wingdings" pitchFamily="2" charset="2"/>
              <a:buChar char=""/>
              <a:tabLst/>
              <a:defRPr lang="en-US" sz="1600" kern="1200" spc="0" baseline="0" dirty="0" smtClean="0">
                <a:solidFill>
                  <a:schemeClr val="bg2">
                    <a:lumMod val="50000"/>
                  </a:schemeClr>
                </a:solidFill>
                <a:latin typeface="+mn-lt"/>
                <a:ea typeface="+mn-ea"/>
                <a:cs typeface="Arial" pitchFamily="34" charset="0"/>
              </a:defRPr>
            </a:lvl4pPr>
            <a:lvl5pPr marL="1447547" marR="0" indent="-228560" algn="l" defTabSz="914363" rtl="0" eaLnBrk="1" fontAlgn="auto" latinLnBrk="0" hangingPunct="1">
              <a:lnSpc>
                <a:spcPct val="90000"/>
              </a:lnSpc>
              <a:spcBef>
                <a:spcPct val="20000"/>
              </a:spcBef>
              <a:spcAft>
                <a:spcPts val="0"/>
              </a:spcAft>
              <a:buClrTx/>
              <a:buSzPct val="90000"/>
              <a:buFont typeface="Wingdings" pitchFamily="2" charset="2"/>
              <a:buChar char=""/>
              <a:tabLst>
                <a:tab pos="1255713" algn="l"/>
              </a:tabLst>
              <a:defRPr lang="en-US" sz="1600" kern="1200" spc="0" baseline="0" dirty="0">
                <a:solidFill>
                  <a:schemeClr val="bg2">
                    <a:lumMod val="50000"/>
                  </a:schemeClr>
                </a:solidFill>
                <a:latin typeface="+mn-lt"/>
                <a:ea typeface="+mn-ea"/>
                <a:cs typeface="Arial" pitchFamily="34" charset="0"/>
              </a:defRPr>
            </a:lvl5pPr>
            <a:lvl6pPr marL="2514499" indent="-228591" algn="l" defTabSz="914363"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100" kern="1200">
                <a:solidFill>
                  <a:schemeClr val="tx1"/>
                </a:solidFill>
                <a:latin typeface="+mn-lt"/>
                <a:ea typeface="+mn-ea"/>
                <a:cs typeface="+mn-cs"/>
              </a:defRPr>
            </a:lvl9pPr>
          </a:lstStyle>
          <a:p>
            <a:r>
              <a:rPr lang="pt-BR" sz="1600" dirty="0">
                <a:gradFill>
                  <a:gsLst>
                    <a:gs pos="100000">
                      <a:schemeClr val="bg1"/>
                    </a:gs>
                    <a:gs pos="0">
                      <a:schemeClr val="bg1"/>
                    </a:gs>
                  </a:gsLst>
                  <a:lin ang="5400000" scaled="0"/>
                </a:gradFill>
              </a:rPr>
              <a:t>Office agora está sempre conectado</a:t>
            </a:r>
          </a:p>
          <a:p>
            <a:r>
              <a:rPr lang="pt-BR" sz="1600" dirty="0">
                <a:gradFill>
                  <a:gsLst>
                    <a:gs pos="100000">
                      <a:schemeClr val="bg1"/>
                    </a:gs>
                    <a:gs pos="0">
                      <a:schemeClr val="bg1"/>
                    </a:gs>
                  </a:gsLst>
                  <a:lin ang="5400000" scaled="0"/>
                </a:gradFill>
              </a:rPr>
              <a:t>Leve suas configurações e continue de onde você parou</a:t>
            </a:r>
          </a:p>
          <a:p>
            <a:r>
              <a:rPr lang="pt-BR" sz="1600" dirty="0">
                <a:gradFill>
                  <a:gsLst>
                    <a:gs pos="100000">
                      <a:schemeClr val="bg1"/>
                    </a:gs>
                    <a:gs pos="0">
                      <a:schemeClr val="bg1"/>
                    </a:gs>
                  </a:gsLst>
                  <a:lin ang="5400000" scaled="0"/>
                </a:gradFill>
              </a:rPr>
              <a:t>Salva na nuvem por padrão com o </a:t>
            </a:r>
            <a:r>
              <a:rPr lang="pt-BR" sz="1600" dirty="0" err="1">
                <a:gradFill>
                  <a:gsLst>
                    <a:gs pos="100000">
                      <a:schemeClr val="bg1"/>
                    </a:gs>
                    <a:gs pos="0">
                      <a:schemeClr val="bg1"/>
                    </a:gs>
                  </a:gsLst>
                  <a:lin ang="5400000" scaled="0"/>
                </a:gradFill>
              </a:rPr>
              <a:t>SkyDrive</a:t>
            </a:r>
            <a:r>
              <a:rPr lang="pt-BR" sz="1600" dirty="0">
                <a:gradFill>
                  <a:gsLst>
                    <a:gs pos="100000">
                      <a:schemeClr val="bg1"/>
                    </a:gs>
                    <a:gs pos="0">
                      <a:schemeClr val="bg1"/>
                    </a:gs>
                  </a:gsLst>
                  <a:lin ang="5400000" scaled="0"/>
                </a:gradFill>
              </a:rPr>
              <a:t> &amp; </a:t>
            </a:r>
            <a:r>
              <a:rPr lang="pt-BR" sz="1600" dirty="0" err="1">
                <a:gradFill>
                  <a:gsLst>
                    <a:gs pos="100000">
                      <a:schemeClr val="bg1"/>
                    </a:gs>
                    <a:gs pos="0">
                      <a:schemeClr val="bg1"/>
                    </a:gs>
                  </a:gsLst>
                  <a:lin ang="5400000" scaled="0"/>
                </a:gradFill>
              </a:rPr>
              <a:t>SkyDrive</a:t>
            </a:r>
            <a:r>
              <a:rPr lang="pt-BR" sz="1600" dirty="0">
                <a:gradFill>
                  <a:gsLst>
                    <a:gs pos="100000">
                      <a:schemeClr val="bg1"/>
                    </a:gs>
                    <a:gs pos="0">
                      <a:schemeClr val="bg1"/>
                    </a:gs>
                  </a:gsLst>
                  <a:lin ang="5400000" scaled="0"/>
                </a:gradFill>
              </a:rPr>
              <a:t> Pro</a:t>
            </a:r>
            <a:endParaRPr lang="en-US" sz="1600" dirty="0">
              <a:gradFill>
                <a:gsLst>
                  <a:gs pos="100000">
                    <a:schemeClr val="bg1"/>
                  </a:gs>
                  <a:gs pos="0">
                    <a:schemeClr val="bg1"/>
                  </a:gs>
                </a:gsLst>
                <a:lin ang="5400000" scaled="0"/>
              </a:gradFill>
            </a:endParaRPr>
          </a:p>
        </p:txBody>
      </p:sp>
      <p:grpSp>
        <p:nvGrpSpPr>
          <p:cNvPr id="7" name="Group 6"/>
          <p:cNvGrpSpPr/>
          <p:nvPr/>
        </p:nvGrpSpPr>
        <p:grpSpPr>
          <a:xfrm>
            <a:off x="10147793" y="337788"/>
            <a:ext cx="1669096" cy="820921"/>
            <a:chOff x="4085833" y="465506"/>
            <a:chExt cx="1669313" cy="821028"/>
          </a:xfrm>
        </p:grpSpPr>
        <p:cxnSp>
          <p:nvCxnSpPr>
            <p:cNvPr id="8" name="Straight Connector 7"/>
            <p:cNvCxnSpPr/>
            <p:nvPr/>
          </p:nvCxnSpPr>
          <p:spPr>
            <a:xfrm flipH="1">
              <a:off x="4917307" y="602077"/>
              <a:ext cx="3182" cy="684457"/>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9" name="TextBox 4"/>
            <p:cNvSpPr txBox="1"/>
            <p:nvPr/>
          </p:nvSpPr>
          <p:spPr>
            <a:xfrm>
              <a:off x="4085833" y="465506"/>
              <a:ext cx="1669313" cy="273142"/>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solidFill>
                    <a:srgbClr val="FFFFFF"/>
                  </a:solidFill>
                </a:rPr>
                <a:t>Log-in no Office</a:t>
              </a:r>
            </a:p>
          </p:txBody>
        </p:sp>
      </p:grpSp>
      <p:grpSp>
        <p:nvGrpSpPr>
          <p:cNvPr id="10" name="Grupo 9"/>
          <p:cNvGrpSpPr/>
          <p:nvPr/>
        </p:nvGrpSpPr>
        <p:grpSpPr>
          <a:xfrm>
            <a:off x="2872369" y="664532"/>
            <a:ext cx="8825302" cy="5284306"/>
            <a:chOff x="2872738" y="582405"/>
            <a:chExt cx="8826452" cy="5284994"/>
          </a:xfrm>
        </p:grpSpPr>
        <p:pic>
          <p:nvPicPr>
            <p:cNvPr id="5" name="Imagem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97012" y="582405"/>
              <a:ext cx="8002178" cy="5284994"/>
            </a:xfrm>
            <a:prstGeom prst="rect">
              <a:avLst/>
            </a:prstGeom>
          </p:spPr>
        </p:pic>
        <p:cxnSp>
          <p:nvCxnSpPr>
            <p:cNvPr id="23" name="Straight Connector 17"/>
            <p:cNvCxnSpPr/>
            <p:nvPr/>
          </p:nvCxnSpPr>
          <p:spPr>
            <a:xfrm flipV="1">
              <a:off x="4756430" y="2626243"/>
              <a:ext cx="0" cy="2787157"/>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4" name="TextBox 4"/>
            <p:cNvSpPr txBox="1"/>
            <p:nvPr/>
          </p:nvSpPr>
          <p:spPr>
            <a:xfrm>
              <a:off x="2872738" y="5079809"/>
              <a:ext cx="3774005" cy="488585"/>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Integração do SharePoint com o Explorador de Arquivos do Windows</a:t>
              </a:r>
              <a:endParaRPr lang="en-US" sz="1400" dirty="0">
                <a:solidFill>
                  <a:srgbClr val="FFFFFF"/>
                </a:solidFill>
              </a:endParaRPr>
            </a:p>
          </p:txBody>
        </p:sp>
      </p:grpSp>
      <p:pic>
        <p:nvPicPr>
          <p:cNvPr id="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73308" y="6260018"/>
            <a:ext cx="2012992" cy="513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4206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33"/>
                                        </p:tgtEl>
                                      </p:cBhvr>
                                    </p:animEffect>
                                    <p:set>
                                      <p:cBhvr>
                                        <p:cTn id="17" dur="1" fill="hold">
                                          <p:stCondLst>
                                            <p:cond delay="499"/>
                                          </p:stCondLst>
                                        </p:cTn>
                                        <p:tgtEl>
                                          <p:spTgt spid="33"/>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500"/>
                                        <p:tgtEl>
                                          <p:spTgt spid="34"/>
                                        </p:tgtEl>
                                      </p:cBhvr>
                                    </p:animEffect>
                                    <p:set>
                                      <p:cBhvr>
                                        <p:cTn id="20" dur="1" fill="hold">
                                          <p:stCondLst>
                                            <p:cond delay="499"/>
                                          </p:stCondLst>
                                        </p:cTn>
                                        <p:tgtEl>
                                          <p:spTgt spid="34"/>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3"/>
                                        </p:tgtEl>
                                      </p:cBhvr>
                                    </p:animEffect>
                                    <p:set>
                                      <p:cBhvr>
                                        <p:cTn id="23" dur="1" fill="hold">
                                          <p:stCondLst>
                                            <p:cond delay="499"/>
                                          </p:stCondLst>
                                        </p:cTn>
                                        <p:tgtEl>
                                          <p:spTgt spid="3"/>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42"/>
                                        </p:tgtEl>
                                      </p:cBhvr>
                                    </p:animEffect>
                                    <p:set>
                                      <p:cBhvr>
                                        <p:cTn id="26" dur="1" fill="hold">
                                          <p:stCondLst>
                                            <p:cond delay="499"/>
                                          </p:stCondLst>
                                        </p:cTn>
                                        <p:tgtEl>
                                          <p:spTgt spid="42"/>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500"/>
                                        <p:tgtEl>
                                          <p:spTgt spid="7"/>
                                        </p:tgtEl>
                                      </p:cBhvr>
                                    </p:animEffect>
                                    <p:set>
                                      <p:cBhvr>
                                        <p:cTn id="29" dur="1" fill="hold">
                                          <p:stCondLst>
                                            <p:cond delay="499"/>
                                          </p:stCondLst>
                                        </p:cTn>
                                        <p:tgtEl>
                                          <p:spTgt spid="7"/>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3522292" y="1236618"/>
            <a:ext cx="8485588" cy="5477044"/>
            <a:chOff x="3522746" y="1154561"/>
            <a:chExt cx="8486693" cy="5477757"/>
          </a:xfrm>
        </p:grpSpPr>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2746" y="1154561"/>
              <a:ext cx="8486693" cy="4777278"/>
            </a:xfrm>
            <a:prstGeom prst="rect">
              <a:avLst/>
            </a:prstGeom>
            <a:ln>
              <a:solidFill>
                <a:schemeClr val="bg2"/>
              </a:solidFill>
            </a:ln>
          </p:spPr>
        </p:pic>
        <p:grpSp>
          <p:nvGrpSpPr>
            <p:cNvPr id="20" name="Group 19"/>
            <p:cNvGrpSpPr/>
            <p:nvPr/>
          </p:nvGrpSpPr>
          <p:grpSpPr>
            <a:xfrm>
              <a:off x="6055861" y="5278438"/>
              <a:ext cx="3774005" cy="1353880"/>
              <a:chOff x="6055861" y="5278438"/>
              <a:chExt cx="3774005" cy="1353880"/>
            </a:xfrm>
          </p:grpSpPr>
          <p:cxnSp>
            <p:nvCxnSpPr>
              <p:cNvPr id="21" name="Straight Connector 20"/>
              <p:cNvCxnSpPr/>
              <p:nvPr/>
            </p:nvCxnSpPr>
            <p:spPr>
              <a:xfrm flipV="1">
                <a:off x="7939553" y="5278438"/>
                <a:ext cx="3310" cy="1198885"/>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2" name="TextBox 4"/>
              <p:cNvSpPr txBox="1"/>
              <p:nvPr/>
            </p:nvSpPr>
            <p:spPr>
              <a:xfrm>
                <a:off x="6055861" y="6143733"/>
                <a:ext cx="3774005" cy="488585"/>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solidFill>
                      <a:srgbClr val="FFFFFF"/>
                    </a:solidFill>
                  </a:rPr>
                  <a:t>O app do Bing Maps no Excel </a:t>
                </a:r>
                <a:r>
                  <a:rPr lang="pt-BR" sz="1400" dirty="0">
                    <a:solidFill>
                      <a:srgbClr val="FFFFFF"/>
                    </a:solidFill>
                  </a:rPr>
                  <a:t>mapeia os endereços em destaque</a:t>
                </a:r>
              </a:p>
            </p:txBody>
          </p:sp>
        </p:grpSp>
      </p:grpSp>
      <p:grpSp>
        <p:nvGrpSpPr>
          <p:cNvPr id="8" name="Group 7"/>
          <p:cNvGrpSpPr/>
          <p:nvPr/>
        </p:nvGrpSpPr>
        <p:grpSpPr>
          <a:xfrm>
            <a:off x="3522289" y="1236618"/>
            <a:ext cx="8485587" cy="5477044"/>
            <a:chOff x="3522747" y="1154561"/>
            <a:chExt cx="8486692" cy="5477757"/>
          </a:xfrm>
        </p:grpSpPr>
        <p:pic>
          <p:nvPicPr>
            <p:cNvPr id="10" name="Picture 9"/>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522747" y="1154561"/>
              <a:ext cx="8486692" cy="4777276"/>
            </a:xfrm>
            <a:prstGeom prst="rect">
              <a:avLst/>
            </a:prstGeom>
            <a:noFill/>
            <a:ln w="12700">
              <a:solidFill>
                <a:schemeClr val="bg2"/>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Group 6"/>
            <p:cNvGrpSpPr/>
            <p:nvPr/>
          </p:nvGrpSpPr>
          <p:grpSpPr>
            <a:xfrm>
              <a:off x="6055861" y="5278438"/>
              <a:ext cx="3774005" cy="1353880"/>
              <a:chOff x="6055861" y="5278438"/>
              <a:chExt cx="3774005" cy="1353880"/>
            </a:xfrm>
          </p:grpSpPr>
          <p:cxnSp>
            <p:nvCxnSpPr>
              <p:cNvPr id="18" name="Straight Connector 17"/>
              <p:cNvCxnSpPr/>
              <p:nvPr/>
            </p:nvCxnSpPr>
            <p:spPr>
              <a:xfrm flipV="1">
                <a:off x="7939553" y="5278438"/>
                <a:ext cx="3310" cy="1198885"/>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9" name="TextBox 4"/>
              <p:cNvSpPr txBox="1"/>
              <p:nvPr/>
            </p:nvSpPr>
            <p:spPr>
              <a:xfrm>
                <a:off x="6055861" y="6143733"/>
                <a:ext cx="3774005" cy="488585"/>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O </a:t>
                </a:r>
                <a:r>
                  <a:rPr lang="pt-BR" sz="1400" dirty="0" err="1">
                    <a:solidFill>
                      <a:srgbClr val="FFFFFF"/>
                    </a:solidFill>
                  </a:rPr>
                  <a:t>app</a:t>
                </a:r>
                <a:r>
                  <a:rPr lang="pt-BR" sz="1400" dirty="0">
                    <a:solidFill>
                      <a:srgbClr val="FFFFFF"/>
                    </a:solidFill>
                  </a:rPr>
                  <a:t> do Bing </a:t>
                </a:r>
                <a:r>
                  <a:rPr lang="pt-BR" sz="1400" dirty="0" err="1">
                    <a:solidFill>
                      <a:srgbClr val="FFFFFF"/>
                    </a:solidFill>
                  </a:rPr>
                  <a:t>Maps</a:t>
                </a:r>
                <a:r>
                  <a:rPr lang="pt-BR" sz="1400" dirty="0">
                    <a:solidFill>
                      <a:srgbClr val="FFFFFF"/>
                    </a:solidFill>
                  </a:rPr>
                  <a:t> detecta o endereço no e-mail e mapas de localização</a:t>
                </a:r>
                <a:endParaRPr lang="en-US" sz="1400" dirty="0">
                  <a:solidFill>
                    <a:srgbClr val="FFFFFF"/>
                  </a:solidFill>
                </a:endParaRPr>
              </a:p>
            </p:txBody>
          </p:sp>
        </p:grpSp>
      </p:grpSp>
      <p:sp>
        <p:nvSpPr>
          <p:cNvPr id="2" name="Text Placeholder 1"/>
          <p:cNvSpPr>
            <a:spLocks noGrp="1"/>
          </p:cNvSpPr>
          <p:nvPr>
            <p:ph type="body" idx="1"/>
          </p:nvPr>
        </p:nvSpPr>
        <p:spPr>
          <a:xfrm>
            <a:off x="520636" y="1529819"/>
            <a:ext cx="3001656" cy="1178289"/>
          </a:xfrm>
        </p:spPr>
        <p:txBody>
          <a:bodyPr/>
          <a:lstStyle/>
          <a:p>
            <a:r>
              <a:rPr lang="pt-BR" dirty="0"/>
              <a:t>Novo modelo de </a:t>
            </a:r>
            <a:r>
              <a:rPr lang="pt-BR" dirty="0" err="1" smtClean="0"/>
              <a:t>Cloud</a:t>
            </a:r>
            <a:r>
              <a:rPr lang="pt-BR" dirty="0" smtClean="0"/>
              <a:t> </a:t>
            </a:r>
            <a:r>
              <a:rPr lang="pt-BR" dirty="0" err="1" smtClean="0"/>
              <a:t>App</a:t>
            </a:r>
            <a:endParaRPr lang="pt-BR" dirty="0"/>
          </a:p>
        </p:txBody>
      </p:sp>
      <p:sp>
        <p:nvSpPr>
          <p:cNvPr id="3" name="Content Placeholder 2"/>
          <p:cNvSpPr>
            <a:spLocks noGrp="1"/>
          </p:cNvSpPr>
          <p:nvPr>
            <p:ph sz="quarter" idx="13"/>
          </p:nvPr>
        </p:nvSpPr>
        <p:spPr>
          <a:xfrm>
            <a:off x="520636" y="2816831"/>
            <a:ext cx="3001656" cy="609319"/>
          </a:xfrm>
        </p:spPr>
        <p:txBody>
          <a:bodyPr/>
          <a:lstStyle/>
          <a:p>
            <a:r>
              <a:rPr lang="pt-BR" sz="1600" dirty="0"/>
              <a:t>Desenvolver aplicativos para o Office &amp; SharePoint com HTML/CSS, </a:t>
            </a:r>
            <a:r>
              <a:rPr lang="pt-BR" sz="1600" dirty="0" err="1"/>
              <a:t>JavaScript</a:t>
            </a:r>
            <a:r>
              <a:rPr lang="pt-BR" sz="1600" dirty="0"/>
              <a:t> ou PHP</a:t>
            </a:r>
          </a:p>
          <a:p>
            <a:r>
              <a:rPr lang="pt-BR" sz="1600" dirty="0"/>
              <a:t>Hospedado na nuvem</a:t>
            </a:r>
          </a:p>
          <a:p>
            <a:r>
              <a:rPr lang="pt-BR" sz="1600" dirty="0"/>
              <a:t>Locomover-se com seus dados e configurações</a:t>
            </a:r>
          </a:p>
          <a:p>
            <a:r>
              <a:rPr lang="pt-BR" sz="1600" dirty="0"/>
              <a:t>Distribuir e gerenciar com catálogo de </a:t>
            </a:r>
            <a:r>
              <a:rPr lang="pt-BR" sz="1600" dirty="0" err="1"/>
              <a:t>app</a:t>
            </a:r>
            <a:r>
              <a:rPr lang="pt-BR" sz="1600" dirty="0"/>
              <a:t> (ou armazenamento público da Office </a:t>
            </a:r>
            <a:r>
              <a:rPr lang="pt-BR" sz="1600" dirty="0" err="1"/>
              <a:t>Store</a:t>
            </a:r>
            <a:r>
              <a:rPr lang="pt-BR" sz="1600" dirty="0"/>
              <a:t>)</a:t>
            </a:r>
            <a:endParaRPr lang="en-US" sz="1600" dirty="0"/>
          </a:p>
          <a:p>
            <a:endParaRPr lang="en-US" sz="1600" dirty="0"/>
          </a:p>
        </p:txBody>
      </p:sp>
      <p:grpSp>
        <p:nvGrpSpPr>
          <p:cNvPr id="15" name="Group 14"/>
          <p:cNvGrpSpPr/>
          <p:nvPr/>
        </p:nvGrpSpPr>
        <p:grpSpPr>
          <a:xfrm>
            <a:off x="7619012" y="183763"/>
            <a:ext cx="2242053" cy="1464402"/>
            <a:chOff x="9356327" y="210710"/>
            <a:chExt cx="2242345" cy="1464593"/>
          </a:xfrm>
        </p:grpSpPr>
        <p:cxnSp>
          <p:nvCxnSpPr>
            <p:cNvPr id="17" name="Straight Connector 16"/>
            <p:cNvCxnSpPr/>
            <p:nvPr/>
          </p:nvCxnSpPr>
          <p:spPr>
            <a:xfrm>
              <a:off x="10471471" y="633815"/>
              <a:ext cx="6215" cy="1041488"/>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6" name="TextBox 4"/>
            <p:cNvSpPr txBox="1"/>
            <p:nvPr/>
          </p:nvSpPr>
          <p:spPr>
            <a:xfrm>
              <a:off x="9356327" y="210710"/>
              <a:ext cx="2242345" cy="704029"/>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Funciona em aplicativos do Office e Office Web </a:t>
              </a:r>
              <a:r>
                <a:rPr lang="pt-BR" sz="1400" dirty="0" err="1">
                  <a:solidFill>
                    <a:srgbClr val="FFFFFF"/>
                  </a:solidFill>
                </a:rPr>
                <a:t>Apps</a:t>
              </a:r>
              <a:endParaRPr lang="pt-BR" sz="1400" dirty="0">
                <a:solidFill>
                  <a:srgbClr val="FFFFFF"/>
                </a:solidFill>
              </a:endParaRPr>
            </a:p>
          </p:txBody>
        </p:sp>
      </p:grpSp>
      <p:pic>
        <p:nvPicPr>
          <p:cNvPr id="2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73308" y="6260018"/>
            <a:ext cx="2012992" cy="513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93509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14930"/>
          <a:stretch/>
        </p:blipFill>
        <p:spPr>
          <a:xfrm>
            <a:off x="4641761" y="1110707"/>
            <a:ext cx="7366110" cy="4868232"/>
          </a:xfrm>
          <a:prstGeom prst="rect">
            <a:avLst/>
          </a:prstGeom>
        </p:spPr>
      </p:pic>
      <p:sp>
        <p:nvSpPr>
          <p:cNvPr id="5" name="Text Placeholder 4"/>
          <p:cNvSpPr>
            <a:spLocks noGrp="1"/>
          </p:cNvSpPr>
          <p:nvPr>
            <p:ph type="body" idx="1"/>
          </p:nvPr>
        </p:nvSpPr>
        <p:spPr>
          <a:xfrm>
            <a:off x="520632" y="1529819"/>
            <a:ext cx="3537691" cy="1178289"/>
          </a:xfrm>
        </p:spPr>
        <p:txBody>
          <a:bodyPr/>
          <a:lstStyle/>
          <a:p>
            <a:r>
              <a:rPr lang="en-US" dirty="0" err="1" smtClean="0"/>
              <a:t>Comunicação</a:t>
            </a:r>
            <a:r>
              <a:rPr lang="en-US" dirty="0" smtClean="0"/>
              <a:t> multimodal e social feeds</a:t>
            </a:r>
            <a:endParaRPr lang="en-US" dirty="0"/>
          </a:p>
        </p:txBody>
      </p:sp>
      <p:sp>
        <p:nvSpPr>
          <p:cNvPr id="9" name="Content Placeholder 8"/>
          <p:cNvSpPr>
            <a:spLocks noGrp="1"/>
          </p:cNvSpPr>
          <p:nvPr>
            <p:ph sz="quarter" idx="13"/>
          </p:nvPr>
        </p:nvSpPr>
        <p:spPr>
          <a:xfrm>
            <a:off x="520632" y="3374687"/>
            <a:ext cx="3246175" cy="609319"/>
          </a:xfrm>
        </p:spPr>
        <p:txBody>
          <a:bodyPr/>
          <a:lstStyle/>
          <a:p>
            <a:r>
              <a:rPr lang="en-US" sz="1600" dirty="0" err="1"/>
              <a:t>Presença</a:t>
            </a:r>
            <a:r>
              <a:rPr lang="en-US" sz="1600" dirty="0"/>
              <a:t> </a:t>
            </a:r>
            <a:r>
              <a:rPr lang="en-US" sz="1600" dirty="0" err="1"/>
              <a:t>rica</a:t>
            </a:r>
            <a:r>
              <a:rPr lang="en-US" sz="1600" dirty="0"/>
              <a:t> </a:t>
            </a:r>
            <a:r>
              <a:rPr lang="en-US" sz="1600" dirty="0" err="1"/>
              <a:t>presente</a:t>
            </a:r>
            <a:r>
              <a:rPr lang="en-US" sz="1600" dirty="0"/>
              <a:t> em </a:t>
            </a:r>
            <a:r>
              <a:rPr lang="en-US" sz="1600" dirty="0" err="1"/>
              <a:t>todos</a:t>
            </a:r>
            <a:r>
              <a:rPr lang="en-US" sz="1600" dirty="0"/>
              <a:t> </a:t>
            </a:r>
            <a:r>
              <a:rPr lang="en-US" sz="1600" dirty="0" err="1"/>
              <a:t>os</a:t>
            </a:r>
            <a:r>
              <a:rPr lang="en-US" sz="1600" dirty="0"/>
              <a:t> </a:t>
            </a:r>
            <a:r>
              <a:rPr lang="en-US" sz="1600" dirty="0" err="1"/>
              <a:t>aplicativos</a:t>
            </a:r>
            <a:r>
              <a:rPr lang="en-US" sz="1600" dirty="0"/>
              <a:t> Office</a:t>
            </a:r>
          </a:p>
          <a:p>
            <a:r>
              <a:rPr lang="en-US" sz="1600" dirty="0"/>
              <a:t>People Cards em </a:t>
            </a:r>
            <a:r>
              <a:rPr lang="en-US" sz="1600" dirty="0" err="1"/>
              <a:t>todos</a:t>
            </a:r>
            <a:r>
              <a:rPr lang="en-US" sz="1600" dirty="0"/>
              <a:t> </a:t>
            </a:r>
            <a:r>
              <a:rPr lang="en-US" sz="1600" dirty="0" err="1"/>
              <a:t>os</a:t>
            </a:r>
            <a:r>
              <a:rPr lang="en-US" sz="1600" dirty="0"/>
              <a:t> </a:t>
            </a:r>
            <a:r>
              <a:rPr lang="en-US" sz="1600" dirty="0" err="1"/>
              <a:t>lugares</a:t>
            </a:r>
            <a:endParaRPr lang="en-US" sz="1600" dirty="0"/>
          </a:p>
          <a:p>
            <a:r>
              <a:rPr lang="en-US" sz="1600" dirty="0"/>
              <a:t>Feeds do Facebook e LinkedIn </a:t>
            </a:r>
            <a:r>
              <a:rPr lang="en-US" sz="1600" dirty="0" err="1"/>
              <a:t>podem</a:t>
            </a:r>
            <a:r>
              <a:rPr lang="en-US" sz="1600" dirty="0"/>
              <a:t> se </a:t>
            </a:r>
            <a:r>
              <a:rPr lang="en-US" sz="1600" dirty="0" err="1"/>
              <a:t>integrar</a:t>
            </a:r>
            <a:r>
              <a:rPr lang="en-US" sz="1600" dirty="0"/>
              <a:t> com o People Card </a:t>
            </a:r>
          </a:p>
          <a:p>
            <a:pPr marL="285721" indent="-285721">
              <a:buFont typeface="Arial" pitchFamily="34" charset="0"/>
              <a:buChar char="•"/>
            </a:pPr>
            <a:endParaRPr lang="en-US" sz="1600" dirty="0"/>
          </a:p>
          <a:p>
            <a:endParaRPr lang="en-US" sz="1600" dirty="0"/>
          </a:p>
        </p:txBody>
      </p:sp>
      <p:grpSp>
        <p:nvGrpSpPr>
          <p:cNvPr id="6" name="Group 5"/>
          <p:cNvGrpSpPr/>
          <p:nvPr/>
        </p:nvGrpSpPr>
        <p:grpSpPr>
          <a:xfrm>
            <a:off x="8707038" y="3282036"/>
            <a:ext cx="2377685" cy="1435640"/>
            <a:chOff x="3429967" y="5545993"/>
            <a:chExt cx="2377995" cy="1435827"/>
          </a:xfrm>
        </p:grpSpPr>
        <p:cxnSp>
          <p:nvCxnSpPr>
            <p:cNvPr id="19" name="Straight Connector 18"/>
            <p:cNvCxnSpPr/>
            <p:nvPr/>
          </p:nvCxnSpPr>
          <p:spPr>
            <a:xfrm flipV="1">
              <a:off x="4612506" y="5545993"/>
              <a:ext cx="0" cy="75447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8" name="TextBox 4"/>
            <p:cNvSpPr txBox="1"/>
            <p:nvPr/>
          </p:nvSpPr>
          <p:spPr>
            <a:xfrm>
              <a:off x="3429967" y="6062348"/>
              <a:ext cx="2377995" cy="919472"/>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solidFill>
                    <a:srgbClr val="FFFFFF"/>
                  </a:solidFill>
                </a:rPr>
                <a:t>Cartões</a:t>
              </a:r>
              <a:r>
                <a:rPr lang="en-US" sz="1400" dirty="0">
                  <a:solidFill>
                    <a:srgbClr val="FFFFFF"/>
                  </a:solidFill>
                </a:rPr>
                <a:t> de </a:t>
              </a:r>
              <a:r>
                <a:rPr lang="en-US" sz="1400" dirty="0" err="1">
                  <a:solidFill>
                    <a:srgbClr val="FFFFFF"/>
                  </a:solidFill>
                </a:rPr>
                <a:t>contato</a:t>
              </a:r>
              <a:r>
                <a:rPr lang="en-US" sz="1400" dirty="0">
                  <a:solidFill>
                    <a:srgbClr val="FFFFFF"/>
                  </a:solidFill>
                </a:rPr>
                <a:t> e </a:t>
              </a:r>
              <a:r>
                <a:rPr lang="pt-BR" sz="1400" dirty="0">
                  <a:solidFill>
                    <a:srgbClr val="FFFFFF"/>
                  </a:solidFill>
                </a:rPr>
                <a:t>presença em todos os lugares para acelerar a colaboração</a:t>
              </a:r>
            </a:p>
          </p:txBody>
        </p:sp>
      </p:grpSp>
      <p:grpSp>
        <p:nvGrpSpPr>
          <p:cNvPr id="10" name="Group 9"/>
          <p:cNvGrpSpPr/>
          <p:nvPr/>
        </p:nvGrpSpPr>
        <p:grpSpPr>
          <a:xfrm>
            <a:off x="8809479" y="292890"/>
            <a:ext cx="3188870" cy="1958762"/>
            <a:chOff x="8810625" y="210710"/>
            <a:chExt cx="3189285" cy="1959017"/>
          </a:xfrm>
        </p:grpSpPr>
        <p:sp>
          <p:nvSpPr>
            <p:cNvPr id="8" name="TextBox 4"/>
            <p:cNvSpPr txBox="1"/>
            <p:nvPr/>
          </p:nvSpPr>
          <p:spPr>
            <a:xfrm>
              <a:off x="8810625" y="210710"/>
              <a:ext cx="3189285" cy="704029"/>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solidFill>
                    <a:srgbClr val="FFFFFF"/>
                  </a:solidFill>
                </a:rPr>
                <a:t>Melhorias</a:t>
              </a:r>
              <a:r>
                <a:rPr lang="en-US" sz="1400" dirty="0">
                  <a:solidFill>
                    <a:srgbClr val="FFFFFF"/>
                  </a:solidFill>
                </a:rPr>
                <a:t> </a:t>
              </a:r>
              <a:r>
                <a:rPr lang="en-US" sz="1400" dirty="0" err="1">
                  <a:solidFill>
                    <a:srgbClr val="FFFFFF"/>
                  </a:solidFill>
                </a:rPr>
                <a:t>nos</a:t>
              </a:r>
              <a:r>
                <a:rPr lang="en-US" sz="1400" dirty="0">
                  <a:solidFill>
                    <a:srgbClr val="FFFFFF"/>
                  </a:solidFill>
                </a:rPr>
                <a:t> </a:t>
              </a:r>
              <a:r>
                <a:rPr lang="en-US" sz="1400" dirty="0" err="1">
                  <a:solidFill>
                    <a:srgbClr val="FFFFFF"/>
                  </a:solidFill>
                </a:rPr>
                <a:t>comentários</a:t>
              </a:r>
              <a:r>
                <a:rPr lang="en-US" sz="1400" dirty="0">
                  <a:solidFill>
                    <a:srgbClr val="FFFFFF"/>
                  </a:solidFill>
                </a:rPr>
                <a:t> </a:t>
              </a:r>
              <a:r>
                <a:rPr lang="en-US" sz="1400" dirty="0" err="1">
                  <a:solidFill>
                    <a:srgbClr val="FFFFFF"/>
                  </a:solidFill>
                </a:rPr>
                <a:t>proporcionando</a:t>
              </a:r>
              <a:r>
                <a:rPr lang="en-US" sz="1400" dirty="0">
                  <a:solidFill>
                    <a:srgbClr val="FFFFFF"/>
                  </a:solidFill>
                </a:rPr>
                <a:t> </a:t>
              </a:r>
              <a:r>
                <a:rPr lang="en-US" sz="1400" dirty="0" err="1">
                  <a:solidFill>
                    <a:srgbClr val="FFFFFF"/>
                  </a:solidFill>
                </a:rPr>
                <a:t>melhor</a:t>
              </a:r>
              <a:r>
                <a:rPr lang="en-US" sz="1400" dirty="0">
                  <a:solidFill>
                    <a:srgbClr val="FFFFFF"/>
                  </a:solidFill>
                </a:rPr>
                <a:t> </a:t>
              </a:r>
              <a:r>
                <a:rPr lang="en-US" sz="1400" dirty="0" err="1">
                  <a:solidFill>
                    <a:srgbClr val="FFFFFF"/>
                  </a:solidFill>
                </a:rPr>
                <a:t>experiência</a:t>
              </a:r>
              <a:r>
                <a:rPr lang="en-US" sz="1400" dirty="0">
                  <a:solidFill>
                    <a:srgbClr val="FFFFFF"/>
                  </a:solidFill>
                </a:rPr>
                <a:t> </a:t>
              </a:r>
              <a:r>
                <a:rPr lang="en-US" sz="1400" dirty="0" err="1">
                  <a:solidFill>
                    <a:srgbClr val="FFFFFF"/>
                  </a:solidFill>
                </a:rPr>
                <a:t>na</a:t>
              </a:r>
              <a:r>
                <a:rPr lang="en-US" sz="1400" dirty="0">
                  <a:solidFill>
                    <a:srgbClr val="FFFFFF"/>
                  </a:solidFill>
                </a:rPr>
                <a:t> </a:t>
              </a:r>
              <a:r>
                <a:rPr lang="en-US" sz="1400" dirty="0" err="1">
                  <a:solidFill>
                    <a:srgbClr val="FFFFFF"/>
                  </a:solidFill>
                </a:rPr>
                <a:t>revisão</a:t>
              </a:r>
              <a:r>
                <a:rPr lang="en-US" sz="1400" dirty="0">
                  <a:solidFill>
                    <a:srgbClr val="FFFFFF"/>
                  </a:solidFill>
                </a:rPr>
                <a:t> de </a:t>
              </a:r>
              <a:r>
                <a:rPr lang="en-US" sz="1400" dirty="0" err="1">
                  <a:solidFill>
                    <a:srgbClr val="FFFFFF"/>
                  </a:solidFill>
                </a:rPr>
                <a:t>documentos</a:t>
              </a:r>
              <a:endParaRPr lang="en-US" sz="1400" dirty="0">
                <a:solidFill>
                  <a:srgbClr val="FFFFFF"/>
                </a:solidFill>
              </a:endParaRPr>
            </a:p>
          </p:txBody>
        </p:sp>
        <p:cxnSp>
          <p:nvCxnSpPr>
            <p:cNvPr id="11" name="Straight Connector 10"/>
            <p:cNvCxnSpPr/>
            <p:nvPr/>
          </p:nvCxnSpPr>
          <p:spPr>
            <a:xfrm>
              <a:off x="11196088" y="914739"/>
              <a:ext cx="18586" cy="1254988"/>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6057858" y="3007370"/>
            <a:ext cx="5503241" cy="3896795"/>
            <a:chOff x="6000751" y="2869855"/>
            <a:chExt cx="5503958" cy="3897303"/>
          </a:xfrm>
        </p:grpSpPr>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2065" y="2869855"/>
              <a:ext cx="2474407" cy="2463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4" name="Group 23"/>
            <p:cNvGrpSpPr/>
            <p:nvPr/>
          </p:nvGrpSpPr>
          <p:grpSpPr>
            <a:xfrm>
              <a:off x="6000751" y="5221161"/>
              <a:ext cx="5503958" cy="1545997"/>
              <a:chOff x="2115318" y="5292947"/>
              <a:chExt cx="5503958" cy="1545997"/>
            </a:xfrm>
          </p:grpSpPr>
          <p:cxnSp>
            <p:nvCxnSpPr>
              <p:cNvPr id="25" name="Straight Connector 24"/>
              <p:cNvCxnSpPr/>
              <p:nvPr/>
            </p:nvCxnSpPr>
            <p:spPr>
              <a:xfrm flipV="1">
                <a:off x="4867297" y="5292947"/>
                <a:ext cx="0" cy="1010958"/>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9" name="TextBox 4"/>
              <p:cNvSpPr txBox="1"/>
              <p:nvPr/>
            </p:nvSpPr>
            <p:spPr>
              <a:xfrm>
                <a:off x="2115318" y="5919472"/>
                <a:ext cx="5503958" cy="919472"/>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solidFill>
                      <a:srgbClr val="FFFFFF"/>
                    </a:solidFill>
                  </a:rPr>
                  <a:t>O People Card </a:t>
                </a:r>
                <a:r>
                  <a:rPr lang="pt-BR" sz="1400" dirty="0">
                    <a:solidFill>
                      <a:srgbClr val="FFFFFF"/>
                    </a:solidFill>
                  </a:rPr>
                  <a:t>fornece uma visão única de uma pessoa, incluindo informações de presença rica, agregando </a:t>
                </a:r>
                <a:r>
                  <a:rPr lang="pt-BR" sz="1400" dirty="0" err="1">
                    <a:solidFill>
                      <a:srgbClr val="FFFFFF"/>
                    </a:solidFill>
                  </a:rPr>
                  <a:t>feeds</a:t>
                </a:r>
                <a:r>
                  <a:rPr lang="pt-BR" sz="1400" dirty="0">
                    <a:solidFill>
                      <a:srgbClr val="FFFFFF"/>
                    </a:solidFill>
                  </a:rPr>
                  <a:t> internos e externos, além do clique-para-comunicar via e-mail, mensagens instantâneas, voz e vídeo (comunicação multimodal)</a:t>
                </a:r>
              </a:p>
            </p:txBody>
          </p:sp>
        </p:grpSp>
      </p:grpSp>
    </p:spTree>
    <p:extLst>
      <p:ext uri="{BB962C8B-B14F-4D97-AF65-F5344CB8AC3E}">
        <p14:creationId xmlns:p14="http://schemas.microsoft.com/office/powerpoint/2010/main" val="16841328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caldera\FY12\FY13 Enteprise pitch deck\resources\screen shots\Lync15\Lync 2013 Preview Screenshots\Lync 2013 for the desktop\Lync Meeting screen shots\Lync 2013 desktop_Lync Meeting_video gallery with roster, IM, and blank white boar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2133" y="231291"/>
            <a:ext cx="8731126" cy="6616961"/>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
        <p:nvSpPr>
          <p:cNvPr id="3" name="Text Placeholder 2"/>
          <p:cNvSpPr>
            <a:spLocks noGrp="1"/>
          </p:cNvSpPr>
          <p:nvPr>
            <p:ph type="body" idx="1"/>
          </p:nvPr>
        </p:nvSpPr>
        <p:spPr>
          <a:xfrm>
            <a:off x="166234" y="1529819"/>
            <a:ext cx="3040600" cy="1178289"/>
          </a:xfrm>
        </p:spPr>
        <p:txBody>
          <a:bodyPr/>
          <a:lstStyle/>
          <a:p>
            <a:r>
              <a:rPr lang="en-US" dirty="0" err="1" smtClean="0"/>
              <a:t>Vídeo</a:t>
            </a:r>
            <a:r>
              <a:rPr lang="en-US" dirty="0" smtClean="0"/>
              <a:t> em HD</a:t>
            </a:r>
          </a:p>
          <a:p>
            <a:r>
              <a:rPr lang="en-US" dirty="0" err="1" smtClean="0"/>
              <a:t>Multipartidário</a:t>
            </a:r>
            <a:endParaRPr lang="en-US" dirty="0"/>
          </a:p>
        </p:txBody>
      </p:sp>
      <p:sp>
        <p:nvSpPr>
          <p:cNvPr id="9" name="Content Placeholder 8"/>
          <p:cNvSpPr>
            <a:spLocks noGrp="1"/>
          </p:cNvSpPr>
          <p:nvPr>
            <p:ph sz="quarter" idx="13"/>
          </p:nvPr>
        </p:nvSpPr>
        <p:spPr>
          <a:xfrm>
            <a:off x="179893" y="2841215"/>
            <a:ext cx="2331643" cy="609319"/>
          </a:xfrm>
        </p:spPr>
        <p:txBody>
          <a:bodyPr/>
          <a:lstStyle/>
          <a:p>
            <a:r>
              <a:rPr lang="pt-BR" sz="1600" dirty="0"/>
              <a:t>Videoconferência em HD em uma variedade de dispositivos</a:t>
            </a:r>
          </a:p>
          <a:p>
            <a:r>
              <a:rPr lang="pt-BR" sz="1600" dirty="0"/>
              <a:t>Vários fluxos de vídeo exibidos na Galeria</a:t>
            </a:r>
          </a:p>
          <a:p>
            <a:r>
              <a:rPr lang="pt-BR" sz="1600" dirty="0"/>
              <a:t>Compartilhamento de documentos, aplicativos  OneNote</a:t>
            </a:r>
            <a:endParaRPr lang="en-US" sz="1600" dirty="0"/>
          </a:p>
        </p:txBody>
      </p:sp>
      <p:grpSp>
        <p:nvGrpSpPr>
          <p:cNvPr id="18" name="Group 17"/>
          <p:cNvGrpSpPr/>
          <p:nvPr/>
        </p:nvGrpSpPr>
        <p:grpSpPr>
          <a:xfrm>
            <a:off x="7622130" y="62627"/>
            <a:ext cx="1738687" cy="791459"/>
            <a:chOff x="4039126" y="237537"/>
            <a:chExt cx="1738913" cy="791562"/>
          </a:xfrm>
        </p:grpSpPr>
        <p:cxnSp>
          <p:nvCxnSpPr>
            <p:cNvPr id="21" name="Straight Connector 20"/>
            <p:cNvCxnSpPr/>
            <p:nvPr/>
          </p:nvCxnSpPr>
          <p:spPr>
            <a:xfrm flipH="1">
              <a:off x="4908582" y="465407"/>
              <a:ext cx="8724" cy="563692"/>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3" name="TextBox 4"/>
            <p:cNvSpPr txBox="1"/>
            <p:nvPr/>
          </p:nvSpPr>
          <p:spPr>
            <a:xfrm>
              <a:off x="4039126" y="237537"/>
              <a:ext cx="1738913" cy="704029"/>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solidFill>
                    <a:srgbClr val="FFFFFF"/>
                  </a:solidFill>
                </a:rPr>
                <a:t>Galeria</a:t>
              </a:r>
              <a:r>
                <a:rPr lang="en-US" sz="1400" dirty="0">
                  <a:solidFill>
                    <a:srgbClr val="FFFFFF"/>
                  </a:solidFill>
                </a:rPr>
                <a:t> de video dos </a:t>
              </a:r>
              <a:r>
                <a:rPr lang="en-US" sz="1400" dirty="0" err="1">
                  <a:solidFill>
                    <a:srgbClr val="FFFFFF"/>
                  </a:solidFill>
                </a:rPr>
                <a:t>participantes</a:t>
              </a:r>
              <a:r>
                <a:rPr lang="en-US" sz="1400" dirty="0">
                  <a:solidFill>
                    <a:srgbClr val="FFFFFF"/>
                  </a:solidFill>
                </a:rPr>
                <a:t> em HD</a:t>
              </a:r>
            </a:p>
          </p:txBody>
        </p:sp>
      </p:gr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2827" y="1701243"/>
            <a:ext cx="5995133" cy="4678095"/>
          </a:xfrm>
          <a:prstGeom prst="rect">
            <a:avLst/>
          </a:prstGeom>
        </p:spPr>
      </p:pic>
      <p:grpSp>
        <p:nvGrpSpPr>
          <p:cNvPr id="24" name="Group 23"/>
          <p:cNvGrpSpPr/>
          <p:nvPr/>
        </p:nvGrpSpPr>
        <p:grpSpPr>
          <a:xfrm>
            <a:off x="4653574" y="3642744"/>
            <a:ext cx="2572746" cy="703937"/>
            <a:chOff x="4019757" y="122467"/>
            <a:chExt cx="2573081" cy="704029"/>
          </a:xfrm>
        </p:grpSpPr>
        <p:cxnSp>
          <p:nvCxnSpPr>
            <p:cNvPr id="25" name="Straight Connector 24"/>
            <p:cNvCxnSpPr/>
            <p:nvPr/>
          </p:nvCxnSpPr>
          <p:spPr>
            <a:xfrm flipV="1">
              <a:off x="5155598" y="474481"/>
              <a:ext cx="1437240" cy="832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6" name="TextBox 4"/>
            <p:cNvSpPr txBox="1"/>
            <p:nvPr/>
          </p:nvSpPr>
          <p:spPr>
            <a:xfrm>
              <a:off x="4019757" y="122467"/>
              <a:ext cx="1932314" cy="704029"/>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Compartilhamento de anotações com o OneNote</a:t>
              </a:r>
              <a:endParaRPr lang="en-US" sz="1400" dirty="0">
                <a:solidFill>
                  <a:srgbClr val="FFFFFF"/>
                </a:solidFill>
              </a:endParaRPr>
            </a:p>
          </p:txBody>
        </p:sp>
      </p:grpSp>
      <p:grpSp>
        <p:nvGrpSpPr>
          <p:cNvPr id="12" name="Group 11"/>
          <p:cNvGrpSpPr/>
          <p:nvPr/>
        </p:nvGrpSpPr>
        <p:grpSpPr>
          <a:xfrm>
            <a:off x="8035990" y="2969580"/>
            <a:ext cx="3373475" cy="703937"/>
            <a:chOff x="3066237" y="122467"/>
            <a:chExt cx="3373914" cy="704029"/>
          </a:xfrm>
        </p:grpSpPr>
        <p:cxnSp>
          <p:nvCxnSpPr>
            <p:cNvPr id="13" name="Straight Connector 12"/>
            <p:cNvCxnSpPr/>
            <p:nvPr/>
          </p:nvCxnSpPr>
          <p:spPr>
            <a:xfrm flipH="1" flipV="1">
              <a:off x="3066237" y="474481"/>
              <a:ext cx="1437240" cy="832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4" name="TextBox 4"/>
            <p:cNvSpPr txBox="1"/>
            <p:nvPr/>
          </p:nvSpPr>
          <p:spPr>
            <a:xfrm>
              <a:off x="4019757" y="122467"/>
              <a:ext cx="2420394" cy="704029"/>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O OneNote preenche os dados de reunião, incluindo os participantes</a:t>
              </a:r>
            </a:p>
          </p:txBody>
        </p:sp>
      </p:grpSp>
    </p:spTree>
    <p:extLst>
      <p:ext uri="{BB962C8B-B14F-4D97-AF65-F5344CB8AC3E}">
        <p14:creationId xmlns:p14="http://schemas.microsoft.com/office/powerpoint/2010/main" val="1738443688"/>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12957" b="2581"/>
          <a:stretch/>
        </p:blipFill>
        <p:spPr>
          <a:xfrm>
            <a:off x="1" y="82202"/>
            <a:ext cx="12187238" cy="6857108"/>
          </a:xfrm>
          <a:prstGeom prst="rect">
            <a:avLst/>
          </a:prstGeom>
        </p:spPr>
      </p:pic>
      <p:sp>
        <p:nvSpPr>
          <p:cNvPr id="4" name="Rectangle 3"/>
          <p:cNvSpPr/>
          <p:nvPr/>
        </p:nvSpPr>
        <p:spPr bwMode="auto">
          <a:xfrm>
            <a:off x="1" y="3345303"/>
            <a:ext cx="12187238" cy="3594006"/>
          </a:xfrm>
          <a:prstGeom prst="rect">
            <a:avLst/>
          </a:prstGeom>
          <a:gradFill>
            <a:gsLst>
              <a:gs pos="0">
                <a:srgbClr val="000000">
                  <a:alpha val="0"/>
                </a:srgbClr>
              </a:gs>
              <a:gs pos="100000">
                <a:srgbClr val="000000">
                  <a:alpha val="66667"/>
                </a:srgbClr>
              </a:gs>
            </a:gsLst>
            <a:lin ang="5400000" scaled="0"/>
          </a:grad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24" tIns="45712" rIns="91424" bIns="45712" numCol="1" rtlCol="0" anchor="ctr" anchorCtr="0" compatLnSpc="1">
            <a:prstTxWarp prst="textNoShape">
              <a:avLst/>
            </a:prstTxWarp>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algn="ctr" defTabSz="91400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3" name="TextBox 2"/>
          <p:cNvSpPr txBox="1"/>
          <p:nvPr/>
        </p:nvSpPr>
        <p:spPr>
          <a:xfrm>
            <a:off x="2089387" y="5303261"/>
            <a:ext cx="9376161" cy="1025788"/>
          </a:xfrm>
          <a:prstGeom prst="rect">
            <a:avLst/>
          </a:prstGeom>
        </p:spPr>
        <p:txBody>
          <a:bodyPr vert="horz" wrap="square" lIns="0" tIns="0" rIns="0" bIns="0" rtlCol="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r">
              <a:lnSpc>
                <a:spcPts val="7999"/>
              </a:lnSpc>
            </a:pPr>
            <a:r>
              <a:rPr lang="en-US" sz="7999" spc="-100" dirty="0" err="1">
                <a:ln w="3175">
                  <a:noFill/>
                </a:ln>
                <a:gradFill>
                  <a:gsLst>
                    <a:gs pos="0">
                      <a:srgbClr val="FFFFFF"/>
                    </a:gs>
                    <a:gs pos="100000">
                      <a:srgbClr val="FFFFFF"/>
                    </a:gs>
                  </a:gsLst>
                  <a:lin ang="5400000" scaled="0"/>
                </a:gradFill>
                <a:latin typeface="Segoe UI Light"/>
                <a:cs typeface="Segoe Light"/>
              </a:rPr>
              <a:t>Controle</a:t>
            </a:r>
            <a:endParaRPr lang="en-US" sz="7999" spc="-100" dirty="0">
              <a:ln w="3175">
                <a:noFill/>
              </a:ln>
              <a:gradFill>
                <a:gsLst>
                  <a:gs pos="0">
                    <a:srgbClr val="FFFFFF"/>
                  </a:gs>
                  <a:gs pos="100000">
                    <a:srgbClr val="FFFFFF"/>
                  </a:gs>
                </a:gsLst>
                <a:lin ang="5400000" scaled="0"/>
              </a:gradFill>
              <a:latin typeface="Segoe UI Light"/>
              <a:cs typeface="Segoe Light"/>
            </a:endParaRPr>
          </a:p>
        </p:txBody>
      </p:sp>
    </p:spTree>
    <p:extLst>
      <p:ext uri="{BB962C8B-B14F-4D97-AF65-F5344CB8AC3E}">
        <p14:creationId xmlns:p14="http://schemas.microsoft.com/office/powerpoint/2010/main" val="1130326378"/>
      </p:ext>
    </p:extLst>
  </p:cSld>
  <p:clrMapOvr>
    <a:masterClrMapping/>
  </p:clrMapOvr>
  <p:transition spd="slow">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3308" y="6260018"/>
            <a:ext cx="2012992" cy="513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 name="Picture 2" descr="C:\Users\fernando.andreazi\AppData\Local\Microsoft\Windows\Temporary Internet Files\Content.Outlook\12A9CBOX\learning365 logo grand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21609" y="6230657"/>
            <a:ext cx="1700939" cy="791897"/>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p:cNvGrpSpPr/>
          <p:nvPr/>
        </p:nvGrpSpPr>
        <p:grpSpPr>
          <a:xfrm>
            <a:off x="5770518" y="3487642"/>
            <a:ext cx="7144835" cy="3178147"/>
            <a:chOff x="5771269" y="3405879"/>
            <a:chExt cx="7145766" cy="3178561"/>
          </a:xfrm>
        </p:grpSpPr>
        <p:grpSp>
          <p:nvGrpSpPr>
            <p:cNvPr id="12" name="Group 11"/>
            <p:cNvGrpSpPr/>
            <p:nvPr/>
          </p:nvGrpSpPr>
          <p:grpSpPr>
            <a:xfrm>
              <a:off x="5771269" y="3405879"/>
              <a:ext cx="7145766" cy="3178561"/>
              <a:chOff x="5695135" y="3415404"/>
              <a:chExt cx="7145766" cy="3178561"/>
            </a:xfrm>
          </p:grpSpPr>
          <p:grpSp>
            <p:nvGrpSpPr>
              <p:cNvPr id="224" name="Group 223"/>
              <p:cNvGrpSpPr/>
              <p:nvPr/>
            </p:nvGrpSpPr>
            <p:grpSpPr>
              <a:xfrm>
                <a:off x="5695135" y="3415404"/>
                <a:ext cx="7117260" cy="1553548"/>
                <a:chOff x="5542735" y="3263004"/>
                <a:chExt cx="7117260" cy="1553548"/>
              </a:xfrm>
            </p:grpSpPr>
            <p:grpSp>
              <p:nvGrpSpPr>
                <p:cNvPr id="225" name="Group 224"/>
                <p:cNvGrpSpPr/>
                <p:nvPr/>
              </p:nvGrpSpPr>
              <p:grpSpPr>
                <a:xfrm>
                  <a:off x="5542735" y="3270565"/>
                  <a:ext cx="1703806" cy="1545987"/>
                  <a:chOff x="7099344" y="3263005"/>
                  <a:chExt cx="1703806" cy="1545987"/>
                </a:xfrm>
              </p:grpSpPr>
              <p:grpSp>
                <p:nvGrpSpPr>
                  <p:cNvPr id="297" name="Group 296"/>
                  <p:cNvGrpSpPr>
                    <a:grpSpLocks/>
                  </p:cNvGrpSpPr>
                  <p:nvPr/>
                </p:nvGrpSpPr>
                <p:grpSpPr>
                  <a:xfrm>
                    <a:off x="7099344" y="3263005"/>
                    <a:ext cx="1703806" cy="1545987"/>
                    <a:chOff x="1919150" y="3044496"/>
                    <a:chExt cx="666391" cy="475141"/>
                  </a:xfrm>
                  <a:solidFill>
                    <a:schemeClr val="tx2"/>
                  </a:solidFill>
                </p:grpSpPr>
                <p:sp>
                  <p:nvSpPr>
                    <p:cNvPr id="300" name="Round Same Side Corner Rectangle 11"/>
                    <p:cNvSpPr/>
                    <p:nvPr/>
                  </p:nvSpPr>
                  <p:spPr>
                    <a:xfrm>
                      <a:off x="1970085" y="3044496"/>
                      <a:ext cx="564520" cy="361776"/>
                    </a:xfrm>
                    <a:custGeom>
                      <a:avLst/>
                      <a:gdLst/>
                      <a:ahLst/>
                      <a:cxnLst/>
                      <a:rect l="l" t="t" r="r" b="b"/>
                      <a:pathLst>
                        <a:path w="564520" h="361776">
                          <a:moveTo>
                            <a:pt x="21117" y="19360"/>
                          </a:moveTo>
                          <a:lnTo>
                            <a:pt x="21117" y="345592"/>
                          </a:lnTo>
                          <a:lnTo>
                            <a:pt x="543404" y="345592"/>
                          </a:lnTo>
                          <a:lnTo>
                            <a:pt x="543404" y="19360"/>
                          </a:lnTo>
                          <a:close/>
                          <a:moveTo>
                            <a:pt x="17539" y="0"/>
                          </a:moveTo>
                          <a:lnTo>
                            <a:pt x="546981" y="0"/>
                          </a:lnTo>
                          <a:cubicBezTo>
                            <a:pt x="556668" y="0"/>
                            <a:pt x="564520" y="7852"/>
                            <a:pt x="564520" y="17539"/>
                          </a:cubicBezTo>
                          <a:lnTo>
                            <a:pt x="564520" y="361776"/>
                          </a:lnTo>
                          <a:lnTo>
                            <a:pt x="0" y="361776"/>
                          </a:lnTo>
                          <a:lnTo>
                            <a:pt x="0" y="17539"/>
                          </a:lnTo>
                          <a:cubicBezTo>
                            <a:pt x="0" y="7852"/>
                            <a:pt x="7852" y="0"/>
                            <a:pt x="17539" y="0"/>
                          </a:cubicBez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301" name="Trapezoid 12"/>
                    <p:cNvSpPr/>
                    <p:nvPr/>
                  </p:nvSpPr>
                  <p:spPr>
                    <a:xfrm>
                      <a:off x="1919150" y="3408078"/>
                      <a:ext cx="666391" cy="84127"/>
                    </a:xfrm>
                    <a:custGeom>
                      <a:avLst/>
                      <a:gdLst/>
                      <a:ahLst/>
                      <a:cxnLst/>
                      <a:rect l="l" t="t" r="r" b="b"/>
                      <a:pathLst>
                        <a:path w="666391" h="84127">
                          <a:moveTo>
                            <a:pt x="257990" y="52557"/>
                          </a:moveTo>
                          <a:lnTo>
                            <a:pt x="241755" y="79989"/>
                          </a:lnTo>
                          <a:lnTo>
                            <a:pt x="424635" y="79989"/>
                          </a:lnTo>
                          <a:lnTo>
                            <a:pt x="408400" y="52557"/>
                          </a:lnTo>
                          <a:close/>
                          <a:moveTo>
                            <a:pt x="49787" y="0"/>
                          </a:moveTo>
                          <a:lnTo>
                            <a:pt x="616604" y="0"/>
                          </a:lnTo>
                          <a:lnTo>
                            <a:pt x="666391" y="84127"/>
                          </a:lnTo>
                          <a:lnTo>
                            <a:pt x="0" y="84127"/>
                          </a:ln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302" name="Rectangle 301"/>
                    <p:cNvSpPr/>
                    <p:nvPr/>
                  </p:nvSpPr>
                  <p:spPr>
                    <a:xfrm>
                      <a:off x="1919446" y="3492205"/>
                      <a:ext cx="665798" cy="27432"/>
                    </a:xfrm>
                    <a:prstGeom prst="rect">
                      <a:avLst/>
                    </a:pr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grpSp>
              <p:pic>
                <p:nvPicPr>
                  <p:cNvPr id="298" name="Picture 29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6200000">
                    <a:off x="7680500" y="3658104"/>
                    <a:ext cx="916093" cy="442778"/>
                  </a:xfrm>
                  <a:prstGeom prst="rect">
                    <a:avLst/>
                  </a:prstGeom>
                  <a:solidFill>
                    <a:schemeClr val="tx2"/>
                  </a:solidFill>
                  <a:ln w="3175">
                    <a:solidFill>
                      <a:schemeClr val="bg1"/>
                    </a:solidFill>
                  </a:ln>
                </p:spPr>
              </p:pic>
              <p:pic>
                <p:nvPicPr>
                  <p:cNvPr id="299" name="Picture 29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6200000">
                    <a:off x="7248818" y="3669553"/>
                    <a:ext cx="950372" cy="438633"/>
                  </a:xfrm>
                  <a:prstGeom prst="rect">
                    <a:avLst/>
                  </a:prstGeom>
                </p:spPr>
              </p:pic>
            </p:grpSp>
            <p:grpSp>
              <p:nvGrpSpPr>
                <p:cNvPr id="258" name="Group 257"/>
                <p:cNvGrpSpPr/>
                <p:nvPr/>
              </p:nvGrpSpPr>
              <p:grpSpPr>
                <a:xfrm>
                  <a:off x="7346994" y="3263005"/>
                  <a:ext cx="1703806" cy="1545987"/>
                  <a:chOff x="7099344" y="3263005"/>
                  <a:chExt cx="1703806" cy="1545987"/>
                </a:xfrm>
              </p:grpSpPr>
              <p:grpSp>
                <p:nvGrpSpPr>
                  <p:cNvPr id="290" name="Group 289"/>
                  <p:cNvGrpSpPr>
                    <a:grpSpLocks/>
                  </p:cNvGrpSpPr>
                  <p:nvPr/>
                </p:nvGrpSpPr>
                <p:grpSpPr>
                  <a:xfrm>
                    <a:off x="7099344" y="3263005"/>
                    <a:ext cx="1703806" cy="1545987"/>
                    <a:chOff x="1919150" y="3044496"/>
                    <a:chExt cx="666391" cy="475141"/>
                  </a:xfrm>
                  <a:solidFill>
                    <a:schemeClr val="tx2"/>
                  </a:solidFill>
                </p:grpSpPr>
                <p:sp>
                  <p:nvSpPr>
                    <p:cNvPr id="294" name="Round Same Side Corner Rectangle 11"/>
                    <p:cNvSpPr/>
                    <p:nvPr/>
                  </p:nvSpPr>
                  <p:spPr>
                    <a:xfrm>
                      <a:off x="1970085" y="3044496"/>
                      <a:ext cx="564520" cy="361776"/>
                    </a:xfrm>
                    <a:custGeom>
                      <a:avLst/>
                      <a:gdLst/>
                      <a:ahLst/>
                      <a:cxnLst/>
                      <a:rect l="l" t="t" r="r" b="b"/>
                      <a:pathLst>
                        <a:path w="564520" h="361776">
                          <a:moveTo>
                            <a:pt x="21117" y="19360"/>
                          </a:moveTo>
                          <a:lnTo>
                            <a:pt x="21117" y="345592"/>
                          </a:lnTo>
                          <a:lnTo>
                            <a:pt x="543404" y="345592"/>
                          </a:lnTo>
                          <a:lnTo>
                            <a:pt x="543404" y="19360"/>
                          </a:lnTo>
                          <a:close/>
                          <a:moveTo>
                            <a:pt x="17539" y="0"/>
                          </a:moveTo>
                          <a:lnTo>
                            <a:pt x="546981" y="0"/>
                          </a:lnTo>
                          <a:cubicBezTo>
                            <a:pt x="556668" y="0"/>
                            <a:pt x="564520" y="7852"/>
                            <a:pt x="564520" y="17539"/>
                          </a:cubicBezTo>
                          <a:lnTo>
                            <a:pt x="564520" y="361776"/>
                          </a:lnTo>
                          <a:lnTo>
                            <a:pt x="0" y="361776"/>
                          </a:lnTo>
                          <a:lnTo>
                            <a:pt x="0" y="17539"/>
                          </a:lnTo>
                          <a:cubicBezTo>
                            <a:pt x="0" y="7852"/>
                            <a:pt x="7852" y="0"/>
                            <a:pt x="17539" y="0"/>
                          </a:cubicBez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295" name="Trapezoid 12"/>
                    <p:cNvSpPr/>
                    <p:nvPr/>
                  </p:nvSpPr>
                  <p:spPr>
                    <a:xfrm>
                      <a:off x="1919150" y="3408078"/>
                      <a:ext cx="666391" cy="84127"/>
                    </a:xfrm>
                    <a:custGeom>
                      <a:avLst/>
                      <a:gdLst/>
                      <a:ahLst/>
                      <a:cxnLst/>
                      <a:rect l="l" t="t" r="r" b="b"/>
                      <a:pathLst>
                        <a:path w="666391" h="84127">
                          <a:moveTo>
                            <a:pt x="257990" y="52557"/>
                          </a:moveTo>
                          <a:lnTo>
                            <a:pt x="241755" y="79989"/>
                          </a:lnTo>
                          <a:lnTo>
                            <a:pt x="424635" y="79989"/>
                          </a:lnTo>
                          <a:lnTo>
                            <a:pt x="408400" y="52557"/>
                          </a:lnTo>
                          <a:close/>
                          <a:moveTo>
                            <a:pt x="49787" y="0"/>
                          </a:moveTo>
                          <a:lnTo>
                            <a:pt x="616604" y="0"/>
                          </a:lnTo>
                          <a:lnTo>
                            <a:pt x="666391" y="84127"/>
                          </a:lnTo>
                          <a:lnTo>
                            <a:pt x="0" y="84127"/>
                          </a:ln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296" name="Rectangle 295"/>
                    <p:cNvSpPr/>
                    <p:nvPr/>
                  </p:nvSpPr>
                  <p:spPr>
                    <a:xfrm>
                      <a:off x="1919446" y="3492205"/>
                      <a:ext cx="665798" cy="27432"/>
                    </a:xfrm>
                    <a:prstGeom prst="rect">
                      <a:avLst/>
                    </a:pr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grpSp>
              <p:pic>
                <p:nvPicPr>
                  <p:cNvPr id="292" name="Picture 29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6200000">
                    <a:off x="7680500" y="3658104"/>
                    <a:ext cx="916093" cy="442778"/>
                  </a:xfrm>
                  <a:prstGeom prst="rect">
                    <a:avLst/>
                  </a:prstGeom>
                  <a:solidFill>
                    <a:schemeClr val="tx2"/>
                  </a:solidFill>
                  <a:ln w="3175">
                    <a:solidFill>
                      <a:schemeClr val="bg1"/>
                    </a:solidFill>
                  </a:ln>
                </p:spPr>
              </p:pic>
              <p:pic>
                <p:nvPicPr>
                  <p:cNvPr id="293" name="Picture 29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6200000">
                    <a:off x="7248818" y="3669553"/>
                    <a:ext cx="950372" cy="438633"/>
                  </a:xfrm>
                  <a:prstGeom prst="rect">
                    <a:avLst/>
                  </a:prstGeom>
                </p:spPr>
              </p:pic>
            </p:grpSp>
            <p:grpSp>
              <p:nvGrpSpPr>
                <p:cNvPr id="259" name="Group 258"/>
                <p:cNvGrpSpPr/>
                <p:nvPr/>
              </p:nvGrpSpPr>
              <p:grpSpPr>
                <a:xfrm>
                  <a:off x="9156856" y="3263005"/>
                  <a:ext cx="1703806" cy="1545987"/>
                  <a:chOff x="7099344" y="3263005"/>
                  <a:chExt cx="1703806" cy="1545987"/>
                </a:xfrm>
              </p:grpSpPr>
              <p:grpSp>
                <p:nvGrpSpPr>
                  <p:cNvPr id="268" name="Group 267"/>
                  <p:cNvGrpSpPr>
                    <a:grpSpLocks/>
                  </p:cNvGrpSpPr>
                  <p:nvPr/>
                </p:nvGrpSpPr>
                <p:grpSpPr>
                  <a:xfrm>
                    <a:off x="7099344" y="3263005"/>
                    <a:ext cx="1703806" cy="1545987"/>
                    <a:chOff x="1919150" y="3044496"/>
                    <a:chExt cx="666391" cy="475141"/>
                  </a:xfrm>
                  <a:solidFill>
                    <a:schemeClr val="tx2"/>
                  </a:solidFill>
                </p:grpSpPr>
                <p:sp>
                  <p:nvSpPr>
                    <p:cNvPr id="271" name="Round Same Side Corner Rectangle 11"/>
                    <p:cNvSpPr/>
                    <p:nvPr/>
                  </p:nvSpPr>
                  <p:spPr>
                    <a:xfrm>
                      <a:off x="1970085" y="3044496"/>
                      <a:ext cx="564520" cy="361776"/>
                    </a:xfrm>
                    <a:custGeom>
                      <a:avLst/>
                      <a:gdLst/>
                      <a:ahLst/>
                      <a:cxnLst/>
                      <a:rect l="l" t="t" r="r" b="b"/>
                      <a:pathLst>
                        <a:path w="564520" h="361776">
                          <a:moveTo>
                            <a:pt x="21117" y="19360"/>
                          </a:moveTo>
                          <a:lnTo>
                            <a:pt x="21117" y="345592"/>
                          </a:lnTo>
                          <a:lnTo>
                            <a:pt x="543404" y="345592"/>
                          </a:lnTo>
                          <a:lnTo>
                            <a:pt x="543404" y="19360"/>
                          </a:lnTo>
                          <a:close/>
                          <a:moveTo>
                            <a:pt x="17539" y="0"/>
                          </a:moveTo>
                          <a:lnTo>
                            <a:pt x="546981" y="0"/>
                          </a:lnTo>
                          <a:cubicBezTo>
                            <a:pt x="556668" y="0"/>
                            <a:pt x="564520" y="7852"/>
                            <a:pt x="564520" y="17539"/>
                          </a:cubicBezTo>
                          <a:lnTo>
                            <a:pt x="564520" y="361776"/>
                          </a:lnTo>
                          <a:lnTo>
                            <a:pt x="0" y="361776"/>
                          </a:lnTo>
                          <a:lnTo>
                            <a:pt x="0" y="17539"/>
                          </a:lnTo>
                          <a:cubicBezTo>
                            <a:pt x="0" y="7852"/>
                            <a:pt x="7852" y="0"/>
                            <a:pt x="17539" y="0"/>
                          </a:cubicBez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272" name="Trapezoid 12"/>
                    <p:cNvSpPr/>
                    <p:nvPr/>
                  </p:nvSpPr>
                  <p:spPr>
                    <a:xfrm>
                      <a:off x="1919150" y="3408078"/>
                      <a:ext cx="666391" cy="84127"/>
                    </a:xfrm>
                    <a:custGeom>
                      <a:avLst/>
                      <a:gdLst/>
                      <a:ahLst/>
                      <a:cxnLst/>
                      <a:rect l="l" t="t" r="r" b="b"/>
                      <a:pathLst>
                        <a:path w="666391" h="84127">
                          <a:moveTo>
                            <a:pt x="257990" y="52557"/>
                          </a:moveTo>
                          <a:lnTo>
                            <a:pt x="241755" y="79989"/>
                          </a:lnTo>
                          <a:lnTo>
                            <a:pt x="424635" y="79989"/>
                          </a:lnTo>
                          <a:lnTo>
                            <a:pt x="408400" y="52557"/>
                          </a:lnTo>
                          <a:close/>
                          <a:moveTo>
                            <a:pt x="49787" y="0"/>
                          </a:moveTo>
                          <a:lnTo>
                            <a:pt x="616604" y="0"/>
                          </a:lnTo>
                          <a:lnTo>
                            <a:pt x="666391" y="84127"/>
                          </a:lnTo>
                          <a:lnTo>
                            <a:pt x="0" y="84127"/>
                          </a:ln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273" name="Rectangle 272"/>
                    <p:cNvSpPr/>
                    <p:nvPr/>
                  </p:nvSpPr>
                  <p:spPr>
                    <a:xfrm>
                      <a:off x="1919446" y="3492205"/>
                      <a:ext cx="665798" cy="27432"/>
                    </a:xfrm>
                    <a:prstGeom prst="rect">
                      <a:avLst/>
                    </a:pr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grpSp>
              <p:pic>
                <p:nvPicPr>
                  <p:cNvPr id="270" name="Picture 26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6200000">
                    <a:off x="7248818" y="3669553"/>
                    <a:ext cx="950372" cy="438633"/>
                  </a:xfrm>
                  <a:prstGeom prst="rect">
                    <a:avLst/>
                  </a:prstGeom>
                </p:spPr>
              </p:pic>
            </p:grpSp>
            <p:grpSp>
              <p:nvGrpSpPr>
                <p:cNvPr id="260" name="Group 259"/>
                <p:cNvGrpSpPr/>
                <p:nvPr/>
              </p:nvGrpSpPr>
              <p:grpSpPr>
                <a:xfrm>
                  <a:off x="10956189" y="3263004"/>
                  <a:ext cx="1703806" cy="1545987"/>
                  <a:chOff x="7099344" y="3263005"/>
                  <a:chExt cx="1703806" cy="1545987"/>
                </a:xfrm>
              </p:grpSpPr>
              <p:grpSp>
                <p:nvGrpSpPr>
                  <p:cNvPr id="262" name="Group 261"/>
                  <p:cNvGrpSpPr>
                    <a:grpSpLocks/>
                  </p:cNvGrpSpPr>
                  <p:nvPr/>
                </p:nvGrpSpPr>
                <p:grpSpPr>
                  <a:xfrm>
                    <a:off x="7099344" y="3263005"/>
                    <a:ext cx="1703806" cy="1545987"/>
                    <a:chOff x="1919150" y="3044496"/>
                    <a:chExt cx="666391" cy="475141"/>
                  </a:xfrm>
                  <a:solidFill>
                    <a:schemeClr val="tx2"/>
                  </a:solidFill>
                </p:grpSpPr>
                <p:sp>
                  <p:nvSpPr>
                    <p:cNvPr id="265" name="Round Same Side Corner Rectangle 11"/>
                    <p:cNvSpPr/>
                    <p:nvPr/>
                  </p:nvSpPr>
                  <p:spPr>
                    <a:xfrm>
                      <a:off x="1970085" y="3044496"/>
                      <a:ext cx="564520" cy="361776"/>
                    </a:xfrm>
                    <a:custGeom>
                      <a:avLst/>
                      <a:gdLst/>
                      <a:ahLst/>
                      <a:cxnLst/>
                      <a:rect l="l" t="t" r="r" b="b"/>
                      <a:pathLst>
                        <a:path w="564520" h="361776">
                          <a:moveTo>
                            <a:pt x="21117" y="19360"/>
                          </a:moveTo>
                          <a:lnTo>
                            <a:pt x="21117" y="345592"/>
                          </a:lnTo>
                          <a:lnTo>
                            <a:pt x="543404" y="345592"/>
                          </a:lnTo>
                          <a:lnTo>
                            <a:pt x="543404" y="19360"/>
                          </a:lnTo>
                          <a:close/>
                          <a:moveTo>
                            <a:pt x="17539" y="0"/>
                          </a:moveTo>
                          <a:lnTo>
                            <a:pt x="546981" y="0"/>
                          </a:lnTo>
                          <a:cubicBezTo>
                            <a:pt x="556668" y="0"/>
                            <a:pt x="564520" y="7852"/>
                            <a:pt x="564520" y="17539"/>
                          </a:cubicBezTo>
                          <a:lnTo>
                            <a:pt x="564520" y="361776"/>
                          </a:lnTo>
                          <a:lnTo>
                            <a:pt x="0" y="361776"/>
                          </a:lnTo>
                          <a:lnTo>
                            <a:pt x="0" y="17539"/>
                          </a:lnTo>
                          <a:cubicBezTo>
                            <a:pt x="0" y="7852"/>
                            <a:pt x="7852" y="0"/>
                            <a:pt x="17539" y="0"/>
                          </a:cubicBez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266" name="Trapezoid 12"/>
                    <p:cNvSpPr/>
                    <p:nvPr/>
                  </p:nvSpPr>
                  <p:spPr>
                    <a:xfrm>
                      <a:off x="1919150" y="3408078"/>
                      <a:ext cx="666391" cy="84127"/>
                    </a:xfrm>
                    <a:custGeom>
                      <a:avLst/>
                      <a:gdLst/>
                      <a:ahLst/>
                      <a:cxnLst/>
                      <a:rect l="l" t="t" r="r" b="b"/>
                      <a:pathLst>
                        <a:path w="666391" h="84127">
                          <a:moveTo>
                            <a:pt x="257990" y="52557"/>
                          </a:moveTo>
                          <a:lnTo>
                            <a:pt x="241755" y="79989"/>
                          </a:lnTo>
                          <a:lnTo>
                            <a:pt x="424635" y="79989"/>
                          </a:lnTo>
                          <a:lnTo>
                            <a:pt x="408400" y="52557"/>
                          </a:lnTo>
                          <a:close/>
                          <a:moveTo>
                            <a:pt x="49787" y="0"/>
                          </a:moveTo>
                          <a:lnTo>
                            <a:pt x="616604" y="0"/>
                          </a:lnTo>
                          <a:lnTo>
                            <a:pt x="666391" y="84127"/>
                          </a:lnTo>
                          <a:lnTo>
                            <a:pt x="0" y="84127"/>
                          </a:ln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267" name="Rectangle 266"/>
                    <p:cNvSpPr/>
                    <p:nvPr/>
                  </p:nvSpPr>
                  <p:spPr>
                    <a:xfrm>
                      <a:off x="1919446" y="3492205"/>
                      <a:ext cx="665798" cy="27432"/>
                    </a:xfrm>
                    <a:prstGeom prst="rect">
                      <a:avLst/>
                    </a:pr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grpSp>
              <p:pic>
                <p:nvPicPr>
                  <p:cNvPr id="264" name="Picture 26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6200000">
                    <a:off x="7248818" y="3669553"/>
                    <a:ext cx="950372" cy="438633"/>
                  </a:xfrm>
                  <a:prstGeom prst="rect">
                    <a:avLst/>
                  </a:prstGeom>
                </p:spPr>
              </p:pic>
            </p:grpSp>
          </p:grpSp>
          <p:grpSp>
            <p:nvGrpSpPr>
              <p:cNvPr id="6" name="Group 5"/>
              <p:cNvGrpSpPr/>
              <p:nvPr/>
            </p:nvGrpSpPr>
            <p:grpSpPr>
              <a:xfrm>
                <a:off x="5723641" y="5040417"/>
                <a:ext cx="7117260" cy="1553548"/>
                <a:chOff x="5542735" y="3263004"/>
                <a:chExt cx="7117260" cy="1553548"/>
              </a:xfrm>
            </p:grpSpPr>
            <p:grpSp>
              <p:nvGrpSpPr>
                <p:cNvPr id="217" name="Group 216"/>
                <p:cNvGrpSpPr/>
                <p:nvPr/>
              </p:nvGrpSpPr>
              <p:grpSpPr>
                <a:xfrm>
                  <a:off x="5542735" y="3270565"/>
                  <a:ext cx="1703806" cy="1545987"/>
                  <a:chOff x="7099344" y="3263005"/>
                  <a:chExt cx="1703806" cy="1545987"/>
                </a:xfrm>
              </p:grpSpPr>
              <p:grpSp>
                <p:nvGrpSpPr>
                  <p:cNvPr id="218" name="Group 217"/>
                  <p:cNvGrpSpPr>
                    <a:grpSpLocks/>
                  </p:cNvGrpSpPr>
                  <p:nvPr/>
                </p:nvGrpSpPr>
                <p:grpSpPr>
                  <a:xfrm>
                    <a:off x="7099344" y="3263005"/>
                    <a:ext cx="1703806" cy="1545987"/>
                    <a:chOff x="1919150" y="3044496"/>
                    <a:chExt cx="666391" cy="475141"/>
                  </a:xfrm>
                  <a:solidFill>
                    <a:schemeClr val="tx2"/>
                  </a:solidFill>
                </p:grpSpPr>
                <p:sp>
                  <p:nvSpPr>
                    <p:cNvPr id="221" name="Round Same Side Corner Rectangle 11"/>
                    <p:cNvSpPr/>
                    <p:nvPr/>
                  </p:nvSpPr>
                  <p:spPr>
                    <a:xfrm>
                      <a:off x="1970085" y="3044496"/>
                      <a:ext cx="564520" cy="361776"/>
                    </a:xfrm>
                    <a:custGeom>
                      <a:avLst/>
                      <a:gdLst/>
                      <a:ahLst/>
                      <a:cxnLst/>
                      <a:rect l="l" t="t" r="r" b="b"/>
                      <a:pathLst>
                        <a:path w="564520" h="361776">
                          <a:moveTo>
                            <a:pt x="21117" y="19360"/>
                          </a:moveTo>
                          <a:lnTo>
                            <a:pt x="21117" y="345592"/>
                          </a:lnTo>
                          <a:lnTo>
                            <a:pt x="543404" y="345592"/>
                          </a:lnTo>
                          <a:lnTo>
                            <a:pt x="543404" y="19360"/>
                          </a:lnTo>
                          <a:close/>
                          <a:moveTo>
                            <a:pt x="17539" y="0"/>
                          </a:moveTo>
                          <a:lnTo>
                            <a:pt x="546981" y="0"/>
                          </a:lnTo>
                          <a:cubicBezTo>
                            <a:pt x="556668" y="0"/>
                            <a:pt x="564520" y="7852"/>
                            <a:pt x="564520" y="17539"/>
                          </a:cubicBezTo>
                          <a:lnTo>
                            <a:pt x="564520" y="361776"/>
                          </a:lnTo>
                          <a:lnTo>
                            <a:pt x="0" y="361776"/>
                          </a:lnTo>
                          <a:lnTo>
                            <a:pt x="0" y="17539"/>
                          </a:lnTo>
                          <a:cubicBezTo>
                            <a:pt x="0" y="7852"/>
                            <a:pt x="7852" y="0"/>
                            <a:pt x="17539" y="0"/>
                          </a:cubicBez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222" name="Trapezoid 12"/>
                    <p:cNvSpPr/>
                    <p:nvPr/>
                  </p:nvSpPr>
                  <p:spPr>
                    <a:xfrm>
                      <a:off x="1919150" y="3408078"/>
                      <a:ext cx="666391" cy="84127"/>
                    </a:xfrm>
                    <a:custGeom>
                      <a:avLst/>
                      <a:gdLst/>
                      <a:ahLst/>
                      <a:cxnLst/>
                      <a:rect l="l" t="t" r="r" b="b"/>
                      <a:pathLst>
                        <a:path w="666391" h="84127">
                          <a:moveTo>
                            <a:pt x="257990" y="52557"/>
                          </a:moveTo>
                          <a:lnTo>
                            <a:pt x="241755" y="79989"/>
                          </a:lnTo>
                          <a:lnTo>
                            <a:pt x="424635" y="79989"/>
                          </a:lnTo>
                          <a:lnTo>
                            <a:pt x="408400" y="52557"/>
                          </a:lnTo>
                          <a:close/>
                          <a:moveTo>
                            <a:pt x="49787" y="0"/>
                          </a:moveTo>
                          <a:lnTo>
                            <a:pt x="616604" y="0"/>
                          </a:lnTo>
                          <a:lnTo>
                            <a:pt x="666391" y="84127"/>
                          </a:lnTo>
                          <a:lnTo>
                            <a:pt x="0" y="84127"/>
                          </a:ln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223" name="Rectangle 222"/>
                    <p:cNvSpPr/>
                    <p:nvPr/>
                  </p:nvSpPr>
                  <p:spPr>
                    <a:xfrm>
                      <a:off x="1919446" y="3492205"/>
                      <a:ext cx="665798" cy="27432"/>
                    </a:xfrm>
                    <a:prstGeom prst="rect">
                      <a:avLst/>
                    </a:pr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grpSp>
              <p:pic>
                <p:nvPicPr>
                  <p:cNvPr id="220" name="Picture 21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6200000">
                    <a:off x="7248818" y="3669553"/>
                    <a:ext cx="950372" cy="438633"/>
                  </a:xfrm>
                  <a:prstGeom prst="rect">
                    <a:avLst/>
                  </a:prstGeom>
                </p:spPr>
              </p:pic>
            </p:grpSp>
            <p:grpSp>
              <p:nvGrpSpPr>
                <p:cNvPr id="4" name="Group 3"/>
                <p:cNvGrpSpPr/>
                <p:nvPr/>
              </p:nvGrpSpPr>
              <p:grpSpPr>
                <a:xfrm>
                  <a:off x="7346994" y="3263005"/>
                  <a:ext cx="1703806" cy="1545987"/>
                  <a:chOff x="7099344" y="3263005"/>
                  <a:chExt cx="1703806" cy="1545987"/>
                </a:xfrm>
              </p:grpSpPr>
              <p:grpSp>
                <p:nvGrpSpPr>
                  <p:cNvPr id="327" name="Group 326"/>
                  <p:cNvGrpSpPr>
                    <a:grpSpLocks/>
                  </p:cNvGrpSpPr>
                  <p:nvPr/>
                </p:nvGrpSpPr>
                <p:grpSpPr>
                  <a:xfrm>
                    <a:off x="7099344" y="3263005"/>
                    <a:ext cx="1703806" cy="1545987"/>
                    <a:chOff x="1919150" y="3044496"/>
                    <a:chExt cx="666391" cy="475141"/>
                  </a:xfrm>
                  <a:solidFill>
                    <a:schemeClr val="tx2"/>
                  </a:solidFill>
                </p:grpSpPr>
                <p:sp>
                  <p:nvSpPr>
                    <p:cNvPr id="339" name="Round Same Side Corner Rectangle 11"/>
                    <p:cNvSpPr/>
                    <p:nvPr/>
                  </p:nvSpPr>
                  <p:spPr>
                    <a:xfrm>
                      <a:off x="1970085" y="3044496"/>
                      <a:ext cx="564520" cy="361776"/>
                    </a:xfrm>
                    <a:custGeom>
                      <a:avLst/>
                      <a:gdLst/>
                      <a:ahLst/>
                      <a:cxnLst/>
                      <a:rect l="l" t="t" r="r" b="b"/>
                      <a:pathLst>
                        <a:path w="564520" h="361776">
                          <a:moveTo>
                            <a:pt x="21117" y="19360"/>
                          </a:moveTo>
                          <a:lnTo>
                            <a:pt x="21117" y="345592"/>
                          </a:lnTo>
                          <a:lnTo>
                            <a:pt x="543404" y="345592"/>
                          </a:lnTo>
                          <a:lnTo>
                            <a:pt x="543404" y="19360"/>
                          </a:lnTo>
                          <a:close/>
                          <a:moveTo>
                            <a:pt x="17539" y="0"/>
                          </a:moveTo>
                          <a:lnTo>
                            <a:pt x="546981" y="0"/>
                          </a:lnTo>
                          <a:cubicBezTo>
                            <a:pt x="556668" y="0"/>
                            <a:pt x="564520" y="7852"/>
                            <a:pt x="564520" y="17539"/>
                          </a:cubicBezTo>
                          <a:lnTo>
                            <a:pt x="564520" y="361776"/>
                          </a:lnTo>
                          <a:lnTo>
                            <a:pt x="0" y="361776"/>
                          </a:lnTo>
                          <a:lnTo>
                            <a:pt x="0" y="17539"/>
                          </a:lnTo>
                          <a:cubicBezTo>
                            <a:pt x="0" y="7852"/>
                            <a:pt x="7852" y="0"/>
                            <a:pt x="17539" y="0"/>
                          </a:cubicBez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340" name="Trapezoid 12"/>
                    <p:cNvSpPr/>
                    <p:nvPr/>
                  </p:nvSpPr>
                  <p:spPr>
                    <a:xfrm>
                      <a:off x="1919150" y="3408078"/>
                      <a:ext cx="666391" cy="84127"/>
                    </a:xfrm>
                    <a:custGeom>
                      <a:avLst/>
                      <a:gdLst/>
                      <a:ahLst/>
                      <a:cxnLst/>
                      <a:rect l="l" t="t" r="r" b="b"/>
                      <a:pathLst>
                        <a:path w="666391" h="84127">
                          <a:moveTo>
                            <a:pt x="257990" y="52557"/>
                          </a:moveTo>
                          <a:lnTo>
                            <a:pt x="241755" y="79989"/>
                          </a:lnTo>
                          <a:lnTo>
                            <a:pt x="424635" y="79989"/>
                          </a:lnTo>
                          <a:lnTo>
                            <a:pt x="408400" y="52557"/>
                          </a:lnTo>
                          <a:close/>
                          <a:moveTo>
                            <a:pt x="49787" y="0"/>
                          </a:moveTo>
                          <a:lnTo>
                            <a:pt x="616604" y="0"/>
                          </a:lnTo>
                          <a:lnTo>
                            <a:pt x="666391" y="84127"/>
                          </a:lnTo>
                          <a:lnTo>
                            <a:pt x="0" y="84127"/>
                          </a:ln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341" name="Rectangle 340"/>
                    <p:cNvSpPr/>
                    <p:nvPr/>
                  </p:nvSpPr>
                  <p:spPr>
                    <a:xfrm>
                      <a:off x="1919446" y="3492205"/>
                      <a:ext cx="665798" cy="27432"/>
                    </a:xfrm>
                    <a:prstGeom prst="rect">
                      <a:avLst/>
                    </a:pr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grpSp>
              <p:pic>
                <p:nvPicPr>
                  <p:cNvPr id="151" name="Picture 15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6200000">
                    <a:off x="7248818" y="3669553"/>
                    <a:ext cx="950372" cy="438633"/>
                  </a:xfrm>
                  <a:prstGeom prst="rect">
                    <a:avLst/>
                  </a:prstGeom>
                </p:spPr>
              </p:pic>
            </p:grpSp>
            <p:grpSp>
              <p:nvGrpSpPr>
                <p:cNvPr id="159" name="Group 158"/>
                <p:cNvGrpSpPr/>
                <p:nvPr/>
              </p:nvGrpSpPr>
              <p:grpSpPr>
                <a:xfrm>
                  <a:off x="9156856" y="3263005"/>
                  <a:ext cx="1703806" cy="1545987"/>
                  <a:chOff x="7099344" y="3263005"/>
                  <a:chExt cx="1703806" cy="1545987"/>
                </a:xfrm>
              </p:grpSpPr>
              <p:grpSp>
                <p:nvGrpSpPr>
                  <p:cNvPr id="160" name="Group 159"/>
                  <p:cNvGrpSpPr>
                    <a:grpSpLocks/>
                  </p:cNvGrpSpPr>
                  <p:nvPr/>
                </p:nvGrpSpPr>
                <p:grpSpPr>
                  <a:xfrm>
                    <a:off x="7099344" y="3263005"/>
                    <a:ext cx="1703806" cy="1545987"/>
                    <a:chOff x="1919150" y="3044496"/>
                    <a:chExt cx="666391" cy="475141"/>
                  </a:xfrm>
                  <a:solidFill>
                    <a:schemeClr val="tx2"/>
                  </a:solidFill>
                </p:grpSpPr>
                <p:sp>
                  <p:nvSpPr>
                    <p:cNvPr id="163" name="Round Same Side Corner Rectangle 11"/>
                    <p:cNvSpPr/>
                    <p:nvPr/>
                  </p:nvSpPr>
                  <p:spPr>
                    <a:xfrm>
                      <a:off x="1970085" y="3044496"/>
                      <a:ext cx="564520" cy="361776"/>
                    </a:xfrm>
                    <a:custGeom>
                      <a:avLst/>
                      <a:gdLst/>
                      <a:ahLst/>
                      <a:cxnLst/>
                      <a:rect l="l" t="t" r="r" b="b"/>
                      <a:pathLst>
                        <a:path w="564520" h="361776">
                          <a:moveTo>
                            <a:pt x="21117" y="19360"/>
                          </a:moveTo>
                          <a:lnTo>
                            <a:pt x="21117" y="345592"/>
                          </a:lnTo>
                          <a:lnTo>
                            <a:pt x="543404" y="345592"/>
                          </a:lnTo>
                          <a:lnTo>
                            <a:pt x="543404" y="19360"/>
                          </a:lnTo>
                          <a:close/>
                          <a:moveTo>
                            <a:pt x="17539" y="0"/>
                          </a:moveTo>
                          <a:lnTo>
                            <a:pt x="546981" y="0"/>
                          </a:lnTo>
                          <a:cubicBezTo>
                            <a:pt x="556668" y="0"/>
                            <a:pt x="564520" y="7852"/>
                            <a:pt x="564520" y="17539"/>
                          </a:cubicBezTo>
                          <a:lnTo>
                            <a:pt x="564520" y="361776"/>
                          </a:lnTo>
                          <a:lnTo>
                            <a:pt x="0" y="361776"/>
                          </a:lnTo>
                          <a:lnTo>
                            <a:pt x="0" y="17539"/>
                          </a:lnTo>
                          <a:cubicBezTo>
                            <a:pt x="0" y="7852"/>
                            <a:pt x="7852" y="0"/>
                            <a:pt x="17539" y="0"/>
                          </a:cubicBez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194" name="Trapezoid 12"/>
                    <p:cNvSpPr/>
                    <p:nvPr/>
                  </p:nvSpPr>
                  <p:spPr>
                    <a:xfrm>
                      <a:off x="1919150" y="3408078"/>
                      <a:ext cx="666391" cy="84127"/>
                    </a:xfrm>
                    <a:custGeom>
                      <a:avLst/>
                      <a:gdLst/>
                      <a:ahLst/>
                      <a:cxnLst/>
                      <a:rect l="l" t="t" r="r" b="b"/>
                      <a:pathLst>
                        <a:path w="666391" h="84127">
                          <a:moveTo>
                            <a:pt x="257990" y="52557"/>
                          </a:moveTo>
                          <a:lnTo>
                            <a:pt x="241755" y="79989"/>
                          </a:lnTo>
                          <a:lnTo>
                            <a:pt x="424635" y="79989"/>
                          </a:lnTo>
                          <a:lnTo>
                            <a:pt x="408400" y="52557"/>
                          </a:lnTo>
                          <a:close/>
                          <a:moveTo>
                            <a:pt x="49787" y="0"/>
                          </a:moveTo>
                          <a:lnTo>
                            <a:pt x="616604" y="0"/>
                          </a:lnTo>
                          <a:lnTo>
                            <a:pt x="666391" y="84127"/>
                          </a:lnTo>
                          <a:lnTo>
                            <a:pt x="0" y="84127"/>
                          </a:ln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195" name="Rectangle 194"/>
                    <p:cNvSpPr/>
                    <p:nvPr/>
                  </p:nvSpPr>
                  <p:spPr>
                    <a:xfrm>
                      <a:off x="1919446" y="3492205"/>
                      <a:ext cx="665798" cy="27432"/>
                    </a:xfrm>
                    <a:prstGeom prst="rect">
                      <a:avLst/>
                    </a:pr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grpSp>
              <p:pic>
                <p:nvPicPr>
                  <p:cNvPr id="162" name="Picture 16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6200000">
                    <a:off x="7248818" y="3669553"/>
                    <a:ext cx="950372" cy="438633"/>
                  </a:xfrm>
                  <a:prstGeom prst="rect">
                    <a:avLst/>
                  </a:prstGeom>
                </p:spPr>
              </p:pic>
            </p:grpSp>
            <p:grpSp>
              <p:nvGrpSpPr>
                <p:cNvPr id="203" name="Group 202"/>
                <p:cNvGrpSpPr/>
                <p:nvPr/>
              </p:nvGrpSpPr>
              <p:grpSpPr>
                <a:xfrm>
                  <a:off x="10956189" y="3263004"/>
                  <a:ext cx="1703806" cy="1545987"/>
                  <a:chOff x="7099344" y="3263005"/>
                  <a:chExt cx="1703806" cy="1545987"/>
                </a:xfrm>
              </p:grpSpPr>
              <p:grpSp>
                <p:nvGrpSpPr>
                  <p:cNvPr id="204" name="Group 203"/>
                  <p:cNvGrpSpPr>
                    <a:grpSpLocks/>
                  </p:cNvGrpSpPr>
                  <p:nvPr/>
                </p:nvGrpSpPr>
                <p:grpSpPr>
                  <a:xfrm>
                    <a:off x="7099344" y="3263005"/>
                    <a:ext cx="1703806" cy="1545987"/>
                    <a:chOff x="1919150" y="3044496"/>
                    <a:chExt cx="666391" cy="475141"/>
                  </a:xfrm>
                  <a:solidFill>
                    <a:schemeClr val="tx2"/>
                  </a:solidFill>
                </p:grpSpPr>
                <p:sp>
                  <p:nvSpPr>
                    <p:cNvPr id="207" name="Round Same Side Corner Rectangle 11"/>
                    <p:cNvSpPr/>
                    <p:nvPr/>
                  </p:nvSpPr>
                  <p:spPr>
                    <a:xfrm>
                      <a:off x="1970085" y="3044496"/>
                      <a:ext cx="564520" cy="361776"/>
                    </a:xfrm>
                    <a:custGeom>
                      <a:avLst/>
                      <a:gdLst/>
                      <a:ahLst/>
                      <a:cxnLst/>
                      <a:rect l="l" t="t" r="r" b="b"/>
                      <a:pathLst>
                        <a:path w="564520" h="361776">
                          <a:moveTo>
                            <a:pt x="21117" y="19360"/>
                          </a:moveTo>
                          <a:lnTo>
                            <a:pt x="21117" y="345592"/>
                          </a:lnTo>
                          <a:lnTo>
                            <a:pt x="543404" y="345592"/>
                          </a:lnTo>
                          <a:lnTo>
                            <a:pt x="543404" y="19360"/>
                          </a:lnTo>
                          <a:close/>
                          <a:moveTo>
                            <a:pt x="17539" y="0"/>
                          </a:moveTo>
                          <a:lnTo>
                            <a:pt x="546981" y="0"/>
                          </a:lnTo>
                          <a:cubicBezTo>
                            <a:pt x="556668" y="0"/>
                            <a:pt x="564520" y="7852"/>
                            <a:pt x="564520" y="17539"/>
                          </a:cubicBezTo>
                          <a:lnTo>
                            <a:pt x="564520" y="361776"/>
                          </a:lnTo>
                          <a:lnTo>
                            <a:pt x="0" y="361776"/>
                          </a:lnTo>
                          <a:lnTo>
                            <a:pt x="0" y="17539"/>
                          </a:lnTo>
                          <a:cubicBezTo>
                            <a:pt x="0" y="7852"/>
                            <a:pt x="7852" y="0"/>
                            <a:pt x="17539" y="0"/>
                          </a:cubicBez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208" name="Trapezoid 12"/>
                    <p:cNvSpPr/>
                    <p:nvPr/>
                  </p:nvSpPr>
                  <p:spPr>
                    <a:xfrm>
                      <a:off x="1919150" y="3408078"/>
                      <a:ext cx="666391" cy="84127"/>
                    </a:xfrm>
                    <a:custGeom>
                      <a:avLst/>
                      <a:gdLst/>
                      <a:ahLst/>
                      <a:cxnLst/>
                      <a:rect l="l" t="t" r="r" b="b"/>
                      <a:pathLst>
                        <a:path w="666391" h="84127">
                          <a:moveTo>
                            <a:pt x="257990" y="52557"/>
                          </a:moveTo>
                          <a:lnTo>
                            <a:pt x="241755" y="79989"/>
                          </a:lnTo>
                          <a:lnTo>
                            <a:pt x="424635" y="79989"/>
                          </a:lnTo>
                          <a:lnTo>
                            <a:pt x="408400" y="52557"/>
                          </a:lnTo>
                          <a:close/>
                          <a:moveTo>
                            <a:pt x="49787" y="0"/>
                          </a:moveTo>
                          <a:lnTo>
                            <a:pt x="616604" y="0"/>
                          </a:lnTo>
                          <a:lnTo>
                            <a:pt x="666391" y="84127"/>
                          </a:lnTo>
                          <a:lnTo>
                            <a:pt x="0" y="84127"/>
                          </a:lnTo>
                          <a:close/>
                        </a:path>
                      </a:pathLst>
                    </a:cu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sp>
                  <p:nvSpPr>
                    <p:cNvPr id="209" name="Rectangle 208"/>
                    <p:cNvSpPr/>
                    <p:nvPr/>
                  </p:nvSpPr>
                  <p:spPr>
                    <a:xfrm>
                      <a:off x="1919446" y="3492205"/>
                      <a:ext cx="665798" cy="27432"/>
                    </a:xfrm>
                    <a:prstGeom prst="rect">
                      <a:avLst/>
                    </a:prstGeom>
                    <a:solidFill>
                      <a:schemeClr val="bg2"/>
                    </a:solidFill>
                    <a:ln w="3175" cap="flat" cmpd="sng" algn="ctr">
                      <a:solidFill>
                        <a:schemeClr val="bg1"/>
                      </a:solidFill>
                      <a:prstDash val="solid"/>
                    </a:ln>
                    <a:effectLst/>
                  </p:spPr>
                  <p:txBody>
                    <a:bodyPr rtlCol="0" anchor="ctr"/>
                    <a:lstStyle/>
                    <a:p>
                      <a:pPr algn="ctr" defTabSz="914309">
                        <a:defRPr/>
                      </a:pPr>
                      <a:endParaRPr lang="en-US" sz="1800" kern="0">
                        <a:solidFill>
                          <a:sysClr val="window" lastClr="FFFFFF"/>
                        </a:solidFill>
                        <a:latin typeface="Segoe"/>
                      </a:endParaRPr>
                    </a:p>
                  </p:txBody>
                </p:sp>
              </p:grpSp>
              <p:pic>
                <p:nvPicPr>
                  <p:cNvPr id="206" name="Picture 20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6200000">
                    <a:off x="7248818" y="3669553"/>
                    <a:ext cx="950372" cy="438633"/>
                  </a:xfrm>
                  <a:prstGeom prst="rect">
                    <a:avLst/>
                  </a:prstGeom>
                </p:spPr>
              </p:pic>
            </p:grpSp>
          </p:grpSp>
        </p:grpSp>
        <p:pic>
          <p:nvPicPr>
            <p:cNvPr id="303" name="Picture 30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6200000">
              <a:off x="6379197" y="5437560"/>
              <a:ext cx="916093" cy="442778"/>
            </a:xfrm>
            <a:prstGeom prst="rect">
              <a:avLst/>
            </a:prstGeom>
            <a:solidFill>
              <a:schemeClr val="tx2"/>
            </a:solidFill>
            <a:ln w="3175">
              <a:solidFill>
                <a:schemeClr val="bg1"/>
              </a:solidFill>
            </a:ln>
          </p:spPr>
        </p:pic>
      </p:grpSp>
      <p:sp>
        <p:nvSpPr>
          <p:cNvPr id="14" name="Rectangle 13"/>
          <p:cNvSpPr/>
          <p:nvPr/>
        </p:nvSpPr>
        <p:spPr bwMode="auto">
          <a:xfrm>
            <a:off x="5" y="82203"/>
            <a:ext cx="6221755" cy="685710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4" tIns="45714" rIns="45714" bIns="45714" numCol="1" spcCol="0" rtlCol="0" fromWordArt="0" anchor="ctr" anchorCtr="0" forceAA="0" compatLnSpc="1">
            <a:prstTxWarp prst="textNoShape">
              <a:avLst/>
            </a:prstTxWarp>
            <a:noAutofit/>
          </a:bodyPr>
          <a:lstStyle/>
          <a:p>
            <a:pPr algn="ctr" defTabSz="914008"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p:nvPr>
        </p:nvSpPr>
        <p:spPr/>
        <p:txBody>
          <a:bodyPr/>
          <a:lstStyle/>
          <a:p>
            <a:r>
              <a:rPr lang="en-US" dirty="0" err="1" smtClean="0"/>
              <a:t>Implantação</a:t>
            </a:r>
            <a:r>
              <a:rPr lang="en-US" dirty="0" smtClean="0"/>
              <a:t> do Office </a:t>
            </a:r>
            <a:r>
              <a:rPr lang="en-US" dirty="0" err="1" smtClean="0"/>
              <a:t>reimaginada</a:t>
            </a:r>
            <a:endParaRPr lang="en-US" dirty="0"/>
          </a:p>
        </p:txBody>
      </p:sp>
      <p:grpSp>
        <p:nvGrpSpPr>
          <p:cNvPr id="11" name="Group 10"/>
          <p:cNvGrpSpPr/>
          <p:nvPr/>
        </p:nvGrpSpPr>
        <p:grpSpPr>
          <a:xfrm>
            <a:off x="4967851" y="-1789172"/>
            <a:ext cx="7363792" cy="4838506"/>
            <a:chOff x="4682013" y="-1841036"/>
            <a:chExt cx="7364751" cy="4839136"/>
          </a:xfrm>
        </p:grpSpPr>
        <p:sp>
          <p:nvSpPr>
            <p:cNvPr id="66" name="Oval 49"/>
            <p:cNvSpPr/>
            <p:nvPr/>
          </p:nvSpPr>
          <p:spPr>
            <a:xfrm flipH="1" flipV="1">
              <a:off x="4682013" y="-1841036"/>
              <a:ext cx="7364751" cy="3648054"/>
            </a:xfrm>
            <a:custGeom>
              <a:avLst/>
              <a:gdLst/>
              <a:ahLst/>
              <a:cxnLst/>
              <a:rect l="l" t="t" r="r" b="b"/>
              <a:pathLst>
                <a:path w="1136230" h="562257">
                  <a:moveTo>
                    <a:pt x="680434" y="0"/>
                  </a:moveTo>
                  <a:cubicBezTo>
                    <a:pt x="816399" y="0"/>
                    <a:pt x="930050" y="95532"/>
                    <a:pt x="957588" y="223209"/>
                  </a:cubicBezTo>
                  <a:cubicBezTo>
                    <a:pt x="970298" y="218397"/>
                    <a:pt x="984238" y="216627"/>
                    <a:pt x="998700" y="216627"/>
                  </a:cubicBezTo>
                  <a:cubicBezTo>
                    <a:pt x="1074656" y="216627"/>
                    <a:pt x="1136230" y="265456"/>
                    <a:pt x="1136230" y="325690"/>
                  </a:cubicBezTo>
                  <a:cubicBezTo>
                    <a:pt x="1136230" y="385924"/>
                    <a:pt x="1074656" y="434753"/>
                    <a:pt x="998700" y="434753"/>
                  </a:cubicBezTo>
                  <a:cubicBezTo>
                    <a:pt x="980733" y="434753"/>
                    <a:pt x="963571" y="432021"/>
                    <a:pt x="947960" y="426798"/>
                  </a:cubicBezTo>
                  <a:cubicBezTo>
                    <a:pt x="930628" y="459819"/>
                    <a:pt x="895717" y="481363"/>
                    <a:pt x="855774" y="481363"/>
                  </a:cubicBezTo>
                  <a:cubicBezTo>
                    <a:pt x="836572" y="481363"/>
                    <a:pt x="818534" y="476384"/>
                    <a:pt x="803674" y="466221"/>
                  </a:cubicBezTo>
                  <a:cubicBezTo>
                    <a:pt x="773602" y="516041"/>
                    <a:pt x="718460" y="547473"/>
                    <a:pt x="655977" y="547473"/>
                  </a:cubicBezTo>
                  <a:cubicBezTo>
                    <a:pt x="609564" y="547473"/>
                    <a:pt x="567201" y="530130"/>
                    <a:pt x="536200" y="500237"/>
                  </a:cubicBezTo>
                  <a:cubicBezTo>
                    <a:pt x="500610" y="538789"/>
                    <a:pt x="447044" y="562257"/>
                    <a:pt x="387424" y="562257"/>
                  </a:cubicBezTo>
                  <a:cubicBezTo>
                    <a:pt x="295201" y="562257"/>
                    <a:pt x="217461" y="506102"/>
                    <a:pt x="194487" y="429220"/>
                  </a:cubicBezTo>
                  <a:cubicBezTo>
                    <a:pt x="175006" y="445023"/>
                    <a:pt x="149217" y="453542"/>
                    <a:pt x="121209" y="453542"/>
                  </a:cubicBezTo>
                  <a:cubicBezTo>
                    <a:pt x="54267" y="453542"/>
                    <a:pt x="0" y="404876"/>
                    <a:pt x="0" y="344843"/>
                  </a:cubicBezTo>
                  <a:cubicBezTo>
                    <a:pt x="0" y="284810"/>
                    <a:pt x="54267" y="236144"/>
                    <a:pt x="121209" y="236144"/>
                  </a:cubicBezTo>
                  <a:lnTo>
                    <a:pt x="147397" y="240886"/>
                  </a:lnTo>
                  <a:cubicBezTo>
                    <a:pt x="144263" y="235880"/>
                    <a:pt x="143963" y="230515"/>
                    <a:pt x="143963" y="225084"/>
                  </a:cubicBezTo>
                  <a:cubicBezTo>
                    <a:pt x="143963" y="138912"/>
                    <a:pt x="219422" y="69055"/>
                    <a:pt x="312505" y="69055"/>
                  </a:cubicBezTo>
                  <a:cubicBezTo>
                    <a:pt x="366750" y="69055"/>
                    <a:pt x="415010" y="92779"/>
                    <a:pt x="443774" y="131357"/>
                  </a:cubicBezTo>
                  <a:cubicBezTo>
                    <a:pt x="492192" y="51860"/>
                    <a:pt x="580257" y="0"/>
                    <a:pt x="680434" y="0"/>
                  </a:cubicBezTo>
                  <a:close/>
                </a:path>
              </a:pathLst>
            </a:custGeom>
            <a:solidFill>
              <a:schemeClr val="tx2"/>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272"/>
              <a:endParaRPr lang="en-US" sz="1800">
                <a:solidFill>
                  <a:srgbClr val="FFFFFF"/>
                </a:solidFill>
              </a:endParaRPr>
            </a:p>
          </p:txBody>
        </p:sp>
        <p:sp>
          <p:nvSpPr>
            <p:cNvPr id="130" name="Freeform 15"/>
            <p:cNvSpPr>
              <a:spLocks noEditPoints="1"/>
            </p:cNvSpPr>
            <p:nvPr/>
          </p:nvSpPr>
          <p:spPr bwMode="black">
            <a:xfrm rot="10800000">
              <a:off x="7138500" y="1957696"/>
              <a:ext cx="1139520" cy="1040404"/>
            </a:xfrm>
            <a:custGeom>
              <a:avLst/>
              <a:gdLst>
                <a:gd name="T0" fmla="*/ 455 w 708"/>
                <a:gd name="T1" fmla="*/ 121 h 709"/>
                <a:gd name="T2" fmla="*/ 392 w 708"/>
                <a:gd name="T3" fmla="*/ 121 h 709"/>
                <a:gd name="T4" fmla="*/ 392 w 708"/>
                <a:gd name="T5" fmla="*/ 206 h 709"/>
                <a:gd name="T6" fmla="*/ 316 w 708"/>
                <a:gd name="T7" fmla="*/ 206 h 709"/>
                <a:gd name="T8" fmla="*/ 316 w 708"/>
                <a:gd name="T9" fmla="*/ 121 h 709"/>
                <a:gd name="T10" fmla="*/ 250 w 708"/>
                <a:gd name="T11" fmla="*/ 121 h 709"/>
                <a:gd name="T12" fmla="*/ 354 w 708"/>
                <a:gd name="T13" fmla="*/ 0 h 709"/>
                <a:gd name="T14" fmla="*/ 455 w 708"/>
                <a:gd name="T15" fmla="*/ 121 h 709"/>
                <a:gd name="T16" fmla="*/ 205 w 708"/>
                <a:gd name="T17" fmla="*/ 371 h 709"/>
                <a:gd name="T18" fmla="*/ 139 w 708"/>
                <a:gd name="T19" fmla="*/ 371 h 709"/>
                <a:gd name="T20" fmla="*/ 139 w 708"/>
                <a:gd name="T21" fmla="*/ 456 h 709"/>
                <a:gd name="T22" fmla="*/ 63 w 708"/>
                <a:gd name="T23" fmla="*/ 456 h 709"/>
                <a:gd name="T24" fmla="*/ 63 w 708"/>
                <a:gd name="T25" fmla="*/ 371 h 709"/>
                <a:gd name="T26" fmla="*/ 0 w 708"/>
                <a:gd name="T27" fmla="*/ 371 h 709"/>
                <a:gd name="T28" fmla="*/ 101 w 708"/>
                <a:gd name="T29" fmla="*/ 251 h 709"/>
                <a:gd name="T30" fmla="*/ 205 w 708"/>
                <a:gd name="T31" fmla="*/ 371 h 709"/>
                <a:gd name="T32" fmla="*/ 205 w 708"/>
                <a:gd name="T33" fmla="*/ 503 h 709"/>
                <a:gd name="T34" fmla="*/ 0 w 708"/>
                <a:gd name="T35" fmla="*/ 503 h 709"/>
                <a:gd name="T36" fmla="*/ 0 w 708"/>
                <a:gd name="T37" fmla="*/ 709 h 709"/>
                <a:gd name="T38" fmla="*/ 205 w 708"/>
                <a:gd name="T39" fmla="*/ 709 h 709"/>
                <a:gd name="T40" fmla="*/ 205 w 708"/>
                <a:gd name="T41" fmla="*/ 503 h 709"/>
                <a:gd name="T42" fmla="*/ 708 w 708"/>
                <a:gd name="T43" fmla="*/ 503 h 709"/>
                <a:gd name="T44" fmla="*/ 503 w 708"/>
                <a:gd name="T45" fmla="*/ 503 h 709"/>
                <a:gd name="T46" fmla="*/ 503 w 708"/>
                <a:gd name="T47" fmla="*/ 709 h 709"/>
                <a:gd name="T48" fmla="*/ 708 w 708"/>
                <a:gd name="T49" fmla="*/ 709 h 709"/>
                <a:gd name="T50" fmla="*/ 708 w 708"/>
                <a:gd name="T51" fmla="*/ 503 h 709"/>
                <a:gd name="T52" fmla="*/ 708 w 708"/>
                <a:gd name="T53" fmla="*/ 0 h 709"/>
                <a:gd name="T54" fmla="*/ 503 w 708"/>
                <a:gd name="T55" fmla="*/ 0 h 709"/>
                <a:gd name="T56" fmla="*/ 503 w 708"/>
                <a:gd name="T57" fmla="*/ 206 h 709"/>
                <a:gd name="T58" fmla="*/ 708 w 708"/>
                <a:gd name="T59" fmla="*/ 206 h 709"/>
                <a:gd name="T60" fmla="*/ 708 w 708"/>
                <a:gd name="T61" fmla="*/ 0 h 709"/>
                <a:gd name="T62" fmla="*/ 708 w 708"/>
                <a:gd name="T63" fmla="*/ 251 h 709"/>
                <a:gd name="T64" fmla="*/ 503 w 708"/>
                <a:gd name="T65" fmla="*/ 251 h 709"/>
                <a:gd name="T66" fmla="*/ 503 w 708"/>
                <a:gd name="T67" fmla="*/ 456 h 709"/>
                <a:gd name="T68" fmla="*/ 708 w 708"/>
                <a:gd name="T69" fmla="*/ 456 h 709"/>
                <a:gd name="T70" fmla="*/ 708 w 708"/>
                <a:gd name="T71" fmla="*/ 251 h 709"/>
                <a:gd name="T72" fmla="*/ 455 w 708"/>
                <a:gd name="T73" fmla="*/ 251 h 709"/>
                <a:gd name="T74" fmla="*/ 250 w 708"/>
                <a:gd name="T75" fmla="*/ 251 h 709"/>
                <a:gd name="T76" fmla="*/ 250 w 708"/>
                <a:gd name="T77" fmla="*/ 456 h 709"/>
                <a:gd name="T78" fmla="*/ 455 w 708"/>
                <a:gd name="T79" fmla="*/ 456 h 709"/>
                <a:gd name="T80" fmla="*/ 455 w 708"/>
                <a:gd name="T81" fmla="*/ 251 h 709"/>
                <a:gd name="T82" fmla="*/ 455 w 708"/>
                <a:gd name="T83" fmla="*/ 503 h 709"/>
                <a:gd name="T84" fmla="*/ 250 w 708"/>
                <a:gd name="T85" fmla="*/ 503 h 709"/>
                <a:gd name="T86" fmla="*/ 250 w 708"/>
                <a:gd name="T87" fmla="*/ 709 h 709"/>
                <a:gd name="T88" fmla="*/ 455 w 708"/>
                <a:gd name="T89" fmla="*/ 709 h 709"/>
                <a:gd name="T90" fmla="*/ 455 w 708"/>
                <a:gd name="T91" fmla="*/ 503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8" h="709">
                  <a:moveTo>
                    <a:pt x="455" y="121"/>
                  </a:moveTo>
                  <a:lnTo>
                    <a:pt x="392" y="121"/>
                  </a:lnTo>
                  <a:lnTo>
                    <a:pt x="392" y="206"/>
                  </a:lnTo>
                  <a:lnTo>
                    <a:pt x="316" y="206"/>
                  </a:lnTo>
                  <a:lnTo>
                    <a:pt x="316" y="121"/>
                  </a:lnTo>
                  <a:lnTo>
                    <a:pt x="250" y="121"/>
                  </a:lnTo>
                  <a:lnTo>
                    <a:pt x="354" y="0"/>
                  </a:lnTo>
                  <a:lnTo>
                    <a:pt x="455" y="121"/>
                  </a:lnTo>
                  <a:close/>
                  <a:moveTo>
                    <a:pt x="205" y="371"/>
                  </a:moveTo>
                  <a:lnTo>
                    <a:pt x="139" y="371"/>
                  </a:lnTo>
                  <a:lnTo>
                    <a:pt x="139" y="456"/>
                  </a:lnTo>
                  <a:lnTo>
                    <a:pt x="63" y="456"/>
                  </a:lnTo>
                  <a:lnTo>
                    <a:pt x="63" y="371"/>
                  </a:lnTo>
                  <a:lnTo>
                    <a:pt x="0" y="371"/>
                  </a:lnTo>
                  <a:lnTo>
                    <a:pt x="101" y="251"/>
                  </a:lnTo>
                  <a:lnTo>
                    <a:pt x="205" y="371"/>
                  </a:lnTo>
                  <a:close/>
                  <a:moveTo>
                    <a:pt x="205" y="503"/>
                  </a:moveTo>
                  <a:lnTo>
                    <a:pt x="0" y="503"/>
                  </a:lnTo>
                  <a:lnTo>
                    <a:pt x="0" y="709"/>
                  </a:lnTo>
                  <a:lnTo>
                    <a:pt x="205" y="709"/>
                  </a:lnTo>
                  <a:lnTo>
                    <a:pt x="205" y="503"/>
                  </a:lnTo>
                  <a:close/>
                  <a:moveTo>
                    <a:pt x="708" y="503"/>
                  </a:moveTo>
                  <a:lnTo>
                    <a:pt x="503" y="503"/>
                  </a:lnTo>
                  <a:lnTo>
                    <a:pt x="503" y="709"/>
                  </a:lnTo>
                  <a:lnTo>
                    <a:pt x="708" y="709"/>
                  </a:lnTo>
                  <a:lnTo>
                    <a:pt x="708" y="503"/>
                  </a:lnTo>
                  <a:close/>
                  <a:moveTo>
                    <a:pt x="708" y="0"/>
                  </a:moveTo>
                  <a:lnTo>
                    <a:pt x="503" y="0"/>
                  </a:lnTo>
                  <a:lnTo>
                    <a:pt x="503" y="206"/>
                  </a:lnTo>
                  <a:lnTo>
                    <a:pt x="708" y="206"/>
                  </a:lnTo>
                  <a:lnTo>
                    <a:pt x="708" y="0"/>
                  </a:lnTo>
                  <a:close/>
                  <a:moveTo>
                    <a:pt x="708" y="251"/>
                  </a:moveTo>
                  <a:lnTo>
                    <a:pt x="503" y="251"/>
                  </a:lnTo>
                  <a:lnTo>
                    <a:pt x="503" y="456"/>
                  </a:lnTo>
                  <a:lnTo>
                    <a:pt x="708" y="456"/>
                  </a:lnTo>
                  <a:lnTo>
                    <a:pt x="708" y="251"/>
                  </a:lnTo>
                  <a:close/>
                  <a:moveTo>
                    <a:pt x="455" y="251"/>
                  </a:moveTo>
                  <a:lnTo>
                    <a:pt x="250" y="251"/>
                  </a:lnTo>
                  <a:lnTo>
                    <a:pt x="250" y="456"/>
                  </a:lnTo>
                  <a:lnTo>
                    <a:pt x="455" y="456"/>
                  </a:lnTo>
                  <a:lnTo>
                    <a:pt x="455" y="251"/>
                  </a:lnTo>
                  <a:close/>
                  <a:moveTo>
                    <a:pt x="455" y="503"/>
                  </a:moveTo>
                  <a:lnTo>
                    <a:pt x="250" y="503"/>
                  </a:lnTo>
                  <a:lnTo>
                    <a:pt x="250" y="709"/>
                  </a:lnTo>
                  <a:lnTo>
                    <a:pt x="455" y="709"/>
                  </a:lnTo>
                  <a:lnTo>
                    <a:pt x="455" y="503"/>
                  </a:lnTo>
                  <a:close/>
                </a:path>
              </a:pathLst>
            </a:custGeom>
            <a:solidFill>
              <a:schemeClr val="accent1"/>
            </a:solidFill>
            <a:ln>
              <a:noFill/>
            </a:ln>
          </p:spPr>
          <p:txBody>
            <a:bodyPr vert="horz" wrap="square" lIns="82294" tIns="41148" rIns="82294" bIns="41148" numCol="1" anchor="t" anchorCtr="0" compatLnSpc="1">
              <a:prstTxWarp prst="textNoShape">
                <a:avLst/>
              </a:prstTxWarp>
            </a:bodyPr>
            <a:lstStyle/>
            <a:p>
              <a:pPr defTabSz="914272"/>
              <a:endParaRPr lang="en-US" sz="1600">
                <a:solidFill>
                  <a:srgbClr val="000000"/>
                </a:solidFill>
              </a:endParaRPr>
            </a:p>
          </p:txBody>
        </p:sp>
      </p:grpSp>
      <p:sp>
        <p:nvSpPr>
          <p:cNvPr id="291" name="Content Placeholder 8"/>
          <p:cNvSpPr txBox="1">
            <a:spLocks/>
          </p:cNvSpPr>
          <p:nvPr/>
        </p:nvSpPr>
        <p:spPr>
          <a:xfrm>
            <a:off x="522201" y="3018547"/>
            <a:ext cx="4445650" cy="1364758"/>
          </a:xfrm>
          <a:prstGeom prst="rect">
            <a:avLst/>
          </a:prstGeom>
        </p:spPr>
        <p:txBody>
          <a:bodyPr vert="horz" lIns="0" tIns="0" rIns="0" bIns="0" rtlCol="0">
            <a:noAutofit/>
          </a:bodyPr>
          <a:lstStyle>
            <a:defPPr>
              <a:defRPr lang="en-US"/>
            </a:defPPr>
            <a:lvl1pPr marR="0" indent="0" fontAlgn="auto">
              <a:lnSpc>
                <a:spcPct val="90000"/>
              </a:lnSpc>
              <a:spcBef>
                <a:spcPts val="1200"/>
              </a:spcBef>
              <a:spcAft>
                <a:spcPts val="0"/>
              </a:spcAft>
              <a:buClrTx/>
              <a:buSzPct val="80000"/>
              <a:buFont typeface="Arial" pitchFamily="34" charset="0"/>
              <a:buNone/>
              <a:tabLst/>
              <a:defRPr sz="1600" spc="0" baseline="0">
                <a:solidFill>
                  <a:schemeClr val="bg1"/>
                </a:solidFill>
                <a:cs typeface="Segoe UI" pitchFamily="34" charset="0"/>
              </a:defRPr>
            </a:lvl1pPr>
            <a:lvl2pPr marL="914240" marR="0" indent="-380933" fontAlgn="auto">
              <a:lnSpc>
                <a:spcPct val="90000"/>
              </a:lnSpc>
              <a:spcBef>
                <a:spcPct val="20000"/>
              </a:spcBef>
              <a:spcAft>
                <a:spcPts val="0"/>
              </a:spcAft>
              <a:buClrTx/>
              <a:buSzPct val="90000"/>
              <a:buFont typeface="Wingdings" pitchFamily="2" charset="2"/>
              <a:buChar char=""/>
              <a:tabLst/>
              <a:defRPr sz="2100" spc="0" baseline="0">
                <a:solidFill>
                  <a:schemeClr val="bg2">
                    <a:lumMod val="50000"/>
                  </a:schemeClr>
                </a:solidFill>
                <a:cs typeface="Arial" pitchFamily="34" charset="0"/>
              </a:defRPr>
            </a:lvl2pPr>
            <a:lvl3pPr marL="914240" marR="0" indent="-228560" fontAlgn="auto">
              <a:lnSpc>
                <a:spcPct val="90000"/>
              </a:lnSpc>
              <a:spcBef>
                <a:spcPct val="20000"/>
              </a:spcBef>
              <a:spcAft>
                <a:spcPts val="0"/>
              </a:spcAft>
              <a:buClrTx/>
              <a:buSzPct val="90000"/>
              <a:buFont typeface="Wingdings" pitchFamily="2" charset="2"/>
              <a:buChar char=""/>
              <a:tabLst>
                <a:tab pos="798513" algn="l"/>
              </a:tabLst>
              <a:defRPr sz="1900" spc="0" baseline="0">
                <a:solidFill>
                  <a:schemeClr val="bg2">
                    <a:lumMod val="50000"/>
                  </a:schemeClr>
                </a:solidFill>
                <a:cs typeface="Arial" pitchFamily="34" charset="0"/>
              </a:defRPr>
            </a:lvl3pPr>
            <a:lvl4pPr marL="1218987" marR="0" indent="-228560" fontAlgn="auto">
              <a:lnSpc>
                <a:spcPct val="90000"/>
              </a:lnSpc>
              <a:spcBef>
                <a:spcPct val="20000"/>
              </a:spcBef>
              <a:spcAft>
                <a:spcPts val="0"/>
              </a:spcAft>
              <a:buClrTx/>
              <a:buSzPct val="90000"/>
              <a:buFont typeface="Wingdings" pitchFamily="2" charset="2"/>
              <a:buChar char=""/>
              <a:tabLst/>
              <a:defRPr sz="1600" spc="0" baseline="0">
                <a:solidFill>
                  <a:schemeClr val="bg2">
                    <a:lumMod val="50000"/>
                  </a:schemeClr>
                </a:solidFill>
                <a:cs typeface="Arial" pitchFamily="34" charset="0"/>
              </a:defRPr>
            </a:lvl4pPr>
            <a:lvl5pPr marL="1447547" marR="0" indent="-228560" fontAlgn="auto">
              <a:lnSpc>
                <a:spcPct val="90000"/>
              </a:lnSpc>
              <a:spcBef>
                <a:spcPct val="20000"/>
              </a:spcBef>
              <a:spcAft>
                <a:spcPts val="0"/>
              </a:spcAft>
              <a:buClrTx/>
              <a:buSzPct val="90000"/>
              <a:buFont typeface="Wingdings" pitchFamily="2" charset="2"/>
              <a:buChar char=""/>
              <a:tabLst>
                <a:tab pos="1255713" algn="l"/>
              </a:tabLst>
              <a:defRPr sz="1600" spc="0" baseline="0">
                <a:solidFill>
                  <a:schemeClr val="bg2">
                    <a:lumMod val="50000"/>
                  </a:schemeClr>
                </a:solidFill>
                <a:cs typeface="Arial" pitchFamily="34" charset="0"/>
              </a:defRPr>
            </a:lvl5pPr>
            <a:lvl6pPr marL="2514499" indent="-228591">
              <a:spcBef>
                <a:spcPct val="20000"/>
              </a:spcBef>
              <a:buFont typeface="Arial" pitchFamily="34" charset="0"/>
              <a:buChar char="•"/>
              <a:defRPr sz="2100"/>
            </a:lvl6pPr>
            <a:lvl7pPr marL="2971681" indent="-228591">
              <a:spcBef>
                <a:spcPct val="20000"/>
              </a:spcBef>
              <a:buFont typeface="Arial" pitchFamily="34" charset="0"/>
              <a:buChar char="•"/>
              <a:defRPr sz="2100"/>
            </a:lvl7pPr>
            <a:lvl8pPr marL="3428863" indent="-228591">
              <a:spcBef>
                <a:spcPct val="20000"/>
              </a:spcBef>
              <a:buFont typeface="Arial" pitchFamily="34" charset="0"/>
              <a:buChar char="•"/>
              <a:defRPr sz="2100"/>
            </a:lvl8pPr>
            <a:lvl9pPr marL="3886045" indent="-228591">
              <a:spcBef>
                <a:spcPct val="20000"/>
              </a:spcBef>
              <a:buFont typeface="Arial" pitchFamily="34" charset="0"/>
              <a:buChar char="•"/>
              <a:defRPr sz="2100"/>
            </a:lvl9pPr>
          </a:lstStyle>
          <a:p>
            <a:pPr defTabSz="914272"/>
            <a:r>
              <a:rPr lang="en-US" dirty="0">
                <a:solidFill>
                  <a:srgbClr val="FFFFFF"/>
                </a:solidFill>
              </a:rPr>
              <a:t>Office apps </a:t>
            </a:r>
            <a:r>
              <a:rPr lang="pt-BR" dirty="0">
                <a:solidFill>
                  <a:srgbClr val="FFFFFF"/>
                </a:solidFill>
              </a:rPr>
              <a:t>serão transmitidos pelo Office 365</a:t>
            </a:r>
          </a:p>
          <a:p>
            <a:pPr defTabSz="914272"/>
            <a:r>
              <a:rPr lang="pt-BR" dirty="0">
                <a:solidFill>
                  <a:srgbClr val="FFFFFF"/>
                </a:solidFill>
              </a:rPr>
              <a:t>Executar quase instantaneamente com virtualização de aplicativo e priorização de recurso dinâmico</a:t>
            </a:r>
          </a:p>
          <a:p>
            <a:pPr defTabSz="914272"/>
            <a:r>
              <a:rPr lang="pt-BR" dirty="0">
                <a:solidFill>
                  <a:srgbClr val="FFFFFF"/>
                </a:solidFill>
              </a:rPr>
              <a:t>Problemas de compatibilidade são atenuados com suporte para integração de aplicação local, Office </a:t>
            </a:r>
            <a:r>
              <a:rPr lang="pt-BR" dirty="0" err="1">
                <a:solidFill>
                  <a:srgbClr val="FFFFFF"/>
                </a:solidFill>
              </a:rPr>
              <a:t>Add-ins</a:t>
            </a:r>
            <a:r>
              <a:rPr lang="pt-BR" dirty="0">
                <a:solidFill>
                  <a:srgbClr val="FFFFFF"/>
                </a:solidFill>
              </a:rPr>
              <a:t> &amp; suporte de versão antiga em </a:t>
            </a:r>
            <a:r>
              <a:rPr lang="pt-BR" dirty="0" err="1">
                <a:solidFill>
                  <a:srgbClr val="FFFFFF"/>
                </a:solidFill>
              </a:rPr>
              <a:t>side-by-side</a:t>
            </a:r>
            <a:endParaRPr lang="pt-BR" dirty="0">
              <a:solidFill>
                <a:srgbClr val="FFFFFF"/>
              </a:solidFill>
            </a:endParaRPr>
          </a:p>
          <a:p>
            <a:pPr defTabSz="914272"/>
            <a:r>
              <a:rPr lang="pt-BR" dirty="0">
                <a:solidFill>
                  <a:srgbClr val="FFFFFF"/>
                </a:solidFill>
              </a:rPr>
              <a:t>Controle de atualizações em </a:t>
            </a:r>
            <a:r>
              <a:rPr lang="pt-BR" dirty="0" smtClean="0">
                <a:solidFill>
                  <a:srgbClr val="FFFFFF"/>
                </a:solidFill>
              </a:rPr>
              <a:t>background</a:t>
            </a:r>
            <a:endParaRPr lang="pt-BR" dirty="0">
              <a:solidFill>
                <a:srgbClr val="FFFFFF"/>
              </a:solidFill>
            </a:endParaRPr>
          </a:p>
        </p:txBody>
      </p:sp>
      <p:grpSp>
        <p:nvGrpSpPr>
          <p:cNvPr id="17" name="Group 16"/>
          <p:cNvGrpSpPr/>
          <p:nvPr/>
        </p:nvGrpSpPr>
        <p:grpSpPr>
          <a:xfrm>
            <a:off x="8705763" y="2225778"/>
            <a:ext cx="3329299" cy="488521"/>
            <a:chOff x="8450295" y="2102946"/>
            <a:chExt cx="3329733" cy="488585"/>
          </a:xfrm>
        </p:grpSpPr>
        <p:cxnSp>
          <p:nvCxnSpPr>
            <p:cNvPr id="147" name="Straight Connector 146"/>
            <p:cNvCxnSpPr/>
            <p:nvPr/>
          </p:nvCxnSpPr>
          <p:spPr>
            <a:xfrm flipH="1" flipV="1">
              <a:off x="8450295" y="2346203"/>
              <a:ext cx="1978214" cy="832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43" name="TextBox 4"/>
            <p:cNvSpPr txBox="1"/>
            <p:nvPr/>
          </p:nvSpPr>
          <p:spPr>
            <a:xfrm>
              <a:off x="8792352" y="2102946"/>
              <a:ext cx="2987676" cy="488585"/>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solidFill>
                    <a:srgbClr val="FFFFFF"/>
                  </a:solidFill>
                </a:rPr>
                <a:t>Os</a:t>
              </a:r>
              <a:r>
                <a:rPr lang="en-US" sz="1400" dirty="0">
                  <a:solidFill>
                    <a:srgbClr val="FFFFFF"/>
                  </a:solidFill>
                </a:rPr>
                <a:t> Office apps </a:t>
              </a:r>
              <a:r>
                <a:rPr lang="pt-BR" sz="1400" dirty="0">
                  <a:solidFill>
                    <a:srgbClr val="FFFFFF"/>
                  </a:solidFill>
                </a:rPr>
                <a:t>são transmitidos do Office 365 </a:t>
              </a:r>
              <a:r>
                <a:rPr lang="pt-BR" sz="1400" dirty="0" err="1">
                  <a:solidFill>
                    <a:srgbClr val="FFFFFF"/>
                  </a:solidFill>
                </a:rPr>
                <a:t>priorizadamente</a:t>
              </a:r>
              <a:endParaRPr lang="en-US" sz="1400" dirty="0">
                <a:solidFill>
                  <a:srgbClr val="FFFFFF"/>
                </a:solidFill>
              </a:endParaRPr>
            </a:p>
          </p:txBody>
        </p:sp>
      </p:grpSp>
      <p:pic>
        <p:nvPicPr>
          <p:cNvPr id="150" name="Picture 14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33533" y="7374"/>
            <a:ext cx="3488539" cy="1208425"/>
          </a:xfrm>
          <a:prstGeom prst="rect">
            <a:avLst/>
          </a:prstGeom>
        </p:spPr>
      </p:pic>
      <p:grpSp>
        <p:nvGrpSpPr>
          <p:cNvPr id="16" name="Group 15"/>
          <p:cNvGrpSpPr/>
          <p:nvPr/>
        </p:nvGrpSpPr>
        <p:grpSpPr>
          <a:xfrm>
            <a:off x="7110507" y="5393817"/>
            <a:ext cx="3847036" cy="703937"/>
            <a:chOff x="7111427" y="5312302"/>
            <a:chExt cx="4731335" cy="704029"/>
          </a:xfrm>
        </p:grpSpPr>
        <p:cxnSp>
          <p:nvCxnSpPr>
            <p:cNvPr id="305" name="Straight Connector 304"/>
            <p:cNvCxnSpPr/>
            <p:nvPr/>
          </p:nvCxnSpPr>
          <p:spPr>
            <a:xfrm flipH="1" flipV="1">
              <a:off x="7111427" y="5664316"/>
              <a:ext cx="1978214" cy="832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48" name="TextBox 4"/>
            <p:cNvSpPr txBox="1"/>
            <p:nvPr/>
          </p:nvSpPr>
          <p:spPr>
            <a:xfrm>
              <a:off x="7618094" y="5312302"/>
              <a:ext cx="4224668" cy="704029"/>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a:solidFill>
                    <a:srgbClr val="FFFFFF"/>
                  </a:solidFill>
                </a:rPr>
                <a:t>Office side-by-side </a:t>
              </a:r>
              <a:r>
                <a:rPr lang="pt-BR" sz="1400" dirty="0">
                  <a:solidFill>
                    <a:srgbClr val="FFFFFF"/>
                  </a:solidFill>
                </a:rPr>
                <a:t>significa que você não vai precisar desinstalar versões anteriores do Office para utilizar a nova versão</a:t>
              </a:r>
            </a:p>
          </p:txBody>
        </p:sp>
      </p:grpSp>
    </p:spTree>
    <p:extLst>
      <p:ext uri="{BB962C8B-B14F-4D97-AF65-F5344CB8AC3E}">
        <p14:creationId xmlns:p14="http://schemas.microsoft.com/office/powerpoint/2010/main" val="1580650036"/>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pt-BR" dirty="0"/>
              <a:t>Valor de negócios de </a:t>
            </a:r>
            <a:r>
              <a:rPr lang="pt-BR" dirty="0" smtClean="0"/>
              <a:t>seu Novo Office</a:t>
            </a:r>
            <a:endParaRPr lang="en-US" dirty="0"/>
          </a:p>
        </p:txBody>
      </p:sp>
      <p:sp>
        <p:nvSpPr>
          <p:cNvPr id="25" name="Rectangle 24"/>
          <p:cNvSpPr/>
          <p:nvPr/>
        </p:nvSpPr>
        <p:spPr bwMode="auto">
          <a:xfrm>
            <a:off x="484701" y="4126145"/>
            <a:ext cx="2605701" cy="2559988"/>
          </a:xfrm>
          <a:prstGeom prst="rect">
            <a:avLst/>
          </a:prstGeom>
          <a:no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t" anchorCtr="0" compatLnSpc="1">
            <a:prstTxWarp prst="textNoShape">
              <a:avLst/>
            </a:prstTxWarp>
          </a:bodyPr>
          <a:lstStyle/>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rPr>
              <a:t>Ativar e melhorar a produtividade móvel</a:t>
            </a:r>
          </a:p>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rPr>
              <a:t>Aumentar a retenção dos funcionários</a:t>
            </a:r>
          </a:p>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rPr>
              <a:t>Simplificar e economizar com licenciamento por usuário</a:t>
            </a:r>
            <a:endParaRPr lang="en-US" sz="1600" spc="-70" dirty="0">
              <a:gradFill>
                <a:gsLst>
                  <a:gs pos="100000">
                    <a:srgbClr val="797A7D"/>
                  </a:gs>
                  <a:gs pos="0">
                    <a:srgbClr val="797A7D"/>
                  </a:gs>
                </a:gsLst>
                <a:lin ang="5400000" scaled="0"/>
              </a:gradFill>
            </a:endParaRPr>
          </a:p>
        </p:txBody>
      </p:sp>
      <p:sp>
        <p:nvSpPr>
          <p:cNvPr id="26" name="Rectangle 25"/>
          <p:cNvSpPr/>
          <p:nvPr/>
        </p:nvSpPr>
        <p:spPr bwMode="auto">
          <a:xfrm>
            <a:off x="3353244" y="4126145"/>
            <a:ext cx="2605701" cy="2559988"/>
          </a:xfrm>
          <a:prstGeom prst="rect">
            <a:avLst/>
          </a:prstGeom>
          <a:no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t" anchorCtr="0" compatLnSpc="1">
            <a:prstTxWarp prst="textNoShape">
              <a:avLst/>
            </a:prstTxWarp>
          </a:bodyPr>
          <a:lstStyle/>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rPr>
              <a:t>Permitir novas formas de colaboração com ferramentas sociais, voz e vídeo</a:t>
            </a:r>
          </a:p>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rPr>
              <a:t>Reduzir custos de videoconferência, telefonia e viagens</a:t>
            </a:r>
            <a:endParaRPr lang="en-US" sz="1600" spc="-70" dirty="0">
              <a:gradFill>
                <a:gsLst>
                  <a:gs pos="100000">
                    <a:srgbClr val="797A7D"/>
                  </a:gs>
                  <a:gs pos="0">
                    <a:srgbClr val="797A7D"/>
                  </a:gs>
                </a:gsLst>
                <a:lin ang="5400000" scaled="0"/>
              </a:gradFill>
            </a:endParaRPr>
          </a:p>
        </p:txBody>
      </p:sp>
      <p:sp>
        <p:nvSpPr>
          <p:cNvPr id="27" name="Rectangle 26"/>
          <p:cNvSpPr/>
          <p:nvPr/>
        </p:nvSpPr>
        <p:spPr bwMode="auto">
          <a:xfrm>
            <a:off x="6220098" y="4126145"/>
            <a:ext cx="2487155" cy="2559988"/>
          </a:xfrm>
          <a:prstGeom prst="rect">
            <a:avLst/>
          </a:prstGeom>
          <a:no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t" anchorCtr="0" compatLnSpc="1">
            <a:prstTxWarp prst="textNoShape">
              <a:avLst/>
            </a:prstTxWarp>
          </a:bodyPr>
          <a:lstStyle/>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rPr>
              <a:t>Manter os dados críticos de negócios </a:t>
            </a:r>
            <a:r>
              <a:rPr lang="pt-BR" sz="1600" spc="-70" dirty="0" smtClean="0">
                <a:gradFill>
                  <a:gsLst>
                    <a:gs pos="100000">
                      <a:srgbClr val="797A7D"/>
                    </a:gs>
                    <a:gs pos="0">
                      <a:srgbClr val="797A7D"/>
                    </a:gs>
                  </a:gsLst>
                  <a:lin ang="5400000" scaled="0"/>
                </a:gradFill>
              </a:rPr>
              <a:t>protegidos</a:t>
            </a:r>
            <a:endParaRPr lang="pt-BR" sz="1600" spc="-70" dirty="0">
              <a:gradFill>
                <a:gsLst>
                  <a:gs pos="100000">
                    <a:srgbClr val="797A7D"/>
                  </a:gs>
                  <a:gs pos="0">
                    <a:srgbClr val="797A7D"/>
                  </a:gs>
                </a:gsLst>
                <a:lin ang="5400000" scaled="0"/>
              </a:gradFill>
            </a:endParaRPr>
          </a:p>
        </p:txBody>
      </p:sp>
      <p:sp>
        <p:nvSpPr>
          <p:cNvPr id="28" name="Rectangle 27"/>
          <p:cNvSpPr/>
          <p:nvPr/>
        </p:nvSpPr>
        <p:spPr bwMode="auto">
          <a:xfrm>
            <a:off x="9095187" y="4126145"/>
            <a:ext cx="2605701" cy="2559988"/>
          </a:xfrm>
          <a:prstGeom prst="rect">
            <a:avLst/>
          </a:prstGeom>
          <a:no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4000" tIns="45712" rIns="91424" bIns="91428" numCol="1" rtlCol="0" anchor="t" anchorCtr="0" compatLnSpc="1">
            <a:prstTxWarp prst="textNoShape">
              <a:avLst/>
            </a:prstTxWarp>
          </a:bodyPr>
          <a:lstStyle/>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rPr>
              <a:t>Reduzir custos de implantação e atualizações </a:t>
            </a:r>
            <a:r>
              <a:rPr lang="pt-BR" sz="1600" spc="-70" dirty="0" smtClean="0">
                <a:gradFill>
                  <a:gsLst>
                    <a:gs pos="100000">
                      <a:srgbClr val="797A7D"/>
                    </a:gs>
                    <a:gs pos="0">
                      <a:srgbClr val="797A7D"/>
                    </a:gs>
                  </a:gsLst>
                  <a:lin ang="5400000" scaled="0"/>
                </a:gradFill>
              </a:rPr>
              <a:t>software com </a:t>
            </a:r>
            <a:r>
              <a:rPr lang="pt-BR" sz="1600" spc="-70" dirty="0">
                <a:gradFill>
                  <a:gsLst>
                    <a:gs pos="100000">
                      <a:srgbClr val="797A7D"/>
                    </a:gs>
                    <a:gs pos="0">
                      <a:srgbClr val="797A7D"/>
                    </a:gs>
                  </a:gsLst>
                  <a:lin ang="5400000" scaled="0"/>
                </a:gradFill>
              </a:rPr>
              <a:t>tecnologia de streaming</a:t>
            </a:r>
          </a:p>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rPr>
              <a:t>Acelerar a adoção de serviços on-line</a:t>
            </a:r>
          </a:p>
          <a:p>
            <a:pPr defTabSz="914008" fontAlgn="base">
              <a:lnSpc>
                <a:spcPct val="90000"/>
              </a:lnSpc>
              <a:spcBef>
                <a:spcPct val="0"/>
              </a:spcBef>
              <a:spcAft>
                <a:spcPts val="1200"/>
              </a:spcAft>
            </a:pPr>
            <a:r>
              <a:rPr lang="pt-BR" sz="1600" spc="-70" dirty="0">
                <a:gradFill>
                  <a:gsLst>
                    <a:gs pos="100000">
                      <a:srgbClr val="797A7D"/>
                    </a:gs>
                    <a:gs pos="0">
                      <a:srgbClr val="797A7D"/>
                    </a:gs>
                  </a:gsLst>
                  <a:lin ang="5400000" scaled="0"/>
                </a:gradFill>
              </a:rPr>
              <a:t>Reduzir os custos de operações com ferramentas comuns</a:t>
            </a:r>
          </a:p>
        </p:txBody>
      </p:sp>
      <p:grpSp>
        <p:nvGrpSpPr>
          <p:cNvPr id="2" name="Group 1"/>
          <p:cNvGrpSpPr/>
          <p:nvPr/>
        </p:nvGrpSpPr>
        <p:grpSpPr>
          <a:xfrm>
            <a:off x="493651" y="1334705"/>
            <a:ext cx="2559986" cy="2535949"/>
            <a:chOff x="493714" y="1157156"/>
            <a:chExt cx="2560319" cy="2536279"/>
          </a:xfrm>
        </p:grpSpPr>
        <p:pic>
          <p:nvPicPr>
            <p:cNvPr id="19" name="Picture 18"/>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08"/>
            <a:stretch/>
          </p:blipFill>
          <p:spPr bwMode="auto">
            <a:xfrm>
              <a:off x="493714" y="1157156"/>
              <a:ext cx="2560319" cy="2533381"/>
            </a:xfrm>
            <a:prstGeom prst="rect">
              <a:avLst/>
            </a:prstGeom>
            <a:noFill/>
            <a:ln>
              <a:noFill/>
            </a:ln>
            <a:effectLst/>
            <a:extLst>
              <a:ext uri="{909E8E84-426E-40DD-AFC4-6F175D3DCCD1}">
                <a14:hiddenFill xmlns:a14="http://schemas.microsoft.com/office/drawing/2010/main">
                  <a:solidFill>
                    <a:srgbClr val="FFFFFF"/>
                  </a:solidFill>
                </a14:hiddenFill>
              </a:ext>
            </a:extLst>
          </p:spPr>
        </p:pic>
        <p:sp>
          <p:nvSpPr>
            <p:cNvPr id="23" name="Rectangle 22"/>
            <p:cNvSpPr/>
            <p:nvPr/>
          </p:nvSpPr>
          <p:spPr bwMode="auto">
            <a:xfrm>
              <a:off x="493714" y="2873685"/>
              <a:ext cx="2560319" cy="819750"/>
            </a:xfrm>
            <a:prstGeom prst="rect">
              <a:avLst/>
            </a:prstGeom>
            <a:gradFill flip="none" rotWithShape="1">
              <a:gsLst>
                <a:gs pos="0">
                  <a:schemeClr val="tx1"/>
                </a:gs>
                <a:gs pos="76000">
                  <a:schemeClr val="tx1">
                    <a:alpha val="54000"/>
                  </a:schemeClr>
                </a:gs>
                <a:gs pos="100000">
                  <a:schemeClr val="tx1">
                    <a:tint val="23500"/>
                    <a:satMod val="160000"/>
                    <a:alpha val="0"/>
                  </a:schemeClr>
                </a:gs>
              </a:gsLst>
              <a:lin ang="16200000" scaled="1"/>
              <a:tileRect/>
            </a:gra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24" tIns="45712" rIns="91424" bIns="45712" numCol="1" rtlCol="0" anchor="b" anchorCtr="0" compatLnSpc="1">
              <a:prstTxWarp prst="textNoShape">
                <a:avLst/>
              </a:prstTxWarp>
            </a:bodyPr>
            <a:lstStyle/>
            <a:p>
              <a:pPr defTabSz="914008" fontAlgn="base">
                <a:spcBef>
                  <a:spcPct val="0"/>
                </a:spcBef>
                <a:spcAft>
                  <a:spcPct val="0"/>
                </a:spcAft>
              </a:pPr>
              <a:r>
                <a:rPr lang="en-US" sz="2100" dirty="0" err="1">
                  <a:gradFill>
                    <a:gsLst>
                      <a:gs pos="0">
                        <a:srgbClr val="FFFFFF"/>
                      </a:gs>
                      <a:gs pos="100000">
                        <a:srgbClr val="FFFFFF"/>
                      </a:gs>
                    </a:gsLst>
                    <a:lin ang="5400000" scaled="0"/>
                  </a:gradFill>
                </a:rPr>
                <a:t>Melhor</a:t>
              </a:r>
              <a:r>
                <a:rPr lang="en-US" sz="2100" dirty="0">
                  <a:gradFill>
                    <a:gsLst>
                      <a:gs pos="0">
                        <a:srgbClr val="FFFFFF"/>
                      </a:gs>
                      <a:gs pos="100000">
                        <a:srgbClr val="FFFFFF"/>
                      </a:gs>
                    </a:gsLst>
                    <a:lin ang="5400000" scaled="0"/>
                  </a:gradFill>
                </a:rPr>
                <a:t> </a:t>
              </a:r>
              <a:r>
                <a:rPr lang="en-US" sz="2100" dirty="0" err="1">
                  <a:gradFill>
                    <a:gsLst>
                      <a:gs pos="0">
                        <a:srgbClr val="FFFFFF"/>
                      </a:gs>
                      <a:gs pos="100000">
                        <a:srgbClr val="FFFFFF"/>
                      </a:gs>
                    </a:gsLst>
                    <a:lin ang="5400000" scaled="0"/>
                  </a:gradFill>
                </a:rPr>
                <a:t>experiência</a:t>
              </a:r>
              <a:r>
                <a:rPr lang="en-US" sz="2100" dirty="0">
                  <a:gradFill>
                    <a:gsLst>
                      <a:gs pos="0">
                        <a:srgbClr val="FFFFFF"/>
                      </a:gs>
                      <a:gs pos="100000">
                        <a:srgbClr val="FFFFFF"/>
                      </a:gs>
                    </a:gsLst>
                    <a:lin ang="5400000" scaled="0"/>
                  </a:gradFill>
                </a:rPr>
                <a:t> </a:t>
              </a:r>
              <a:r>
                <a:rPr lang="en-US" sz="2100" dirty="0" err="1">
                  <a:gradFill>
                    <a:gsLst>
                      <a:gs pos="0">
                        <a:srgbClr val="FFFFFF"/>
                      </a:gs>
                      <a:gs pos="100000">
                        <a:srgbClr val="FFFFFF"/>
                      </a:gs>
                    </a:gsLst>
                    <a:lin ang="5400000" scaled="0"/>
                  </a:gradFill>
                </a:rPr>
                <a:t>através</a:t>
              </a:r>
              <a:r>
                <a:rPr lang="en-US" sz="2100" dirty="0">
                  <a:gradFill>
                    <a:gsLst>
                      <a:gs pos="0">
                        <a:srgbClr val="FFFFFF"/>
                      </a:gs>
                      <a:gs pos="100000">
                        <a:srgbClr val="FFFFFF"/>
                      </a:gs>
                    </a:gsLst>
                    <a:lin ang="5400000" scaled="0"/>
                  </a:gradFill>
                </a:rPr>
                <a:t> de </a:t>
              </a:r>
              <a:r>
                <a:rPr lang="en-US" sz="2100" dirty="0" smtClean="0">
                  <a:gradFill>
                    <a:gsLst>
                      <a:gs pos="0">
                        <a:srgbClr val="FFFFFF"/>
                      </a:gs>
                      <a:gs pos="100000">
                        <a:srgbClr val="FFFFFF"/>
                      </a:gs>
                    </a:gsLst>
                    <a:lin ang="5400000" scaled="0"/>
                  </a:gradFill>
                </a:rPr>
                <a:t>devices</a:t>
              </a:r>
              <a:endParaRPr lang="en-US" sz="2100" dirty="0">
                <a:gradFill>
                  <a:gsLst>
                    <a:gs pos="0">
                      <a:srgbClr val="FFFFFF"/>
                    </a:gs>
                    <a:gs pos="100000">
                      <a:srgbClr val="FFFFFF"/>
                    </a:gs>
                  </a:gsLst>
                  <a:lin ang="5400000" scaled="0"/>
                </a:gradFill>
              </a:endParaRPr>
            </a:p>
          </p:txBody>
        </p:sp>
      </p:grpSp>
      <p:grpSp>
        <p:nvGrpSpPr>
          <p:cNvPr id="24" name="Group 23"/>
          <p:cNvGrpSpPr/>
          <p:nvPr/>
        </p:nvGrpSpPr>
        <p:grpSpPr>
          <a:xfrm>
            <a:off x="3350777" y="1312927"/>
            <a:ext cx="2550792" cy="2559988"/>
            <a:chOff x="3347579" y="1156871"/>
            <a:chExt cx="2606040" cy="2560321"/>
          </a:xfrm>
        </p:grpSpPr>
        <p:pic>
          <p:nvPicPr>
            <p:cNvPr id="29" name="Picture 28"/>
            <p:cNvPicPr>
              <a:picLocks/>
            </p:cNvPicPr>
            <p:nvPr/>
          </p:nvPicPr>
          <p:blipFill rotWithShape="1">
            <a:blip r:embed="rId4" cstate="print">
              <a:extLst>
                <a:ext uri="{28A0092B-C50C-407E-A947-70E740481C1C}">
                  <a14:useLocalDpi xmlns:a14="http://schemas.microsoft.com/office/drawing/2010/main" val="0"/>
                </a:ext>
              </a:extLst>
            </a:blip>
            <a:srcRect b="-43"/>
            <a:stretch/>
          </p:blipFill>
          <p:spPr>
            <a:xfrm>
              <a:off x="3347579" y="1156871"/>
              <a:ext cx="2606040" cy="2560320"/>
            </a:xfrm>
            <a:prstGeom prst="rect">
              <a:avLst/>
            </a:prstGeom>
            <a:gradFill flip="none" rotWithShape="1">
              <a:gsLst>
                <a:gs pos="0">
                  <a:schemeClr val="tx1"/>
                </a:gs>
                <a:gs pos="76000">
                  <a:schemeClr val="tx1">
                    <a:alpha val="54000"/>
                  </a:schemeClr>
                </a:gs>
                <a:gs pos="100000">
                  <a:schemeClr val="tx1">
                    <a:tint val="23500"/>
                    <a:satMod val="160000"/>
                    <a:alpha val="0"/>
                  </a:schemeClr>
                </a:gs>
              </a:gsLst>
              <a:lin ang="16200000" scaled="1"/>
              <a:tileRect/>
            </a:gradFill>
            <a:ln>
              <a:noFill/>
              <a:headEnd type="none" w="med" len="med"/>
              <a:tailEnd type="none" w="med" len="med"/>
            </a:ln>
          </p:spPr>
        </p:pic>
        <p:sp>
          <p:nvSpPr>
            <p:cNvPr id="39" name="Rectangle 38"/>
            <p:cNvSpPr/>
            <p:nvPr/>
          </p:nvSpPr>
          <p:spPr bwMode="auto">
            <a:xfrm>
              <a:off x="3347579" y="2897442"/>
              <a:ext cx="2606040" cy="819750"/>
            </a:xfrm>
            <a:prstGeom prst="rect">
              <a:avLst/>
            </a:prstGeom>
            <a:gradFill flip="none" rotWithShape="1">
              <a:gsLst>
                <a:gs pos="0">
                  <a:schemeClr val="tx1"/>
                </a:gs>
                <a:gs pos="76000">
                  <a:schemeClr val="tx1">
                    <a:alpha val="54000"/>
                  </a:schemeClr>
                </a:gs>
                <a:gs pos="100000">
                  <a:schemeClr val="tx1">
                    <a:tint val="23500"/>
                    <a:satMod val="160000"/>
                    <a:alpha val="0"/>
                  </a:schemeClr>
                </a:gs>
              </a:gsLst>
              <a:lin ang="16200000" scaled="1"/>
              <a:tileRect/>
            </a:gra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24" tIns="45712" rIns="91424" bIns="45712" numCol="1" rtlCol="0" anchor="b" anchorCtr="0" compatLnSpc="1">
              <a:prstTxWarp prst="textNoShape">
                <a:avLst/>
              </a:prstTxWarp>
            </a:bodyPr>
            <a:lstStyle/>
            <a:p>
              <a:pPr defTabSz="914008" fontAlgn="base">
                <a:spcBef>
                  <a:spcPct val="0"/>
                </a:spcBef>
                <a:spcAft>
                  <a:spcPct val="0"/>
                </a:spcAft>
              </a:pPr>
              <a:r>
                <a:rPr lang="pt-BR" sz="2100" dirty="0">
                  <a:gradFill>
                    <a:gsLst>
                      <a:gs pos="0">
                        <a:srgbClr val="FFFFFF"/>
                      </a:gs>
                      <a:gs pos="100000">
                        <a:srgbClr val="FFFFFF"/>
                      </a:gs>
                    </a:gsLst>
                    <a:lin ang="5400000" scaled="0"/>
                  </a:gradFill>
                </a:rPr>
                <a:t>Permaneça conectado </a:t>
              </a:r>
              <a:r>
                <a:rPr lang="pt-BR" sz="2100" dirty="0" err="1">
                  <a:gradFill>
                    <a:gsLst>
                      <a:gs pos="0">
                        <a:srgbClr val="FFFFFF"/>
                      </a:gs>
                      <a:gs pos="100000">
                        <a:srgbClr val="FFFFFF"/>
                      </a:gs>
                    </a:gsLst>
                    <a:lin ang="5400000" scaled="0"/>
                  </a:gradFill>
                </a:rPr>
                <a:t>full</a:t>
              </a:r>
              <a:r>
                <a:rPr lang="pt-BR" sz="2100" dirty="0">
                  <a:gradFill>
                    <a:gsLst>
                      <a:gs pos="0">
                        <a:srgbClr val="FFFFFF"/>
                      </a:gs>
                      <a:gs pos="100000">
                        <a:srgbClr val="FFFFFF"/>
                      </a:gs>
                    </a:gsLst>
                    <a:lin ang="5400000" scaled="0"/>
                  </a:gradFill>
                </a:rPr>
                <a:t>-time</a:t>
              </a:r>
            </a:p>
          </p:txBody>
        </p:sp>
      </p:grpSp>
      <p:grpSp>
        <p:nvGrpSpPr>
          <p:cNvPr id="40" name="Group 39"/>
          <p:cNvGrpSpPr/>
          <p:nvPr/>
        </p:nvGrpSpPr>
        <p:grpSpPr>
          <a:xfrm>
            <a:off x="6207905" y="1321660"/>
            <a:ext cx="2559987" cy="2559988"/>
            <a:chOff x="6236625" y="2059080"/>
            <a:chExt cx="2604345" cy="2560321"/>
          </a:xfrm>
        </p:grpSpPr>
        <p:pic>
          <p:nvPicPr>
            <p:cNvPr id="41" name="Picture 2" descr="C:\Users\v-junyo\Documents\Jun_Mesh\Microsoft Files\DesignTools\Brand Photos\Office Brand - No_exp\In the Office\girl computer sit office smile female male blur laptop background.jpg"/>
            <p:cNvPicPr>
              <a:picLocks noChangeAspect="1" noChangeArrowheads="1"/>
            </p:cNvPicPr>
            <p:nvPr/>
          </p:nvPicPr>
          <p:blipFill rotWithShape="1">
            <a:blip r:embed="rId5">
              <a:extLst>
                <a:ext uri="{28A0092B-C50C-407E-A947-70E740481C1C}">
                  <a14:useLocalDpi xmlns:a14="http://schemas.microsoft.com/office/drawing/2010/main" val="0"/>
                </a:ext>
              </a:extLst>
            </a:blip>
            <a:srcRect/>
            <a:stretch/>
          </p:blipFill>
          <p:spPr bwMode="auto">
            <a:xfrm>
              <a:off x="6246019" y="2059080"/>
              <a:ext cx="2594951" cy="2560321"/>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1"/>
            <p:cNvSpPr/>
            <p:nvPr/>
          </p:nvSpPr>
          <p:spPr bwMode="auto">
            <a:xfrm>
              <a:off x="6236625" y="3799651"/>
              <a:ext cx="2604345" cy="819750"/>
            </a:xfrm>
            <a:prstGeom prst="rect">
              <a:avLst/>
            </a:prstGeom>
            <a:gradFill flip="none" rotWithShape="1">
              <a:gsLst>
                <a:gs pos="0">
                  <a:schemeClr val="tx1"/>
                </a:gs>
                <a:gs pos="76000">
                  <a:schemeClr val="tx1">
                    <a:alpha val="25000"/>
                  </a:schemeClr>
                </a:gs>
                <a:gs pos="100000">
                  <a:schemeClr val="tx1">
                    <a:tint val="23500"/>
                    <a:satMod val="160000"/>
                    <a:alpha val="0"/>
                  </a:schemeClr>
                </a:gs>
              </a:gsLst>
              <a:lin ang="16200000" scaled="1"/>
              <a:tileRect/>
            </a:gra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24" tIns="45712" rIns="91424" bIns="45712" numCol="1" rtlCol="0" anchor="b" anchorCtr="0" compatLnSpc="1">
              <a:prstTxWarp prst="textNoShape">
                <a:avLst/>
              </a:prstTxWarp>
            </a:bodyPr>
            <a:lstStyle/>
            <a:p>
              <a:pPr defTabSz="914008" fontAlgn="base">
                <a:spcBef>
                  <a:spcPct val="0"/>
                </a:spcBef>
                <a:spcAft>
                  <a:spcPct val="0"/>
                </a:spcAft>
              </a:pPr>
              <a:r>
                <a:rPr lang="en-US" sz="2100" dirty="0" err="1">
                  <a:gradFill>
                    <a:gsLst>
                      <a:gs pos="0">
                        <a:srgbClr val="FFFFFF"/>
                      </a:gs>
                      <a:gs pos="100000">
                        <a:srgbClr val="FFFFFF"/>
                      </a:gs>
                    </a:gsLst>
                    <a:lin ang="5400000" scaled="0"/>
                  </a:gradFill>
                </a:rPr>
                <a:t>Segurança</a:t>
              </a:r>
              <a:r>
                <a:rPr lang="en-US" sz="2100" dirty="0">
                  <a:gradFill>
                    <a:gsLst>
                      <a:gs pos="0">
                        <a:srgbClr val="FFFFFF"/>
                      </a:gs>
                      <a:gs pos="100000">
                        <a:srgbClr val="FFFFFF"/>
                      </a:gs>
                    </a:gsLst>
                    <a:lin ang="5400000" scaled="0"/>
                  </a:gradFill>
                </a:rPr>
                <a:t> </a:t>
              </a:r>
              <a:r>
                <a:rPr lang="en-US" sz="2100" dirty="0" err="1">
                  <a:gradFill>
                    <a:gsLst>
                      <a:gs pos="0">
                        <a:srgbClr val="FFFFFF"/>
                      </a:gs>
                      <a:gs pos="100000">
                        <a:srgbClr val="FFFFFF"/>
                      </a:gs>
                    </a:gsLst>
                    <a:lin ang="5400000" scaled="0"/>
                  </a:gradFill>
                </a:rPr>
                <a:t>sem</a:t>
              </a:r>
              <a:r>
                <a:rPr lang="en-US" sz="2100" dirty="0">
                  <a:gradFill>
                    <a:gsLst>
                      <a:gs pos="0">
                        <a:srgbClr val="FFFFFF"/>
                      </a:gs>
                      <a:gs pos="100000">
                        <a:srgbClr val="FFFFFF"/>
                      </a:gs>
                    </a:gsLst>
                    <a:lin ang="5400000" scaled="0"/>
                  </a:gradFill>
                </a:rPr>
                <a:t> </a:t>
              </a:r>
              <a:r>
                <a:rPr lang="en-US" sz="2100" dirty="0" err="1">
                  <a:gradFill>
                    <a:gsLst>
                      <a:gs pos="0">
                        <a:srgbClr val="FFFFFF"/>
                      </a:gs>
                      <a:gs pos="100000">
                        <a:srgbClr val="FFFFFF"/>
                      </a:gs>
                    </a:gsLst>
                    <a:lin ang="5400000" scaled="0"/>
                  </a:gradFill>
                </a:rPr>
                <a:t>compromisso</a:t>
              </a:r>
              <a:endParaRPr lang="en-US" sz="2100" dirty="0">
                <a:gradFill>
                  <a:gsLst>
                    <a:gs pos="0">
                      <a:srgbClr val="FFFFFF"/>
                    </a:gs>
                    <a:gs pos="100000">
                      <a:srgbClr val="FFFFFF"/>
                    </a:gs>
                  </a:gsLst>
                  <a:lin ang="5400000" scaled="0"/>
                </a:gradFill>
              </a:endParaRPr>
            </a:p>
          </p:txBody>
        </p:sp>
      </p:grpSp>
      <p:grpSp>
        <p:nvGrpSpPr>
          <p:cNvPr id="43" name="Group 42"/>
          <p:cNvGrpSpPr/>
          <p:nvPr/>
        </p:nvGrpSpPr>
        <p:grpSpPr>
          <a:xfrm>
            <a:off x="9106623" y="1312931"/>
            <a:ext cx="2559987" cy="2559987"/>
            <a:chOff x="9083138" y="1156872"/>
            <a:chExt cx="2619273" cy="2560320"/>
          </a:xfrm>
        </p:grpSpPr>
        <p:pic>
          <p:nvPicPr>
            <p:cNvPr id="44" name="Picture 43"/>
            <p:cNvPicPr>
              <a:picLocks noChangeAspect="1"/>
            </p:cNvPicPr>
            <p:nvPr/>
          </p:nvPicPr>
          <p:blipFill rotWithShape="1">
            <a:blip r:embed="rId6" cstate="print">
              <a:extLst>
                <a:ext uri="{28A0092B-C50C-407E-A947-70E740481C1C}">
                  <a14:useLocalDpi xmlns:a14="http://schemas.microsoft.com/office/drawing/2010/main" val="0"/>
                </a:ext>
              </a:extLst>
            </a:blip>
            <a:srcRect/>
            <a:stretch/>
          </p:blipFill>
          <p:spPr>
            <a:xfrm>
              <a:off x="9083138" y="1156872"/>
              <a:ext cx="2619273" cy="2560320"/>
            </a:xfrm>
            <a:prstGeom prst="rect">
              <a:avLst/>
            </a:prstGeom>
          </p:spPr>
        </p:pic>
        <p:sp>
          <p:nvSpPr>
            <p:cNvPr id="45" name="Rectangle 44"/>
            <p:cNvSpPr/>
            <p:nvPr/>
          </p:nvSpPr>
          <p:spPr bwMode="auto">
            <a:xfrm>
              <a:off x="9088127" y="2897442"/>
              <a:ext cx="2614284" cy="819750"/>
            </a:xfrm>
            <a:prstGeom prst="rect">
              <a:avLst/>
            </a:prstGeom>
            <a:gradFill flip="none" rotWithShape="1">
              <a:gsLst>
                <a:gs pos="0">
                  <a:schemeClr val="tx1"/>
                </a:gs>
                <a:gs pos="76000">
                  <a:schemeClr val="tx1">
                    <a:alpha val="25000"/>
                  </a:schemeClr>
                </a:gs>
                <a:gs pos="100000">
                  <a:schemeClr val="tx1">
                    <a:tint val="23500"/>
                    <a:satMod val="160000"/>
                    <a:alpha val="0"/>
                  </a:schemeClr>
                </a:gs>
              </a:gsLst>
              <a:lin ang="16200000" scaled="1"/>
              <a:tileRect/>
            </a:gra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24" tIns="45712" rIns="91424" bIns="45712" numCol="1" rtlCol="0" anchor="b" anchorCtr="0" compatLnSpc="1">
              <a:prstTxWarp prst="textNoShape">
                <a:avLst/>
              </a:prstTxWarp>
            </a:bodyPr>
            <a:lstStyle/>
            <a:p>
              <a:pPr defTabSz="914008" fontAlgn="base">
                <a:spcBef>
                  <a:spcPct val="0"/>
                </a:spcBef>
                <a:spcAft>
                  <a:spcPct val="0"/>
                </a:spcAft>
              </a:pPr>
              <a:r>
                <a:rPr lang="en-US" sz="2100" dirty="0">
                  <a:gradFill>
                    <a:gsLst>
                      <a:gs pos="0">
                        <a:srgbClr val="FFFFFF"/>
                      </a:gs>
                      <a:gs pos="100000">
                        <a:srgbClr val="FFFFFF"/>
                      </a:gs>
                    </a:gsLst>
                    <a:lin ang="5400000" scaled="0"/>
                  </a:gradFill>
                </a:rPr>
                <a:t>Execute-o da </a:t>
              </a:r>
              <a:r>
                <a:rPr lang="en-US" sz="2100" dirty="0" err="1">
                  <a:gradFill>
                    <a:gsLst>
                      <a:gs pos="0">
                        <a:srgbClr val="FFFFFF"/>
                      </a:gs>
                      <a:gs pos="100000">
                        <a:srgbClr val="FFFFFF"/>
                      </a:gs>
                    </a:gsLst>
                    <a:lin ang="5400000" scaled="0"/>
                  </a:gradFill>
                </a:rPr>
                <a:t>maneira</a:t>
              </a:r>
              <a:r>
                <a:rPr lang="en-US" sz="2100" dirty="0">
                  <a:gradFill>
                    <a:gsLst>
                      <a:gs pos="0">
                        <a:srgbClr val="FFFFFF"/>
                      </a:gs>
                      <a:gs pos="100000">
                        <a:srgbClr val="FFFFFF"/>
                      </a:gs>
                    </a:gsLst>
                    <a:lin ang="5400000" scaled="0"/>
                  </a:gradFill>
                </a:rPr>
                <a:t> </a:t>
              </a:r>
              <a:r>
                <a:rPr lang="en-US" sz="2100" dirty="0" err="1">
                  <a:gradFill>
                    <a:gsLst>
                      <a:gs pos="0">
                        <a:srgbClr val="FFFFFF"/>
                      </a:gs>
                      <a:gs pos="100000">
                        <a:srgbClr val="FFFFFF"/>
                      </a:gs>
                    </a:gsLst>
                    <a:lin ang="5400000" scaled="0"/>
                  </a:gradFill>
                </a:rPr>
                <a:t>que</a:t>
              </a:r>
              <a:r>
                <a:rPr lang="en-US" sz="2100" dirty="0">
                  <a:gradFill>
                    <a:gsLst>
                      <a:gs pos="0">
                        <a:srgbClr val="FFFFFF"/>
                      </a:gs>
                      <a:gs pos="100000">
                        <a:srgbClr val="FFFFFF"/>
                      </a:gs>
                    </a:gsLst>
                    <a:lin ang="5400000" scaled="0"/>
                  </a:gradFill>
                </a:rPr>
                <a:t> </a:t>
              </a:r>
              <a:r>
                <a:rPr lang="en-US" sz="2100" dirty="0" err="1">
                  <a:gradFill>
                    <a:gsLst>
                      <a:gs pos="0">
                        <a:srgbClr val="FFFFFF"/>
                      </a:gs>
                      <a:gs pos="100000">
                        <a:srgbClr val="FFFFFF"/>
                      </a:gs>
                    </a:gsLst>
                    <a:lin ang="5400000" scaled="0"/>
                  </a:gradFill>
                </a:rPr>
                <a:t>quiser</a:t>
              </a:r>
              <a:endParaRPr lang="en-US" sz="2100" dirty="0">
                <a:gradFill>
                  <a:gsLst>
                    <a:gs pos="0">
                      <a:srgbClr val="FFFFFF"/>
                    </a:gs>
                    <a:gs pos="100000">
                      <a:srgbClr val="FFFFFF"/>
                    </a:gs>
                  </a:gsLst>
                  <a:lin ang="5400000" scaled="0"/>
                </a:gradFill>
              </a:endParaRPr>
            </a:p>
          </p:txBody>
        </p:sp>
      </p:grpSp>
    </p:spTree>
    <p:extLst>
      <p:ext uri="{BB962C8B-B14F-4D97-AF65-F5344CB8AC3E}">
        <p14:creationId xmlns:p14="http://schemas.microsoft.com/office/powerpoint/2010/main" val="158494628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520636" y="1529819"/>
            <a:ext cx="3740848" cy="1178289"/>
          </a:xfrm>
        </p:spPr>
        <p:txBody>
          <a:bodyPr/>
          <a:lstStyle/>
          <a:p>
            <a:r>
              <a:rPr lang="en-US" dirty="0" smtClean="0"/>
              <a:t>Excel </a:t>
            </a:r>
            <a:r>
              <a:rPr lang="en-US" dirty="0"/>
              <a:t>f</a:t>
            </a:r>
            <a:r>
              <a:rPr lang="en-US" dirty="0" smtClean="0"/>
              <a:t>lash fill</a:t>
            </a:r>
            <a:endParaRPr lang="en-US" dirty="0"/>
          </a:p>
        </p:txBody>
      </p:sp>
      <p:sp>
        <p:nvSpPr>
          <p:cNvPr id="6" name="Content Placeholder 5"/>
          <p:cNvSpPr>
            <a:spLocks noGrp="1"/>
          </p:cNvSpPr>
          <p:nvPr>
            <p:ph sz="quarter" idx="13"/>
          </p:nvPr>
        </p:nvSpPr>
        <p:spPr>
          <a:xfrm>
            <a:off x="520633" y="2816831"/>
            <a:ext cx="3748168" cy="609319"/>
          </a:xfrm>
        </p:spPr>
        <p:txBody>
          <a:bodyPr/>
          <a:lstStyle/>
          <a:p>
            <a:r>
              <a:rPr lang="pt-BR" sz="1600" dirty="0"/>
              <a:t>O Excel reconhece padrões de preenchimento automático</a:t>
            </a:r>
          </a:p>
          <a:p>
            <a:r>
              <a:rPr lang="pt-BR" sz="1600" dirty="0"/>
              <a:t>Não há necessidade de usar fórmulas ou macros</a:t>
            </a:r>
          </a:p>
          <a:p>
            <a:endParaRPr lang="en-US" sz="1600" dirty="0"/>
          </a:p>
          <a:p>
            <a:endParaRPr lang="en-US" sz="1600"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43177" y="82203"/>
            <a:ext cx="7824722" cy="6857107"/>
          </a:xfrm>
          <a:prstGeom prst="rect">
            <a:avLst/>
          </a:prstGeom>
        </p:spPr>
      </p:pic>
      <p:grpSp>
        <p:nvGrpSpPr>
          <p:cNvPr id="7" name="Group 6"/>
          <p:cNvGrpSpPr/>
          <p:nvPr/>
        </p:nvGrpSpPr>
        <p:grpSpPr>
          <a:xfrm>
            <a:off x="9851839" y="3156877"/>
            <a:ext cx="2335400" cy="703938"/>
            <a:chOff x="8450295" y="2147139"/>
            <a:chExt cx="3329733" cy="400200"/>
          </a:xfrm>
        </p:grpSpPr>
        <p:cxnSp>
          <p:nvCxnSpPr>
            <p:cNvPr id="8" name="Straight Connector 7"/>
            <p:cNvCxnSpPr/>
            <p:nvPr/>
          </p:nvCxnSpPr>
          <p:spPr>
            <a:xfrm flipH="1" flipV="1">
              <a:off x="8450295" y="2346203"/>
              <a:ext cx="1978214" cy="832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9" name="TextBox 4"/>
            <p:cNvSpPr txBox="1"/>
            <p:nvPr/>
          </p:nvSpPr>
          <p:spPr>
            <a:xfrm>
              <a:off x="8792352" y="2147139"/>
              <a:ext cx="2987676" cy="400200"/>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pt-BR" sz="1400" dirty="0">
                  <a:solidFill>
                    <a:srgbClr val="FFFFFF"/>
                  </a:solidFill>
                </a:rPr>
                <a:t>Padrão da lista reconhecido automaticamente</a:t>
              </a:r>
            </a:p>
          </p:txBody>
        </p:sp>
      </p:grpSp>
    </p:spTree>
    <p:extLst>
      <p:ext uri="{BB962C8B-B14F-4D97-AF65-F5344CB8AC3E}">
        <p14:creationId xmlns:p14="http://schemas.microsoft.com/office/powerpoint/2010/main" val="37613621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520637" y="1529819"/>
            <a:ext cx="3366936" cy="1178289"/>
          </a:xfrm>
        </p:spPr>
        <p:txBody>
          <a:bodyPr/>
          <a:lstStyle/>
          <a:p>
            <a:r>
              <a:rPr lang="en-US" dirty="0" err="1" smtClean="0"/>
              <a:t>Gráficos</a:t>
            </a:r>
            <a:r>
              <a:rPr lang="en-US" dirty="0" smtClean="0"/>
              <a:t> </a:t>
            </a:r>
            <a:r>
              <a:rPr lang="en-US" dirty="0" err="1" smtClean="0"/>
              <a:t>recomendados</a:t>
            </a:r>
            <a:endParaRPr lang="en-US" dirty="0"/>
          </a:p>
        </p:txBody>
      </p:sp>
      <p:sp>
        <p:nvSpPr>
          <p:cNvPr id="6" name="Content Placeholder 5"/>
          <p:cNvSpPr>
            <a:spLocks noGrp="1"/>
          </p:cNvSpPr>
          <p:nvPr>
            <p:ph sz="quarter" idx="13"/>
          </p:nvPr>
        </p:nvSpPr>
        <p:spPr>
          <a:xfrm>
            <a:off x="520633" y="2816831"/>
            <a:ext cx="3373525" cy="609319"/>
          </a:xfrm>
        </p:spPr>
        <p:txBody>
          <a:bodyPr/>
          <a:lstStyle/>
          <a:p>
            <a:r>
              <a:rPr lang="pt-BR" sz="1600" dirty="0"/>
              <a:t>O Excel recomenda gráficos mais adequados com base em padrões em seus dados</a:t>
            </a:r>
          </a:p>
          <a:p>
            <a:r>
              <a:rPr lang="pt-BR" sz="1600" dirty="0"/>
              <a:t>Dê uma olhada nos diferentes gráficos recomendados e escolha aquele que funciona</a:t>
            </a:r>
          </a:p>
          <a:p>
            <a:r>
              <a:rPr lang="en-US" sz="1600" dirty="0" err="1"/>
              <a:t>Verifique</a:t>
            </a:r>
            <a:r>
              <a:rPr lang="en-US" sz="1600" dirty="0"/>
              <a:t> </a:t>
            </a:r>
            <a:r>
              <a:rPr lang="en-US" sz="1600" dirty="0" err="1"/>
              <a:t>também</a:t>
            </a:r>
            <a:r>
              <a:rPr lang="en-US" sz="1600" dirty="0"/>
              <a:t> as </a:t>
            </a:r>
            <a:r>
              <a:rPr lang="en-US" sz="1600" dirty="0" err="1"/>
              <a:t>recomendações</a:t>
            </a:r>
            <a:r>
              <a:rPr lang="en-US" sz="1600" dirty="0"/>
              <a:t> de </a:t>
            </a:r>
            <a:r>
              <a:rPr lang="en-US" sz="1600" dirty="0" err="1"/>
              <a:t>tabelas</a:t>
            </a:r>
            <a:r>
              <a:rPr lang="en-US" sz="1600" dirty="0"/>
              <a:t> </a:t>
            </a:r>
            <a:r>
              <a:rPr lang="en-US" sz="1600" dirty="0" err="1"/>
              <a:t>dinâmicas</a:t>
            </a:r>
            <a:endParaRPr lang="en-US" sz="1600" dirty="0"/>
          </a:p>
          <a:p>
            <a:endParaRPr lang="en-US" sz="16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7465" y="655225"/>
            <a:ext cx="9857005" cy="5541859"/>
          </a:xfrm>
          <a:prstGeom prst="rect">
            <a:avLst/>
          </a:prstGeom>
        </p:spPr>
      </p:pic>
      <p:grpSp>
        <p:nvGrpSpPr>
          <p:cNvPr id="7" name="Group 6"/>
          <p:cNvGrpSpPr/>
          <p:nvPr/>
        </p:nvGrpSpPr>
        <p:grpSpPr>
          <a:xfrm>
            <a:off x="4590139" y="3563842"/>
            <a:ext cx="2273161" cy="1140059"/>
            <a:chOff x="8116093" y="1899197"/>
            <a:chExt cx="3240995" cy="648142"/>
          </a:xfrm>
        </p:grpSpPr>
        <p:cxnSp>
          <p:nvCxnSpPr>
            <p:cNvPr id="8" name="Straight Connector 7"/>
            <p:cNvCxnSpPr/>
            <p:nvPr/>
          </p:nvCxnSpPr>
          <p:spPr>
            <a:xfrm flipV="1">
              <a:off x="9718355" y="1899197"/>
              <a:ext cx="469" cy="44804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9" name="TextBox 4"/>
            <p:cNvSpPr txBox="1"/>
            <p:nvPr/>
          </p:nvSpPr>
          <p:spPr>
            <a:xfrm>
              <a:off x="8116093" y="2147139"/>
              <a:ext cx="3240995" cy="400200"/>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solidFill>
                    <a:srgbClr val="FFFFFF"/>
                  </a:solidFill>
                </a:rPr>
                <a:t>Gráficos</a:t>
              </a:r>
              <a:r>
                <a:rPr lang="en-US" sz="1400" dirty="0">
                  <a:solidFill>
                    <a:srgbClr val="FFFFFF"/>
                  </a:solidFill>
                </a:rPr>
                <a:t> </a:t>
              </a:r>
              <a:r>
                <a:rPr lang="en-US" sz="1400" dirty="0" err="1">
                  <a:solidFill>
                    <a:srgbClr val="FFFFFF"/>
                  </a:solidFill>
                </a:rPr>
                <a:t>Recomendados</a:t>
              </a:r>
              <a:r>
                <a:rPr lang="en-US" sz="1400" dirty="0">
                  <a:solidFill>
                    <a:srgbClr val="FFFFFF"/>
                  </a:solidFill>
                </a:rPr>
                <a:t> </a:t>
              </a:r>
              <a:r>
                <a:rPr lang="pt-BR" sz="1400" dirty="0">
                  <a:solidFill>
                    <a:srgbClr val="FFFFFF"/>
                  </a:solidFill>
                </a:rPr>
                <a:t>com base nos dados selecionados</a:t>
              </a:r>
            </a:p>
          </p:txBody>
        </p:sp>
      </p:gr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3308" y="6260018"/>
            <a:ext cx="2012992" cy="513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60314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20637" y="1529819"/>
            <a:ext cx="2577541" cy="1178289"/>
          </a:xfrm>
        </p:spPr>
        <p:txBody>
          <a:bodyPr/>
          <a:lstStyle/>
          <a:p>
            <a:r>
              <a:rPr lang="en-US" dirty="0" smtClean="0"/>
              <a:t>Power View</a:t>
            </a:r>
            <a:endParaRPr lang="en-US" dirty="0"/>
          </a:p>
        </p:txBody>
      </p:sp>
      <p:sp>
        <p:nvSpPr>
          <p:cNvPr id="8" name="Content Placeholder 7"/>
          <p:cNvSpPr>
            <a:spLocks noGrp="1"/>
          </p:cNvSpPr>
          <p:nvPr>
            <p:ph sz="quarter" idx="13"/>
          </p:nvPr>
        </p:nvSpPr>
        <p:spPr>
          <a:xfrm>
            <a:off x="520636" y="2816831"/>
            <a:ext cx="2582585" cy="609319"/>
          </a:xfrm>
        </p:spPr>
        <p:txBody>
          <a:bodyPr/>
          <a:lstStyle/>
          <a:p>
            <a:r>
              <a:rPr lang="pt-BR" sz="1600" dirty="0"/>
              <a:t>Compile dados, tabelas e gráficos em uma única exibição</a:t>
            </a:r>
          </a:p>
          <a:p>
            <a:r>
              <a:rPr lang="pt-BR" sz="1600" dirty="0"/>
              <a:t>Apresentação, visualização e exploração de dados altamente interativos</a:t>
            </a:r>
          </a:p>
          <a:p>
            <a:r>
              <a:rPr lang="pt-BR" sz="1600" dirty="0"/>
              <a:t>Construído para todos os níveis de habilidades</a:t>
            </a:r>
            <a:endParaRPr lang="en-US" sz="1600" dirty="0">
              <a:solidFill>
                <a:srgbClr val="FFFFFF"/>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8178" y="714441"/>
            <a:ext cx="9782879" cy="5500184"/>
          </a:xfrm>
          <a:prstGeom prst="rect">
            <a:avLst/>
          </a:prstGeom>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3308" y="6260018"/>
            <a:ext cx="2012992" cy="513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1384362"/>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520637" y="1529819"/>
            <a:ext cx="3054681" cy="1178289"/>
          </a:xfrm>
        </p:spPr>
        <p:txBody>
          <a:bodyPr/>
          <a:lstStyle/>
          <a:p>
            <a:r>
              <a:rPr lang="en-US" dirty="0" err="1" smtClean="0"/>
              <a:t>Edição</a:t>
            </a:r>
            <a:r>
              <a:rPr lang="en-US" dirty="0" smtClean="0"/>
              <a:t> de PDF</a:t>
            </a:r>
            <a:endParaRPr lang="en-US" dirty="0"/>
          </a:p>
        </p:txBody>
      </p:sp>
      <p:sp>
        <p:nvSpPr>
          <p:cNvPr id="7" name="Content Placeholder 6"/>
          <p:cNvSpPr>
            <a:spLocks noGrp="1"/>
          </p:cNvSpPr>
          <p:nvPr>
            <p:ph sz="quarter" idx="13"/>
          </p:nvPr>
        </p:nvSpPr>
        <p:spPr>
          <a:xfrm>
            <a:off x="520633" y="2816831"/>
            <a:ext cx="3054682" cy="609319"/>
          </a:xfrm>
        </p:spPr>
        <p:txBody>
          <a:bodyPr/>
          <a:lstStyle/>
          <a:p>
            <a:r>
              <a:rPr lang="pt-BR" sz="1600" dirty="0"/>
              <a:t>Permita que os usuários do Word usem conteúdos diretamente de arquivos </a:t>
            </a:r>
            <a:r>
              <a:rPr lang="pt-BR" sz="1600" dirty="0" err="1"/>
              <a:t>Adobe®PDF</a:t>
            </a:r>
            <a:endParaRPr lang="pt-BR" sz="1600" dirty="0"/>
          </a:p>
          <a:p>
            <a:r>
              <a:rPr lang="pt-BR" sz="1600" dirty="0"/>
              <a:t>Torne o PDF dinâmico, tais como parágrafos, listas e tabelas</a:t>
            </a:r>
          </a:p>
          <a:p>
            <a:r>
              <a:rPr lang="pt-BR" sz="1600" dirty="0"/>
              <a:t>Atue como em documentos familiares do Word</a:t>
            </a:r>
          </a:p>
          <a:p>
            <a:endParaRPr lang="en-US" sz="1600" dirty="0"/>
          </a:p>
          <a:p>
            <a:endParaRPr lang="en-US" sz="16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4587" y="832881"/>
            <a:ext cx="9211521" cy="5186546"/>
          </a:xfrm>
          <a:prstGeom prst="rect">
            <a:avLst/>
          </a:prstGeom>
          <a:ln>
            <a:solidFill>
              <a:schemeClr val="bg2"/>
            </a:solidFill>
          </a:ln>
        </p:spPr>
      </p:pic>
      <p:grpSp>
        <p:nvGrpSpPr>
          <p:cNvPr id="8" name="Group 7"/>
          <p:cNvGrpSpPr/>
          <p:nvPr/>
        </p:nvGrpSpPr>
        <p:grpSpPr>
          <a:xfrm>
            <a:off x="6338768" y="203862"/>
            <a:ext cx="1514438" cy="1046218"/>
            <a:chOff x="8617349" y="2107489"/>
            <a:chExt cx="2159233" cy="594789"/>
          </a:xfrm>
        </p:grpSpPr>
        <p:cxnSp>
          <p:nvCxnSpPr>
            <p:cNvPr id="9" name="Straight Connector 8"/>
            <p:cNvCxnSpPr/>
            <p:nvPr/>
          </p:nvCxnSpPr>
          <p:spPr>
            <a:xfrm>
              <a:off x="9718355" y="2254237"/>
              <a:ext cx="469" cy="44804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0" name="TextBox 4"/>
            <p:cNvSpPr txBox="1"/>
            <p:nvPr/>
          </p:nvSpPr>
          <p:spPr>
            <a:xfrm>
              <a:off x="8617349" y="2107489"/>
              <a:ext cx="2159233" cy="277731"/>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solidFill>
                    <a:srgbClr val="FFFFFF"/>
                  </a:solidFill>
                </a:rPr>
                <a:t>Documento</a:t>
              </a:r>
              <a:r>
                <a:rPr lang="en-US" sz="1400" dirty="0">
                  <a:solidFill>
                    <a:srgbClr val="FFFFFF"/>
                  </a:solidFill>
                </a:rPr>
                <a:t> </a:t>
              </a:r>
              <a:r>
                <a:rPr lang="en-US" sz="1400" dirty="0" err="1">
                  <a:solidFill>
                    <a:srgbClr val="FFFFFF"/>
                  </a:solidFill>
                </a:rPr>
                <a:t>fonte</a:t>
              </a:r>
              <a:r>
                <a:rPr lang="en-US" sz="1400" dirty="0">
                  <a:solidFill>
                    <a:srgbClr val="FFFFFF"/>
                  </a:solidFill>
                </a:rPr>
                <a:t> em PDF</a:t>
              </a:r>
            </a:p>
          </p:txBody>
        </p:sp>
      </p:grpSp>
      <p:grpSp>
        <p:nvGrpSpPr>
          <p:cNvPr id="11" name="Group 10"/>
          <p:cNvGrpSpPr/>
          <p:nvPr/>
        </p:nvGrpSpPr>
        <p:grpSpPr>
          <a:xfrm>
            <a:off x="10250252" y="1193629"/>
            <a:ext cx="1964696" cy="952536"/>
            <a:chOff x="8322908" y="2107491"/>
            <a:chExt cx="2801196" cy="541531"/>
          </a:xfrm>
        </p:grpSpPr>
        <p:cxnSp>
          <p:nvCxnSpPr>
            <p:cNvPr id="12" name="Straight Connector 11"/>
            <p:cNvCxnSpPr/>
            <p:nvPr/>
          </p:nvCxnSpPr>
          <p:spPr>
            <a:xfrm>
              <a:off x="9718355" y="2200981"/>
              <a:ext cx="469" cy="44804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3" name="TextBox 4"/>
            <p:cNvSpPr txBox="1"/>
            <p:nvPr/>
          </p:nvSpPr>
          <p:spPr>
            <a:xfrm>
              <a:off x="8322908" y="2107491"/>
              <a:ext cx="2801196" cy="277732"/>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solidFill>
                    <a:srgbClr val="FFFFFF"/>
                  </a:solidFill>
                </a:rPr>
                <a:t>Arquivo</a:t>
              </a:r>
              <a:r>
                <a:rPr lang="en-US" sz="1400" dirty="0">
                  <a:solidFill>
                    <a:srgbClr val="FFFFFF"/>
                  </a:solidFill>
                </a:rPr>
                <a:t> PDF </a:t>
              </a:r>
              <a:r>
                <a:rPr lang="en-US" sz="1400" dirty="0" err="1">
                  <a:solidFill>
                    <a:srgbClr val="FFFFFF"/>
                  </a:solidFill>
                </a:rPr>
                <a:t>convertido</a:t>
              </a:r>
              <a:r>
                <a:rPr lang="en-US" sz="1400" dirty="0">
                  <a:solidFill>
                    <a:srgbClr val="FFFFFF"/>
                  </a:solidFill>
                </a:rPr>
                <a:t> para .DOCX</a:t>
              </a:r>
            </a:p>
          </p:txBody>
        </p:sp>
      </p:grpSp>
      <p:grpSp>
        <p:nvGrpSpPr>
          <p:cNvPr id="14" name="Group 13"/>
          <p:cNvGrpSpPr/>
          <p:nvPr/>
        </p:nvGrpSpPr>
        <p:grpSpPr>
          <a:xfrm>
            <a:off x="7509507" y="3950418"/>
            <a:ext cx="1877972" cy="854898"/>
            <a:chOff x="8377529" y="1899197"/>
            <a:chExt cx="2677549" cy="486023"/>
          </a:xfrm>
        </p:grpSpPr>
        <p:cxnSp>
          <p:nvCxnSpPr>
            <p:cNvPr id="15" name="Straight Connector 14"/>
            <p:cNvCxnSpPr/>
            <p:nvPr/>
          </p:nvCxnSpPr>
          <p:spPr>
            <a:xfrm flipV="1">
              <a:off x="9718355" y="1899197"/>
              <a:ext cx="469" cy="448041"/>
            </a:xfrm>
            <a:prstGeom prst="line">
              <a:avLst/>
            </a:prstGeom>
            <a:ln w="254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6" name="TextBox 4"/>
            <p:cNvSpPr txBox="1"/>
            <p:nvPr/>
          </p:nvSpPr>
          <p:spPr>
            <a:xfrm>
              <a:off x="8377529" y="2107488"/>
              <a:ext cx="2677549" cy="277732"/>
            </a:xfrm>
            <a:prstGeom prst="rect">
              <a:avLst/>
            </a:prstGeom>
            <a:solidFill>
              <a:schemeClr val="tx2"/>
            </a:solidFill>
            <a:ln w="3175">
              <a:solidFill>
                <a:schemeClr val="bg1"/>
              </a:solidFill>
              <a:prstDash val="solid"/>
              <a:miter lim="800000"/>
            </a:ln>
            <a:effectLst/>
          </p:spPr>
          <p:txBody>
            <a:bodyPr wrap="square" lIns="57132" tIns="28566" rIns="91412" bIns="28566" rtlCol="0" anchor="ctr" anchorCtr="0">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lvl="1" algn="ctr"/>
              <a:r>
                <a:rPr lang="en-US" sz="1400" dirty="0" err="1">
                  <a:solidFill>
                    <a:srgbClr val="FFFFFF"/>
                  </a:solidFill>
                </a:rPr>
                <a:t>Abra</a:t>
              </a:r>
              <a:r>
                <a:rPr lang="en-US" sz="1400" dirty="0">
                  <a:solidFill>
                    <a:srgbClr val="FFFFFF"/>
                  </a:solidFill>
                </a:rPr>
                <a:t> </a:t>
              </a:r>
              <a:r>
                <a:rPr lang="en-US" sz="1400" dirty="0" err="1">
                  <a:solidFill>
                    <a:srgbClr val="FFFFFF"/>
                  </a:solidFill>
                </a:rPr>
                <a:t>arquivos</a:t>
              </a:r>
              <a:r>
                <a:rPr lang="en-US" sz="1400" dirty="0">
                  <a:solidFill>
                    <a:srgbClr val="FFFFFF"/>
                  </a:solidFill>
                </a:rPr>
                <a:t> PDF </a:t>
              </a:r>
              <a:r>
                <a:rPr lang="en-US" sz="1400" dirty="0" err="1">
                  <a:solidFill>
                    <a:srgbClr val="FFFFFF"/>
                  </a:solidFill>
                </a:rPr>
                <a:t>diretamente</a:t>
              </a:r>
              <a:r>
                <a:rPr lang="en-US" sz="1400" dirty="0">
                  <a:solidFill>
                    <a:srgbClr val="FFFFFF"/>
                  </a:solidFill>
                </a:rPr>
                <a:t> do Word</a:t>
              </a:r>
            </a:p>
          </p:txBody>
        </p:sp>
      </p:grpSp>
      <p:pic>
        <p:nvPicPr>
          <p:cNvPr id="1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73308" y="6260018"/>
            <a:ext cx="2012992" cy="513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382395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T_TILE" val="YES"/>
</p:tagLst>
</file>

<file path=ppt/theme/theme1.xml><?xml version="1.0" encoding="utf-8"?>
<a:theme xmlns:a="http://schemas.openxmlformats.org/drawingml/2006/main" name="5-30055_Exchange Template 2012 - 16x9 - White Background">
  <a:themeElements>
    <a:clrScheme name="Exchange-Lync-SharePoint_Template_2012_Light">
      <a:dk1>
        <a:srgbClr val="000000"/>
      </a:dk1>
      <a:lt1>
        <a:srgbClr val="FFFFFF"/>
      </a:lt1>
      <a:dk2>
        <a:srgbClr val="0072C6"/>
      </a:dk2>
      <a:lt2>
        <a:srgbClr val="797A7D"/>
      </a:lt2>
      <a:accent1>
        <a:srgbClr val="0072C6"/>
      </a:accent1>
      <a:accent2>
        <a:srgbClr val="EB3C00"/>
      </a:accent2>
      <a:accent3>
        <a:srgbClr val="FFB900"/>
      </a:accent3>
      <a:accent4>
        <a:srgbClr val="505050"/>
      </a:accent4>
      <a:accent5>
        <a:srgbClr val="969696"/>
      </a:accent5>
      <a:accent6>
        <a:srgbClr val="D2D2D2"/>
      </a:accent6>
      <a:hlink>
        <a:srgbClr val="43AFFF"/>
      </a:hlink>
      <a:folHlink>
        <a:srgbClr val="0072C6"/>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theme>
</file>

<file path=ppt/theme/theme2.xml><?xml version="1.0" encoding="utf-8"?>
<a:theme xmlns:a="http://schemas.openxmlformats.org/drawingml/2006/main" name="1_5-30055_Exchange Template 2012 - 16x9 - White Background">
  <a:themeElements>
    <a:clrScheme name="Exchange-Lync-SharePoint_Template_2012_Light">
      <a:dk1>
        <a:srgbClr val="000000"/>
      </a:dk1>
      <a:lt1>
        <a:srgbClr val="FFFFFF"/>
      </a:lt1>
      <a:dk2>
        <a:srgbClr val="0072C6"/>
      </a:dk2>
      <a:lt2>
        <a:srgbClr val="797A7D"/>
      </a:lt2>
      <a:accent1>
        <a:srgbClr val="0072C6"/>
      </a:accent1>
      <a:accent2>
        <a:srgbClr val="EB3C00"/>
      </a:accent2>
      <a:accent3>
        <a:srgbClr val="FFB900"/>
      </a:accent3>
      <a:accent4>
        <a:srgbClr val="505050"/>
      </a:accent4>
      <a:accent5>
        <a:srgbClr val="969696"/>
      </a:accent5>
      <a:accent6>
        <a:srgbClr val="D2D2D2"/>
      </a:accent6>
      <a:hlink>
        <a:srgbClr val="43AFFF"/>
      </a:hlink>
      <a:folHlink>
        <a:srgbClr val="0072C6"/>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theme>
</file>

<file path=ppt/theme/theme3.xml><?xml version="1.0" encoding="utf-8"?>
<a:theme xmlns:a="http://schemas.openxmlformats.org/drawingml/2006/main" name="2_5-30055_Exchange Template 2012 - 16x9 - White Background">
  <a:themeElements>
    <a:clrScheme name="Exchange-Lync-SharePoint_Template_2012_Light">
      <a:dk1>
        <a:srgbClr val="000000"/>
      </a:dk1>
      <a:lt1>
        <a:srgbClr val="FFFFFF"/>
      </a:lt1>
      <a:dk2>
        <a:srgbClr val="0072C6"/>
      </a:dk2>
      <a:lt2>
        <a:srgbClr val="797A7D"/>
      </a:lt2>
      <a:accent1>
        <a:srgbClr val="0072C6"/>
      </a:accent1>
      <a:accent2>
        <a:srgbClr val="EB3C00"/>
      </a:accent2>
      <a:accent3>
        <a:srgbClr val="FFB900"/>
      </a:accent3>
      <a:accent4>
        <a:srgbClr val="505050"/>
      </a:accent4>
      <a:accent5>
        <a:srgbClr val="969696"/>
      </a:accent5>
      <a:accent6>
        <a:srgbClr val="D2D2D2"/>
      </a:accent6>
      <a:hlink>
        <a:srgbClr val="43AFFF"/>
      </a:hlink>
      <a:folHlink>
        <a:srgbClr val="0072C6"/>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theme>
</file>

<file path=ppt/theme/theme4.xml><?xml version="1.0" encoding="utf-8"?>
<a:theme xmlns:a="http://schemas.openxmlformats.org/drawingml/2006/main" name="3_5-30055_Exchange Template 2012 - 16x9 - White Background">
  <a:themeElements>
    <a:clrScheme name="Exchange-Lync-SharePoint_Template_2012_Light">
      <a:dk1>
        <a:srgbClr val="000000"/>
      </a:dk1>
      <a:lt1>
        <a:srgbClr val="FFFFFF"/>
      </a:lt1>
      <a:dk2>
        <a:srgbClr val="0072C6"/>
      </a:dk2>
      <a:lt2>
        <a:srgbClr val="797A7D"/>
      </a:lt2>
      <a:accent1>
        <a:srgbClr val="0072C6"/>
      </a:accent1>
      <a:accent2>
        <a:srgbClr val="EB3C00"/>
      </a:accent2>
      <a:accent3>
        <a:srgbClr val="FFB900"/>
      </a:accent3>
      <a:accent4>
        <a:srgbClr val="505050"/>
      </a:accent4>
      <a:accent5>
        <a:srgbClr val="969696"/>
      </a:accent5>
      <a:accent6>
        <a:srgbClr val="D2D2D2"/>
      </a:accent6>
      <a:hlink>
        <a:srgbClr val="43AFFF"/>
      </a:hlink>
      <a:folHlink>
        <a:srgbClr val="0072C6"/>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theme>
</file>

<file path=ppt/theme/theme5.xml><?xml version="1.0" encoding="utf-8"?>
<a:theme xmlns:a="http://schemas.openxmlformats.org/drawingml/2006/main" name="1_5-30055_Office365 Template 2012 - 16x9 - White Background">
  <a:themeElements>
    <a:clrScheme name="Office_Template_2012_Light">
      <a:dk1>
        <a:srgbClr val="000000"/>
      </a:dk1>
      <a:lt1>
        <a:srgbClr val="FFFFFF"/>
      </a:lt1>
      <a:dk2>
        <a:srgbClr val="EB3C00"/>
      </a:dk2>
      <a:lt2>
        <a:srgbClr val="797A7D"/>
      </a:lt2>
      <a:accent1>
        <a:srgbClr val="EB3C00"/>
      </a:accent1>
      <a:accent2>
        <a:srgbClr val="FF8C00"/>
      </a:accent2>
      <a:accent3>
        <a:srgbClr val="FFB900"/>
      </a:accent3>
      <a:accent4>
        <a:srgbClr val="007233"/>
      </a:accent4>
      <a:accent5>
        <a:srgbClr val="00188F"/>
      </a:accent5>
      <a:accent6>
        <a:srgbClr val="68217A"/>
      </a:accent6>
      <a:hlink>
        <a:srgbClr val="FF8C00"/>
      </a:hlink>
      <a:folHlink>
        <a:srgbClr val="EB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theme>
</file>

<file path=ppt/theme/theme6.xml><?xml version="1.0" encoding="utf-8"?>
<a:theme xmlns:a="http://schemas.openxmlformats.org/drawingml/2006/main" name="5-30055_Office365 Template 2012 - 16x9 - White Background">
  <a:themeElements>
    <a:clrScheme name="Office_Template_2012_Light">
      <a:dk1>
        <a:srgbClr val="000000"/>
      </a:dk1>
      <a:lt1>
        <a:srgbClr val="FFFFFF"/>
      </a:lt1>
      <a:dk2>
        <a:srgbClr val="EB3C00"/>
      </a:dk2>
      <a:lt2>
        <a:srgbClr val="797A7D"/>
      </a:lt2>
      <a:accent1>
        <a:srgbClr val="EB3C00"/>
      </a:accent1>
      <a:accent2>
        <a:srgbClr val="FF8C00"/>
      </a:accent2>
      <a:accent3>
        <a:srgbClr val="FFB900"/>
      </a:accent3>
      <a:accent4>
        <a:srgbClr val="007233"/>
      </a:accent4>
      <a:accent5>
        <a:srgbClr val="00188F"/>
      </a:accent5>
      <a:accent6>
        <a:srgbClr val="68217A"/>
      </a:accent6>
      <a:hlink>
        <a:srgbClr val="FF8C00"/>
      </a:hlink>
      <a:folHlink>
        <a:srgbClr val="EB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theme>
</file>

<file path=ppt/theme/theme7.xml><?xml version="1.0" encoding="utf-8"?>
<a:theme xmlns:a="http://schemas.openxmlformats.org/drawingml/2006/main" name="5-30055_Office Template 2012 - 16x9 - White Background">
  <a:themeElements>
    <a:clrScheme name="Office_Template_2012_Light">
      <a:dk1>
        <a:srgbClr val="000000"/>
      </a:dk1>
      <a:lt1>
        <a:srgbClr val="FFFFFF"/>
      </a:lt1>
      <a:dk2>
        <a:srgbClr val="EB3C00"/>
      </a:dk2>
      <a:lt2>
        <a:srgbClr val="797A7D"/>
      </a:lt2>
      <a:accent1>
        <a:srgbClr val="EB3C00"/>
      </a:accent1>
      <a:accent2>
        <a:srgbClr val="FF8C00"/>
      </a:accent2>
      <a:accent3>
        <a:srgbClr val="FFB900"/>
      </a:accent3>
      <a:accent4>
        <a:srgbClr val="007233"/>
      </a:accent4>
      <a:accent5>
        <a:srgbClr val="00188F"/>
      </a:accent5>
      <a:accent6>
        <a:srgbClr val="68217A"/>
      </a:accent6>
      <a:hlink>
        <a:srgbClr val="FF8C00"/>
      </a:hlink>
      <a:folHlink>
        <a:srgbClr val="EB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theme>
</file>

<file path=ppt/theme/theme8.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1647</TotalTime>
  <Words>3088</Words>
  <Application>Microsoft Office PowerPoint</Application>
  <PresentationFormat>Personalizar</PresentationFormat>
  <Paragraphs>279</Paragraphs>
  <Slides>26</Slides>
  <Notes>19</Notes>
  <HiddenSlides>0</HiddenSlides>
  <MMClips>0</MMClips>
  <ScaleCrop>false</ScaleCrop>
  <HeadingPairs>
    <vt:vector size="6" baseType="variant">
      <vt:variant>
        <vt:lpstr>Fontes usadas</vt:lpstr>
      </vt:variant>
      <vt:variant>
        <vt:i4>9</vt:i4>
      </vt:variant>
      <vt:variant>
        <vt:lpstr>Tema</vt:lpstr>
      </vt:variant>
      <vt:variant>
        <vt:i4>7</vt:i4>
      </vt:variant>
      <vt:variant>
        <vt:lpstr>Títulos de slides</vt:lpstr>
      </vt:variant>
      <vt:variant>
        <vt:i4>26</vt:i4>
      </vt:variant>
    </vt:vector>
  </HeadingPairs>
  <TitlesOfParts>
    <vt:vector size="42" baseType="lpstr">
      <vt:lpstr>Arial</vt:lpstr>
      <vt:lpstr>Calibri</vt:lpstr>
      <vt:lpstr>Consolas</vt:lpstr>
      <vt:lpstr>Segoe</vt:lpstr>
      <vt:lpstr>Segoe Light</vt:lpstr>
      <vt:lpstr>Segoe UI</vt:lpstr>
      <vt:lpstr>Segoe UI Light</vt:lpstr>
      <vt:lpstr>Segoe UI Semibold</vt:lpstr>
      <vt:lpstr>Wingdings</vt:lpstr>
      <vt:lpstr>5-30055_Exchange Template 2012 - 16x9 - White Background</vt:lpstr>
      <vt:lpstr>1_5-30055_Exchange Template 2012 - 16x9 - White Background</vt:lpstr>
      <vt:lpstr>2_5-30055_Exchange Template 2012 - 16x9 - White Background</vt:lpstr>
      <vt:lpstr>3_5-30055_Exchange Template 2012 - 16x9 - White Background</vt:lpstr>
      <vt:lpstr>1_5-30055_Office365 Template 2012 - 16x9 - White Background</vt:lpstr>
      <vt:lpstr>5-30055_Office365 Template 2012 - 16x9 - White Background</vt:lpstr>
      <vt:lpstr>5-30055_Office Template 2012 - 16x9 - White Background</vt:lpstr>
      <vt:lpstr>Apresentação do PowerPoint</vt:lpstr>
      <vt:lpstr>O que é o Office 365?</vt:lpstr>
      <vt:lpstr>Benefícios do Office 365 </vt:lpstr>
      <vt:lpstr>Apresentação do PowerPoint</vt:lpstr>
      <vt:lpstr>Tendências que impactam a nossa forma de trabalhar</vt:lpstr>
      <vt:lpstr>Visão de produtividade da Microsoft</vt:lpstr>
      <vt:lpstr>Introdução | Seu Office Moderno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Valor de negócios de seu Novo Office</vt:lpstr>
      <vt:lpstr>Apresentação do PowerPoint</vt:lpstr>
      <vt:lpstr>Apresentação do PowerPoint</vt:lpstr>
      <vt:lpstr>Apresentação do PowerPoint</vt:lpstr>
      <vt:lpstr>Apresentação do PowerPoint</vt:lpstr>
    </vt:vector>
  </TitlesOfParts>
  <Company>SoftwareONE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Modulo 2: Visão Geral do Office 365</dc:title>
  <dc:creator>Andreazi, Fernando</dc:creator>
  <cp:lastModifiedBy>Rodrigo Velkis</cp:lastModifiedBy>
  <cp:revision>58</cp:revision>
  <dcterms:created xsi:type="dcterms:W3CDTF">2013-05-12T00:43:10Z</dcterms:created>
  <dcterms:modified xsi:type="dcterms:W3CDTF">2015-05-18T11:35:31Z</dcterms:modified>
</cp:coreProperties>
</file>