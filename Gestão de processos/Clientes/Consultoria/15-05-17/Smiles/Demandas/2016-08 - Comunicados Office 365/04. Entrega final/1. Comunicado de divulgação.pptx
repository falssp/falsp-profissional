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9601200" cy="12801600" type="A3"/>
  <p:notesSz cx="6858000" cy="9144000"/>
  <p:defaultTextStyle>
    <a:defPPr>
      <a:defRPr lang="en-US"/>
    </a:defPPr>
    <a:lvl1pPr marL="0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032">
          <p15:clr>
            <a:srgbClr val="A4A3A4"/>
          </p15:clr>
        </p15:guide>
        <p15:guide id="4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26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2034" y="-1662"/>
      </p:cViewPr>
      <p:guideLst>
        <p:guide orient="horz" pos="3120"/>
        <p:guide pos="2160"/>
        <p:guide orient="horz" pos="4032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3976801"/>
            <a:ext cx="8161020" cy="27440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7254240"/>
            <a:ext cx="6720840" cy="327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82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646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46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292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1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93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176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0584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8226220"/>
            <a:ext cx="8161020" cy="2542540"/>
          </a:xfrm>
        </p:spPr>
        <p:txBody>
          <a:bodyPr anchor="t"/>
          <a:lstStyle>
            <a:lvl1pPr algn="l">
              <a:defRPr sz="7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5425867"/>
            <a:ext cx="8161020" cy="2800349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82307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2pPr>
            <a:lvl3pPr marL="1764612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3pPr>
            <a:lvl4pPr marL="264691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2922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1153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29383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17614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05844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2" y="2865546"/>
            <a:ext cx="4242197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2" y="4059766"/>
            <a:ext cx="4242197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8" y="2865546"/>
            <a:ext cx="4243865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8" y="4059766"/>
            <a:ext cx="4243865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509693"/>
            <a:ext cx="3158729" cy="2169160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6" y="509699"/>
            <a:ext cx="5367337" cy="10925812"/>
          </a:xfrm>
        </p:spPr>
        <p:txBody>
          <a:bodyPr/>
          <a:lstStyle>
            <a:lvl1pPr>
              <a:defRPr sz="6100"/>
            </a:lvl1pPr>
            <a:lvl2pPr>
              <a:defRPr sz="5300"/>
            </a:lvl2pPr>
            <a:lvl3pPr>
              <a:defRPr sz="45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2678861"/>
            <a:ext cx="3158729" cy="8756651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8961120"/>
            <a:ext cx="5760720" cy="1057912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143846"/>
            <a:ext cx="5760720" cy="7680960"/>
          </a:xfrm>
        </p:spPr>
        <p:txBody>
          <a:bodyPr/>
          <a:lstStyle>
            <a:lvl1pPr marL="0" indent="0">
              <a:buNone/>
              <a:defRPr sz="6100"/>
            </a:lvl1pPr>
            <a:lvl2pPr marL="882307" indent="0">
              <a:buNone/>
              <a:defRPr sz="5300"/>
            </a:lvl2pPr>
            <a:lvl3pPr marL="1764612" indent="0">
              <a:buNone/>
              <a:defRPr sz="4500"/>
            </a:lvl3pPr>
            <a:lvl4pPr marL="2646919" indent="0">
              <a:buNone/>
              <a:defRPr sz="3900"/>
            </a:lvl4pPr>
            <a:lvl5pPr marL="3529226" indent="0">
              <a:buNone/>
              <a:defRPr sz="3900"/>
            </a:lvl5pPr>
            <a:lvl6pPr marL="4411530" indent="0">
              <a:buNone/>
              <a:defRPr sz="3900"/>
            </a:lvl6pPr>
            <a:lvl7pPr marL="5293837" indent="0">
              <a:buNone/>
              <a:defRPr sz="3900"/>
            </a:lvl7pPr>
            <a:lvl8pPr marL="6176143" indent="0">
              <a:buNone/>
              <a:defRPr sz="3900"/>
            </a:lvl8pPr>
            <a:lvl9pPr marL="7058449" indent="0">
              <a:buNone/>
              <a:defRPr sz="39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0019032"/>
            <a:ext cx="5760720" cy="1502408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512666"/>
            <a:ext cx="2160270" cy="109228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512666"/>
            <a:ext cx="6320790" cy="109228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512657"/>
            <a:ext cx="8641080" cy="2133600"/>
          </a:xfrm>
          <a:prstGeom prst="rect">
            <a:avLst/>
          </a:prstGeom>
        </p:spPr>
        <p:txBody>
          <a:bodyPr vert="horz" lIns="122169" tIns="61085" rIns="122169" bIns="6108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2987047"/>
            <a:ext cx="8641080" cy="8448464"/>
          </a:xfrm>
          <a:prstGeom prst="rect">
            <a:avLst/>
          </a:prstGeom>
        </p:spPr>
        <p:txBody>
          <a:bodyPr vert="horz" lIns="122169" tIns="61085" rIns="122169" bIns="6108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l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8/19/2016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1865194"/>
            <a:ext cx="30403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ct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307" rtl="0" eaLnBrk="1" latinLnBrk="0" hangingPunct="1">
        <a:spcBef>
          <a:spcPct val="0"/>
        </a:spcBef>
        <a:buNone/>
        <a:defRPr sz="8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1729" indent="-661729" algn="l" defTabSz="882307" rtl="0" eaLnBrk="1" latinLnBrk="0" hangingPunct="1">
        <a:spcBef>
          <a:spcPct val="20000"/>
        </a:spcBef>
        <a:buFont typeface="Arial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433747" indent="-551440" algn="l" defTabSz="882307" rtl="0" eaLnBrk="1" latinLnBrk="0" hangingPunct="1">
        <a:spcBef>
          <a:spcPct val="20000"/>
        </a:spcBef>
        <a:buFont typeface="Arial"/>
        <a:buChar char="–"/>
        <a:defRPr sz="5300" kern="1200">
          <a:solidFill>
            <a:schemeClr val="tx1"/>
          </a:solidFill>
          <a:latin typeface="+mn-lt"/>
          <a:ea typeface="+mn-ea"/>
          <a:cs typeface="+mn-cs"/>
        </a:defRPr>
      </a:lvl2pPr>
      <a:lvl3pPr marL="2205765" indent="-441154" algn="l" defTabSz="882307" rtl="0" eaLnBrk="1" latinLnBrk="0" hangingPunct="1">
        <a:spcBef>
          <a:spcPct val="20000"/>
        </a:spcBef>
        <a:buFont typeface="Arial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088072" indent="-441154" algn="l" defTabSz="882307" rtl="0" eaLnBrk="1" latinLnBrk="0" hangingPunct="1">
        <a:spcBef>
          <a:spcPct val="20000"/>
        </a:spcBef>
        <a:buFont typeface="Arial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70378" indent="-441154" algn="l" defTabSz="882307" rtl="0" eaLnBrk="1" latinLnBrk="0" hangingPunct="1">
        <a:spcBef>
          <a:spcPct val="20000"/>
        </a:spcBef>
        <a:buFont typeface="Arial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852684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734991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617297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499603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8230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764612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3pPr>
      <a:lvl4pPr marL="264691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3529226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5pPr>
      <a:lvl6pPr marL="441153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529383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7pPr>
      <a:lvl8pPr marL="6176143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8pPr>
      <a:lvl9pPr marL="705844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" y="86165"/>
            <a:ext cx="9361170" cy="2043332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120015" y="86163"/>
            <a:ext cx="9359280" cy="12607754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2169" tIns="61085" rIns="122169" bIns="61085" rtlCol="0" anchor="ctr"/>
          <a:lstStyle/>
          <a:p>
            <a:pPr algn="ctr"/>
            <a:endParaRPr lang="en-US"/>
          </a:p>
        </p:txBody>
      </p:sp>
      <p:sp>
        <p:nvSpPr>
          <p:cNvPr id="20" name="CaixaDeTexto 19"/>
          <p:cNvSpPr txBox="1"/>
          <p:nvPr/>
        </p:nvSpPr>
        <p:spPr>
          <a:xfrm>
            <a:off x="330840" y="5359529"/>
            <a:ext cx="4284000" cy="2626612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Implantar um AD (servidor de </a:t>
            </a:r>
            <a:r>
              <a:rPr lang="pt-B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logon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exclusivo para Smiles e migrar os colaboradores.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Implantar um File Server (servidor de arquivos) exclusivo para </a:t>
            </a:r>
            <a:r>
              <a:rPr lang="pt-B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Migrar todos os colaboradores </a:t>
            </a:r>
            <a:r>
              <a:rPr lang="pt-B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o Office 365.</a:t>
            </a: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86595" y="5260673"/>
            <a:ext cx="554400" cy="51175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CaixaDeTexto 29"/>
          <p:cNvSpPr txBox="1"/>
          <p:nvPr/>
        </p:nvSpPr>
        <p:spPr>
          <a:xfrm>
            <a:off x="4817193" y="5359529"/>
            <a:ext cx="4627489" cy="2770242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Benefícios</a:t>
            </a:r>
          </a:p>
          <a:p>
            <a:pPr marL="720000" lvl="1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Logon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mais rápido</a:t>
            </a:r>
          </a:p>
          <a:p>
            <a:pPr marL="720000" lvl="1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de Acessos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mais ágil</a:t>
            </a:r>
          </a:p>
          <a:p>
            <a:pPr marL="720000" lvl="1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Ambiente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escalável e redundante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devido a nova infraestrutura</a:t>
            </a:r>
          </a:p>
          <a:p>
            <a:pPr marL="720000" lvl="1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eficiência na Gestão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(rastreabilidade e visibilidade)</a:t>
            </a:r>
          </a:p>
          <a:p>
            <a:pPr marL="720000" lvl="1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Integração com aplicações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(ex.: BI)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30840" y="8410829"/>
            <a:ext cx="4587149" cy="3160092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Planejamento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802"/>
              </a:spcAft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planejamento do projeto prevê as seguintes datas para finalização das etapas: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Migração para o AD Smiles: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concluído.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Migração para o Office 365: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andamento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previsão de término para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31-Ago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Implantação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solução de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Share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Point: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andamento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previsão de término para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31-Ago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81" y="5263612"/>
            <a:ext cx="648000" cy="598154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40" y="8314126"/>
            <a:ext cx="540000" cy="498461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265890" y="11851979"/>
            <a:ext cx="5052626" cy="415751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1604"/>
              </a:spcAft>
            </a:pPr>
            <a:r>
              <a:rPr lang="pt-BR" sz="19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032202" y="158571"/>
            <a:ext cx="1447095" cy="492695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1604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22.Ago</a:t>
            </a:r>
            <a:endParaRPr lang="pt-BR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6261111" y="2336518"/>
            <a:ext cx="2772000" cy="2047015"/>
            <a:chOff x="8456991" y="3511902"/>
            <a:chExt cx="2412261" cy="1873518"/>
          </a:xfrm>
        </p:grpSpPr>
        <p:pic>
          <p:nvPicPr>
            <p:cNvPr id="22" name="Picture 8" descr="http://www.logicatecnologia.com.br/imagens/servicos/O365.jpg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28"/>
            <a:stretch/>
          </p:blipFill>
          <p:spPr bwMode="auto">
            <a:xfrm>
              <a:off x="8456991" y="3511902"/>
              <a:ext cx="2412261" cy="187351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/>
            <a:extLst/>
          </p:spPr>
        </p:pic>
        <p:pic>
          <p:nvPicPr>
            <p:cNvPr id="1030" name="Picture 6" descr="http://www.axxys.com/development/wp-content/uploads/2015/06/microsoft-office-365-cloud-blue.png"/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9477" y="3513748"/>
              <a:ext cx="1289775" cy="7489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tângulo 4"/>
            <p:cNvSpPr/>
            <p:nvPr/>
          </p:nvSpPr>
          <p:spPr>
            <a:xfrm>
              <a:off x="8456991" y="4262696"/>
              <a:ext cx="444500" cy="337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892" y="3117099"/>
            <a:ext cx="2252249" cy="18609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  <a:extLst/>
        </p:spPr>
      </p:pic>
      <p:sp>
        <p:nvSpPr>
          <p:cNvPr id="18" name="CaixaDeTexto 17"/>
          <p:cNvSpPr txBox="1"/>
          <p:nvPr/>
        </p:nvSpPr>
        <p:spPr>
          <a:xfrm>
            <a:off x="265890" y="2395103"/>
            <a:ext cx="4020360" cy="2877963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3000"/>
              </a:spcAft>
            </a:pP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Projeto de Migração para </a:t>
            </a:r>
            <a:r>
              <a:rPr lang="pt-BR" sz="3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Active </a:t>
            </a:r>
            <a:r>
              <a:rPr lang="pt-BR" sz="3200" b="1" dirty="0" err="1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Diretory</a:t>
            </a:r>
            <a:r>
              <a:rPr lang="pt-BR" sz="3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 </a:t>
            </a: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Office 365</a:t>
            </a:r>
          </a:p>
          <a:p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Melhorias para o dia-a-dia </a:t>
            </a:r>
            <a:r>
              <a:rPr lang="pt-BR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todos os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colaboradores </a:t>
            </a:r>
            <a:r>
              <a:rPr lang="pt-BR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2404"/>
              </a:spcAft>
            </a:pPr>
            <a:endParaRPr lang="pt-BR" sz="18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5128814" y="9004044"/>
            <a:ext cx="4017863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vem por aí</a:t>
            </a:r>
          </a:p>
          <a:p>
            <a:pPr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decorrer desta semana ocorrerão sessões de </a:t>
            </a:r>
            <a:r>
              <a:rPr lang="pt-B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workshops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Fique atento às convocações, datas e horários e compareça! Sua presença é fundamental. 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4521" y="8463679"/>
            <a:ext cx="347388" cy="55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3403</TotalTime>
  <Words>185</Words>
  <Application>Microsoft Office PowerPoint</Application>
  <PresentationFormat>Papel A3 (297x420 mm)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Luiz Rabello</cp:lastModifiedBy>
  <cp:revision>280</cp:revision>
  <dcterms:created xsi:type="dcterms:W3CDTF">2014-01-24T21:35:00Z</dcterms:created>
  <dcterms:modified xsi:type="dcterms:W3CDTF">2016-08-19T13:48:55Z</dcterms:modified>
</cp:coreProperties>
</file>