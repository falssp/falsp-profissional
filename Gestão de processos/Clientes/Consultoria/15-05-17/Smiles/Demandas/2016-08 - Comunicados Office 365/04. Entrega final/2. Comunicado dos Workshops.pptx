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42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57124"/>
    <a:srgbClr val="FF9900"/>
    <a:srgbClr val="FF8E2D"/>
    <a:srgbClr val="F68E1E"/>
    <a:srgbClr val="99CCFF"/>
    <a:srgbClr val="000000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2322" y="60"/>
      </p:cViewPr>
      <p:guideLst>
        <p:guide orient="horz" pos="31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22/08/2016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1" y="3077286"/>
            <a:ext cx="5829300" cy="212336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0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20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415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01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226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830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7"/>
            <a:ext cx="5829300" cy="1967442"/>
          </a:xfrm>
        </p:spPr>
        <p:txBody>
          <a:bodyPr anchor="t"/>
          <a:lstStyle>
            <a:lvl1pPr algn="l">
              <a:defRPr sz="5778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7"/>
          </a:xfrm>
        </p:spPr>
        <p:txBody>
          <a:bodyPr anchor="b"/>
          <a:lstStyle>
            <a:lvl1pPr marL="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1pPr>
            <a:lvl2pPr marL="66038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2075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3pPr>
            <a:lvl4pPr marL="198113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4pPr>
            <a:lvl5pPr marL="264151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5pPr>
            <a:lvl6pPr marL="330189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6pPr>
            <a:lvl7pPr marL="396227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7pPr>
            <a:lvl8pPr marL="462265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8pPr>
            <a:lvl9pPr marL="5283037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1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8/22/2016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217385"/>
            <a:ext cx="3031332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3141486"/>
            <a:ext cx="3031332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8/22/2016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8/22/2016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8/22/2016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94405"/>
            <a:ext cx="2256235" cy="1678517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9" y="394410"/>
            <a:ext cx="3833812" cy="8454497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072927"/>
            <a:ext cx="2256235" cy="6775980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8/22/2016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7" y="6934200"/>
            <a:ext cx="4114800" cy="818622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7" y="885119"/>
            <a:ext cx="4114800" cy="5943600"/>
          </a:xfrm>
        </p:spPr>
        <p:txBody>
          <a:bodyPr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7" y="7752822"/>
            <a:ext cx="4114800" cy="1162578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8/22/2016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96704"/>
            <a:ext cx="1543050" cy="845220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96704"/>
            <a:ext cx="4514850" cy="845220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311405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8/22/2016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9181399"/>
            <a:ext cx="2171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0380" rtl="0" eaLnBrk="1" latinLnBrk="0" hangingPunct="1"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285" indent="-495285" algn="l" defTabSz="660380" rtl="0" eaLnBrk="1" latinLnBrk="0" hangingPunct="1">
        <a:spcBef>
          <a:spcPct val="20000"/>
        </a:spcBef>
        <a:buFont typeface="Arial"/>
        <a:buChar char="•"/>
        <a:defRPr sz="4622" kern="1200">
          <a:solidFill>
            <a:schemeClr val="tx1"/>
          </a:solidFill>
          <a:latin typeface="+mn-lt"/>
          <a:ea typeface="+mn-ea"/>
          <a:cs typeface="+mn-cs"/>
        </a:defRPr>
      </a:lvl1pPr>
      <a:lvl2pPr marL="1073117" indent="-412737" algn="l" defTabSz="660380" rtl="0" eaLnBrk="1" latinLnBrk="0" hangingPunct="1">
        <a:spcBef>
          <a:spcPct val="20000"/>
        </a:spcBef>
        <a:buFont typeface="Arial"/>
        <a:buChar char="–"/>
        <a:defRPr sz="4044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660380" rtl="0" eaLnBrk="1" latinLnBrk="0" hangingPunct="1">
        <a:spcBef>
          <a:spcPct val="20000"/>
        </a:spcBef>
        <a:buFont typeface="Arial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660380" rtl="0" eaLnBrk="1" latinLnBrk="0" hangingPunct="1">
        <a:spcBef>
          <a:spcPct val="20000"/>
        </a:spcBef>
        <a:buFont typeface="Arial"/>
        <a:buChar char="–"/>
        <a:defRPr sz="2889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660380" rtl="0" eaLnBrk="1" latinLnBrk="0" hangingPunct="1">
        <a:spcBef>
          <a:spcPct val="20000"/>
        </a:spcBef>
        <a:buFont typeface="Arial"/>
        <a:buChar char="»"/>
        <a:defRPr sz="2889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4"/>
            <a:ext cx="6685200" cy="9756000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1891328" y="1767592"/>
            <a:ext cx="47697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</a:pPr>
            <a:r>
              <a:rPr lang="pt-BR" sz="2200" b="1" dirty="0" smtClean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Boletim - Central de Serviços de TI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205078" y="3384796"/>
            <a:ext cx="6446493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20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Hoje iniciamos as sessões de Workshops:</a:t>
            </a:r>
          </a:p>
          <a:p>
            <a:pPr algn="ctr">
              <a:spcAft>
                <a:spcPts val="600"/>
              </a:spcAft>
            </a:pPr>
            <a:r>
              <a:rPr lang="pt-BR" sz="20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Office 365, OneDrive e SharePoint.</a:t>
            </a:r>
          </a:p>
          <a:p>
            <a:pPr algn="ctr">
              <a:spcAft>
                <a:spcPts val="600"/>
              </a:spcAft>
            </a:pPr>
            <a:endParaRPr lang="pt-BR" sz="2000" b="1" dirty="0" smtClean="0">
              <a:solidFill>
                <a:srgbClr val="7030A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ctr">
              <a:spcAft>
                <a:spcPts val="600"/>
              </a:spcAft>
            </a:pPr>
            <a:endParaRPr lang="pt-BR" sz="2000" b="1" dirty="0" smtClean="0">
              <a:solidFill>
                <a:srgbClr val="7030A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ctr">
              <a:spcAft>
                <a:spcPts val="600"/>
              </a:spcAft>
            </a:pPr>
            <a:r>
              <a:rPr lang="pt-BR" sz="20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Fique atento às convocações, datas e horários e compareça! </a:t>
            </a:r>
            <a:endParaRPr lang="pt-BR" sz="2000" b="1" dirty="0" smtClean="0">
              <a:solidFill>
                <a:srgbClr val="7030A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>
              <a:spcAft>
                <a:spcPts val="600"/>
              </a:spcAft>
            </a:pPr>
            <a:endParaRPr lang="pt-BR" sz="2400" b="1" dirty="0" smtClean="0">
              <a:solidFill>
                <a:srgbClr val="7030A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>
              <a:spcAft>
                <a:spcPts val="600"/>
              </a:spcAft>
            </a:pPr>
            <a:endParaRPr lang="pt-BR" sz="2400" b="1" dirty="0">
              <a:solidFill>
                <a:srgbClr val="7030A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ctr">
              <a:spcAft>
                <a:spcPts val="600"/>
              </a:spcAft>
            </a:pPr>
            <a:r>
              <a:rPr lang="pt-BR" sz="28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Sua </a:t>
            </a:r>
            <a:r>
              <a:rPr lang="pt-BR" sz="28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presença é fundamental. 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1206800" y="9447237"/>
            <a:ext cx="4443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sz="1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Central de Serviços de TI  |  Diretoria de TI</a:t>
            </a:r>
            <a:endParaRPr lang="pt-BR" sz="1200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5737286" y="122702"/>
            <a:ext cx="1033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b="1" dirty="0" smtClean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23.Ago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67" y="1564715"/>
            <a:ext cx="1546930" cy="154693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4620" y="7663841"/>
            <a:ext cx="4314286" cy="10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263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3309</TotalTime>
  <Words>47</Words>
  <Application>Microsoft Office PowerPoint</Application>
  <PresentationFormat>Papel A4 (210 x 297 mm)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Segoe UI</vt:lpstr>
      <vt:lpstr>Segoe UI Semibold</vt:lpstr>
      <vt:lpstr>Office Theme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Luiz Rabello</cp:lastModifiedBy>
  <cp:revision>268</cp:revision>
  <dcterms:created xsi:type="dcterms:W3CDTF">2014-01-24T21:35:00Z</dcterms:created>
  <dcterms:modified xsi:type="dcterms:W3CDTF">2016-08-22T12:02:29Z</dcterms:modified>
</cp:coreProperties>
</file>