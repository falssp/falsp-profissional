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2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57124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3066" y="96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02/09/2016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839498" y="1767592"/>
            <a:ext cx="49314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Projeto – </a:t>
            </a:r>
            <a:r>
              <a:rPr lang="pt-BR" sz="2200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Nova Plataforma de Autenticação de Clientes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92567" y="8233432"/>
            <a:ext cx="48659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Benefícios com a migração: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Plataforma mais robusta;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Plataforma com suporte.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17259" y="9447237"/>
            <a:ext cx="5891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Projeto: Nova Plataforma de Autenticação de Clientes |  Diretoria de TI</a:t>
            </a:r>
            <a:endParaRPr lang="pt-BR" sz="12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02.Set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67" y="1697067"/>
            <a:ext cx="1546930" cy="1546930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1840848" y="2563537"/>
            <a:ext cx="4931427" cy="1046693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 algn="ctr">
              <a:spcAft>
                <a:spcPts val="3000"/>
              </a:spcAft>
            </a:pPr>
            <a:r>
              <a:rPr lang="pt-BR" sz="200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Manutenção no Site e APP Smiles </a:t>
            </a:r>
            <a:r>
              <a:rPr lang="pt-BR" sz="2000" b="1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Indisponibilidade nos serviços de reset e alteração de Senha</a:t>
            </a:r>
            <a:endParaRPr lang="pt-BR" sz="2000" dirty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372157" y="8187215"/>
            <a:ext cx="1260000" cy="1260000"/>
          </a:xfrm>
          <a:prstGeom prst="rect">
            <a:avLst/>
          </a:prstGeom>
        </p:spPr>
      </p:pic>
      <p:sp>
        <p:nvSpPr>
          <p:cNvPr id="14" name="CaixaDeTexto 13"/>
          <p:cNvSpPr txBox="1"/>
          <p:nvPr/>
        </p:nvSpPr>
        <p:spPr>
          <a:xfrm>
            <a:off x="700553" y="3833576"/>
            <a:ext cx="58753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Visando a substituição da nossa atual plataforma de autenticação de clientes e parceiros (obsoleta e descontinuada), por uma nova mais robusta e com níveis melhores de suporte será realizada uma manutenção conforme descrito abaixo: </a:t>
            </a:r>
          </a:p>
          <a:p>
            <a:pPr algn="just"/>
            <a:endParaRPr lang="pt-BR" sz="1600" dirty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endParaRPr lang="pt-BR" sz="1600" dirty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pt-BR" sz="16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&lt;segue com o modelo do </a:t>
            </a:r>
            <a:r>
              <a:rPr lang="pt-BR" sz="1600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email</a:t>
            </a:r>
            <a:r>
              <a:rPr lang="pt-BR" sz="16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&gt;</a:t>
            </a:r>
          </a:p>
          <a:p>
            <a:pPr algn="just"/>
            <a:endParaRPr lang="pt-BR" sz="1600" dirty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endParaRPr lang="pt-BR" sz="1600" dirty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9" name="Picture 4" descr="https://pixabay.com/static/uploads/photo/2014/04/02/16/21/attention-307030_960_720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20" y="3895887"/>
            <a:ext cx="448038" cy="40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826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3412</TotalTime>
  <Words>94</Words>
  <Application>Microsoft Office PowerPoint</Application>
  <PresentationFormat>Papel A4 (210 x 297 mm)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Adriano Sarno Barbosa</dc:creator>
  <cp:lastModifiedBy>ADRIANO SARNO BARBOSA</cp:lastModifiedBy>
  <cp:revision>2</cp:revision>
  <dcterms:created xsi:type="dcterms:W3CDTF">2014-01-24T21:35:00Z</dcterms:created>
  <dcterms:modified xsi:type="dcterms:W3CDTF">2016-09-02T15:31:08Z</dcterms:modified>
</cp:coreProperties>
</file>