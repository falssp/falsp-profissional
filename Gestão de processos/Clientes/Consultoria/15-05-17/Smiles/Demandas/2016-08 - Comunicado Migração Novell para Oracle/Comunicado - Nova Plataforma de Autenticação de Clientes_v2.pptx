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218" y="-2946"/>
      </p:cViewPr>
      <p:guideLst>
        <p:guide orient="horz" pos="385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02/09/2016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802226"/>
            <a:ext cx="5829300" cy="2623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6935789"/>
            <a:ext cx="4800600" cy="31279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65099"/>
            <a:ext cx="5829300" cy="2430926"/>
          </a:xfrm>
        </p:spPr>
        <p:txBody>
          <a:bodyPr anchor="t"/>
          <a:lstStyle>
            <a:lvl1pPr algn="l">
              <a:defRPr sz="57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87677"/>
            <a:ext cx="5829300" cy="2677418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4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820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23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6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205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46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87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28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39752"/>
            <a:ext cx="3030141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81549"/>
            <a:ext cx="3030141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39752"/>
            <a:ext cx="3031332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81549"/>
            <a:ext cx="3031332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487319"/>
            <a:ext cx="2256235" cy="207393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487326"/>
            <a:ext cx="3833812" cy="104461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561262"/>
            <a:ext cx="2256235" cy="837224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8567737"/>
            <a:ext cx="4114800" cy="101147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093633"/>
            <a:ext cx="4114800" cy="7343775"/>
          </a:xfrm>
        </p:spPr>
        <p:txBody>
          <a:bodyPr/>
          <a:lstStyle>
            <a:lvl1pPr marL="0" indent="0">
              <a:buNone/>
              <a:defRPr sz="4622"/>
            </a:lvl1pPr>
            <a:lvl2pPr marL="660410" indent="0">
              <a:buNone/>
              <a:defRPr sz="4044"/>
            </a:lvl2pPr>
            <a:lvl3pPr marL="1320820" indent="0">
              <a:buNone/>
              <a:defRPr sz="3467"/>
            </a:lvl3pPr>
            <a:lvl4pPr marL="1981231" indent="0">
              <a:buNone/>
              <a:defRPr sz="2889"/>
            </a:lvl4pPr>
            <a:lvl5pPr marL="2641641" indent="0">
              <a:buNone/>
              <a:defRPr sz="2889"/>
            </a:lvl5pPr>
            <a:lvl6pPr marL="3302051" indent="0">
              <a:buNone/>
              <a:defRPr sz="2889"/>
            </a:lvl6pPr>
            <a:lvl7pPr marL="3962462" indent="0">
              <a:buNone/>
              <a:defRPr sz="2889"/>
            </a:lvl7pPr>
            <a:lvl8pPr marL="4622873" indent="0">
              <a:buNone/>
              <a:defRPr sz="2889"/>
            </a:lvl8pPr>
            <a:lvl9pPr marL="5283282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9579209"/>
            <a:ext cx="4114800" cy="143645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90160"/>
            <a:ext cx="1543050" cy="104433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90160"/>
            <a:ext cx="4514850" cy="104433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90153"/>
            <a:ext cx="6172200" cy="203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55919"/>
            <a:ext cx="6172200" cy="807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44327"/>
            <a:ext cx="21717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410" rtl="0" eaLnBrk="1" latinLnBrk="0" hangingPunct="1">
        <a:spcBef>
          <a:spcPct val="0"/>
        </a:spcBef>
        <a:buNone/>
        <a:defRPr sz="63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8" indent="-495308" algn="l" defTabSz="66041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67" indent="-412756" algn="l" defTabSz="66041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1026" indent="-330206" algn="l" defTabSz="66041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436" indent="-330206" algn="l" defTabSz="66041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847" indent="-330206" algn="l" defTabSz="66041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25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66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307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48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1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2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3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4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5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6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73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8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00012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100011"/>
            <a:ext cx="6685200" cy="12034839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04939" y="1860705"/>
            <a:ext cx="443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</a:t>
            </a:r>
            <a:r>
              <a:rPr lang="pt-BR" sz="2000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Nova Plataforma de Autenticação de Clientes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532144" y="11805178"/>
            <a:ext cx="1850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8" y="156039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02.Set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85888" y="2656826"/>
            <a:ext cx="4865910" cy="954360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Comunicado de </a:t>
            </a:r>
            <a:r>
              <a:rPr lang="pt-BR" b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indisponibilidade nos serviços de reset e alteração de senha </a:t>
            </a: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a manutenção no Site e APP Smiles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5887" y="3890056"/>
            <a:ext cx="6436380" cy="8007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o objetivo de substituir a plataforma atual de autenticação de clientes e parceiros (obsoleta e descontinuada), por uma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plataforma mais robusta e com melhores níveis de suporte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realizaremos uma atividade de manutenção técnica em 3 fases, conforme planejamento abaixo:</a:t>
            </a:r>
          </a:p>
          <a:p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0227" lvl="2" indent="-285763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Fase 1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Preparação: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06h00 de 04-Set (domingo) até 22h00 de 05-Set (segunda)</a:t>
            </a:r>
          </a:p>
          <a:p>
            <a:pPr marL="1657448" lvl="3" indent="-285763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ficará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indisponível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pt-B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Sorry</a:t>
            </a:r>
            <a:r>
              <a:rPr lang="pt-B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Page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Parcial):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Alteração de senha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Reset de Senha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Cadastro de novos parceiros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Pré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-cadastro para adesão ao Clube Smiles</a:t>
            </a:r>
          </a:p>
          <a:p>
            <a:pPr marL="2114669" lvl="4" indent="-285763">
              <a:lnSpc>
                <a:spcPts val="17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Cadastros provenientes da GOL</a:t>
            </a:r>
          </a:p>
          <a:p>
            <a:pPr marL="1657448" lvl="3" indent="-285763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ficará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será afetado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Navegação site Smiles e APP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Emissão G3 e Amadeus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Produto B2C (NOTA: adesão Clube Smiles somente para clientes já cadastrados na Smiles)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Minha Conta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Cadastros de clientes (disponível mas novos acessos serão ativados somente após 06-Set a partir das 23h30)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 de Atendimento (Siebel)</a:t>
            </a:r>
          </a:p>
          <a:p>
            <a:pPr marL="1657448" lvl="3" indent="-285763">
              <a:buFont typeface="Wingdings" panose="05000000000000000000" pitchFamily="2" charset="2"/>
              <a:buChar char="q"/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0227" lvl="2" indent="-285763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Fase 2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Go-Live: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22h00 de 05-Set (segunda) até 08h15 de 06-Set (terça)</a:t>
            </a:r>
          </a:p>
          <a:p>
            <a:pPr marL="1657448" lvl="3" indent="-285763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ficará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indisponível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pt-B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Sorry</a:t>
            </a:r>
            <a:r>
              <a:rPr lang="pt-B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Page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Geral):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Site Smiles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 Smiles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Siebel (Central)</a:t>
            </a:r>
          </a:p>
          <a:p>
            <a:pPr marL="1828906" lvl="4"/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0227" lvl="2" indent="-285763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Fase 3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Estabilização: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08h15 de 06-Set (terça) até 23h30 de 06-Set (terça)</a:t>
            </a:r>
            <a:endParaRPr lang="pt-BR" sz="14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657427" lvl="3" indent="-285763"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Idem a Fase 1.</a:t>
            </a:r>
          </a:p>
          <a:p>
            <a:pPr marL="1200227" lvl="2" indent="-285763">
              <a:buFont typeface="Wingdings" panose="05000000000000000000" pitchFamily="2" charset="2"/>
              <a:buChar char="q"/>
            </a:pPr>
            <a:endParaRPr lang="pt-BR" sz="1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8" name="Picture 4" descr="http://www.rightawaysigns.com/wp-content/uploads/6080-7x10-Out-of-Service-for-Repairs-Red-on-White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" t="2693" r="2277" b="4240"/>
          <a:stretch/>
        </p:blipFill>
        <p:spPr bwMode="auto">
          <a:xfrm rot="786738">
            <a:off x="4640409" y="1898191"/>
            <a:ext cx="1843923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Agrupar 6"/>
          <p:cNvGrpSpPr/>
          <p:nvPr/>
        </p:nvGrpSpPr>
        <p:grpSpPr>
          <a:xfrm>
            <a:off x="530697" y="10084158"/>
            <a:ext cx="1312713" cy="457200"/>
            <a:chOff x="185887" y="5936076"/>
            <a:chExt cx="1312713" cy="457200"/>
          </a:xfrm>
        </p:grpSpPr>
        <p:sp>
          <p:nvSpPr>
            <p:cNvPr id="20" name="Retângulo: Cantos Arredondados 19"/>
            <p:cNvSpPr/>
            <p:nvPr/>
          </p:nvSpPr>
          <p:spPr>
            <a:xfrm>
              <a:off x="622300" y="5936076"/>
              <a:ext cx="876300" cy="4572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100" b="1" i="1" dirty="0" err="1">
                  <a:solidFill>
                    <a:schemeClr val="tx1"/>
                  </a:solidFill>
                </a:rPr>
                <a:t>Sorry</a:t>
              </a:r>
              <a:r>
                <a:rPr lang="pt-BR" sz="1100" b="1" i="1" dirty="0">
                  <a:solidFill>
                    <a:schemeClr val="tx1"/>
                  </a:solidFill>
                </a:rPr>
                <a:t> Page </a:t>
              </a:r>
              <a:r>
                <a:rPr lang="pt-BR" sz="1100" b="1" dirty="0">
                  <a:solidFill>
                    <a:schemeClr val="tx1"/>
                  </a:solidFill>
                </a:rPr>
                <a:t>Geral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887" y="5989807"/>
              <a:ext cx="360000" cy="360000"/>
            </a:xfrm>
            <a:prstGeom prst="rect">
              <a:avLst/>
            </a:prstGeom>
          </p:spPr>
        </p:pic>
      </p:grpSp>
      <p:grpSp>
        <p:nvGrpSpPr>
          <p:cNvPr id="5" name="Agrupar 4"/>
          <p:cNvGrpSpPr/>
          <p:nvPr/>
        </p:nvGrpSpPr>
        <p:grpSpPr>
          <a:xfrm>
            <a:off x="474892" y="6223194"/>
            <a:ext cx="1368518" cy="457200"/>
            <a:chOff x="130082" y="5139580"/>
            <a:chExt cx="1368518" cy="457200"/>
          </a:xfrm>
        </p:grpSpPr>
        <p:sp>
          <p:nvSpPr>
            <p:cNvPr id="3" name="Retângulo: Cantos Arredondados 2"/>
            <p:cNvSpPr/>
            <p:nvPr/>
          </p:nvSpPr>
          <p:spPr>
            <a:xfrm>
              <a:off x="622300" y="5139580"/>
              <a:ext cx="876300" cy="4572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100" b="1" i="1" dirty="0" err="1">
                  <a:solidFill>
                    <a:schemeClr val="tx1"/>
                  </a:solidFill>
                </a:rPr>
                <a:t>Sorry</a:t>
              </a:r>
              <a:r>
                <a:rPr lang="pt-BR" sz="1100" b="1" i="1" dirty="0">
                  <a:solidFill>
                    <a:schemeClr val="tx1"/>
                  </a:solidFill>
                </a:rPr>
                <a:t> Page </a:t>
              </a:r>
              <a:r>
                <a:rPr lang="pt-BR" sz="1100" b="1" dirty="0">
                  <a:solidFill>
                    <a:schemeClr val="tx1"/>
                  </a:solidFill>
                </a:rPr>
                <a:t>Parcial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pic>
          <p:nvPicPr>
            <p:cNvPr id="1030" name="Picture 6" descr="http://www.clipartkid.com/images/397/caution-symbol-clip-art-lN0mIh-clipart.jpeg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82" y="5174946"/>
              <a:ext cx="483084" cy="386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3511</TotalTime>
  <Words>250</Words>
  <Application>Microsoft Office PowerPoint</Application>
  <PresentationFormat>Personalizar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Adriano Sarno Barbosa</dc:creator>
  <cp:lastModifiedBy>Jorge Filho</cp:lastModifiedBy>
  <cp:revision>17</cp:revision>
  <dcterms:created xsi:type="dcterms:W3CDTF">2014-01-24T21:35:00Z</dcterms:created>
  <dcterms:modified xsi:type="dcterms:W3CDTF">2016-09-02T17:38:20Z</dcterms:modified>
</cp:coreProperties>
</file>