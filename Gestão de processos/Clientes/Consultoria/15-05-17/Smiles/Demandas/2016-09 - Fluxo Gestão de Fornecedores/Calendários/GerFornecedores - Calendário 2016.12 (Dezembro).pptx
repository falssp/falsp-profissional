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344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8E2D"/>
    <a:srgbClr val="FF6600"/>
    <a:srgbClr val="F57124"/>
    <a:srgbClr val="FF9900"/>
    <a:srgbClr val="F68E1E"/>
    <a:srgbClr val="99CCFF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2196" y="72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31/03/2017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2"/>
          <a:srcRect b="7063"/>
          <a:stretch/>
        </p:blipFill>
        <p:spPr>
          <a:xfrm>
            <a:off x="-675" y="3233035"/>
            <a:ext cx="6858000" cy="4503949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3"/>
            <a:ext cx="6685200" cy="9000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897" y="1993901"/>
            <a:ext cx="596415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Calendário das Reuniões de</a:t>
            </a:r>
          </a:p>
          <a:p>
            <a:pPr>
              <a:spcAft>
                <a:spcPts val="30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Prestação de Contas Dez-16 </a:t>
            </a:r>
          </a:p>
          <a:p>
            <a:pPr marL="540000" algn="just"/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8079246"/>
            <a:ext cx="502551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7991620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308385" y="5665661"/>
            <a:ext cx="7251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7030A0"/>
                </a:solidFill>
              </a:rPr>
              <a:t>Level3</a:t>
            </a:r>
          </a:p>
        </p:txBody>
      </p:sp>
      <p:sp>
        <p:nvSpPr>
          <p:cNvPr id="8" name="Retângulo 7"/>
          <p:cNvSpPr/>
          <p:nvPr/>
        </p:nvSpPr>
        <p:spPr>
          <a:xfrm>
            <a:off x="3492094" y="6426610"/>
            <a:ext cx="15073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>
                <a:solidFill>
                  <a:srgbClr val="7030A0"/>
                </a:solidFill>
              </a:rPr>
              <a:t>VIVO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376937" y="2487286"/>
            <a:ext cx="2164643" cy="926851"/>
          </a:xfrm>
          <a:prstGeom prst="roundRect">
            <a:avLst>
              <a:gd name="adj" fmla="val 15904"/>
            </a:avLst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04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Ratings xmlns="http://schemas.microsoft.com/sharepoint/v3" xsi:nil="true"/>
    <r8y9 xmlns="6741f19a-b8bb-438e-b0f7-cfbdb56f3f1f">
      <UserInfo>
        <DisplayName/>
        <AccountId xsi:nil="true"/>
        <AccountType/>
      </UserInfo>
    </r8y9>
    <LikedBy xmlns="http://schemas.microsoft.com/sharepoint/v3">
      <UserInfo>
        <DisplayName/>
        <AccountId xsi:nil="true"/>
        <AccountType/>
      </UserInfo>
    </LikedBy>
    <RatedBy xmlns="http://schemas.microsoft.com/sharepoint/v3">
      <UserInfo>
        <DisplayName/>
        <AccountId xsi:nil="true"/>
        <AccountType/>
      </UserInfo>
    </RatedBy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0216AC2A93ED34EA147D7CF78DE765F" ma:contentTypeVersion="9" ma:contentTypeDescription="Crie um novo documento." ma:contentTypeScope="" ma:versionID="746616de6bbe415079e6c6f856a17545">
  <xsd:schema xmlns:xsd="http://www.w3.org/2001/XMLSchema" xmlns:xs="http://www.w3.org/2001/XMLSchema" xmlns:p="http://schemas.microsoft.com/office/2006/metadata/properties" xmlns:ns1="http://schemas.microsoft.com/sharepoint/v3" xmlns:ns2="e82749e7-7b0e-4498-9ead-94b1bb5c5f13" xmlns:ns3="6741f19a-b8bb-438e-b0f7-cfbdb56f3f1f" targetNamespace="http://schemas.microsoft.com/office/2006/metadata/properties" ma:root="true" ma:fieldsID="30085155a7887595f807524119d6a3cd" ns1:_="" ns2:_="" ns3:_="">
    <xsd:import namespace="http://schemas.microsoft.com/sharepoint/v3"/>
    <xsd:import namespace="e82749e7-7b0e-4498-9ead-94b1bb5c5f13"/>
    <xsd:import namespace="6741f19a-b8bb-438e-b0f7-cfbdb56f3f1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r8y9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11" nillable="true" ma:displayName="Classificação (0-5)" ma:decimals="2" ma:description="Valor médio de todas as classificações enviadas" ma:internalName="AverageRating" ma:readOnly="true">
      <xsd:simpleType>
        <xsd:restriction base="dms:Number"/>
      </xsd:simpleType>
    </xsd:element>
    <xsd:element name="RatingCount" ma:index="12" nillable="true" ma:displayName="Número de Classificações" ma:decimals="0" ma:description="Número de classificações enviadas" ma:internalName="RatingCount" ma:readOnly="true">
      <xsd:simpleType>
        <xsd:restriction base="dms:Number"/>
      </xsd:simpleType>
    </xsd:element>
    <xsd:element name="RatedBy" ma:index="13" nillable="true" ma:displayName="Classificado por" ma:description="Usuários classificaram o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14" nillable="true" ma:displayName="Classificações de usuários" ma:description="Classificações de usuários para o item" ma:hidden="true" ma:internalName="Ratings">
      <xsd:simpleType>
        <xsd:restriction base="dms:Note"/>
      </xsd:simpleType>
    </xsd:element>
    <xsd:element name="LikesCount" ma:index="15" nillable="true" ma:displayName="Número de Ocorrências de Curtir" ma:internalName="LikesCount">
      <xsd:simpleType>
        <xsd:restriction base="dms:Unknown"/>
      </xsd:simpleType>
    </xsd:element>
    <xsd:element name="LikedBy" ma:index="16" nillable="true" ma:displayName="Curtido por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2749e7-7b0e-4498-9ead-94b1bb5c5f1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41f19a-b8bb-438e-b0f7-cfbdb56f3f1f" elementFormDefault="qualified">
    <xsd:import namespace="http://schemas.microsoft.com/office/2006/documentManagement/types"/>
    <xsd:import namespace="http://schemas.microsoft.com/office/infopath/2007/PartnerControls"/>
    <xsd:element name="r8y9" ma:index="10" nillable="true" ma:displayName="Pessoa ou Grupo" ma:list="UserInfo" ma:internalName="r8y9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58425E-1DC7-4702-8603-0B60F00E78B2}">
  <ds:schemaRefs>
    <ds:schemaRef ds:uri="http://schemas.microsoft.com/office/2006/documentManagement/types"/>
    <ds:schemaRef ds:uri="http://schemas.microsoft.com/sharepoint/v3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6741f19a-b8bb-438e-b0f7-cfbdb56f3f1f"/>
    <ds:schemaRef ds:uri="e82749e7-7b0e-4498-9ead-94b1bb5c5f13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BF06309-A2AA-4FCD-A644-6CA7B2C110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82749e7-7b0e-4498-9ead-94b1bb5c5f13"/>
    <ds:schemaRef ds:uri="6741f19a-b8bb-438e-b0f7-cfbdb56f3f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7208059-05AE-42EA-B3D4-320E5785301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3849</TotalTime>
  <Words>21</Words>
  <Application>Microsoft Office PowerPoint</Application>
  <PresentationFormat>Papel A4 (210 x 297 mm)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Andre Santos</cp:lastModifiedBy>
  <cp:revision>285</cp:revision>
  <dcterms:created xsi:type="dcterms:W3CDTF">2014-01-24T21:35:00Z</dcterms:created>
  <dcterms:modified xsi:type="dcterms:W3CDTF">2017-03-31T19:38:01Z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0x01010010216AC2A93ED34EA147D7CF78DE765F</vt:lpwstr>
  </property>
</Properties>
</file>