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344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F8E2D"/>
    <a:srgbClr val="FF6600"/>
    <a:srgbClr val="F57124"/>
    <a:srgbClr val="FF9900"/>
    <a:srgbClr val="F68E1E"/>
    <a:srgbClr val="99CCFF"/>
    <a:srgbClr val="EE6829"/>
    <a:srgbClr val="E28734"/>
    <a:srgbClr val="F4BC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Estilo Claro 2 - Ênfase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2DE63D5-997A-4646-A377-4702673A728D}" styleName="Estilo Claro 2 - Ênfase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29" autoAdjust="0"/>
    <p:restoredTop sz="94660"/>
  </p:normalViewPr>
  <p:slideViewPr>
    <p:cSldViewPr snapToGrid="0" snapToObjects="1">
      <p:cViewPr>
        <p:scale>
          <a:sx n="80" d="100"/>
          <a:sy n="80" d="100"/>
        </p:scale>
        <p:origin x="1668" y="60"/>
      </p:cViewPr>
      <p:guideLst>
        <p:guide orient="horz" pos="312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2CD1B9-1777-43A0-8DF4-B945C46147BD}" type="datetimeFigureOut">
              <a:rPr lang="pt-BR" smtClean="0"/>
              <a:t>04/01/2017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245040-EFBE-493F-96A2-B5DCAE3ADE4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6681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1" y="3077286"/>
            <a:ext cx="5829300" cy="212336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1" y="5613400"/>
            <a:ext cx="4800600" cy="2531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603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3207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9811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6415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301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962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6226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2830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1/4/2017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1989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1/4/2017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307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5" y="6365527"/>
            <a:ext cx="5829300" cy="1967442"/>
          </a:xfrm>
        </p:spPr>
        <p:txBody>
          <a:bodyPr anchor="t"/>
          <a:lstStyle>
            <a:lvl1pPr algn="l">
              <a:defRPr sz="5778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5" y="4198586"/>
            <a:ext cx="5829300" cy="2166937"/>
          </a:xfrm>
        </p:spPr>
        <p:txBody>
          <a:bodyPr anchor="b"/>
          <a:lstStyle>
            <a:lvl1pPr marL="0" indent="0">
              <a:buNone/>
              <a:defRPr sz="2889">
                <a:solidFill>
                  <a:schemeClr val="tx1">
                    <a:tint val="75000"/>
                  </a:schemeClr>
                </a:solidFill>
              </a:defRPr>
            </a:lvl1pPr>
            <a:lvl2pPr marL="660380" indent="0">
              <a:buNone/>
              <a:defRPr sz="2600">
                <a:solidFill>
                  <a:schemeClr val="tx1">
                    <a:tint val="75000"/>
                  </a:schemeClr>
                </a:solidFill>
              </a:defRPr>
            </a:lvl2pPr>
            <a:lvl3pPr marL="1320759" indent="0">
              <a:buNone/>
              <a:defRPr sz="2311">
                <a:solidFill>
                  <a:schemeClr val="tx1">
                    <a:tint val="75000"/>
                  </a:schemeClr>
                </a:solidFill>
              </a:defRPr>
            </a:lvl3pPr>
            <a:lvl4pPr marL="1981139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4pPr>
            <a:lvl5pPr marL="2641519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5pPr>
            <a:lvl6pPr marL="3301898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6pPr>
            <a:lvl7pPr marL="3962278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7pPr>
            <a:lvl8pPr marL="4622658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8pPr>
            <a:lvl9pPr marL="5283037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1/4/2017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574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1" y="2311405"/>
            <a:ext cx="3028950" cy="6537502"/>
          </a:xfrm>
        </p:spPr>
        <p:txBody>
          <a:bodyPr/>
          <a:lstStyle>
            <a:lvl1pPr>
              <a:defRPr sz="4044"/>
            </a:lvl1pPr>
            <a:lvl2pPr>
              <a:defRPr sz="3467"/>
            </a:lvl2pPr>
            <a:lvl3pPr>
              <a:defRPr sz="2889"/>
            </a:lvl3pPr>
            <a:lvl4pPr>
              <a:defRPr sz="2600"/>
            </a:lvl4pPr>
            <a:lvl5pPr>
              <a:defRPr sz="2600"/>
            </a:lvl5pPr>
            <a:lvl6pPr>
              <a:defRPr sz="2600"/>
            </a:lvl6pPr>
            <a:lvl7pPr>
              <a:defRPr sz="2600"/>
            </a:lvl7pPr>
            <a:lvl8pPr>
              <a:defRPr sz="2600"/>
            </a:lvl8pPr>
            <a:lvl9pPr>
              <a:defRPr sz="2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2311405"/>
            <a:ext cx="3028950" cy="6537502"/>
          </a:xfrm>
        </p:spPr>
        <p:txBody>
          <a:bodyPr/>
          <a:lstStyle>
            <a:lvl1pPr>
              <a:defRPr sz="4044"/>
            </a:lvl1pPr>
            <a:lvl2pPr>
              <a:defRPr sz="3467"/>
            </a:lvl2pPr>
            <a:lvl3pPr>
              <a:defRPr sz="2889"/>
            </a:lvl3pPr>
            <a:lvl4pPr>
              <a:defRPr sz="2600"/>
            </a:lvl4pPr>
            <a:lvl5pPr>
              <a:defRPr sz="2600"/>
            </a:lvl5pPr>
            <a:lvl6pPr>
              <a:defRPr sz="2600"/>
            </a:lvl6pPr>
            <a:lvl7pPr>
              <a:defRPr sz="2600"/>
            </a:lvl7pPr>
            <a:lvl8pPr>
              <a:defRPr sz="2600"/>
            </a:lvl8pPr>
            <a:lvl9pPr>
              <a:defRPr sz="2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1/4/2017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154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2217385"/>
            <a:ext cx="3030141" cy="924101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3141486"/>
            <a:ext cx="3030141" cy="5707416"/>
          </a:xfrm>
        </p:spPr>
        <p:txBody>
          <a:bodyPr/>
          <a:lstStyle>
            <a:lvl1pPr>
              <a:defRPr sz="3467"/>
            </a:lvl1pPr>
            <a:lvl2pPr>
              <a:defRPr sz="2889"/>
            </a:lvl2pPr>
            <a:lvl3pPr>
              <a:defRPr sz="2600"/>
            </a:lvl3pPr>
            <a:lvl4pPr>
              <a:defRPr sz="2311"/>
            </a:lvl4pPr>
            <a:lvl5pPr>
              <a:defRPr sz="2311"/>
            </a:lvl5pPr>
            <a:lvl6pPr>
              <a:defRPr sz="2311"/>
            </a:lvl6pPr>
            <a:lvl7pPr>
              <a:defRPr sz="2311"/>
            </a:lvl7pPr>
            <a:lvl8pPr>
              <a:defRPr sz="2311"/>
            </a:lvl8pPr>
            <a:lvl9pPr>
              <a:defRPr sz="231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9" y="2217385"/>
            <a:ext cx="3031332" cy="924101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9" y="3141486"/>
            <a:ext cx="3031332" cy="5707416"/>
          </a:xfrm>
        </p:spPr>
        <p:txBody>
          <a:bodyPr/>
          <a:lstStyle>
            <a:lvl1pPr>
              <a:defRPr sz="3467"/>
            </a:lvl1pPr>
            <a:lvl2pPr>
              <a:defRPr sz="2889"/>
            </a:lvl2pPr>
            <a:lvl3pPr>
              <a:defRPr sz="2600"/>
            </a:lvl3pPr>
            <a:lvl4pPr>
              <a:defRPr sz="2311"/>
            </a:lvl4pPr>
            <a:lvl5pPr>
              <a:defRPr sz="2311"/>
            </a:lvl5pPr>
            <a:lvl6pPr>
              <a:defRPr sz="2311"/>
            </a:lvl6pPr>
            <a:lvl7pPr>
              <a:defRPr sz="2311"/>
            </a:lvl7pPr>
            <a:lvl8pPr>
              <a:defRPr sz="2311"/>
            </a:lvl8pPr>
            <a:lvl9pPr>
              <a:defRPr sz="231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1/4/2017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74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1/4/2017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3801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1/4/2017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3948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94405"/>
            <a:ext cx="2256235" cy="1678517"/>
          </a:xfrm>
        </p:spPr>
        <p:txBody>
          <a:bodyPr anchor="b"/>
          <a:lstStyle>
            <a:lvl1pPr algn="l">
              <a:defRPr sz="2889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9" y="394410"/>
            <a:ext cx="3833812" cy="8454497"/>
          </a:xfrm>
        </p:spPr>
        <p:txBody>
          <a:bodyPr/>
          <a:lstStyle>
            <a:lvl1pPr>
              <a:defRPr sz="4622"/>
            </a:lvl1pPr>
            <a:lvl2pPr>
              <a:defRPr sz="4044"/>
            </a:lvl2pPr>
            <a:lvl3pPr>
              <a:defRPr sz="3467"/>
            </a:lvl3pPr>
            <a:lvl4pPr>
              <a:defRPr sz="2889"/>
            </a:lvl4pPr>
            <a:lvl5pPr>
              <a:defRPr sz="2889"/>
            </a:lvl5pPr>
            <a:lvl6pPr>
              <a:defRPr sz="2889"/>
            </a:lvl6pPr>
            <a:lvl7pPr>
              <a:defRPr sz="2889"/>
            </a:lvl7pPr>
            <a:lvl8pPr>
              <a:defRPr sz="2889"/>
            </a:lvl8pPr>
            <a:lvl9pPr>
              <a:defRPr sz="288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072927"/>
            <a:ext cx="2256235" cy="6775980"/>
          </a:xfrm>
        </p:spPr>
        <p:txBody>
          <a:bodyPr/>
          <a:lstStyle>
            <a:lvl1pPr marL="0" indent="0">
              <a:buNone/>
              <a:defRPr sz="2022"/>
            </a:lvl1pPr>
            <a:lvl2pPr marL="660380" indent="0">
              <a:buNone/>
              <a:defRPr sz="1733"/>
            </a:lvl2pPr>
            <a:lvl3pPr marL="1320759" indent="0">
              <a:buNone/>
              <a:defRPr sz="1444"/>
            </a:lvl3pPr>
            <a:lvl4pPr marL="1981139" indent="0">
              <a:buNone/>
              <a:defRPr sz="1300"/>
            </a:lvl4pPr>
            <a:lvl5pPr marL="2641519" indent="0">
              <a:buNone/>
              <a:defRPr sz="1300"/>
            </a:lvl5pPr>
            <a:lvl6pPr marL="3301898" indent="0">
              <a:buNone/>
              <a:defRPr sz="1300"/>
            </a:lvl6pPr>
            <a:lvl7pPr marL="3962278" indent="0">
              <a:buNone/>
              <a:defRPr sz="1300"/>
            </a:lvl7pPr>
            <a:lvl8pPr marL="4622658" indent="0">
              <a:buNone/>
              <a:defRPr sz="1300"/>
            </a:lvl8pPr>
            <a:lvl9pPr marL="5283037" indent="0">
              <a:buNone/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1/4/2017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8056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7" y="6934200"/>
            <a:ext cx="4114800" cy="818622"/>
          </a:xfrm>
        </p:spPr>
        <p:txBody>
          <a:bodyPr anchor="b"/>
          <a:lstStyle>
            <a:lvl1pPr algn="l">
              <a:defRPr sz="2889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7" y="885119"/>
            <a:ext cx="4114800" cy="5943600"/>
          </a:xfrm>
        </p:spPr>
        <p:txBody>
          <a:bodyPr/>
          <a:lstStyle>
            <a:lvl1pPr marL="0" indent="0">
              <a:buNone/>
              <a:defRPr sz="4622"/>
            </a:lvl1pPr>
            <a:lvl2pPr marL="660380" indent="0">
              <a:buNone/>
              <a:defRPr sz="4044"/>
            </a:lvl2pPr>
            <a:lvl3pPr marL="1320759" indent="0">
              <a:buNone/>
              <a:defRPr sz="3467"/>
            </a:lvl3pPr>
            <a:lvl4pPr marL="1981139" indent="0">
              <a:buNone/>
              <a:defRPr sz="2889"/>
            </a:lvl4pPr>
            <a:lvl5pPr marL="2641519" indent="0">
              <a:buNone/>
              <a:defRPr sz="2889"/>
            </a:lvl5pPr>
            <a:lvl6pPr marL="3301898" indent="0">
              <a:buNone/>
              <a:defRPr sz="2889"/>
            </a:lvl6pPr>
            <a:lvl7pPr marL="3962278" indent="0">
              <a:buNone/>
              <a:defRPr sz="2889"/>
            </a:lvl7pPr>
            <a:lvl8pPr marL="4622658" indent="0">
              <a:buNone/>
              <a:defRPr sz="2889"/>
            </a:lvl8pPr>
            <a:lvl9pPr marL="5283037" indent="0">
              <a:buNone/>
              <a:defRPr sz="2889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7" y="7752822"/>
            <a:ext cx="4114800" cy="1162578"/>
          </a:xfrm>
        </p:spPr>
        <p:txBody>
          <a:bodyPr/>
          <a:lstStyle>
            <a:lvl1pPr marL="0" indent="0">
              <a:buNone/>
              <a:defRPr sz="2022"/>
            </a:lvl1pPr>
            <a:lvl2pPr marL="660380" indent="0">
              <a:buNone/>
              <a:defRPr sz="1733"/>
            </a:lvl2pPr>
            <a:lvl3pPr marL="1320759" indent="0">
              <a:buNone/>
              <a:defRPr sz="1444"/>
            </a:lvl3pPr>
            <a:lvl4pPr marL="1981139" indent="0">
              <a:buNone/>
              <a:defRPr sz="1300"/>
            </a:lvl4pPr>
            <a:lvl5pPr marL="2641519" indent="0">
              <a:buNone/>
              <a:defRPr sz="1300"/>
            </a:lvl5pPr>
            <a:lvl6pPr marL="3301898" indent="0">
              <a:buNone/>
              <a:defRPr sz="1300"/>
            </a:lvl6pPr>
            <a:lvl7pPr marL="3962278" indent="0">
              <a:buNone/>
              <a:defRPr sz="1300"/>
            </a:lvl7pPr>
            <a:lvl8pPr marL="4622658" indent="0">
              <a:buNone/>
              <a:defRPr sz="1300"/>
            </a:lvl8pPr>
            <a:lvl9pPr marL="5283037" indent="0">
              <a:buNone/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1/4/2017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701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1/4/2017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3005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396704"/>
            <a:ext cx="1543050" cy="845220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396704"/>
            <a:ext cx="4514850" cy="845220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1/4/2017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642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396699"/>
            <a:ext cx="6172200" cy="1651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2311405"/>
            <a:ext cx="6172200" cy="653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9181399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04C65E-0501-3244-B235-0438CC858404}" type="datetimeFigureOut">
              <a:rPr lang="en-US" smtClean="0"/>
              <a:pPr/>
              <a:t>1/4/2017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9181399"/>
            <a:ext cx="21717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9181399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5292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660380" rtl="0" eaLnBrk="1" latinLnBrk="0" hangingPunct="1">
        <a:spcBef>
          <a:spcPct val="0"/>
        </a:spcBef>
        <a:buNone/>
        <a:defRPr sz="63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95285" indent="-495285" algn="l" defTabSz="660380" rtl="0" eaLnBrk="1" latinLnBrk="0" hangingPunct="1">
        <a:spcBef>
          <a:spcPct val="20000"/>
        </a:spcBef>
        <a:buFont typeface="Arial"/>
        <a:buChar char="•"/>
        <a:defRPr sz="4622" kern="1200">
          <a:solidFill>
            <a:schemeClr val="tx1"/>
          </a:solidFill>
          <a:latin typeface="+mn-lt"/>
          <a:ea typeface="+mn-ea"/>
          <a:cs typeface="+mn-cs"/>
        </a:defRPr>
      </a:lvl1pPr>
      <a:lvl2pPr marL="1073117" indent="-412737" algn="l" defTabSz="660380" rtl="0" eaLnBrk="1" latinLnBrk="0" hangingPunct="1">
        <a:spcBef>
          <a:spcPct val="20000"/>
        </a:spcBef>
        <a:buFont typeface="Arial"/>
        <a:buChar char="–"/>
        <a:defRPr sz="4044" kern="1200">
          <a:solidFill>
            <a:schemeClr val="tx1"/>
          </a:solidFill>
          <a:latin typeface="+mn-lt"/>
          <a:ea typeface="+mn-ea"/>
          <a:cs typeface="+mn-cs"/>
        </a:defRPr>
      </a:lvl2pPr>
      <a:lvl3pPr marL="1650949" indent="-330190" algn="l" defTabSz="660380" rtl="0" eaLnBrk="1" latinLnBrk="0" hangingPunct="1">
        <a:spcBef>
          <a:spcPct val="20000"/>
        </a:spcBef>
        <a:buFont typeface="Arial"/>
        <a:buChar char="•"/>
        <a:defRPr sz="3467" kern="1200">
          <a:solidFill>
            <a:schemeClr val="tx1"/>
          </a:solidFill>
          <a:latin typeface="+mn-lt"/>
          <a:ea typeface="+mn-ea"/>
          <a:cs typeface="+mn-cs"/>
        </a:defRPr>
      </a:lvl3pPr>
      <a:lvl4pPr marL="2311329" indent="-330190" algn="l" defTabSz="660380" rtl="0" eaLnBrk="1" latinLnBrk="0" hangingPunct="1">
        <a:spcBef>
          <a:spcPct val="20000"/>
        </a:spcBef>
        <a:buFont typeface="Arial"/>
        <a:buChar char="–"/>
        <a:defRPr sz="2889" kern="1200">
          <a:solidFill>
            <a:schemeClr val="tx1"/>
          </a:solidFill>
          <a:latin typeface="+mn-lt"/>
          <a:ea typeface="+mn-ea"/>
          <a:cs typeface="+mn-cs"/>
        </a:defRPr>
      </a:lvl4pPr>
      <a:lvl5pPr marL="2971709" indent="-330190" algn="l" defTabSz="660380" rtl="0" eaLnBrk="1" latinLnBrk="0" hangingPunct="1">
        <a:spcBef>
          <a:spcPct val="20000"/>
        </a:spcBef>
        <a:buFont typeface="Arial"/>
        <a:buChar char="»"/>
        <a:defRPr sz="2889" kern="1200">
          <a:solidFill>
            <a:schemeClr val="tx1"/>
          </a:solidFill>
          <a:latin typeface="+mn-lt"/>
          <a:ea typeface="+mn-ea"/>
          <a:cs typeface="+mn-cs"/>
        </a:defRPr>
      </a:lvl5pPr>
      <a:lvl6pPr marL="3632088" indent="-330190" algn="l" defTabSz="660380" rtl="0" eaLnBrk="1" latinLnBrk="0" hangingPunct="1">
        <a:spcBef>
          <a:spcPct val="20000"/>
        </a:spcBef>
        <a:buFont typeface="Arial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6pPr>
      <a:lvl7pPr marL="4292468" indent="-330190" algn="l" defTabSz="660380" rtl="0" eaLnBrk="1" latinLnBrk="0" hangingPunct="1">
        <a:spcBef>
          <a:spcPct val="20000"/>
        </a:spcBef>
        <a:buFont typeface="Arial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7pPr>
      <a:lvl8pPr marL="4952848" indent="-330190" algn="l" defTabSz="660380" rtl="0" eaLnBrk="1" latinLnBrk="0" hangingPunct="1">
        <a:spcBef>
          <a:spcPct val="20000"/>
        </a:spcBef>
        <a:buFont typeface="Arial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8pPr>
      <a:lvl9pPr marL="5613227" indent="-330190" algn="l" defTabSz="660380" rtl="0" eaLnBrk="1" latinLnBrk="0" hangingPunct="1">
        <a:spcBef>
          <a:spcPct val="20000"/>
        </a:spcBef>
        <a:buFont typeface="Arial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60380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320759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981139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641519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301898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278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622658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283037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ela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0315781"/>
              </p:ext>
            </p:extLst>
          </p:nvPr>
        </p:nvGraphicFramePr>
        <p:xfrm>
          <a:off x="342901" y="4265604"/>
          <a:ext cx="6172197" cy="4320000"/>
        </p:xfrm>
        <a:graphic>
          <a:graphicData uri="http://schemas.openxmlformats.org/drawingml/2006/table">
            <a:tbl>
              <a:tblPr/>
              <a:tblGrid>
                <a:gridCol w="1141503">
                  <a:extLst>
                    <a:ext uri="{9D8B030D-6E8A-4147-A177-3AD203B41FA5}">
                      <a16:colId xmlns:a16="http://schemas.microsoft.com/office/drawing/2014/main" xmlns="" val="654045636"/>
                    </a:ext>
                  </a:extLst>
                </a:gridCol>
                <a:gridCol w="838449">
                  <a:extLst>
                    <a:ext uri="{9D8B030D-6E8A-4147-A177-3AD203B41FA5}">
                      <a16:colId xmlns:a16="http://schemas.microsoft.com/office/drawing/2014/main" xmlns="" val="193877993"/>
                    </a:ext>
                  </a:extLst>
                </a:gridCol>
                <a:gridCol w="838449">
                  <a:extLst>
                    <a:ext uri="{9D8B030D-6E8A-4147-A177-3AD203B41FA5}">
                      <a16:colId xmlns:a16="http://schemas.microsoft.com/office/drawing/2014/main" xmlns="" val="3190376036"/>
                    </a:ext>
                  </a:extLst>
                </a:gridCol>
                <a:gridCol w="838449">
                  <a:extLst>
                    <a:ext uri="{9D8B030D-6E8A-4147-A177-3AD203B41FA5}">
                      <a16:colId xmlns:a16="http://schemas.microsoft.com/office/drawing/2014/main" xmlns="" val="3492091434"/>
                    </a:ext>
                  </a:extLst>
                </a:gridCol>
                <a:gridCol w="838449">
                  <a:extLst>
                    <a:ext uri="{9D8B030D-6E8A-4147-A177-3AD203B41FA5}">
                      <a16:colId xmlns:a16="http://schemas.microsoft.com/office/drawing/2014/main" xmlns="" val="2731739232"/>
                    </a:ext>
                  </a:extLst>
                </a:gridCol>
                <a:gridCol w="838449">
                  <a:extLst>
                    <a:ext uri="{9D8B030D-6E8A-4147-A177-3AD203B41FA5}">
                      <a16:colId xmlns:a16="http://schemas.microsoft.com/office/drawing/2014/main" xmlns="" val="3711035699"/>
                    </a:ext>
                  </a:extLst>
                </a:gridCol>
                <a:gridCol w="838449">
                  <a:extLst>
                    <a:ext uri="{9D8B030D-6E8A-4147-A177-3AD203B41FA5}">
                      <a16:colId xmlns:a16="http://schemas.microsoft.com/office/drawing/2014/main" xmlns="" val="2880311965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l" fontAlgn="ctr"/>
                      <a:r>
                        <a:rPr lang="pt-BR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Fornecedor </a:t>
                      </a:r>
                      <a:br>
                        <a:rPr lang="pt-BR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Crítico de TI</a:t>
                      </a:r>
                    </a:p>
                  </a:txBody>
                  <a:tcPr marL="68187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Serviço </a:t>
                      </a:r>
                      <a:br>
                        <a:rPr lang="pt-B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Principal</a:t>
                      </a:r>
                    </a:p>
                  </a:txBody>
                  <a:tcPr marL="68187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Reunião </a:t>
                      </a:r>
                      <a:br>
                        <a:rPr lang="pt-B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Realizada?</a:t>
                      </a:r>
                    </a:p>
                  </a:txBody>
                  <a:tcPr marL="68187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SLA </a:t>
                      </a:r>
                      <a:br>
                        <a:rPr lang="pt-B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Atingido?</a:t>
                      </a:r>
                    </a:p>
                  </a:txBody>
                  <a:tcPr marL="68187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Ata </a:t>
                      </a:r>
                      <a:br>
                        <a:rPr lang="pt-B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Elaborada?</a:t>
                      </a:r>
                    </a:p>
                  </a:txBody>
                  <a:tcPr marL="68187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Ata </a:t>
                      </a:r>
                      <a:br>
                        <a:rPr lang="pt-B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Enviada?</a:t>
                      </a:r>
                    </a:p>
                  </a:txBody>
                  <a:tcPr marL="68187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Algum Ponto de Atenção?</a:t>
                      </a:r>
                    </a:p>
                  </a:txBody>
                  <a:tcPr marL="68187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543037996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pPr algn="l" fontAlgn="ctr"/>
                      <a:r>
                        <a:rPr lang="pt-BR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ALGAR TELECOM</a:t>
                      </a:r>
                    </a:p>
                  </a:txBody>
                  <a:tcPr marL="68187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Link Internet</a:t>
                      </a:r>
                    </a:p>
                  </a:txBody>
                  <a:tcPr marL="68187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135803640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pPr algn="l" fontAlgn="ctr"/>
                      <a:r>
                        <a:rPr lang="pt-BR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ORACLE</a:t>
                      </a:r>
                    </a:p>
                  </a:txBody>
                  <a:tcPr marL="68187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Managed Cloud </a:t>
                      </a:r>
                    </a:p>
                  </a:txBody>
                  <a:tcPr marL="68187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946868869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pPr algn="l" fontAlgn="ctr"/>
                      <a:r>
                        <a:rPr lang="pt-BR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LEVEL3</a:t>
                      </a:r>
                    </a:p>
                  </a:txBody>
                  <a:tcPr marL="68187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Links MPLS</a:t>
                      </a:r>
                    </a:p>
                  </a:txBody>
                  <a:tcPr marL="68187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498770375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pPr algn="l" fontAlgn="ctr"/>
                      <a:r>
                        <a:rPr lang="pt-BR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VIVO</a:t>
                      </a:r>
                    </a:p>
                  </a:txBody>
                  <a:tcPr marL="68187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Links MPLS</a:t>
                      </a:r>
                    </a:p>
                  </a:txBody>
                  <a:tcPr marL="68187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391057867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pPr algn="l" fontAlgn="ctr"/>
                      <a:r>
                        <a:rPr lang="pt-BR" sz="12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CREDIBILIT</a:t>
                      </a:r>
                    </a:p>
                  </a:txBody>
                  <a:tcPr marL="68187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Suporte Ambiente </a:t>
                      </a:r>
                      <a:br>
                        <a:rPr lang="pt-B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pt-B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AWS Amazon</a:t>
                      </a:r>
                    </a:p>
                  </a:txBody>
                  <a:tcPr marL="68187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34931474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pPr algn="l" fontAlgn="ctr"/>
                      <a:r>
                        <a:rPr lang="pt-BR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TIVIT</a:t>
                      </a:r>
                    </a:p>
                  </a:txBody>
                  <a:tcPr marL="68187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EDI</a:t>
                      </a:r>
                    </a:p>
                  </a:txBody>
                  <a:tcPr marL="68187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51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pt-B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76" marR="7576" marT="7576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4108154491"/>
                  </a:ext>
                </a:extLst>
              </a:tr>
            </a:tbl>
          </a:graphicData>
        </a:graphic>
      </p:graphicFrame>
      <p:pic>
        <p:nvPicPr>
          <p:cNvPr id="15" name="Imagem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" y="66675"/>
            <a:ext cx="6686550" cy="1581150"/>
          </a:xfrm>
          <a:prstGeom prst="rect">
            <a:avLst/>
          </a:prstGeom>
        </p:spPr>
      </p:pic>
      <p:sp>
        <p:nvSpPr>
          <p:cNvPr id="16" name="Retângulo 15"/>
          <p:cNvSpPr/>
          <p:nvPr/>
        </p:nvSpPr>
        <p:spPr>
          <a:xfrm>
            <a:off x="85725" y="66674"/>
            <a:ext cx="6685200" cy="9712326"/>
          </a:xfrm>
          <a:prstGeom prst="rect">
            <a:avLst/>
          </a:prstGeom>
          <a:noFill/>
          <a:ln>
            <a:solidFill>
              <a:srgbClr val="FF8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aixaDeTexto 17"/>
          <p:cNvSpPr txBox="1"/>
          <p:nvPr/>
        </p:nvSpPr>
        <p:spPr>
          <a:xfrm>
            <a:off x="150897" y="1803401"/>
            <a:ext cx="5964150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pt-BR" sz="2400" b="1" dirty="0">
                <a:solidFill>
                  <a:srgbClr val="F5712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Ger. Fornecedores Críticos de TI</a:t>
            </a:r>
          </a:p>
          <a:p>
            <a:pPr>
              <a:spcAft>
                <a:spcPts val="600"/>
              </a:spcAft>
            </a:pPr>
            <a:r>
              <a:rPr lang="pt-BR" sz="2400" b="1" dirty="0">
                <a:solidFill>
                  <a:srgbClr val="F5712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Quadro-Resumo </a:t>
            </a:r>
            <a:r>
              <a:rPr lang="pt-BR" sz="2400" b="1" dirty="0" smtClean="0">
                <a:solidFill>
                  <a:srgbClr val="F5712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MM/AAAA </a:t>
            </a:r>
            <a:endParaRPr lang="pt-BR" sz="2400" b="1" dirty="0">
              <a:solidFill>
                <a:srgbClr val="F57124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>
              <a:spcAft>
                <a:spcPts val="600"/>
              </a:spcAft>
            </a:pPr>
            <a:r>
              <a:rPr lang="pt-BR" b="1" dirty="0" err="1">
                <a:solidFill>
                  <a:schemeClr val="bg1">
                    <a:lumMod val="65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SLAs</a:t>
            </a:r>
            <a:r>
              <a:rPr lang="pt-BR" b="1" dirty="0">
                <a:solidFill>
                  <a:schemeClr val="bg1">
                    <a:lumMod val="65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referentes a </a:t>
            </a:r>
            <a:r>
              <a:rPr lang="pt-BR" b="1" dirty="0" smtClean="0">
                <a:solidFill>
                  <a:schemeClr val="bg1">
                    <a:lumMod val="65000"/>
                  </a:scheme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MM/AA</a:t>
            </a:r>
            <a:endParaRPr lang="pt-BR" b="1" dirty="0">
              <a:solidFill>
                <a:schemeClr val="bg1">
                  <a:lumMod val="65000"/>
                </a:schemeClr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CaixaDeTexto 19"/>
          <p:cNvSpPr txBox="1"/>
          <p:nvPr/>
        </p:nvSpPr>
        <p:spPr>
          <a:xfrm>
            <a:off x="1503366" y="8866646"/>
            <a:ext cx="5025514" cy="70788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just">
              <a:spcAft>
                <a:spcPts val="1200"/>
              </a:spcAft>
            </a:pPr>
            <a:r>
              <a:rPr lang="pt-BR" sz="1600" dirty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SLM TI Smiles</a:t>
            </a:r>
            <a:endParaRPr lang="pt-BR" sz="16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just">
              <a:spcAft>
                <a:spcPts val="1200"/>
              </a:spcAft>
            </a:pPr>
            <a:r>
              <a:rPr lang="pt-BR" sz="1400" b="1" dirty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Processo de Gerenciamento de Fornecedores Críticos de TI</a:t>
            </a:r>
          </a:p>
        </p:txBody>
      </p:sp>
      <p:pic>
        <p:nvPicPr>
          <p:cNvPr id="2052" name="Picture 4" descr="https://www.klipfolio.com/sites/all/themes/klipfolio_theme/img/icons/icon-klipstarts.png"/>
          <p:cNvPicPr>
            <a:picLocks noChangeAspect="1" noChangeArrowheads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011" y="8779020"/>
            <a:ext cx="1387789" cy="8831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tângulo: Cantos Arredondados 6"/>
          <p:cNvSpPr>
            <a:spLocks noChangeAspect="1"/>
          </p:cNvSpPr>
          <p:nvPr/>
        </p:nvSpPr>
        <p:spPr>
          <a:xfrm>
            <a:off x="4017320" y="2912537"/>
            <a:ext cx="2497778" cy="1069492"/>
          </a:xfrm>
          <a:prstGeom prst="roundRect">
            <a:avLst>
              <a:gd name="adj" fmla="val 15904"/>
            </a:avLst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1047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3756</TotalTime>
  <Words>52</Words>
  <PresentationFormat>Papel A4 (210 x 297 mm)</PresentationFormat>
  <Paragraphs>24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Arial</vt:lpstr>
      <vt:lpstr>Calibri</vt:lpstr>
      <vt:lpstr>Segoe UI</vt:lpstr>
      <vt:lpstr>Segoe UI Semibold</vt:lpstr>
      <vt:lpstr>Office Theme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2014-01-24T21:35:00Z</dcterms:created>
  <dcterms:modified xsi:type="dcterms:W3CDTF">2017-01-04T17:28:06Z</dcterms:modified>
</cp:coreProperties>
</file>