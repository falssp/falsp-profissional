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44" r:id="rId2"/>
    <p:sldId id="339" r:id="rId3"/>
    <p:sldId id="343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D"/>
    <a:srgbClr val="FF6600"/>
    <a:srgbClr val="F57124"/>
    <a:srgbClr val="FF9900"/>
    <a:srgbClr val="F68E1E"/>
    <a:srgbClr val="99CCFF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962" y="-246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11/10/2016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10/11/2016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1154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</a:t>
            </a:r>
          </a:p>
          <a:p>
            <a:pPr marL="540000" algn="just"/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794892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4748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6901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://icalendario.br.com/media/imprimir/2016/mensal/outubro/calendario-outubro-2016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6" r="2889" b="7377"/>
          <a:stretch/>
        </p:blipFill>
        <p:spPr bwMode="auto">
          <a:xfrm>
            <a:off x="193635" y="2963228"/>
            <a:ext cx="6469380" cy="448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988771" y="5748615"/>
            <a:ext cx="1030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Oracle</a:t>
            </a:r>
          </a:p>
        </p:txBody>
      </p:sp>
      <p:sp>
        <p:nvSpPr>
          <p:cNvPr id="3" name="Retângulo 2"/>
          <p:cNvSpPr/>
          <p:nvPr/>
        </p:nvSpPr>
        <p:spPr>
          <a:xfrm>
            <a:off x="1736449" y="6295808"/>
            <a:ext cx="1534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rgbClr val="7030A0"/>
                </a:solidFill>
              </a:rPr>
              <a:t>Credibility</a:t>
            </a:r>
          </a:p>
          <a:p>
            <a:pPr algn="ctr"/>
            <a:r>
              <a:rPr lang="pt-BR" sz="1400" b="1" dirty="0">
                <a:solidFill>
                  <a:srgbClr val="7030A0"/>
                </a:solidFill>
              </a:rPr>
              <a:t>AWS</a:t>
            </a:r>
          </a:p>
        </p:txBody>
      </p:sp>
      <p:sp>
        <p:nvSpPr>
          <p:cNvPr id="4" name="Retângulo 3"/>
          <p:cNvSpPr/>
          <p:nvPr/>
        </p:nvSpPr>
        <p:spPr>
          <a:xfrm>
            <a:off x="3974963" y="5748615"/>
            <a:ext cx="7251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Level3</a:t>
            </a:r>
          </a:p>
        </p:txBody>
      </p:sp>
      <p:sp>
        <p:nvSpPr>
          <p:cNvPr id="5" name="Retângulo 4"/>
          <p:cNvSpPr/>
          <p:nvPr/>
        </p:nvSpPr>
        <p:spPr>
          <a:xfrm>
            <a:off x="3114136" y="6373627"/>
            <a:ext cx="6174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TIVIT</a:t>
            </a:r>
          </a:p>
        </p:txBody>
      </p:sp>
      <p:sp>
        <p:nvSpPr>
          <p:cNvPr id="6" name="Retângulo 5"/>
          <p:cNvSpPr/>
          <p:nvPr/>
        </p:nvSpPr>
        <p:spPr>
          <a:xfrm>
            <a:off x="3114136" y="5748615"/>
            <a:ext cx="6283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Algar</a:t>
            </a:r>
          </a:p>
        </p:txBody>
      </p:sp>
      <p:sp>
        <p:nvSpPr>
          <p:cNvPr id="8" name="Retângulo 7"/>
          <p:cNvSpPr/>
          <p:nvPr/>
        </p:nvSpPr>
        <p:spPr>
          <a:xfrm>
            <a:off x="874871" y="6295808"/>
            <a:ext cx="15073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rgbClr val="7030A0"/>
                </a:solidFill>
              </a:rPr>
              <a:t>Vivo</a:t>
            </a:r>
          </a:p>
          <a:p>
            <a:pPr algn="ctr"/>
            <a:r>
              <a:rPr lang="pt-BR" sz="1400" b="1" dirty="0">
                <a:solidFill>
                  <a:srgbClr val="7030A0"/>
                </a:solidFill>
              </a:rPr>
              <a:t>Telefônica</a:t>
            </a:r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588" y="1857828"/>
            <a:ext cx="43046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dos Fornecedores Críticos de TI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941702" y="3925237"/>
            <a:ext cx="5559251" cy="25545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Objetivos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Aprimorar as práticas de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sobre os níveis de serviço contratados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(SLAs e indicadores)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Aumentar 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eficiência operacional dos serviços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TI contratados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Promover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encontros mensais para prestação de contas do Fornecedor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à Smiles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Ampliar o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relacionamento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entre Smiles e o Fornecedor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Maior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conformidade</a:t>
            </a: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9425" y="3986448"/>
            <a:ext cx="582967" cy="582967"/>
          </a:xfrm>
          <a:prstGeom prst="rect">
            <a:avLst/>
          </a:prstGeom>
        </p:spPr>
      </p:pic>
      <p:pic>
        <p:nvPicPr>
          <p:cNvPr id="1024" name="Imagem 1023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6865914"/>
            <a:ext cx="553682" cy="553682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3664177" y="9253338"/>
            <a:ext cx="3049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</a:t>
            </a:r>
          </a:p>
          <a:p>
            <a:pPr algn="r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11.Out</a:t>
            </a:r>
          </a:p>
        </p:txBody>
      </p:sp>
      <p:sp>
        <p:nvSpPr>
          <p:cNvPr id="5" name="Retângulo: Cantos Arredondados 4"/>
          <p:cNvSpPr>
            <a:spLocks noChangeAspect="1"/>
          </p:cNvSpPr>
          <p:nvPr/>
        </p:nvSpPr>
        <p:spPr>
          <a:xfrm>
            <a:off x="3910846" y="2491111"/>
            <a:ext cx="2609158" cy="1117177"/>
          </a:xfrm>
          <a:prstGeom prst="roundRect">
            <a:avLst>
              <a:gd name="adj" fmla="val 14191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150588" y="2653074"/>
            <a:ext cx="3739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Saiba mais sobre o novo processo e o que muda no dia-a-dia entre sua empresa e a TI da Smiles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54087" y="6865914"/>
            <a:ext cx="5559251" cy="22621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vem por aí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Até quinta-feira (13/10), será enviada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convocação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uma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reunião de Prestação de Contas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sobre os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indicadores e SLAs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referentes ao mês de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Setembro de 2016.</a:t>
            </a: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reunião será agendada entre os dias 17/10 e 28/10. </a:t>
            </a: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Prepare-se para apresentar os resultados desses indicadores e eventuais desvios ocorridos no período.</a:t>
            </a:r>
            <a:endParaRPr lang="pt-BR" sz="14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6800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Fique atento à convocação, data e horário. </a:t>
            </a:r>
          </a:p>
        </p:txBody>
      </p:sp>
      <p:sp>
        <p:nvSpPr>
          <p:cNvPr id="6" name="Retângulo 5"/>
          <p:cNvSpPr/>
          <p:nvPr/>
        </p:nvSpPr>
        <p:spPr>
          <a:xfrm>
            <a:off x="259425" y="9323080"/>
            <a:ext cx="47864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Sua presença é fundamental. </a:t>
            </a:r>
          </a:p>
        </p:txBody>
      </p:sp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707707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de Prestação de Contas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Convocação</a:t>
            </a:r>
            <a:endParaRPr lang="pt-BR" sz="24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540000" algn="just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Conforme comunicado enviado em 11 de outubro, sua empresa está sendo </a:t>
            </a:r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convocada para a reunião de Prestação de Contas mensal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dos serviços contratados.</a:t>
            </a:r>
          </a:p>
          <a:p>
            <a:pPr marL="540000" algn="just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0000" algn="just"/>
            <a:r>
              <a:rPr lang="pt-BR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Nesta reunião deverão ser apresentados e posteriormente debatidos os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níveis de serviço (indicadores e SLAs) referentes ao mês de </a:t>
            </a:r>
            <a:r>
              <a:rPr lang="pt-BR" b="1" u="sng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Setembro de 2016</a:t>
            </a:r>
            <a:r>
              <a:rPr lang="pt-BR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20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598677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7034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600686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81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3650</TotalTime>
  <Words>250</Words>
  <Application>Microsoft Office PowerPoint</Application>
  <PresentationFormat>Papel A4 (210 x 297 mm)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274</cp:revision>
  <dcterms:created xsi:type="dcterms:W3CDTF">2014-01-24T21:35:00Z</dcterms:created>
  <dcterms:modified xsi:type="dcterms:W3CDTF">2016-10-11T20:01:36Z</dcterms:modified>
</cp:coreProperties>
</file>