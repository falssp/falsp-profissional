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25"/>
    <a:srgbClr val="FFFF00"/>
    <a:srgbClr val="3FFB48"/>
    <a:srgbClr val="000000"/>
    <a:srgbClr val="FF8E2D"/>
    <a:srgbClr val="FF6600"/>
    <a:srgbClr val="F57124"/>
    <a:srgbClr val="FF9900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60" y="-417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078912"/>
              </p:ext>
            </p:extLst>
          </p:nvPr>
        </p:nvGraphicFramePr>
        <p:xfrm>
          <a:off x="342901" y="4265604"/>
          <a:ext cx="6172197" cy="4337696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476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 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50897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Dezembro/2016 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</a:t>
            </a: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3882</TotalTime>
  <Words>98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289</cp:revision>
  <dcterms:created xsi:type="dcterms:W3CDTF">2014-01-24T21:35:00Z</dcterms:created>
  <dcterms:modified xsi:type="dcterms:W3CDTF">2017-02-06T14:18:36Z</dcterms:modified>
</cp:coreProperties>
</file>