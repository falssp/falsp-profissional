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FB48"/>
    <a:srgbClr val="FF2525"/>
    <a:srgbClr val="FFFF00"/>
    <a:srgbClr val="000000"/>
    <a:srgbClr val="FF8E2D"/>
    <a:srgbClr val="FF6600"/>
    <a:srgbClr val="F57124"/>
    <a:srgbClr val="FF9900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600" y="-310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88966"/>
              </p:ext>
            </p:extLst>
          </p:nvPr>
        </p:nvGraphicFramePr>
        <p:xfrm>
          <a:off x="342901" y="4265604"/>
          <a:ext cx="6172197" cy="4320000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</a:t>
                      </a:r>
                      <a:r>
                        <a:rPr lang="pt-BR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TIb</a:t>
                      </a:r>
                      <a:endParaRPr lang="pt-BR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Janeiro/2017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Dez/16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3810</TotalTime>
  <Words>116</Words>
  <Application>Microsoft Office PowerPoint</Application>
  <PresentationFormat>Papel A4 (210 x 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290</cp:revision>
  <dcterms:created xsi:type="dcterms:W3CDTF">2014-01-24T21:35:00Z</dcterms:created>
  <dcterms:modified xsi:type="dcterms:W3CDTF">2017-02-06T14:19:43Z</dcterms:modified>
</cp:coreProperties>
</file>