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57" r:id="rId3"/>
    <p:sldId id="356" r:id="rId4"/>
    <p:sldId id="364" r:id="rId5"/>
    <p:sldId id="370" r:id="rId6"/>
    <p:sldId id="371" r:id="rId7"/>
    <p:sldId id="369" r:id="rId8"/>
    <p:sldId id="365" r:id="rId9"/>
    <p:sldId id="366" r:id="rId10"/>
    <p:sldId id="367" r:id="rId11"/>
    <p:sldId id="368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03/11/2016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Fechamento Out-16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Henckes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2 </a:t>
            </a:r>
            <a:r>
              <a:rPr lang="pt-B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– 03-11-2016</a:t>
            </a:r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2050" name="Picture 2" descr="http://aliraza.co/wp-content/uploads/2015/11/monthly-report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789" y="4508498"/>
            <a:ext cx="3534649" cy="234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7"/>
          <p:cNvSpPr/>
          <p:nvPr/>
        </p:nvSpPr>
        <p:spPr>
          <a:xfrm>
            <a:off x="6961559" y="914401"/>
            <a:ext cx="2880941" cy="2387649"/>
          </a:xfrm>
          <a:prstGeom prst="roundRect">
            <a:avLst>
              <a:gd name="adj" fmla="val 7164"/>
            </a:avLst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4" y="3543300"/>
            <a:ext cx="9980771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Visão Macro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7531216" y="2742863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102</a:t>
            </a:r>
          </a:p>
        </p:txBody>
      </p:sp>
      <p:sp>
        <p:nvSpPr>
          <p:cNvPr id="19" name="Retângulo de cantos arredondados 14"/>
          <p:cNvSpPr/>
          <p:nvPr/>
        </p:nvSpPr>
        <p:spPr>
          <a:xfrm>
            <a:off x="7531216" y="2161045"/>
            <a:ext cx="792000" cy="432000"/>
          </a:xfrm>
          <a:prstGeom prst="roundRect">
            <a:avLst/>
          </a:prstGeom>
          <a:solidFill>
            <a:srgbClr val="00B05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303</a:t>
            </a:r>
            <a:endParaRPr lang="pt-BR" sz="2400" i="1" dirty="0"/>
          </a:p>
        </p:txBody>
      </p:sp>
      <p:sp>
        <p:nvSpPr>
          <p:cNvPr id="20" name="Retângulo de cantos arredondados 14"/>
          <p:cNvSpPr/>
          <p:nvPr/>
        </p:nvSpPr>
        <p:spPr>
          <a:xfrm>
            <a:off x="7531216" y="1584860"/>
            <a:ext cx="792000" cy="432000"/>
          </a:xfrm>
          <a:prstGeom prst="roundRect">
            <a:avLst/>
          </a:prstGeom>
          <a:solidFill>
            <a:srgbClr val="FF000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311</a:t>
            </a:r>
            <a:endParaRPr lang="pt-BR" sz="2400" i="1" dirty="0"/>
          </a:p>
        </p:txBody>
      </p:sp>
      <p:sp>
        <p:nvSpPr>
          <p:cNvPr id="21" name="Retângulo de cantos arredondados 14"/>
          <p:cNvSpPr/>
          <p:nvPr/>
        </p:nvSpPr>
        <p:spPr>
          <a:xfrm>
            <a:off x="7531216" y="1005859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94</a:t>
            </a:r>
            <a:endParaRPr lang="pt-BR" sz="1050" i="1" dirty="0"/>
          </a:p>
        </p:txBody>
      </p:sp>
      <p:sp>
        <p:nvSpPr>
          <p:cNvPr id="22" name="Retângulo 21"/>
          <p:cNvSpPr/>
          <p:nvPr/>
        </p:nvSpPr>
        <p:spPr>
          <a:xfrm>
            <a:off x="8359867" y="105258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Anterior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8359867" y="2804975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Atual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8359867" y="2207768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Fechados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359867" y="16315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Abertos</a:t>
            </a:r>
          </a:p>
        </p:txBody>
      </p:sp>
      <p:sp>
        <p:nvSpPr>
          <p:cNvPr id="4" name="Texto explicativo retangular com cantos arredondados 3"/>
          <p:cNvSpPr/>
          <p:nvPr/>
        </p:nvSpPr>
        <p:spPr>
          <a:xfrm>
            <a:off x="4215249" y="4689525"/>
            <a:ext cx="1109325" cy="590550"/>
          </a:xfrm>
          <a:prstGeom prst="wedgeRoundRectCallout">
            <a:avLst>
              <a:gd name="adj1" fmla="val -38775"/>
              <a:gd name="adj2" fmla="val 1332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100% CPU BD EmissaoDB  com retirada de func. Site Smiles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088029" y="2667954"/>
            <a:ext cx="262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6961560" y="1493083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+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6961560" y="2018468"/>
            <a:ext cx="569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-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6961560" y="2666475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=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579756" y="1069359"/>
            <a:ext cx="5615366" cy="2094789"/>
          </a:xfrm>
          <a:prstGeom prst="roundRect">
            <a:avLst>
              <a:gd name="adj" fmla="val 7164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72" y="1602959"/>
            <a:ext cx="22955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97" y="1577559"/>
            <a:ext cx="22288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tângulo 28"/>
          <p:cNvSpPr/>
          <p:nvPr/>
        </p:nvSpPr>
        <p:spPr>
          <a:xfrm>
            <a:off x="539723" y="1176893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Resposta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3069422" y="1192282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Resolução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5433123" y="5064075"/>
            <a:ext cx="2916000" cy="517576"/>
            <a:chOff x="5433123" y="5064075"/>
            <a:chExt cx="2916000" cy="517576"/>
          </a:xfrm>
        </p:grpSpPr>
        <p:sp>
          <p:nvSpPr>
            <p:cNvPr id="30" name="Texto explicativo retangular com cantos arredondados 29"/>
            <p:cNvSpPr/>
            <p:nvPr/>
          </p:nvSpPr>
          <p:spPr>
            <a:xfrm>
              <a:off x="5907227" y="5064075"/>
              <a:ext cx="1967790" cy="216000"/>
            </a:xfrm>
            <a:prstGeom prst="wedgeRoundRectCallout">
              <a:avLst>
                <a:gd name="adj1" fmla="val -23320"/>
                <a:gd name="adj2" fmla="val 46156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pt-BR" sz="1000" b="1" dirty="0"/>
                <a:t>Treinamento BI (1/2 FTE Time)</a:t>
              </a:r>
            </a:p>
          </p:txBody>
        </p:sp>
        <p:sp>
          <p:nvSpPr>
            <p:cNvPr id="13" name="Chave direita 12"/>
            <p:cNvSpPr/>
            <p:nvPr/>
          </p:nvSpPr>
          <p:spPr>
            <a:xfrm rot="16200000">
              <a:off x="6786347" y="4018876"/>
              <a:ext cx="209551" cy="2916000"/>
            </a:xfrm>
            <a:prstGeom prst="rightBrace">
              <a:avLst>
                <a:gd name="adj1" fmla="val 34091"/>
                <a:gd name="adj2" fmla="val 50000"/>
              </a:avLst>
            </a:prstGeom>
            <a:effectLst>
              <a:glow rad="101600">
                <a:schemeClr val="bg1"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</p:grpSp>
      <p:sp>
        <p:nvSpPr>
          <p:cNvPr id="35" name="Texto explicativo retangular com cantos arredondados 34"/>
          <p:cNvSpPr/>
          <p:nvPr/>
        </p:nvSpPr>
        <p:spPr>
          <a:xfrm>
            <a:off x="1173186" y="4689525"/>
            <a:ext cx="1109325" cy="590550"/>
          </a:xfrm>
          <a:prstGeom prst="wedgeRoundRectCallout">
            <a:avLst>
              <a:gd name="adj1" fmla="val -38775"/>
              <a:gd name="adj2" fmla="val 1332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Entrada de Projetos Q3</a:t>
            </a:r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94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35393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por Status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256" y="2292832"/>
            <a:ext cx="6524625" cy="3438525"/>
          </a:xfrm>
          <a:prstGeom prst="rect">
            <a:avLst/>
          </a:prstGeom>
        </p:spPr>
      </p:pic>
      <p:sp>
        <p:nvSpPr>
          <p:cNvPr id="5" name="Círculo Parcial 4"/>
          <p:cNvSpPr/>
          <p:nvPr/>
        </p:nvSpPr>
        <p:spPr>
          <a:xfrm>
            <a:off x="3983316" y="2997782"/>
            <a:ext cx="2124000" cy="2124000"/>
          </a:xfrm>
          <a:prstGeom prst="pie">
            <a:avLst>
              <a:gd name="adj1" fmla="val 1447950"/>
              <a:gd name="adj2" fmla="val 13782017"/>
            </a:avLst>
          </a:prstGeom>
          <a:solidFill>
            <a:srgbClr val="C00000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Texto explicativo retangular com cantos arredondados 3"/>
          <p:cNvSpPr/>
          <p:nvPr/>
        </p:nvSpPr>
        <p:spPr>
          <a:xfrm>
            <a:off x="5538695" y="5019774"/>
            <a:ext cx="2782186" cy="813591"/>
          </a:xfrm>
          <a:prstGeom prst="wedgeRoundRectCallout">
            <a:avLst>
              <a:gd name="adj1" fmla="val -46474"/>
              <a:gd name="adj2" fmla="val -10298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b="1" dirty="0"/>
              <a:t>57,9% </a:t>
            </a:r>
            <a:r>
              <a:rPr lang="pt-BR" sz="1100" b="1" dirty="0"/>
              <a:t>do </a:t>
            </a:r>
            <a:r>
              <a:rPr lang="pt-BR" sz="1100" b="1" i="1" dirty="0" err="1"/>
              <a:t>Backlog</a:t>
            </a:r>
            <a:r>
              <a:rPr lang="pt-BR" sz="1100" b="1" i="1" dirty="0"/>
              <a:t> </a:t>
            </a:r>
            <a:r>
              <a:rPr lang="pt-BR" sz="1100" b="1" dirty="0"/>
              <a:t>é referente aos status “Pendente Desenvolvimento” e “Operação Assistida”</a:t>
            </a:r>
          </a:p>
        </p:txBody>
      </p:sp>
      <p:sp>
        <p:nvSpPr>
          <p:cNvPr id="13" name="Texto explicativo retangular com cantos arredondados 3"/>
          <p:cNvSpPr/>
          <p:nvPr/>
        </p:nvSpPr>
        <p:spPr>
          <a:xfrm>
            <a:off x="8150088" y="918113"/>
            <a:ext cx="1656521" cy="1088138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03.Nov já demonstra chamados resolvidos e fechados. Fechamento ocorreu depois de 31.Out</a:t>
            </a:r>
          </a:p>
        </p:txBody>
      </p:sp>
    </p:spTree>
    <p:extLst>
      <p:ext uri="{BB962C8B-B14F-4D97-AF65-F5344CB8AC3E}">
        <p14:creationId xmlns:p14="http://schemas.microsoft.com/office/powerpoint/2010/main" val="35576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3329674" y="1543536"/>
            <a:ext cx="34577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Pendente Desenvolvimento por Projeto Ofensor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469" y="2576719"/>
            <a:ext cx="6934200" cy="3162300"/>
          </a:xfrm>
          <a:prstGeom prst="rect">
            <a:avLst/>
          </a:prstGeom>
        </p:spPr>
      </p:pic>
      <p:sp>
        <p:nvSpPr>
          <p:cNvPr id="10" name="Texto explicativo retangular com cantos arredondados 3"/>
          <p:cNvSpPr/>
          <p:nvPr/>
        </p:nvSpPr>
        <p:spPr>
          <a:xfrm>
            <a:off x="8150088" y="1040853"/>
            <a:ext cx="1656521" cy="462715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03.Nov</a:t>
            </a:r>
          </a:p>
        </p:txBody>
      </p:sp>
      <p:sp>
        <p:nvSpPr>
          <p:cNvPr id="11" name="Texto explicativo retangular com cantos arredondados 3"/>
          <p:cNvSpPr/>
          <p:nvPr/>
        </p:nvSpPr>
        <p:spPr>
          <a:xfrm>
            <a:off x="6196162" y="5121016"/>
            <a:ext cx="2782186" cy="618003"/>
          </a:xfrm>
          <a:prstGeom prst="wedgeRoundRectCallout">
            <a:avLst>
              <a:gd name="adj1" fmla="val -34090"/>
              <a:gd name="adj2" fmla="val -1155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/>
              <a:t>Chamados em que não é possível realizar associação específica a nenhum projeto ou melhoria.</a:t>
            </a:r>
          </a:p>
        </p:txBody>
      </p:sp>
    </p:spTree>
    <p:extLst>
      <p:ext uri="{BB962C8B-B14F-4D97-AF65-F5344CB8AC3E}">
        <p14:creationId xmlns:p14="http://schemas.microsoft.com/office/powerpoint/2010/main" val="327272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3438569" y="1543536"/>
            <a:ext cx="324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Operação Assistida </a:t>
            </a:r>
          </a:p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Projeto Ofensor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269" y="2607572"/>
            <a:ext cx="6324600" cy="3286125"/>
          </a:xfrm>
          <a:prstGeom prst="rect">
            <a:avLst/>
          </a:prstGeom>
        </p:spPr>
      </p:pic>
      <p:sp>
        <p:nvSpPr>
          <p:cNvPr id="13" name="Texto explicativo retangular com cantos arredondados 3"/>
          <p:cNvSpPr/>
          <p:nvPr/>
        </p:nvSpPr>
        <p:spPr>
          <a:xfrm>
            <a:off x="8150088" y="1040853"/>
            <a:ext cx="1656521" cy="462715"/>
          </a:xfrm>
          <a:prstGeom prst="foldedCorner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/>
              <a:t>Obs.: Gráfico gerado em 03.Nov</a:t>
            </a:r>
          </a:p>
        </p:txBody>
      </p:sp>
    </p:spTree>
    <p:extLst>
      <p:ext uri="{BB962C8B-B14F-4D97-AF65-F5344CB8AC3E}">
        <p14:creationId xmlns:p14="http://schemas.microsoft.com/office/powerpoint/2010/main" val="415347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87190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84916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4" y="2185990"/>
            <a:ext cx="513397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504" y="2185990"/>
            <a:ext cx="507682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o explicativo retangular com cantos arredondados 3"/>
          <p:cNvSpPr/>
          <p:nvPr/>
        </p:nvSpPr>
        <p:spPr>
          <a:xfrm>
            <a:off x="305570" y="4329289"/>
            <a:ext cx="1109325" cy="590550"/>
          </a:xfrm>
          <a:prstGeom prst="wedgeRoundRectCallout">
            <a:avLst>
              <a:gd name="adj1" fmla="val 30513"/>
              <a:gd name="adj2" fmla="val -10910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Aguardando aprovação do  Catálogo de Serviços</a:t>
            </a:r>
          </a:p>
        </p:txBody>
      </p:sp>
    </p:spTree>
    <p:extLst>
      <p:ext uri="{BB962C8B-B14F-4D97-AF65-F5344CB8AC3E}">
        <p14:creationId xmlns:p14="http://schemas.microsoft.com/office/powerpoint/2010/main" val="43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 Ofensores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374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52375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2043113"/>
            <a:ext cx="498157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9" y="2043113"/>
            <a:ext cx="495300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01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86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Ações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263333" y="1638300"/>
            <a:ext cx="5883467" cy="5715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Pontuais de Melhoria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63333" y="2209800"/>
            <a:ext cx="5883467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Publicar no JIRA o Catálogo  revisado</a:t>
            </a:r>
          </a:p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124" name="Picture 4" descr="http://www.promapp.com/Time%20to%20Impro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314825"/>
            <a:ext cx="3970338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0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8147</TotalTime>
  <Words>223</Words>
  <Application>Microsoft Office PowerPoint</Application>
  <PresentationFormat>Personalizar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66</cp:revision>
  <dcterms:created xsi:type="dcterms:W3CDTF">2014-01-24T21:35:00Z</dcterms:created>
  <dcterms:modified xsi:type="dcterms:W3CDTF">2016-11-03T22:29:01Z</dcterms:modified>
</cp:coreProperties>
</file>