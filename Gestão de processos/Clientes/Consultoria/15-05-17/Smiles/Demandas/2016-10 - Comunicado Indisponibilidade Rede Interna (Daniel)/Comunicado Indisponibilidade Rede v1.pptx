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9601200" cy="12801600" type="A3"/>
  <p:notesSz cx="6858000" cy="9144000"/>
  <p:defaultTextStyle>
    <a:defPPr>
      <a:defRPr lang="en-US"/>
    </a:defPPr>
    <a:lvl1pPr marL="0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032">
          <p15:clr>
            <a:srgbClr val="A4A3A4"/>
          </p15:clr>
        </p15:guide>
        <p15:guide id="4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6600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432" y="72"/>
      </p:cViewPr>
      <p:guideLst>
        <p:guide orient="horz" pos="3120"/>
        <p:guide pos="2160"/>
        <p:guide orient="horz" pos="403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3976801"/>
            <a:ext cx="8161020" cy="27440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4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6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9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1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3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6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8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8226220"/>
            <a:ext cx="8161020" cy="2542540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5425867"/>
            <a:ext cx="8161020" cy="280034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2307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6461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469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922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1153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383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614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844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2" y="2865546"/>
            <a:ext cx="4242197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2" y="4059766"/>
            <a:ext cx="4242197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8" y="2865546"/>
            <a:ext cx="4243865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8" y="4059766"/>
            <a:ext cx="4243865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509693"/>
            <a:ext cx="3158729" cy="216916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6" y="509699"/>
            <a:ext cx="5367337" cy="10925812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5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2678861"/>
            <a:ext cx="3158729" cy="8756651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8961120"/>
            <a:ext cx="5760720" cy="1057912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143846"/>
            <a:ext cx="5760720" cy="7680960"/>
          </a:xfrm>
        </p:spPr>
        <p:txBody>
          <a:bodyPr/>
          <a:lstStyle>
            <a:lvl1pPr marL="0" indent="0">
              <a:buNone/>
              <a:defRPr sz="6100"/>
            </a:lvl1pPr>
            <a:lvl2pPr marL="882307" indent="0">
              <a:buNone/>
              <a:defRPr sz="5300"/>
            </a:lvl2pPr>
            <a:lvl3pPr marL="1764612" indent="0">
              <a:buNone/>
              <a:defRPr sz="4500"/>
            </a:lvl3pPr>
            <a:lvl4pPr marL="2646919" indent="0">
              <a:buNone/>
              <a:defRPr sz="3900"/>
            </a:lvl4pPr>
            <a:lvl5pPr marL="3529226" indent="0">
              <a:buNone/>
              <a:defRPr sz="3900"/>
            </a:lvl5pPr>
            <a:lvl6pPr marL="4411530" indent="0">
              <a:buNone/>
              <a:defRPr sz="3900"/>
            </a:lvl6pPr>
            <a:lvl7pPr marL="5293837" indent="0">
              <a:buNone/>
              <a:defRPr sz="3900"/>
            </a:lvl7pPr>
            <a:lvl8pPr marL="6176143" indent="0">
              <a:buNone/>
              <a:defRPr sz="3900"/>
            </a:lvl8pPr>
            <a:lvl9pPr marL="7058449" indent="0">
              <a:buNone/>
              <a:defRPr sz="3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0019032"/>
            <a:ext cx="5760720" cy="1502408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12666"/>
            <a:ext cx="2160270" cy="10922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512666"/>
            <a:ext cx="6320790" cy="109228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2169" tIns="61085" rIns="122169" bIns="6108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2987047"/>
            <a:ext cx="8641080" cy="8448464"/>
          </a:xfrm>
          <a:prstGeom prst="rect">
            <a:avLst/>
          </a:prstGeom>
        </p:spPr>
        <p:txBody>
          <a:bodyPr vert="horz" lIns="122169" tIns="61085" rIns="122169" bIns="6108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l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1865194"/>
            <a:ext cx="30403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ct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30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729" indent="-661729" algn="l" defTabSz="882307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3747" indent="-551440" algn="l" defTabSz="882307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5765" indent="-441154" algn="l" defTabSz="882307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088072" indent="-441154" algn="l" defTabSz="882307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70378" indent="-441154" algn="l" defTabSz="882307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52684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4991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7297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9603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8230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64612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4691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9226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1153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29383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176143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05844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86165"/>
            <a:ext cx="9361170" cy="2043332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20015" y="86163"/>
            <a:ext cx="9359280" cy="12410637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2169" tIns="61085" rIns="122169" bIns="61085"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381474" y="4581747"/>
            <a:ext cx="8936695" cy="1128767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lvl="1"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 e Benefício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objetivo desta manutenção é proporcionar </a:t>
            </a:r>
            <a:r>
              <a:rPr lang="pt-BR" sz="16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estabilidade</a:t>
            </a: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evitando interrupções durante o uso de nossas conexões de rede e telefonia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9296" y="4509043"/>
            <a:ext cx="554400" cy="51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1" name="CaixaDeTexto 30"/>
          <p:cNvSpPr txBox="1"/>
          <p:nvPr/>
        </p:nvSpPr>
        <p:spPr>
          <a:xfrm>
            <a:off x="330839" y="9258100"/>
            <a:ext cx="7399239" cy="1367293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lvl="1"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muda para os colaboradores Smiles?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lnSpc>
                <a:spcPts val="1900"/>
              </a:lnSpc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Além da maior estabilidade prevista para as conexões, tanto cabeadas quanto </a:t>
            </a:r>
            <a:r>
              <a:rPr lang="pt-B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wireless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após a manutenção os colaboradores Smiles </a:t>
            </a:r>
            <a:r>
              <a:rPr lang="pt-BR" sz="16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passarão a utilizar a mesma senha de rede para conseguir acessar o </a:t>
            </a:r>
            <a:r>
              <a:rPr lang="pt-BR" sz="1600" b="1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Jabber</a:t>
            </a:r>
            <a:r>
              <a:rPr lang="pt-BR" sz="16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024" name="Imagem 1023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6107977"/>
            <a:ext cx="540000" cy="498461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425046" y="11122396"/>
            <a:ext cx="8749218" cy="1262136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dia 10 de Outubro (segunda), o Time de TI estará de prontidão para auxiliá-lo em caso de dúvidas ou dificuldades de acesso. Conte conosco.</a:t>
            </a:r>
          </a:p>
          <a:p>
            <a:pPr algn="r">
              <a:spcAft>
                <a:spcPts val="600"/>
              </a:spcAft>
            </a:pPr>
            <a:endParaRPr lang="pt-BR" sz="1600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r">
              <a:spcAft>
                <a:spcPts val="6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032202" y="158571"/>
            <a:ext cx="1447095" cy="49269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07.Out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98040" y="2728794"/>
            <a:ext cx="4547236" cy="1108248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Manutenção na Rede Interna Smiles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09296" y="6187662"/>
            <a:ext cx="8783585" cy="1128767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lvl="1"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Planejamento da Manutenção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Durante a manutenção, que ocorrerá no próximo final de semana, serão realizadas diversas atividades técnicas que acarretarão indisponibilidade das conexões.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844005" y="7586735"/>
            <a:ext cx="7913191" cy="1030349"/>
            <a:chOff x="1279689" y="8088385"/>
            <a:chExt cx="7913191" cy="1030349"/>
          </a:xfrm>
        </p:grpSpPr>
        <p:sp>
          <p:nvSpPr>
            <p:cNvPr id="23" name="CaixaDeTexto 22"/>
            <p:cNvSpPr txBox="1"/>
            <p:nvPr/>
          </p:nvSpPr>
          <p:spPr>
            <a:xfrm>
              <a:off x="1279689" y="8088385"/>
              <a:ext cx="7913191" cy="1030349"/>
            </a:xfrm>
            <a:prstGeom prst="roundRect">
              <a:avLst>
                <a:gd name="adj" fmla="val 17666"/>
              </a:avLst>
            </a:prstGeom>
            <a:noFill/>
            <a:ln>
              <a:solidFill>
                <a:srgbClr val="F57124"/>
              </a:solidFill>
            </a:ln>
          </p:spPr>
          <p:txBody>
            <a:bodyPr wrap="square" lIns="122169" tIns="61085" rIns="122169" bIns="61085" rtlCol="0">
              <a:spAutoFit/>
            </a:bodyPr>
            <a:lstStyle/>
            <a:p>
              <a:pPr marL="1080000" algn="just">
                <a:lnSpc>
                  <a:spcPts val="2100"/>
                </a:lnSpc>
              </a:pPr>
              <a:r>
                <a:rPr lang="pt-BR" sz="1600" u="sng" dirty="0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Atenção</a:t>
              </a:r>
              <a:r>
                <a:rPr lang="pt-BR" sz="1600" dirty="0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 </a:t>
              </a:r>
              <a:r>
                <a:rPr lang="pt-BR" sz="1600" b="1" dirty="0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Rede Interna do nosso escritório (cabeada e </a:t>
              </a:r>
              <a:r>
                <a:rPr lang="pt-BR" sz="1600" b="1" i="1" dirty="0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wireless</a:t>
              </a:r>
              <a:r>
                <a:rPr lang="pt-BR" sz="1600" b="1" dirty="0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), a VPN Smiles e os telefones (ramais) estarão indisponíveis das 21h00 do dia 07/10 (sexta) até 20h00 de 09/10 (domingo).</a:t>
              </a:r>
            </a:p>
          </p:txBody>
        </p:sp>
        <p:pic>
          <p:nvPicPr>
            <p:cNvPr id="1028" name="Picture 4" descr="https://pixabay.com/static/uploads/photo/2014/04/02/16/21/attention-307030_960_720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8123" y="8269579"/>
              <a:ext cx="741250" cy="667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Agrupar 2"/>
          <p:cNvGrpSpPr/>
          <p:nvPr/>
        </p:nvGrpSpPr>
        <p:grpSpPr>
          <a:xfrm>
            <a:off x="5131690" y="2271449"/>
            <a:ext cx="4061191" cy="2431878"/>
            <a:chOff x="5131690" y="2271449"/>
            <a:chExt cx="4061191" cy="2431878"/>
          </a:xfrm>
        </p:grpSpPr>
        <p:pic>
          <p:nvPicPr>
            <p:cNvPr id="2" name="Picture 4" descr="http://farhikhteweb.com/network/wp-content/uploads/2015/06/networking2.png"/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23" t="2219" r="15376"/>
            <a:stretch/>
          </p:blipFill>
          <p:spPr bwMode="auto">
            <a:xfrm>
              <a:off x="5131690" y="2321095"/>
              <a:ext cx="4061191" cy="2382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www.safetysign.com/images/catlog/product/large/R5336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90814">
              <a:off x="7855581" y="2271449"/>
              <a:ext cx="1332167" cy="999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http://leadchangegroup.com/wp-content/uploads/2014/03/Fotolia_43583849_XS-300x300.jpg"/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11537" r="9837" b="10463"/>
          <a:stretch/>
        </p:blipFill>
        <p:spPr bwMode="auto">
          <a:xfrm>
            <a:off x="463356" y="9173729"/>
            <a:ext cx="446281" cy="44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www.immixgroup.com/uploadedImages/Images/Adaptive_Imaging/logo_CiscoJabber.gif?n=424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747" y="9573631"/>
            <a:ext cx="1612422" cy="76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3541</TotalTime>
  <Words>174</Words>
  <Application>Microsoft Office PowerPoint</Application>
  <PresentationFormat>Papel A3 (297 x 420 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291</cp:revision>
  <dcterms:created xsi:type="dcterms:W3CDTF">2014-01-24T21:35:00Z</dcterms:created>
  <dcterms:modified xsi:type="dcterms:W3CDTF">2016-10-06T22:00:22Z</dcterms:modified>
</cp:coreProperties>
</file>