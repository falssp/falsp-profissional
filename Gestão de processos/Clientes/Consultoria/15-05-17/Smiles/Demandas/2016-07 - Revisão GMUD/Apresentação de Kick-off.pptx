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39" r:id="rId3"/>
    <p:sldId id="340" r:id="rId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58" y="7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01/08/2016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8/1/2016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679" y="5769975"/>
            <a:ext cx="2019582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1313211"/>
            <a:ext cx="5688627" cy="5532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</a:t>
            </a:r>
          </a:p>
          <a:p>
            <a:pPr algn="r"/>
            <a:r>
              <a:rPr lang="pt-BR" sz="32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de Mudanças</a:t>
            </a:r>
            <a:endParaRPr lang="pt-BR" sz="3200" b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</a:t>
            </a:r>
            <a:r>
              <a:rPr lang="pt-BR" sz="20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do processo atual, proposta de melhoria e implementação</a:t>
            </a:r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Agosto/2016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757" y="3975096"/>
            <a:ext cx="1188000" cy="118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625" y="4029096"/>
            <a:ext cx="1080000" cy="1080000"/>
          </a:xfrm>
          <a:prstGeom prst="rect">
            <a:avLst/>
          </a:prstGeom>
        </p:spPr>
      </p:pic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Projeto: Gerenciamento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186490" y="1100671"/>
            <a:ext cx="9513564" cy="515846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SUMÁRIO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Equipe do Projeto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</a:p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2000"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Próximos 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Passos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1100671"/>
            <a:ext cx="9513564" cy="52486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Levantamento e mapeamento detalhado de todos os procedimentos N1 na equipe de operações de TI </a:t>
            </a:r>
            <a:r>
              <a:rPr lang="pt-BR" dirty="0" err="1">
                <a:solidFill>
                  <a:schemeClr val="tx1"/>
                </a:solidFill>
              </a:rPr>
              <a:t>Smiles</a:t>
            </a:r>
            <a:r>
              <a:rPr lang="pt-BR" dirty="0">
                <a:solidFill>
                  <a:schemeClr val="tx1"/>
                </a:solidFill>
              </a:rPr>
              <a:t> (Infraestrutura, Suporte Siebel, Suporte </a:t>
            </a:r>
            <a:r>
              <a:rPr lang="pt-BR" dirty="0" err="1">
                <a:solidFill>
                  <a:schemeClr val="tx1"/>
                </a:solidFill>
              </a:rPr>
              <a:t>Right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 err="1">
                <a:solidFill>
                  <a:schemeClr val="tx1"/>
                </a:solidFill>
              </a:rPr>
              <a:t>Now</a:t>
            </a:r>
            <a:r>
              <a:rPr lang="pt-BR" dirty="0">
                <a:solidFill>
                  <a:schemeClr val="tx1"/>
                </a:solidFill>
              </a:rPr>
              <a:t>, Suporte Site, e monitoramento de arquivos EDI);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Identificação de procedimentos elegíveis ao N1;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Criação de procedimentos N1;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Validação de procedimentos junto à área de TI </a:t>
            </a:r>
            <a:r>
              <a:rPr lang="pt-BR" dirty="0" err="1">
                <a:solidFill>
                  <a:schemeClr val="tx1"/>
                </a:solidFill>
              </a:rPr>
              <a:t>Smiles</a:t>
            </a:r>
            <a:r>
              <a:rPr lang="pt-BR" dirty="0">
                <a:solidFill>
                  <a:schemeClr val="tx1"/>
                </a:solidFill>
              </a:rPr>
              <a:t> (teste de mesa);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Ajustes de procedimentos.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Projeto: Gerenciamento de Mudanças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3251</TotalTime>
  <Words>102</Words>
  <Application>Microsoft Office PowerPoint</Application>
  <PresentationFormat>Personalizar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Gotham Rounded Book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Luiz Rabello</cp:lastModifiedBy>
  <cp:revision>303</cp:revision>
  <dcterms:created xsi:type="dcterms:W3CDTF">2014-01-24T21:35:00Z</dcterms:created>
  <dcterms:modified xsi:type="dcterms:W3CDTF">2016-08-01T19:16:08Z</dcterms:modified>
</cp:coreProperties>
</file>