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3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2298" y="6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67168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50962" y="1876006"/>
            <a:ext cx="31857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</a:t>
            </a:r>
          </a:p>
          <a:p>
            <a:pPr>
              <a:spcAft>
                <a:spcPts val="1800"/>
              </a:spcAft>
            </a:pPr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14591" y="3540178"/>
            <a:ext cx="6390506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Relembrando nossa Iniciativa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implantamos a Central de Serviços de TI, uma iniciativa relacionada à melhoria do atendimento aos colaboradores da Smiles e da Central de Atendimento.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o lançamento </a:t>
            </a:r>
            <a:r>
              <a:rPr lang="pt-BR" sz="14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passamos a acompanhar e tratar apenas os chamados abertos através do JIRA Service Desk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nossa ferramenta de gestão.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Recentemente fomos notificados da abertura de chamados em </a:t>
            </a:r>
            <a:r>
              <a:rPr lang="pt-BR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outras ferramentas antigas, as quais não são acompanhadas pelo nosso time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Bef>
                <a:spcPts val="600"/>
              </a:spcBef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Link de acesso ao JIRA Service Desk  </a:t>
            </a:r>
            <a:r>
              <a:rPr lang="pt-BR" sz="11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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  <a:sym typeface="Wingdings" panose="05000000000000000000" pitchFamily="2" charset="2"/>
              </a:rPr>
              <a:t> 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https://smiles.atlassian.net/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dúvidas, sugestões ou necessidade de acesso ao JIRA Service Desk, pedimos a gentileza de entrar em contato com a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Talita </a:t>
            </a:r>
            <a:r>
              <a:rPr lang="pt-BR" sz="14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Vimercati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através do endereço </a:t>
            </a: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talita.vimercati@smiles.com.br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Atenciosamente, </a:t>
            </a:r>
          </a:p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Central de Serviços de TI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Diretoria de TI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28.Jul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7" y="1845847"/>
            <a:ext cx="1440000" cy="1440000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535739" y="6420574"/>
            <a:ext cx="578652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Pedimos a gentileza de efetuarem a abertura de chamados </a:t>
            </a:r>
            <a:r>
              <a:rPr lang="pt-BR" sz="1600" b="1" u="sng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apenas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no JIRA Service Desk. Com isso, garantimos o atendimento baseado nos </a:t>
            </a:r>
            <a:r>
              <a:rPr lang="pt-BR" sz="16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estabelecidos.</a:t>
            </a:r>
          </a:p>
        </p:txBody>
      </p:sp>
      <p:grpSp>
        <p:nvGrpSpPr>
          <p:cNvPr id="12" name="Agrupar 11"/>
          <p:cNvGrpSpPr>
            <a:grpSpLocks noChangeAspect="1"/>
          </p:cNvGrpSpPr>
          <p:nvPr/>
        </p:nvGrpSpPr>
        <p:grpSpPr>
          <a:xfrm rot="853078">
            <a:off x="4579178" y="1855643"/>
            <a:ext cx="1908000" cy="1908000"/>
            <a:chOff x="-4743968" y="795076"/>
            <a:chExt cx="6858000" cy="6858000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743968" y="795076"/>
              <a:ext cx="6858000" cy="6858000"/>
            </a:xfrm>
            <a:prstGeom prst="rect">
              <a:avLst/>
            </a:prstGeom>
          </p:spPr>
        </p:pic>
        <p:pic>
          <p:nvPicPr>
            <p:cNvPr id="14" name="Picture 2" descr="https://jira.atlassian.com/images/atlassian-jira-logo-large.png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55804" y="3111645"/>
              <a:ext cx="3686629" cy="1445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tângulo Arredondado 1"/>
          <p:cNvSpPr/>
          <p:nvPr/>
        </p:nvSpPr>
        <p:spPr>
          <a:xfrm>
            <a:off x="624840" y="7482840"/>
            <a:ext cx="5570220" cy="358140"/>
          </a:xfrm>
          <a:prstGeom prst="roundRect">
            <a:avLst/>
          </a:prstGeom>
          <a:noFill/>
          <a:ln w="95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01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</TotalTime>
  <Words>162</Words>
  <Application>Microsoft Office PowerPoint</Application>
  <PresentationFormat>Papel A4 (210 x 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280</cp:revision>
  <dcterms:created xsi:type="dcterms:W3CDTF">2014-01-24T21:35:00Z</dcterms:created>
  <dcterms:modified xsi:type="dcterms:W3CDTF">2016-08-30T21:43:19Z</dcterms:modified>
</cp:coreProperties>
</file>