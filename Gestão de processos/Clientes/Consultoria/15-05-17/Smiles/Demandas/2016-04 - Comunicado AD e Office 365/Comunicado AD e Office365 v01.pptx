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270" y="3240"/>
      </p:cViewPr>
      <p:guideLst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60775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330840" y="5581955"/>
            <a:ext cx="4284000" cy="2842056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 AD (servidor de </a:t>
            </a:r>
            <a:r>
              <a:rPr lang="pt-BR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exclusivo para </a:t>
            </a:r>
            <a:r>
              <a:rPr lang="pt-BR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migrar </a:t>
            </a:r>
            <a:r>
              <a:rPr lang="pt-BR" sz="18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colaboradores</a:t>
            </a:r>
            <a:r>
              <a:rPr lang="pt-BR" sz="18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um File Server (servidor de arquivos) exclusivo para </a:t>
            </a:r>
            <a:r>
              <a:rPr lang="pt-BR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Migrar todos os colaboradores </a:t>
            </a:r>
            <a:r>
              <a:rPr lang="pt-BR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o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 365.</a:t>
            </a:r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47015" y="5584551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CaixaDeTexto 29"/>
          <p:cNvSpPr txBox="1"/>
          <p:nvPr/>
        </p:nvSpPr>
        <p:spPr>
          <a:xfrm>
            <a:off x="4668723" y="5581955"/>
            <a:ext cx="4284000" cy="2944648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</a:t>
            </a:r>
            <a:r>
              <a:rPr lang="pt-B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rápido</a:t>
            </a:r>
            <a:endParaRPr lang="pt-BR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Acessos </a:t>
            </a:r>
            <a:r>
              <a:rPr lang="pt-B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ágil</a:t>
            </a:r>
            <a:endParaRPr lang="pt-BR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Ambiente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escalável e </a:t>
            </a:r>
            <a:r>
              <a:rPr lang="pt-B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redundante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nova infraestrutura</a:t>
            </a:r>
            <a:endParaRPr lang="pt-BR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eficiência na Gestão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(gestão interna permite maior rastreabilidade e visibilidade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pt-BR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30840" y="8830964"/>
            <a:ext cx="8965372" cy="3047240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Planejamento</a:t>
            </a:r>
          </a:p>
          <a:p>
            <a:pPr>
              <a:spcAft>
                <a:spcPts val="802"/>
              </a:spcAft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planejamento do projeto prevê as seguintes datas para finalização das etapas:</a:t>
            </a: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o AD </a:t>
            </a:r>
            <a:r>
              <a:rPr lang="pt-BR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09 de Maio</a:t>
            </a: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para o Office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365: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 de Julho</a:t>
            </a:r>
          </a:p>
          <a:p>
            <a:pPr marL="381780" indent="-38178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Implantação do File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Server: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 de Agosto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802"/>
              </a:spcAft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Estão previstas sessões de </a:t>
            </a:r>
            <a:r>
              <a:rPr lang="pt-BR" sz="18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esclarecimento dos benefícios e novidades do Office 365 para todos os colaboradores. Fique atento às convocações!</a:t>
            </a:r>
            <a:endParaRPr lang="pt-BR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275" y="5521097"/>
            <a:ext cx="705600" cy="651323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22" y="8766237"/>
            <a:ext cx="640624" cy="591345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689520" y="12196429"/>
            <a:ext cx="6220270" cy="41575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sz="19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15.Abr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6307801" y="2539626"/>
            <a:ext cx="2772000" cy="2047015"/>
            <a:chOff x="8456991" y="3511902"/>
            <a:chExt cx="2412261" cy="1873518"/>
          </a:xfrm>
        </p:grpSpPr>
        <p:pic>
          <p:nvPicPr>
            <p:cNvPr id="22" name="Picture 8" descr="http://www.logicatecnologia.com.br/imagens/servicos/O365.jpg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28"/>
            <a:stretch/>
          </p:blipFill>
          <p:spPr bwMode="auto">
            <a:xfrm>
              <a:off x="8456991" y="3511902"/>
              <a:ext cx="2412261" cy="187351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/>
            <a:extLst/>
          </p:spPr>
        </p:pic>
        <p:pic>
          <p:nvPicPr>
            <p:cNvPr id="1030" name="Picture 6" descr="http://www.axxys.com/development/wp-content/uploads/2015/06/microsoft-office-365-cloud-blue.png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9477" y="3513748"/>
              <a:ext cx="1289775" cy="748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8456991" y="4262696"/>
              <a:ext cx="444500" cy="337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496" y="3283591"/>
            <a:ext cx="2252249" cy="18609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/>
        </p:spPr>
      </p:pic>
      <p:sp>
        <p:nvSpPr>
          <p:cNvPr id="18" name="CaixaDeTexto 17"/>
          <p:cNvSpPr txBox="1"/>
          <p:nvPr/>
        </p:nvSpPr>
        <p:spPr>
          <a:xfrm>
            <a:off x="265890" y="2395103"/>
            <a:ext cx="4020360" cy="2801019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2404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de Migração para AD </a:t>
            </a:r>
            <a:r>
              <a:rPr lang="pt-BR" sz="3200" b="1" dirty="0" err="1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Smiles</a:t>
            </a: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Office </a:t>
            </a:r>
            <a:r>
              <a:rPr lang="pt-BR" sz="3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365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Melhorias para o dia-a-dia dos colaboradores </a:t>
            </a: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404"/>
              </a:spcAft>
            </a:pPr>
            <a:endParaRPr lang="pt-BR" sz="18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3350</TotalTime>
  <Words>136</Words>
  <Application>Microsoft Office PowerPoint</Application>
  <PresentationFormat>Papel A3 (297x420 mm)</PresentationFormat>
  <Paragraphs>19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usr</cp:lastModifiedBy>
  <cp:revision>269</cp:revision>
  <dcterms:created xsi:type="dcterms:W3CDTF">2014-01-24T21:35:00Z</dcterms:created>
  <dcterms:modified xsi:type="dcterms:W3CDTF">2016-04-14T10:42:22Z</dcterms:modified>
</cp:coreProperties>
</file>