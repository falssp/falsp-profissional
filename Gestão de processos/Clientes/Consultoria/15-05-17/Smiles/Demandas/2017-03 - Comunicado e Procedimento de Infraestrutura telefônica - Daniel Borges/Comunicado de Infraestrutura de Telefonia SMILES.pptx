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6858000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5737" userDrawn="1">
          <p15:clr>
            <a:srgbClr val="A4A3A4"/>
          </p15:clr>
        </p15:guide>
        <p15:guide id="3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64" autoAdjust="0"/>
  </p:normalViewPr>
  <p:slideViewPr>
    <p:cSldViewPr snapToGrid="0" snapToObjects="1">
      <p:cViewPr>
        <p:scale>
          <a:sx n="125" d="100"/>
          <a:sy n="125" d="100"/>
        </p:scale>
        <p:origin x="600" y="-3246"/>
      </p:cViewPr>
      <p:guideLst>
        <p:guide orient="horz" pos="5737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68563" y="685800"/>
            <a:ext cx="19208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5859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802226"/>
            <a:ext cx="5829300" cy="26235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6935789"/>
            <a:ext cx="4800600" cy="312790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2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2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8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7865099"/>
            <a:ext cx="5829300" cy="2430926"/>
          </a:xfrm>
        </p:spPr>
        <p:txBody>
          <a:bodyPr anchor="t"/>
          <a:lstStyle>
            <a:lvl1pPr algn="l">
              <a:defRPr sz="57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5187677"/>
            <a:ext cx="5829300" cy="2677418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4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820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23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64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205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46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873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28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739752"/>
            <a:ext cx="3030141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881549"/>
            <a:ext cx="3030141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739752"/>
            <a:ext cx="3031332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881549"/>
            <a:ext cx="3031332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487319"/>
            <a:ext cx="2256235" cy="207393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487326"/>
            <a:ext cx="3833812" cy="104461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561262"/>
            <a:ext cx="2256235" cy="837224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8567737"/>
            <a:ext cx="4114800" cy="1011471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1093633"/>
            <a:ext cx="4114800" cy="7343775"/>
          </a:xfrm>
        </p:spPr>
        <p:txBody>
          <a:bodyPr/>
          <a:lstStyle>
            <a:lvl1pPr marL="0" indent="0">
              <a:buNone/>
              <a:defRPr sz="4622"/>
            </a:lvl1pPr>
            <a:lvl2pPr marL="660410" indent="0">
              <a:buNone/>
              <a:defRPr sz="4044"/>
            </a:lvl2pPr>
            <a:lvl3pPr marL="1320820" indent="0">
              <a:buNone/>
              <a:defRPr sz="3467"/>
            </a:lvl3pPr>
            <a:lvl4pPr marL="1981231" indent="0">
              <a:buNone/>
              <a:defRPr sz="2889"/>
            </a:lvl4pPr>
            <a:lvl5pPr marL="2641641" indent="0">
              <a:buNone/>
              <a:defRPr sz="2889"/>
            </a:lvl5pPr>
            <a:lvl6pPr marL="3302051" indent="0">
              <a:buNone/>
              <a:defRPr sz="2889"/>
            </a:lvl6pPr>
            <a:lvl7pPr marL="3962462" indent="0">
              <a:buNone/>
              <a:defRPr sz="2889"/>
            </a:lvl7pPr>
            <a:lvl8pPr marL="4622873" indent="0">
              <a:buNone/>
              <a:defRPr sz="2889"/>
            </a:lvl8pPr>
            <a:lvl9pPr marL="5283282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9579209"/>
            <a:ext cx="4114800" cy="143645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490160"/>
            <a:ext cx="1543050" cy="104433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90160"/>
            <a:ext cx="4514850" cy="104433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90153"/>
            <a:ext cx="6172200" cy="203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855919"/>
            <a:ext cx="6172200" cy="8077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11344327"/>
            <a:ext cx="21717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410" rtl="0" eaLnBrk="1" latinLnBrk="0" hangingPunct="1">
        <a:spcBef>
          <a:spcPct val="0"/>
        </a:spcBef>
        <a:buNone/>
        <a:defRPr sz="63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308" indent="-495308" algn="l" defTabSz="66041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67" indent="-412756" algn="l" defTabSz="66041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1026" indent="-330206" algn="l" defTabSz="66041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436" indent="-330206" algn="l" defTabSz="66041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847" indent="-330206" algn="l" defTabSz="66041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25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66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307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48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41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82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23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64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205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6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873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28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990342" y="4064846"/>
            <a:ext cx="2640865" cy="146299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2" y="1682407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72740" y="1687500"/>
            <a:ext cx="6685200" cy="8969045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188956" y="3443100"/>
            <a:ext cx="434801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Comunicação na </a:t>
            </a:r>
            <a:r>
              <a:rPr lang="pt-BR" sz="2400" b="1" dirty="0" err="1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Smiles</a:t>
            </a: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está mais dinâmica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422517" y="10272479"/>
            <a:ext cx="3600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Atenciosamente | Diretoria de TI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21305" y="1738434"/>
            <a:ext cx="10336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14.Mar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95660" y="4274097"/>
            <a:ext cx="3871762" cy="1893078"/>
          </a:xfrm>
          <a:prstGeom prst="rect">
            <a:avLst/>
          </a:prstGeom>
          <a:noFill/>
        </p:spPr>
        <p:txBody>
          <a:bodyPr wrap="square" lIns="122169" tIns="61085" rIns="122169" bIns="61085" rtlCol="0" anchor="ctr">
            <a:spAutoFit/>
          </a:bodyPr>
          <a:lstStyle/>
          <a:p>
            <a:pPr>
              <a:spcAft>
                <a:spcPts val="3000"/>
              </a:spcAft>
            </a:pPr>
            <a:r>
              <a:rPr lang="pt-BR" sz="17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Todos os colaboradores e salas de reunião da </a:t>
            </a:r>
            <a:r>
              <a:rPr lang="pt-BR" sz="1700" dirty="0" err="1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7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dispõe </a:t>
            </a:r>
            <a:r>
              <a:rPr lang="pt-BR" sz="17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aparelhos telefônicos </a:t>
            </a:r>
            <a:r>
              <a:rPr lang="pt-BR" sz="17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também salas de conferência por voz</a:t>
            </a:r>
            <a:r>
              <a:rPr lang="pt-BR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spcAft>
                <a:spcPts val="3000"/>
              </a:spcAft>
            </a:pPr>
            <a:endParaRPr lang="pt-BR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94827" y="5701051"/>
            <a:ext cx="6436380" cy="34265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equipe de Infraestrutura de TI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o objetivo de aprimorar a comunicação entre os colaboradores, informa a instalação de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“Aparelhos Telefônicos”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individuais e nas salas de reunião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Implementamos também, as funções de “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Conferência”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voz para até 8 participantes e também de “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Desvio de chamada”,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cuja função permite que o colaborador </a:t>
            </a:r>
            <a:r>
              <a:rPr lang="pt-B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cadastre um número de telefone alternativo.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isso garantimos mais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facilidade e praticidade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comunicação com colaboradores e fornecedores.</a:t>
            </a:r>
            <a:endParaRPr lang="pt-BR" sz="14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caso de dúvidas ou esclarecimentos, procurar Daniel Borges, da área de Infraestrutura de  TI.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342" y="4061419"/>
            <a:ext cx="2672195" cy="15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3876</TotalTime>
  <Words>138</Words>
  <Application>Microsoft Office PowerPoint</Application>
  <PresentationFormat>Personalizar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Maluf</dc:creator>
  <cp:lastModifiedBy>Andre Santos</cp:lastModifiedBy>
  <cp:revision>60</cp:revision>
  <dcterms:created xsi:type="dcterms:W3CDTF">2014-01-24T21:35:00Z</dcterms:created>
  <dcterms:modified xsi:type="dcterms:W3CDTF">2017-03-14T18:15:14Z</dcterms:modified>
</cp:coreProperties>
</file>