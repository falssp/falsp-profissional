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39" r:id="rId3"/>
    <p:sldId id="359" r:id="rId4"/>
    <p:sldId id="345" r:id="rId5"/>
    <p:sldId id="355" r:id="rId6"/>
    <p:sldId id="356" r:id="rId7"/>
    <p:sldId id="358" r:id="rId8"/>
    <p:sldId id="360" r:id="rId9"/>
    <p:sldId id="361" r:id="rId1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42" y="54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26D4-BB22-405D-8A03-AF2F8CBC4919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68D0-CE47-4877-9BD0-C46BE2BB9CD5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497E-30E6-4C08-9D14-E070002978BF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7FF6-005E-4BA2-9305-A7C647913EA8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8140B-6EC9-48F1-A41F-43DC9AE4C8DD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E8AD-DEA3-4297-ADE0-9CC2DDD1F23C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7650-0C5D-40AD-AA5D-CFE5562FEFB0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5CB6-874E-4B63-BC1B-0A4BE32AD0E9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BBB69-9F2C-4EC9-881E-974CA77666E8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A57-9F36-4D1E-9409-51BB29037D99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CA03-ADFA-416A-94F6-0D8DF22E4FC0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6757D-D130-4BC6-B1D1-6E22D1418CA3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hyperlink" Target="https://telefones.smiles.corp/ucmuser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4.wdp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6.wdp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174537"/>
            <a:ext cx="60319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Serviços de TI</a:t>
            </a: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Guia de Uso do </a:t>
            </a:r>
          </a:p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Portal Self </a:t>
            </a:r>
            <a:r>
              <a:rPr lang="pt-BR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Care</a:t>
            </a:r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Cisco </a:t>
            </a: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/2017 - 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v01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9" y="4063876"/>
            <a:ext cx="1618467" cy="1618467"/>
          </a:xfrm>
          <a:prstGeom prst="rect">
            <a:avLst/>
          </a:prstGeom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pic>
        <p:nvPicPr>
          <p:cNvPr id="1026" name="Picture 2" descr="http://www.umkc.edu/hr/images/how-do-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35" y="678567"/>
            <a:ext cx="4538534" cy="29230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9"/>
          <p:cNvSpPr/>
          <p:nvPr/>
        </p:nvSpPr>
        <p:spPr>
          <a:xfrm>
            <a:off x="453951" y="1662661"/>
            <a:ext cx="9210823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acessar o Portal Self </a:t>
            </a:r>
            <a:r>
              <a:rPr lang="pt-BR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Cisco 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criar uma sala de Conferência no Portal Self </a:t>
            </a:r>
            <a:r>
              <a:rPr lang="pt-BR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Acessando uma Sala de Conferência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Utilizando a Função Desvio de Chamada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9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Acessar 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CISCO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Acesse o link: </a:t>
            </a:r>
            <a:r>
              <a:rPr lang="pt-BR" altLang="pt-BR" dirty="0">
                <a:solidFill>
                  <a:srgbClr val="1155CC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https://telefones.smiles.corp/ucmuser/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Entre com seu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 e senha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mesmo que você utiliza para acessar seu AD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eta Dobrada 11"/>
          <p:cNvSpPr/>
          <p:nvPr/>
        </p:nvSpPr>
        <p:spPr>
          <a:xfrm rot="10800000" flipH="1">
            <a:off x="2515829" y="3003461"/>
            <a:ext cx="858516" cy="1542779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95654" y="3131988"/>
            <a:ext cx="3404394" cy="3671698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3395654" y="3131988"/>
            <a:ext cx="3404394" cy="367169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71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se </a:t>
            </a:r>
            <a:r>
              <a:rPr lang="pt-B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logar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na tela principal clique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CONFIGURAÇÕES GERAIS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1" y="2498501"/>
            <a:ext cx="8926066" cy="397630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475511" y="2511380"/>
            <a:ext cx="8926066" cy="397630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2472744" y="2891850"/>
            <a:ext cx="1481070" cy="3407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4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8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clicar em Configurações Gerais a tela abaixo aparecerá.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Desça a barra de rolagem até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CONFERENCE NOW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475513" y="2374770"/>
            <a:ext cx="6633626" cy="1858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3" y="2374770"/>
            <a:ext cx="6633626" cy="1858320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2" y="4719442"/>
            <a:ext cx="5561481" cy="1835780"/>
          </a:xfrm>
          <a:prstGeom prst="rect">
            <a:avLst/>
          </a:prstGeom>
        </p:spPr>
      </p:pic>
      <p:sp>
        <p:nvSpPr>
          <p:cNvPr id="21" name="Retângulo 20"/>
          <p:cNvSpPr/>
          <p:nvPr/>
        </p:nvSpPr>
        <p:spPr>
          <a:xfrm>
            <a:off x="475513" y="4703134"/>
            <a:ext cx="5561480" cy="18357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475513" y="5323097"/>
            <a:ext cx="5216950" cy="1215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8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área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CONFERENCE NOW.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Coloque no campo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Número da reunião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quatro últimos números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seu ramal.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digite uma senha no campo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Código de Acesso dos Participantes.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opte por não digitar uma senha, o acesso após digitar o ramal será automático.</a:t>
            </a:r>
            <a:endParaRPr lang="pt-BR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989" y="3990086"/>
            <a:ext cx="7445898" cy="2548829"/>
          </a:xfrm>
          <a:prstGeom prst="rect">
            <a:avLst/>
          </a:prstGeom>
        </p:spPr>
      </p:pic>
      <p:sp>
        <p:nvSpPr>
          <p:cNvPr id="21" name="Retângulo 20"/>
          <p:cNvSpPr/>
          <p:nvPr/>
        </p:nvSpPr>
        <p:spPr>
          <a:xfrm>
            <a:off x="639867" y="3947501"/>
            <a:ext cx="7449020" cy="259141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3193960" y="5519226"/>
            <a:ext cx="2112136" cy="8371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12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Acessando uma sala de Conferência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8525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telefone disque o número desejado, após a gravação solicitar, digite o Ramal da sala  seguido da tecla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seguida aguarde a gravação solicitar o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Código de Reunião </a:t>
            </a: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informado pelo administrador da sala de conferência), Digite o código seguido da tecla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Obs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Caso ainda não existam participantes na sala, o usuário ouvirá uma música de espera.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5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Utilizando a Função Desvio de Chamada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se </a:t>
            </a:r>
            <a:r>
              <a:rPr lang="pt-B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logar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na tela principal clique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DESVIO DE CHAMADA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1" y="2498501"/>
            <a:ext cx="8926066" cy="397630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475511" y="2511380"/>
            <a:ext cx="8926066" cy="397630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475512" y="4027599"/>
            <a:ext cx="1610866" cy="3407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62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Utilizando a Função Desvio de Chamada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a opção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Desviar todas as chamadas para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seguida, digite o número para aonde a ligação deve ser desviada e clique em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Salvar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475511" y="2420696"/>
            <a:ext cx="8295001" cy="181645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7650" y="2443571"/>
            <a:ext cx="8282862" cy="1793578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2150767" y="3432854"/>
            <a:ext cx="1500391" cy="398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791" y="4793046"/>
            <a:ext cx="8270722" cy="1922266"/>
          </a:xfrm>
          <a:prstGeom prst="rect">
            <a:avLst/>
          </a:prstGeom>
        </p:spPr>
      </p:pic>
      <p:sp>
        <p:nvSpPr>
          <p:cNvPr id="18" name="Retângulo 17"/>
          <p:cNvSpPr/>
          <p:nvPr/>
        </p:nvSpPr>
        <p:spPr>
          <a:xfrm>
            <a:off x="475512" y="4799210"/>
            <a:ext cx="8295001" cy="192226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144330" y="6313377"/>
            <a:ext cx="585991" cy="2679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0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5161</TotalTime>
  <Words>378</Words>
  <Application>Microsoft Office PowerPoint</Application>
  <PresentationFormat>Personalizar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325</cp:revision>
  <dcterms:created xsi:type="dcterms:W3CDTF">2014-01-24T21:35:00Z</dcterms:created>
  <dcterms:modified xsi:type="dcterms:W3CDTF">2017-03-15T19:42:33Z</dcterms:modified>
</cp:coreProperties>
</file>