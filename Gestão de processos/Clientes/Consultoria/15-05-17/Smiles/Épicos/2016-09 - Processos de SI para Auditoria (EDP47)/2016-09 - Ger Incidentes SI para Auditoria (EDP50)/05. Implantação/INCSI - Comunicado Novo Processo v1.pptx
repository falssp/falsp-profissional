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39" r:id="rId2"/>
  </p:sldIdLst>
  <p:sldSz cx="6858000" cy="133207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9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8E2D"/>
    <a:srgbClr val="FF6600"/>
    <a:srgbClr val="F57124"/>
    <a:srgbClr val="FF9900"/>
    <a:srgbClr val="F68E1E"/>
    <a:srgbClr val="99CCFF"/>
    <a:srgbClr val="EE6829"/>
    <a:srgbClr val="E28734"/>
    <a:srgbClr val="F4BC7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9" autoAdjust="0"/>
    <p:restoredTop sz="94660"/>
  </p:normalViewPr>
  <p:slideViewPr>
    <p:cSldViewPr snapToGrid="0" snapToObjects="1">
      <p:cViewPr>
        <p:scale>
          <a:sx n="125" d="100"/>
          <a:sy n="125" d="100"/>
        </p:scale>
        <p:origin x="678" y="-3666"/>
      </p:cViewPr>
      <p:guideLst>
        <p:guide orient="horz" pos="4196"/>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2CD1B9-1777-43A0-8DF4-B945C46147BD}" type="datetimeFigureOut">
              <a:rPr lang="pt-BR" smtClean="0"/>
              <a:t>27/10/2016</a:t>
            </a:fld>
            <a:endParaRPr lang="pt-BR"/>
          </a:p>
        </p:txBody>
      </p:sp>
      <p:sp>
        <p:nvSpPr>
          <p:cNvPr id="4" name="Espaço Reservado para Imagem de Slide 3"/>
          <p:cNvSpPr>
            <a:spLocks noGrp="1" noRot="1" noChangeAspect="1"/>
          </p:cNvSpPr>
          <p:nvPr>
            <p:ph type="sldImg" idx="2"/>
          </p:nvPr>
        </p:nvSpPr>
        <p:spPr>
          <a:xfrm>
            <a:off x="2546350" y="685800"/>
            <a:ext cx="17653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245040-EFBE-493F-96A2-B5DCAE3ADE4E}" type="slidenum">
              <a:rPr lang="pt-BR" smtClean="0"/>
              <a:t>‹nº›</a:t>
            </a:fld>
            <a:endParaRPr lang="pt-BR"/>
          </a:p>
        </p:txBody>
      </p:sp>
    </p:spTree>
    <p:extLst>
      <p:ext uri="{BB962C8B-B14F-4D97-AF65-F5344CB8AC3E}">
        <p14:creationId xmlns:p14="http://schemas.microsoft.com/office/powerpoint/2010/main" val="218668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1" y="4138063"/>
            <a:ext cx="5829300" cy="2855319"/>
          </a:xfrm>
        </p:spPr>
        <p:txBody>
          <a:bodyPr/>
          <a:lstStyle/>
          <a:p>
            <a:r>
              <a:rPr lang="en-US"/>
              <a:t>Click to edit Master title style</a:t>
            </a:r>
          </a:p>
        </p:txBody>
      </p:sp>
      <p:sp>
        <p:nvSpPr>
          <p:cNvPr id="3" name="Subtitle 2"/>
          <p:cNvSpPr>
            <a:spLocks noGrp="1"/>
          </p:cNvSpPr>
          <p:nvPr>
            <p:ph type="subTitle" idx="1"/>
          </p:nvPr>
        </p:nvSpPr>
        <p:spPr>
          <a:xfrm>
            <a:off x="1028701" y="7548405"/>
            <a:ext cx="4800600" cy="3404182"/>
          </a:xfrm>
        </p:spPr>
        <p:txBody>
          <a:bodyPr/>
          <a:lstStyle>
            <a:lvl1pPr marL="0" indent="0" algn="ctr">
              <a:buNone/>
              <a:defRPr>
                <a:solidFill>
                  <a:schemeClr val="tx1">
                    <a:tint val="75000"/>
                  </a:schemeClr>
                </a:solidFill>
              </a:defRPr>
            </a:lvl1pPr>
            <a:lvl2pPr marL="660380" indent="0" algn="ctr">
              <a:buNone/>
              <a:defRPr>
                <a:solidFill>
                  <a:schemeClr val="tx1">
                    <a:tint val="75000"/>
                  </a:schemeClr>
                </a:solidFill>
              </a:defRPr>
            </a:lvl2pPr>
            <a:lvl3pPr marL="1320759" indent="0" algn="ctr">
              <a:buNone/>
              <a:defRPr>
                <a:solidFill>
                  <a:schemeClr val="tx1">
                    <a:tint val="75000"/>
                  </a:schemeClr>
                </a:solidFill>
              </a:defRPr>
            </a:lvl3pPr>
            <a:lvl4pPr marL="1981139" indent="0" algn="ctr">
              <a:buNone/>
              <a:defRPr>
                <a:solidFill>
                  <a:schemeClr val="tx1">
                    <a:tint val="75000"/>
                  </a:schemeClr>
                </a:solidFill>
              </a:defRPr>
            </a:lvl4pPr>
            <a:lvl5pPr marL="2641519" indent="0" algn="ctr">
              <a:buNone/>
              <a:defRPr>
                <a:solidFill>
                  <a:schemeClr val="tx1">
                    <a:tint val="75000"/>
                  </a:schemeClr>
                </a:solidFill>
              </a:defRPr>
            </a:lvl5pPr>
            <a:lvl6pPr marL="3301898" indent="0" algn="ctr">
              <a:buNone/>
              <a:defRPr>
                <a:solidFill>
                  <a:schemeClr val="tx1">
                    <a:tint val="75000"/>
                  </a:schemeClr>
                </a:solidFill>
              </a:defRPr>
            </a:lvl6pPr>
            <a:lvl7pPr marL="3962278" indent="0" algn="ctr">
              <a:buNone/>
              <a:defRPr>
                <a:solidFill>
                  <a:schemeClr val="tx1">
                    <a:tint val="75000"/>
                  </a:schemeClr>
                </a:solidFill>
              </a:defRPr>
            </a:lvl7pPr>
            <a:lvl8pPr marL="4622658" indent="0" algn="ctr">
              <a:buNone/>
              <a:defRPr>
                <a:solidFill>
                  <a:schemeClr val="tx1">
                    <a:tint val="75000"/>
                  </a:schemeClr>
                </a:solidFill>
              </a:defRPr>
            </a:lvl8pPr>
            <a:lvl9pPr marL="528303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241989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84330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8559798"/>
            <a:ext cx="5829300" cy="2645642"/>
          </a:xfrm>
        </p:spPr>
        <p:txBody>
          <a:bodyPr anchor="t"/>
          <a:lstStyle>
            <a:lvl1pPr algn="l">
              <a:defRPr sz="5778" b="1" cap="all"/>
            </a:lvl1pPr>
          </a:lstStyle>
          <a:p>
            <a:r>
              <a:rPr lang="en-US"/>
              <a:t>Click to edit Master title style</a:t>
            </a:r>
          </a:p>
        </p:txBody>
      </p:sp>
      <p:sp>
        <p:nvSpPr>
          <p:cNvPr id="3" name="Text Placeholder 2"/>
          <p:cNvSpPr>
            <a:spLocks noGrp="1"/>
          </p:cNvSpPr>
          <p:nvPr>
            <p:ph type="body" idx="1"/>
          </p:nvPr>
        </p:nvSpPr>
        <p:spPr>
          <a:xfrm>
            <a:off x="541735" y="5645888"/>
            <a:ext cx="5829300" cy="2913905"/>
          </a:xfrm>
        </p:spPr>
        <p:txBody>
          <a:bodyPr anchor="b"/>
          <a:lstStyle>
            <a:lvl1pPr marL="0" indent="0">
              <a:buNone/>
              <a:defRPr sz="2889">
                <a:solidFill>
                  <a:schemeClr val="tx1">
                    <a:tint val="75000"/>
                  </a:schemeClr>
                </a:solidFill>
              </a:defRPr>
            </a:lvl1pPr>
            <a:lvl2pPr marL="660380" indent="0">
              <a:buNone/>
              <a:defRPr sz="2600">
                <a:solidFill>
                  <a:schemeClr val="tx1">
                    <a:tint val="75000"/>
                  </a:schemeClr>
                </a:solidFill>
              </a:defRPr>
            </a:lvl2pPr>
            <a:lvl3pPr marL="1320759" indent="0">
              <a:buNone/>
              <a:defRPr sz="2311">
                <a:solidFill>
                  <a:schemeClr val="tx1">
                    <a:tint val="75000"/>
                  </a:schemeClr>
                </a:solidFill>
              </a:defRPr>
            </a:lvl3pPr>
            <a:lvl4pPr marL="1981139" indent="0">
              <a:buNone/>
              <a:defRPr sz="2022">
                <a:solidFill>
                  <a:schemeClr val="tx1">
                    <a:tint val="75000"/>
                  </a:schemeClr>
                </a:solidFill>
              </a:defRPr>
            </a:lvl4pPr>
            <a:lvl5pPr marL="2641519" indent="0">
              <a:buNone/>
              <a:defRPr sz="2022">
                <a:solidFill>
                  <a:schemeClr val="tx1">
                    <a:tint val="75000"/>
                  </a:schemeClr>
                </a:solidFill>
              </a:defRPr>
            </a:lvl5pPr>
            <a:lvl6pPr marL="3301898" indent="0">
              <a:buNone/>
              <a:defRPr sz="2022">
                <a:solidFill>
                  <a:schemeClr val="tx1">
                    <a:tint val="75000"/>
                  </a:schemeClr>
                </a:solidFill>
              </a:defRPr>
            </a:lvl6pPr>
            <a:lvl7pPr marL="3962278" indent="0">
              <a:buNone/>
              <a:defRPr sz="2022">
                <a:solidFill>
                  <a:schemeClr val="tx1">
                    <a:tint val="75000"/>
                  </a:schemeClr>
                </a:solidFill>
              </a:defRPr>
            </a:lvl7pPr>
            <a:lvl8pPr marL="4622658" indent="0">
              <a:buNone/>
              <a:defRPr sz="2022">
                <a:solidFill>
                  <a:schemeClr val="tx1">
                    <a:tint val="75000"/>
                  </a:schemeClr>
                </a:solidFill>
              </a:defRPr>
            </a:lvl8pPr>
            <a:lvl9pPr marL="5283037" indent="0">
              <a:buNone/>
              <a:defRPr sz="202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40857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1" y="3108173"/>
            <a:ext cx="3028950" cy="8791055"/>
          </a:xfrm>
        </p:spPr>
        <p:txBody>
          <a:bodyPr/>
          <a:lstStyle>
            <a:lvl1pPr>
              <a:defRPr sz="4044"/>
            </a:lvl1pPr>
            <a:lvl2pPr>
              <a:defRPr sz="3467"/>
            </a:lvl2pPr>
            <a:lvl3pPr>
              <a:defRPr sz="2889"/>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3108173"/>
            <a:ext cx="3028950" cy="8791055"/>
          </a:xfrm>
        </p:spPr>
        <p:txBody>
          <a:bodyPr/>
          <a:lstStyle>
            <a:lvl1pPr>
              <a:defRPr sz="4044"/>
            </a:lvl1pPr>
            <a:lvl2pPr>
              <a:defRPr sz="3467"/>
            </a:lvl2pPr>
            <a:lvl3pPr>
              <a:defRPr sz="2889"/>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75315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981744"/>
            <a:ext cx="3030141" cy="1242649"/>
          </a:xfrm>
        </p:spPr>
        <p:txBody>
          <a:bodyPr anchor="b"/>
          <a:lstStyle>
            <a:lvl1pPr marL="0" indent="0">
              <a:buNone/>
              <a:defRPr sz="3467" b="1"/>
            </a:lvl1pPr>
            <a:lvl2pPr marL="660380" indent="0">
              <a:buNone/>
              <a:defRPr sz="2889" b="1"/>
            </a:lvl2pPr>
            <a:lvl3pPr marL="1320759" indent="0">
              <a:buNone/>
              <a:defRPr sz="2600" b="1"/>
            </a:lvl3pPr>
            <a:lvl4pPr marL="1981139" indent="0">
              <a:buNone/>
              <a:defRPr sz="2311" b="1"/>
            </a:lvl4pPr>
            <a:lvl5pPr marL="2641519" indent="0">
              <a:buNone/>
              <a:defRPr sz="2311" b="1"/>
            </a:lvl5pPr>
            <a:lvl6pPr marL="3301898" indent="0">
              <a:buNone/>
              <a:defRPr sz="2311" b="1"/>
            </a:lvl6pPr>
            <a:lvl7pPr marL="3962278" indent="0">
              <a:buNone/>
              <a:defRPr sz="2311" b="1"/>
            </a:lvl7pPr>
            <a:lvl8pPr marL="4622658" indent="0">
              <a:buNone/>
              <a:defRPr sz="2311" b="1"/>
            </a:lvl8pPr>
            <a:lvl9pPr marL="5283037" indent="0">
              <a:buNone/>
              <a:defRPr sz="2311" b="1"/>
            </a:lvl9pPr>
          </a:lstStyle>
          <a:p>
            <a:pPr lvl="0"/>
            <a:r>
              <a:rPr lang="en-US"/>
              <a:t>Click to edit Master text styles</a:t>
            </a:r>
          </a:p>
        </p:txBody>
      </p:sp>
      <p:sp>
        <p:nvSpPr>
          <p:cNvPr id="4" name="Content Placeholder 3"/>
          <p:cNvSpPr>
            <a:spLocks noGrp="1"/>
          </p:cNvSpPr>
          <p:nvPr>
            <p:ph sz="half" idx="2"/>
          </p:nvPr>
        </p:nvSpPr>
        <p:spPr>
          <a:xfrm>
            <a:off x="342900" y="4224393"/>
            <a:ext cx="3030141" cy="7674828"/>
          </a:xfrm>
        </p:spPr>
        <p:txBody>
          <a:bodyPr/>
          <a:lstStyle>
            <a:lvl1pPr>
              <a:defRPr sz="3467"/>
            </a:lvl1pPr>
            <a:lvl2pPr>
              <a:defRPr sz="2889"/>
            </a:lvl2pPr>
            <a:lvl3pPr>
              <a:defRPr sz="2600"/>
            </a:lvl3pPr>
            <a:lvl4pPr>
              <a:defRPr sz="2311"/>
            </a:lvl4pPr>
            <a:lvl5pPr>
              <a:defRPr sz="2311"/>
            </a:lvl5pPr>
            <a:lvl6pPr>
              <a:defRPr sz="2311"/>
            </a:lvl6pPr>
            <a:lvl7pPr>
              <a:defRPr sz="2311"/>
            </a:lvl7pPr>
            <a:lvl8pPr>
              <a:defRPr sz="2311"/>
            </a:lvl8pPr>
            <a:lvl9pPr>
              <a:defRPr sz="231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981744"/>
            <a:ext cx="3031332" cy="1242649"/>
          </a:xfrm>
        </p:spPr>
        <p:txBody>
          <a:bodyPr anchor="b"/>
          <a:lstStyle>
            <a:lvl1pPr marL="0" indent="0">
              <a:buNone/>
              <a:defRPr sz="3467" b="1"/>
            </a:lvl1pPr>
            <a:lvl2pPr marL="660380" indent="0">
              <a:buNone/>
              <a:defRPr sz="2889" b="1"/>
            </a:lvl2pPr>
            <a:lvl3pPr marL="1320759" indent="0">
              <a:buNone/>
              <a:defRPr sz="2600" b="1"/>
            </a:lvl3pPr>
            <a:lvl4pPr marL="1981139" indent="0">
              <a:buNone/>
              <a:defRPr sz="2311" b="1"/>
            </a:lvl4pPr>
            <a:lvl5pPr marL="2641519" indent="0">
              <a:buNone/>
              <a:defRPr sz="2311" b="1"/>
            </a:lvl5pPr>
            <a:lvl6pPr marL="3301898" indent="0">
              <a:buNone/>
              <a:defRPr sz="2311" b="1"/>
            </a:lvl6pPr>
            <a:lvl7pPr marL="3962278" indent="0">
              <a:buNone/>
              <a:defRPr sz="2311" b="1"/>
            </a:lvl7pPr>
            <a:lvl8pPr marL="4622658" indent="0">
              <a:buNone/>
              <a:defRPr sz="2311" b="1"/>
            </a:lvl8pPr>
            <a:lvl9pPr marL="5283037" indent="0">
              <a:buNone/>
              <a:defRPr sz="2311" b="1"/>
            </a:lvl9pPr>
          </a:lstStyle>
          <a:p>
            <a:pPr lvl="0"/>
            <a:r>
              <a:rPr lang="en-US"/>
              <a:t>Click to edit Master text styles</a:t>
            </a:r>
          </a:p>
        </p:txBody>
      </p:sp>
      <p:sp>
        <p:nvSpPr>
          <p:cNvPr id="6" name="Content Placeholder 5"/>
          <p:cNvSpPr>
            <a:spLocks noGrp="1"/>
          </p:cNvSpPr>
          <p:nvPr>
            <p:ph sz="quarter" idx="4"/>
          </p:nvPr>
        </p:nvSpPr>
        <p:spPr>
          <a:xfrm>
            <a:off x="3483769" y="4224393"/>
            <a:ext cx="3031332" cy="7674828"/>
          </a:xfrm>
        </p:spPr>
        <p:txBody>
          <a:bodyPr/>
          <a:lstStyle>
            <a:lvl1pPr>
              <a:defRPr sz="3467"/>
            </a:lvl1pPr>
            <a:lvl2pPr>
              <a:defRPr sz="2889"/>
            </a:lvl2pPr>
            <a:lvl3pPr>
              <a:defRPr sz="2600"/>
            </a:lvl3pPr>
            <a:lvl4pPr>
              <a:defRPr sz="2311"/>
            </a:lvl4pPr>
            <a:lvl5pPr>
              <a:defRPr sz="2311"/>
            </a:lvl5pPr>
            <a:lvl6pPr>
              <a:defRPr sz="2311"/>
            </a:lvl6pPr>
            <a:lvl7pPr>
              <a:defRPr sz="2311"/>
            </a:lvl7pPr>
            <a:lvl8pPr>
              <a:defRPr sz="2311"/>
            </a:lvl8pPr>
            <a:lvl9pPr>
              <a:defRPr sz="231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974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563801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29394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1" y="530362"/>
            <a:ext cx="2256235" cy="2257121"/>
          </a:xfrm>
        </p:spPr>
        <p:txBody>
          <a:bodyPr anchor="b"/>
          <a:lstStyle>
            <a:lvl1pPr algn="l">
              <a:defRPr sz="2889" b="1"/>
            </a:lvl1pPr>
          </a:lstStyle>
          <a:p>
            <a:r>
              <a:rPr lang="en-US"/>
              <a:t>Click to edit Master title style</a:t>
            </a:r>
          </a:p>
        </p:txBody>
      </p:sp>
      <p:sp>
        <p:nvSpPr>
          <p:cNvPr id="3" name="Content Placeholder 2"/>
          <p:cNvSpPr>
            <a:spLocks noGrp="1"/>
          </p:cNvSpPr>
          <p:nvPr>
            <p:ph idx="1"/>
          </p:nvPr>
        </p:nvSpPr>
        <p:spPr>
          <a:xfrm>
            <a:off x="2681289" y="530368"/>
            <a:ext cx="3833812" cy="11368860"/>
          </a:xfrm>
        </p:spPr>
        <p:txBody>
          <a:bodyPr/>
          <a:lstStyle>
            <a:lvl1pPr>
              <a:defRPr sz="4622"/>
            </a:lvl1pPr>
            <a:lvl2pPr>
              <a:defRPr sz="4044"/>
            </a:lvl2pPr>
            <a:lvl3pPr>
              <a:defRPr sz="3467"/>
            </a:lvl3pPr>
            <a:lvl4pPr>
              <a:defRPr sz="2889"/>
            </a:lvl4pPr>
            <a:lvl5pPr>
              <a:defRPr sz="2889"/>
            </a:lvl5pPr>
            <a:lvl6pPr>
              <a:defRPr sz="2889"/>
            </a:lvl6pPr>
            <a:lvl7pPr>
              <a:defRPr sz="2889"/>
            </a:lvl7pPr>
            <a:lvl8pPr>
              <a:defRPr sz="2889"/>
            </a:lvl8pPr>
            <a:lvl9pPr>
              <a:defRPr sz="28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1" y="2787489"/>
            <a:ext cx="2256235" cy="9111739"/>
          </a:xfrm>
        </p:spPr>
        <p:txBody>
          <a:bodyPr/>
          <a:lstStyle>
            <a:lvl1pPr marL="0" indent="0">
              <a:buNone/>
              <a:defRPr sz="2022"/>
            </a:lvl1pPr>
            <a:lvl2pPr marL="660380" indent="0">
              <a:buNone/>
              <a:defRPr sz="1733"/>
            </a:lvl2pPr>
            <a:lvl3pPr marL="1320759" indent="0">
              <a:buNone/>
              <a:defRPr sz="1444"/>
            </a:lvl3pPr>
            <a:lvl4pPr marL="1981139" indent="0">
              <a:buNone/>
              <a:defRPr sz="1300"/>
            </a:lvl4pPr>
            <a:lvl5pPr marL="2641519" indent="0">
              <a:buNone/>
              <a:defRPr sz="1300"/>
            </a:lvl5pPr>
            <a:lvl6pPr marL="3301898" indent="0">
              <a:buNone/>
              <a:defRPr sz="1300"/>
            </a:lvl6pPr>
            <a:lvl7pPr marL="3962278" indent="0">
              <a:buNone/>
              <a:defRPr sz="1300"/>
            </a:lvl7pPr>
            <a:lvl8pPr marL="4622658" indent="0">
              <a:buNone/>
              <a:defRPr sz="1300"/>
            </a:lvl8pPr>
            <a:lvl9pPr marL="5283037"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8805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7" y="9324499"/>
            <a:ext cx="4114800" cy="1100810"/>
          </a:xfrm>
        </p:spPr>
        <p:txBody>
          <a:bodyPr anchor="b"/>
          <a:lstStyle>
            <a:lvl1pPr algn="l">
              <a:defRPr sz="2889" b="1"/>
            </a:lvl1pPr>
          </a:lstStyle>
          <a:p>
            <a:r>
              <a:rPr lang="en-US"/>
              <a:t>Click to edit Master title style</a:t>
            </a:r>
          </a:p>
        </p:txBody>
      </p:sp>
      <p:sp>
        <p:nvSpPr>
          <p:cNvPr id="3" name="Picture Placeholder 2"/>
          <p:cNvSpPr>
            <a:spLocks noGrp="1"/>
          </p:cNvSpPr>
          <p:nvPr>
            <p:ph type="pic" idx="1"/>
          </p:nvPr>
        </p:nvSpPr>
        <p:spPr>
          <a:xfrm>
            <a:off x="1344217" y="1190230"/>
            <a:ext cx="4114800" cy="7992428"/>
          </a:xfrm>
        </p:spPr>
        <p:txBody>
          <a:bodyPr/>
          <a:lstStyle>
            <a:lvl1pPr marL="0" indent="0">
              <a:buNone/>
              <a:defRPr sz="4622"/>
            </a:lvl1pPr>
            <a:lvl2pPr marL="660380" indent="0">
              <a:buNone/>
              <a:defRPr sz="4044"/>
            </a:lvl2pPr>
            <a:lvl3pPr marL="1320759" indent="0">
              <a:buNone/>
              <a:defRPr sz="3467"/>
            </a:lvl3pPr>
            <a:lvl4pPr marL="1981139" indent="0">
              <a:buNone/>
              <a:defRPr sz="2889"/>
            </a:lvl4pPr>
            <a:lvl5pPr marL="2641519" indent="0">
              <a:buNone/>
              <a:defRPr sz="2889"/>
            </a:lvl5pPr>
            <a:lvl6pPr marL="3301898" indent="0">
              <a:buNone/>
              <a:defRPr sz="2889"/>
            </a:lvl6pPr>
            <a:lvl7pPr marL="3962278" indent="0">
              <a:buNone/>
              <a:defRPr sz="2889"/>
            </a:lvl7pPr>
            <a:lvl8pPr marL="4622658" indent="0">
              <a:buNone/>
              <a:defRPr sz="2889"/>
            </a:lvl8pPr>
            <a:lvl9pPr marL="5283037" indent="0">
              <a:buNone/>
              <a:defRPr sz="2889"/>
            </a:lvl9pPr>
          </a:lstStyle>
          <a:p>
            <a:endParaRPr lang="en-US" dirty="0"/>
          </a:p>
        </p:txBody>
      </p:sp>
      <p:sp>
        <p:nvSpPr>
          <p:cNvPr id="4" name="Text Placeholder 3"/>
          <p:cNvSpPr>
            <a:spLocks noGrp="1"/>
          </p:cNvSpPr>
          <p:nvPr>
            <p:ph type="body" sz="half" idx="2"/>
          </p:nvPr>
        </p:nvSpPr>
        <p:spPr>
          <a:xfrm>
            <a:off x="1344217" y="10425310"/>
            <a:ext cx="4114800" cy="1563332"/>
          </a:xfrm>
        </p:spPr>
        <p:txBody>
          <a:bodyPr/>
          <a:lstStyle>
            <a:lvl1pPr marL="0" indent="0">
              <a:buNone/>
              <a:defRPr sz="2022"/>
            </a:lvl1pPr>
            <a:lvl2pPr marL="660380" indent="0">
              <a:buNone/>
              <a:defRPr sz="1733"/>
            </a:lvl2pPr>
            <a:lvl3pPr marL="1320759" indent="0">
              <a:buNone/>
              <a:defRPr sz="1444"/>
            </a:lvl3pPr>
            <a:lvl4pPr marL="1981139" indent="0">
              <a:buNone/>
              <a:defRPr sz="1300"/>
            </a:lvl4pPr>
            <a:lvl5pPr marL="2641519" indent="0">
              <a:buNone/>
              <a:defRPr sz="1300"/>
            </a:lvl5pPr>
            <a:lvl6pPr marL="3301898" indent="0">
              <a:buNone/>
              <a:defRPr sz="1300"/>
            </a:lvl6pPr>
            <a:lvl7pPr marL="3962278" indent="0">
              <a:buNone/>
              <a:defRPr sz="1300"/>
            </a:lvl7pPr>
            <a:lvl8pPr marL="4622658" indent="0">
              <a:buNone/>
              <a:defRPr sz="1300"/>
            </a:lvl8pPr>
            <a:lvl9pPr marL="5283037"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6701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833005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533453"/>
            <a:ext cx="1543050" cy="113657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533453"/>
            <a:ext cx="4514850" cy="113657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768642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533446"/>
            <a:ext cx="6172200" cy="222011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3108173"/>
            <a:ext cx="6172200" cy="87910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2900" y="12346334"/>
            <a:ext cx="1600200" cy="709205"/>
          </a:xfrm>
          <a:prstGeom prst="rect">
            <a:avLst/>
          </a:prstGeom>
        </p:spPr>
        <p:txBody>
          <a:bodyPr vert="horz" lIns="91440" tIns="45720" rIns="91440" bIns="45720" rtlCol="0" anchor="ctr"/>
          <a:lstStyle>
            <a:lvl1pPr algn="l">
              <a:defRPr sz="1733">
                <a:solidFill>
                  <a:schemeClr val="tx1">
                    <a:tint val="75000"/>
                  </a:schemeClr>
                </a:solidFill>
              </a:defRPr>
            </a:lvl1p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3"/>
          </p:nvPr>
        </p:nvSpPr>
        <p:spPr>
          <a:xfrm>
            <a:off x="2343150" y="12346334"/>
            <a:ext cx="2171700" cy="709205"/>
          </a:xfrm>
          <a:prstGeom prst="rect">
            <a:avLst/>
          </a:prstGeom>
        </p:spPr>
        <p:txBody>
          <a:bodyPr vert="horz" lIns="91440" tIns="45720" rIns="91440" bIns="45720" rtlCol="0" anchor="ctr"/>
          <a:lstStyle>
            <a:lvl1pPr algn="ctr">
              <a:defRPr sz="173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914900" y="12346334"/>
            <a:ext cx="1600200" cy="709205"/>
          </a:xfrm>
          <a:prstGeom prst="rect">
            <a:avLst/>
          </a:prstGeom>
        </p:spPr>
        <p:txBody>
          <a:bodyPr vert="horz" lIns="91440" tIns="45720" rIns="91440" bIns="45720" rtlCol="0" anchor="ctr"/>
          <a:lstStyle>
            <a:lvl1pPr algn="r">
              <a:defRPr sz="1733">
                <a:solidFill>
                  <a:schemeClr val="tx1">
                    <a:tint val="75000"/>
                  </a:schemeClr>
                </a:solidFill>
              </a:defRPr>
            </a:lvl1p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52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60380" rtl="0" eaLnBrk="1" latinLnBrk="0" hangingPunct="1">
        <a:spcBef>
          <a:spcPct val="0"/>
        </a:spcBef>
        <a:buNone/>
        <a:defRPr sz="6355" kern="1200">
          <a:solidFill>
            <a:schemeClr val="tx1"/>
          </a:solidFill>
          <a:latin typeface="+mj-lt"/>
          <a:ea typeface="+mj-ea"/>
          <a:cs typeface="+mj-cs"/>
        </a:defRPr>
      </a:lvl1pPr>
    </p:titleStyle>
    <p:bodyStyle>
      <a:lvl1pPr marL="495285" indent="-495285" algn="l" defTabSz="660380" rtl="0" eaLnBrk="1" latinLnBrk="0" hangingPunct="1">
        <a:spcBef>
          <a:spcPct val="20000"/>
        </a:spcBef>
        <a:buFont typeface="Arial"/>
        <a:buChar char="•"/>
        <a:defRPr sz="4622" kern="1200">
          <a:solidFill>
            <a:schemeClr val="tx1"/>
          </a:solidFill>
          <a:latin typeface="+mn-lt"/>
          <a:ea typeface="+mn-ea"/>
          <a:cs typeface="+mn-cs"/>
        </a:defRPr>
      </a:lvl1pPr>
      <a:lvl2pPr marL="1073117" indent="-412737" algn="l" defTabSz="660380" rtl="0" eaLnBrk="1" latinLnBrk="0" hangingPunct="1">
        <a:spcBef>
          <a:spcPct val="20000"/>
        </a:spcBef>
        <a:buFont typeface="Arial"/>
        <a:buChar char="–"/>
        <a:defRPr sz="4044" kern="1200">
          <a:solidFill>
            <a:schemeClr val="tx1"/>
          </a:solidFill>
          <a:latin typeface="+mn-lt"/>
          <a:ea typeface="+mn-ea"/>
          <a:cs typeface="+mn-cs"/>
        </a:defRPr>
      </a:lvl2pPr>
      <a:lvl3pPr marL="1650949" indent="-330190" algn="l" defTabSz="660380" rtl="0" eaLnBrk="1" latinLnBrk="0" hangingPunct="1">
        <a:spcBef>
          <a:spcPct val="20000"/>
        </a:spcBef>
        <a:buFont typeface="Arial"/>
        <a:buChar char="•"/>
        <a:defRPr sz="3467" kern="1200">
          <a:solidFill>
            <a:schemeClr val="tx1"/>
          </a:solidFill>
          <a:latin typeface="+mn-lt"/>
          <a:ea typeface="+mn-ea"/>
          <a:cs typeface="+mn-cs"/>
        </a:defRPr>
      </a:lvl3pPr>
      <a:lvl4pPr marL="2311329" indent="-330190" algn="l" defTabSz="660380" rtl="0" eaLnBrk="1" latinLnBrk="0" hangingPunct="1">
        <a:spcBef>
          <a:spcPct val="20000"/>
        </a:spcBef>
        <a:buFont typeface="Arial"/>
        <a:buChar char="–"/>
        <a:defRPr sz="2889" kern="1200">
          <a:solidFill>
            <a:schemeClr val="tx1"/>
          </a:solidFill>
          <a:latin typeface="+mn-lt"/>
          <a:ea typeface="+mn-ea"/>
          <a:cs typeface="+mn-cs"/>
        </a:defRPr>
      </a:lvl4pPr>
      <a:lvl5pPr marL="2971709" indent="-330190" algn="l" defTabSz="660380" rtl="0" eaLnBrk="1" latinLnBrk="0" hangingPunct="1">
        <a:spcBef>
          <a:spcPct val="20000"/>
        </a:spcBef>
        <a:buFont typeface="Arial"/>
        <a:buChar char="»"/>
        <a:defRPr sz="2889" kern="1200">
          <a:solidFill>
            <a:schemeClr val="tx1"/>
          </a:solidFill>
          <a:latin typeface="+mn-lt"/>
          <a:ea typeface="+mn-ea"/>
          <a:cs typeface="+mn-cs"/>
        </a:defRPr>
      </a:lvl5pPr>
      <a:lvl6pPr marL="3632088" indent="-330190" algn="l" defTabSz="660380" rtl="0" eaLnBrk="1" latinLnBrk="0" hangingPunct="1">
        <a:spcBef>
          <a:spcPct val="20000"/>
        </a:spcBef>
        <a:buFont typeface="Arial"/>
        <a:buChar char="•"/>
        <a:defRPr sz="2889" kern="1200">
          <a:solidFill>
            <a:schemeClr val="tx1"/>
          </a:solidFill>
          <a:latin typeface="+mn-lt"/>
          <a:ea typeface="+mn-ea"/>
          <a:cs typeface="+mn-cs"/>
        </a:defRPr>
      </a:lvl6pPr>
      <a:lvl7pPr marL="4292468" indent="-330190" algn="l" defTabSz="660380" rtl="0" eaLnBrk="1" latinLnBrk="0" hangingPunct="1">
        <a:spcBef>
          <a:spcPct val="20000"/>
        </a:spcBef>
        <a:buFont typeface="Arial"/>
        <a:buChar char="•"/>
        <a:defRPr sz="2889" kern="1200">
          <a:solidFill>
            <a:schemeClr val="tx1"/>
          </a:solidFill>
          <a:latin typeface="+mn-lt"/>
          <a:ea typeface="+mn-ea"/>
          <a:cs typeface="+mn-cs"/>
        </a:defRPr>
      </a:lvl7pPr>
      <a:lvl8pPr marL="4952848" indent="-330190" algn="l" defTabSz="660380" rtl="0" eaLnBrk="1" latinLnBrk="0" hangingPunct="1">
        <a:spcBef>
          <a:spcPct val="20000"/>
        </a:spcBef>
        <a:buFont typeface="Arial"/>
        <a:buChar char="•"/>
        <a:defRPr sz="2889" kern="1200">
          <a:solidFill>
            <a:schemeClr val="tx1"/>
          </a:solidFill>
          <a:latin typeface="+mn-lt"/>
          <a:ea typeface="+mn-ea"/>
          <a:cs typeface="+mn-cs"/>
        </a:defRPr>
      </a:lvl8pPr>
      <a:lvl9pPr marL="5613227" indent="-330190" algn="l" defTabSz="660380" rtl="0" eaLnBrk="1" latinLnBrk="0" hangingPunct="1">
        <a:spcBef>
          <a:spcPct val="20000"/>
        </a:spcBef>
        <a:buFont typeface="Arial"/>
        <a:buChar char="•"/>
        <a:defRPr sz="2889" kern="1200">
          <a:solidFill>
            <a:schemeClr val="tx1"/>
          </a:solidFill>
          <a:latin typeface="+mn-lt"/>
          <a:ea typeface="+mn-ea"/>
          <a:cs typeface="+mn-cs"/>
        </a:defRPr>
      </a:lvl9pPr>
    </p:bodyStyle>
    <p:otherStyle>
      <a:defPPr>
        <a:defRPr lang="en-US"/>
      </a:defPPr>
      <a:lvl1pPr marL="0" algn="l" defTabSz="660380" rtl="0" eaLnBrk="1" latinLnBrk="0" hangingPunct="1">
        <a:defRPr sz="2600" kern="1200">
          <a:solidFill>
            <a:schemeClr val="tx1"/>
          </a:solidFill>
          <a:latin typeface="+mn-lt"/>
          <a:ea typeface="+mn-ea"/>
          <a:cs typeface="+mn-cs"/>
        </a:defRPr>
      </a:lvl1pPr>
      <a:lvl2pPr marL="660380" algn="l" defTabSz="660380" rtl="0" eaLnBrk="1" latinLnBrk="0" hangingPunct="1">
        <a:defRPr sz="2600" kern="1200">
          <a:solidFill>
            <a:schemeClr val="tx1"/>
          </a:solidFill>
          <a:latin typeface="+mn-lt"/>
          <a:ea typeface="+mn-ea"/>
          <a:cs typeface="+mn-cs"/>
        </a:defRPr>
      </a:lvl2pPr>
      <a:lvl3pPr marL="1320759" algn="l" defTabSz="660380" rtl="0" eaLnBrk="1" latinLnBrk="0" hangingPunct="1">
        <a:defRPr sz="2600" kern="1200">
          <a:solidFill>
            <a:schemeClr val="tx1"/>
          </a:solidFill>
          <a:latin typeface="+mn-lt"/>
          <a:ea typeface="+mn-ea"/>
          <a:cs typeface="+mn-cs"/>
        </a:defRPr>
      </a:lvl3pPr>
      <a:lvl4pPr marL="1981139" algn="l" defTabSz="660380" rtl="0" eaLnBrk="1" latinLnBrk="0" hangingPunct="1">
        <a:defRPr sz="2600" kern="1200">
          <a:solidFill>
            <a:schemeClr val="tx1"/>
          </a:solidFill>
          <a:latin typeface="+mn-lt"/>
          <a:ea typeface="+mn-ea"/>
          <a:cs typeface="+mn-cs"/>
        </a:defRPr>
      </a:lvl4pPr>
      <a:lvl5pPr marL="2641519" algn="l" defTabSz="660380" rtl="0" eaLnBrk="1" latinLnBrk="0" hangingPunct="1">
        <a:defRPr sz="2600" kern="1200">
          <a:solidFill>
            <a:schemeClr val="tx1"/>
          </a:solidFill>
          <a:latin typeface="+mn-lt"/>
          <a:ea typeface="+mn-ea"/>
          <a:cs typeface="+mn-cs"/>
        </a:defRPr>
      </a:lvl5pPr>
      <a:lvl6pPr marL="3301898" algn="l" defTabSz="660380" rtl="0" eaLnBrk="1" latinLnBrk="0" hangingPunct="1">
        <a:defRPr sz="2600" kern="1200">
          <a:solidFill>
            <a:schemeClr val="tx1"/>
          </a:solidFill>
          <a:latin typeface="+mn-lt"/>
          <a:ea typeface="+mn-ea"/>
          <a:cs typeface="+mn-cs"/>
        </a:defRPr>
      </a:lvl6pPr>
      <a:lvl7pPr marL="3962278" algn="l" defTabSz="660380" rtl="0" eaLnBrk="1" latinLnBrk="0" hangingPunct="1">
        <a:defRPr sz="2600" kern="1200">
          <a:solidFill>
            <a:schemeClr val="tx1"/>
          </a:solidFill>
          <a:latin typeface="+mn-lt"/>
          <a:ea typeface="+mn-ea"/>
          <a:cs typeface="+mn-cs"/>
        </a:defRPr>
      </a:lvl7pPr>
      <a:lvl8pPr marL="4622658" algn="l" defTabSz="660380" rtl="0" eaLnBrk="1" latinLnBrk="0" hangingPunct="1">
        <a:defRPr sz="2600" kern="1200">
          <a:solidFill>
            <a:schemeClr val="tx1"/>
          </a:solidFill>
          <a:latin typeface="+mn-lt"/>
          <a:ea typeface="+mn-ea"/>
          <a:cs typeface="+mn-cs"/>
        </a:defRPr>
      </a:lvl8pPr>
      <a:lvl9pPr marL="5283037" algn="l" defTabSz="660380"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smiles.atlassian.net/servicedesk/customer/porta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m 14"/>
          <p:cNvPicPr>
            <a:picLocks noChangeAspect="1"/>
          </p:cNvPicPr>
          <p:nvPr/>
        </p:nvPicPr>
        <p:blipFill>
          <a:blip r:embed="rId2"/>
          <a:stretch>
            <a:fillRect/>
          </a:stretch>
        </p:blipFill>
        <p:spPr>
          <a:xfrm>
            <a:off x="85725" y="97631"/>
            <a:ext cx="6686550" cy="1581150"/>
          </a:xfrm>
          <a:prstGeom prst="rect">
            <a:avLst/>
          </a:prstGeom>
        </p:spPr>
      </p:pic>
      <p:sp>
        <p:nvSpPr>
          <p:cNvPr id="16" name="Retângulo 15"/>
          <p:cNvSpPr/>
          <p:nvPr/>
        </p:nvSpPr>
        <p:spPr>
          <a:xfrm>
            <a:off x="85725" y="97630"/>
            <a:ext cx="6685200" cy="13084970"/>
          </a:xfrm>
          <a:prstGeom prst="rect">
            <a:avLst/>
          </a:prstGeom>
          <a:noFill/>
          <a:ln>
            <a:solidFill>
              <a:srgbClr val="FF8E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CaixaDeTexto 17"/>
          <p:cNvSpPr txBox="1"/>
          <p:nvPr/>
        </p:nvSpPr>
        <p:spPr>
          <a:xfrm>
            <a:off x="150588" y="1761785"/>
            <a:ext cx="5662750" cy="769441"/>
          </a:xfrm>
          <a:prstGeom prst="rect">
            <a:avLst/>
          </a:prstGeom>
          <a:noFill/>
        </p:spPr>
        <p:txBody>
          <a:bodyPr wrap="square" rtlCol="0">
            <a:spAutoFit/>
          </a:bodyPr>
          <a:lstStyle/>
          <a:p>
            <a:pPr>
              <a:spcAft>
                <a:spcPts val="1800"/>
              </a:spcAft>
            </a:pPr>
            <a:r>
              <a:rPr lang="pt-BR" sz="2200" b="1" dirty="0">
                <a:solidFill>
                  <a:srgbClr val="F57124"/>
                </a:solidFill>
                <a:latin typeface="Segoe UI Semibold" panose="020B0702040204020203" pitchFamily="34" charset="0"/>
                <a:cs typeface="Segoe UI Semibold" panose="020B0702040204020203" pitchFamily="34" charset="0"/>
              </a:rPr>
              <a:t>Processo de Gerenciamento dos  Incidentes de Segurança da Informação</a:t>
            </a:r>
          </a:p>
        </p:txBody>
      </p:sp>
      <p:sp>
        <p:nvSpPr>
          <p:cNvPr id="20" name="CaixaDeTexto 19"/>
          <p:cNvSpPr txBox="1"/>
          <p:nvPr/>
        </p:nvSpPr>
        <p:spPr>
          <a:xfrm>
            <a:off x="282956" y="3332730"/>
            <a:ext cx="5220000" cy="954107"/>
          </a:xfrm>
          <a:prstGeom prst="rect">
            <a:avLst/>
          </a:prstGeom>
          <a:solidFill>
            <a:schemeClr val="accent4">
              <a:lumMod val="20000"/>
              <a:lumOff val="80000"/>
            </a:schemeClr>
          </a:solidFill>
        </p:spPr>
        <p:txBody>
          <a:bodyPr wrap="square" rtlCol="0">
            <a:spAutoFit/>
          </a:bodyPr>
          <a:lstStyle/>
          <a:p>
            <a:pPr>
              <a:spcAft>
                <a:spcPts val="1200"/>
              </a:spcAft>
            </a:pPr>
            <a:r>
              <a:rPr lang="pt-BR" b="1" dirty="0">
                <a:solidFill>
                  <a:srgbClr val="7030A0"/>
                </a:solidFill>
                <a:latin typeface="Segoe UI Semibold" panose="020B0702040204020203" pitchFamily="34" charset="0"/>
                <a:cs typeface="Segoe UI Semibold" panose="020B0702040204020203" pitchFamily="34" charset="0"/>
              </a:rPr>
              <a:t>Objetivo</a:t>
            </a:r>
          </a:p>
          <a:p>
            <a:pPr marL="468000" indent="-285750">
              <a:spcAft>
                <a:spcPts val="600"/>
              </a:spcAft>
              <a:buFont typeface="Wingdings" panose="05000000000000000000" pitchFamily="2" charset="2"/>
              <a:buChar char="q"/>
            </a:pPr>
            <a:r>
              <a:rPr lang="pt-BR" sz="1400" dirty="0">
                <a:solidFill>
                  <a:schemeClr val="tx1">
                    <a:lumMod val="50000"/>
                    <a:lumOff val="50000"/>
                  </a:schemeClr>
                </a:solidFill>
                <a:latin typeface="Segoe UI" panose="020B0502040204020203" pitchFamily="34" charset="0"/>
                <a:cs typeface="Segoe UI" panose="020B0502040204020203" pitchFamily="34" charset="0"/>
              </a:rPr>
              <a:t>Gerenciar de formar eficiente todo o ciclo de </a:t>
            </a:r>
            <a:r>
              <a:rPr lang="pt-BR" sz="1400" b="1" dirty="0">
                <a:solidFill>
                  <a:schemeClr val="tx1">
                    <a:lumMod val="65000"/>
                    <a:lumOff val="35000"/>
                  </a:schemeClr>
                </a:solidFill>
                <a:latin typeface="Segoe UI" panose="020B0502040204020203" pitchFamily="34" charset="0"/>
                <a:cs typeface="Segoe UI" panose="020B0502040204020203" pitchFamily="34" charset="0"/>
              </a:rPr>
              <a:t>tratamento dos Incidentes de Segurança da Informação</a:t>
            </a:r>
            <a:r>
              <a:rPr lang="pt-BR" sz="1400" dirty="0">
                <a:solidFill>
                  <a:schemeClr val="tx1">
                    <a:lumMod val="50000"/>
                    <a:lumOff val="50000"/>
                  </a:schemeClr>
                </a:solidFill>
                <a:latin typeface="Segoe UI" panose="020B0502040204020203" pitchFamily="34" charset="0"/>
                <a:cs typeface="Segoe UI" panose="020B0502040204020203" pitchFamily="34" charset="0"/>
              </a:rPr>
              <a:t>.</a:t>
            </a:r>
            <a:endParaRPr lang="pt-BR" sz="1400" b="1" dirty="0">
              <a:solidFill>
                <a:schemeClr val="tx1">
                  <a:lumMod val="50000"/>
                  <a:lumOff val="50000"/>
                </a:schemeClr>
              </a:solidFill>
              <a:latin typeface="Segoe UI" panose="020B0502040204020203" pitchFamily="34" charset="0"/>
              <a:cs typeface="Segoe UI" panose="020B0502040204020203" pitchFamily="34" charset="0"/>
            </a:endParaRPr>
          </a:p>
        </p:txBody>
      </p:sp>
      <p:sp>
        <p:nvSpPr>
          <p:cNvPr id="34" name="CaixaDeTexto 33"/>
          <p:cNvSpPr txBox="1"/>
          <p:nvPr/>
        </p:nvSpPr>
        <p:spPr>
          <a:xfrm>
            <a:off x="2971800" y="12642100"/>
            <a:ext cx="3799125" cy="523220"/>
          </a:xfrm>
          <a:prstGeom prst="rect">
            <a:avLst/>
          </a:prstGeom>
          <a:noFill/>
        </p:spPr>
        <p:txBody>
          <a:bodyPr wrap="square" rtlCol="0">
            <a:spAutoFit/>
          </a:bodyPr>
          <a:lstStyle/>
          <a:p>
            <a:pPr algn="r"/>
            <a:r>
              <a:rPr lang="pt-BR" sz="1400" b="1" dirty="0">
                <a:solidFill>
                  <a:srgbClr val="7030A0"/>
                </a:solidFill>
                <a:latin typeface="Segoe UI Semibold" panose="020B0702040204020203" pitchFamily="34" charset="0"/>
                <a:cs typeface="Segoe UI Semibold" panose="020B0702040204020203" pitchFamily="34" charset="0"/>
              </a:rPr>
              <a:t>Obrigado! </a:t>
            </a:r>
          </a:p>
          <a:p>
            <a:pPr algn="r"/>
            <a:r>
              <a:rPr lang="pt-BR" sz="1400" b="1" dirty="0">
                <a:solidFill>
                  <a:srgbClr val="7030A0"/>
                </a:solidFill>
                <a:latin typeface="Segoe UI Semibold" panose="020B0702040204020203" pitchFamily="34" charset="0"/>
                <a:cs typeface="Segoe UI Semibold" panose="020B0702040204020203" pitchFamily="34" charset="0"/>
              </a:rPr>
              <a:t>Diretoria de TI | Segurança da Informação</a:t>
            </a:r>
            <a:endParaRPr lang="pt-BR" sz="1200" dirty="0">
              <a:solidFill>
                <a:schemeClr val="tx1">
                  <a:lumMod val="50000"/>
                  <a:lumOff val="50000"/>
                </a:schemeClr>
              </a:solidFill>
              <a:latin typeface="Segoe UI" panose="020B0502040204020203" pitchFamily="34" charset="0"/>
              <a:cs typeface="Segoe UI" panose="020B0502040204020203" pitchFamily="34" charset="0"/>
            </a:endParaRPr>
          </a:p>
        </p:txBody>
      </p:sp>
      <p:sp>
        <p:nvSpPr>
          <p:cNvPr id="35" name="CaixaDeTexto 34"/>
          <p:cNvSpPr txBox="1"/>
          <p:nvPr/>
        </p:nvSpPr>
        <p:spPr>
          <a:xfrm>
            <a:off x="5737287" y="153658"/>
            <a:ext cx="1033639" cy="369332"/>
          </a:xfrm>
          <a:prstGeom prst="rect">
            <a:avLst/>
          </a:prstGeom>
          <a:noFill/>
        </p:spPr>
        <p:txBody>
          <a:bodyPr wrap="square" rtlCol="0">
            <a:spAutoFit/>
          </a:bodyPr>
          <a:lstStyle/>
          <a:p>
            <a:pPr algn="ctr">
              <a:spcAft>
                <a:spcPts val="1200"/>
              </a:spcAft>
            </a:pPr>
            <a:r>
              <a:rPr lang="pt-BR" b="1" dirty="0">
                <a:solidFill>
                  <a:schemeClr val="bg1"/>
                </a:solidFill>
                <a:latin typeface="Segoe UI Semibold" panose="020B0702040204020203" pitchFamily="34" charset="0"/>
                <a:cs typeface="Segoe UI Semibold" panose="020B0702040204020203" pitchFamily="34" charset="0"/>
              </a:rPr>
              <a:t>27.Out</a:t>
            </a:r>
          </a:p>
        </p:txBody>
      </p:sp>
      <p:sp>
        <p:nvSpPr>
          <p:cNvPr id="22" name="CaixaDeTexto 21"/>
          <p:cNvSpPr txBox="1"/>
          <p:nvPr/>
        </p:nvSpPr>
        <p:spPr>
          <a:xfrm>
            <a:off x="150588" y="2557031"/>
            <a:ext cx="5831112" cy="584775"/>
          </a:xfrm>
          <a:prstGeom prst="rect">
            <a:avLst/>
          </a:prstGeom>
          <a:noFill/>
        </p:spPr>
        <p:txBody>
          <a:bodyPr wrap="square" rtlCol="0">
            <a:spAutoFit/>
          </a:bodyPr>
          <a:lstStyle/>
          <a:p>
            <a:r>
              <a:rPr lang="pt-BR" sz="1600" dirty="0">
                <a:solidFill>
                  <a:schemeClr val="tx1">
                    <a:lumMod val="50000"/>
                    <a:lumOff val="50000"/>
                  </a:schemeClr>
                </a:solidFill>
                <a:latin typeface="Segoe UI" panose="020B0502040204020203" pitchFamily="34" charset="0"/>
                <a:cs typeface="Segoe UI" panose="020B0502040204020203" pitchFamily="34" charset="0"/>
              </a:rPr>
              <a:t>Saiba mais sobre o novo processo e como você poderá colaborar com o controle sobre as informações da Smiles!</a:t>
            </a:r>
            <a:endParaRPr lang="en-US" b="1" dirty="0">
              <a:solidFill>
                <a:schemeClr val="tx1">
                  <a:lumMod val="50000"/>
                  <a:lumOff val="50000"/>
                </a:schemeClr>
              </a:solidFill>
              <a:latin typeface="Segoe UI" panose="020B0502040204020203" pitchFamily="34" charset="0"/>
              <a:cs typeface="Segoe UI" panose="020B0502040204020203" pitchFamily="34" charset="0"/>
            </a:endParaRPr>
          </a:p>
        </p:txBody>
      </p:sp>
      <p:sp>
        <p:nvSpPr>
          <p:cNvPr id="23" name="CaixaDeTexto 22"/>
          <p:cNvSpPr txBox="1"/>
          <p:nvPr/>
        </p:nvSpPr>
        <p:spPr>
          <a:xfrm>
            <a:off x="280503" y="10954824"/>
            <a:ext cx="6295644" cy="1615827"/>
          </a:xfrm>
          <a:prstGeom prst="rect">
            <a:avLst/>
          </a:prstGeom>
          <a:solidFill>
            <a:schemeClr val="accent4">
              <a:lumMod val="20000"/>
              <a:lumOff val="80000"/>
            </a:schemeClr>
          </a:solidFill>
        </p:spPr>
        <p:txBody>
          <a:bodyPr wrap="square" rtlCol="0">
            <a:spAutoFit/>
          </a:bodyPr>
          <a:lstStyle/>
          <a:p>
            <a:pPr>
              <a:spcAft>
                <a:spcPts val="1200"/>
              </a:spcAft>
            </a:pPr>
            <a:r>
              <a:rPr lang="pt-BR" b="1" dirty="0">
                <a:solidFill>
                  <a:srgbClr val="7030A0"/>
                </a:solidFill>
                <a:latin typeface="Segoe UI Semibold" panose="020B0702040204020203" pitchFamily="34" charset="0"/>
                <a:cs typeface="Segoe UI Semibold" panose="020B0702040204020203" pitchFamily="34" charset="0"/>
              </a:rPr>
              <a:t>Quando será implantado</a:t>
            </a:r>
          </a:p>
          <a:p>
            <a:pPr marL="468000" indent="-285750">
              <a:spcAft>
                <a:spcPts val="600"/>
              </a:spcAft>
              <a:buFont typeface="Wingdings" panose="05000000000000000000" pitchFamily="2" charset="2"/>
              <a:buChar char="q"/>
            </a:pPr>
            <a:r>
              <a:rPr lang="pt-BR" sz="1400" dirty="0">
                <a:solidFill>
                  <a:schemeClr val="tx1">
                    <a:lumMod val="50000"/>
                    <a:lumOff val="50000"/>
                  </a:schemeClr>
                </a:solidFill>
                <a:latin typeface="Segoe UI" panose="020B0502040204020203" pitchFamily="34" charset="0"/>
                <a:cs typeface="Segoe UI" panose="020B0502040204020203" pitchFamily="34" charset="0"/>
              </a:rPr>
              <a:t>O novo processo estará valendo </a:t>
            </a:r>
            <a:r>
              <a:rPr lang="pt-BR" sz="1400" b="1" dirty="0">
                <a:solidFill>
                  <a:schemeClr val="tx1">
                    <a:lumMod val="65000"/>
                    <a:lumOff val="35000"/>
                  </a:schemeClr>
                </a:solidFill>
                <a:latin typeface="Segoe UI" panose="020B0502040204020203" pitchFamily="34" charset="0"/>
                <a:cs typeface="Segoe UI" panose="020B0502040204020203" pitchFamily="34" charset="0"/>
              </a:rPr>
              <a:t>a partir de 28/out (sexta-feira)</a:t>
            </a:r>
            <a:r>
              <a:rPr lang="pt-BR" sz="1400" b="1" dirty="0">
                <a:solidFill>
                  <a:schemeClr val="tx1">
                    <a:lumMod val="50000"/>
                    <a:lumOff val="50000"/>
                  </a:schemeClr>
                </a:solidFill>
                <a:latin typeface="Segoe UI" panose="020B0502040204020203" pitchFamily="34" charset="0"/>
                <a:cs typeface="Segoe UI" panose="020B0502040204020203" pitchFamily="34" charset="0"/>
              </a:rPr>
              <a:t>.</a:t>
            </a:r>
          </a:p>
          <a:p>
            <a:pPr marL="468000" indent="-285750">
              <a:spcAft>
                <a:spcPts val="600"/>
              </a:spcAft>
              <a:buFont typeface="Wingdings" panose="05000000000000000000" pitchFamily="2" charset="2"/>
              <a:buChar char="q"/>
            </a:pPr>
            <a:endParaRPr lang="pt-BR" sz="1400" b="1" dirty="0">
              <a:solidFill>
                <a:schemeClr val="tx1">
                  <a:lumMod val="50000"/>
                  <a:lumOff val="50000"/>
                </a:schemeClr>
              </a:solidFill>
              <a:latin typeface="Segoe UI" panose="020B0502040204020203" pitchFamily="34" charset="0"/>
              <a:cs typeface="Segoe UI" panose="020B0502040204020203" pitchFamily="34" charset="0"/>
            </a:endParaRPr>
          </a:p>
          <a:p>
            <a:pPr marL="468000" indent="-285750">
              <a:spcAft>
                <a:spcPts val="600"/>
              </a:spcAft>
              <a:buFont typeface="Wingdings" panose="05000000000000000000" pitchFamily="2" charset="2"/>
              <a:buChar char="q"/>
            </a:pPr>
            <a:endParaRPr lang="pt-BR" sz="1400" b="1" dirty="0">
              <a:solidFill>
                <a:schemeClr val="tx1">
                  <a:lumMod val="50000"/>
                  <a:lumOff val="50000"/>
                </a:schemeClr>
              </a:solidFill>
              <a:latin typeface="Segoe UI" panose="020B0502040204020203" pitchFamily="34" charset="0"/>
              <a:cs typeface="Segoe UI" panose="020B0502040204020203" pitchFamily="34" charset="0"/>
            </a:endParaRPr>
          </a:p>
          <a:p>
            <a:pPr marL="468000" indent="-285750">
              <a:spcAft>
                <a:spcPts val="600"/>
              </a:spcAft>
              <a:buFont typeface="Wingdings" panose="05000000000000000000" pitchFamily="2" charset="2"/>
              <a:buChar char="q"/>
            </a:pPr>
            <a:endParaRPr lang="pt-BR" sz="1400" b="1" dirty="0">
              <a:solidFill>
                <a:schemeClr val="tx1">
                  <a:lumMod val="50000"/>
                  <a:lumOff val="50000"/>
                </a:schemeClr>
              </a:solidFill>
              <a:latin typeface="Segoe UI" panose="020B0502040204020203" pitchFamily="34" charset="0"/>
              <a:cs typeface="Segoe UI" panose="020B0502040204020203" pitchFamily="34" charset="0"/>
            </a:endParaRPr>
          </a:p>
        </p:txBody>
      </p:sp>
      <p:sp>
        <p:nvSpPr>
          <p:cNvPr id="6" name="Retângulo 5"/>
          <p:cNvSpPr/>
          <p:nvPr/>
        </p:nvSpPr>
        <p:spPr>
          <a:xfrm>
            <a:off x="577175" y="11807467"/>
            <a:ext cx="5702300" cy="584775"/>
          </a:xfrm>
          <a:prstGeom prst="rect">
            <a:avLst/>
          </a:prstGeom>
          <a:solidFill>
            <a:srgbClr val="7030A0"/>
          </a:solidFill>
        </p:spPr>
        <p:txBody>
          <a:bodyPr wrap="square">
            <a:spAutoFit/>
          </a:bodyPr>
          <a:lstStyle/>
          <a:p>
            <a:pPr algn="ctr">
              <a:spcAft>
                <a:spcPts val="600"/>
              </a:spcAft>
            </a:pPr>
            <a:r>
              <a:rPr lang="pt-BR" sz="1600" b="1" dirty="0">
                <a:solidFill>
                  <a:schemeClr val="bg1"/>
                </a:solidFill>
                <a:latin typeface="Segoe UI" panose="020B0502040204020203" pitchFamily="34" charset="0"/>
                <a:cs typeface="Segoe UI" panose="020B0502040204020203" pitchFamily="34" charset="0"/>
              </a:rPr>
              <a:t>Colabore! A segurança das informações da Smiles também depende de você.</a:t>
            </a:r>
          </a:p>
        </p:txBody>
      </p:sp>
      <p:pic>
        <p:nvPicPr>
          <p:cNvPr id="1028" name="Picture 4" descr="http://www.chekone.com/images/Security_Icon_WithShado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1380" y="1456531"/>
            <a:ext cx="2439343" cy="2308526"/>
          </a:xfrm>
          <a:prstGeom prst="rect">
            <a:avLst/>
          </a:prstGeom>
          <a:noFill/>
          <a:extLst>
            <a:ext uri="{909E8E84-426E-40DD-AFC4-6F175D3DCCD1}">
              <a14:hiddenFill xmlns:a14="http://schemas.microsoft.com/office/drawing/2010/main">
                <a:solidFill>
                  <a:srgbClr val="FFFFFF"/>
                </a:solidFill>
              </a14:hiddenFill>
            </a:ext>
          </a:extLst>
        </p:spPr>
      </p:pic>
      <p:sp>
        <p:nvSpPr>
          <p:cNvPr id="17" name="CaixaDeTexto 16"/>
          <p:cNvSpPr txBox="1"/>
          <p:nvPr/>
        </p:nvSpPr>
        <p:spPr>
          <a:xfrm>
            <a:off x="282956" y="4543065"/>
            <a:ext cx="6295644" cy="6140142"/>
          </a:xfrm>
          <a:prstGeom prst="rect">
            <a:avLst/>
          </a:prstGeom>
          <a:solidFill>
            <a:schemeClr val="accent4">
              <a:lumMod val="20000"/>
              <a:lumOff val="80000"/>
            </a:schemeClr>
          </a:solidFill>
        </p:spPr>
        <p:txBody>
          <a:bodyPr wrap="square" rtlCol="0">
            <a:spAutoFit/>
          </a:bodyPr>
          <a:lstStyle/>
          <a:p>
            <a:pPr>
              <a:spcAft>
                <a:spcPts val="1200"/>
              </a:spcAft>
            </a:pPr>
            <a:r>
              <a:rPr lang="pt-BR" b="1" dirty="0">
                <a:solidFill>
                  <a:srgbClr val="7030A0"/>
                </a:solidFill>
                <a:latin typeface="Segoe UI Semibold" panose="020B0702040204020203" pitchFamily="34" charset="0"/>
                <a:cs typeface="Segoe UI Semibold" panose="020B0702040204020203" pitchFamily="34" charset="0"/>
              </a:rPr>
              <a:t>Principais Dúvidas </a:t>
            </a:r>
          </a:p>
          <a:p>
            <a:pPr marL="525150" indent="-342900" algn="just">
              <a:spcBef>
                <a:spcPts val="600"/>
              </a:spcBef>
              <a:spcAft>
                <a:spcPts val="600"/>
              </a:spcAft>
              <a:buFont typeface="Wingdings" panose="05000000000000000000" pitchFamily="2" charset="2"/>
              <a:buChar char="q"/>
            </a:pPr>
            <a:r>
              <a:rPr lang="pt-BR" sz="1200" b="1" dirty="0">
                <a:solidFill>
                  <a:srgbClr val="7030A0"/>
                </a:solidFill>
                <a:latin typeface="Segoe UI" panose="020B0502040204020203" pitchFamily="34" charset="0"/>
                <a:cs typeface="Segoe UI" panose="020B0502040204020203" pitchFamily="34" charset="0"/>
              </a:rPr>
              <a:t>O que são Incidentes de Segurança da Informação? </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São considerados Incidentes de SI todos os eventos adversos ou violações, confirmados pela Gerência de SI, que representem </a:t>
            </a:r>
            <a:r>
              <a:rPr lang="pt-BR" sz="1200" b="1" dirty="0">
                <a:solidFill>
                  <a:schemeClr val="tx1">
                    <a:lumMod val="65000"/>
                    <a:lumOff val="35000"/>
                  </a:schemeClr>
                </a:solidFill>
                <a:latin typeface="Segoe UI" panose="020B0502040204020203" pitchFamily="34" charset="0"/>
                <a:cs typeface="Segoe UI" panose="020B0502040204020203" pitchFamily="34" charset="0"/>
              </a:rPr>
              <a:t>desvios de confidencialidade, integridade ou disponibilidade de Informações da Smiles</a:t>
            </a:r>
            <a:r>
              <a:rPr lang="pt-BR" sz="1200" dirty="0">
                <a:solidFill>
                  <a:schemeClr val="tx1">
                    <a:lumMod val="50000"/>
                    <a:lumOff val="50000"/>
                  </a:schemeClr>
                </a:solidFill>
                <a:latin typeface="Segoe UI" panose="020B0502040204020203" pitchFamily="34" charset="0"/>
                <a:cs typeface="Segoe UI" panose="020B0502040204020203" pitchFamily="34" charset="0"/>
              </a:rPr>
              <a:t>. </a:t>
            </a:r>
          </a:p>
          <a:p>
            <a:pPr marL="108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Alguns </a:t>
            </a:r>
            <a:r>
              <a:rPr lang="pt-BR" sz="1200" u="sng" dirty="0">
                <a:solidFill>
                  <a:schemeClr val="tx1">
                    <a:lumMod val="50000"/>
                    <a:lumOff val="50000"/>
                  </a:schemeClr>
                </a:solidFill>
                <a:latin typeface="Segoe UI" panose="020B0502040204020203" pitchFamily="34" charset="0"/>
                <a:cs typeface="Segoe UI" panose="020B0502040204020203" pitchFamily="34" charset="0"/>
              </a:rPr>
              <a:t>exemplos</a:t>
            </a:r>
            <a:r>
              <a:rPr lang="pt-BR" sz="1200" dirty="0">
                <a:solidFill>
                  <a:schemeClr val="tx1">
                    <a:lumMod val="50000"/>
                    <a:lumOff val="50000"/>
                  </a:schemeClr>
                </a:solidFill>
                <a:latin typeface="Segoe UI" panose="020B0502040204020203" pitchFamily="34" charset="0"/>
                <a:cs typeface="Segoe UI" panose="020B0502040204020203" pitchFamily="34" charset="0"/>
              </a:rPr>
              <a:t>: descumprimento da Política de Segurança da Informação da empresa, tentativas de invasão ou ataque a sites, sistemas ou serviços de TI, divulgação não autorizada de informações da empresa, alterações em sites, sistemas ou serviços de TI sem aprovação de GMUD (TI), roubo ou furto de informações ou equipamentos, instalação de softwares não autorizados/homologados, entre outros.</a:t>
            </a:r>
          </a:p>
          <a:p>
            <a:pPr marL="525150" indent="-342900" algn="just">
              <a:spcBef>
                <a:spcPts val="600"/>
              </a:spcBef>
              <a:spcAft>
                <a:spcPts val="600"/>
              </a:spcAft>
              <a:buFont typeface="Wingdings" panose="05000000000000000000" pitchFamily="2" charset="2"/>
              <a:buChar char="q"/>
            </a:pPr>
            <a:r>
              <a:rPr lang="pt-BR" sz="1200" b="1" dirty="0">
                <a:solidFill>
                  <a:srgbClr val="7030A0"/>
                </a:solidFill>
                <a:latin typeface="Segoe UI" panose="020B0502040204020203" pitchFamily="34" charset="0"/>
                <a:cs typeface="Segoe UI" panose="020B0502040204020203" pitchFamily="34" charset="0"/>
              </a:rPr>
              <a:t>Quem pode relatar um Incidente de SI?</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Como a informação é um dos principais ativos da Smiles</a:t>
            </a:r>
            <a:r>
              <a:rPr lang="pt-BR" sz="1200" b="1" dirty="0">
                <a:solidFill>
                  <a:schemeClr val="tx1">
                    <a:lumMod val="50000"/>
                    <a:lumOff val="50000"/>
                  </a:schemeClr>
                </a:solidFill>
                <a:latin typeface="Segoe UI" panose="020B0502040204020203" pitchFamily="34" charset="0"/>
                <a:cs typeface="Segoe UI" panose="020B0502040204020203" pitchFamily="34" charset="0"/>
              </a:rPr>
              <a:t> </a:t>
            </a:r>
            <a:r>
              <a:rPr lang="pt-BR" sz="1200" b="1" dirty="0">
                <a:solidFill>
                  <a:schemeClr val="tx1">
                    <a:lumMod val="65000"/>
                    <a:lumOff val="35000"/>
                  </a:schemeClr>
                </a:solidFill>
                <a:latin typeface="Segoe UI" panose="020B0502040204020203" pitchFamily="34" charset="0"/>
                <a:cs typeface="Segoe UI" panose="020B0502040204020203" pitchFamily="34" charset="0"/>
              </a:rPr>
              <a:t>todo colaborador é responsável por relatar inconformidades relacionadas à proteção das informações</a:t>
            </a:r>
            <a:r>
              <a:rPr lang="pt-BR" sz="1200" b="1" dirty="0">
                <a:solidFill>
                  <a:schemeClr val="tx1">
                    <a:lumMod val="50000"/>
                    <a:lumOff val="50000"/>
                  </a:schemeClr>
                </a:solidFill>
                <a:latin typeface="Segoe UI" panose="020B0502040204020203" pitchFamily="34" charset="0"/>
                <a:cs typeface="Segoe UI" panose="020B0502040204020203" pitchFamily="34" charset="0"/>
              </a:rPr>
              <a:t> </a:t>
            </a:r>
            <a:r>
              <a:rPr lang="pt-BR" sz="1200" dirty="0">
                <a:solidFill>
                  <a:schemeClr val="tx1">
                    <a:lumMod val="50000"/>
                    <a:lumOff val="50000"/>
                  </a:schemeClr>
                </a:solidFill>
                <a:latin typeface="Segoe UI" panose="020B0502040204020203" pitchFamily="34" charset="0"/>
                <a:cs typeface="Segoe UI" panose="020B0502040204020203" pitchFamily="34" charset="0"/>
              </a:rPr>
              <a:t>da empresa.</a:t>
            </a:r>
          </a:p>
          <a:p>
            <a:pPr marL="525150" indent="-342900" algn="just">
              <a:spcBef>
                <a:spcPts val="600"/>
              </a:spcBef>
              <a:spcAft>
                <a:spcPts val="600"/>
              </a:spcAft>
              <a:buFont typeface="Wingdings" panose="05000000000000000000" pitchFamily="2" charset="2"/>
              <a:buChar char="q"/>
            </a:pPr>
            <a:r>
              <a:rPr lang="pt-BR" sz="1200" b="1" dirty="0">
                <a:solidFill>
                  <a:srgbClr val="7030A0"/>
                </a:solidFill>
                <a:latin typeface="Segoe UI" panose="020B0502040204020203" pitchFamily="34" charset="0"/>
                <a:cs typeface="Segoe UI" panose="020B0502040204020203" pitchFamily="34" charset="0"/>
              </a:rPr>
              <a:t>Como relatar um Incidente de SI? </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Você deverá utilizar a </a:t>
            </a:r>
            <a:r>
              <a:rPr lang="pt-BR" sz="1200" b="1" dirty="0">
                <a:solidFill>
                  <a:schemeClr val="tx1">
                    <a:lumMod val="65000"/>
                    <a:lumOff val="35000"/>
                  </a:schemeClr>
                </a:solidFill>
                <a:latin typeface="Segoe UI" panose="020B0502040204020203" pitchFamily="34" charset="0"/>
                <a:cs typeface="Segoe UI" panose="020B0502040204020203" pitchFamily="34" charset="0"/>
              </a:rPr>
              <a:t>opção "Segurança da Informação" dentro do Portal do JIRA Service Desk </a:t>
            </a:r>
            <a:r>
              <a:rPr lang="pt-BR" sz="1200" dirty="0">
                <a:solidFill>
                  <a:schemeClr val="tx1">
                    <a:lumMod val="50000"/>
                    <a:lumOff val="50000"/>
                  </a:schemeClr>
                </a:solidFill>
                <a:latin typeface="Segoe UI" panose="020B0502040204020203" pitchFamily="34" charset="0"/>
                <a:cs typeface="Segoe UI" panose="020B0502040204020203" pitchFamily="34" charset="0"/>
              </a:rPr>
              <a:t>(</a:t>
            </a:r>
            <a:r>
              <a:rPr lang="pt-BR" sz="1200" dirty="0">
                <a:solidFill>
                  <a:schemeClr val="tx1">
                    <a:lumMod val="50000"/>
                    <a:lumOff val="50000"/>
                  </a:schemeClr>
                </a:solidFill>
                <a:latin typeface="Segoe UI" panose="020B0502040204020203" pitchFamily="34" charset="0"/>
                <a:cs typeface="Segoe UI" panose="020B0502040204020203" pitchFamily="34" charset="0"/>
                <a:hlinkClick r:id="rId4"/>
              </a:rPr>
              <a:t>https://smiles.atlassian.net/servicedesk/customer/portals</a:t>
            </a:r>
            <a:r>
              <a:rPr lang="pt-BR" sz="1200" dirty="0">
                <a:solidFill>
                  <a:schemeClr val="tx1">
                    <a:lumMod val="50000"/>
                    <a:lumOff val="50000"/>
                  </a:schemeClr>
                </a:solidFill>
                <a:latin typeface="Segoe UI" panose="020B0502040204020203" pitchFamily="34" charset="0"/>
                <a:cs typeface="Segoe UI" panose="020B0502040204020203" pitchFamily="34" charset="0"/>
              </a:rPr>
              <a:t>).</a:t>
            </a:r>
          </a:p>
          <a:p>
            <a:pPr marL="525150" indent="-342900" algn="just">
              <a:spcBef>
                <a:spcPts val="600"/>
              </a:spcBef>
              <a:spcAft>
                <a:spcPts val="600"/>
              </a:spcAft>
              <a:buFont typeface="Wingdings" panose="05000000000000000000" pitchFamily="2" charset="2"/>
              <a:buChar char="q"/>
            </a:pPr>
            <a:r>
              <a:rPr lang="pt-BR" sz="1200" b="1" dirty="0">
                <a:solidFill>
                  <a:srgbClr val="7030A0"/>
                </a:solidFill>
                <a:latin typeface="Segoe UI" panose="020B0502040204020203" pitchFamily="34" charset="0"/>
                <a:cs typeface="Segoe UI" panose="020B0502040204020203" pitchFamily="34" charset="0"/>
              </a:rPr>
              <a:t>É seguro relatar um Incidente de SI? </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Sim. O espaço utilizado dentro do JIRA Service Desk possui </a:t>
            </a:r>
            <a:r>
              <a:rPr lang="pt-BR" sz="1200" b="1" dirty="0">
                <a:solidFill>
                  <a:schemeClr val="tx1">
                    <a:lumMod val="65000"/>
                    <a:lumOff val="35000"/>
                  </a:schemeClr>
                </a:solidFill>
                <a:latin typeface="Segoe UI" panose="020B0502040204020203" pitchFamily="34" charset="0"/>
                <a:cs typeface="Segoe UI" panose="020B0502040204020203" pitchFamily="34" charset="0"/>
              </a:rPr>
              <a:t>acesso restrito à equipe de Segurança da Informação e também ao Diretor de TI</a:t>
            </a:r>
            <a:r>
              <a:rPr lang="pt-BR" sz="1200" dirty="0">
                <a:solidFill>
                  <a:schemeClr val="tx1">
                    <a:lumMod val="50000"/>
                    <a:lumOff val="50000"/>
                  </a:schemeClr>
                </a:solidFill>
                <a:latin typeface="Segoe UI" panose="020B0502040204020203" pitchFamily="34" charset="0"/>
                <a:cs typeface="Segoe UI" panose="020B0502040204020203" pitchFamily="34" charset="0"/>
              </a:rPr>
              <a:t>. Todas as permissões de acesso a este espaço são controladas e qualquer alteração é registrada em log. </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Desta forma, </a:t>
            </a:r>
            <a:r>
              <a:rPr lang="pt-BR" sz="1200" b="1" dirty="0">
                <a:solidFill>
                  <a:schemeClr val="tx1">
                    <a:lumMod val="65000"/>
                    <a:lumOff val="35000"/>
                  </a:schemeClr>
                </a:solidFill>
                <a:latin typeface="Segoe UI" panose="020B0502040204020203" pitchFamily="34" charset="0"/>
                <a:cs typeface="Segoe UI" panose="020B0502040204020203" pitchFamily="34" charset="0"/>
              </a:rPr>
              <a:t>garantimos o sigilo e a confidencialidade das ocorrências relatadas, da identidade do colaborador que informou a ocorrência </a:t>
            </a:r>
            <a:r>
              <a:rPr lang="pt-BR" sz="1200" dirty="0">
                <a:solidFill>
                  <a:schemeClr val="tx1">
                    <a:lumMod val="50000"/>
                    <a:lumOff val="50000"/>
                  </a:schemeClr>
                </a:solidFill>
                <a:latin typeface="Segoe UI" panose="020B0502040204020203" pitchFamily="34" charset="0"/>
                <a:cs typeface="Segoe UI" panose="020B0502040204020203" pitchFamily="34" charset="0"/>
              </a:rPr>
              <a:t>e também os detalhes sobre a mesma.</a:t>
            </a:r>
          </a:p>
        </p:txBody>
      </p:sp>
    </p:spTree>
    <p:extLst>
      <p:ext uri="{BB962C8B-B14F-4D97-AF65-F5344CB8AC3E}">
        <p14:creationId xmlns:p14="http://schemas.microsoft.com/office/powerpoint/2010/main" val="425329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3795</TotalTime>
  <Words>338</Words>
  <Application>Microsoft Office PowerPoint</Application>
  <PresentationFormat>Personalizar</PresentationFormat>
  <Paragraphs>22</Paragraphs>
  <Slides>1</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Arial</vt:lpstr>
      <vt:lpstr>Calibri</vt:lpstr>
      <vt:lpstr>Segoe UI</vt:lpstr>
      <vt:lpstr>Segoe UI Semibold</vt:lpstr>
      <vt:lpstr>Wingdings</vt:lpstr>
      <vt:lpstr>Office Theme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fred</dc:creator>
  <cp:lastModifiedBy>Jorge Filho</cp:lastModifiedBy>
  <cp:revision>287</cp:revision>
  <dcterms:created xsi:type="dcterms:W3CDTF">2014-01-24T21:35:00Z</dcterms:created>
  <dcterms:modified xsi:type="dcterms:W3CDTF">2016-10-27T18:37:49Z</dcterms:modified>
</cp:coreProperties>
</file>