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55" r:id="rId3"/>
    <p:sldId id="357" r:id="rId4"/>
    <p:sldId id="358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8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08/09/2016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9482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Gerenciamento de Incidentes de Segurança da Informação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Set-2016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</a:t>
            </a:r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8" name="Picture 2" descr="https://static.wixstatic.com/media/f6f17c_c391bc643597d982af83383799c61f90.png/v1/fill/w_210,h_90,al_c,usm_0.66_1.00_0.01/f6f17c_c391bc643597d982af83383799c61f9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110260" y="13800551"/>
            <a:ext cx="452321" cy="22197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m para segurança da informaçã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43199" y="4143996"/>
            <a:ext cx="2483894" cy="22924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static.wixstatic.com/media/f6f17c_c391bc643597d982af83383799c61f90.png/v1/fill/w_210,h_90,al_c,usm_0.66_1.00_0.01/f6f17c_c391bc643597d982af83383799c61f9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81" y="5976730"/>
            <a:ext cx="1734516" cy="74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Gerenciamento de Incidentes de SI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1508652" y="5285169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1862275" y="5015972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750111" y="5008170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3352214" y="5085114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3014275" y="5285169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tângulo 91"/>
          <p:cNvSpPr/>
          <p:nvPr/>
        </p:nvSpPr>
        <p:spPr>
          <a:xfrm rot="21045991">
            <a:off x="92227" y="1007160"/>
            <a:ext cx="24851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 </a:t>
            </a:r>
          </a:p>
        </p:txBody>
      </p:sp>
      <p:sp>
        <p:nvSpPr>
          <p:cNvPr id="73" name="Fluxograma: Processo 72"/>
          <p:cNvSpPr/>
          <p:nvPr/>
        </p:nvSpPr>
        <p:spPr>
          <a:xfrm>
            <a:off x="2402275" y="360004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Fluxograma: Processo 74"/>
          <p:cNvSpPr/>
          <p:nvPr/>
        </p:nvSpPr>
        <p:spPr>
          <a:xfrm>
            <a:off x="2402275" y="406714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Fluxograma: Processo 87"/>
          <p:cNvSpPr/>
          <p:nvPr/>
        </p:nvSpPr>
        <p:spPr>
          <a:xfrm>
            <a:off x="4507080" y="360832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ANDAMENTO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Fluxograma: Processo 95"/>
          <p:cNvSpPr/>
          <p:nvPr/>
        </p:nvSpPr>
        <p:spPr>
          <a:xfrm>
            <a:off x="4498183" y="215935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Fluxograma: Processo 97"/>
          <p:cNvSpPr/>
          <p:nvPr/>
        </p:nvSpPr>
        <p:spPr>
          <a:xfrm>
            <a:off x="6585703" y="364099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Fluxograma: Processo 98"/>
          <p:cNvSpPr/>
          <p:nvPr/>
        </p:nvSpPr>
        <p:spPr>
          <a:xfrm>
            <a:off x="6572710" y="4071389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1" name="Conector de Seta Reta 82"/>
          <p:cNvCxnSpPr/>
          <p:nvPr/>
        </p:nvCxnSpPr>
        <p:spPr>
          <a:xfrm>
            <a:off x="3568469" y="3897186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82"/>
          <p:cNvCxnSpPr/>
          <p:nvPr/>
        </p:nvCxnSpPr>
        <p:spPr>
          <a:xfrm>
            <a:off x="5659080" y="3924482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de Seta Reta 81"/>
          <p:cNvCxnSpPr/>
          <p:nvPr/>
        </p:nvCxnSpPr>
        <p:spPr>
          <a:xfrm flipV="1">
            <a:off x="5333488" y="2697752"/>
            <a:ext cx="0" cy="902295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88"/>
          <p:cNvCxnSpPr/>
          <p:nvPr/>
        </p:nvCxnSpPr>
        <p:spPr>
          <a:xfrm flipH="1">
            <a:off x="4897387" y="2697752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tângulo 108"/>
          <p:cNvSpPr/>
          <p:nvPr/>
        </p:nvSpPr>
        <p:spPr>
          <a:xfrm>
            <a:off x="3754835" y="3933378"/>
            <a:ext cx="75533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Executar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Incidente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SI </a:t>
            </a:r>
            <a:endParaRPr lang="pt-BR" sz="900" b="1" dirty="0"/>
          </a:p>
        </p:txBody>
      </p:sp>
      <p:sp>
        <p:nvSpPr>
          <p:cNvPr id="111" name="Retângulo 110"/>
          <p:cNvSpPr/>
          <p:nvPr/>
        </p:nvSpPr>
        <p:spPr>
          <a:xfrm>
            <a:off x="5908806" y="3913111"/>
            <a:ext cx="69281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o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Incidente</a:t>
            </a:r>
          </a:p>
          <a:p>
            <a:pPr algn="r"/>
            <a:r>
              <a:rPr lang="pt-B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SI </a:t>
            </a:r>
            <a:endParaRPr lang="pt-BR" sz="900" b="1" dirty="0"/>
          </a:p>
        </p:txBody>
      </p:sp>
      <p:sp>
        <p:nvSpPr>
          <p:cNvPr id="118" name="Retângulo 117"/>
          <p:cNvSpPr/>
          <p:nvPr/>
        </p:nvSpPr>
        <p:spPr>
          <a:xfrm>
            <a:off x="5369114" y="2781933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 smtClean="0"/>
              <a:t>Sanar </a:t>
            </a:r>
          </a:p>
          <a:p>
            <a:r>
              <a:rPr lang="pt-BR" sz="900" b="1" dirty="0" smtClean="0"/>
              <a:t>Dúvidas</a:t>
            </a:r>
            <a:endParaRPr lang="pt-BR" sz="900" b="1" dirty="0"/>
          </a:p>
        </p:txBody>
      </p:sp>
      <p:sp>
        <p:nvSpPr>
          <p:cNvPr id="119" name="Retângulo 118"/>
          <p:cNvSpPr/>
          <p:nvPr/>
        </p:nvSpPr>
        <p:spPr>
          <a:xfrm>
            <a:off x="4295415" y="2789637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 smtClean="0"/>
              <a:t>Devolver</a:t>
            </a:r>
          </a:p>
          <a:p>
            <a:pPr algn="r"/>
            <a:r>
              <a:rPr lang="pt-BR" sz="900" b="1" dirty="0" smtClean="0"/>
              <a:t>Dúvidas</a:t>
            </a:r>
            <a:endParaRPr lang="pt-BR" sz="900" b="1" dirty="0"/>
          </a:p>
        </p:txBody>
      </p:sp>
      <p:sp>
        <p:nvSpPr>
          <p:cNvPr id="32" name="Retângulo 31"/>
          <p:cNvSpPr/>
          <p:nvPr/>
        </p:nvSpPr>
        <p:spPr>
          <a:xfrm>
            <a:off x="5659080" y="2334526"/>
            <a:ext cx="265008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50" b="1" dirty="0" smtClean="0"/>
              <a:t>Usuário, Fornecedor ou Equipe interna de TI</a:t>
            </a:r>
            <a:endParaRPr lang="pt-BR" sz="1050" b="1" dirty="0"/>
          </a:p>
        </p:txBody>
      </p:sp>
      <p:pic>
        <p:nvPicPr>
          <p:cNvPr id="33" name="Picture 2" descr="https://static.wixstatic.com/media/f6f17c_c391bc643597d982af83383799c61f90.png/v1/fill/w_210,h_90,al_c,usm_0.66_1.00_0.01/f6f17c_c391bc643597d982af83383799c61f9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81" y="5976730"/>
            <a:ext cx="1734516" cy="74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4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2" name="Retângulo 91"/>
          <p:cNvSpPr/>
          <p:nvPr/>
        </p:nvSpPr>
        <p:spPr>
          <a:xfrm rot="21045991">
            <a:off x="88270" y="711951"/>
            <a:ext cx="30957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 </a:t>
            </a:r>
          </a:p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INDICADORES</a:t>
            </a:r>
            <a:endParaRPr lang="pt-BR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Fluxograma: Processo 33"/>
          <p:cNvSpPr/>
          <p:nvPr/>
        </p:nvSpPr>
        <p:spPr>
          <a:xfrm>
            <a:off x="736980" y="2030556"/>
            <a:ext cx="8666328" cy="3660559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incidentes de SI abertos 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Idade dos incidentes de SI com status (aberto, em andamento, pendente com usuário / pendente fornecedor / pendente equipe interna de TI)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incidentes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SI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fechados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incidentes de SI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fechados por responsável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incidentes de SI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fechados por categoria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Quantidade incidentes de SI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fechados por solicitante</a:t>
            </a:r>
            <a:endParaRPr lang="pt-BR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Gerenciamento de Incidentes de SI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2" descr="https://static.wixstatic.com/media/f6f17c_c391bc643597d982af83383799c61f90.png/v1/fill/w_210,h_90,al_c,usm_0.66_1.00_0.01/f6f17c_c391bc643597d982af83383799c61f9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81" y="5976730"/>
            <a:ext cx="1734516" cy="74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40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2" name="Retângulo 91"/>
          <p:cNvSpPr/>
          <p:nvPr/>
        </p:nvSpPr>
        <p:spPr>
          <a:xfrm rot="21045991">
            <a:off x="80749" y="905989"/>
            <a:ext cx="42564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  <a:endParaRPr lang="pt-BR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Fluxograma: Processo 33"/>
          <p:cNvSpPr/>
          <p:nvPr/>
        </p:nvSpPr>
        <p:spPr>
          <a:xfrm>
            <a:off x="736980" y="2030556"/>
            <a:ext cx="8666328" cy="3660559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Definir dono processo e gerente do processo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Definir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quem são os colaboradores que devem ter acesso ao Projeto de Service Desk 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 e respectivo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</a:t>
            </a:r>
            <a:endParaRPr lang="pt-BR" dirty="0" smtClean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Definir categorias dos incidentes de SI no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Jira</a:t>
            </a:r>
            <a:endParaRPr lang="pt-BR" dirty="0" smtClean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Definir SLA 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Criar fluxo, </a:t>
            </a:r>
            <a:r>
              <a:rPr lang="pt-BR" i="1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categorias e parametrizar SLA no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Jira</a:t>
            </a:r>
            <a:endParaRPr lang="pt-BR" dirty="0" smtClean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Validar e realizar ajustes no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de Service Desk SI e respectivo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</a:t>
            </a:r>
            <a:endParaRPr lang="pt-BR" dirty="0" smtClean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Criar processo e publicar no </a:t>
            </a:r>
            <a:r>
              <a:rPr lang="pt-BR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Confluence</a:t>
            </a:r>
            <a:endParaRPr lang="pt-BR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</a:t>
            </a:r>
            <a:r>
              <a:rPr lang="pt-BR" sz="24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Gerenciamento de Incidentes de SI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2" descr="https://static.wixstatic.com/media/f6f17c_c391bc643597d982af83383799c61f90.png/v1/fill/w_210,h_90,al_c,usm_0.66_1.00_0.01/f6f17c_c391bc643597d982af83383799c61f9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81" y="5976730"/>
            <a:ext cx="1734516" cy="74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6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5810</TotalTime>
  <Words>195</Words>
  <PresentationFormat>Personalizar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2016-09-08T17:42:49Z</dcterms:modified>
</cp:coreProperties>
</file>