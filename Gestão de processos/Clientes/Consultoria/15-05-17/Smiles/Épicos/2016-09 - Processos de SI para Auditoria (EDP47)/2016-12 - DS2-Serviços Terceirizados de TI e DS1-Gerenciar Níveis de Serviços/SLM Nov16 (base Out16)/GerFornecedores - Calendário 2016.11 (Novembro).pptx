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344" r:id="rId2"/>
    <p:sldId id="343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8E2D"/>
    <a:srgbClr val="FF6600"/>
    <a:srgbClr val="F57124"/>
    <a:srgbClr val="FF9900"/>
    <a:srgbClr val="F68E1E"/>
    <a:srgbClr val="99CCFF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2298" y="66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11/11/2016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11/11/2016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11/11/2016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icalendario.br.com/media/imprimir/2016/mensal/novembro/calendario-novembro-2016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0" r="3052" b="7652"/>
          <a:stretch/>
        </p:blipFill>
        <p:spPr bwMode="auto">
          <a:xfrm>
            <a:off x="203047" y="3334438"/>
            <a:ext cx="6451906" cy="4475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3"/>
            <a:ext cx="6685200" cy="9000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897" y="1993901"/>
            <a:ext cx="596415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Calendário das Reuniões de</a:t>
            </a:r>
          </a:p>
          <a:p>
            <a:pPr>
              <a:spcAft>
                <a:spcPts val="30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Prestação de Contas Nov-16 </a:t>
            </a:r>
          </a:p>
          <a:p>
            <a:pPr marL="540000" algn="just"/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8079246"/>
            <a:ext cx="502551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7991620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017471" y="5979939"/>
            <a:ext cx="1030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7030A0"/>
                </a:solidFill>
              </a:rPr>
              <a:t>Oracle</a:t>
            </a:r>
          </a:p>
        </p:txBody>
      </p:sp>
      <p:sp>
        <p:nvSpPr>
          <p:cNvPr id="3" name="Retângulo 2"/>
          <p:cNvSpPr/>
          <p:nvPr/>
        </p:nvSpPr>
        <p:spPr>
          <a:xfrm>
            <a:off x="1755499" y="6508082"/>
            <a:ext cx="15348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 err="1">
                <a:solidFill>
                  <a:srgbClr val="7030A0"/>
                </a:solidFill>
              </a:rPr>
              <a:t>CredibiliT</a:t>
            </a:r>
            <a:endParaRPr lang="pt-BR" sz="1400" b="1" dirty="0">
              <a:solidFill>
                <a:srgbClr val="7030A0"/>
              </a:solidFill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1316772" y="6365478"/>
            <a:ext cx="7251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7030A0"/>
                </a:solidFill>
              </a:rPr>
              <a:t>Level3</a:t>
            </a:r>
          </a:p>
        </p:txBody>
      </p:sp>
      <p:sp>
        <p:nvSpPr>
          <p:cNvPr id="5" name="Retângulo 4"/>
          <p:cNvSpPr/>
          <p:nvPr/>
        </p:nvSpPr>
        <p:spPr>
          <a:xfrm>
            <a:off x="3223833" y="5751339"/>
            <a:ext cx="6174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7030A0"/>
                </a:solidFill>
              </a:rPr>
              <a:t>TIVIT</a:t>
            </a:r>
          </a:p>
        </p:txBody>
      </p:sp>
      <p:sp>
        <p:nvSpPr>
          <p:cNvPr id="6" name="Retângulo 5"/>
          <p:cNvSpPr/>
          <p:nvPr/>
        </p:nvSpPr>
        <p:spPr>
          <a:xfrm>
            <a:off x="3218383" y="5522739"/>
            <a:ext cx="6283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b="1" dirty="0">
                <a:solidFill>
                  <a:srgbClr val="7030A0"/>
                </a:solidFill>
              </a:rPr>
              <a:t>Algar</a:t>
            </a:r>
          </a:p>
        </p:txBody>
      </p:sp>
      <p:sp>
        <p:nvSpPr>
          <p:cNvPr id="8" name="Retângulo 7"/>
          <p:cNvSpPr/>
          <p:nvPr/>
        </p:nvSpPr>
        <p:spPr>
          <a:xfrm>
            <a:off x="925671" y="6641432"/>
            <a:ext cx="15073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>
                <a:solidFill>
                  <a:srgbClr val="7030A0"/>
                </a:solidFill>
              </a:rPr>
              <a:t>VIVO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376937" y="2487286"/>
            <a:ext cx="2164643" cy="926851"/>
          </a:xfrm>
          <a:prstGeom prst="roundRect">
            <a:avLst>
              <a:gd name="adj" fmla="val 15904"/>
            </a:avLst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04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707707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65200" y="1895928"/>
            <a:ext cx="596415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Reunião de Prestação de Contas</a:t>
            </a:r>
          </a:p>
          <a:p>
            <a:pPr>
              <a:spcAft>
                <a:spcPts val="3000"/>
              </a:spcAft>
            </a:pPr>
            <a:r>
              <a:rPr lang="pt-BR" sz="2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Convocação</a:t>
            </a:r>
            <a:endParaRPr lang="pt-BR" sz="2400" b="1" dirty="0">
              <a:solidFill>
                <a:srgbClr val="F57124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540000" algn="just"/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Estamos enviando esta </a:t>
            </a:r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convocação para a reunião de Prestação de Contas mensal</a:t>
            </a:r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dos serviços contratados.</a:t>
            </a:r>
          </a:p>
          <a:p>
            <a:pPr marL="540000" algn="just"/>
            <a:endParaRPr lang="pt-BR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40000" algn="just"/>
            <a:r>
              <a:rPr lang="pt-BR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Nesta reunião deverão ser apresentados e posteriormente debatidos os </a:t>
            </a:r>
            <a:r>
              <a:rPr lang="pt-BR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níveis de serviço (indicadores e SLAs) referentes ao mês </a:t>
            </a:r>
            <a:r>
              <a:rPr lang="pt-BR" b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</a:t>
            </a:r>
            <a:r>
              <a:rPr lang="pt-BR" b="1" u="sng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Outubro </a:t>
            </a:r>
            <a:r>
              <a:rPr lang="pt-BR" b="1" u="sng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2016</a:t>
            </a:r>
            <a:r>
              <a:rPr lang="pt-BR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2000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1477966" y="5986770"/>
            <a:ext cx="502551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Obrigado,</a:t>
            </a:r>
          </a:p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703480" y="1914320"/>
            <a:ext cx="1800000" cy="770719"/>
          </a:xfrm>
          <a:prstGeom prst="roundRect">
            <a:avLst>
              <a:gd name="adj" fmla="val 15904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1" y="6006865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810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3839</TotalTime>
  <Words>85</Words>
  <Application>Microsoft Office PowerPoint</Application>
  <PresentationFormat>Papel A4 (210 x 297 mm)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281</cp:revision>
  <dcterms:created xsi:type="dcterms:W3CDTF">2014-01-24T21:35:00Z</dcterms:created>
  <dcterms:modified xsi:type="dcterms:W3CDTF">2016-11-11T20:46:40Z</dcterms:modified>
</cp:coreProperties>
</file>