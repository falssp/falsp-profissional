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9" r:id="rId3"/>
    <p:sldId id="279" r:id="rId4"/>
    <p:sldId id="285" r:id="rId5"/>
    <p:sldId id="270" r:id="rId6"/>
  </p:sldIdLst>
  <p:sldSz cx="12241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1A1D"/>
    <a:srgbClr val="EE6829"/>
    <a:srgbClr val="FF6600"/>
    <a:srgbClr val="F57124"/>
    <a:srgbClr val="C3432A"/>
    <a:srgbClr val="FF9900"/>
    <a:srgbClr val="F4BC71"/>
    <a:srgbClr val="E28734"/>
    <a:srgbClr val="D0462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32" autoAdjust="0"/>
    <p:restoredTop sz="97731" autoAdjust="0"/>
  </p:normalViewPr>
  <p:slideViewPr>
    <p:cSldViewPr snapToGrid="0" snapToObjects="1">
      <p:cViewPr>
        <p:scale>
          <a:sx n="125" d="100"/>
          <a:sy n="125" d="100"/>
        </p:scale>
        <p:origin x="1182" y="2040"/>
      </p:cViewPr>
      <p:guideLst>
        <p:guide orient="horz" pos="2160"/>
        <p:guide pos="3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7BDE4-BC76-49EA-BC9E-B99EAFE9EEE8}" type="doc">
      <dgm:prSet loTypeId="urn:microsoft.com/office/officeart/2005/8/layout/vList2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pt-BR"/>
        </a:p>
      </dgm:t>
    </dgm:pt>
    <dgm:pt modelId="{257D659C-34DC-4B32-841E-EA02A7A24B31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Objetivo</a:t>
          </a:r>
          <a:endParaRPr lang="pt-BR" sz="2800" b="1" dirty="0"/>
        </a:p>
      </dgm:t>
    </dgm:pt>
    <dgm:pt modelId="{FE38AABA-0DF7-49E6-B523-4EC8CDB597C2}" type="parTrans" cxnId="{7B19A6F5-5588-401D-A548-7DA6D30A628D}">
      <dgm:prSet/>
      <dgm:spPr/>
      <dgm:t>
        <a:bodyPr/>
        <a:lstStyle/>
        <a:p>
          <a:endParaRPr lang="pt-BR" sz="1200"/>
        </a:p>
      </dgm:t>
    </dgm:pt>
    <dgm:pt modelId="{91FF985B-B4FC-4964-9A62-87BFD8917C9D}" type="sibTrans" cxnId="{7B19A6F5-5588-401D-A548-7DA6D30A628D}">
      <dgm:prSet/>
      <dgm:spPr/>
      <dgm:t>
        <a:bodyPr/>
        <a:lstStyle/>
        <a:p>
          <a:endParaRPr lang="pt-BR" sz="1200"/>
        </a:p>
      </dgm:t>
    </dgm:pt>
    <dgm:pt modelId="{C5A51453-E096-4B7B-B698-D6806A123682}">
      <dgm:prSet phldrT="[Texto]" custT="1"/>
      <dgm:spPr/>
      <dgm:t>
        <a:bodyPr/>
        <a:lstStyle/>
        <a:p>
          <a:r>
            <a:rPr lang="pt-BR" sz="2800" b="1" dirty="0" smtClean="0">
              <a:latin typeface="+mj-lt"/>
            </a:rPr>
            <a:t>Arquitetura</a:t>
          </a:r>
          <a:endParaRPr lang="pt-BR" sz="2800" b="1" dirty="0"/>
        </a:p>
      </dgm:t>
    </dgm:pt>
    <dgm:pt modelId="{47B5F40A-E217-4B79-85DE-944A7BD538A0}" type="parTrans" cxnId="{E2B45931-1EE5-4011-A263-09E272D0D11A}">
      <dgm:prSet/>
      <dgm:spPr/>
      <dgm:t>
        <a:bodyPr/>
        <a:lstStyle/>
        <a:p>
          <a:endParaRPr lang="pt-BR" sz="1200"/>
        </a:p>
      </dgm:t>
    </dgm:pt>
    <dgm:pt modelId="{B8230339-D257-4AC7-B65A-4B4B23A72FE8}" type="sibTrans" cxnId="{E2B45931-1EE5-4011-A263-09E272D0D11A}">
      <dgm:prSet/>
      <dgm:spPr/>
      <dgm:t>
        <a:bodyPr/>
        <a:lstStyle/>
        <a:p>
          <a:endParaRPr lang="pt-BR" sz="1200"/>
        </a:p>
      </dgm:t>
    </dgm:pt>
    <dgm:pt modelId="{95ACF5FC-3696-45AA-BEB6-393D1C00181D}" type="pres">
      <dgm:prSet presAssocID="{CF47BDE4-BC76-49EA-BC9E-B99EAFE9EE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5089BDCB-F0C6-440F-BF36-3B6FBB9460CC}" type="pres">
      <dgm:prSet presAssocID="{257D659C-34DC-4B32-841E-EA02A7A24B3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089A280-2550-416A-939E-4F0D3DA1A7D9}" type="pres">
      <dgm:prSet presAssocID="{91FF985B-B4FC-4964-9A62-87BFD8917C9D}" presName="spacer" presStyleCnt="0"/>
      <dgm:spPr/>
    </dgm:pt>
    <dgm:pt modelId="{F387EFB4-A814-4FC9-807C-248D67A7B341}" type="pres">
      <dgm:prSet presAssocID="{C5A51453-E096-4B7B-B698-D6806A12368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2B45931-1EE5-4011-A263-09E272D0D11A}" srcId="{CF47BDE4-BC76-49EA-BC9E-B99EAFE9EEE8}" destId="{C5A51453-E096-4B7B-B698-D6806A123682}" srcOrd="1" destOrd="0" parTransId="{47B5F40A-E217-4B79-85DE-944A7BD538A0}" sibTransId="{B8230339-D257-4AC7-B65A-4B4B23A72FE8}"/>
    <dgm:cxn modelId="{7B19A6F5-5588-401D-A548-7DA6D30A628D}" srcId="{CF47BDE4-BC76-49EA-BC9E-B99EAFE9EEE8}" destId="{257D659C-34DC-4B32-841E-EA02A7A24B31}" srcOrd="0" destOrd="0" parTransId="{FE38AABA-0DF7-49E6-B523-4EC8CDB597C2}" sibTransId="{91FF985B-B4FC-4964-9A62-87BFD8917C9D}"/>
    <dgm:cxn modelId="{4585897B-E031-4D1E-90FB-B66E640978C2}" type="presOf" srcId="{CF47BDE4-BC76-49EA-BC9E-B99EAFE9EEE8}" destId="{95ACF5FC-3696-45AA-BEB6-393D1C00181D}" srcOrd="0" destOrd="0" presId="urn:microsoft.com/office/officeart/2005/8/layout/vList2"/>
    <dgm:cxn modelId="{518745C5-BE15-4D2C-9357-05697A9653C5}" type="presOf" srcId="{257D659C-34DC-4B32-841E-EA02A7A24B31}" destId="{5089BDCB-F0C6-440F-BF36-3B6FBB9460CC}" srcOrd="0" destOrd="0" presId="urn:microsoft.com/office/officeart/2005/8/layout/vList2"/>
    <dgm:cxn modelId="{686819E7-1685-491A-8BF5-49BB1B15CC47}" type="presOf" srcId="{C5A51453-E096-4B7B-B698-D6806A123682}" destId="{F387EFB4-A814-4FC9-807C-248D67A7B341}" srcOrd="0" destOrd="0" presId="urn:microsoft.com/office/officeart/2005/8/layout/vList2"/>
    <dgm:cxn modelId="{8735A55B-18F8-4456-8327-D7A6EA5D32E8}" type="presParOf" srcId="{95ACF5FC-3696-45AA-BEB6-393D1C00181D}" destId="{5089BDCB-F0C6-440F-BF36-3B6FBB9460CC}" srcOrd="0" destOrd="0" presId="urn:microsoft.com/office/officeart/2005/8/layout/vList2"/>
    <dgm:cxn modelId="{BA15929D-4551-459D-BDE6-08ECE33A1418}" type="presParOf" srcId="{95ACF5FC-3696-45AA-BEB6-393D1C00181D}" destId="{2089A280-2550-416A-939E-4F0D3DA1A7D9}" srcOrd="1" destOrd="0" presId="urn:microsoft.com/office/officeart/2005/8/layout/vList2"/>
    <dgm:cxn modelId="{2414D04E-3EAA-4436-A862-E3A5DEEE8F6C}" type="presParOf" srcId="{95ACF5FC-3696-45AA-BEB6-393D1C00181D}" destId="{F387EFB4-A814-4FC9-807C-248D67A7B3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91F057-E77B-45B5-9695-4E7D211154F3}" type="doc">
      <dgm:prSet loTypeId="urn:microsoft.com/office/officeart/2005/8/layout/vList2" loCatId="list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pt-BR"/>
        </a:p>
      </dgm:t>
    </dgm:pt>
    <dgm:pt modelId="{4AADBEF9-EFCA-4ED7-A664-5EDE3B01FF36}">
      <dgm:prSet phldrT="[Texto]" custT="1"/>
      <dgm:spPr/>
      <dgm:t>
        <a:bodyPr/>
        <a:lstStyle/>
        <a:p>
          <a:r>
            <a:rPr lang="pt-BR" sz="2400" b="1" dirty="0" smtClean="0"/>
            <a:t>Migração do Gateway </a:t>
          </a:r>
          <a:r>
            <a:rPr lang="pt-BR" sz="2400" b="1" dirty="0" err="1" smtClean="0"/>
            <a:t>Adyen</a:t>
          </a:r>
          <a:r>
            <a:rPr lang="pt-BR" sz="2400" b="1" dirty="0" smtClean="0"/>
            <a:t> – Fase 2</a:t>
          </a:r>
          <a:endParaRPr lang="pt-BR" sz="2400" b="1" dirty="0"/>
        </a:p>
      </dgm:t>
    </dgm:pt>
    <dgm:pt modelId="{8F0BCAD9-7DA7-432F-B3B0-5F75D4F161D5}" type="parTrans" cxnId="{75B7F89C-1871-43AE-8CDD-C720B20C6090}">
      <dgm:prSet/>
      <dgm:spPr/>
      <dgm:t>
        <a:bodyPr/>
        <a:lstStyle/>
        <a:p>
          <a:endParaRPr lang="pt-BR" sz="1600"/>
        </a:p>
      </dgm:t>
    </dgm:pt>
    <dgm:pt modelId="{BC404266-9B88-4A44-AC9C-31006CC44EC9}" type="sibTrans" cxnId="{75B7F89C-1871-43AE-8CDD-C720B20C6090}">
      <dgm:prSet/>
      <dgm:spPr/>
      <dgm:t>
        <a:bodyPr/>
        <a:lstStyle/>
        <a:p>
          <a:endParaRPr lang="pt-BR" sz="1600"/>
        </a:p>
      </dgm:t>
    </dgm:pt>
    <dgm:pt modelId="{2E690263-3EAD-4CD9-BF51-F2E3B9F56AFE}">
      <dgm:prSet phldrT="[Texto]" custT="1"/>
      <dgm:spPr/>
      <dgm:t>
        <a:bodyPr/>
        <a:lstStyle/>
        <a:p>
          <a:pPr>
            <a:lnSpc>
              <a:spcPct val="90000"/>
            </a:lnSpc>
          </a:pPr>
          <a:r>
            <a:rPr lang="pt-BR" sz="2400" dirty="0" smtClean="0"/>
            <a:t>Migração dos produtos Compra, Transferência e Reativação de Milhas para utilizar o Gateway </a:t>
          </a:r>
          <a:r>
            <a:rPr lang="pt-BR" sz="2400" dirty="0" err="1" smtClean="0"/>
            <a:t>Adyen</a:t>
          </a:r>
          <a:endParaRPr lang="pt-BR" sz="2400" dirty="0"/>
        </a:p>
      </dgm:t>
    </dgm:pt>
    <dgm:pt modelId="{DB901E9D-ECF4-4B79-8616-1304C4483133}" type="parTrans" cxnId="{586A122E-F96B-4031-8728-F251630F1F79}">
      <dgm:prSet/>
      <dgm:spPr/>
      <dgm:t>
        <a:bodyPr/>
        <a:lstStyle/>
        <a:p>
          <a:endParaRPr lang="pt-BR"/>
        </a:p>
      </dgm:t>
    </dgm:pt>
    <dgm:pt modelId="{CCFBE6BD-E23A-4468-BD30-EA7DCB111E13}" type="sibTrans" cxnId="{586A122E-F96B-4031-8728-F251630F1F79}">
      <dgm:prSet/>
      <dgm:spPr/>
      <dgm:t>
        <a:bodyPr/>
        <a:lstStyle/>
        <a:p>
          <a:endParaRPr lang="pt-BR"/>
        </a:p>
      </dgm:t>
    </dgm:pt>
    <dgm:pt modelId="{66B9DDD7-7CB1-4590-9578-49A20F6A1A2A}">
      <dgm:prSet phldrT="[Texto]" custT="1"/>
      <dgm:spPr/>
      <dgm:t>
        <a:bodyPr/>
        <a:lstStyle/>
        <a:p>
          <a:r>
            <a:rPr lang="pt-BR" sz="2400" dirty="0" smtClean="0"/>
            <a:t>Go Live</a:t>
          </a:r>
          <a:endParaRPr lang="pt-BR" sz="2400" dirty="0"/>
        </a:p>
      </dgm:t>
    </dgm:pt>
    <dgm:pt modelId="{DF784F4D-57EB-4B0F-8C4D-55A0A91E4AB7}" type="sibTrans" cxnId="{88362625-5B87-4E5C-A8B2-A17AFE3DB87E}">
      <dgm:prSet/>
      <dgm:spPr/>
      <dgm:t>
        <a:bodyPr/>
        <a:lstStyle/>
        <a:p>
          <a:endParaRPr lang="pt-BR"/>
        </a:p>
      </dgm:t>
    </dgm:pt>
    <dgm:pt modelId="{089BFC3E-E6BC-4EE6-98D6-D9F91D03DE0A}" type="parTrans" cxnId="{88362625-5B87-4E5C-A8B2-A17AFE3DB87E}">
      <dgm:prSet/>
      <dgm:spPr/>
      <dgm:t>
        <a:bodyPr/>
        <a:lstStyle/>
        <a:p>
          <a:endParaRPr lang="pt-BR"/>
        </a:p>
      </dgm:t>
    </dgm:pt>
    <dgm:pt modelId="{8D52C4B3-63B8-4749-B5E3-4F762AA95BBC}">
      <dgm:prSet phldrT="[Texto]" custT="1"/>
      <dgm:spPr/>
      <dgm:t>
        <a:bodyPr/>
        <a:lstStyle/>
        <a:p>
          <a:r>
            <a:rPr lang="pt-BR" sz="2400" b="1" dirty="0" smtClean="0"/>
            <a:t>Q1 / 2016 – </a:t>
          </a:r>
          <a:r>
            <a:rPr lang="pt-BR" sz="2400" b="1" smtClean="0"/>
            <a:t>Em avaliação</a:t>
          </a:r>
          <a:endParaRPr lang="pt-BR" sz="2400" dirty="0"/>
        </a:p>
      </dgm:t>
    </dgm:pt>
    <dgm:pt modelId="{62823CE1-BD2B-49AE-BE5C-0E23DAF29233}" type="parTrans" cxnId="{223FC4D9-219F-4F35-A7E3-F9E1BAA94DBA}">
      <dgm:prSet/>
      <dgm:spPr/>
      <dgm:t>
        <a:bodyPr/>
        <a:lstStyle/>
        <a:p>
          <a:endParaRPr lang="pt-BR"/>
        </a:p>
      </dgm:t>
    </dgm:pt>
    <dgm:pt modelId="{6486DCC9-B904-4DBC-B8FC-88EE5D3E1423}" type="sibTrans" cxnId="{223FC4D9-219F-4F35-A7E3-F9E1BAA94DBA}">
      <dgm:prSet/>
      <dgm:spPr/>
      <dgm:t>
        <a:bodyPr/>
        <a:lstStyle/>
        <a:p>
          <a:endParaRPr lang="pt-BR"/>
        </a:p>
      </dgm:t>
    </dgm:pt>
    <dgm:pt modelId="{884F1E1C-292A-4E05-A293-418EEED92826}">
      <dgm:prSet phldrT="[Texto]" custT="1"/>
      <dgm:spPr/>
      <dgm:t>
        <a:bodyPr/>
        <a:lstStyle/>
        <a:p>
          <a:endParaRPr lang="pt-BR" sz="2400" dirty="0"/>
        </a:p>
      </dgm:t>
    </dgm:pt>
    <dgm:pt modelId="{4B83A39B-B468-4845-B039-5A8ED1F2390A}" type="parTrans" cxnId="{53BB8D99-0C4A-4B67-9115-9E738CDC1C17}">
      <dgm:prSet/>
      <dgm:spPr/>
      <dgm:t>
        <a:bodyPr/>
        <a:lstStyle/>
        <a:p>
          <a:endParaRPr lang="pt-BR"/>
        </a:p>
      </dgm:t>
    </dgm:pt>
    <dgm:pt modelId="{7CFB0733-494A-4888-9B83-366D26EE292E}" type="sibTrans" cxnId="{53BB8D99-0C4A-4B67-9115-9E738CDC1C17}">
      <dgm:prSet/>
      <dgm:spPr/>
      <dgm:t>
        <a:bodyPr/>
        <a:lstStyle/>
        <a:p>
          <a:endParaRPr lang="pt-BR"/>
        </a:p>
      </dgm:t>
    </dgm:pt>
    <dgm:pt modelId="{9F577291-160F-4B24-A1BB-078448A6AA58}">
      <dgm:prSet phldrT="[Texto]" custT="1"/>
      <dgm:spPr/>
      <dgm:t>
        <a:bodyPr/>
        <a:lstStyle/>
        <a:p>
          <a:pPr>
            <a:lnSpc>
              <a:spcPct val="100000"/>
            </a:lnSpc>
          </a:pPr>
          <a:endParaRPr lang="pt-BR" sz="2400" dirty="0"/>
        </a:p>
      </dgm:t>
    </dgm:pt>
    <dgm:pt modelId="{64FF44EC-EA78-4A82-802E-AEEAFBA60592}" type="parTrans" cxnId="{CE62B4FE-7D4B-444A-A252-A70670074FC9}">
      <dgm:prSet/>
      <dgm:spPr/>
      <dgm:t>
        <a:bodyPr/>
        <a:lstStyle/>
        <a:p>
          <a:endParaRPr lang="pt-BR"/>
        </a:p>
      </dgm:t>
    </dgm:pt>
    <dgm:pt modelId="{EB95827B-B3A9-45D7-83D2-EF2A9B63135D}" type="sibTrans" cxnId="{CE62B4FE-7D4B-444A-A252-A70670074FC9}">
      <dgm:prSet/>
      <dgm:spPr/>
      <dgm:t>
        <a:bodyPr/>
        <a:lstStyle/>
        <a:p>
          <a:endParaRPr lang="pt-BR"/>
        </a:p>
      </dgm:t>
    </dgm:pt>
    <dgm:pt modelId="{55590F4B-FF9F-46E3-95DE-A5A87C45E28D}">
      <dgm:prSet phldrT="[Texto]" custT="1"/>
      <dgm:spPr/>
      <dgm:t>
        <a:bodyPr/>
        <a:lstStyle/>
        <a:p>
          <a:pPr>
            <a:lnSpc>
              <a:spcPct val="90000"/>
            </a:lnSpc>
          </a:pPr>
          <a:endParaRPr lang="pt-BR" sz="2400" dirty="0"/>
        </a:p>
      </dgm:t>
    </dgm:pt>
    <dgm:pt modelId="{086DAFB9-8FD1-4CA8-8F2A-60F7D27FF92F}" type="parTrans" cxnId="{6941D796-0001-41B0-8604-29F5657AE2B1}">
      <dgm:prSet/>
      <dgm:spPr/>
      <dgm:t>
        <a:bodyPr/>
        <a:lstStyle/>
        <a:p>
          <a:endParaRPr lang="pt-BR"/>
        </a:p>
      </dgm:t>
    </dgm:pt>
    <dgm:pt modelId="{DECC1A32-1805-4680-AC01-E985A7B489CC}" type="sibTrans" cxnId="{6941D796-0001-41B0-8604-29F5657AE2B1}">
      <dgm:prSet/>
      <dgm:spPr/>
      <dgm:t>
        <a:bodyPr/>
        <a:lstStyle/>
        <a:p>
          <a:endParaRPr lang="pt-BR"/>
        </a:p>
      </dgm:t>
    </dgm:pt>
    <dgm:pt modelId="{34BA3573-275C-412C-817C-1561CCAAFD61}">
      <dgm:prSet phldrT="[Texto]" custT="1"/>
      <dgm:spPr/>
      <dgm:t>
        <a:bodyPr/>
        <a:lstStyle/>
        <a:p>
          <a:pPr>
            <a:lnSpc>
              <a:spcPct val="90000"/>
            </a:lnSpc>
          </a:pPr>
          <a:r>
            <a:rPr lang="pt-BR" sz="2400" dirty="0" smtClean="0"/>
            <a:t>Permitir Chaveamento entre Gateway </a:t>
          </a:r>
          <a:r>
            <a:rPr lang="pt-BR" sz="2400" dirty="0" err="1" smtClean="0"/>
            <a:t>Adyen</a:t>
          </a:r>
          <a:r>
            <a:rPr lang="pt-BR" sz="2400" dirty="0" smtClean="0"/>
            <a:t> Smiles e </a:t>
          </a:r>
          <a:r>
            <a:rPr lang="pt-BR" sz="2400" dirty="0" err="1" smtClean="0"/>
            <a:t>Adyen</a:t>
          </a:r>
          <a:r>
            <a:rPr lang="pt-BR" sz="2400" dirty="0" smtClean="0"/>
            <a:t> GOL</a:t>
          </a:r>
          <a:endParaRPr lang="pt-BR" sz="2400" dirty="0"/>
        </a:p>
      </dgm:t>
    </dgm:pt>
    <dgm:pt modelId="{3721DBC6-ACA6-4C0D-B509-C3287C01A939}" type="parTrans" cxnId="{FA4325F2-33D6-4681-B37B-34F4DBF6394F}">
      <dgm:prSet/>
      <dgm:spPr/>
      <dgm:t>
        <a:bodyPr/>
        <a:lstStyle/>
        <a:p>
          <a:endParaRPr lang="pt-BR"/>
        </a:p>
      </dgm:t>
    </dgm:pt>
    <dgm:pt modelId="{BE51608A-1FCB-4058-BA63-3467B21047DC}" type="sibTrans" cxnId="{FA4325F2-33D6-4681-B37B-34F4DBF6394F}">
      <dgm:prSet/>
      <dgm:spPr/>
      <dgm:t>
        <a:bodyPr/>
        <a:lstStyle/>
        <a:p>
          <a:endParaRPr lang="pt-BR"/>
        </a:p>
      </dgm:t>
    </dgm:pt>
    <dgm:pt modelId="{0D5D0D22-0648-42D4-A62B-E3979F1914F4}">
      <dgm:prSet phldrT="[Texto]" custT="1"/>
      <dgm:spPr/>
      <dgm:t>
        <a:bodyPr/>
        <a:lstStyle/>
        <a:p>
          <a:pPr>
            <a:lnSpc>
              <a:spcPct val="90000"/>
            </a:lnSpc>
          </a:pPr>
          <a:r>
            <a:rPr lang="pt-BR" sz="2400" dirty="0" smtClean="0"/>
            <a:t>Modelagem para atender os produtos atuais e produtos futuros, considerando a venda de vários produtos em uma única transação, ex.: compra de milhas + emissão</a:t>
          </a:r>
          <a:endParaRPr lang="pt-BR" sz="2400" dirty="0"/>
        </a:p>
      </dgm:t>
    </dgm:pt>
    <dgm:pt modelId="{20592BC6-1EBD-431D-BFE9-87A2CA19C4A8}" type="parTrans" cxnId="{63A1F698-D7DA-45DB-892C-B0078DA83C71}">
      <dgm:prSet/>
      <dgm:spPr/>
      <dgm:t>
        <a:bodyPr/>
        <a:lstStyle/>
        <a:p>
          <a:endParaRPr lang="pt-BR"/>
        </a:p>
      </dgm:t>
    </dgm:pt>
    <dgm:pt modelId="{35080E0B-B6FE-413C-AB0B-F113C0D5DEDE}" type="sibTrans" cxnId="{63A1F698-D7DA-45DB-892C-B0078DA83C71}">
      <dgm:prSet/>
      <dgm:spPr/>
      <dgm:t>
        <a:bodyPr/>
        <a:lstStyle/>
        <a:p>
          <a:endParaRPr lang="pt-BR"/>
        </a:p>
      </dgm:t>
    </dgm:pt>
    <dgm:pt modelId="{09AE7471-306B-43D4-B970-56194B15C7DF}">
      <dgm:prSet phldrT="[Texto]" custT="1"/>
      <dgm:spPr/>
      <dgm:t>
        <a:bodyPr/>
        <a:lstStyle/>
        <a:p>
          <a:pPr>
            <a:lnSpc>
              <a:spcPct val="90000"/>
            </a:lnSpc>
          </a:pPr>
          <a:endParaRPr lang="pt-BR" sz="2400" dirty="0"/>
        </a:p>
      </dgm:t>
    </dgm:pt>
    <dgm:pt modelId="{944A038B-995F-46BE-AD06-BC84E39718B7}" type="parTrans" cxnId="{AC168FF2-4C04-46B5-928E-F4A034C05972}">
      <dgm:prSet/>
      <dgm:spPr/>
      <dgm:t>
        <a:bodyPr/>
        <a:lstStyle/>
        <a:p>
          <a:endParaRPr lang="pt-BR"/>
        </a:p>
      </dgm:t>
    </dgm:pt>
    <dgm:pt modelId="{9ACF2D0E-8918-4F18-9FB6-0B4FD601FAD4}" type="sibTrans" cxnId="{AC168FF2-4C04-46B5-928E-F4A034C05972}">
      <dgm:prSet/>
      <dgm:spPr/>
      <dgm:t>
        <a:bodyPr/>
        <a:lstStyle/>
        <a:p>
          <a:endParaRPr lang="pt-BR"/>
        </a:p>
      </dgm:t>
    </dgm:pt>
    <dgm:pt modelId="{EC7AB2D7-946B-43FF-9945-D8B99BF4A466}">
      <dgm:prSet phldrT="[Texto]" custT="1"/>
      <dgm:spPr/>
      <dgm:t>
        <a:bodyPr/>
        <a:lstStyle/>
        <a:p>
          <a:pPr>
            <a:lnSpc>
              <a:spcPct val="90000"/>
            </a:lnSpc>
          </a:pPr>
          <a:endParaRPr lang="pt-BR" sz="2400" dirty="0"/>
        </a:p>
      </dgm:t>
    </dgm:pt>
    <dgm:pt modelId="{12B9F7D0-2EC2-4EB4-8267-F3268AF30545}" type="parTrans" cxnId="{89E31ABD-1E83-4CC5-BA79-B7A24EBFF6E0}">
      <dgm:prSet/>
      <dgm:spPr/>
      <dgm:t>
        <a:bodyPr/>
        <a:lstStyle/>
        <a:p>
          <a:endParaRPr lang="pt-BR"/>
        </a:p>
      </dgm:t>
    </dgm:pt>
    <dgm:pt modelId="{D4DCE078-A6E2-4E39-A5B3-68903679D9DC}" type="sibTrans" cxnId="{89E31ABD-1E83-4CC5-BA79-B7A24EBFF6E0}">
      <dgm:prSet/>
      <dgm:spPr/>
      <dgm:t>
        <a:bodyPr/>
        <a:lstStyle/>
        <a:p>
          <a:endParaRPr lang="pt-BR"/>
        </a:p>
      </dgm:t>
    </dgm:pt>
    <dgm:pt modelId="{9C7CF154-CF67-432F-A67C-2909E18FC146}" type="pres">
      <dgm:prSet presAssocID="{7C91F057-E77B-45B5-9695-4E7D211154F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0B297AFB-925F-43C0-925E-678E51CE7E2D}" type="pres">
      <dgm:prSet presAssocID="{4AADBEF9-EFCA-4ED7-A664-5EDE3B01FF36}" presName="parentText" presStyleLbl="node1" presStyleIdx="0" presStyleCnt="2" custScaleY="117112" custLinFactNeighborX="-6723" custLinFactNeighborY="-18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BD7DA7-8C63-4503-BF2E-F7948E2106ED}" type="pres">
      <dgm:prSet presAssocID="{4AADBEF9-EFCA-4ED7-A664-5EDE3B01FF36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4E1B2DB-8B0A-445E-A947-1FEB13EB4EC0}" type="pres">
      <dgm:prSet presAssocID="{66B9DDD7-7CB1-4590-9578-49A20F6A1A2A}" presName="parentText" presStyleLbl="node1" presStyleIdx="1" presStyleCnt="2" custLinFactNeighborX="554" custLinFactNeighborY="59779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B30B5B-180A-4688-8687-D01D4AA0CCB4}" type="pres">
      <dgm:prSet presAssocID="{66B9DDD7-7CB1-4590-9578-49A20F6A1A2A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A4325F2-33D6-4681-B37B-34F4DBF6394F}" srcId="{4AADBEF9-EFCA-4ED7-A664-5EDE3B01FF36}" destId="{34BA3573-275C-412C-817C-1561CCAAFD61}" srcOrd="3" destOrd="0" parTransId="{3721DBC6-ACA6-4C0D-B509-C3287C01A939}" sibTransId="{BE51608A-1FCB-4058-BA63-3467B21047DC}"/>
    <dgm:cxn modelId="{0CCF1E2C-9BE9-4B39-878F-A4F177312FEB}" type="presOf" srcId="{4AADBEF9-EFCA-4ED7-A664-5EDE3B01FF36}" destId="{0B297AFB-925F-43C0-925E-678E51CE7E2D}" srcOrd="0" destOrd="0" presId="urn:microsoft.com/office/officeart/2005/8/layout/vList2"/>
    <dgm:cxn modelId="{4FE557B8-2876-4AD4-B151-1A1E8C8F6104}" type="presOf" srcId="{9F577291-160F-4B24-A1BB-078448A6AA58}" destId="{69BD7DA7-8C63-4503-BF2E-F7948E2106ED}" srcOrd="0" destOrd="0" presId="urn:microsoft.com/office/officeart/2005/8/layout/vList2"/>
    <dgm:cxn modelId="{94DD89AE-E8F0-46A7-B82E-5117354CF4B3}" type="presOf" srcId="{34BA3573-275C-412C-817C-1561CCAAFD61}" destId="{69BD7DA7-8C63-4503-BF2E-F7948E2106ED}" srcOrd="0" destOrd="3" presId="urn:microsoft.com/office/officeart/2005/8/layout/vList2"/>
    <dgm:cxn modelId="{AC168FF2-4C04-46B5-928E-F4A034C05972}" srcId="{4AADBEF9-EFCA-4ED7-A664-5EDE3B01FF36}" destId="{09AE7471-306B-43D4-B970-56194B15C7DF}" srcOrd="2" destOrd="0" parTransId="{944A038B-995F-46BE-AD06-BC84E39718B7}" sibTransId="{9ACF2D0E-8918-4F18-9FB6-0B4FD601FAD4}"/>
    <dgm:cxn modelId="{53BB8D99-0C4A-4B67-9115-9E738CDC1C17}" srcId="{66B9DDD7-7CB1-4590-9578-49A20F6A1A2A}" destId="{884F1E1C-292A-4E05-A293-418EEED92826}" srcOrd="0" destOrd="0" parTransId="{4B83A39B-B468-4845-B039-5A8ED1F2390A}" sibTransId="{7CFB0733-494A-4888-9B83-366D26EE292E}"/>
    <dgm:cxn modelId="{88362625-5B87-4E5C-A8B2-A17AFE3DB87E}" srcId="{7C91F057-E77B-45B5-9695-4E7D211154F3}" destId="{66B9DDD7-7CB1-4590-9578-49A20F6A1A2A}" srcOrd="1" destOrd="0" parTransId="{089BFC3E-E6BC-4EE6-98D6-D9F91D03DE0A}" sibTransId="{DF784F4D-57EB-4B0F-8C4D-55A0A91E4AB7}"/>
    <dgm:cxn modelId="{ACE3C7CA-F700-4216-AC69-A18D8353AAC0}" type="presOf" srcId="{09AE7471-306B-43D4-B970-56194B15C7DF}" destId="{69BD7DA7-8C63-4503-BF2E-F7948E2106ED}" srcOrd="0" destOrd="2" presId="urn:microsoft.com/office/officeart/2005/8/layout/vList2"/>
    <dgm:cxn modelId="{98F502FE-1769-4369-ABC4-14FC16ABC275}" type="presOf" srcId="{2E690263-3EAD-4CD9-BF51-F2E3B9F56AFE}" destId="{69BD7DA7-8C63-4503-BF2E-F7948E2106ED}" srcOrd="0" destOrd="1" presId="urn:microsoft.com/office/officeart/2005/8/layout/vList2"/>
    <dgm:cxn modelId="{75B7F89C-1871-43AE-8CDD-C720B20C6090}" srcId="{7C91F057-E77B-45B5-9695-4E7D211154F3}" destId="{4AADBEF9-EFCA-4ED7-A664-5EDE3B01FF36}" srcOrd="0" destOrd="0" parTransId="{8F0BCAD9-7DA7-432F-B3B0-5F75D4F161D5}" sibTransId="{BC404266-9B88-4A44-AC9C-31006CC44EC9}"/>
    <dgm:cxn modelId="{DD27EFA4-5A78-4A2D-8C61-F42FC84D12DA}" type="presOf" srcId="{66B9DDD7-7CB1-4590-9578-49A20F6A1A2A}" destId="{B4E1B2DB-8B0A-445E-A947-1FEB13EB4EC0}" srcOrd="0" destOrd="0" presId="urn:microsoft.com/office/officeart/2005/8/layout/vList2"/>
    <dgm:cxn modelId="{586A122E-F96B-4031-8728-F251630F1F79}" srcId="{4AADBEF9-EFCA-4ED7-A664-5EDE3B01FF36}" destId="{2E690263-3EAD-4CD9-BF51-F2E3B9F56AFE}" srcOrd="1" destOrd="0" parTransId="{DB901E9D-ECF4-4B79-8616-1304C4483133}" sibTransId="{CCFBE6BD-E23A-4468-BD30-EA7DCB111E13}"/>
    <dgm:cxn modelId="{6941D796-0001-41B0-8604-29F5657AE2B1}" srcId="{4AADBEF9-EFCA-4ED7-A664-5EDE3B01FF36}" destId="{55590F4B-FF9F-46E3-95DE-A5A87C45E28D}" srcOrd="6" destOrd="0" parTransId="{086DAFB9-8FD1-4CA8-8F2A-60F7D27FF92F}" sibTransId="{DECC1A32-1805-4680-AC01-E985A7B489CC}"/>
    <dgm:cxn modelId="{223FC4D9-219F-4F35-A7E3-F9E1BAA94DBA}" srcId="{66B9DDD7-7CB1-4590-9578-49A20F6A1A2A}" destId="{8D52C4B3-63B8-4749-B5E3-4F762AA95BBC}" srcOrd="1" destOrd="0" parTransId="{62823CE1-BD2B-49AE-BE5C-0E23DAF29233}" sibTransId="{6486DCC9-B904-4DBC-B8FC-88EE5D3E1423}"/>
    <dgm:cxn modelId="{63A1F698-D7DA-45DB-892C-B0078DA83C71}" srcId="{4AADBEF9-EFCA-4ED7-A664-5EDE3B01FF36}" destId="{0D5D0D22-0648-42D4-A62B-E3979F1914F4}" srcOrd="5" destOrd="0" parTransId="{20592BC6-1EBD-431D-BFE9-87A2CA19C4A8}" sibTransId="{35080E0B-B6FE-413C-AB0B-F113C0D5DEDE}"/>
    <dgm:cxn modelId="{74021797-57D4-48DA-AADC-20560BE176E1}" type="presOf" srcId="{EC7AB2D7-946B-43FF-9945-D8B99BF4A466}" destId="{69BD7DA7-8C63-4503-BF2E-F7948E2106ED}" srcOrd="0" destOrd="4" presId="urn:microsoft.com/office/officeart/2005/8/layout/vList2"/>
    <dgm:cxn modelId="{EE6A3CAE-EB0D-4221-890A-3971685BE2C4}" type="presOf" srcId="{0D5D0D22-0648-42D4-A62B-E3979F1914F4}" destId="{69BD7DA7-8C63-4503-BF2E-F7948E2106ED}" srcOrd="0" destOrd="5" presId="urn:microsoft.com/office/officeart/2005/8/layout/vList2"/>
    <dgm:cxn modelId="{CE62B4FE-7D4B-444A-A252-A70670074FC9}" srcId="{4AADBEF9-EFCA-4ED7-A664-5EDE3B01FF36}" destId="{9F577291-160F-4B24-A1BB-078448A6AA58}" srcOrd="0" destOrd="0" parTransId="{64FF44EC-EA78-4A82-802E-AEEAFBA60592}" sibTransId="{EB95827B-B3A9-45D7-83D2-EF2A9B63135D}"/>
    <dgm:cxn modelId="{89E31ABD-1E83-4CC5-BA79-B7A24EBFF6E0}" srcId="{4AADBEF9-EFCA-4ED7-A664-5EDE3B01FF36}" destId="{EC7AB2D7-946B-43FF-9945-D8B99BF4A466}" srcOrd="4" destOrd="0" parTransId="{12B9F7D0-2EC2-4EB4-8267-F3268AF30545}" sibTransId="{D4DCE078-A6E2-4E39-A5B3-68903679D9DC}"/>
    <dgm:cxn modelId="{31CD20CA-7887-46E3-829F-102EB4FA8562}" type="presOf" srcId="{55590F4B-FF9F-46E3-95DE-A5A87C45E28D}" destId="{69BD7DA7-8C63-4503-BF2E-F7948E2106ED}" srcOrd="0" destOrd="6" presId="urn:microsoft.com/office/officeart/2005/8/layout/vList2"/>
    <dgm:cxn modelId="{0BA38FDF-52CF-401E-B62D-9A5258A17363}" type="presOf" srcId="{884F1E1C-292A-4E05-A293-418EEED92826}" destId="{C0B30B5B-180A-4688-8687-D01D4AA0CCB4}" srcOrd="0" destOrd="0" presId="urn:microsoft.com/office/officeart/2005/8/layout/vList2"/>
    <dgm:cxn modelId="{9C248395-AF43-491D-90EE-E247EE63D04B}" type="presOf" srcId="{8D52C4B3-63B8-4749-B5E3-4F762AA95BBC}" destId="{C0B30B5B-180A-4688-8687-D01D4AA0CCB4}" srcOrd="0" destOrd="1" presId="urn:microsoft.com/office/officeart/2005/8/layout/vList2"/>
    <dgm:cxn modelId="{5D45C2BE-75F3-4CBB-809F-7F3ED73F90E1}" type="presOf" srcId="{7C91F057-E77B-45B5-9695-4E7D211154F3}" destId="{9C7CF154-CF67-432F-A67C-2909E18FC146}" srcOrd="0" destOrd="0" presId="urn:microsoft.com/office/officeart/2005/8/layout/vList2"/>
    <dgm:cxn modelId="{426D7CCE-1525-4ABB-A522-20D6AF2F7DE0}" type="presParOf" srcId="{9C7CF154-CF67-432F-A67C-2909E18FC146}" destId="{0B297AFB-925F-43C0-925E-678E51CE7E2D}" srcOrd="0" destOrd="0" presId="urn:microsoft.com/office/officeart/2005/8/layout/vList2"/>
    <dgm:cxn modelId="{1D164C14-1CFF-4CF7-9C67-5E5AE761447C}" type="presParOf" srcId="{9C7CF154-CF67-432F-A67C-2909E18FC146}" destId="{69BD7DA7-8C63-4503-BF2E-F7948E2106ED}" srcOrd="1" destOrd="0" presId="urn:microsoft.com/office/officeart/2005/8/layout/vList2"/>
    <dgm:cxn modelId="{439FF6E5-EACD-4E04-A515-371F31D9CE75}" type="presParOf" srcId="{9C7CF154-CF67-432F-A67C-2909E18FC146}" destId="{B4E1B2DB-8B0A-445E-A947-1FEB13EB4EC0}" srcOrd="2" destOrd="0" presId="urn:microsoft.com/office/officeart/2005/8/layout/vList2"/>
    <dgm:cxn modelId="{5C3E2AEF-50D3-43B0-9F41-CFD4DEEDDF39}" type="presParOf" srcId="{9C7CF154-CF67-432F-A67C-2909E18FC146}" destId="{C0B30B5B-180A-4688-8687-D01D4AA0CCB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9BDCB-F0C6-440F-BF36-3B6FBB9460CC}">
      <dsp:nvSpPr>
        <dsp:cNvPr id="0" name=""/>
        <dsp:cNvSpPr/>
      </dsp:nvSpPr>
      <dsp:spPr>
        <a:xfrm>
          <a:off x="0" y="721599"/>
          <a:ext cx="11324447" cy="1216800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Objetivo</a:t>
          </a:r>
          <a:endParaRPr lang="pt-BR" sz="2800" b="1" kern="1200" dirty="0"/>
        </a:p>
      </dsp:txBody>
      <dsp:txXfrm>
        <a:off x="59399" y="780998"/>
        <a:ext cx="11205649" cy="1098002"/>
      </dsp:txXfrm>
    </dsp:sp>
    <dsp:sp modelId="{F387EFB4-A814-4FC9-807C-248D67A7B341}">
      <dsp:nvSpPr>
        <dsp:cNvPr id="0" name=""/>
        <dsp:cNvSpPr/>
      </dsp:nvSpPr>
      <dsp:spPr>
        <a:xfrm>
          <a:off x="0" y="2125600"/>
          <a:ext cx="11324447" cy="1216800"/>
        </a:xfrm>
        <a:prstGeom prst="roundRect">
          <a:avLst/>
        </a:prstGeom>
        <a:solidFill>
          <a:schemeClr val="accent6">
            <a:shade val="50000"/>
            <a:hueOff val="-461694"/>
            <a:satOff val="30780"/>
            <a:lumOff val="40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b="1" kern="1200" dirty="0" smtClean="0">
              <a:latin typeface="+mj-lt"/>
            </a:rPr>
            <a:t>Arquitetura</a:t>
          </a:r>
          <a:endParaRPr lang="pt-BR" sz="2800" b="1" kern="1200" dirty="0"/>
        </a:p>
      </dsp:txBody>
      <dsp:txXfrm>
        <a:off x="59399" y="2184999"/>
        <a:ext cx="11205649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97AFB-925F-43C0-925E-678E51CE7E2D}">
      <dsp:nvSpPr>
        <dsp:cNvPr id="0" name=""/>
        <dsp:cNvSpPr/>
      </dsp:nvSpPr>
      <dsp:spPr>
        <a:xfrm>
          <a:off x="0" y="0"/>
          <a:ext cx="11478124" cy="617596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/>
            <a:t>Migração do Gateway </a:t>
          </a:r>
          <a:r>
            <a:rPr lang="pt-BR" sz="2400" b="1" kern="1200" dirty="0" err="1" smtClean="0"/>
            <a:t>Adyen</a:t>
          </a:r>
          <a:r>
            <a:rPr lang="pt-BR" sz="2400" b="1" kern="1200" dirty="0" smtClean="0"/>
            <a:t> – Fase 2</a:t>
          </a:r>
          <a:endParaRPr lang="pt-BR" sz="2400" b="1" kern="1200" dirty="0"/>
        </a:p>
      </dsp:txBody>
      <dsp:txXfrm>
        <a:off x="30149" y="30149"/>
        <a:ext cx="11417826" cy="557298"/>
      </dsp:txXfrm>
    </dsp:sp>
    <dsp:sp modelId="{69BD7DA7-8C63-4503-BF2E-F7948E2106ED}">
      <dsp:nvSpPr>
        <dsp:cNvPr id="0" name=""/>
        <dsp:cNvSpPr/>
      </dsp:nvSpPr>
      <dsp:spPr>
        <a:xfrm>
          <a:off x="0" y="622811"/>
          <a:ext cx="11478124" cy="3209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43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kern="1200" dirty="0" smtClean="0"/>
            <a:t>Migração dos produtos Compra, Transferência e Reativação de Milhas para utilizar o Gateway </a:t>
          </a:r>
          <a:r>
            <a:rPr lang="pt-BR" sz="2400" kern="1200" dirty="0" err="1" smtClean="0"/>
            <a:t>Adyen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kern="1200" dirty="0" smtClean="0"/>
            <a:t>Permitir Chaveamento entre Gateway </a:t>
          </a:r>
          <a:r>
            <a:rPr lang="pt-BR" sz="2400" kern="1200" dirty="0" err="1" smtClean="0"/>
            <a:t>Adyen</a:t>
          </a:r>
          <a:r>
            <a:rPr lang="pt-BR" sz="2400" kern="1200" dirty="0" smtClean="0"/>
            <a:t> Smiles e </a:t>
          </a:r>
          <a:r>
            <a:rPr lang="pt-BR" sz="2400" kern="1200" dirty="0" err="1" smtClean="0"/>
            <a:t>Adyen</a:t>
          </a:r>
          <a:r>
            <a:rPr lang="pt-BR" sz="2400" kern="1200" dirty="0" smtClean="0"/>
            <a:t> GOL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kern="1200" dirty="0" smtClean="0"/>
            <a:t>Modelagem para atender os produtos atuais e produtos futuros, considerando a venda de vários produtos em uma única transação, ex.: compra de milhas + emissão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</dsp:txBody>
      <dsp:txXfrm>
        <a:off x="0" y="622811"/>
        <a:ext cx="11478124" cy="3209567"/>
      </dsp:txXfrm>
    </dsp:sp>
    <dsp:sp modelId="{B4E1B2DB-8B0A-445E-A947-1FEB13EB4EC0}">
      <dsp:nvSpPr>
        <dsp:cNvPr id="0" name=""/>
        <dsp:cNvSpPr/>
      </dsp:nvSpPr>
      <dsp:spPr>
        <a:xfrm>
          <a:off x="0" y="4267420"/>
          <a:ext cx="11478124" cy="527355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6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kern="1200" dirty="0" smtClean="0"/>
            <a:t>Go Live</a:t>
          </a:r>
          <a:endParaRPr lang="pt-BR" sz="2400" kern="1200" dirty="0"/>
        </a:p>
      </dsp:txBody>
      <dsp:txXfrm>
        <a:off x="25743" y="4293163"/>
        <a:ext cx="11426638" cy="475869"/>
      </dsp:txXfrm>
    </dsp:sp>
    <dsp:sp modelId="{C0B30B5B-180A-4688-8687-D01D4AA0CCB4}">
      <dsp:nvSpPr>
        <dsp:cNvPr id="0" name=""/>
        <dsp:cNvSpPr/>
      </dsp:nvSpPr>
      <dsp:spPr>
        <a:xfrm>
          <a:off x="0" y="4359734"/>
          <a:ext cx="11478124" cy="72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43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pt-BR" sz="2400" b="1" kern="1200" dirty="0" smtClean="0"/>
            <a:t>Q1 / 2016 – </a:t>
          </a:r>
          <a:r>
            <a:rPr lang="pt-BR" sz="2400" b="1" kern="1200" smtClean="0"/>
            <a:t>Em avaliação</a:t>
          </a:r>
          <a:endParaRPr lang="pt-BR" sz="2400" kern="1200" dirty="0"/>
        </a:p>
      </dsp:txBody>
      <dsp:txXfrm>
        <a:off x="0" y="4359734"/>
        <a:ext cx="11478124" cy="727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D8860-9D74-4C55-8ED7-A29AA87E37BE}" type="datetimeFigureOut">
              <a:rPr lang="pt-BR" smtClean="0"/>
              <a:t>04/04/2016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69888" y="685800"/>
            <a:ext cx="611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208C2-3474-4855-944A-1B0EDFD3D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65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69888" y="685800"/>
            <a:ext cx="61182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F208C2-3474-4855-944A-1B0EDFD3D9E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58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092" y="2130431"/>
            <a:ext cx="1040503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6184" y="3886200"/>
            <a:ext cx="856884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971" y="4406906"/>
            <a:ext cx="1040503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71" y="2906713"/>
            <a:ext cx="1040503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062" y="1600206"/>
            <a:ext cx="5406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2618" y="1600206"/>
            <a:ext cx="5406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62" y="1535113"/>
            <a:ext cx="54086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062" y="2174875"/>
            <a:ext cx="54086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368" y="1535113"/>
            <a:ext cx="54107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8368" y="2174875"/>
            <a:ext cx="54107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61" y="273050"/>
            <a:ext cx="402727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976" y="273056"/>
            <a:ext cx="684317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061" y="1435103"/>
            <a:ext cx="402727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363" y="4800600"/>
            <a:ext cx="734472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9363" y="612775"/>
            <a:ext cx="734472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9363" y="5367338"/>
            <a:ext cx="73447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74881" y="274644"/>
            <a:ext cx="2754273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061" y="274644"/>
            <a:ext cx="80587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2063" y="274638"/>
            <a:ext cx="1101709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63" y="1600206"/>
            <a:ext cx="110170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2062" y="6356356"/>
            <a:ext cx="2856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2414" y="6356356"/>
            <a:ext cx="38763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2870" y="6356356"/>
            <a:ext cx="2856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683" y="4"/>
            <a:ext cx="7713798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309" y="3276362"/>
            <a:ext cx="2669495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012755"/>
            <a:ext cx="77121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API Smiles (Projeto APP)</a:t>
            </a:r>
            <a:endParaRPr lang="en-US" sz="2000" b="1" dirty="0" smtClean="0">
              <a:solidFill>
                <a:schemeClr val="bg1"/>
              </a:solidFill>
              <a:latin typeface="+mj-lt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Janeiro/2016</a:t>
            </a:r>
            <a:endParaRPr lang="en-US" sz="16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2241211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92760" y="92683"/>
            <a:ext cx="6607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Agenda</a:t>
            </a:r>
            <a:endParaRPr lang="en-US" sz="32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3360544300"/>
              </p:ext>
            </p:extLst>
          </p:nvPr>
        </p:nvGraphicFramePr>
        <p:xfrm>
          <a:off x="471631" y="1397000"/>
          <a:ext cx="1132444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583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2241211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92760" y="92683"/>
            <a:ext cx="6607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+mj-lt"/>
                <a:cs typeface="Gotham Rounded Book"/>
              </a:rPr>
              <a:t>Objetivo</a:t>
            </a:r>
            <a:endParaRPr lang="pt-BR" sz="2400" b="1" dirty="0">
              <a:solidFill>
                <a:schemeClr val="bg1"/>
              </a:solidFill>
              <a:latin typeface="+mj-lt"/>
              <a:cs typeface="Gotham Rounded Book"/>
            </a:endParaRP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2505782244"/>
              </p:ext>
            </p:extLst>
          </p:nvPr>
        </p:nvGraphicFramePr>
        <p:xfrm>
          <a:off x="317956" y="1409700"/>
          <a:ext cx="11478124" cy="509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207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101 Rectángulo redondeado"/>
          <p:cNvSpPr/>
          <p:nvPr/>
        </p:nvSpPr>
        <p:spPr>
          <a:xfrm>
            <a:off x="0" y="1249052"/>
            <a:ext cx="12241213" cy="5608948"/>
          </a:xfrm>
          <a:prstGeom prst="roundRect">
            <a:avLst>
              <a:gd name="adj" fmla="val 0"/>
            </a:avLst>
          </a:prstGeom>
          <a:solidFill>
            <a:srgbClr val="DD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</p:txBody>
      </p:sp>
      <p:sp>
        <p:nvSpPr>
          <p:cNvPr id="28" name="95 Rectángulo redondeado"/>
          <p:cNvSpPr/>
          <p:nvPr/>
        </p:nvSpPr>
        <p:spPr>
          <a:xfrm>
            <a:off x="3535741" y="1358513"/>
            <a:ext cx="2090970" cy="5147062"/>
          </a:xfrm>
          <a:prstGeom prst="roundRect">
            <a:avLst>
              <a:gd name="adj" fmla="val 6589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OSB</a:t>
            </a:r>
            <a:r>
              <a:rPr lang="es-CL" sz="1000" b="1" dirty="0" smtClean="0">
                <a:solidFill>
                  <a:schemeClr val="tx1"/>
                </a:solidFill>
                <a:latin typeface="+mj-lt"/>
              </a:rPr>
              <a:t> / </a:t>
            </a:r>
            <a:r>
              <a:rPr lang="es-CL" sz="1000" b="1" dirty="0" smtClean="0">
                <a:solidFill>
                  <a:srgbClr val="FF0000"/>
                </a:solidFill>
                <a:latin typeface="+mj-lt"/>
              </a:rPr>
              <a:t>BPEL</a:t>
            </a:r>
          </a:p>
          <a:p>
            <a:pPr algn="ctr"/>
            <a:endParaRPr lang="es-CL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" name="95 Rectángulo redondeado"/>
          <p:cNvSpPr/>
          <p:nvPr/>
        </p:nvSpPr>
        <p:spPr>
          <a:xfrm>
            <a:off x="3620288" y="2717823"/>
            <a:ext cx="1932840" cy="2188322"/>
          </a:xfrm>
          <a:prstGeom prst="roundRect">
            <a:avLst>
              <a:gd name="adj" fmla="val 1615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CL" sz="1050" b="1" dirty="0" smtClean="0">
                <a:solidFill>
                  <a:schemeClr val="bg1"/>
                </a:solidFill>
                <a:latin typeface="+mj-lt"/>
              </a:rPr>
              <a:t>CHECKOUT</a:t>
            </a:r>
          </a:p>
        </p:txBody>
      </p:sp>
      <p:sp>
        <p:nvSpPr>
          <p:cNvPr id="340" name="95 Rectángulo redondeado"/>
          <p:cNvSpPr/>
          <p:nvPr/>
        </p:nvSpPr>
        <p:spPr>
          <a:xfrm>
            <a:off x="1092537" y="3088991"/>
            <a:ext cx="1068779" cy="3416583"/>
          </a:xfrm>
          <a:prstGeom prst="roundRect">
            <a:avLst>
              <a:gd name="adj" fmla="val 6589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tx1"/>
                </a:solidFill>
                <a:latin typeface="+mj-lt"/>
              </a:rPr>
              <a:t>OAG</a:t>
            </a:r>
            <a:endParaRPr lang="es-CL" sz="1000" b="1" dirty="0" smtClean="0">
              <a:solidFill>
                <a:srgbClr val="FF0000"/>
              </a:solidFill>
              <a:latin typeface="+mj-lt"/>
            </a:endParaRPr>
          </a:p>
          <a:p>
            <a:pPr algn="ctr"/>
            <a:endParaRPr lang="es-CL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0" name="95 Rectángulo redondeado"/>
          <p:cNvSpPr/>
          <p:nvPr/>
        </p:nvSpPr>
        <p:spPr>
          <a:xfrm>
            <a:off x="1206141" y="4966175"/>
            <a:ext cx="877417" cy="1513628"/>
          </a:xfrm>
          <a:prstGeom prst="roundRect">
            <a:avLst>
              <a:gd name="adj" fmla="val 775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50" b="1" dirty="0" smtClean="0">
                <a:solidFill>
                  <a:schemeClr val="bg1"/>
                </a:solidFill>
                <a:latin typeface="+mj-lt"/>
              </a:rPr>
              <a:t>CART</a:t>
            </a:r>
          </a:p>
        </p:txBody>
      </p:sp>
      <p:cxnSp>
        <p:nvCxnSpPr>
          <p:cNvPr id="1025" name="Conector angulado 1024"/>
          <p:cNvCxnSpPr>
            <a:endCxn id="253" idx="3"/>
          </p:cNvCxnSpPr>
          <p:nvPr/>
        </p:nvCxnSpPr>
        <p:spPr>
          <a:xfrm flipV="1">
            <a:off x="2131058" y="1757308"/>
            <a:ext cx="605239" cy="561104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95 Rectángulo redondeado"/>
          <p:cNvSpPr/>
          <p:nvPr/>
        </p:nvSpPr>
        <p:spPr>
          <a:xfrm>
            <a:off x="1092538" y="2159331"/>
            <a:ext cx="1068778" cy="749683"/>
          </a:xfrm>
          <a:prstGeom prst="roundRect">
            <a:avLst>
              <a:gd name="adj" fmla="val 658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tx1"/>
                </a:solidFill>
                <a:latin typeface="+mj-lt"/>
              </a:rPr>
              <a:t>WEBLOGIC</a:t>
            </a:r>
          </a:p>
          <a:p>
            <a:pPr algn="ctr"/>
            <a:endParaRPr lang="es-CL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3" name="95 Rectángulo redondeado"/>
          <p:cNvSpPr/>
          <p:nvPr/>
        </p:nvSpPr>
        <p:spPr>
          <a:xfrm>
            <a:off x="11114650" y="2644574"/>
            <a:ext cx="931926" cy="3589452"/>
          </a:xfrm>
          <a:prstGeom prst="roundRect">
            <a:avLst>
              <a:gd name="adj" fmla="val 849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SIEBEL</a:t>
            </a:r>
          </a:p>
        </p:txBody>
      </p:sp>
      <p:sp>
        <p:nvSpPr>
          <p:cNvPr id="304" name="95 Rectángulo redondeado"/>
          <p:cNvSpPr/>
          <p:nvPr/>
        </p:nvSpPr>
        <p:spPr>
          <a:xfrm>
            <a:off x="3632162" y="2015042"/>
            <a:ext cx="1906224" cy="587246"/>
          </a:xfrm>
          <a:prstGeom prst="roundRect">
            <a:avLst>
              <a:gd name="adj" fmla="val 775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CL" sz="1050" b="1" dirty="0" smtClean="0">
                <a:solidFill>
                  <a:schemeClr val="bg1"/>
                </a:solidFill>
                <a:latin typeface="+mj-lt"/>
              </a:rPr>
              <a:t>NOTIFY</a:t>
            </a:r>
          </a:p>
        </p:txBody>
      </p:sp>
      <p:sp>
        <p:nvSpPr>
          <p:cNvPr id="69" name="95 Rectángulo redondeado"/>
          <p:cNvSpPr/>
          <p:nvPr/>
        </p:nvSpPr>
        <p:spPr>
          <a:xfrm>
            <a:off x="5966488" y="4645182"/>
            <a:ext cx="1140026" cy="1769201"/>
          </a:xfrm>
          <a:prstGeom prst="roundRect">
            <a:avLst>
              <a:gd name="adj" fmla="val 658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tx1"/>
                </a:solidFill>
                <a:latin typeface="+mj-lt"/>
              </a:rPr>
              <a:t>WEBLOGIC</a:t>
            </a:r>
          </a:p>
          <a:p>
            <a:pPr algn="ctr"/>
            <a:endParaRPr lang="es-CL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95 Rectángulo redondeado"/>
          <p:cNvSpPr/>
          <p:nvPr/>
        </p:nvSpPr>
        <p:spPr>
          <a:xfrm>
            <a:off x="7215792" y="2620228"/>
            <a:ext cx="1244850" cy="1518790"/>
          </a:xfrm>
          <a:prstGeom prst="roundRect">
            <a:avLst>
              <a:gd name="adj" fmla="val 6589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OSB</a:t>
            </a:r>
          </a:p>
          <a:p>
            <a:pPr algn="ctr"/>
            <a:endParaRPr lang="es-CL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" name="95 Rectángulo redondeado"/>
          <p:cNvSpPr/>
          <p:nvPr/>
        </p:nvSpPr>
        <p:spPr>
          <a:xfrm>
            <a:off x="6015499" y="4955741"/>
            <a:ext cx="1042004" cy="1451683"/>
          </a:xfrm>
          <a:prstGeom prst="roundRect">
            <a:avLst>
              <a:gd name="adj" fmla="val 775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bg1"/>
                </a:solidFill>
                <a:latin typeface="+mj-lt"/>
              </a:rPr>
              <a:t>CART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4"/>
            <a:ext cx="12241211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92760" y="92683"/>
            <a:ext cx="6607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cs typeface="Gotham Rounded Book"/>
              </a:rPr>
              <a:t>Arquitetura TO BE </a:t>
            </a:r>
            <a:endParaRPr lang="en-US" sz="3200" b="1" dirty="0">
              <a:solidFill>
                <a:schemeClr val="bg1"/>
              </a:solidFill>
              <a:cs typeface="Gotham Rounded Book"/>
            </a:endParaRPr>
          </a:p>
        </p:txBody>
      </p:sp>
      <p:sp>
        <p:nvSpPr>
          <p:cNvPr id="52" name="AutoShape 2" descr="data:image/jpeg;base64,/9j/4AAQSkZJRgABAQAAAQABAAD/2wCEAAkGBhISEBIQDxMQEBASERUREBQQFxoSFRIQGhMVFRUVFRUXJyYfFxojGRUVIDsgJDMpLC0sFx4xNTAqNSYrLCkBCQoKDgwOGg8PGiwkHyQ1KTQ0MDUzLDIsLC8wLywsLCwsNCw0KTUsLCw0NCwsLCwsLCwsLCwsLCksLCwsKSwsLP/AABEIAIkBcAMBIgACEQEDEQH/xAAcAAEAAgMBAQEAAAAAAAAAAAAABgcEBQgDAgH/xABEEAABAwEDCQUGBAQFBAMBAAABAAIDBAURFwYSEyFTVJGS0gcxUaLRFBYiQVKTMmFxgSRyc6EjNEKxsyUzQ8F0grIV/8QAGQEAAwEBAQAAAAAAAAAAAAAAAAMEBQIB/8QAMREAAQMDAwMDAwMDBQAAAAAAAQACAwQRoRIUUhMVITFRYUFx4SJigQWRsSMyQsHx/9oADAMBAAIRAxEAPwCZZcdo01DVaCOKKRuibJe8uBvJcLtX8qj+NVTu8HF632XPZ1PXVWnikhY3RNZdJnX3guN+oHV8Sj2C1Xt6bz+i1IhTaBr9f5WVLutZ0en8L7xqqd3g4vTGqp3eDi9fGC1Xt6bz+iYLVe3pvP6JlqP4yl3rPnC+8aqnd4OL0xqqd3g4vXxgtV7em8/omC1Xt6bz+iLUfxlF6z5wvvGqp3eDi9Maqnd4OL18YLVe3pvP6JgtV7em8/oi1H8ZRes+cKfZB5UPr6d80jGRlsxjAYSRcGMdfr+fxFYnaBlpJZ4g0UccmlMl+eSLs3Muuu/mKysgsl5KCmfDK5j3OmMgMd91xYxt2sDX8JWJ2hZGS2gINC+OPRGTO0mdrzsy67NB+kqEdLr+f9quPV6Hj/cohjVU7vBxemNVTu8HF688F6vb03n9EwXq9vTef0V1qP4yob1nzhemNVTu8HF6Y1VO7wcXrzwXq9vTef0TBer29N5/RFqP4yi9Z84XpjVU7vBxemNVTu8HF688F6vb03n9EwXq9vTef0Raj+MovWfOF6Y1VO7wcXoO2qo+dPBzOXngvV7em8/omC9Xt6bz+iLUfxlF6z5ws6n7bXf+SkH6slu/sW/+1I7I7VqGYhr3PpnHbi5t/wDO28D97lDsF6vb03n9EwXq9vTef0XDmUh9Db+6Y19WPUXVwxyBwDmkOaReCDeCPEEd6+lX2SmRtp0LgGVFNJATe+F5kzT4lpzfgd+Y/cFWCs6RgabNNwtGN5cLuFiirvLLtLmo6t9PHDE9rWscHPLgfibee5WIq5y07NZ6ysfURywsa5rGgPzr72tuPcLkym6ev/U9Eqp6mj/T9Vpsaqnd4OL0xqqd3g4vXxgtV7em8/omC1Xt6bz+i0LUfxlZ96z5wvvGqp3eDi9Maqnd4OL18YLVe3pvP6JgtV7em8/oi1H8ZRes+cL7xqqd3g4vWXZHbFLJURRzQwsifI1j3NLr2hxuztfgSD+l6wcFqvb03n9F+YLVe3pvP6IIpCPpleg1gP8A4rjRY1mxyNhjbMWulaxrZHNvuc8AAuF+vWdayVjlbARERCEVT1/bNK2WRsMMLomvc2Nzi69zASA43eI1/urLtqmkkp5Y4HNZK+NzGOdfc0kXZ2rXqBJ/VVTgtVbem8/orKUQ+TKoqozeBEvTGqp3eDi9Maqnd4OL18YLVe3pvP6JgtV7em8/orLUfxlR3rPnC+8aqnd4OL0xqqd3g4vXxgtV7em8/omC1Xt6bz+iLUfxlF6z5wvvGqp3eDi9SDIftGmrqowSRRRt0TpL2FxN4LRdr/mUcwWq9vTef0UhyF7Op6GqM8skL26J0d0edfeSw36wNXwlLlFNoOj1/lMi3Wsa/T+FYKIiy1qoiIhCi2UnaHTUU2gmZO5+Y198bWltxJA73A3/AAlavGai2dXyM61pu0vJKsqa7S08DpY9CxucC0DODn3j4iD8woph3aW6yc0fUtSKCncwFx8/dZcs9Q15DR4+ysTGai2dXyM60xmotnV8jOtV3h3aW6yc0fUmHdpbrJzR9SZt6bllK3NVxwrExmotnV8jOtMZqLZ1fIzrVd4d2lusnNH1Jh3aW6yc0fUjb03LKNzVccKxMZqLZ1fIzrTGai2dXyM61XeHdpbrJzR9SYd2lusnNH1I29Nyyjc1XHCurJnKaKuidNA2RrWyGMiQAHODWu/0k6rnBeGVOWUNBo9O2V2lzs3RBpuzc2+/OI+oLWdl1iz01JJHUxmJ5qHPAcQb26OMX/CT8weCwe1fJ2pqhTezROlzDLn5paM2/R3fiI8DwUIjj6+kn9KuMknQ1AfqX1jNRbOr5GdaYzUWzq+RnWq7w7tLdZOZnUmHdpbrJzM6ldt6bllQ7mq44ViYzUWzq+RnWmM1Fs6vkZ1qu8O7S3WTmZ1Jh3aW6yczOpG3puWUbmq44ViYzUWzq+RnWmM1Fs6vkZ1qu8O7S3WTmZ1Jh3aW6yczOpG3puWUbmq44ViYzUWzq+RnWmM1Fs6vkZ1qu8O7S3WTmZ1Jh3aW6yczOpG3puWUbmq44ViYzUWzq+RnWmM1Fs6vkZ1qu8O7S3WTmZ1Jh3aW6yczOpG3puWUbmq44ViYzUWzq+RnWv1nbJQkgFlUATcSWMuA8Tc/uVdYd2lusnMzqTDu0d1k5mdSNvTcso3NVxwugGuvF41g9yiuUHaRTUc7qeZlQ57Q1xMbWltzheNZcCtnkgyZtDAypYY5mM0b2uuJuaS1pvBI1tDT+6rvtEyOrKivfLBA+SMsjAcC0AkNuPeQVDBGwyFrz4V88jxGHMHlb/Gai2dXyM60xmotnV8jOtV3h3aW6yczOpMO7S3WTmZ1K7b03LKg3NVxwrExmotnV8jOtMZqLZ1fIzrVd4d2lusnMzqTDu0t1k5mdSNvTcso3NVxwrExmotnV8jOtMZqLZ1fIzrVd4d2lusnMzqTDu0t1k5mdSNvTcso3NVxwrbyZ7QaauldDC2Zjwwyf4oa0FoIBuzXHXrCkypPJXJO0qWsgqPZZM1jwJPiZ/23fC//AFfSSf2CuxQVMbGO/QbhaFNI97f1ixRERTKlRbKPtFpaKbQStme/MDzomtIbffcDnOGu4X/uFq8ZqLZ1fIzrULygyQtOpqpqg0sn+JIXNvczUzuYPxfJoaP2Wvw7tLdZOZnUtZlPT6Rqd5+6yX1NRqOlvj7KxMZqLZ1fIzrTGai2dXyM61XeHdpbrJzM6kw7tLdZOZnUutvTcsrjc1XHCsTGai2dXyM60xmotnV8jOtV3h3aW6yczOpMO7S3WTmZ1I29Nyyjc1XHCsTGai2dXyM61tcm+0OmrZtBCydr8x0l8jWgXAtB/C4m/wCIKpsO7S3WTmZ1KWdmeSVZTVplqIHRR6B7c4lpGcXMIHwkn5FLlgp2sJafP3TYp6hzwHDx9laqIiy1qIiIhCIiIQsS07Whp2CSokZEwuDQ55uBcQSBwB4LWe/ln73BzLQ9sgJoI7rz/FM7v6cqprRu8DwWhT0jZWaiVnVFW6J+kBdB+/ln73BzJ7+WfvcHMufNG7wPBfhjd4HgVR29nIqfuL+IXT8Mwe1r2kOa4BzSO4tIvBH7L7WBYP8AlKf/AOPF/wAbVnrIIsbLYBuLoiIvF6i8aysZEx0srgyNgvc52oNHiV7LQZej/ptX/RP+4XTBqcAuXnS0lfvv5Z+9wcye/ln73BzLnzRu8DwTRu8DwWt29nIrI7g/iF0H7+WfvcHMttQWhHPGJYXtkjdfmuabwbiQbv3BC5m0bvA8Fe/ZgP8ApdPf4y/88imqaVsTdQKppqp0z9JFlKkRFAtBY1oWlFBGZZ3tijBALnm4Xk3Bar38s/e4OZaztYF9mSXbWL/9hUfo3eB4FX01K2VmolZ9TVOhfpAXQfv5Z+9wcye/ln73BzLnzRu8DwTRu8DwKp7ezkVN3F/ELpazLXhqGGSnkZKwOzS5hvAcACR+txHFZah3ZRQmOzWOOoyySSa/DOzB/ZgP7qYrLkaGvLR9FqxuLmBx+qLCtS2YKZofUSMha52a0vNwLribuAKzVXnbQ0mlp7rz/EfL+k9ewsD3hp+q8meWMLh9FJffyz97g5k9/LP3uDmXPmjd4Hgmjd4HgtPt7ORWX3F/ELoP38s/e4OZPfyz97g5lz5o3eB4Jo3eB4I7ezkUdxfxC6D9/LP3uDmWzsy1oahhkp5GSsDi0uYbwHAAkfrcRxXNOjd4HgrE7G7VLKiWldeGzM0jL9ozvA/Vp8iTNRNYwuafROgrXSPDXD1VurDtO2YKZofUSsha52a0vN17ribh+wKzFTfbBaplq2U7by2nZ8V21fc48GhnEqSCLqv0qyol6TNSsb38s/e4OZPfyz97g5lz5o3eDuBTRu8HcCtHt7ORWb3B/FdB+/ln73BzJ7+WfvcHMufNG7wdwKaN3g7gUdvZyKO4P4roP38s/e4OZbOzLWhqGGSnkZKwOLS5hvAcACRwI4rmnRu8HcCrm7HGkUEl94/in9/9OJT1FI2JmoFUU9W6V+khTtERZ60UREQhEREIRERCEX4oL2xuIoI7rx/FM7v6cqpnSu8XcSroKPqs1XsoJ6zov06brqBFy/pXeLuJQyu8XcSn9uPLCT3L9ufwuoUWBYP+Vp/6EX/G1Z6yyLGy1Abi6IiLxeoiLQZen/ptXdsT/uF00aiAuXHSCVvkXL+ld4u4lNK7xdxK0+3HlhZncv25/C6gX6uXtK7xdxKaV3i7iUduPLCO5ftz+F1Ci5e0rvF3EppXeLuJR248sI7l+3P4XUK/Fy/pXeLuJTSu8XcSjtx5YR3L9ufwuoEXMDXvJABcSTcALySTqAA+ZV2dnORZpI9PUXmqlb3E36GPvzP5jqJP6D5a556UQtuXJ8FUZnWDcqaIiKJXIiKvO2hxFLT3Ej+I+X9J6ZEzqPDfdLlf02F3srCRcv6V3i7iU0rvF3ErR7ceWFndy/bn8LqBFy+ZneLuJWwt+gfTVMkBc65pBabzrY4B7DyuC57f5tqwve4eL6c/hdIIuX9K7xdxKaV3i7iV1248sLzuX7c/hdQr8VN1GWRNgsp846Yy+yu169C26S/9M0sZxUD0rvF3EpcdC517m3lMkr2ttYXuF1Ai5f0rvF3ErYWHQOqJtHnOzQySV5BOpjI3PPG4D9wunf0/SLl2Fw3+oajYNz+F0gi5fErvF3EppXeLuJXXbjywvO5ftz+F1Av1cvaV3i7iVc3Y44mgkvvP8U/v/pxJE9H0mar3T4KzrP06bKdoiKFXIiIhCIiIQiIiELEtKyYahgjqI2SsDg4NeLwHAEA/rcTxWs9xLP3Sn5Vru0+2p6ajZJTSGJ5qGsLgAb2mOQkfECO8DgquxGtLen8sfSrYKeWRt2usP5UM9RFG7S5tz/CuL3Es/dKflT3Es/dKflVO4jWlvT+WPpQ9o1pb0/lj6U/Zz8slJ3kHHAV+wxBrWsaA1rQGtA7g0C4AfsvtYdjzOfTwPeb3Ohjc4+LiwEnV+azFmH1WmPRERF4vUXjV0jJWOjlaHxvFzmu1hw8CvZabLGtfDQVMsTiyRkRcxwuNxvGvXqXTQSQAuXEAEleXuJZ+6U/KnuJZ+6U/KqdxFtLen8sfSmItpb0/lj6VpbOflkrN3kHHAVxe4ln7pT8qe4ln7pT8qp3EW0t6fyx9KYi2lvT+WPpRs5+WSjeQccBXF7iWfulPyp7iWfulPyqncRbS3p/LH0piLaW9P5Y+lGzn5ZKN5BxwFcXuJZ+6U/KnuJZ+6U/KqdxFtLen8sfSmItpb0/lj6UbOflko3kHHAV00WSNFE9skVNAyRutrg0XtPiPArbqhqHtOtCORr3zGZoPxRvawNe35i9oBH6j+/crosC3YqyBs8Jva7U4H8THjvY4fIj/ANg9xUs8Ekfl/lVU9RHJ4Z4WxREUqqRYdp2PBUNDKiNkzWnOaHi8B1xF4/YlZihXanbs9LTwvppDE502a4gNN7dG43fED8wEyJpe8Nb6pcrgxhc70W39xLP3Sn5U9xLP3Sn5VTuItpb0/lj6UxFtLen8sfStDZz8slZ+8g44CuL3Es/dKflWTX5K0czs+anhkeGhuc5t5zR3D9lSZ7RrSuP8U/u+mPpV1W5p3UMjqd7mVAhz43NAJLwA664gj4riP3U8sMkRGp3r8lPhmjlB0t9PsvD3Es/dKflT3Es/dKflVO4jWlvT+WPpTEa0t6fyx9Ko2c/LJSN5BxwFcXuJZ+6U/KnuJZ+6U/KqdxGtLen8sfSmI1pb0/lj6UbOflko3kHHAVxe4ln7pT8qyaLJWjhLjDTwxl7DG8tbdnRm69p/I3BUpiLaW9ScsfSrnjM0VnkyvLqllK573kC/S6MuOoC7U7V+ynmikitqd6/JT4Zo5b6W+n2Xl7iWfulPyp7iWfulPyqnR2i2lvT+WPpTEW0t6fyx9Ko2c/LJSN5BxwFcXuJZ+6U/KtnZtkw07DHTxsiYXFxawXAuIAJ/W4DgqKxFtLen8sfSrR7MLZmqaN8lTIZXiocwOIA+EMjIHwgDvceKRPTyxtu51x/KdBURSO0tbY/wpeiIolciIiEIiIhCIiIQtTlLk1FXQiGcyNa2QSAxkA5wa5v+oHVc4qMYNUW0q+dnQtzl5lNJQ0zZomse50zYyJL7rix7r9V2v4QoDjTVbCm8/qrYGTlt4z4UM76cOtIPKkuDVFtKvnZ0JgzQ7Sr52dCjWNNVsKbz+qHtpqthTef1T+nV++UnqUnthW5SUwjjZG28tYxrG399zQAL/wA9S9ljWbUmSGKUgAyRMeQO4FzQSBxWSsw+vlaY9PCIiLxeosO17MZUwSU8hcGStzHFlwcB+RIIWYtZlLajqaknqGBrnRRl7Q6+4n87l029xb1XLrWN/RRbBqi2lXzs6EwaodpV87OhRnGiq2FN5/VMaarYU3n9VpdOr98rN6lJ7YUmwaodpV87OhMGqHaVfOzoUZxpqthTef1VkZH22+ro4qmRrWPeX3hl9wzZHMF1+vualSmpiF3FMiFNKbNCjuDVDtKvnZ0Jg1Q7Sr52dCniJG5l5FUbaLiFA8GqHaVfOzoTBqh2lXzs6FvstcoH0VI6ojax7mvY0B991znAHu1qu8aarYU3n9U+Pcyi7Sp5RTRGzgpNg1Q7Sr52dC3OTOQ8NC97qeSoIeLnskc1zCR3OuDRrGvX+ZUAxpqthTef1TGmq2FN5/VduhqnCx/yuGz0rTdowriRaPI3KE1tIyocGteXPa9rb7g5riNV+vuuP7reLPc0tJBWi1wcAQi02U+SsNfGyOd0jWsfnjRENN+aW684HVcStyotl/lXJQQxSRMjeXy6MiS+4DMc68XXeC6iDi8BnquZS0MJf6LWYNUO0q+dnQmDVDtKvnZ0KM401WwpvP6pjTVbCm8/qtDp1fvlZ/VpPbCkp7GaHaVfOzoU7jjzWho7gAB+yp89tNVsKbz+qt6CTOa1x+bQeIvUtQ2Ztuqqqd0Lr9IKFT9j1C5znZ9S3OcXZrXMDW3m+4Xs7gvPBqi2lXzs6FtMv8p56GKOaGOORrnmOTSZ3wki9hGaRq1OHBQbGmq2FN5/VOj3MjbtPj7pMhpo3aXDz9lJcGqLaVfOzoTBqi2lXzs6FGsaarYU3n9UxpqthTef1TOnV++Uvq0nthSuj7I6KORkgdUuLHteGvcwtJaQQHANF41KZVVMJI3xuvzXscw3d9zgQbvz1qP5B5RT1tO6edkcY0hZGI874gAM5xzifmbv2K3lo1JjhlkABLI3vAPcS1pIB4KGV0hdZ58hXRNjDbsFgVC8GaHaVfOzoTBqi2lXzs6FGh201WwpvP6pjTVbCm8/qrunV++VD1KT2wpLg1RbSr52dCk+TWTUVDCYYDI5rpDITIQTnFrW/wCkDVc0Ks8aarYU3n9VPsg8ppK6mdNKxjHNmdHdHfdcGMdfr+fxFInZOG3kPhOgfTl1ox5UkREUSuRERCEREQhEUUyl7Raein0Esc73ZjX3xhhFxJA/E4G/4StVjRR7Gq4R9ae2nkcLhqQ6oiabFy3uXWTD6+mbBG9sZbM2S94JFwY9t2r+YcFBMFajeIOVy32NFHsarhH1pjRR7Gq4R9apjFTGNLQpZDSyHU4rQ4K1G8QcrkPYpUbxByuW+xoo9jVcI+tMaKPY1XCPrTNdX7YC40Ufvkqb2bSmOGKIkExxsYSO4lrQ28cFkqv8aKPY1XCPrTGij2NVwj61IaaY/wDFViphH/IKwEWnyXynjroXTQtkY1shjIkuBvDWuv8AhJ1XOCx8q8s4aDRaZkr9Ln5uiDTdm5t9+cR9QSem7Vot5Teo3Trv4UgWtykss1NJNTtcGulYWBztYB/O5RHGij2NVwj60xoo9jVcI+tOFPMDcNSjUwkWLgtDgrUbxByuTBWo3iDlct9jRR7Gq4R9aY0UexquEfWq9dX7YCk6dH75K0OCtRvEHK5WLkjYbqOjjpnua9zC+9zQQDnSOf8AP+ZRjGij2NVwj60xoo9jVcI+tKkFTILOCZGaaI3aVYCKv8aKPY1XCPrTGij2NVwj60jay8VRuoeQUjyzyfdW0jqdjmxuc9js5wJHwuB+Sr7BWo3iDlct9jRR7Gq4R9aY0UexquEfWqIxUxizQp5DTSm7itDgrUbxByuTBWo3iDlct9jRR7Gq4R9aY0UexquEfWma6v2wEvp0fvkreZC5MSUNO+CR7JM6UyNLAQACxgu1/m0n91JFg2Ha7aqnjqGNexkgJaJLg64OIvNxI13X/oVH8ou0qno6h1PLHO57WtcTGGFtzhePxOBUJa+V58XKuDo4mDzYKXKMZe5Jvr4Yo43sjLJdIS8EgjMc27V+q02NFHsarhH1pjRR7Gq4R9aYyCdjtQb5SnzwPaWl3haHBWo3iDlcmCtRvEHK5b7Gij2NVwj60xoo9jVcI+tVa6v2wFN06P3yVoT2KVG8QcrlbcEea1rfBoHAXKBHtoo9jV8I+tT6KTOaHDuIB4i9S1DpjbqqqnbCL9Ja3KexBV0ktMSGl7fgcdea8EOaeIH7XqtcFajeIOVyt5RPKTtGgopzBNFUF2a14cwMLXNN+sXuB7wR+yIJZR+mNE8ULv1SKG4K1G8QcrkwVqN4g5XLfY0UexquEfWtvkz2hQ10xhhiqGkMMjnSBgaGggfJxN5JCodLVNFz/gKZsVI42H/a3OT9kClpYaduvRsDSRqzn973fu4k/usi0aYyQyxggF8b2AnuBc0i/wDusheNXUiON8jryGMc8gd5DQSbvz1LPuSb/VaNgBb6Kp8FKjeIOVyYK1G8QcrlvsaKPY1XCPrTGij2NVwj61pa6v2wFm9Oj98laHBWo3iDlcp3kLkw+gpnQSPbIXTOkvYCBcWMbdr/AJf7rRY0UexquEfWmNFHsarhH1pcgqZBpcF3GaWM6mlWAir/ABoo9jVcI+tbbJntEp66fQRRzsdmOkvkDALgWgj4XE3/ABBTOp5Gi5aqm1ETjYOUqRESE9EREIVWdpOR1ZVVulpoTJHoWNzg5jfiDn3i5zgfmFFcNbS3Z33IupXPamVlJTSaKonZFJmh2a6+/NN9x1D8isPEKzt6i83otCOpma0BrfH2KzpKWFzyXO8/cKpMNbS3Z33IupMNbS3Z33IupW3iFZ29Reb0TEKzt6i83ombuo44KXs6flkKpMNbS3Z33IupMNbS3Z33IupW3iFZ29Reb0TEKzt6i83ojd1HHBRs6flkKpMNbS3Z33IupMNbS3Z33IupW3iFZ29Reb0TEKzt6i83ojd1HHBRs6flkLC7MbDnpaSSOpYYnuqHPAJa69pjjAN7SR3tPBYHapk1U1YpvZYjLozLn3Oa27O0d34iL/wngpjZVsw1LDJTSNlYHZhLb7g64G7X+RHFedr5QU9Lm+0ysiz78zOv+K66+679RxUYleJddvPsrDEww6L+PdUnhraW7O+5F1JhraW7O+5F1K28QrO3qLzeiYhWdvUXm9FZu6jjgqPZ0/LIVSYa2luzvuRdSYa2luzvuRdStvEKzt6i83omIVnb1F5vRG7qOOCjZ0/LIVSYa2luzvuRdSYa2luzvuRdStvEKzt6i83omIVnb1F5vRG7qOOCjZ0/LIVSYa2luzvuRdSYa2luzvuRdStvEKzt6i83omIVnb1F5vRG7qOOCjZ0/LIVSYa2luzvuRdSYa2luzvuRdStvEKzt6i83omIVnb1F5vRG7qOOCjZ0/LIVSYa2luzvuRdS+ouzK0i4A05aCQC4vjuaCe83OvuHerciy9oHODWVMbnOIa1rQ4lxPcAANZW/XLq6ZvqAP7rttDC70JP9lj2fRNhijhZ+CNjY2/ytAA/2VXdoWRNbU175qeAyRlkYDs+NusNuOpzgVbK09pZX0dPIYp5445AAS1194BF47gpIJHsfqaLlVzxsezS82CprDS092P3IupMNLT3Y/ci6lbeIVnb1F5vRMQrO3qLzeit3dRxwVFtKflkKpMNLT3Y/ci6kw0tPdj9yLqVt4hWdvUXm9ExCs7eovN6I3dRxwUbSn5ZCqQ9mdp3f5Y920i6lfNMwhjAe8NAP63LQ4hWdvUXm9FIWOBAI1gi8fopaiaSS2sWVVPDHHfQbr9UD7Ucj5qsQS0rNJLGXMeL2tJjIvBvcQNTh51PESY5DG4OanSRiRpa5UFhpaW7H7kXUrF7L8k5aOKZ9SzRzSvDQ29rromjVraSNbnO4BbtmXNAXiMVEZkL8wN+K/Pvzc267vv1Leqmaple3S4WU0NLEx2phuixLWgc+nmYwXudFI1o7r3FhAGv8ystfE0wY1z3G5rQXOJ+TQLyeCjHqrD6KhR2aWnux+5F1Jhpae7H7kXUrbxCs7eovN6JiFZ29Reb0Wnu6jjgrM2lPyyFUmGlp7sfuRdSYaWnux+5F1K28QrO3qLzeiYhWdvUXm9Ebuo44KNpT8shVJhpae7H7kXUpX2a5HVlLWmWphMcegezOz2O+IuYQLmuJ+RUwxCs7eovN6LMsvKukqX6KnnZLJml2a2+/NFwJ1j8wlyVMzmkOb4+xXcdNA1wLXefuFtlo7Yt54lFLSMZJUlmkkdISIqeK+4PlI1km43MGs3E6gt4otkqL3WnI7XIa6aNxPfmMjY2IfoG/wC6jYB5J+iteT4A+qwW2u7U4W1RF57mmOERE+H4s+7/AOy3tiW898jqapY2KqY0PuYc6OaIm4SxOOstv1EHWCopZVr1DbOoqc00JjqYW08Uss3+HnOjObpGBhIzvkNd51XrZVlnezPsWMOz5YpDTF31xGmdpNXhexp/K4J7mD0Pz7fT7JDHH1Hx7/X7qE9rlO91ogta9w9nj1gEj8UngoV7HJ9EnKV08idHXFjQ3T6JMlAHvLtXquYfY5Pok5Snscn0ScpXTyLvuJ45S+2jlhcw+xyfRJylPY5Pok5SunkR3E8co7aOWFzD7HJ9EnKU9jk+iTlK6eRHcTxyjto5YUD7HIi2hlDgWn2p34gR/wCKLxWt7aoXOFHmtc64zX5oJ+UXgrORSCe0vVsrDBeHpXXMPscn0ScpT2OT6JOUrp5FX3E8cqPto5YXMPscn0ScpT2OT6JOUrp5EdxPHKO2jlhcw+xyfRJylPY5Pok5SunkR3E8co7aOWFzD7HJ9EnKU9jk2cnKV08iO4njlHbRywuaqewKqT/t09Q/+WJ5/vcpHZHZTXTEGRraZnzMpBdd+TG3m/8AI3K8Sv0Lh39QefQAJjf6fGPUkqOZLZCU1CM5gMk91xlk/F+YYO5g/TX4kqRoigc8vN3FXtY1gs0IqP7U6Z5tOQta8jRxaw0kfgHgrwRNgm6LtVrpU8PWbpvZcw+xyfRJylPY5Pok5SunkVvcTxyoe2jlhcw+xyfRJylPY5Pok5SunkR3E8co7aOWFzC6jkuP+HJ3fSV0xSf9tn8jf9gvZFLUVPWt4tZVU9MIL+b3RERSqtVtT5HXZQOkzf8AADfbQflpHfDm3+OkznfsFZKImSSGS1/oLJccYjvb6m6LBtwfwtRdsJP+NyzkXANiuyLiy5hFHJ9EnKU9jk+iTlK6eRafcTxysvto5YXMPscn0ScpT2OT6JOUrp5EdxPHKO2jlhcw+xyfRJylTbsip3ttAlzXNHs8mtwI/wBUfiroRcSVxe0t0+qZHQiN4dq9EUZtGhlpqiSqp43Tw1AAq4Y7tIHtGa2aIHU45uot1X3Ai8qTIVA12lXubqUJ/wD6tnmiFAfa3tbEImx6CbTgtuzSLmC54IBv7rwtjYtmzTTsrKtroxDGYqSKQgyNDgA+aYt+ESOAAzRqAv8AmpKi7MnjwuBH58r/2Q=="/>
          <p:cNvSpPr>
            <a:spLocks noChangeAspect="1" noChangeArrowheads="1"/>
          </p:cNvSpPr>
          <p:nvPr/>
        </p:nvSpPr>
        <p:spPr bwMode="auto">
          <a:xfrm>
            <a:off x="85009" y="304781"/>
            <a:ext cx="40804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9" name="95 Rectángulo redondeado"/>
          <p:cNvSpPr/>
          <p:nvPr/>
        </p:nvSpPr>
        <p:spPr>
          <a:xfrm>
            <a:off x="11195519" y="4146510"/>
            <a:ext cx="770186" cy="877125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s-CL" sz="800" b="1" dirty="0">
                <a:solidFill>
                  <a:schemeClr val="tx1"/>
                </a:solidFill>
                <a:latin typeface="+mj-lt"/>
              </a:rPr>
              <a:t>LOYALTY</a:t>
            </a:r>
          </a:p>
        </p:txBody>
      </p:sp>
      <p:pic>
        <p:nvPicPr>
          <p:cNvPr id="10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619" y="1039905"/>
            <a:ext cx="1086709" cy="1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" name="61 Conector recto"/>
          <p:cNvCxnSpPr/>
          <p:nvPr/>
        </p:nvCxnSpPr>
        <p:spPr>
          <a:xfrm>
            <a:off x="10779331" y="886965"/>
            <a:ext cx="48858" cy="5971035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6" name="61 Conector recto"/>
          <p:cNvCxnSpPr/>
          <p:nvPr/>
        </p:nvCxnSpPr>
        <p:spPr>
          <a:xfrm>
            <a:off x="9814743" y="886965"/>
            <a:ext cx="39020" cy="5971035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4" name="Picture 2" descr="http://go4venture.com/wp-content/uploads/Adyen_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743" y="886965"/>
            <a:ext cx="1007342" cy="47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95 Rectángulo redondeado"/>
          <p:cNvSpPr/>
          <p:nvPr/>
        </p:nvSpPr>
        <p:spPr>
          <a:xfrm>
            <a:off x="3620288" y="4955741"/>
            <a:ext cx="1932840" cy="1507781"/>
          </a:xfrm>
          <a:prstGeom prst="roundRect">
            <a:avLst>
              <a:gd name="adj" fmla="val 413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CL" sz="1000" b="1" dirty="0" smtClean="0">
                <a:solidFill>
                  <a:schemeClr val="bg1"/>
                </a:solidFill>
                <a:latin typeface="+mj-lt"/>
              </a:rPr>
              <a:t>CART</a:t>
            </a:r>
          </a:p>
          <a:p>
            <a:pPr algn="ctr"/>
            <a:endParaRPr lang="es-CL" sz="10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ilindro 10"/>
          <p:cNvSpPr/>
          <p:nvPr/>
        </p:nvSpPr>
        <p:spPr>
          <a:xfrm>
            <a:off x="7440286" y="5063083"/>
            <a:ext cx="894023" cy="1351299"/>
          </a:xfrm>
          <a:prstGeom prst="can">
            <a:avLst/>
          </a:prstGeom>
          <a:solidFill>
            <a:srgbClr val="FF66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sz="800" b="1" dirty="0" smtClean="0">
                <a:solidFill>
                  <a:schemeClr val="tx1"/>
                </a:solidFill>
              </a:rPr>
              <a:t>PURCHASE </a:t>
            </a:r>
          </a:p>
          <a:p>
            <a:pPr algn="r"/>
            <a:r>
              <a:rPr lang="es-CL" sz="800" b="1" dirty="0" smtClean="0">
                <a:solidFill>
                  <a:schemeClr val="tx1"/>
                </a:solidFill>
              </a:rPr>
              <a:t>ORDERS</a:t>
            </a:r>
            <a:endParaRPr lang="pt-BR" sz="800" b="1" dirty="0"/>
          </a:p>
        </p:txBody>
      </p:sp>
      <p:sp>
        <p:nvSpPr>
          <p:cNvPr id="92" name="95 Rectángulo redondeado"/>
          <p:cNvSpPr/>
          <p:nvPr/>
        </p:nvSpPr>
        <p:spPr>
          <a:xfrm>
            <a:off x="10052960" y="2668303"/>
            <a:ext cx="505135" cy="1477937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CL" sz="1050" b="1" dirty="0" smtClean="0">
                <a:solidFill>
                  <a:schemeClr val="tx1"/>
                </a:solidFill>
                <a:latin typeface="+mj-lt"/>
              </a:rPr>
              <a:t>GATEWAY</a:t>
            </a:r>
          </a:p>
        </p:txBody>
      </p:sp>
      <p:sp>
        <p:nvSpPr>
          <p:cNvPr id="123" name="Cilindro 122"/>
          <p:cNvSpPr/>
          <p:nvPr/>
        </p:nvSpPr>
        <p:spPr>
          <a:xfrm>
            <a:off x="7065294" y="1649179"/>
            <a:ext cx="1683630" cy="479847"/>
          </a:xfrm>
          <a:prstGeom prst="can">
            <a:avLst/>
          </a:prstGeom>
          <a:solidFill>
            <a:srgbClr val="FF66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00" b="1" dirty="0" smtClean="0">
                <a:solidFill>
                  <a:schemeClr val="tx1"/>
                </a:solidFill>
              </a:rPr>
              <a:t>PAYMENT</a:t>
            </a:r>
          </a:p>
          <a:p>
            <a:pPr algn="ctr"/>
            <a:r>
              <a:rPr lang="es-CL" sz="900" b="1" dirty="0" smtClean="0">
                <a:solidFill>
                  <a:schemeClr val="tx1"/>
                </a:solidFill>
              </a:rPr>
              <a:t>TRANSACTION</a:t>
            </a:r>
            <a:endParaRPr lang="pt-BR" sz="900" b="1" dirty="0"/>
          </a:p>
        </p:txBody>
      </p:sp>
      <p:sp>
        <p:nvSpPr>
          <p:cNvPr id="125" name="95 Rectángulo redondeado"/>
          <p:cNvSpPr/>
          <p:nvPr/>
        </p:nvSpPr>
        <p:spPr>
          <a:xfrm>
            <a:off x="7282745" y="2863738"/>
            <a:ext cx="1128899" cy="1204391"/>
          </a:xfrm>
          <a:prstGeom prst="roundRect">
            <a:avLst>
              <a:gd name="adj" fmla="val 249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s-CL" sz="1000" b="1" dirty="0" smtClean="0">
                <a:solidFill>
                  <a:schemeClr val="bg1"/>
                </a:solidFill>
                <a:latin typeface="+mj-lt"/>
              </a:rPr>
              <a:t>PAYMENT</a:t>
            </a:r>
          </a:p>
        </p:txBody>
      </p:sp>
      <p:cxnSp>
        <p:nvCxnSpPr>
          <p:cNvPr id="1034" name="Conector de seta reta 1033"/>
          <p:cNvCxnSpPr/>
          <p:nvPr/>
        </p:nvCxnSpPr>
        <p:spPr>
          <a:xfrm flipV="1">
            <a:off x="8350412" y="3572613"/>
            <a:ext cx="1702548" cy="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ector angulado 1038"/>
          <p:cNvCxnSpPr/>
          <p:nvPr/>
        </p:nvCxnSpPr>
        <p:spPr>
          <a:xfrm rot="5400000" flipH="1" flipV="1">
            <a:off x="7737214" y="2742224"/>
            <a:ext cx="1571094" cy="344698"/>
          </a:xfrm>
          <a:prstGeom prst="bentConnector3">
            <a:avLst>
              <a:gd name="adj1" fmla="val 529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angulado 1040"/>
          <p:cNvCxnSpPr/>
          <p:nvPr/>
        </p:nvCxnSpPr>
        <p:spPr>
          <a:xfrm flipV="1">
            <a:off x="8349109" y="2140980"/>
            <a:ext cx="202011" cy="137153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95 Rectángulo redondeado"/>
          <p:cNvSpPr/>
          <p:nvPr/>
        </p:nvSpPr>
        <p:spPr>
          <a:xfrm>
            <a:off x="3640762" y="1606612"/>
            <a:ext cx="613194" cy="319293"/>
          </a:xfrm>
          <a:prstGeom prst="roundRect">
            <a:avLst>
              <a:gd name="adj" fmla="val 775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tIns="0" bIns="0" rtlCol="0" anchor="ctr"/>
          <a:lstStyle/>
          <a:p>
            <a:pPr algn="ctr"/>
            <a:r>
              <a:rPr lang="es-CL" sz="700" b="1" dirty="0" smtClean="0">
                <a:solidFill>
                  <a:schemeClr val="bg1"/>
                </a:solidFill>
                <a:latin typeface="+mj-lt"/>
              </a:rPr>
              <a:t>BUSINESS RULES</a:t>
            </a:r>
          </a:p>
        </p:txBody>
      </p:sp>
      <p:cxnSp>
        <p:nvCxnSpPr>
          <p:cNvPr id="1049" name="Conector de seta reta 1048"/>
          <p:cNvCxnSpPr/>
          <p:nvPr/>
        </p:nvCxnSpPr>
        <p:spPr>
          <a:xfrm flipH="1">
            <a:off x="8358387" y="3206434"/>
            <a:ext cx="1689397" cy="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angulado 130"/>
          <p:cNvCxnSpPr>
            <a:stCxn id="157" idx="1"/>
          </p:cNvCxnSpPr>
          <p:nvPr/>
        </p:nvCxnSpPr>
        <p:spPr>
          <a:xfrm rot="10800000">
            <a:off x="7129472" y="2129026"/>
            <a:ext cx="201458" cy="107740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de seta reta 133"/>
          <p:cNvCxnSpPr/>
          <p:nvPr/>
        </p:nvCxnSpPr>
        <p:spPr>
          <a:xfrm>
            <a:off x="8334309" y="3062458"/>
            <a:ext cx="1718651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8339413" y="3761591"/>
            <a:ext cx="171354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https://clouda-assets.s3.amazonaws.com/upload/54d0e46ad287c266042be611.png?142297610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971" y="5668861"/>
            <a:ext cx="212009" cy="21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https://clouda-assets.s3.amazonaws.com/upload/54d0e46ad287c266042be611.png?142297610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574" y="1826021"/>
            <a:ext cx="322040" cy="240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9" name="Conector de seta reta 148"/>
          <p:cNvCxnSpPr>
            <a:stCxn id="157" idx="2"/>
            <a:endCxn id="128" idx="0"/>
          </p:cNvCxnSpPr>
          <p:nvPr/>
        </p:nvCxnSpPr>
        <p:spPr>
          <a:xfrm flipH="1">
            <a:off x="7845217" y="3291629"/>
            <a:ext cx="1" cy="171570"/>
          </a:xfrm>
          <a:prstGeom prst="straightConnector1">
            <a:avLst/>
          </a:prstGeom>
          <a:ln w="3175"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do 56"/>
          <p:cNvCxnSpPr/>
          <p:nvPr/>
        </p:nvCxnSpPr>
        <p:spPr>
          <a:xfrm rot="16200000" flipH="1">
            <a:off x="2673803" y="4698059"/>
            <a:ext cx="1412664" cy="882450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0" name="Grupo 1049"/>
          <p:cNvGrpSpPr/>
          <p:nvPr/>
        </p:nvGrpSpPr>
        <p:grpSpPr>
          <a:xfrm>
            <a:off x="3760673" y="3296731"/>
            <a:ext cx="242936" cy="154793"/>
            <a:chOff x="1279666" y="3995085"/>
            <a:chExt cx="292258" cy="187299"/>
          </a:xfrm>
        </p:grpSpPr>
        <p:cxnSp>
          <p:nvCxnSpPr>
            <p:cNvPr id="1028" name="Conector reto 1027"/>
            <p:cNvCxnSpPr/>
            <p:nvPr/>
          </p:nvCxnSpPr>
          <p:spPr>
            <a:xfrm>
              <a:off x="1342685" y="3995085"/>
              <a:ext cx="0" cy="1872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Conector reto 153"/>
            <p:cNvCxnSpPr/>
            <p:nvPr/>
          </p:nvCxnSpPr>
          <p:spPr>
            <a:xfrm>
              <a:off x="1508905" y="3995085"/>
              <a:ext cx="0" cy="1872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0" name="Conector reto 1029"/>
            <p:cNvCxnSpPr/>
            <p:nvPr/>
          </p:nvCxnSpPr>
          <p:spPr>
            <a:xfrm>
              <a:off x="1334907" y="4170479"/>
              <a:ext cx="18717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Conector reto 1032"/>
            <p:cNvCxnSpPr/>
            <p:nvPr/>
          </p:nvCxnSpPr>
          <p:spPr>
            <a:xfrm>
              <a:off x="1497000" y="3999842"/>
              <a:ext cx="7492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>
              <a:off x="1279666" y="4000757"/>
              <a:ext cx="7492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51" name="CaixaDeTexto 1050"/>
          <p:cNvSpPr txBox="1"/>
          <p:nvPr/>
        </p:nvSpPr>
        <p:spPr>
          <a:xfrm>
            <a:off x="3597647" y="3460364"/>
            <a:ext cx="535724" cy="173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00"/>
              </a:lnSpc>
            </a:pPr>
            <a:r>
              <a:rPr lang="pt-BR" sz="700" b="1" dirty="0" smtClean="0">
                <a:solidFill>
                  <a:schemeClr val="bg1"/>
                </a:solidFill>
              </a:rPr>
              <a:t>JMS Start</a:t>
            </a:r>
            <a:endParaRPr lang="pt-BR" sz="700" b="1" dirty="0">
              <a:solidFill>
                <a:schemeClr val="bg1"/>
              </a:solidFill>
            </a:endParaRPr>
          </a:p>
        </p:txBody>
      </p:sp>
      <p:cxnSp>
        <p:nvCxnSpPr>
          <p:cNvPr id="162" name="Conector angulado 161"/>
          <p:cNvCxnSpPr/>
          <p:nvPr/>
        </p:nvCxnSpPr>
        <p:spPr>
          <a:xfrm rot="10800000" flipH="1">
            <a:off x="3731373" y="2882598"/>
            <a:ext cx="4113844" cy="1124468"/>
          </a:xfrm>
          <a:prstGeom prst="bentConnector4">
            <a:avLst>
              <a:gd name="adj1" fmla="val -3937"/>
              <a:gd name="adj2" fmla="val 120791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9" name="Grupo 288"/>
          <p:cNvGrpSpPr/>
          <p:nvPr/>
        </p:nvGrpSpPr>
        <p:grpSpPr>
          <a:xfrm>
            <a:off x="4810645" y="2803156"/>
            <a:ext cx="242936" cy="154793"/>
            <a:chOff x="1279666" y="3995085"/>
            <a:chExt cx="292258" cy="187299"/>
          </a:xfrm>
        </p:grpSpPr>
        <p:cxnSp>
          <p:nvCxnSpPr>
            <p:cNvPr id="290" name="Conector reto 289"/>
            <p:cNvCxnSpPr/>
            <p:nvPr/>
          </p:nvCxnSpPr>
          <p:spPr>
            <a:xfrm>
              <a:off x="1342685" y="3995085"/>
              <a:ext cx="0" cy="1872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Conector reto 290"/>
            <p:cNvCxnSpPr/>
            <p:nvPr/>
          </p:nvCxnSpPr>
          <p:spPr>
            <a:xfrm>
              <a:off x="1508905" y="3995085"/>
              <a:ext cx="0" cy="1872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2" name="Conector reto 291"/>
            <p:cNvCxnSpPr/>
            <p:nvPr/>
          </p:nvCxnSpPr>
          <p:spPr>
            <a:xfrm>
              <a:off x="1334907" y="4170479"/>
              <a:ext cx="18717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 reto 292"/>
            <p:cNvCxnSpPr/>
            <p:nvPr/>
          </p:nvCxnSpPr>
          <p:spPr>
            <a:xfrm>
              <a:off x="1497000" y="3999842"/>
              <a:ext cx="7492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4" name="Conector reto 293"/>
            <p:cNvCxnSpPr/>
            <p:nvPr/>
          </p:nvCxnSpPr>
          <p:spPr>
            <a:xfrm>
              <a:off x="1279666" y="4000757"/>
              <a:ext cx="74924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5" name="CaixaDeTexto 294"/>
          <p:cNvSpPr txBox="1"/>
          <p:nvPr/>
        </p:nvSpPr>
        <p:spPr>
          <a:xfrm>
            <a:off x="4547689" y="2956154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00"/>
              </a:lnSpc>
            </a:pPr>
            <a:r>
              <a:rPr lang="pt-BR" sz="700" b="1" dirty="0" smtClean="0">
                <a:solidFill>
                  <a:schemeClr val="bg1"/>
                </a:solidFill>
              </a:rPr>
              <a:t>JMS </a:t>
            </a:r>
          </a:p>
          <a:p>
            <a:pPr algn="ctr">
              <a:lnSpc>
                <a:spcPts val="600"/>
              </a:lnSpc>
            </a:pPr>
            <a:r>
              <a:rPr lang="pt-BR" sz="700" b="1" dirty="0" err="1" smtClean="0">
                <a:solidFill>
                  <a:schemeClr val="bg1"/>
                </a:solidFill>
              </a:rPr>
              <a:t>CheckOut´s</a:t>
            </a:r>
            <a:r>
              <a:rPr lang="pt-BR" sz="700" b="1" dirty="0" smtClean="0">
                <a:solidFill>
                  <a:schemeClr val="bg1"/>
                </a:solidFill>
              </a:rPr>
              <a:t> </a:t>
            </a:r>
            <a:r>
              <a:rPr lang="pt-BR" sz="700" b="1" dirty="0" err="1" smtClean="0">
                <a:solidFill>
                  <a:schemeClr val="bg1"/>
                </a:solidFill>
              </a:rPr>
              <a:t>Event</a:t>
            </a:r>
            <a:endParaRPr lang="pt-BR" sz="700" b="1" dirty="0">
              <a:solidFill>
                <a:schemeClr val="bg1"/>
              </a:solidFill>
            </a:endParaRPr>
          </a:p>
        </p:txBody>
      </p:sp>
      <p:cxnSp>
        <p:nvCxnSpPr>
          <p:cNvPr id="254" name="Conector de seta reta 253"/>
          <p:cNvCxnSpPr>
            <a:stCxn id="102" idx="3"/>
          </p:cNvCxnSpPr>
          <p:nvPr/>
        </p:nvCxnSpPr>
        <p:spPr>
          <a:xfrm>
            <a:off x="6986501" y="5833050"/>
            <a:ext cx="453784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>
            <a:off x="6993814" y="6058574"/>
            <a:ext cx="446772" cy="91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88" idx="3"/>
          </p:cNvCxnSpPr>
          <p:nvPr/>
        </p:nvCxnSpPr>
        <p:spPr>
          <a:xfrm>
            <a:off x="6986501" y="6285920"/>
            <a:ext cx="453784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ector angulado 314"/>
          <p:cNvCxnSpPr>
            <a:stCxn id="78" idx="2"/>
            <a:endCxn id="89" idx="1"/>
          </p:cNvCxnSpPr>
          <p:nvPr/>
        </p:nvCxnSpPr>
        <p:spPr>
          <a:xfrm rot="5400000" flipH="1" flipV="1">
            <a:off x="6958804" y="2169020"/>
            <a:ext cx="1820661" cy="6652768"/>
          </a:xfrm>
          <a:prstGeom prst="bentConnector4">
            <a:avLst>
              <a:gd name="adj1" fmla="val -12556"/>
              <a:gd name="adj2" fmla="val 86301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angulado 188"/>
          <p:cNvCxnSpPr/>
          <p:nvPr/>
        </p:nvCxnSpPr>
        <p:spPr>
          <a:xfrm flipV="1">
            <a:off x="8360015" y="2148035"/>
            <a:ext cx="82398" cy="84441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61 Conector recto"/>
          <p:cNvCxnSpPr/>
          <p:nvPr/>
        </p:nvCxnSpPr>
        <p:spPr>
          <a:xfrm>
            <a:off x="892589" y="886965"/>
            <a:ext cx="34578" cy="5971022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1" name="Conector de seta reta 330"/>
          <p:cNvCxnSpPr>
            <a:stCxn id="329" idx="2"/>
            <a:endCxn id="346" idx="1"/>
          </p:cNvCxnSpPr>
          <p:nvPr/>
        </p:nvCxnSpPr>
        <p:spPr>
          <a:xfrm flipH="1">
            <a:off x="9281717" y="5193834"/>
            <a:ext cx="1" cy="63855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ector angulado 334"/>
          <p:cNvCxnSpPr/>
          <p:nvPr/>
        </p:nvCxnSpPr>
        <p:spPr>
          <a:xfrm rot="16200000" flipH="1">
            <a:off x="2384471" y="4751057"/>
            <a:ext cx="1819881" cy="1078442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8" name="Picture 25" descr="https://gun.io/static/uploads/ios4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25" y="3191949"/>
            <a:ext cx="319120" cy="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" name="Picture 27" descr="http://www.canon.pt/Images/Android-logo_tcm121-1232684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92" y="3156857"/>
            <a:ext cx="252988" cy="25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6" name="Cilindro 345"/>
          <p:cNvSpPr/>
          <p:nvPr/>
        </p:nvSpPr>
        <p:spPr>
          <a:xfrm>
            <a:off x="8834705" y="5832393"/>
            <a:ext cx="894023" cy="415342"/>
          </a:xfrm>
          <a:prstGeom prst="can">
            <a:avLst/>
          </a:prstGeom>
          <a:solidFill>
            <a:srgbClr val="FF66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sz="800" b="1" dirty="0" smtClean="0">
                <a:solidFill>
                  <a:schemeClr val="tx1"/>
                </a:solidFill>
              </a:rPr>
              <a:t>Data </a:t>
            </a:r>
            <a:r>
              <a:rPr lang="es-CL" sz="800" b="1" dirty="0" err="1" smtClean="0">
                <a:solidFill>
                  <a:schemeClr val="tx1"/>
                </a:solidFill>
              </a:rPr>
              <a:t>Warehouse</a:t>
            </a:r>
            <a:endParaRPr lang="pt-BR" sz="800" b="1" dirty="0"/>
          </a:p>
        </p:txBody>
      </p:sp>
      <p:cxnSp>
        <p:nvCxnSpPr>
          <p:cNvPr id="350" name="Conector de seta reta 349"/>
          <p:cNvCxnSpPr>
            <a:endCxn id="346" idx="2"/>
          </p:cNvCxnSpPr>
          <p:nvPr/>
        </p:nvCxnSpPr>
        <p:spPr>
          <a:xfrm>
            <a:off x="8339413" y="6040064"/>
            <a:ext cx="495292" cy="0"/>
          </a:xfrm>
          <a:prstGeom prst="straightConnector1">
            <a:avLst/>
          </a:prstGeom>
          <a:ln w="317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angulado 1059"/>
          <p:cNvCxnSpPr/>
          <p:nvPr/>
        </p:nvCxnSpPr>
        <p:spPr>
          <a:xfrm rot="16200000" flipH="1">
            <a:off x="7997097" y="-529057"/>
            <a:ext cx="680769" cy="6438760"/>
          </a:xfrm>
          <a:prstGeom prst="bentConnector3">
            <a:avLst>
              <a:gd name="adj1" fmla="val 13059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angulado 1089"/>
          <p:cNvCxnSpPr>
            <a:stCxn id="78" idx="3"/>
            <a:endCxn id="88" idx="1"/>
          </p:cNvCxnSpPr>
          <p:nvPr/>
        </p:nvCxnSpPr>
        <p:spPr>
          <a:xfrm flipV="1">
            <a:off x="5258067" y="6285920"/>
            <a:ext cx="828434" cy="2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angulado 1095"/>
          <p:cNvCxnSpPr>
            <a:endCxn id="101" idx="1"/>
          </p:cNvCxnSpPr>
          <p:nvPr/>
        </p:nvCxnSpPr>
        <p:spPr>
          <a:xfrm rot="16200000" flipH="1">
            <a:off x="2933656" y="4567829"/>
            <a:ext cx="1041808" cy="727493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95 Rectángulo redondeado"/>
          <p:cNvSpPr/>
          <p:nvPr/>
        </p:nvSpPr>
        <p:spPr>
          <a:xfrm>
            <a:off x="11195519" y="5295172"/>
            <a:ext cx="770186" cy="771584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s-CL" sz="800" b="1" dirty="0">
                <a:solidFill>
                  <a:schemeClr val="tx1"/>
                </a:solidFill>
                <a:latin typeface="+mj-lt"/>
              </a:rPr>
              <a:t>CALL</a:t>
            </a:r>
          </a:p>
          <a:p>
            <a:pPr algn="ctr"/>
            <a:r>
              <a:rPr lang="es-CL" sz="800" b="1" dirty="0">
                <a:solidFill>
                  <a:schemeClr val="tx1"/>
                </a:solidFill>
                <a:latin typeface="+mj-lt"/>
              </a:rPr>
              <a:t>CENTER</a:t>
            </a:r>
          </a:p>
        </p:txBody>
      </p:sp>
      <p:sp>
        <p:nvSpPr>
          <p:cNvPr id="128" name="95 Rectángulo redondeado"/>
          <p:cNvSpPr/>
          <p:nvPr/>
        </p:nvSpPr>
        <p:spPr>
          <a:xfrm>
            <a:off x="7340022" y="3463199"/>
            <a:ext cx="1010390" cy="1521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smtClean="0">
                <a:solidFill>
                  <a:schemeClr val="tx1"/>
                </a:solidFill>
                <a:latin typeface="+mj-lt"/>
              </a:rPr>
              <a:t>cancel</a:t>
            </a:r>
          </a:p>
        </p:txBody>
      </p:sp>
      <p:sp>
        <p:nvSpPr>
          <p:cNvPr id="129" name="95 Rectángulo redondeado"/>
          <p:cNvSpPr/>
          <p:nvPr/>
        </p:nvSpPr>
        <p:spPr>
          <a:xfrm>
            <a:off x="7340022" y="3652962"/>
            <a:ext cx="1010390" cy="15215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smtClean="0">
                <a:solidFill>
                  <a:schemeClr val="tx1"/>
                </a:solidFill>
                <a:latin typeface="+mj-lt"/>
              </a:rPr>
              <a:t>capture</a:t>
            </a:r>
          </a:p>
        </p:txBody>
      </p:sp>
      <p:sp>
        <p:nvSpPr>
          <p:cNvPr id="157" name="95 Rectángulo redondeado"/>
          <p:cNvSpPr/>
          <p:nvPr/>
        </p:nvSpPr>
        <p:spPr>
          <a:xfrm>
            <a:off x="7330930" y="3121238"/>
            <a:ext cx="1028575" cy="1703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listner</a:t>
            </a:r>
            <a:endParaRPr lang="es-CL" sz="9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7" name="95 Rectángulo redondeado"/>
          <p:cNvSpPr/>
          <p:nvPr/>
        </p:nvSpPr>
        <p:spPr>
          <a:xfrm>
            <a:off x="7340022" y="2921624"/>
            <a:ext cx="1010390" cy="1673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authorize</a:t>
            </a:r>
            <a:endParaRPr lang="es-CL" sz="9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8" name="95 Rectángulo redondeado"/>
          <p:cNvSpPr/>
          <p:nvPr/>
        </p:nvSpPr>
        <p:spPr>
          <a:xfrm>
            <a:off x="6086501" y="5968574"/>
            <a:ext cx="9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removeItem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2" name="95 Rectángulo redondeado"/>
          <p:cNvSpPr/>
          <p:nvPr/>
        </p:nvSpPr>
        <p:spPr>
          <a:xfrm>
            <a:off x="6086501" y="5743050"/>
            <a:ext cx="9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getOrder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" name="95 Rectángulo redondeado"/>
          <p:cNvSpPr/>
          <p:nvPr/>
        </p:nvSpPr>
        <p:spPr>
          <a:xfrm>
            <a:off x="6086501" y="6195920"/>
            <a:ext cx="9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addToCart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9" name="95 Rectángulo redondeado"/>
          <p:cNvSpPr/>
          <p:nvPr/>
        </p:nvSpPr>
        <p:spPr>
          <a:xfrm>
            <a:off x="8989273" y="4778492"/>
            <a:ext cx="584889" cy="415342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OBIEE</a:t>
            </a:r>
          </a:p>
        </p:txBody>
      </p:sp>
      <p:sp>
        <p:nvSpPr>
          <p:cNvPr id="372" name="95 Rectángulo redondeado"/>
          <p:cNvSpPr/>
          <p:nvPr/>
        </p:nvSpPr>
        <p:spPr>
          <a:xfrm>
            <a:off x="1204285" y="3344795"/>
            <a:ext cx="879273" cy="1491071"/>
          </a:xfrm>
          <a:prstGeom prst="roundRect">
            <a:avLst>
              <a:gd name="adj" fmla="val 7759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CL" sz="1050" b="1" dirty="0" smtClean="0">
                <a:solidFill>
                  <a:schemeClr val="bg1"/>
                </a:solidFill>
                <a:latin typeface="+mj-lt"/>
              </a:rPr>
              <a:t>CHECKOUT</a:t>
            </a:r>
          </a:p>
        </p:txBody>
      </p:sp>
      <p:sp>
        <p:nvSpPr>
          <p:cNvPr id="377" name="95 Rectángulo redondeado"/>
          <p:cNvSpPr/>
          <p:nvPr/>
        </p:nvSpPr>
        <p:spPr>
          <a:xfrm>
            <a:off x="1278708" y="5196219"/>
            <a:ext cx="734141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CL" sz="700" dirty="0" err="1" smtClean="0">
                <a:solidFill>
                  <a:schemeClr val="tx1"/>
                </a:solidFill>
                <a:latin typeface="+mj-lt"/>
              </a:rPr>
              <a:t>getSummaryOrder</a:t>
            </a:r>
            <a:endParaRPr lang="es-CL" sz="700" dirty="0" smtClean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09" name="Conector de seta reta 1108"/>
          <p:cNvCxnSpPr/>
          <p:nvPr/>
        </p:nvCxnSpPr>
        <p:spPr>
          <a:xfrm>
            <a:off x="1996945" y="6363554"/>
            <a:ext cx="1837825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angulado 1112"/>
          <p:cNvCxnSpPr>
            <a:endCxn id="381" idx="1"/>
          </p:cNvCxnSpPr>
          <p:nvPr/>
        </p:nvCxnSpPr>
        <p:spPr>
          <a:xfrm rot="16200000" flipH="1">
            <a:off x="-554385" y="4471130"/>
            <a:ext cx="2677950" cy="990091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95 Rectángulo redondeado"/>
          <p:cNvSpPr/>
          <p:nvPr/>
        </p:nvSpPr>
        <p:spPr>
          <a:xfrm>
            <a:off x="3827434" y="6166154"/>
            <a:ext cx="1430633" cy="2395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addToCart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15" name="Conector de seta reta 1114"/>
          <p:cNvCxnSpPr>
            <a:stCxn id="337" idx="3"/>
            <a:endCxn id="371" idx="1"/>
          </p:cNvCxnSpPr>
          <p:nvPr/>
        </p:nvCxnSpPr>
        <p:spPr>
          <a:xfrm flipV="1">
            <a:off x="553843" y="3731621"/>
            <a:ext cx="757943" cy="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de seta reta 362"/>
          <p:cNvCxnSpPr/>
          <p:nvPr/>
        </p:nvCxnSpPr>
        <p:spPr>
          <a:xfrm>
            <a:off x="1998953" y="5287832"/>
            <a:ext cx="1820746" cy="749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95 Rectángulo redondeado"/>
          <p:cNvSpPr/>
          <p:nvPr/>
        </p:nvSpPr>
        <p:spPr>
          <a:xfrm>
            <a:off x="1278708" y="4350107"/>
            <a:ext cx="734141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800" dirty="0" err="1" smtClean="0">
                <a:solidFill>
                  <a:schemeClr val="tx1"/>
                </a:solidFill>
                <a:latin typeface="+mj-lt"/>
              </a:rPr>
              <a:t>preCheckout</a:t>
            </a:r>
            <a:endParaRPr lang="es-CL" sz="8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9" name="95 Rectángulo redondeado"/>
          <p:cNvSpPr/>
          <p:nvPr/>
        </p:nvSpPr>
        <p:spPr>
          <a:xfrm>
            <a:off x="1279636" y="5867478"/>
            <a:ext cx="734141" cy="2914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800" dirty="0" err="1" smtClean="0">
                <a:solidFill>
                  <a:schemeClr val="tx1"/>
                </a:solidFill>
                <a:latin typeface="+mj-lt"/>
              </a:rPr>
              <a:t>removeItem</a:t>
            </a:r>
            <a:endParaRPr lang="es-CL" sz="800" dirty="0" smtClean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3" name="Conector angulado 372"/>
          <p:cNvCxnSpPr>
            <a:endCxn id="377" idx="1"/>
          </p:cNvCxnSpPr>
          <p:nvPr/>
        </p:nvCxnSpPr>
        <p:spPr>
          <a:xfrm rot="16200000" flipH="1">
            <a:off x="51265" y="4058776"/>
            <a:ext cx="1585402" cy="869483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ector angulado 374"/>
          <p:cNvCxnSpPr/>
          <p:nvPr/>
        </p:nvCxnSpPr>
        <p:spPr>
          <a:xfrm rot="16200000" flipH="1">
            <a:off x="439808" y="3600973"/>
            <a:ext cx="877349" cy="77963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ector angulado 381"/>
          <p:cNvCxnSpPr>
            <a:endCxn id="379" idx="1"/>
          </p:cNvCxnSpPr>
          <p:nvPr/>
        </p:nvCxnSpPr>
        <p:spPr>
          <a:xfrm rot="16200000" flipH="1">
            <a:off x="-110689" y="4622864"/>
            <a:ext cx="1852666" cy="927983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7" name="Picture 2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79" y="3456172"/>
            <a:ext cx="300564" cy="551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37" name="Conector angulado 1136"/>
          <p:cNvCxnSpPr/>
          <p:nvPr/>
        </p:nvCxnSpPr>
        <p:spPr>
          <a:xfrm>
            <a:off x="3304578" y="4167904"/>
            <a:ext cx="442028" cy="245999"/>
          </a:xfrm>
          <a:prstGeom prst="bentConnector3">
            <a:avLst>
              <a:gd name="adj1" fmla="val 1767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95 Rectángulo redondeado"/>
          <p:cNvSpPr/>
          <p:nvPr/>
        </p:nvSpPr>
        <p:spPr>
          <a:xfrm>
            <a:off x="4871022" y="2349939"/>
            <a:ext cx="541660" cy="18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s-CL" sz="900" dirty="0" err="1">
                <a:solidFill>
                  <a:schemeClr val="tx1"/>
                </a:solidFill>
                <a:latin typeface="+mj-lt"/>
              </a:rPr>
              <a:t>sendMail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2" name="CaixaDeTexto 1171"/>
          <p:cNvSpPr txBox="1"/>
          <p:nvPr/>
        </p:nvSpPr>
        <p:spPr>
          <a:xfrm>
            <a:off x="73134" y="972053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>
                <a:solidFill>
                  <a:schemeClr val="bg1">
                    <a:lumMod val="50000"/>
                  </a:schemeClr>
                </a:solidFill>
              </a:rPr>
              <a:t>INTERNET</a:t>
            </a:r>
            <a:endParaRPr lang="pt-BR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74" name="Picture 4" descr="https://mesosphere.com/wp-content/themes/mesosphere/library/images/views/modals/modal-prompt-product-cloud/modal-prompt-product-cloud-platform-amazon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268" y="566158"/>
            <a:ext cx="1213985" cy="91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0" name="Elipse 489"/>
          <p:cNvSpPr/>
          <p:nvPr/>
        </p:nvSpPr>
        <p:spPr>
          <a:xfrm>
            <a:off x="5045721" y="4279906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Elipse 140"/>
          <p:cNvSpPr/>
          <p:nvPr/>
        </p:nvSpPr>
        <p:spPr>
          <a:xfrm>
            <a:off x="6131245" y="6236005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Elipse 141"/>
          <p:cNvSpPr/>
          <p:nvPr/>
        </p:nvSpPr>
        <p:spPr>
          <a:xfrm>
            <a:off x="6129270" y="6008405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Elipse 142"/>
          <p:cNvSpPr/>
          <p:nvPr/>
        </p:nvSpPr>
        <p:spPr>
          <a:xfrm>
            <a:off x="6129270" y="5794655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Elipse 146"/>
          <p:cNvSpPr/>
          <p:nvPr/>
        </p:nvSpPr>
        <p:spPr>
          <a:xfrm>
            <a:off x="7853120" y="6242905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0" name="Elipse 149"/>
          <p:cNvSpPr/>
          <p:nvPr/>
        </p:nvSpPr>
        <p:spPr>
          <a:xfrm>
            <a:off x="8613120" y="1920600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1" name="Grupo 150"/>
          <p:cNvGrpSpPr/>
          <p:nvPr/>
        </p:nvGrpSpPr>
        <p:grpSpPr>
          <a:xfrm>
            <a:off x="3757333" y="2937942"/>
            <a:ext cx="242936" cy="154793"/>
            <a:chOff x="1279666" y="3995085"/>
            <a:chExt cx="292258" cy="187299"/>
          </a:xfrm>
        </p:grpSpPr>
        <p:cxnSp>
          <p:nvCxnSpPr>
            <p:cNvPr id="155" name="Conector reto 154"/>
            <p:cNvCxnSpPr/>
            <p:nvPr/>
          </p:nvCxnSpPr>
          <p:spPr>
            <a:xfrm>
              <a:off x="1342685" y="3995085"/>
              <a:ext cx="0" cy="1872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Conector reto 155"/>
            <p:cNvCxnSpPr/>
            <p:nvPr/>
          </p:nvCxnSpPr>
          <p:spPr>
            <a:xfrm>
              <a:off x="1508905" y="3995085"/>
              <a:ext cx="0" cy="1872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Conector reto 157"/>
            <p:cNvCxnSpPr/>
            <p:nvPr/>
          </p:nvCxnSpPr>
          <p:spPr>
            <a:xfrm>
              <a:off x="1334907" y="4170479"/>
              <a:ext cx="18717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to 158"/>
            <p:cNvCxnSpPr/>
            <p:nvPr/>
          </p:nvCxnSpPr>
          <p:spPr>
            <a:xfrm>
              <a:off x="1497000" y="3999842"/>
              <a:ext cx="7492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Conector reto 163"/>
            <p:cNvCxnSpPr/>
            <p:nvPr/>
          </p:nvCxnSpPr>
          <p:spPr>
            <a:xfrm>
              <a:off x="1279666" y="4000757"/>
              <a:ext cx="7492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6" name="CaixaDeTexto 165"/>
          <p:cNvSpPr txBox="1"/>
          <p:nvPr/>
        </p:nvSpPr>
        <p:spPr>
          <a:xfrm>
            <a:off x="3540291" y="3104483"/>
            <a:ext cx="792205" cy="173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00"/>
              </a:lnSpc>
            </a:pPr>
            <a:r>
              <a:rPr lang="pt-BR" sz="700" b="1" dirty="0" smtClean="0">
                <a:solidFill>
                  <a:schemeClr val="bg1"/>
                </a:solidFill>
              </a:rPr>
              <a:t>JMS </a:t>
            </a:r>
            <a:r>
              <a:rPr lang="pt-BR" sz="700" b="1" dirty="0" err="1">
                <a:solidFill>
                  <a:schemeClr val="bg1"/>
                </a:solidFill>
              </a:rPr>
              <a:t>Dead</a:t>
            </a:r>
            <a:r>
              <a:rPr lang="pt-BR" sz="700" b="1" dirty="0">
                <a:solidFill>
                  <a:schemeClr val="bg1"/>
                </a:solidFill>
              </a:rPr>
              <a:t> </a:t>
            </a:r>
            <a:r>
              <a:rPr lang="pt-BR" sz="700" b="1" dirty="0" err="1">
                <a:solidFill>
                  <a:schemeClr val="bg1"/>
                </a:solidFill>
              </a:rPr>
              <a:t>Letter</a:t>
            </a:r>
            <a:endParaRPr lang="pt-BR" sz="700" b="1" dirty="0">
              <a:solidFill>
                <a:schemeClr val="bg1"/>
              </a:solidFill>
            </a:endParaRPr>
          </a:p>
        </p:txBody>
      </p:sp>
      <p:cxnSp>
        <p:nvCxnSpPr>
          <p:cNvPr id="96" name="Conector angulado 95"/>
          <p:cNvCxnSpPr/>
          <p:nvPr/>
        </p:nvCxnSpPr>
        <p:spPr>
          <a:xfrm flipV="1">
            <a:off x="5289815" y="3557882"/>
            <a:ext cx="2050207" cy="34178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angulado 103"/>
          <p:cNvCxnSpPr/>
          <p:nvPr/>
        </p:nvCxnSpPr>
        <p:spPr>
          <a:xfrm flipV="1">
            <a:off x="5289815" y="3729402"/>
            <a:ext cx="2050207" cy="370987"/>
          </a:xfrm>
          <a:prstGeom prst="bentConnector3">
            <a:avLst>
              <a:gd name="adj1" fmla="val 6347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angulado 118"/>
          <p:cNvCxnSpPr/>
          <p:nvPr/>
        </p:nvCxnSpPr>
        <p:spPr>
          <a:xfrm>
            <a:off x="1928911" y="3741107"/>
            <a:ext cx="1802462" cy="531095"/>
          </a:xfrm>
          <a:prstGeom prst="bentConnector3">
            <a:avLst>
              <a:gd name="adj1" fmla="val 83292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95 Rectángulo redondeado"/>
          <p:cNvSpPr/>
          <p:nvPr/>
        </p:nvSpPr>
        <p:spPr>
          <a:xfrm>
            <a:off x="5026939" y="3674751"/>
            <a:ext cx="262876" cy="829941"/>
          </a:xfrm>
          <a:prstGeom prst="roundRect">
            <a:avLst/>
          </a:prstGeom>
          <a:solidFill>
            <a:srgbClr val="EE682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lIns="36000" tIns="0" rIns="0" bIns="0" rtlCol="0" anchor="ctr"/>
          <a:lstStyle/>
          <a:p>
            <a:pPr algn="ctr">
              <a:lnSpc>
                <a:spcPts val="600"/>
              </a:lnSpc>
            </a:pPr>
            <a:r>
              <a:rPr lang="es-CL" sz="1100" b="1" dirty="0" err="1" smtClean="0">
                <a:solidFill>
                  <a:schemeClr val="tx1"/>
                </a:solidFill>
                <a:latin typeface="+mj-lt"/>
              </a:rPr>
              <a:t>doPurchase</a:t>
            </a:r>
            <a:endParaRPr lang="es-CL" sz="1100" b="1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4" name="95 Rectángulo redondeado"/>
          <p:cNvSpPr/>
          <p:nvPr/>
        </p:nvSpPr>
        <p:spPr>
          <a:xfrm>
            <a:off x="4871542" y="2085630"/>
            <a:ext cx="541660" cy="18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sendPush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5" name="95 Rectángulo redondeado"/>
          <p:cNvSpPr/>
          <p:nvPr/>
        </p:nvSpPr>
        <p:spPr>
          <a:xfrm>
            <a:off x="11114650" y="1675609"/>
            <a:ext cx="931926" cy="544625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RESPONSYS</a:t>
            </a:r>
          </a:p>
        </p:txBody>
      </p:sp>
      <p:cxnSp>
        <p:nvCxnSpPr>
          <p:cNvPr id="1089" name="Conector angulado 1088"/>
          <p:cNvCxnSpPr>
            <a:stCxn id="324" idx="0"/>
            <a:endCxn id="325" idx="0"/>
          </p:cNvCxnSpPr>
          <p:nvPr/>
        </p:nvCxnSpPr>
        <p:spPr>
          <a:xfrm rot="5400000" flipH="1" flipV="1">
            <a:off x="8156482" y="-1338500"/>
            <a:ext cx="410021" cy="6438241"/>
          </a:xfrm>
          <a:prstGeom prst="bentConnector3">
            <a:avLst>
              <a:gd name="adj1" fmla="val 1615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angulado 1092"/>
          <p:cNvCxnSpPr/>
          <p:nvPr/>
        </p:nvCxnSpPr>
        <p:spPr>
          <a:xfrm rot="16200000" flipV="1">
            <a:off x="4251747" y="1720187"/>
            <a:ext cx="335035" cy="33061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ector angulado 1094"/>
          <p:cNvCxnSpPr/>
          <p:nvPr/>
        </p:nvCxnSpPr>
        <p:spPr>
          <a:xfrm rot="16200000" flipH="1">
            <a:off x="4488983" y="2576011"/>
            <a:ext cx="401325" cy="219293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95 Rectángulo redondeado"/>
          <p:cNvSpPr/>
          <p:nvPr/>
        </p:nvSpPr>
        <p:spPr>
          <a:xfrm>
            <a:off x="4642319" y="3358772"/>
            <a:ext cx="645072" cy="18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saveEvent</a:t>
            </a:r>
            <a:endParaRPr lang="es-CL" sz="9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05" name="Conector de seta reta 1104"/>
          <p:cNvCxnSpPr>
            <a:endCxn id="324" idx="1"/>
          </p:cNvCxnSpPr>
          <p:nvPr/>
        </p:nvCxnSpPr>
        <p:spPr>
          <a:xfrm>
            <a:off x="4694639" y="2175630"/>
            <a:ext cx="176903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95 Rectángulo redondeado"/>
          <p:cNvSpPr/>
          <p:nvPr/>
        </p:nvSpPr>
        <p:spPr>
          <a:xfrm>
            <a:off x="1185283" y="1385662"/>
            <a:ext cx="883287" cy="406735"/>
          </a:xfrm>
          <a:prstGeom prst="roundRect">
            <a:avLst>
              <a:gd name="adj" fmla="val 775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50" b="1" dirty="0" smtClean="0">
                <a:solidFill>
                  <a:schemeClr val="bg1"/>
                </a:solidFill>
                <a:latin typeface="+mj-lt"/>
              </a:rPr>
              <a:t>LDAP - OUD</a:t>
            </a:r>
          </a:p>
        </p:txBody>
      </p:sp>
      <p:cxnSp>
        <p:nvCxnSpPr>
          <p:cNvPr id="8" name="Conector de seta reta 7"/>
          <p:cNvCxnSpPr>
            <a:stCxn id="165" idx="0"/>
            <a:endCxn id="169" idx="2"/>
          </p:cNvCxnSpPr>
          <p:nvPr/>
        </p:nvCxnSpPr>
        <p:spPr>
          <a:xfrm flipV="1">
            <a:off x="1626927" y="1792397"/>
            <a:ext cx="0" cy="36693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/>
          <p:nvPr/>
        </p:nvCxnSpPr>
        <p:spPr>
          <a:xfrm>
            <a:off x="2066858" y="2489343"/>
            <a:ext cx="1665240" cy="1635287"/>
          </a:xfrm>
          <a:prstGeom prst="bentConnector3">
            <a:avLst>
              <a:gd name="adj1" fmla="val 8546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/>
          <p:nvPr/>
        </p:nvCxnSpPr>
        <p:spPr>
          <a:xfrm>
            <a:off x="2095433" y="2839695"/>
            <a:ext cx="1732001" cy="3443232"/>
          </a:xfrm>
          <a:prstGeom prst="bentConnector3">
            <a:avLst>
              <a:gd name="adj1" fmla="val 8754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95 Rectángulo redondeado"/>
          <p:cNvSpPr/>
          <p:nvPr/>
        </p:nvSpPr>
        <p:spPr>
          <a:xfrm>
            <a:off x="1279636" y="6195919"/>
            <a:ext cx="734141" cy="218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addToCart</a:t>
            </a:r>
            <a:endParaRPr lang="es-CL" sz="9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1" name="95 Rectángulo redondeado"/>
          <p:cNvSpPr/>
          <p:nvPr/>
        </p:nvSpPr>
        <p:spPr>
          <a:xfrm>
            <a:off x="1311786" y="3632556"/>
            <a:ext cx="667984" cy="1981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0" tIns="72000" rIns="0" bIns="0" rtlCol="0" anchor="ctr"/>
          <a:lstStyle/>
          <a:p>
            <a:pPr algn="ctr">
              <a:lnSpc>
                <a:spcPts val="600"/>
              </a:lnSpc>
            </a:pPr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EXECUTE</a:t>
            </a:r>
          </a:p>
        </p:txBody>
      </p:sp>
      <p:cxnSp>
        <p:nvCxnSpPr>
          <p:cNvPr id="47" name="Conector angulado 46"/>
          <p:cNvCxnSpPr/>
          <p:nvPr/>
        </p:nvCxnSpPr>
        <p:spPr>
          <a:xfrm>
            <a:off x="2095433" y="2754763"/>
            <a:ext cx="1732001" cy="3180389"/>
          </a:xfrm>
          <a:prstGeom prst="bentConnector3">
            <a:avLst>
              <a:gd name="adj1" fmla="val 15904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do 60"/>
          <p:cNvCxnSpPr/>
          <p:nvPr/>
        </p:nvCxnSpPr>
        <p:spPr>
          <a:xfrm>
            <a:off x="2028758" y="2577279"/>
            <a:ext cx="1722874" cy="2168874"/>
          </a:xfrm>
          <a:prstGeom prst="bentConnector3">
            <a:avLst>
              <a:gd name="adj1" fmla="val 32492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Elipse 217"/>
          <p:cNvSpPr/>
          <p:nvPr/>
        </p:nvSpPr>
        <p:spPr>
          <a:xfrm>
            <a:off x="1139440" y="2226387"/>
            <a:ext cx="106390" cy="1038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9" name="Elipse 218"/>
          <p:cNvSpPr/>
          <p:nvPr/>
        </p:nvSpPr>
        <p:spPr>
          <a:xfrm>
            <a:off x="2650740" y="3940887"/>
            <a:ext cx="106390" cy="1038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0" name="95 Rectángulo redondeado"/>
          <p:cNvSpPr/>
          <p:nvPr/>
        </p:nvSpPr>
        <p:spPr>
          <a:xfrm>
            <a:off x="11195519" y="3030708"/>
            <a:ext cx="770185" cy="857986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s-CL" sz="800" b="1" dirty="0">
                <a:solidFill>
                  <a:schemeClr val="tx1"/>
                </a:solidFill>
                <a:latin typeface="+mj-lt"/>
              </a:rPr>
              <a:t>MARTEKING</a:t>
            </a:r>
          </a:p>
        </p:txBody>
      </p:sp>
      <p:sp>
        <p:nvSpPr>
          <p:cNvPr id="251" name="Elipse 250"/>
          <p:cNvSpPr/>
          <p:nvPr/>
        </p:nvSpPr>
        <p:spPr>
          <a:xfrm>
            <a:off x="61145" y="6680305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CaixaDeTexto 126"/>
          <p:cNvSpPr txBox="1"/>
          <p:nvPr/>
        </p:nvSpPr>
        <p:spPr>
          <a:xfrm>
            <a:off x="101205" y="6605221"/>
            <a:ext cx="1036415" cy="196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i="1" dirty="0" smtClean="0"/>
              <a:t>Dynatrace Agent</a:t>
            </a:r>
            <a:endParaRPr lang="pt-BR" sz="1050" b="1" i="1" dirty="0"/>
          </a:p>
        </p:txBody>
      </p:sp>
      <p:sp>
        <p:nvSpPr>
          <p:cNvPr id="253" name="Cilindro 252"/>
          <p:cNvSpPr/>
          <p:nvPr/>
        </p:nvSpPr>
        <p:spPr>
          <a:xfrm>
            <a:off x="2176068" y="1385662"/>
            <a:ext cx="1120457" cy="371646"/>
          </a:xfrm>
          <a:prstGeom prst="can">
            <a:avLst/>
          </a:prstGeom>
          <a:solidFill>
            <a:srgbClr val="FF66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sz="800" b="1" dirty="0" smtClean="0">
                <a:solidFill>
                  <a:schemeClr val="tx1"/>
                </a:solidFill>
              </a:rPr>
              <a:t>BACKOFFICE</a:t>
            </a:r>
          </a:p>
          <a:p>
            <a:pPr algn="r"/>
            <a:r>
              <a:rPr lang="es-CL" sz="800" b="1" dirty="0" smtClean="0">
                <a:solidFill>
                  <a:schemeClr val="tx1"/>
                </a:solidFill>
              </a:rPr>
              <a:t>CONFIGURATION</a:t>
            </a:r>
            <a:endParaRPr lang="pt-BR" sz="800" b="1" dirty="0"/>
          </a:p>
        </p:txBody>
      </p:sp>
      <p:pic>
        <p:nvPicPr>
          <p:cNvPr id="255" name="Picture 2" descr="https://clouda-assets.s3.amazonaws.com/upload/54d0e46ad287c266042be611.png?142297610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000" y="1524459"/>
            <a:ext cx="241954" cy="18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95 Rectángulo redondeado"/>
          <p:cNvSpPr/>
          <p:nvPr/>
        </p:nvSpPr>
        <p:spPr>
          <a:xfrm>
            <a:off x="6076976" y="5523975"/>
            <a:ext cx="9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CL" sz="600" dirty="0" err="1" smtClean="0">
                <a:solidFill>
                  <a:schemeClr val="tx1"/>
                </a:solidFill>
                <a:latin typeface="+mj-lt"/>
              </a:rPr>
              <a:t>getSummaryOrder</a:t>
            </a:r>
            <a:endParaRPr lang="es-CL" sz="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4" name="95 Rectángulo redondeado"/>
          <p:cNvSpPr/>
          <p:nvPr/>
        </p:nvSpPr>
        <p:spPr>
          <a:xfrm>
            <a:off x="6067800" y="5295172"/>
            <a:ext cx="9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CL" sz="800" dirty="0" err="1" smtClean="0">
                <a:solidFill>
                  <a:schemeClr val="tx1"/>
                </a:solidFill>
                <a:latin typeface="+mj-lt"/>
              </a:rPr>
              <a:t>updateStatus</a:t>
            </a:r>
            <a:endParaRPr lang="es-CL" sz="8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6" name="Conector de seta reta 45"/>
          <p:cNvCxnSpPr/>
          <p:nvPr/>
        </p:nvCxnSpPr>
        <p:spPr>
          <a:xfrm>
            <a:off x="6977998" y="5613975"/>
            <a:ext cx="450495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214" idx="3"/>
          </p:cNvCxnSpPr>
          <p:nvPr/>
        </p:nvCxnSpPr>
        <p:spPr>
          <a:xfrm>
            <a:off x="6967800" y="5385172"/>
            <a:ext cx="461050" cy="812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do 53"/>
          <p:cNvCxnSpPr/>
          <p:nvPr/>
        </p:nvCxnSpPr>
        <p:spPr>
          <a:xfrm>
            <a:off x="5289815" y="4439104"/>
            <a:ext cx="777985" cy="939558"/>
          </a:xfrm>
          <a:prstGeom prst="bentConnector3">
            <a:avLst>
              <a:gd name="adj1" fmla="val 69589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/>
          <p:nvPr/>
        </p:nvCxnSpPr>
        <p:spPr>
          <a:xfrm>
            <a:off x="2013777" y="6024155"/>
            <a:ext cx="1813657" cy="53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de seta reta 125"/>
          <p:cNvCxnSpPr/>
          <p:nvPr/>
        </p:nvCxnSpPr>
        <p:spPr>
          <a:xfrm>
            <a:off x="5289815" y="4289026"/>
            <a:ext cx="5905704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angulado 131"/>
          <p:cNvCxnSpPr/>
          <p:nvPr/>
        </p:nvCxnSpPr>
        <p:spPr>
          <a:xfrm rot="16200000" flipV="1">
            <a:off x="3964140" y="3515057"/>
            <a:ext cx="426291" cy="196817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angulado 134"/>
          <p:cNvCxnSpPr/>
          <p:nvPr/>
        </p:nvCxnSpPr>
        <p:spPr>
          <a:xfrm rot="16200000" flipV="1">
            <a:off x="3773558" y="3316905"/>
            <a:ext cx="872735" cy="288425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de seta reta 136"/>
          <p:cNvCxnSpPr/>
          <p:nvPr/>
        </p:nvCxnSpPr>
        <p:spPr>
          <a:xfrm>
            <a:off x="4534961" y="4170414"/>
            <a:ext cx="49841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/>
          <p:cNvCxnSpPr>
            <a:stCxn id="177" idx="0"/>
            <a:endCxn id="295" idx="2"/>
          </p:cNvCxnSpPr>
          <p:nvPr/>
        </p:nvCxnSpPr>
        <p:spPr>
          <a:xfrm flipV="1">
            <a:off x="4964855" y="3202375"/>
            <a:ext cx="1379" cy="15639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endCxn id="352" idx="1"/>
          </p:cNvCxnSpPr>
          <p:nvPr/>
        </p:nvCxnSpPr>
        <p:spPr>
          <a:xfrm>
            <a:off x="4871022" y="2439939"/>
            <a:ext cx="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de seta reta 172"/>
          <p:cNvCxnSpPr/>
          <p:nvPr/>
        </p:nvCxnSpPr>
        <p:spPr>
          <a:xfrm flipV="1">
            <a:off x="4523057" y="2451243"/>
            <a:ext cx="347411" cy="398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95 Rectángulo redondeado"/>
          <p:cNvSpPr/>
          <p:nvPr/>
        </p:nvSpPr>
        <p:spPr>
          <a:xfrm>
            <a:off x="4474505" y="2066580"/>
            <a:ext cx="220134" cy="5036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wrap="none" lIns="72000" tIns="0" rIns="0" bIns="0" rtlCol="0" anchor="ctr"/>
          <a:lstStyle/>
          <a:p>
            <a:pPr algn="ctr">
              <a:lnSpc>
                <a:spcPts val="600"/>
              </a:lnSpc>
            </a:pPr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EXECUTE</a:t>
            </a:r>
          </a:p>
        </p:txBody>
      </p:sp>
      <p:sp>
        <p:nvSpPr>
          <p:cNvPr id="279" name="95 Rectángulo redondeado"/>
          <p:cNvSpPr/>
          <p:nvPr/>
        </p:nvSpPr>
        <p:spPr>
          <a:xfrm>
            <a:off x="3746607" y="4645182"/>
            <a:ext cx="1491631" cy="2358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preCheckout</a:t>
            </a:r>
            <a:endParaRPr lang="es-CL" sz="900" dirty="0" smtClean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4" name="Conector angulado 183"/>
          <p:cNvCxnSpPr/>
          <p:nvPr/>
        </p:nvCxnSpPr>
        <p:spPr>
          <a:xfrm rot="16200000" flipV="1">
            <a:off x="3246269" y="2652550"/>
            <a:ext cx="1952403" cy="416872"/>
          </a:xfrm>
          <a:prstGeom prst="bentConnector3">
            <a:avLst>
              <a:gd name="adj1" fmla="val 69515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de seta reta 187"/>
          <p:cNvCxnSpPr/>
          <p:nvPr/>
        </p:nvCxnSpPr>
        <p:spPr>
          <a:xfrm flipH="1" flipV="1">
            <a:off x="3878558" y="3596421"/>
            <a:ext cx="1" cy="2699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95 Rectángulo redondeado"/>
          <p:cNvSpPr/>
          <p:nvPr/>
        </p:nvSpPr>
        <p:spPr>
          <a:xfrm>
            <a:off x="3731373" y="3824261"/>
            <a:ext cx="294371" cy="66855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wrap="none" lIns="72000" tIns="0" rIns="0" bIns="0" rtlCol="0" anchor="ctr"/>
          <a:lstStyle/>
          <a:p>
            <a:pPr algn="ctr">
              <a:lnSpc>
                <a:spcPts val="600"/>
              </a:lnSpc>
            </a:pPr>
            <a:r>
              <a:rPr lang="es-CL" sz="1200" b="1" dirty="0" smtClean="0">
                <a:solidFill>
                  <a:schemeClr val="tx1"/>
                </a:solidFill>
                <a:latin typeface="+mj-lt"/>
              </a:rPr>
              <a:t>EXECUTE</a:t>
            </a:r>
          </a:p>
        </p:txBody>
      </p:sp>
      <p:cxnSp>
        <p:nvCxnSpPr>
          <p:cNvPr id="191" name="Conector angulado 190"/>
          <p:cNvCxnSpPr/>
          <p:nvPr/>
        </p:nvCxnSpPr>
        <p:spPr>
          <a:xfrm rot="10800000">
            <a:off x="4964855" y="3568944"/>
            <a:ext cx="62084" cy="37630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angulado 192"/>
          <p:cNvCxnSpPr/>
          <p:nvPr/>
        </p:nvCxnSpPr>
        <p:spPr>
          <a:xfrm>
            <a:off x="5238238" y="4767642"/>
            <a:ext cx="12700" cy="532338"/>
          </a:xfrm>
          <a:prstGeom prst="bentConnector3">
            <a:avLst>
              <a:gd name="adj1" fmla="val 189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95 Rectángulo redondeado"/>
          <p:cNvSpPr/>
          <p:nvPr/>
        </p:nvSpPr>
        <p:spPr>
          <a:xfrm>
            <a:off x="1148979" y="2455227"/>
            <a:ext cx="946454" cy="381902"/>
          </a:xfrm>
          <a:prstGeom prst="roundRect">
            <a:avLst>
              <a:gd name="adj" fmla="val 7759"/>
            </a:avLst>
          </a:prstGeom>
          <a:solidFill>
            <a:srgbClr val="FFC0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50" b="1" dirty="0" smtClean="0">
                <a:solidFill>
                  <a:schemeClr val="tx1"/>
                </a:solidFill>
                <a:latin typeface="+mj-lt"/>
              </a:rPr>
              <a:t>SMILES BACKOFFICE</a:t>
            </a:r>
          </a:p>
        </p:txBody>
      </p:sp>
      <p:sp>
        <p:nvSpPr>
          <p:cNvPr id="239" name="95 Rectángulo redondeado"/>
          <p:cNvSpPr/>
          <p:nvPr/>
        </p:nvSpPr>
        <p:spPr>
          <a:xfrm>
            <a:off x="4253720" y="3836136"/>
            <a:ext cx="294371" cy="66855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wrap="none"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ROUTE</a:t>
            </a:r>
          </a:p>
          <a:p>
            <a:pPr algn="ctr">
              <a:lnSpc>
                <a:spcPts val="1000"/>
              </a:lnSpc>
            </a:pPr>
            <a:r>
              <a:rPr lang="es-CL" sz="900" b="1" dirty="0" smtClean="0">
                <a:solidFill>
                  <a:schemeClr val="tx1"/>
                </a:solidFill>
                <a:latin typeface="+mj-lt"/>
              </a:rPr>
              <a:t>CHECKOUT</a:t>
            </a:r>
          </a:p>
        </p:txBody>
      </p:sp>
      <p:cxnSp>
        <p:nvCxnSpPr>
          <p:cNvPr id="196" name="Conector angulado 195"/>
          <p:cNvCxnSpPr/>
          <p:nvPr/>
        </p:nvCxnSpPr>
        <p:spPr>
          <a:xfrm rot="16200000" flipH="1">
            <a:off x="3350858" y="4268571"/>
            <a:ext cx="263478" cy="535092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angulado 216"/>
          <p:cNvCxnSpPr>
            <a:stCxn id="110" idx="3"/>
            <a:endCxn id="98" idx="1"/>
          </p:cNvCxnSpPr>
          <p:nvPr/>
        </p:nvCxnSpPr>
        <p:spPr>
          <a:xfrm>
            <a:off x="5238238" y="5956107"/>
            <a:ext cx="848263" cy="102467"/>
          </a:xfrm>
          <a:prstGeom prst="bentConnector3">
            <a:avLst>
              <a:gd name="adj1" fmla="val 32034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95 Rectángulo redondeado"/>
          <p:cNvSpPr/>
          <p:nvPr/>
        </p:nvSpPr>
        <p:spPr>
          <a:xfrm>
            <a:off x="3827434" y="5801118"/>
            <a:ext cx="1410804" cy="30997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s-CL" sz="900" dirty="0" err="1" smtClean="0">
                <a:solidFill>
                  <a:schemeClr val="tx1"/>
                </a:solidFill>
                <a:latin typeface="+mj-lt"/>
              </a:rPr>
              <a:t>removeItem</a:t>
            </a:r>
            <a:endParaRPr lang="es-CL" sz="900" dirty="0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5" name="95 Rectángulo redondeado"/>
          <p:cNvSpPr/>
          <p:nvPr/>
        </p:nvSpPr>
        <p:spPr>
          <a:xfrm>
            <a:off x="2617474" y="3891498"/>
            <a:ext cx="706925" cy="52240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b="1" dirty="0" smtClean="0">
                <a:solidFill>
                  <a:schemeClr val="tx1"/>
                </a:solidFill>
                <a:latin typeface="+mj-lt"/>
              </a:rPr>
              <a:t>LIFERAY</a:t>
            </a:r>
          </a:p>
        </p:txBody>
      </p:sp>
      <p:cxnSp>
        <p:nvCxnSpPr>
          <p:cNvPr id="231" name="Conector angulado 230"/>
          <p:cNvCxnSpPr/>
          <p:nvPr/>
        </p:nvCxnSpPr>
        <p:spPr>
          <a:xfrm>
            <a:off x="2022374" y="4468061"/>
            <a:ext cx="1733758" cy="371867"/>
          </a:xfrm>
          <a:prstGeom prst="bentConnector3">
            <a:avLst>
              <a:gd name="adj1" fmla="val 769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angulado 235"/>
          <p:cNvCxnSpPr/>
          <p:nvPr/>
        </p:nvCxnSpPr>
        <p:spPr>
          <a:xfrm>
            <a:off x="2095433" y="2663070"/>
            <a:ext cx="1722874" cy="2981167"/>
          </a:xfrm>
          <a:prstGeom prst="bentConnector3">
            <a:avLst>
              <a:gd name="adj1" fmla="val 2235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ector angulado 242"/>
          <p:cNvCxnSpPr/>
          <p:nvPr/>
        </p:nvCxnSpPr>
        <p:spPr>
          <a:xfrm rot="16200000" flipH="1">
            <a:off x="4098696" y="4304592"/>
            <a:ext cx="934645" cy="1359679"/>
          </a:xfrm>
          <a:prstGeom prst="bentConnector4">
            <a:avLst>
              <a:gd name="adj1" fmla="val 7600"/>
              <a:gd name="adj2" fmla="val 131664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do 248"/>
          <p:cNvCxnSpPr/>
          <p:nvPr/>
        </p:nvCxnSpPr>
        <p:spPr>
          <a:xfrm>
            <a:off x="5248938" y="5670330"/>
            <a:ext cx="837563" cy="168759"/>
          </a:xfrm>
          <a:prstGeom prst="bentConnector3">
            <a:avLst>
              <a:gd name="adj1" fmla="val 41812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Elipse 344"/>
          <p:cNvSpPr/>
          <p:nvPr/>
        </p:nvSpPr>
        <p:spPr>
          <a:xfrm>
            <a:off x="6129270" y="5575580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7" name="Elipse 346"/>
          <p:cNvSpPr/>
          <p:nvPr/>
        </p:nvSpPr>
        <p:spPr>
          <a:xfrm>
            <a:off x="6129270" y="5346980"/>
            <a:ext cx="93643" cy="9444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2" name="Retângulo 261"/>
          <p:cNvSpPr/>
          <p:nvPr/>
        </p:nvSpPr>
        <p:spPr>
          <a:xfrm>
            <a:off x="945514" y="1261752"/>
            <a:ext cx="2447321" cy="1743402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DRAFT</a:t>
            </a:r>
            <a:endParaRPr lang="pt-BR" b="1" dirty="0"/>
          </a:p>
        </p:txBody>
      </p:sp>
      <p:sp>
        <p:nvSpPr>
          <p:cNvPr id="348" name="Retângulo 347"/>
          <p:cNvSpPr/>
          <p:nvPr/>
        </p:nvSpPr>
        <p:spPr>
          <a:xfrm>
            <a:off x="3540291" y="2002333"/>
            <a:ext cx="2086420" cy="612662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DRAFT</a:t>
            </a:r>
            <a:endParaRPr lang="pt-BR" b="1" dirty="0"/>
          </a:p>
        </p:txBody>
      </p:sp>
      <p:cxnSp>
        <p:nvCxnSpPr>
          <p:cNvPr id="282" name="Conector de seta reta 281"/>
          <p:cNvCxnSpPr/>
          <p:nvPr/>
        </p:nvCxnSpPr>
        <p:spPr>
          <a:xfrm>
            <a:off x="5214615" y="5567960"/>
            <a:ext cx="85498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95 Rectángulo redondeado"/>
          <p:cNvSpPr/>
          <p:nvPr/>
        </p:nvSpPr>
        <p:spPr>
          <a:xfrm>
            <a:off x="3818307" y="5176677"/>
            <a:ext cx="1430631" cy="55160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50" dirty="0" err="1" smtClean="0">
                <a:solidFill>
                  <a:schemeClr val="tx1"/>
                </a:solidFill>
                <a:latin typeface="+mj-lt"/>
              </a:rPr>
              <a:t>getOrder</a:t>
            </a:r>
            <a:endParaRPr lang="es-CL" sz="1050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CL" sz="1050" dirty="0" err="1" smtClean="0">
                <a:solidFill>
                  <a:schemeClr val="tx1"/>
                </a:solidFill>
                <a:latin typeface="+mj-lt"/>
              </a:rPr>
              <a:t>getSummaryOrder</a:t>
            </a:r>
            <a:endParaRPr lang="es-CL" sz="1050" dirty="0" smtClean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108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683" y="4"/>
            <a:ext cx="7713798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309" y="3276362"/>
            <a:ext cx="2669495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012755"/>
            <a:ext cx="6882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Obrigado!!!</a:t>
            </a:r>
            <a:endParaRPr lang="en-US" sz="1600" b="1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3604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22412</TotalTime>
  <Words>162</Words>
  <Application>Microsoft Office PowerPoint</Application>
  <PresentationFormat>Personalizar</PresentationFormat>
  <Paragraphs>81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Leonardo Cestarolli</cp:lastModifiedBy>
  <cp:revision>512</cp:revision>
  <dcterms:created xsi:type="dcterms:W3CDTF">2014-01-24T21:35:00Z</dcterms:created>
  <dcterms:modified xsi:type="dcterms:W3CDTF">2016-04-04T21:22:09Z</dcterms:modified>
</cp:coreProperties>
</file>