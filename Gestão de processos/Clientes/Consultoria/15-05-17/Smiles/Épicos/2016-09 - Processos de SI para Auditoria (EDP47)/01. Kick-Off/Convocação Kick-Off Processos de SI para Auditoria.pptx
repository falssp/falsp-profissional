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2"/>
            <a:ext cx="6685200" cy="9660987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58417" y="1895928"/>
            <a:ext cx="562136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</a:t>
            </a:r>
            <a:r>
              <a:rPr lang="pt-BR" sz="2000" b="1" i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Mapeamento de Processos de TI</a:t>
            </a:r>
            <a:endParaRPr lang="pt-BR" sz="20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3000"/>
              </a:spcAft>
            </a:pP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</a:t>
            </a:r>
            <a:r>
              <a:rPr lang="pt-BR" sz="2400" b="1" dirty="0" err="1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Kick</a:t>
            </a: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-Off</a:t>
            </a:r>
          </a:p>
          <a:p>
            <a:pPr lvl="1"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está convidado a participar da 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reunião de </a:t>
            </a:r>
            <a:r>
              <a:rPr lang="pt-BR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-Off do Projeto </a:t>
            </a:r>
            <a:r>
              <a:rPr lang="pt-BR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Mapeamento de Processos de TI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 algn="just"/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objetivo deste projeto é mapear os processos de TI para atender os requisitos de Auditoria Interna e Externa da SMILES.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58417" y="5321068"/>
            <a:ext cx="60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Sua presença é muito importante! Compareça.</a:t>
            </a:r>
          </a:p>
          <a:p>
            <a:pPr>
              <a:spcAft>
                <a:spcPts val="12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Gerência de Governança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2" descr="Resultado de imagem para mapeamento de processos de t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99" y="6712560"/>
            <a:ext cx="3547201" cy="247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86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3268</TotalTime>
  <Words>62</Words>
  <PresentationFormat>Papel 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2016-10-06T14:37:19Z</dcterms:modified>
</cp:coreProperties>
</file>