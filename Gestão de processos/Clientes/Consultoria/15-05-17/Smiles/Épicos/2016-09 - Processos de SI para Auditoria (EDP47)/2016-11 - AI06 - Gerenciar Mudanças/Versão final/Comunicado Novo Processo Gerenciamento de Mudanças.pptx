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6858000" cy="13320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40" d="100"/>
          <a:sy n="40" d="100"/>
        </p:scale>
        <p:origin x="2526" y="-78"/>
      </p:cViewPr>
      <p:guideLst>
        <p:guide orient="horz" pos="421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685800"/>
            <a:ext cx="1765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4138063"/>
            <a:ext cx="5829300" cy="2855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7548405"/>
            <a:ext cx="4800600" cy="34041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8559798"/>
            <a:ext cx="5829300" cy="26456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645888"/>
            <a:ext cx="5829300" cy="291390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3108173"/>
            <a:ext cx="3028950" cy="8791055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3108173"/>
            <a:ext cx="3028950" cy="8791055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981744"/>
            <a:ext cx="3030141" cy="1242649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4224393"/>
            <a:ext cx="3030141" cy="7674828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981744"/>
            <a:ext cx="3031332" cy="1242649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4224393"/>
            <a:ext cx="3031332" cy="7674828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530362"/>
            <a:ext cx="2256235" cy="225712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530368"/>
            <a:ext cx="3833812" cy="11368860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2787489"/>
            <a:ext cx="2256235" cy="9111739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9324499"/>
            <a:ext cx="4114800" cy="1100810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190230"/>
            <a:ext cx="4114800" cy="7992428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10425310"/>
            <a:ext cx="4114800" cy="1563332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533453"/>
            <a:ext cx="1543050" cy="113657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533453"/>
            <a:ext cx="4514850" cy="113657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533446"/>
            <a:ext cx="6172200" cy="2220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3108173"/>
            <a:ext cx="6172200" cy="8791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2346334"/>
            <a:ext cx="16002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2346334"/>
            <a:ext cx="21717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2346334"/>
            <a:ext cx="1600200" cy="70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iles.atlassian.net/projects/GD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93" y="4002235"/>
            <a:ext cx="2155332" cy="1767372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97631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97630"/>
            <a:ext cx="6685200" cy="1308497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55767" y="3087389"/>
            <a:ext cx="5662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</a:t>
            </a: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 Mudanças</a:t>
            </a:r>
            <a:endParaRPr lang="pt-BR" sz="22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82956" y="4054890"/>
            <a:ext cx="4360918" cy="15388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</a:t>
            </a:r>
          </a:p>
          <a:p>
            <a:pPr marL="46800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Garantir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 todas as mudanças de TI em ambiente de produção serão registradas, avaliadas, autorizadas, priorizadas, planejadas, testadas, implementadas, documentadas e revisadas de maneira padronizada e controlada, reduzindo assim impacto e risco ao negócio da </a:t>
            </a:r>
            <a:r>
              <a:rPr lang="pt-BR" sz="1100" b="1" dirty="0" err="1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971800" y="12642100"/>
            <a:ext cx="3799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</a:t>
            </a:r>
          </a:p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 | 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Governança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502443" y="153658"/>
            <a:ext cx="126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06.01.2017</a:t>
            </a:r>
            <a:endParaRPr lang="pt-BR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57117" y="3483104"/>
            <a:ext cx="6513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Saiba mais sobre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 melhorias no processo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como você poderá colaborar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aumentar a disponibilidade do ambiente de TI da </a:t>
            </a:r>
            <a:r>
              <a:rPr lang="pt-BR" sz="1400" b="1" dirty="0" err="1" smtClean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400" b="1" dirty="0" smtClean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282956" y="5659469"/>
            <a:ext cx="6295644" cy="67403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Dúvidas </a:t>
            </a:r>
            <a:endParaRPr lang="pt-BR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2515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 é </a:t>
            </a:r>
            <a:r>
              <a:rPr lang="pt-BR" sz="1200" b="1" i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</a:t>
            </a:r>
            <a:r>
              <a:rPr lang="pt-BR" sz="1200" b="1" i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Change</a:t>
            </a:r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(RFC</a:t>
            </a: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)?</a:t>
            </a:r>
          </a:p>
          <a:p>
            <a:pPr marL="540000" algn="just">
              <a:spcBef>
                <a:spcPts val="600"/>
              </a:spcBef>
              <a:spcAft>
                <a:spcPts val="600"/>
              </a:spcAft>
            </a:pP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 pedido formal para uma mudança a ser realizada. Uma </a:t>
            </a:r>
            <a:r>
              <a:rPr lang="pt-B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r>
              <a:rPr lang="pt-B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</a:t>
            </a:r>
            <a:r>
              <a:rPr lang="pt-B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Change</a:t>
            </a:r>
            <a:r>
              <a:rPr lang="pt-B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(RFC) inclui os detalhes da mudança solicitada e pode ser registrada em papel ou em formato eletrônico.</a:t>
            </a:r>
          </a:p>
          <a:p>
            <a:pPr marL="52515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Quais são as categorias de Mudanças?</a:t>
            </a:r>
            <a:endParaRPr lang="pt-BR" sz="1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algn="just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Pré-aprovada: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 baixo, relativamente comum e que segue um procedimento ou instrução de trabalho;</a:t>
            </a:r>
          </a:p>
          <a:p>
            <a:pPr marL="540000" algn="just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Normal: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 riscos desconhecidos e segue procedimentos ou instruções de trabalho não padronizado;</a:t>
            </a:r>
          </a:p>
          <a:p>
            <a:pPr marL="540000" algn="just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Emergencial: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foi emitida no prazo para ser analisada pelo (CAB) e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pode ou não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está associada a um Incidente de alto impacto “</a:t>
            </a:r>
            <a:r>
              <a:rPr lang="pt-B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”, porém precisa ser executada na data definida, para evitar que ocorra algum impacto ao negócio;</a:t>
            </a:r>
          </a:p>
          <a:p>
            <a:pPr marL="540000" algn="just">
              <a:spcAft>
                <a:spcPts val="600"/>
              </a:spcAft>
            </a:pPr>
            <a:r>
              <a:rPr lang="pt-BR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Informativa: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 </a:t>
            </a:r>
            <a:r>
              <a:rPr lang="pt-B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</a:t>
            </a:r>
            <a:r>
              <a:rPr lang="pt-B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</a:t>
            </a:r>
            <a:r>
              <a:rPr lang="pt-BR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Change</a:t>
            </a:r>
            <a:r>
              <a:rPr lang="pt-BR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(RFC)  que a 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não tem autonomia para aprovação, apena precisa ter ciência da sua execução.</a:t>
            </a:r>
          </a:p>
          <a:p>
            <a:pPr marL="52515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será a reunião do Comitê Consultivo de Mudanças (CAB)? </a:t>
            </a:r>
          </a:p>
          <a:p>
            <a:pPr marL="540000" algn="just">
              <a:spcAft>
                <a:spcPts val="600"/>
              </a:spcAft>
            </a:pP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 quarta-feira, caso seja feriado, será no próximo dia útil.</a:t>
            </a:r>
          </a:p>
          <a:p>
            <a:pPr marL="52515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Quais são as diretrizes do Comitê Consultivo de Mudanças (CAB)?</a:t>
            </a:r>
          </a:p>
          <a:p>
            <a:pPr marL="540000" algn="just">
              <a:spcAft>
                <a:spcPts val="600"/>
              </a:spcAft>
            </a:pP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 enviada devidamente preenchida, com atividades, responsável, duração,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</a:t>
            </a:r>
            <a:r>
              <a:rPr lang="pt-BR" sz="11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rollback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evidências dos testes realizados até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segunda-feira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às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23:59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horas, após este prazo será analisada na próxima reunião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CAB. 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lvl="0" algn="just">
              <a:spcAft>
                <a:spcPts val="600"/>
              </a:spcAft>
            </a:pP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sequência da apresentação e execução será definida pela ordem de envio (data e horário mais antigo).</a:t>
            </a:r>
          </a:p>
          <a:p>
            <a:pPr marL="540000" lvl="0" algn="just">
              <a:spcAft>
                <a:spcPts val="600"/>
              </a:spcAft>
            </a:pP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ausência do solicitante para apresentar a sua 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respectiva RFC, </a:t>
            </a: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mesma será automaticamente reprovada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52515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 é o novo link para acessar no JIRA? </a:t>
            </a:r>
            <a:endParaRPr lang="pt-BR" sz="1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algn="just">
              <a:spcAft>
                <a:spcPts val="600"/>
              </a:spcAft>
            </a:pPr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smiles.atlassian.net/projects/GDM</a:t>
            </a:r>
          </a:p>
          <a:p>
            <a:pPr marL="540000" algn="just">
              <a:spcAft>
                <a:spcPts val="600"/>
              </a:spcAft>
            </a:pPr>
            <a:endParaRPr lang="pt-BR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66963" y="1798842"/>
            <a:ext cx="63077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Comunicamos que o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novo processo </a:t>
            </a: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está em vigor a partir de 06/01/2017</a:t>
            </a:r>
            <a:endParaRPr lang="pt-BR" sz="2400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3874</TotalTime>
  <Words>376</Words>
  <Application>Microsoft Office PowerPoint</Application>
  <PresentationFormat>Personalizar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Luiz Rabello</cp:lastModifiedBy>
  <cp:revision>4</cp:revision>
  <dcterms:created xsi:type="dcterms:W3CDTF">2014-01-24T21:35:00Z</dcterms:created>
  <dcterms:modified xsi:type="dcterms:W3CDTF">2017-01-06T13:56:06Z</dcterms:modified>
</cp:coreProperties>
</file>