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346" r:id="rId3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CC00"/>
    <a:srgbClr val="D0462D"/>
    <a:srgbClr val="F57124"/>
    <a:srgbClr val="F68E1E"/>
    <a:srgbClr val="99CCFF"/>
    <a:srgbClr val="FF9900"/>
    <a:srgbClr val="000000"/>
    <a:srgbClr val="EE6829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58" y="78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468E2E-190E-43B2-B5A6-D98593564829}" type="doc">
      <dgm:prSet loTypeId="urn:microsoft.com/office/officeart/2005/8/layout/hierarchy2" loCatId="hierarchy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pt-BR"/>
        </a:p>
      </dgm:t>
    </dgm:pt>
    <dgm:pt modelId="{28B848EE-60D0-460A-82A3-88A91ECB9CA0}">
      <dgm:prSet phldrT="[Texto]"/>
      <dgm:spPr/>
      <dgm:t>
        <a:bodyPr/>
        <a:lstStyle/>
        <a:p>
          <a:r>
            <a:rPr lang="pt-BR" dirty="0" smtClean="0"/>
            <a:t>Aberta</a:t>
          </a:r>
          <a:endParaRPr lang="pt-BR" dirty="0"/>
        </a:p>
      </dgm:t>
    </dgm:pt>
    <dgm:pt modelId="{27422530-E51C-4207-BB8E-7AFDE9E0022A}" type="parTrans" cxnId="{1E783F90-120C-4A2D-A961-CAFF17AF4433}">
      <dgm:prSet/>
      <dgm:spPr/>
      <dgm:t>
        <a:bodyPr/>
        <a:lstStyle/>
        <a:p>
          <a:endParaRPr lang="pt-BR"/>
        </a:p>
      </dgm:t>
    </dgm:pt>
    <dgm:pt modelId="{113BDC53-938B-469E-A0DC-FF9DE60886C4}" type="sibTrans" cxnId="{1E783F90-120C-4A2D-A961-CAFF17AF4433}">
      <dgm:prSet/>
      <dgm:spPr/>
      <dgm:t>
        <a:bodyPr/>
        <a:lstStyle/>
        <a:p>
          <a:endParaRPr lang="pt-BR"/>
        </a:p>
      </dgm:t>
    </dgm:pt>
    <dgm:pt modelId="{626829E1-C9F3-4C54-8DC6-E1CDA2F8C5A0}">
      <dgm:prSet phldrT="[Texto]"/>
      <dgm:spPr>
        <a:solidFill>
          <a:schemeClr val="accent6"/>
        </a:solidFill>
      </dgm:spPr>
      <dgm:t>
        <a:bodyPr/>
        <a:lstStyle/>
        <a:p>
          <a:r>
            <a:rPr lang="pt-BR" dirty="0" smtClean="0"/>
            <a:t>Em edição</a:t>
          </a:r>
          <a:endParaRPr lang="pt-BR" dirty="0"/>
        </a:p>
      </dgm:t>
    </dgm:pt>
    <dgm:pt modelId="{CCC9BDFE-BBAD-4A29-BAD5-BA44964D1F08}" type="parTrans" cxnId="{6D765D88-570A-4A65-8388-0CF1C0A6D4A6}">
      <dgm:prSet/>
      <dgm:spPr/>
      <dgm:t>
        <a:bodyPr/>
        <a:lstStyle/>
        <a:p>
          <a:endParaRPr lang="pt-BR"/>
        </a:p>
      </dgm:t>
    </dgm:pt>
    <dgm:pt modelId="{34EA173F-B56B-4B37-9A01-644D870A6CAD}" type="sibTrans" cxnId="{6D765D88-570A-4A65-8388-0CF1C0A6D4A6}">
      <dgm:prSet/>
      <dgm:spPr/>
      <dgm:t>
        <a:bodyPr/>
        <a:lstStyle/>
        <a:p>
          <a:endParaRPr lang="pt-BR"/>
        </a:p>
      </dgm:t>
    </dgm:pt>
    <dgm:pt modelId="{EB146015-2FAE-4BD4-9FDB-7D7D8D4A9907}">
      <dgm:prSet phldrT="[Texto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pt-BR" dirty="0" smtClean="0"/>
            <a:t>Em análise do GM</a:t>
          </a:r>
          <a:endParaRPr lang="pt-BR" dirty="0"/>
        </a:p>
      </dgm:t>
    </dgm:pt>
    <dgm:pt modelId="{25D0BC6D-0F9C-425B-B984-9B8865F25526}" type="parTrans" cxnId="{BD7405A3-BE33-4279-AA9F-9F2E5B90E00D}">
      <dgm:prSet/>
      <dgm:spPr/>
      <dgm:t>
        <a:bodyPr/>
        <a:lstStyle/>
        <a:p>
          <a:endParaRPr lang="pt-BR"/>
        </a:p>
      </dgm:t>
    </dgm:pt>
    <dgm:pt modelId="{13B3015C-D1EA-4C0D-835A-C095352DE171}" type="sibTrans" cxnId="{BD7405A3-BE33-4279-AA9F-9F2E5B90E00D}">
      <dgm:prSet/>
      <dgm:spPr/>
      <dgm:t>
        <a:bodyPr/>
        <a:lstStyle/>
        <a:p>
          <a:endParaRPr lang="pt-BR"/>
        </a:p>
      </dgm:t>
    </dgm:pt>
    <dgm:pt modelId="{46F81CFE-140A-4561-A840-67CE35F22389}">
      <dgm:prSet phldrT="[Texto]"/>
      <dgm:spPr/>
      <dgm:t>
        <a:bodyPr/>
        <a:lstStyle/>
        <a:p>
          <a:r>
            <a:rPr lang="pt-BR" dirty="0" smtClean="0"/>
            <a:t>Aprovada (Informativa ou Pré-aprovada)</a:t>
          </a:r>
          <a:endParaRPr lang="pt-BR" dirty="0"/>
        </a:p>
      </dgm:t>
    </dgm:pt>
    <dgm:pt modelId="{00C818D9-FD85-48D3-946D-69350763B52B}" type="parTrans" cxnId="{168E4AE2-2C9F-4274-911E-A204E57390E9}">
      <dgm:prSet/>
      <dgm:spPr/>
      <dgm:t>
        <a:bodyPr/>
        <a:lstStyle/>
        <a:p>
          <a:endParaRPr lang="pt-BR"/>
        </a:p>
      </dgm:t>
    </dgm:pt>
    <dgm:pt modelId="{35F0F783-8F88-44BA-B38E-44DD1E05907E}" type="sibTrans" cxnId="{168E4AE2-2C9F-4274-911E-A204E57390E9}">
      <dgm:prSet/>
      <dgm:spPr/>
      <dgm:t>
        <a:bodyPr/>
        <a:lstStyle/>
        <a:p>
          <a:endParaRPr lang="pt-BR"/>
        </a:p>
      </dgm:t>
    </dgm:pt>
    <dgm:pt modelId="{723CA52F-0516-45E9-BDD0-A0158F707F2E}">
      <dgm:prSet phldrT="[Texto]"/>
      <dgm:spPr/>
      <dgm:t>
        <a:bodyPr/>
        <a:lstStyle/>
        <a:p>
          <a:r>
            <a:rPr lang="pt-BR" dirty="0" smtClean="0"/>
            <a:t>Reprovada</a:t>
          </a:r>
          <a:endParaRPr lang="pt-BR" dirty="0"/>
        </a:p>
      </dgm:t>
    </dgm:pt>
    <dgm:pt modelId="{8ECFE225-33F7-46A9-BFCC-C80B57151D97}" type="parTrans" cxnId="{006E808E-72BC-4F2D-87CD-800AB86B4938}">
      <dgm:prSet/>
      <dgm:spPr/>
      <dgm:t>
        <a:bodyPr/>
        <a:lstStyle/>
        <a:p>
          <a:endParaRPr lang="pt-BR"/>
        </a:p>
      </dgm:t>
    </dgm:pt>
    <dgm:pt modelId="{D4016779-4973-4433-AC6D-EC53FFE04096}" type="sibTrans" cxnId="{006E808E-72BC-4F2D-87CD-800AB86B4938}">
      <dgm:prSet/>
      <dgm:spPr/>
      <dgm:t>
        <a:bodyPr/>
        <a:lstStyle/>
        <a:p>
          <a:endParaRPr lang="pt-BR"/>
        </a:p>
      </dgm:t>
    </dgm:pt>
    <dgm:pt modelId="{0E223643-7BCD-4EC9-B58E-8325AF55060F}">
      <dgm:prSet phldrT="[Texto]"/>
      <dgm:spPr/>
      <dgm:t>
        <a:bodyPr/>
        <a:lstStyle/>
        <a:p>
          <a:r>
            <a:rPr lang="pt-BR" dirty="0" smtClean="0"/>
            <a:t>Em análise do CAB (Normal)</a:t>
          </a:r>
          <a:endParaRPr lang="pt-BR" dirty="0"/>
        </a:p>
      </dgm:t>
    </dgm:pt>
    <dgm:pt modelId="{D3919AA2-2C00-4A9D-B489-8F3E44BA7607}" type="parTrans" cxnId="{4222D8DE-4711-43D8-A71B-F30CA6B8F82C}">
      <dgm:prSet/>
      <dgm:spPr/>
      <dgm:t>
        <a:bodyPr/>
        <a:lstStyle/>
        <a:p>
          <a:endParaRPr lang="pt-BR"/>
        </a:p>
      </dgm:t>
    </dgm:pt>
    <dgm:pt modelId="{F4B07393-6AAF-418B-BAEA-98CEDDB882B4}" type="sibTrans" cxnId="{4222D8DE-4711-43D8-A71B-F30CA6B8F82C}">
      <dgm:prSet/>
      <dgm:spPr/>
      <dgm:t>
        <a:bodyPr/>
        <a:lstStyle/>
        <a:p>
          <a:endParaRPr lang="pt-BR"/>
        </a:p>
      </dgm:t>
    </dgm:pt>
    <dgm:pt modelId="{6DFB81F3-31B6-4B1F-9F92-D5257ED82298}">
      <dgm:prSet phldrT="[Texto]"/>
      <dgm:spPr/>
      <dgm:t>
        <a:bodyPr/>
        <a:lstStyle/>
        <a:p>
          <a:r>
            <a:rPr lang="pt-BR" dirty="0" smtClean="0"/>
            <a:t>Em análise do ECAB (Emergencial)</a:t>
          </a:r>
          <a:endParaRPr lang="pt-BR" dirty="0"/>
        </a:p>
      </dgm:t>
    </dgm:pt>
    <dgm:pt modelId="{DEA1EDD9-2B2E-4620-97B1-20B0866C4A61}" type="parTrans" cxnId="{F80430E9-4CDE-4309-B514-4E4200F2D886}">
      <dgm:prSet/>
      <dgm:spPr/>
      <dgm:t>
        <a:bodyPr/>
        <a:lstStyle/>
        <a:p>
          <a:endParaRPr lang="pt-BR"/>
        </a:p>
      </dgm:t>
    </dgm:pt>
    <dgm:pt modelId="{4C2AAF0D-05D4-4E29-B8CD-4751BA2BBA09}" type="sibTrans" cxnId="{F80430E9-4CDE-4309-B514-4E4200F2D886}">
      <dgm:prSet/>
      <dgm:spPr/>
      <dgm:t>
        <a:bodyPr/>
        <a:lstStyle/>
        <a:p>
          <a:endParaRPr lang="pt-BR"/>
        </a:p>
      </dgm:t>
    </dgm:pt>
    <dgm:pt modelId="{A2FB4A2C-E79D-4F0A-89C9-4A7995E0A937}">
      <dgm:prSet phldrT="[Texto]"/>
      <dgm:spPr/>
      <dgm:t>
        <a:bodyPr/>
        <a:lstStyle/>
        <a:p>
          <a:r>
            <a:rPr lang="pt-BR" dirty="0" smtClean="0"/>
            <a:t>Aprovada</a:t>
          </a:r>
          <a:endParaRPr lang="pt-BR" dirty="0"/>
        </a:p>
      </dgm:t>
    </dgm:pt>
    <dgm:pt modelId="{06E9B6D9-98A1-4D8A-9EBC-6534395DA25C}" type="parTrans" cxnId="{704EB6FD-FBAD-4919-A261-D8DAC3CAFAF5}">
      <dgm:prSet/>
      <dgm:spPr/>
      <dgm:t>
        <a:bodyPr/>
        <a:lstStyle/>
        <a:p>
          <a:endParaRPr lang="pt-BR"/>
        </a:p>
      </dgm:t>
    </dgm:pt>
    <dgm:pt modelId="{12F1340B-A84A-43CF-9DDA-1E322175C7DB}" type="sibTrans" cxnId="{704EB6FD-FBAD-4919-A261-D8DAC3CAFAF5}">
      <dgm:prSet/>
      <dgm:spPr/>
      <dgm:t>
        <a:bodyPr/>
        <a:lstStyle/>
        <a:p>
          <a:endParaRPr lang="pt-BR"/>
        </a:p>
      </dgm:t>
    </dgm:pt>
    <dgm:pt modelId="{55E14831-6122-4317-B266-CF9A71A6FD53}">
      <dgm:prSet phldrT="[Texto]"/>
      <dgm:spPr/>
      <dgm:t>
        <a:bodyPr/>
        <a:lstStyle/>
        <a:p>
          <a:r>
            <a:rPr lang="pt-BR" dirty="0" smtClean="0"/>
            <a:t>Reprovada</a:t>
          </a:r>
          <a:endParaRPr lang="pt-BR" dirty="0"/>
        </a:p>
      </dgm:t>
    </dgm:pt>
    <dgm:pt modelId="{E166F1A9-7C7C-4B1D-B17D-E8D6E81A703D}" type="parTrans" cxnId="{B0A1AFA7-F552-464B-9073-9CFE81D173B2}">
      <dgm:prSet/>
      <dgm:spPr/>
      <dgm:t>
        <a:bodyPr/>
        <a:lstStyle/>
        <a:p>
          <a:endParaRPr lang="pt-BR"/>
        </a:p>
      </dgm:t>
    </dgm:pt>
    <dgm:pt modelId="{A6411876-D51E-4F7A-8163-5FB3246D070B}" type="sibTrans" cxnId="{B0A1AFA7-F552-464B-9073-9CFE81D173B2}">
      <dgm:prSet/>
      <dgm:spPr/>
      <dgm:t>
        <a:bodyPr/>
        <a:lstStyle/>
        <a:p>
          <a:endParaRPr lang="pt-BR"/>
        </a:p>
      </dgm:t>
    </dgm:pt>
    <dgm:pt modelId="{746D363C-423F-44A8-B953-DD35F282D5C3}">
      <dgm:prSet phldrT="[Texto]"/>
      <dgm:spPr/>
      <dgm:t>
        <a:bodyPr/>
        <a:lstStyle/>
        <a:p>
          <a:r>
            <a:rPr lang="pt-BR" dirty="0" smtClean="0"/>
            <a:t>Aprovada</a:t>
          </a:r>
          <a:endParaRPr lang="pt-BR" dirty="0"/>
        </a:p>
      </dgm:t>
    </dgm:pt>
    <dgm:pt modelId="{CA4DE9FD-1788-4C12-9153-61FB83E7EFB3}" type="parTrans" cxnId="{F8A8ECD5-1F6F-4FF3-B3A9-4F647FFDCC1D}">
      <dgm:prSet/>
      <dgm:spPr/>
      <dgm:t>
        <a:bodyPr/>
        <a:lstStyle/>
        <a:p>
          <a:endParaRPr lang="pt-BR"/>
        </a:p>
      </dgm:t>
    </dgm:pt>
    <dgm:pt modelId="{B07E1DEA-7069-4DA2-9337-57D5B11717CB}" type="sibTrans" cxnId="{F8A8ECD5-1F6F-4FF3-B3A9-4F647FFDCC1D}">
      <dgm:prSet/>
      <dgm:spPr/>
      <dgm:t>
        <a:bodyPr/>
        <a:lstStyle/>
        <a:p>
          <a:endParaRPr lang="pt-BR"/>
        </a:p>
      </dgm:t>
    </dgm:pt>
    <dgm:pt modelId="{D35C2E0D-D379-44C3-8713-EA49E2732A8E}">
      <dgm:prSet phldrT="[Texto]"/>
      <dgm:spPr/>
      <dgm:t>
        <a:bodyPr/>
        <a:lstStyle/>
        <a:p>
          <a:r>
            <a:rPr lang="pt-BR" dirty="0" smtClean="0"/>
            <a:t>Reprovada</a:t>
          </a:r>
          <a:endParaRPr lang="pt-BR" dirty="0"/>
        </a:p>
      </dgm:t>
    </dgm:pt>
    <dgm:pt modelId="{40DA5258-ACFD-48CD-B8FC-50C4867EC1E2}" type="parTrans" cxnId="{82CD18C9-3822-4B1E-9399-63B93893043A}">
      <dgm:prSet/>
      <dgm:spPr/>
      <dgm:t>
        <a:bodyPr/>
        <a:lstStyle/>
        <a:p>
          <a:endParaRPr lang="pt-BR"/>
        </a:p>
      </dgm:t>
    </dgm:pt>
    <dgm:pt modelId="{14CCD820-BE65-4E74-A42F-402D5DF591D9}" type="sibTrans" cxnId="{82CD18C9-3822-4B1E-9399-63B93893043A}">
      <dgm:prSet/>
      <dgm:spPr/>
      <dgm:t>
        <a:bodyPr/>
        <a:lstStyle/>
        <a:p>
          <a:endParaRPr lang="pt-BR"/>
        </a:p>
      </dgm:t>
    </dgm:pt>
    <dgm:pt modelId="{4386329E-01AD-476A-AFE0-ABF120E29DFF}">
      <dgm:prSet phldrT="[Texto]"/>
      <dgm:spPr/>
      <dgm:t>
        <a:bodyPr/>
        <a:lstStyle/>
        <a:p>
          <a:r>
            <a:rPr lang="pt-BR" dirty="0" smtClean="0"/>
            <a:t>Em Implementação</a:t>
          </a:r>
          <a:endParaRPr lang="pt-BR" dirty="0"/>
        </a:p>
      </dgm:t>
    </dgm:pt>
    <dgm:pt modelId="{B926F24C-5173-4666-AFA6-21C6559754C1}" type="parTrans" cxnId="{AC93131F-704D-4B95-AB2D-E6293F2E9E8D}">
      <dgm:prSet/>
      <dgm:spPr/>
      <dgm:t>
        <a:bodyPr/>
        <a:lstStyle/>
        <a:p>
          <a:endParaRPr lang="pt-BR"/>
        </a:p>
      </dgm:t>
    </dgm:pt>
    <dgm:pt modelId="{26D8C0F4-F865-4527-A0D7-59ECC4A60B0E}" type="sibTrans" cxnId="{AC93131F-704D-4B95-AB2D-E6293F2E9E8D}">
      <dgm:prSet/>
      <dgm:spPr/>
      <dgm:t>
        <a:bodyPr/>
        <a:lstStyle/>
        <a:p>
          <a:endParaRPr lang="pt-BR"/>
        </a:p>
      </dgm:t>
    </dgm:pt>
    <dgm:pt modelId="{7FB3C670-5D37-4AE3-9A8A-E8D2D65A0FBB}">
      <dgm:prSet phldrT="[Texto]"/>
      <dgm:spPr/>
      <dgm:t>
        <a:bodyPr/>
        <a:lstStyle/>
        <a:p>
          <a:r>
            <a:rPr lang="pt-BR" dirty="0" smtClean="0"/>
            <a:t>Em RPI</a:t>
          </a:r>
          <a:endParaRPr lang="pt-BR" dirty="0"/>
        </a:p>
      </dgm:t>
    </dgm:pt>
    <dgm:pt modelId="{BFCA4FD1-A452-424E-8B05-DF6C678F4736}" type="parTrans" cxnId="{EA18A7B5-FD49-4107-B421-D73819EA820F}">
      <dgm:prSet/>
      <dgm:spPr/>
      <dgm:t>
        <a:bodyPr/>
        <a:lstStyle/>
        <a:p>
          <a:endParaRPr lang="pt-BR"/>
        </a:p>
      </dgm:t>
    </dgm:pt>
    <dgm:pt modelId="{B815A4B0-D5B8-4095-BBF8-86D74DE6E607}" type="sibTrans" cxnId="{EA18A7B5-FD49-4107-B421-D73819EA820F}">
      <dgm:prSet/>
      <dgm:spPr/>
      <dgm:t>
        <a:bodyPr/>
        <a:lstStyle/>
        <a:p>
          <a:endParaRPr lang="pt-BR"/>
        </a:p>
      </dgm:t>
    </dgm:pt>
    <dgm:pt modelId="{3A76B245-5523-4072-931D-5A23E2BC9A0A}">
      <dgm:prSet phldrT="[Texto]"/>
      <dgm:spPr/>
      <dgm:t>
        <a:bodyPr/>
        <a:lstStyle/>
        <a:p>
          <a:r>
            <a:rPr lang="pt-BR" dirty="0" smtClean="0"/>
            <a:t>Com sucesso</a:t>
          </a:r>
          <a:endParaRPr lang="pt-BR" dirty="0"/>
        </a:p>
      </dgm:t>
    </dgm:pt>
    <dgm:pt modelId="{20EE19DE-B2D8-4642-8C72-C4F5B79B0956}" type="parTrans" cxnId="{41EF65BC-9199-4ECC-898F-89A9049D66E6}">
      <dgm:prSet/>
      <dgm:spPr/>
      <dgm:t>
        <a:bodyPr/>
        <a:lstStyle/>
        <a:p>
          <a:endParaRPr lang="pt-BR"/>
        </a:p>
      </dgm:t>
    </dgm:pt>
    <dgm:pt modelId="{2C45BFD1-5E02-4352-B658-0D66549120F4}" type="sibTrans" cxnId="{41EF65BC-9199-4ECC-898F-89A9049D66E6}">
      <dgm:prSet/>
      <dgm:spPr/>
      <dgm:t>
        <a:bodyPr/>
        <a:lstStyle/>
        <a:p>
          <a:endParaRPr lang="pt-BR"/>
        </a:p>
      </dgm:t>
    </dgm:pt>
    <dgm:pt modelId="{FCCB02E7-AE51-4246-B6A4-DD648F5FBCE5}">
      <dgm:prSet phldrT="[Texto]"/>
      <dgm:spPr/>
      <dgm:t>
        <a:bodyPr/>
        <a:lstStyle/>
        <a:p>
          <a:r>
            <a:rPr lang="pt-BR" dirty="0" smtClean="0"/>
            <a:t>Com impacto</a:t>
          </a:r>
          <a:endParaRPr lang="pt-BR" dirty="0"/>
        </a:p>
      </dgm:t>
    </dgm:pt>
    <dgm:pt modelId="{5DE3D17F-8678-4C5F-B754-2DDCDA32149D}" type="parTrans" cxnId="{417D8677-F331-4EB9-8F9E-9B72206D6554}">
      <dgm:prSet/>
      <dgm:spPr/>
      <dgm:t>
        <a:bodyPr/>
        <a:lstStyle/>
        <a:p>
          <a:endParaRPr lang="pt-BR"/>
        </a:p>
      </dgm:t>
    </dgm:pt>
    <dgm:pt modelId="{3BC551F3-7347-4287-98F0-C0A8B52C9F8F}" type="sibTrans" cxnId="{417D8677-F331-4EB9-8F9E-9B72206D6554}">
      <dgm:prSet/>
      <dgm:spPr/>
      <dgm:t>
        <a:bodyPr/>
        <a:lstStyle/>
        <a:p>
          <a:endParaRPr lang="pt-BR"/>
        </a:p>
      </dgm:t>
    </dgm:pt>
    <dgm:pt modelId="{75AEDAD2-BF6A-4295-8E40-A462148BB47B}">
      <dgm:prSet phldrT="[Texto]"/>
      <dgm:spPr/>
      <dgm:t>
        <a:bodyPr/>
        <a:lstStyle/>
        <a:p>
          <a:r>
            <a:rPr lang="pt-BR" dirty="0" smtClean="0"/>
            <a:t>Em Implementação</a:t>
          </a:r>
          <a:endParaRPr lang="pt-BR" dirty="0"/>
        </a:p>
      </dgm:t>
    </dgm:pt>
    <dgm:pt modelId="{D5586853-E8FB-496E-B2EF-23B13A8EADDE}" type="parTrans" cxnId="{7BA3B2BB-C3D2-4FC7-A161-2F7E47167225}">
      <dgm:prSet/>
      <dgm:spPr/>
      <dgm:t>
        <a:bodyPr/>
        <a:lstStyle/>
        <a:p>
          <a:endParaRPr lang="pt-BR"/>
        </a:p>
      </dgm:t>
    </dgm:pt>
    <dgm:pt modelId="{CC3E35AE-10B2-4CDE-886B-D87DD85EFD09}" type="sibTrans" cxnId="{7BA3B2BB-C3D2-4FC7-A161-2F7E47167225}">
      <dgm:prSet/>
      <dgm:spPr/>
      <dgm:t>
        <a:bodyPr/>
        <a:lstStyle/>
        <a:p>
          <a:endParaRPr lang="pt-BR"/>
        </a:p>
      </dgm:t>
    </dgm:pt>
    <dgm:pt modelId="{46FF115C-7510-4C3E-A4CC-291039803CE0}">
      <dgm:prSet phldrT="[Texto]"/>
      <dgm:spPr/>
      <dgm:t>
        <a:bodyPr/>
        <a:lstStyle/>
        <a:p>
          <a:r>
            <a:rPr lang="pt-BR" dirty="0" smtClean="0"/>
            <a:t>Em RPI</a:t>
          </a:r>
          <a:endParaRPr lang="pt-BR" dirty="0"/>
        </a:p>
      </dgm:t>
    </dgm:pt>
    <dgm:pt modelId="{368BFC29-664B-4034-9AD1-E38C614A9A70}" type="parTrans" cxnId="{DD5902F0-8C54-4EDB-9437-5BF830012680}">
      <dgm:prSet/>
      <dgm:spPr/>
      <dgm:t>
        <a:bodyPr/>
        <a:lstStyle/>
        <a:p>
          <a:endParaRPr lang="pt-BR"/>
        </a:p>
      </dgm:t>
    </dgm:pt>
    <dgm:pt modelId="{F5B2D47E-9939-4952-95EB-B6C1124C209D}" type="sibTrans" cxnId="{DD5902F0-8C54-4EDB-9437-5BF830012680}">
      <dgm:prSet/>
      <dgm:spPr/>
      <dgm:t>
        <a:bodyPr/>
        <a:lstStyle/>
        <a:p>
          <a:endParaRPr lang="pt-BR"/>
        </a:p>
      </dgm:t>
    </dgm:pt>
    <dgm:pt modelId="{CDC387AE-358D-4C6F-9159-8989C3BCCF5D}">
      <dgm:prSet phldrT="[Texto]"/>
      <dgm:spPr/>
      <dgm:t>
        <a:bodyPr/>
        <a:lstStyle/>
        <a:p>
          <a:r>
            <a:rPr lang="pt-BR" dirty="0" smtClean="0"/>
            <a:t>Com sucesso</a:t>
          </a:r>
          <a:endParaRPr lang="pt-BR" dirty="0"/>
        </a:p>
      </dgm:t>
    </dgm:pt>
    <dgm:pt modelId="{412EBF8C-C033-43E9-8439-73C7FB1BC61A}" type="parTrans" cxnId="{7E69D07D-D315-451F-B261-CD97B9ED8174}">
      <dgm:prSet/>
      <dgm:spPr/>
      <dgm:t>
        <a:bodyPr/>
        <a:lstStyle/>
        <a:p>
          <a:endParaRPr lang="pt-BR"/>
        </a:p>
      </dgm:t>
    </dgm:pt>
    <dgm:pt modelId="{537B9BA0-8022-4596-95C1-1AC0E8561606}" type="sibTrans" cxnId="{7E69D07D-D315-451F-B261-CD97B9ED8174}">
      <dgm:prSet/>
      <dgm:spPr/>
      <dgm:t>
        <a:bodyPr/>
        <a:lstStyle/>
        <a:p>
          <a:endParaRPr lang="pt-BR"/>
        </a:p>
      </dgm:t>
    </dgm:pt>
    <dgm:pt modelId="{77760198-9D9B-4DBB-BDC2-35A29FEA5DC0}">
      <dgm:prSet phldrT="[Texto]"/>
      <dgm:spPr/>
      <dgm:t>
        <a:bodyPr/>
        <a:lstStyle/>
        <a:p>
          <a:r>
            <a:rPr lang="pt-BR" dirty="0" smtClean="0"/>
            <a:t>Com impacto</a:t>
          </a:r>
          <a:endParaRPr lang="pt-BR" dirty="0"/>
        </a:p>
      </dgm:t>
    </dgm:pt>
    <dgm:pt modelId="{54598835-ED3E-4C3C-BD04-523839471B85}" type="parTrans" cxnId="{2A854057-584E-4AF6-A902-198251230D1C}">
      <dgm:prSet/>
      <dgm:spPr/>
      <dgm:t>
        <a:bodyPr/>
        <a:lstStyle/>
        <a:p>
          <a:endParaRPr lang="pt-BR"/>
        </a:p>
      </dgm:t>
    </dgm:pt>
    <dgm:pt modelId="{48C9DDB0-53EB-404C-87E9-F925149685AB}" type="sibTrans" cxnId="{2A854057-584E-4AF6-A902-198251230D1C}">
      <dgm:prSet/>
      <dgm:spPr/>
      <dgm:t>
        <a:bodyPr/>
        <a:lstStyle/>
        <a:p>
          <a:endParaRPr lang="pt-BR"/>
        </a:p>
      </dgm:t>
    </dgm:pt>
    <dgm:pt modelId="{72411364-4668-4D65-A8D2-EF978A954D46}">
      <dgm:prSet phldrT="[Texto]"/>
      <dgm:spPr/>
      <dgm:t>
        <a:bodyPr/>
        <a:lstStyle/>
        <a:p>
          <a:r>
            <a:rPr lang="pt-BR" dirty="0" smtClean="0"/>
            <a:t>Em Implementação</a:t>
          </a:r>
          <a:endParaRPr lang="pt-BR" dirty="0"/>
        </a:p>
      </dgm:t>
    </dgm:pt>
    <dgm:pt modelId="{2C27A2F0-221D-4EB4-A0C0-0B84ADFAE650}" type="parTrans" cxnId="{94F84532-9EDB-4FA7-87CE-3FDA07C5AE84}">
      <dgm:prSet/>
      <dgm:spPr/>
      <dgm:t>
        <a:bodyPr/>
        <a:lstStyle/>
        <a:p>
          <a:endParaRPr lang="pt-BR"/>
        </a:p>
      </dgm:t>
    </dgm:pt>
    <dgm:pt modelId="{3A0F157E-D88B-48ED-ACCF-887DF6F4DCFB}" type="sibTrans" cxnId="{94F84532-9EDB-4FA7-87CE-3FDA07C5AE84}">
      <dgm:prSet/>
      <dgm:spPr/>
      <dgm:t>
        <a:bodyPr/>
        <a:lstStyle/>
        <a:p>
          <a:endParaRPr lang="pt-BR"/>
        </a:p>
      </dgm:t>
    </dgm:pt>
    <dgm:pt modelId="{8D06BABD-007B-4234-BE46-166C6041D49B}">
      <dgm:prSet phldrT="[Texto]"/>
      <dgm:spPr/>
      <dgm:t>
        <a:bodyPr/>
        <a:lstStyle/>
        <a:p>
          <a:r>
            <a:rPr lang="pt-BR" dirty="0" smtClean="0"/>
            <a:t>Em RPI</a:t>
          </a:r>
          <a:endParaRPr lang="pt-BR" dirty="0"/>
        </a:p>
      </dgm:t>
    </dgm:pt>
    <dgm:pt modelId="{E58D9E77-4A5E-4C94-90A3-747BC53EEA74}" type="parTrans" cxnId="{96304206-1CB2-47EC-B0FC-96741523198D}">
      <dgm:prSet/>
      <dgm:spPr/>
      <dgm:t>
        <a:bodyPr/>
        <a:lstStyle/>
        <a:p>
          <a:endParaRPr lang="pt-BR"/>
        </a:p>
      </dgm:t>
    </dgm:pt>
    <dgm:pt modelId="{339A37DE-8FA8-418F-91C5-4B21904D2D64}" type="sibTrans" cxnId="{96304206-1CB2-47EC-B0FC-96741523198D}">
      <dgm:prSet/>
      <dgm:spPr/>
      <dgm:t>
        <a:bodyPr/>
        <a:lstStyle/>
        <a:p>
          <a:endParaRPr lang="pt-BR"/>
        </a:p>
      </dgm:t>
    </dgm:pt>
    <dgm:pt modelId="{A84F177E-7F64-4C08-8435-A76F59BE1336}">
      <dgm:prSet phldrT="[Texto]"/>
      <dgm:spPr/>
      <dgm:t>
        <a:bodyPr/>
        <a:lstStyle/>
        <a:p>
          <a:r>
            <a:rPr lang="pt-BR" dirty="0" smtClean="0"/>
            <a:t>Com sucesso</a:t>
          </a:r>
          <a:endParaRPr lang="pt-BR" dirty="0"/>
        </a:p>
      </dgm:t>
    </dgm:pt>
    <dgm:pt modelId="{66449FCE-23E8-40E7-BFA4-63E780A1E531}" type="parTrans" cxnId="{E4D21EDF-F6E4-4F69-BA85-3B6601F7C2CF}">
      <dgm:prSet/>
      <dgm:spPr/>
      <dgm:t>
        <a:bodyPr/>
        <a:lstStyle/>
        <a:p>
          <a:endParaRPr lang="pt-BR"/>
        </a:p>
      </dgm:t>
    </dgm:pt>
    <dgm:pt modelId="{728B908B-FF7D-48DE-9EB3-658FD8371D4B}" type="sibTrans" cxnId="{E4D21EDF-F6E4-4F69-BA85-3B6601F7C2CF}">
      <dgm:prSet/>
      <dgm:spPr/>
      <dgm:t>
        <a:bodyPr/>
        <a:lstStyle/>
        <a:p>
          <a:endParaRPr lang="pt-BR"/>
        </a:p>
      </dgm:t>
    </dgm:pt>
    <dgm:pt modelId="{D0BD1F7F-FE8D-44BA-AB74-4BCAEDD4DF28}">
      <dgm:prSet phldrT="[Texto]"/>
      <dgm:spPr/>
      <dgm:t>
        <a:bodyPr/>
        <a:lstStyle/>
        <a:p>
          <a:r>
            <a:rPr lang="pt-BR" dirty="0" smtClean="0"/>
            <a:t>Com impacto</a:t>
          </a:r>
          <a:endParaRPr lang="pt-BR" dirty="0"/>
        </a:p>
      </dgm:t>
    </dgm:pt>
    <dgm:pt modelId="{7901D9DD-BCE0-451F-98BF-A88CA5042AD2}" type="parTrans" cxnId="{E875684E-06C3-4C40-88EB-40D2CD43B4A3}">
      <dgm:prSet/>
      <dgm:spPr/>
      <dgm:t>
        <a:bodyPr/>
        <a:lstStyle/>
        <a:p>
          <a:endParaRPr lang="pt-BR"/>
        </a:p>
      </dgm:t>
    </dgm:pt>
    <dgm:pt modelId="{78F7E423-D245-4099-BABE-08B369673432}" type="sibTrans" cxnId="{E875684E-06C3-4C40-88EB-40D2CD43B4A3}">
      <dgm:prSet/>
      <dgm:spPr/>
      <dgm:t>
        <a:bodyPr/>
        <a:lstStyle/>
        <a:p>
          <a:endParaRPr lang="pt-BR"/>
        </a:p>
      </dgm:t>
    </dgm:pt>
    <dgm:pt modelId="{67AA5577-CA22-4958-A97B-70CF8608EA93}">
      <dgm:prSet phldrT="[Texto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pt-BR" dirty="0" smtClean="0"/>
            <a:t>Em análise do GM</a:t>
          </a:r>
          <a:endParaRPr lang="pt-BR" dirty="0"/>
        </a:p>
      </dgm:t>
    </dgm:pt>
    <dgm:pt modelId="{3339B50E-171D-4558-B62A-3EB84D6BE4C7}" type="sibTrans" cxnId="{C2E3E5AB-2225-42F9-9211-92206A88D177}">
      <dgm:prSet/>
      <dgm:spPr/>
      <dgm:t>
        <a:bodyPr/>
        <a:lstStyle/>
        <a:p>
          <a:endParaRPr lang="pt-BR"/>
        </a:p>
      </dgm:t>
    </dgm:pt>
    <dgm:pt modelId="{FA188842-3D06-4E58-A949-6E1E73FB4A8F}" type="parTrans" cxnId="{C2E3E5AB-2225-42F9-9211-92206A88D177}">
      <dgm:prSet/>
      <dgm:spPr/>
      <dgm:t>
        <a:bodyPr/>
        <a:lstStyle/>
        <a:p>
          <a:endParaRPr lang="pt-BR"/>
        </a:p>
      </dgm:t>
    </dgm:pt>
    <dgm:pt modelId="{FCC59669-AB9D-4F52-8BCD-4CCBD92A8CAB}">
      <dgm:prSet phldrT="[Texto]"/>
      <dgm:spPr>
        <a:solidFill>
          <a:schemeClr val="accent6"/>
        </a:solidFill>
      </dgm:spPr>
      <dgm:t>
        <a:bodyPr/>
        <a:lstStyle/>
        <a:p>
          <a:r>
            <a:rPr lang="pt-BR" smtClean="0"/>
            <a:t>Em edição</a:t>
          </a:r>
          <a:endParaRPr lang="pt-BR" dirty="0"/>
        </a:p>
      </dgm:t>
    </dgm:pt>
    <dgm:pt modelId="{9EFA4276-1D43-43F9-8309-B153A9E2AEDA}" type="parTrans" cxnId="{8BE33A7F-834B-4B32-96E3-5B32D11F8FD1}">
      <dgm:prSet/>
      <dgm:spPr/>
      <dgm:t>
        <a:bodyPr/>
        <a:lstStyle/>
        <a:p>
          <a:endParaRPr lang="pt-BR"/>
        </a:p>
      </dgm:t>
    </dgm:pt>
    <dgm:pt modelId="{ED5D9C77-8B90-4B17-A0D2-5D71CBE6114F}" type="sibTrans" cxnId="{8BE33A7F-834B-4B32-96E3-5B32D11F8FD1}">
      <dgm:prSet/>
      <dgm:spPr/>
      <dgm:t>
        <a:bodyPr/>
        <a:lstStyle/>
        <a:p>
          <a:endParaRPr lang="pt-BR"/>
        </a:p>
      </dgm:t>
    </dgm:pt>
    <dgm:pt modelId="{A233993D-6471-4FC8-9544-269DA2802941}">
      <dgm:prSet phldrT="[Texto]"/>
      <dgm:spPr>
        <a:solidFill>
          <a:schemeClr val="accent6"/>
        </a:solidFill>
      </dgm:spPr>
      <dgm:t>
        <a:bodyPr/>
        <a:lstStyle/>
        <a:p>
          <a:r>
            <a:rPr lang="pt-BR" smtClean="0"/>
            <a:t>Em edição</a:t>
          </a:r>
          <a:endParaRPr lang="pt-BR" dirty="0"/>
        </a:p>
      </dgm:t>
    </dgm:pt>
    <dgm:pt modelId="{A7228F5F-C817-4BBC-B9C7-A7755D811D89}" type="parTrans" cxnId="{826393A6-487C-455B-9EB2-1E7B73E9CAFC}">
      <dgm:prSet/>
      <dgm:spPr/>
      <dgm:t>
        <a:bodyPr/>
        <a:lstStyle/>
        <a:p>
          <a:endParaRPr lang="pt-BR"/>
        </a:p>
      </dgm:t>
    </dgm:pt>
    <dgm:pt modelId="{7791DC13-8491-4480-A039-3537382DFC43}" type="sibTrans" cxnId="{826393A6-487C-455B-9EB2-1E7B73E9CAFC}">
      <dgm:prSet/>
      <dgm:spPr/>
      <dgm:t>
        <a:bodyPr/>
        <a:lstStyle/>
        <a:p>
          <a:endParaRPr lang="pt-BR"/>
        </a:p>
      </dgm:t>
    </dgm:pt>
    <dgm:pt modelId="{F084BB9F-E0D7-46F9-B287-0357E3AD6632}">
      <dgm:prSet phldrT="[Texto]"/>
      <dgm:spPr>
        <a:solidFill>
          <a:schemeClr val="accent6"/>
        </a:solidFill>
      </dgm:spPr>
      <dgm:t>
        <a:bodyPr/>
        <a:lstStyle/>
        <a:p>
          <a:r>
            <a:rPr lang="pt-BR" dirty="0" smtClean="0"/>
            <a:t>Em edição</a:t>
          </a:r>
          <a:endParaRPr lang="pt-BR" dirty="0"/>
        </a:p>
      </dgm:t>
    </dgm:pt>
    <dgm:pt modelId="{31C4A537-FC5C-46E1-ADE3-A6006DBE491B}" type="parTrans" cxnId="{3982710D-C218-4B79-BAC2-337E77669410}">
      <dgm:prSet/>
      <dgm:spPr/>
      <dgm:t>
        <a:bodyPr/>
        <a:lstStyle/>
        <a:p>
          <a:endParaRPr lang="pt-BR"/>
        </a:p>
      </dgm:t>
    </dgm:pt>
    <dgm:pt modelId="{EB8791FC-3E69-44EC-83BA-4C92E26749A2}" type="sibTrans" cxnId="{3982710D-C218-4B79-BAC2-337E77669410}">
      <dgm:prSet/>
      <dgm:spPr/>
      <dgm:t>
        <a:bodyPr/>
        <a:lstStyle/>
        <a:p>
          <a:endParaRPr lang="pt-BR"/>
        </a:p>
      </dgm:t>
    </dgm:pt>
    <dgm:pt modelId="{9BB68AB6-CFDC-437E-966E-5E6EFF74717B}" type="pres">
      <dgm:prSet presAssocID="{53468E2E-190E-43B2-B5A6-D9859356482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5C5E8D9B-A703-4A4E-8101-E6A045F54DC5}" type="pres">
      <dgm:prSet presAssocID="{28B848EE-60D0-460A-82A3-88A91ECB9CA0}" presName="root1" presStyleCnt="0"/>
      <dgm:spPr/>
    </dgm:pt>
    <dgm:pt modelId="{14DC5548-72C6-4A55-97E7-92C868F4E9D6}" type="pres">
      <dgm:prSet presAssocID="{28B848EE-60D0-460A-82A3-88A91ECB9CA0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ED20E338-1C65-4C3E-9F95-62CBC2FF7F88}" type="pres">
      <dgm:prSet presAssocID="{28B848EE-60D0-460A-82A3-88A91ECB9CA0}" presName="level2hierChild" presStyleCnt="0"/>
      <dgm:spPr/>
    </dgm:pt>
    <dgm:pt modelId="{9D4C49B6-5262-4827-947C-B1A4B54D63BD}" type="pres">
      <dgm:prSet presAssocID="{CCC9BDFE-BBAD-4A29-BAD5-BA44964D1F08}" presName="conn2-1" presStyleLbl="parChTrans1D2" presStyleIdx="0" presStyleCnt="2"/>
      <dgm:spPr/>
      <dgm:t>
        <a:bodyPr/>
        <a:lstStyle/>
        <a:p>
          <a:endParaRPr lang="pt-BR"/>
        </a:p>
      </dgm:t>
    </dgm:pt>
    <dgm:pt modelId="{5AD284C7-0E56-4A16-A310-61EDFE9E603E}" type="pres">
      <dgm:prSet presAssocID="{CCC9BDFE-BBAD-4A29-BAD5-BA44964D1F08}" presName="connTx" presStyleLbl="parChTrans1D2" presStyleIdx="0" presStyleCnt="2"/>
      <dgm:spPr/>
      <dgm:t>
        <a:bodyPr/>
        <a:lstStyle/>
        <a:p>
          <a:endParaRPr lang="pt-BR"/>
        </a:p>
      </dgm:t>
    </dgm:pt>
    <dgm:pt modelId="{D8F9335F-54AD-47DD-9D11-A1C55A4A68A5}" type="pres">
      <dgm:prSet presAssocID="{626829E1-C9F3-4C54-8DC6-E1CDA2F8C5A0}" presName="root2" presStyleCnt="0"/>
      <dgm:spPr/>
    </dgm:pt>
    <dgm:pt modelId="{D2FD2E74-591A-4D7C-83CA-062B77C1C256}" type="pres">
      <dgm:prSet presAssocID="{626829E1-C9F3-4C54-8DC6-E1CDA2F8C5A0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2A90A833-7A2F-4503-B14A-DFEEFC2F1F35}" type="pres">
      <dgm:prSet presAssocID="{626829E1-C9F3-4C54-8DC6-E1CDA2F8C5A0}" presName="level3hierChild" presStyleCnt="0"/>
      <dgm:spPr/>
    </dgm:pt>
    <dgm:pt modelId="{AC80C457-CF85-4243-B3AE-44EE9C17B224}" type="pres">
      <dgm:prSet presAssocID="{FA188842-3D06-4E58-A949-6E1E73FB4A8F}" presName="conn2-1" presStyleLbl="parChTrans1D3" presStyleIdx="0" presStyleCnt="5"/>
      <dgm:spPr/>
      <dgm:t>
        <a:bodyPr/>
        <a:lstStyle/>
        <a:p>
          <a:endParaRPr lang="pt-BR"/>
        </a:p>
      </dgm:t>
    </dgm:pt>
    <dgm:pt modelId="{1CC6B35A-EFB7-43F8-94C4-DBEC977EFBFD}" type="pres">
      <dgm:prSet presAssocID="{FA188842-3D06-4E58-A949-6E1E73FB4A8F}" presName="connTx" presStyleLbl="parChTrans1D3" presStyleIdx="0" presStyleCnt="5"/>
      <dgm:spPr/>
      <dgm:t>
        <a:bodyPr/>
        <a:lstStyle/>
        <a:p>
          <a:endParaRPr lang="pt-BR"/>
        </a:p>
      </dgm:t>
    </dgm:pt>
    <dgm:pt modelId="{575F3CD7-C84A-4AF4-A22F-B2E468BEA82E}" type="pres">
      <dgm:prSet presAssocID="{67AA5577-CA22-4958-A97B-70CF8608EA93}" presName="root2" presStyleCnt="0"/>
      <dgm:spPr/>
    </dgm:pt>
    <dgm:pt modelId="{E21D087B-08CE-4B87-8598-18890FF01C94}" type="pres">
      <dgm:prSet presAssocID="{67AA5577-CA22-4958-A97B-70CF8608EA93}" presName="LevelTwoTextNode" presStyleLbl="node3" presStyleIdx="0" presStyleCnt="5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14BD8908-0BD7-4AF8-A00B-A8D765450C4B}" type="pres">
      <dgm:prSet presAssocID="{67AA5577-CA22-4958-A97B-70CF8608EA93}" presName="level3hierChild" presStyleCnt="0"/>
      <dgm:spPr/>
    </dgm:pt>
    <dgm:pt modelId="{1AE5D90D-68CF-4E89-9B07-2CEA0DF899ED}" type="pres">
      <dgm:prSet presAssocID="{25D0BC6D-0F9C-425B-B984-9B8865F25526}" presName="conn2-1" presStyleLbl="parChTrans1D2" presStyleIdx="1" presStyleCnt="2"/>
      <dgm:spPr/>
      <dgm:t>
        <a:bodyPr/>
        <a:lstStyle/>
        <a:p>
          <a:endParaRPr lang="pt-BR"/>
        </a:p>
      </dgm:t>
    </dgm:pt>
    <dgm:pt modelId="{0F0F1026-A29A-4C8B-A27E-99068C8B6E8E}" type="pres">
      <dgm:prSet presAssocID="{25D0BC6D-0F9C-425B-B984-9B8865F25526}" presName="connTx" presStyleLbl="parChTrans1D2" presStyleIdx="1" presStyleCnt="2"/>
      <dgm:spPr/>
      <dgm:t>
        <a:bodyPr/>
        <a:lstStyle/>
        <a:p>
          <a:endParaRPr lang="pt-BR"/>
        </a:p>
      </dgm:t>
    </dgm:pt>
    <dgm:pt modelId="{3D8DD915-4E5E-441C-91DB-A2BA91BAC048}" type="pres">
      <dgm:prSet presAssocID="{EB146015-2FAE-4BD4-9FDB-7D7D8D4A9907}" presName="root2" presStyleCnt="0"/>
      <dgm:spPr/>
    </dgm:pt>
    <dgm:pt modelId="{43C3D37C-517F-4964-9A53-5AF23CACA87B}" type="pres">
      <dgm:prSet presAssocID="{EB146015-2FAE-4BD4-9FDB-7D7D8D4A9907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F2E195A5-3E9E-4132-A798-9EF45B7A91EC}" type="pres">
      <dgm:prSet presAssocID="{EB146015-2FAE-4BD4-9FDB-7D7D8D4A9907}" presName="level3hierChild" presStyleCnt="0"/>
      <dgm:spPr/>
    </dgm:pt>
    <dgm:pt modelId="{9B222A10-6A3E-418F-9205-FC0A66453813}" type="pres">
      <dgm:prSet presAssocID="{00C818D9-FD85-48D3-946D-69350763B52B}" presName="conn2-1" presStyleLbl="parChTrans1D3" presStyleIdx="1" presStyleCnt="5"/>
      <dgm:spPr/>
      <dgm:t>
        <a:bodyPr/>
        <a:lstStyle/>
        <a:p>
          <a:endParaRPr lang="pt-BR"/>
        </a:p>
      </dgm:t>
    </dgm:pt>
    <dgm:pt modelId="{8FB7B803-8867-4575-AB54-355E93DBF46F}" type="pres">
      <dgm:prSet presAssocID="{00C818D9-FD85-48D3-946D-69350763B52B}" presName="connTx" presStyleLbl="parChTrans1D3" presStyleIdx="1" presStyleCnt="5"/>
      <dgm:spPr/>
      <dgm:t>
        <a:bodyPr/>
        <a:lstStyle/>
        <a:p>
          <a:endParaRPr lang="pt-BR"/>
        </a:p>
      </dgm:t>
    </dgm:pt>
    <dgm:pt modelId="{53378CFA-24CE-4CC4-998D-4BFF0A3BAF9A}" type="pres">
      <dgm:prSet presAssocID="{46F81CFE-140A-4561-A840-67CE35F22389}" presName="root2" presStyleCnt="0"/>
      <dgm:spPr/>
    </dgm:pt>
    <dgm:pt modelId="{2AD1BD4D-FFFE-4C78-A64F-433A31E70B07}" type="pres">
      <dgm:prSet presAssocID="{46F81CFE-140A-4561-A840-67CE35F22389}" presName="LevelTwoTextNode" presStyleLbl="node3" presStyleIdx="1" presStyleCnt="5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5E0F21DB-59D8-4A1B-BDA4-CEA9914DE57B}" type="pres">
      <dgm:prSet presAssocID="{46F81CFE-140A-4561-A840-67CE35F22389}" presName="level3hierChild" presStyleCnt="0"/>
      <dgm:spPr/>
    </dgm:pt>
    <dgm:pt modelId="{C5C0140B-8F28-4090-916F-E6A6A5AF15EE}" type="pres">
      <dgm:prSet presAssocID="{B926F24C-5173-4666-AFA6-21C6559754C1}" presName="conn2-1" presStyleLbl="parChTrans1D4" presStyleIdx="0" presStyleCnt="19"/>
      <dgm:spPr/>
      <dgm:t>
        <a:bodyPr/>
        <a:lstStyle/>
        <a:p>
          <a:endParaRPr lang="pt-BR"/>
        </a:p>
      </dgm:t>
    </dgm:pt>
    <dgm:pt modelId="{00A8CA24-FE55-42DA-96CE-E2240007B920}" type="pres">
      <dgm:prSet presAssocID="{B926F24C-5173-4666-AFA6-21C6559754C1}" presName="connTx" presStyleLbl="parChTrans1D4" presStyleIdx="0" presStyleCnt="19"/>
      <dgm:spPr/>
      <dgm:t>
        <a:bodyPr/>
        <a:lstStyle/>
        <a:p>
          <a:endParaRPr lang="pt-BR"/>
        </a:p>
      </dgm:t>
    </dgm:pt>
    <dgm:pt modelId="{B35039AB-5F59-463C-998E-77CC16A190E0}" type="pres">
      <dgm:prSet presAssocID="{4386329E-01AD-476A-AFE0-ABF120E29DFF}" presName="root2" presStyleCnt="0"/>
      <dgm:spPr/>
    </dgm:pt>
    <dgm:pt modelId="{7210672F-BCCD-417F-89BF-842CD9D4A880}" type="pres">
      <dgm:prSet presAssocID="{4386329E-01AD-476A-AFE0-ABF120E29DFF}" presName="LevelTwoTextNode" presStyleLbl="node4" presStyleIdx="0" presStyleCnt="1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C00F41E4-E144-4A1D-B99E-EC7619435F63}" type="pres">
      <dgm:prSet presAssocID="{4386329E-01AD-476A-AFE0-ABF120E29DFF}" presName="level3hierChild" presStyleCnt="0"/>
      <dgm:spPr/>
    </dgm:pt>
    <dgm:pt modelId="{B05F8B8F-2A15-4C38-87B6-8DBF99D3AA8B}" type="pres">
      <dgm:prSet presAssocID="{BFCA4FD1-A452-424E-8B05-DF6C678F4736}" presName="conn2-1" presStyleLbl="parChTrans1D4" presStyleIdx="1" presStyleCnt="19"/>
      <dgm:spPr/>
      <dgm:t>
        <a:bodyPr/>
        <a:lstStyle/>
        <a:p>
          <a:endParaRPr lang="pt-BR"/>
        </a:p>
      </dgm:t>
    </dgm:pt>
    <dgm:pt modelId="{497E1F79-9E8D-4739-8E9A-C4F3B553A62A}" type="pres">
      <dgm:prSet presAssocID="{BFCA4FD1-A452-424E-8B05-DF6C678F4736}" presName="connTx" presStyleLbl="parChTrans1D4" presStyleIdx="1" presStyleCnt="19"/>
      <dgm:spPr/>
      <dgm:t>
        <a:bodyPr/>
        <a:lstStyle/>
        <a:p>
          <a:endParaRPr lang="pt-BR"/>
        </a:p>
      </dgm:t>
    </dgm:pt>
    <dgm:pt modelId="{0E608F0C-BAE1-4BA7-9860-A53F79659F3B}" type="pres">
      <dgm:prSet presAssocID="{7FB3C670-5D37-4AE3-9A8A-E8D2D65A0FBB}" presName="root2" presStyleCnt="0"/>
      <dgm:spPr/>
    </dgm:pt>
    <dgm:pt modelId="{56C6631D-4817-4AA6-B650-71689018DAE4}" type="pres">
      <dgm:prSet presAssocID="{7FB3C670-5D37-4AE3-9A8A-E8D2D65A0FBB}" presName="LevelTwoTextNode" presStyleLbl="node4" presStyleIdx="1" presStyleCnt="1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C946E6BC-204D-4F27-BC14-6C72D95070DE}" type="pres">
      <dgm:prSet presAssocID="{7FB3C670-5D37-4AE3-9A8A-E8D2D65A0FBB}" presName="level3hierChild" presStyleCnt="0"/>
      <dgm:spPr/>
    </dgm:pt>
    <dgm:pt modelId="{CAF2B2BF-D563-434C-A836-3206A65EA441}" type="pres">
      <dgm:prSet presAssocID="{20EE19DE-B2D8-4642-8C72-C4F5B79B0956}" presName="conn2-1" presStyleLbl="parChTrans1D4" presStyleIdx="2" presStyleCnt="19"/>
      <dgm:spPr/>
      <dgm:t>
        <a:bodyPr/>
        <a:lstStyle/>
        <a:p>
          <a:endParaRPr lang="pt-BR"/>
        </a:p>
      </dgm:t>
    </dgm:pt>
    <dgm:pt modelId="{F635ADEF-E833-4C1C-B467-CF1320291E29}" type="pres">
      <dgm:prSet presAssocID="{20EE19DE-B2D8-4642-8C72-C4F5B79B0956}" presName="connTx" presStyleLbl="parChTrans1D4" presStyleIdx="2" presStyleCnt="19"/>
      <dgm:spPr/>
      <dgm:t>
        <a:bodyPr/>
        <a:lstStyle/>
        <a:p>
          <a:endParaRPr lang="pt-BR"/>
        </a:p>
      </dgm:t>
    </dgm:pt>
    <dgm:pt modelId="{3ED2CECB-08B4-4844-A370-44EE0A8160FF}" type="pres">
      <dgm:prSet presAssocID="{3A76B245-5523-4072-931D-5A23E2BC9A0A}" presName="root2" presStyleCnt="0"/>
      <dgm:spPr/>
    </dgm:pt>
    <dgm:pt modelId="{E5A9D79E-45F2-4082-91F4-29011F4DDACD}" type="pres">
      <dgm:prSet presAssocID="{3A76B245-5523-4072-931D-5A23E2BC9A0A}" presName="LevelTwoTextNode" presStyleLbl="node4" presStyleIdx="2" presStyleCnt="1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88DF52BC-519C-4D00-8F02-8FF3F882AA68}" type="pres">
      <dgm:prSet presAssocID="{3A76B245-5523-4072-931D-5A23E2BC9A0A}" presName="level3hierChild" presStyleCnt="0"/>
      <dgm:spPr/>
    </dgm:pt>
    <dgm:pt modelId="{17B0196D-C4C7-44F8-9171-200FEE300559}" type="pres">
      <dgm:prSet presAssocID="{5DE3D17F-8678-4C5F-B754-2DDCDA32149D}" presName="conn2-1" presStyleLbl="parChTrans1D4" presStyleIdx="3" presStyleCnt="19"/>
      <dgm:spPr/>
      <dgm:t>
        <a:bodyPr/>
        <a:lstStyle/>
        <a:p>
          <a:endParaRPr lang="pt-BR"/>
        </a:p>
      </dgm:t>
    </dgm:pt>
    <dgm:pt modelId="{A68EDA20-07D2-4F7C-B0A5-A0243AACD475}" type="pres">
      <dgm:prSet presAssocID="{5DE3D17F-8678-4C5F-B754-2DDCDA32149D}" presName="connTx" presStyleLbl="parChTrans1D4" presStyleIdx="3" presStyleCnt="19"/>
      <dgm:spPr/>
      <dgm:t>
        <a:bodyPr/>
        <a:lstStyle/>
        <a:p>
          <a:endParaRPr lang="pt-BR"/>
        </a:p>
      </dgm:t>
    </dgm:pt>
    <dgm:pt modelId="{1EA2D664-9C3C-46C4-A722-E2576F4F12EA}" type="pres">
      <dgm:prSet presAssocID="{FCCB02E7-AE51-4246-B6A4-DD648F5FBCE5}" presName="root2" presStyleCnt="0"/>
      <dgm:spPr/>
    </dgm:pt>
    <dgm:pt modelId="{278E396F-5BE3-4D1E-811E-EDDD3EF9451F}" type="pres">
      <dgm:prSet presAssocID="{FCCB02E7-AE51-4246-B6A4-DD648F5FBCE5}" presName="LevelTwoTextNode" presStyleLbl="node4" presStyleIdx="3" presStyleCnt="1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BAB7802A-15AB-40FC-958A-AF311409AB48}" type="pres">
      <dgm:prSet presAssocID="{FCCB02E7-AE51-4246-B6A4-DD648F5FBCE5}" presName="level3hierChild" presStyleCnt="0"/>
      <dgm:spPr/>
    </dgm:pt>
    <dgm:pt modelId="{941FA264-AFCB-4E85-BFF0-C3CB1EDEBEF0}" type="pres">
      <dgm:prSet presAssocID="{8ECFE225-33F7-46A9-BFCC-C80B57151D97}" presName="conn2-1" presStyleLbl="parChTrans1D3" presStyleIdx="2" presStyleCnt="5"/>
      <dgm:spPr/>
      <dgm:t>
        <a:bodyPr/>
        <a:lstStyle/>
        <a:p>
          <a:endParaRPr lang="pt-BR"/>
        </a:p>
      </dgm:t>
    </dgm:pt>
    <dgm:pt modelId="{FCA0A730-0A0C-4B93-860E-F008EAD5E49A}" type="pres">
      <dgm:prSet presAssocID="{8ECFE225-33F7-46A9-BFCC-C80B57151D97}" presName="connTx" presStyleLbl="parChTrans1D3" presStyleIdx="2" presStyleCnt="5"/>
      <dgm:spPr/>
      <dgm:t>
        <a:bodyPr/>
        <a:lstStyle/>
        <a:p>
          <a:endParaRPr lang="pt-BR"/>
        </a:p>
      </dgm:t>
    </dgm:pt>
    <dgm:pt modelId="{229964D1-EC05-4EDF-A2EF-18A07256CC30}" type="pres">
      <dgm:prSet presAssocID="{723CA52F-0516-45E9-BDD0-A0158F707F2E}" presName="root2" presStyleCnt="0"/>
      <dgm:spPr/>
    </dgm:pt>
    <dgm:pt modelId="{C81734E8-EED9-49C5-AB83-EDB05E85B925}" type="pres">
      <dgm:prSet presAssocID="{723CA52F-0516-45E9-BDD0-A0158F707F2E}" presName="LevelTwoTextNode" presStyleLbl="node3" presStyleIdx="2" presStyleCnt="5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FF3B20DB-145B-4373-8905-660FA2D64AD8}" type="pres">
      <dgm:prSet presAssocID="{723CA52F-0516-45E9-BDD0-A0158F707F2E}" presName="level3hierChild" presStyleCnt="0"/>
      <dgm:spPr/>
    </dgm:pt>
    <dgm:pt modelId="{A29B8A17-D089-458F-9525-04B7624B967E}" type="pres">
      <dgm:prSet presAssocID="{9EFA4276-1D43-43F9-8309-B153A9E2AEDA}" presName="conn2-1" presStyleLbl="parChTrans1D4" presStyleIdx="4" presStyleCnt="19"/>
      <dgm:spPr/>
      <dgm:t>
        <a:bodyPr/>
        <a:lstStyle/>
        <a:p>
          <a:endParaRPr lang="pt-BR"/>
        </a:p>
      </dgm:t>
    </dgm:pt>
    <dgm:pt modelId="{531CE7C7-874C-4063-A7DD-BFFDEF63BEB0}" type="pres">
      <dgm:prSet presAssocID="{9EFA4276-1D43-43F9-8309-B153A9E2AEDA}" presName="connTx" presStyleLbl="parChTrans1D4" presStyleIdx="4" presStyleCnt="19"/>
      <dgm:spPr/>
      <dgm:t>
        <a:bodyPr/>
        <a:lstStyle/>
        <a:p>
          <a:endParaRPr lang="pt-BR"/>
        </a:p>
      </dgm:t>
    </dgm:pt>
    <dgm:pt modelId="{ADC3B304-4BFC-4418-9FB7-3A32857CB978}" type="pres">
      <dgm:prSet presAssocID="{FCC59669-AB9D-4F52-8BCD-4CCBD92A8CAB}" presName="root2" presStyleCnt="0"/>
      <dgm:spPr/>
    </dgm:pt>
    <dgm:pt modelId="{08C3837D-BB5B-4A22-95F8-DF59E2D5F116}" type="pres">
      <dgm:prSet presAssocID="{FCC59669-AB9D-4F52-8BCD-4CCBD92A8CAB}" presName="LevelTwoTextNode" presStyleLbl="node4" presStyleIdx="4" presStyleCnt="1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749C636C-93C6-4FA3-A89D-475C39C5A70F}" type="pres">
      <dgm:prSet presAssocID="{FCC59669-AB9D-4F52-8BCD-4CCBD92A8CAB}" presName="level3hierChild" presStyleCnt="0"/>
      <dgm:spPr/>
    </dgm:pt>
    <dgm:pt modelId="{E600B980-D982-4912-AB08-7074D0112C89}" type="pres">
      <dgm:prSet presAssocID="{D3919AA2-2C00-4A9D-B489-8F3E44BA7607}" presName="conn2-1" presStyleLbl="parChTrans1D3" presStyleIdx="3" presStyleCnt="5"/>
      <dgm:spPr/>
      <dgm:t>
        <a:bodyPr/>
        <a:lstStyle/>
        <a:p>
          <a:endParaRPr lang="pt-BR"/>
        </a:p>
      </dgm:t>
    </dgm:pt>
    <dgm:pt modelId="{3E1EDAAD-8277-4503-8EB2-2D1C05B5DFDE}" type="pres">
      <dgm:prSet presAssocID="{D3919AA2-2C00-4A9D-B489-8F3E44BA7607}" presName="connTx" presStyleLbl="parChTrans1D3" presStyleIdx="3" presStyleCnt="5"/>
      <dgm:spPr/>
      <dgm:t>
        <a:bodyPr/>
        <a:lstStyle/>
        <a:p>
          <a:endParaRPr lang="pt-BR"/>
        </a:p>
      </dgm:t>
    </dgm:pt>
    <dgm:pt modelId="{36E09F7B-12F6-4E38-ADFD-6C6C194BADAD}" type="pres">
      <dgm:prSet presAssocID="{0E223643-7BCD-4EC9-B58E-8325AF55060F}" presName="root2" presStyleCnt="0"/>
      <dgm:spPr/>
    </dgm:pt>
    <dgm:pt modelId="{66AAE307-8FA5-487E-AD41-1C010ABEB872}" type="pres">
      <dgm:prSet presAssocID="{0E223643-7BCD-4EC9-B58E-8325AF55060F}" presName="LevelTwoTextNode" presStyleLbl="node3" presStyleIdx="3" presStyleCnt="5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93793186-2A7D-4D74-A99B-8421A1B31531}" type="pres">
      <dgm:prSet presAssocID="{0E223643-7BCD-4EC9-B58E-8325AF55060F}" presName="level3hierChild" presStyleCnt="0"/>
      <dgm:spPr/>
    </dgm:pt>
    <dgm:pt modelId="{DEEF70FB-7E5A-4D3F-B29E-DE8652960097}" type="pres">
      <dgm:prSet presAssocID="{06E9B6D9-98A1-4D8A-9EBC-6534395DA25C}" presName="conn2-1" presStyleLbl="parChTrans1D4" presStyleIdx="5" presStyleCnt="19"/>
      <dgm:spPr/>
      <dgm:t>
        <a:bodyPr/>
        <a:lstStyle/>
        <a:p>
          <a:endParaRPr lang="pt-BR"/>
        </a:p>
      </dgm:t>
    </dgm:pt>
    <dgm:pt modelId="{51AD9E74-380B-478B-AD95-E9CE6A7101EE}" type="pres">
      <dgm:prSet presAssocID="{06E9B6D9-98A1-4D8A-9EBC-6534395DA25C}" presName="connTx" presStyleLbl="parChTrans1D4" presStyleIdx="5" presStyleCnt="19"/>
      <dgm:spPr/>
      <dgm:t>
        <a:bodyPr/>
        <a:lstStyle/>
        <a:p>
          <a:endParaRPr lang="pt-BR"/>
        </a:p>
      </dgm:t>
    </dgm:pt>
    <dgm:pt modelId="{9AE694DD-8903-4ECD-946E-2C06C6440203}" type="pres">
      <dgm:prSet presAssocID="{A2FB4A2C-E79D-4F0A-89C9-4A7995E0A937}" presName="root2" presStyleCnt="0"/>
      <dgm:spPr/>
    </dgm:pt>
    <dgm:pt modelId="{6B1D6622-89E4-4242-AA2B-0E60AF5AB89F}" type="pres">
      <dgm:prSet presAssocID="{A2FB4A2C-E79D-4F0A-89C9-4A7995E0A937}" presName="LevelTwoTextNode" presStyleLbl="node4" presStyleIdx="5" presStyleCnt="1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9B6F1663-77A2-4C4D-AD95-EF533B9E2FB6}" type="pres">
      <dgm:prSet presAssocID="{A2FB4A2C-E79D-4F0A-89C9-4A7995E0A937}" presName="level3hierChild" presStyleCnt="0"/>
      <dgm:spPr/>
    </dgm:pt>
    <dgm:pt modelId="{CC99D57C-0818-406A-A7AF-76E0420C238B}" type="pres">
      <dgm:prSet presAssocID="{D5586853-E8FB-496E-B2EF-23B13A8EADDE}" presName="conn2-1" presStyleLbl="parChTrans1D4" presStyleIdx="6" presStyleCnt="19"/>
      <dgm:spPr/>
      <dgm:t>
        <a:bodyPr/>
        <a:lstStyle/>
        <a:p>
          <a:endParaRPr lang="pt-BR"/>
        </a:p>
      </dgm:t>
    </dgm:pt>
    <dgm:pt modelId="{42B9E398-791E-4218-A43A-47FF2536FD3F}" type="pres">
      <dgm:prSet presAssocID="{D5586853-E8FB-496E-B2EF-23B13A8EADDE}" presName="connTx" presStyleLbl="parChTrans1D4" presStyleIdx="6" presStyleCnt="19"/>
      <dgm:spPr/>
      <dgm:t>
        <a:bodyPr/>
        <a:lstStyle/>
        <a:p>
          <a:endParaRPr lang="pt-BR"/>
        </a:p>
      </dgm:t>
    </dgm:pt>
    <dgm:pt modelId="{BCE7FDE4-70F7-44ED-884C-7E82EDE965B4}" type="pres">
      <dgm:prSet presAssocID="{75AEDAD2-BF6A-4295-8E40-A462148BB47B}" presName="root2" presStyleCnt="0"/>
      <dgm:spPr/>
    </dgm:pt>
    <dgm:pt modelId="{70E89062-F3D5-4CD8-8675-4BFCF81669BE}" type="pres">
      <dgm:prSet presAssocID="{75AEDAD2-BF6A-4295-8E40-A462148BB47B}" presName="LevelTwoTextNode" presStyleLbl="node4" presStyleIdx="6" presStyleCnt="1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C0918E6A-6A54-43EA-B638-EEB15895D5C3}" type="pres">
      <dgm:prSet presAssocID="{75AEDAD2-BF6A-4295-8E40-A462148BB47B}" presName="level3hierChild" presStyleCnt="0"/>
      <dgm:spPr/>
    </dgm:pt>
    <dgm:pt modelId="{FE296C35-483B-4061-A374-E0D8CF9C5EE0}" type="pres">
      <dgm:prSet presAssocID="{368BFC29-664B-4034-9AD1-E38C614A9A70}" presName="conn2-1" presStyleLbl="parChTrans1D4" presStyleIdx="7" presStyleCnt="19"/>
      <dgm:spPr/>
      <dgm:t>
        <a:bodyPr/>
        <a:lstStyle/>
        <a:p>
          <a:endParaRPr lang="pt-BR"/>
        </a:p>
      </dgm:t>
    </dgm:pt>
    <dgm:pt modelId="{9BC3C3B4-0DFB-4C81-B8BB-FD2A20D0CFBD}" type="pres">
      <dgm:prSet presAssocID="{368BFC29-664B-4034-9AD1-E38C614A9A70}" presName="connTx" presStyleLbl="parChTrans1D4" presStyleIdx="7" presStyleCnt="19"/>
      <dgm:spPr/>
      <dgm:t>
        <a:bodyPr/>
        <a:lstStyle/>
        <a:p>
          <a:endParaRPr lang="pt-BR"/>
        </a:p>
      </dgm:t>
    </dgm:pt>
    <dgm:pt modelId="{7C15A6D1-DBAF-489C-8683-E07F68A214D8}" type="pres">
      <dgm:prSet presAssocID="{46FF115C-7510-4C3E-A4CC-291039803CE0}" presName="root2" presStyleCnt="0"/>
      <dgm:spPr/>
    </dgm:pt>
    <dgm:pt modelId="{EFFB974A-179C-4DD4-9074-917132BD5AA0}" type="pres">
      <dgm:prSet presAssocID="{46FF115C-7510-4C3E-A4CC-291039803CE0}" presName="LevelTwoTextNode" presStyleLbl="node4" presStyleIdx="7" presStyleCnt="1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B16F4845-29D2-455E-9040-A0ECC60B8B3C}" type="pres">
      <dgm:prSet presAssocID="{46FF115C-7510-4C3E-A4CC-291039803CE0}" presName="level3hierChild" presStyleCnt="0"/>
      <dgm:spPr/>
    </dgm:pt>
    <dgm:pt modelId="{C47707B9-92AB-48E2-8D92-B7B3A4079DCF}" type="pres">
      <dgm:prSet presAssocID="{412EBF8C-C033-43E9-8439-73C7FB1BC61A}" presName="conn2-1" presStyleLbl="parChTrans1D4" presStyleIdx="8" presStyleCnt="19"/>
      <dgm:spPr/>
      <dgm:t>
        <a:bodyPr/>
        <a:lstStyle/>
        <a:p>
          <a:endParaRPr lang="pt-BR"/>
        </a:p>
      </dgm:t>
    </dgm:pt>
    <dgm:pt modelId="{C056442B-3045-43AB-90C5-0F4AC84D27A4}" type="pres">
      <dgm:prSet presAssocID="{412EBF8C-C033-43E9-8439-73C7FB1BC61A}" presName="connTx" presStyleLbl="parChTrans1D4" presStyleIdx="8" presStyleCnt="19"/>
      <dgm:spPr/>
      <dgm:t>
        <a:bodyPr/>
        <a:lstStyle/>
        <a:p>
          <a:endParaRPr lang="pt-BR"/>
        </a:p>
      </dgm:t>
    </dgm:pt>
    <dgm:pt modelId="{F2FB6BF8-8757-4BC1-9C2E-5ED007DAAF53}" type="pres">
      <dgm:prSet presAssocID="{CDC387AE-358D-4C6F-9159-8989C3BCCF5D}" presName="root2" presStyleCnt="0"/>
      <dgm:spPr/>
    </dgm:pt>
    <dgm:pt modelId="{ADEAEC2F-E1FA-44F9-A115-6927B5ABF388}" type="pres">
      <dgm:prSet presAssocID="{CDC387AE-358D-4C6F-9159-8989C3BCCF5D}" presName="LevelTwoTextNode" presStyleLbl="node4" presStyleIdx="8" presStyleCnt="1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74593F40-DB18-4BFB-8AB0-E961532C238D}" type="pres">
      <dgm:prSet presAssocID="{CDC387AE-358D-4C6F-9159-8989C3BCCF5D}" presName="level3hierChild" presStyleCnt="0"/>
      <dgm:spPr/>
    </dgm:pt>
    <dgm:pt modelId="{5A2D3B24-D286-4A8E-857F-9D740247750E}" type="pres">
      <dgm:prSet presAssocID="{54598835-ED3E-4C3C-BD04-523839471B85}" presName="conn2-1" presStyleLbl="parChTrans1D4" presStyleIdx="9" presStyleCnt="19"/>
      <dgm:spPr/>
      <dgm:t>
        <a:bodyPr/>
        <a:lstStyle/>
        <a:p>
          <a:endParaRPr lang="pt-BR"/>
        </a:p>
      </dgm:t>
    </dgm:pt>
    <dgm:pt modelId="{A0058526-7DAE-4104-9F6B-57539210ED81}" type="pres">
      <dgm:prSet presAssocID="{54598835-ED3E-4C3C-BD04-523839471B85}" presName="connTx" presStyleLbl="parChTrans1D4" presStyleIdx="9" presStyleCnt="19"/>
      <dgm:spPr/>
      <dgm:t>
        <a:bodyPr/>
        <a:lstStyle/>
        <a:p>
          <a:endParaRPr lang="pt-BR"/>
        </a:p>
      </dgm:t>
    </dgm:pt>
    <dgm:pt modelId="{C968F728-81EA-46CF-B0F2-6BB57D2D619D}" type="pres">
      <dgm:prSet presAssocID="{77760198-9D9B-4DBB-BDC2-35A29FEA5DC0}" presName="root2" presStyleCnt="0"/>
      <dgm:spPr/>
    </dgm:pt>
    <dgm:pt modelId="{AC75F99C-2E24-4958-9235-41DD52178889}" type="pres">
      <dgm:prSet presAssocID="{77760198-9D9B-4DBB-BDC2-35A29FEA5DC0}" presName="LevelTwoTextNode" presStyleLbl="node4" presStyleIdx="9" presStyleCnt="1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A4CB8A69-2959-4D5C-B931-7EDC1A4B43CB}" type="pres">
      <dgm:prSet presAssocID="{77760198-9D9B-4DBB-BDC2-35A29FEA5DC0}" presName="level3hierChild" presStyleCnt="0"/>
      <dgm:spPr/>
    </dgm:pt>
    <dgm:pt modelId="{ACA5703B-A5D3-41EC-97EC-781E25741D42}" type="pres">
      <dgm:prSet presAssocID="{E166F1A9-7C7C-4B1D-B17D-E8D6E81A703D}" presName="conn2-1" presStyleLbl="parChTrans1D4" presStyleIdx="10" presStyleCnt="19"/>
      <dgm:spPr/>
      <dgm:t>
        <a:bodyPr/>
        <a:lstStyle/>
        <a:p>
          <a:endParaRPr lang="pt-BR"/>
        </a:p>
      </dgm:t>
    </dgm:pt>
    <dgm:pt modelId="{EE74748C-A97A-431B-AE74-98DB57054F48}" type="pres">
      <dgm:prSet presAssocID="{E166F1A9-7C7C-4B1D-B17D-E8D6E81A703D}" presName="connTx" presStyleLbl="parChTrans1D4" presStyleIdx="10" presStyleCnt="19"/>
      <dgm:spPr/>
      <dgm:t>
        <a:bodyPr/>
        <a:lstStyle/>
        <a:p>
          <a:endParaRPr lang="pt-BR"/>
        </a:p>
      </dgm:t>
    </dgm:pt>
    <dgm:pt modelId="{4934E8AE-34D6-406B-8DA0-3EA155024784}" type="pres">
      <dgm:prSet presAssocID="{55E14831-6122-4317-B266-CF9A71A6FD53}" presName="root2" presStyleCnt="0"/>
      <dgm:spPr/>
    </dgm:pt>
    <dgm:pt modelId="{345E5C0A-053D-4612-900A-B45DFA1B1EE8}" type="pres">
      <dgm:prSet presAssocID="{55E14831-6122-4317-B266-CF9A71A6FD53}" presName="LevelTwoTextNode" presStyleLbl="node4" presStyleIdx="10" presStyleCnt="1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D846063B-A57C-41AE-A731-6030B59E1E70}" type="pres">
      <dgm:prSet presAssocID="{55E14831-6122-4317-B266-CF9A71A6FD53}" presName="level3hierChild" presStyleCnt="0"/>
      <dgm:spPr/>
    </dgm:pt>
    <dgm:pt modelId="{FC2D5BF2-B597-4456-86E1-1D107FF6C2BA}" type="pres">
      <dgm:prSet presAssocID="{A7228F5F-C817-4BBC-B9C7-A7755D811D89}" presName="conn2-1" presStyleLbl="parChTrans1D4" presStyleIdx="11" presStyleCnt="19"/>
      <dgm:spPr/>
      <dgm:t>
        <a:bodyPr/>
        <a:lstStyle/>
        <a:p>
          <a:endParaRPr lang="pt-BR"/>
        </a:p>
      </dgm:t>
    </dgm:pt>
    <dgm:pt modelId="{2F917502-DF91-45AE-A016-DF1726C76EA2}" type="pres">
      <dgm:prSet presAssocID="{A7228F5F-C817-4BBC-B9C7-A7755D811D89}" presName="connTx" presStyleLbl="parChTrans1D4" presStyleIdx="11" presStyleCnt="19"/>
      <dgm:spPr/>
      <dgm:t>
        <a:bodyPr/>
        <a:lstStyle/>
        <a:p>
          <a:endParaRPr lang="pt-BR"/>
        </a:p>
      </dgm:t>
    </dgm:pt>
    <dgm:pt modelId="{6213F4DD-91C8-402A-9A65-531618F1BA99}" type="pres">
      <dgm:prSet presAssocID="{A233993D-6471-4FC8-9544-269DA2802941}" presName="root2" presStyleCnt="0"/>
      <dgm:spPr/>
    </dgm:pt>
    <dgm:pt modelId="{363FFC05-6C8C-4D8A-80AF-62EA45794BC2}" type="pres">
      <dgm:prSet presAssocID="{A233993D-6471-4FC8-9544-269DA2802941}" presName="LevelTwoTextNode" presStyleLbl="node4" presStyleIdx="11" presStyleCnt="1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7E0A2D65-4D05-486B-ACE6-B0CB286B1A90}" type="pres">
      <dgm:prSet presAssocID="{A233993D-6471-4FC8-9544-269DA2802941}" presName="level3hierChild" presStyleCnt="0"/>
      <dgm:spPr/>
    </dgm:pt>
    <dgm:pt modelId="{18297F3D-B0FB-4EAD-8A4F-51A16AA0F0F3}" type="pres">
      <dgm:prSet presAssocID="{DEA1EDD9-2B2E-4620-97B1-20B0866C4A61}" presName="conn2-1" presStyleLbl="parChTrans1D3" presStyleIdx="4" presStyleCnt="5"/>
      <dgm:spPr/>
      <dgm:t>
        <a:bodyPr/>
        <a:lstStyle/>
        <a:p>
          <a:endParaRPr lang="pt-BR"/>
        </a:p>
      </dgm:t>
    </dgm:pt>
    <dgm:pt modelId="{8EF6FE05-5069-4BB1-8FB9-0F7C1CCB704E}" type="pres">
      <dgm:prSet presAssocID="{DEA1EDD9-2B2E-4620-97B1-20B0866C4A61}" presName="connTx" presStyleLbl="parChTrans1D3" presStyleIdx="4" presStyleCnt="5"/>
      <dgm:spPr/>
      <dgm:t>
        <a:bodyPr/>
        <a:lstStyle/>
        <a:p>
          <a:endParaRPr lang="pt-BR"/>
        </a:p>
      </dgm:t>
    </dgm:pt>
    <dgm:pt modelId="{EDBBA321-DA28-4C10-8982-CD3253787EDA}" type="pres">
      <dgm:prSet presAssocID="{6DFB81F3-31B6-4B1F-9F92-D5257ED82298}" presName="root2" presStyleCnt="0"/>
      <dgm:spPr/>
    </dgm:pt>
    <dgm:pt modelId="{603FD5FB-34C7-475E-BCF9-9EB2E1997AD3}" type="pres">
      <dgm:prSet presAssocID="{6DFB81F3-31B6-4B1F-9F92-D5257ED82298}" presName="LevelTwoTextNode" presStyleLbl="node3" presStyleIdx="4" presStyleCnt="5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71F7AE89-7829-4E39-8B2F-5FF5B0D157C6}" type="pres">
      <dgm:prSet presAssocID="{6DFB81F3-31B6-4B1F-9F92-D5257ED82298}" presName="level3hierChild" presStyleCnt="0"/>
      <dgm:spPr/>
    </dgm:pt>
    <dgm:pt modelId="{9BA6C78C-2538-4C87-84C6-4D87D1A0346B}" type="pres">
      <dgm:prSet presAssocID="{CA4DE9FD-1788-4C12-9153-61FB83E7EFB3}" presName="conn2-1" presStyleLbl="parChTrans1D4" presStyleIdx="12" presStyleCnt="19"/>
      <dgm:spPr/>
      <dgm:t>
        <a:bodyPr/>
        <a:lstStyle/>
        <a:p>
          <a:endParaRPr lang="pt-BR"/>
        </a:p>
      </dgm:t>
    </dgm:pt>
    <dgm:pt modelId="{8D65374F-F009-4DF7-B6C8-A6BA3088DC16}" type="pres">
      <dgm:prSet presAssocID="{CA4DE9FD-1788-4C12-9153-61FB83E7EFB3}" presName="connTx" presStyleLbl="parChTrans1D4" presStyleIdx="12" presStyleCnt="19"/>
      <dgm:spPr/>
      <dgm:t>
        <a:bodyPr/>
        <a:lstStyle/>
        <a:p>
          <a:endParaRPr lang="pt-BR"/>
        </a:p>
      </dgm:t>
    </dgm:pt>
    <dgm:pt modelId="{9DAD9E57-3CD5-4910-B1B9-20D81CA8A530}" type="pres">
      <dgm:prSet presAssocID="{746D363C-423F-44A8-B953-DD35F282D5C3}" presName="root2" presStyleCnt="0"/>
      <dgm:spPr/>
    </dgm:pt>
    <dgm:pt modelId="{8F439F9F-3E05-4E07-AAE0-52B6551D6A2D}" type="pres">
      <dgm:prSet presAssocID="{746D363C-423F-44A8-B953-DD35F282D5C3}" presName="LevelTwoTextNode" presStyleLbl="node4" presStyleIdx="12" presStyleCnt="1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A6E6E362-1A87-4A40-9793-0A0118B7B06C}" type="pres">
      <dgm:prSet presAssocID="{746D363C-423F-44A8-B953-DD35F282D5C3}" presName="level3hierChild" presStyleCnt="0"/>
      <dgm:spPr/>
    </dgm:pt>
    <dgm:pt modelId="{FA093F53-73B5-4E67-96E8-53EF850AAD56}" type="pres">
      <dgm:prSet presAssocID="{2C27A2F0-221D-4EB4-A0C0-0B84ADFAE650}" presName="conn2-1" presStyleLbl="parChTrans1D4" presStyleIdx="13" presStyleCnt="19"/>
      <dgm:spPr/>
      <dgm:t>
        <a:bodyPr/>
        <a:lstStyle/>
        <a:p>
          <a:endParaRPr lang="pt-BR"/>
        </a:p>
      </dgm:t>
    </dgm:pt>
    <dgm:pt modelId="{9A81BBC5-C581-429C-AA9E-0C9AFAA660E9}" type="pres">
      <dgm:prSet presAssocID="{2C27A2F0-221D-4EB4-A0C0-0B84ADFAE650}" presName="connTx" presStyleLbl="parChTrans1D4" presStyleIdx="13" presStyleCnt="19"/>
      <dgm:spPr/>
      <dgm:t>
        <a:bodyPr/>
        <a:lstStyle/>
        <a:p>
          <a:endParaRPr lang="pt-BR"/>
        </a:p>
      </dgm:t>
    </dgm:pt>
    <dgm:pt modelId="{6CAE960F-4B1D-48C6-8FBB-966B37B7B1AC}" type="pres">
      <dgm:prSet presAssocID="{72411364-4668-4D65-A8D2-EF978A954D46}" presName="root2" presStyleCnt="0"/>
      <dgm:spPr/>
    </dgm:pt>
    <dgm:pt modelId="{E889A986-FC10-48C9-9E24-392EEF8453F0}" type="pres">
      <dgm:prSet presAssocID="{72411364-4668-4D65-A8D2-EF978A954D46}" presName="LevelTwoTextNode" presStyleLbl="node4" presStyleIdx="13" presStyleCnt="1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44B01010-438D-40C4-829F-F6BADC00D10B}" type="pres">
      <dgm:prSet presAssocID="{72411364-4668-4D65-A8D2-EF978A954D46}" presName="level3hierChild" presStyleCnt="0"/>
      <dgm:spPr/>
    </dgm:pt>
    <dgm:pt modelId="{2618CC76-DE84-43D7-B641-AF1232386B6E}" type="pres">
      <dgm:prSet presAssocID="{E58D9E77-4A5E-4C94-90A3-747BC53EEA74}" presName="conn2-1" presStyleLbl="parChTrans1D4" presStyleIdx="14" presStyleCnt="19"/>
      <dgm:spPr/>
      <dgm:t>
        <a:bodyPr/>
        <a:lstStyle/>
        <a:p>
          <a:endParaRPr lang="pt-BR"/>
        </a:p>
      </dgm:t>
    </dgm:pt>
    <dgm:pt modelId="{F87C8451-15FE-418C-9A1C-FC2498C94CB3}" type="pres">
      <dgm:prSet presAssocID="{E58D9E77-4A5E-4C94-90A3-747BC53EEA74}" presName="connTx" presStyleLbl="parChTrans1D4" presStyleIdx="14" presStyleCnt="19"/>
      <dgm:spPr/>
      <dgm:t>
        <a:bodyPr/>
        <a:lstStyle/>
        <a:p>
          <a:endParaRPr lang="pt-BR"/>
        </a:p>
      </dgm:t>
    </dgm:pt>
    <dgm:pt modelId="{FD80B3F7-2052-4B7B-9CA7-4843D29B2F02}" type="pres">
      <dgm:prSet presAssocID="{8D06BABD-007B-4234-BE46-166C6041D49B}" presName="root2" presStyleCnt="0"/>
      <dgm:spPr/>
    </dgm:pt>
    <dgm:pt modelId="{5B1AE6F5-30D5-45E4-9D4A-94FD80AFD20B}" type="pres">
      <dgm:prSet presAssocID="{8D06BABD-007B-4234-BE46-166C6041D49B}" presName="LevelTwoTextNode" presStyleLbl="node4" presStyleIdx="14" presStyleCnt="1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1A28B42E-AE18-4210-B3B5-29B45692857F}" type="pres">
      <dgm:prSet presAssocID="{8D06BABD-007B-4234-BE46-166C6041D49B}" presName="level3hierChild" presStyleCnt="0"/>
      <dgm:spPr/>
    </dgm:pt>
    <dgm:pt modelId="{B9496999-3D99-4B71-92A4-04F966EAEDB1}" type="pres">
      <dgm:prSet presAssocID="{66449FCE-23E8-40E7-BFA4-63E780A1E531}" presName="conn2-1" presStyleLbl="parChTrans1D4" presStyleIdx="15" presStyleCnt="19"/>
      <dgm:spPr/>
      <dgm:t>
        <a:bodyPr/>
        <a:lstStyle/>
        <a:p>
          <a:endParaRPr lang="pt-BR"/>
        </a:p>
      </dgm:t>
    </dgm:pt>
    <dgm:pt modelId="{849151CF-3E3F-4CC5-8E31-5EC426695CC9}" type="pres">
      <dgm:prSet presAssocID="{66449FCE-23E8-40E7-BFA4-63E780A1E531}" presName="connTx" presStyleLbl="parChTrans1D4" presStyleIdx="15" presStyleCnt="19"/>
      <dgm:spPr/>
      <dgm:t>
        <a:bodyPr/>
        <a:lstStyle/>
        <a:p>
          <a:endParaRPr lang="pt-BR"/>
        </a:p>
      </dgm:t>
    </dgm:pt>
    <dgm:pt modelId="{0B1B779E-E90F-4316-A6D8-2FD5E2A65A1D}" type="pres">
      <dgm:prSet presAssocID="{A84F177E-7F64-4C08-8435-A76F59BE1336}" presName="root2" presStyleCnt="0"/>
      <dgm:spPr/>
    </dgm:pt>
    <dgm:pt modelId="{1974B987-87B9-4E34-B5DD-775AAEB144AA}" type="pres">
      <dgm:prSet presAssocID="{A84F177E-7F64-4C08-8435-A76F59BE1336}" presName="LevelTwoTextNode" presStyleLbl="node4" presStyleIdx="15" presStyleCnt="1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808DAFFC-F40E-4E04-99C1-C24618DD986A}" type="pres">
      <dgm:prSet presAssocID="{A84F177E-7F64-4C08-8435-A76F59BE1336}" presName="level3hierChild" presStyleCnt="0"/>
      <dgm:spPr/>
    </dgm:pt>
    <dgm:pt modelId="{906A6268-C3BC-4D19-AF0D-9A8D72D0FB7D}" type="pres">
      <dgm:prSet presAssocID="{7901D9DD-BCE0-451F-98BF-A88CA5042AD2}" presName="conn2-1" presStyleLbl="parChTrans1D4" presStyleIdx="16" presStyleCnt="19"/>
      <dgm:spPr/>
      <dgm:t>
        <a:bodyPr/>
        <a:lstStyle/>
        <a:p>
          <a:endParaRPr lang="pt-BR"/>
        </a:p>
      </dgm:t>
    </dgm:pt>
    <dgm:pt modelId="{DE40BA17-DAA4-4D7F-AEFE-5E54A27ED068}" type="pres">
      <dgm:prSet presAssocID="{7901D9DD-BCE0-451F-98BF-A88CA5042AD2}" presName="connTx" presStyleLbl="parChTrans1D4" presStyleIdx="16" presStyleCnt="19"/>
      <dgm:spPr/>
      <dgm:t>
        <a:bodyPr/>
        <a:lstStyle/>
        <a:p>
          <a:endParaRPr lang="pt-BR"/>
        </a:p>
      </dgm:t>
    </dgm:pt>
    <dgm:pt modelId="{90333298-1F0F-4D2B-842B-FB44B876A02C}" type="pres">
      <dgm:prSet presAssocID="{D0BD1F7F-FE8D-44BA-AB74-4BCAEDD4DF28}" presName="root2" presStyleCnt="0"/>
      <dgm:spPr/>
    </dgm:pt>
    <dgm:pt modelId="{D88E33DA-53F4-4FAC-A709-84CCF21F4473}" type="pres">
      <dgm:prSet presAssocID="{D0BD1F7F-FE8D-44BA-AB74-4BCAEDD4DF28}" presName="LevelTwoTextNode" presStyleLbl="node4" presStyleIdx="16" presStyleCnt="1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AF98EAD2-FE50-4FAA-900B-A397E2E1C2D7}" type="pres">
      <dgm:prSet presAssocID="{D0BD1F7F-FE8D-44BA-AB74-4BCAEDD4DF28}" presName="level3hierChild" presStyleCnt="0"/>
      <dgm:spPr/>
    </dgm:pt>
    <dgm:pt modelId="{4D719639-4204-4909-AD74-7ADBA1539665}" type="pres">
      <dgm:prSet presAssocID="{40DA5258-ACFD-48CD-B8FC-50C4867EC1E2}" presName="conn2-1" presStyleLbl="parChTrans1D4" presStyleIdx="17" presStyleCnt="19"/>
      <dgm:spPr/>
      <dgm:t>
        <a:bodyPr/>
        <a:lstStyle/>
        <a:p>
          <a:endParaRPr lang="pt-BR"/>
        </a:p>
      </dgm:t>
    </dgm:pt>
    <dgm:pt modelId="{00A6E7FB-543D-4995-A2D3-4F65A84CD4F3}" type="pres">
      <dgm:prSet presAssocID="{40DA5258-ACFD-48CD-B8FC-50C4867EC1E2}" presName="connTx" presStyleLbl="parChTrans1D4" presStyleIdx="17" presStyleCnt="19"/>
      <dgm:spPr/>
      <dgm:t>
        <a:bodyPr/>
        <a:lstStyle/>
        <a:p>
          <a:endParaRPr lang="pt-BR"/>
        </a:p>
      </dgm:t>
    </dgm:pt>
    <dgm:pt modelId="{9E55A217-8766-4C18-9CD0-0B029C93D39F}" type="pres">
      <dgm:prSet presAssocID="{D35C2E0D-D379-44C3-8713-EA49E2732A8E}" presName="root2" presStyleCnt="0"/>
      <dgm:spPr/>
    </dgm:pt>
    <dgm:pt modelId="{929FF536-CD48-4D50-8245-5CDEA262CA05}" type="pres">
      <dgm:prSet presAssocID="{D35C2E0D-D379-44C3-8713-EA49E2732A8E}" presName="LevelTwoTextNode" presStyleLbl="node4" presStyleIdx="17" presStyleCnt="1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B9F9DE5A-BBB9-4F7F-A848-786325989D3A}" type="pres">
      <dgm:prSet presAssocID="{D35C2E0D-D379-44C3-8713-EA49E2732A8E}" presName="level3hierChild" presStyleCnt="0"/>
      <dgm:spPr/>
    </dgm:pt>
    <dgm:pt modelId="{C315963F-27CC-4ED7-802E-60CB28D443B1}" type="pres">
      <dgm:prSet presAssocID="{31C4A537-FC5C-46E1-ADE3-A6006DBE491B}" presName="conn2-1" presStyleLbl="parChTrans1D4" presStyleIdx="18" presStyleCnt="19"/>
      <dgm:spPr/>
      <dgm:t>
        <a:bodyPr/>
        <a:lstStyle/>
        <a:p>
          <a:endParaRPr lang="pt-BR"/>
        </a:p>
      </dgm:t>
    </dgm:pt>
    <dgm:pt modelId="{A37CB2A2-6996-4193-85F7-A7063491CA45}" type="pres">
      <dgm:prSet presAssocID="{31C4A537-FC5C-46E1-ADE3-A6006DBE491B}" presName="connTx" presStyleLbl="parChTrans1D4" presStyleIdx="18" presStyleCnt="19"/>
      <dgm:spPr/>
      <dgm:t>
        <a:bodyPr/>
        <a:lstStyle/>
        <a:p>
          <a:endParaRPr lang="pt-BR"/>
        </a:p>
      </dgm:t>
    </dgm:pt>
    <dgm:pt modelId="{DFD30BCE-FB01-49BD-9245-42FB1C1B3325}" type="pres">
      <dgm:prSet presAssocID="{F084BB9F-E0D7-46F9-B287-0357E3AD6632}" presName="root2" presStyleCnt="0"/>
      <dgm:spPr/>
    </dgm:pt>
    <dgm:pt modelId="{CE5606DC-0844-4B46-9C4D-8A05260038F5}" type="pres">
      <dgm:prSet presAssocID="{F084BB9F-E0D7-46F9-B287-0357E3AD6632}" presName="LevelTwoTextNode" presStyleLbl="node4" presStyleIdx="18" presStyleCnt="1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0009E5FA-BF3F-4425-BADA-36E5D14090E7}" type="pres">
      <dgm:prSet presAssocID="{F084BB9F-E0D7-46F9-B287-0357E3AD6632}" presName="level3hierChild" presStyleCnt="0"/>
      <dgm:spPr/>
    </dgm:pt>
  </dgm:ptLst>
  <dgm:cxnLst>
    <dgm:cxn modelId="{CB0DA760-C499-4647-84A0-88F9885C1724}" type="presOf" srcId="{00C818D9-FD85-48D3-946D-69350763B52B}" destId="{8FB7B803-8867-4575-AB54-355E93DBF46F}" srcOrd="1" destOrd="0" presId="urn:microsoft.com/office/officeart/2005/8/layout/hierarchy2"/>
    <dgm:cxn modelId="{F202F6E9-FC10-4AA4-AC3C-E0E5F5A962D5}" type="presOf" srcId="{75AEDAD2-BF6A-4295-8E40-A462148BB47B}" destId="{70E89062-F3D5-4CD8-8675-4BFCF81669BE}" srcOrd="0" destOrd="0" presId="urn:microsoft.com/office/officeart/2005/8/layout/hierarchy2"/>
    <dgm:cxn modelId="{79907988-B8C1-42F1-9103-5E8BC72896EC}" type="presOf" srcId="{CCC9BDFE-BBAD-4A29-BAD5-BA44964D1F08}" destId="{9D4C49B6-5262-4827-947C-B1A4B54D63BD}" srcOrd="0" destOrd="0" presId="urn:microsoft.com/office/officeart/2005/8/layout/hierarchy2"/>
    <dgm:cxn modelId="{E875684E-06C3-4C40-88EB-40D2CD43B4A3}" srcId="{8D06BABD-007B-4234-BE46-166C6041D49B}" destId="{D0BD1F7F-FE8D-44BA-AB74-4BCAEDD4DF28}" srcOrd="1" destOrd="0" parTransId="{7901D9DD-BCE0-451F-98BF-A88CA5042AD2}" sibTransId="{78F7E423-D245-4099-BABE-08B369673432}"/>
    <dgm:cxn modelId="{417D8677-F331-4EB9-8F9E-9B72206D6554}" srcId="{7FB3C670-5D37-4AE3-9A8A-E8D2D65A0FBB}" destId="{FCCB02E7-AE51-4246-B6A4-DD648F5FBCE5}" srcOrd="1" destOrd="0" parTransId="{5DE3D17F-8678-4C5F-B754-2DDCDA32149D}" sibTransId="{3BC551F3-7347-4287-98F0-C0A8B52C9F8F}"/>
    <dgm:cxn modelId="{006E808E-72BC-4F2D-87CD-800AB86B4938}" srcId="{EB146015-2FAE-4BD4-9FDB-7D7D8D4A9907}" destId="{723CA52F-0516-45E9-BDD0-A0158F707F2E}" srcOrd="1" destOrd="0" parTransId="{8ECFE225-33F7-46A9-BFCC-C80B57151D97}" sibTransId="{D4016779-4973-4433-AC6D-EC53FFE04096}"/>
    <dgm:cxn modelId="{24AA1AB5-07F9-4FE6-B544-732E08B2D8C8}" type="presOf" srcId="{412EBF8C-C033-43E9-8439-73C7FB1BC61A}" destId="{C056442B-3045-43AB-90C5-0F4AC84D27A4}" srcOrd="1" destOrd="0" presId="urn:microsoft.com/office/officeart/2005/8/layout/hierarchy2"/>
    <dgm:cxn modelId="{FE65EFD9-3C4C-44F7-AF1D-2CA5AA8C0E34}" type="presOf" srcId="{7901D9DD-BCE0-451F-98BF-A88CA5042AD2}" destId="{906A6268-C3BC-4D19-AF0D-9A8D72D0FB7D}" srcOrd="0" destOrd="0" presId="urn:microsoft.com/office/officeart/2005/8/layout/hierarchy2"/>
    <dgm:cxn modelId="{2745FBA3-06A8-48D7-BBA1-45ABEE1D753F}" type="presOf" srcId="{A2FB4A2C-E79D-4F0A-89C9-4A7995E0A937}" destId="{6B1D6622-89E4-4242-AA2B-0E60AF5AB89F}" srcOrd="0" destOrd="0" presId="urn:microsoft.com/office/officeart/2005/8/layout/hierarchy2"/>
    <dgm:cxn modelId="{19A4E4B3-FCFA-4584-8B8D-D11E6407E922}" type="presOf" srcId="{E166F1A9-7C7C-4B1D-B17D-E8D6E81A703D}" destId="{EE74748C-A97A-431B-AE74-98DB57054F48}" srcOrd="1" destOrd="0" presId="urn:microsoft.com/office/officeart/2005/8/layout/hierarchy2"/>
    <dgm:cxn modelId="{6A921E14-32E6-464E-93B0-0F7C3C47A349}" type="presOf" srcId="{D5586853-E8FB-496E-B2EF-23B13A8EADDE}" destId="{CC99D57C-0818-406A-A7AF-76E0420C238B}" srcOrd="0" destOrd="0" presId="urn:microsoft.com/office/officeart/2005/8/layout/hierarchy2"/>
    <dgm:cxn modelId="{3F8DA6E1-F702-4DE5-9FC4-20EC7FD47CF7}" type="presOf" srcId="{E58D9E77-4A5E-4C94-90A3-747BC53EEA74}" destId="{2618CC76-DE84-43D7-B641-AF1232386B6E}" srcOrd="0" destOrd="0" presId="urn:microsoft.com/office/officeart/2005/8/layout/hierarchy2"/>
    <dgm:cxn modelId="{1E783F90-120C-4A2D-A961-CAFF17AF4433}" srcId="{53468E2E-190E-43B2-B5A6-D98593564829}" destId="{28B848EE-60D0-460A-82A3-88A91ECB9CA0}" srcOrd="0" destOrd="0" parTransId="{27422530-E51C-4207-BB8E-7AFDE9E0022A}" sibTransId="{113BDC53-938B-469E-A0DC-FF9DE60886C4}"/>
    <dgm:cxn modelId="{29C79B34-267C-49A8-806E-8153B07A00D0}" type="presOf" srcId="{CCC9BDFE-BBAD-4A29-BAD5-BA44964D1F08}" destId="{5AD284C7-0E56-4A16-A310-61EDFE9E603E}" srcOrd="1" destOrd="0" presId="urn:microsoft.com/office/officeart/2005/8/layout/hierarchy2"/>
    <dgm:cxn modelId="{AC93131F-704D-4B95-AB2D-E6293F2E9E8D}" srcId="{46F81CFE-140A-4561-A840-67CE35F22389}" destId="{4386329E-01AD-476A-AFE0-ABF120E29DFF}" srcOrd="0" destOrd="0" parTransId="{B926F24C-5173-4666-AFA6-21C6559754C1}" sibTransId="{26D8C0F4-F865-4527-A0D7-59ECC4A60B0E}"/>
    <dgm:cxn modelId="{48B5D81D-C85A-4E68-9C54-4E942EA27B50}" type="presOf" srcId="{8ECFE225-33F7-46A9-BFCC-C80B57151D97}" destId="{FCA0A730-0A0C-4B93-860E-F008EAD5E49A}" srcOrd="1" destOrd="0" presId="urn:microsoft.com/office/officeart/2005/8/layout/hierarchy2"/>
    <dgm:cxn modelId="{45CF7873-D3BF-4152-BF50-751332577DDB}" type="presOf" srcId="{40DA5258-ACFD-48CD-B8FC-50C4867EC1E2}" destId="{4D719639-4204-4909-AD74-7ADBA1539665}" srcOrd="0" destOrd="0" presId="urn:microsoft.com/office/officeart/2005/8/layout/hierarchy2"/>
    <dgm:cxn modelId="{78AACB1F-694E-4E98-87F6-1A91961943F9}" type="presOf" srcId="{CDC387AE-358D-4C6F-9159-8989C3BCCF5D}" destId="{ADEAEC2F-E1FA-44F9-A115-6927B5ABF388}" srcOrd="0" destOrd="0" presId="urn:microsoft.com/office/officeart/2005/8/layout/hierarchy2"/>
    <dgm:cxn modelId="{1F38AA78-556C-47D0-87CD-A3FF1F3DE27C}" type="presOf" srcId="{8ECFE225-33F7-46A9-BFCC-C80B57151D97}" destId="{941FA264-AFCB-4E85-BFF0-C3CB1EDEBEF0}" srcOrd="0" destOrd="0" presId="urn:microsoft.com/office/officeart/2005/8/layout/hierarchy2"/>
    <dgm:cxn modelId="{50DCE654-17A6-45BD-AA6E-49D049E7242C}" type="presOf" srcId="{DEA1EDD9-2B2E-4620-97B1-20B0866C4A61}" destId="{8EF6FE05-5069-4BB1-8FB9-0F7C1CCB704E}" srcOrd="1" destOrd="0" presId="urn:microsoft.com/office/officeart/2005/8/layout/hierarchy2"/>
    <dgm:cxn modelId="{2BC17306-8694-4776-B28C-3F021CEEE71D}" type="presOf" srcId="{2C27A2F0-221D-4EB4-A0C0-0B84ADFAE650}" destId="{9A81BBC5-C581-429C-AA9E-0C9AFAA660E9}" srcOrd="1" destOrd="0" presId="urn:microsoft.com/office/officeart/2005/8/layout/hierarchy2"/>
    <dgm:cxn modelId="{C3D66F16-AE58-47ED-B977-7477AA9B9301}" type="presOf" srcId="{A7228F5F-C817-4BBC-B9C7-A7755D811D89}" destId="{FC2D5BF2-B597-4456-86E1-1D107FF6C2BA}" srcOrd="0" destOrd="0" presId="urn:microsoft.com/office/officeart/2005/8/layout/hierarchy2"/>
    <dgm:cxn modelId="{944FEF07-6FEA-4C3C-A494-240E3B5DA75E}" type="presOf" srcId="{F084BB9F-E0D7-46F9-B287-0357E3AD6632}" destId="{CE5606DC-0844-4B46-9C4D-8A05260038F5}" srcOrd="0" destOrd="0" presId="urn:microsoft.com/office/officeart/2005/8/layout/hierarchy2"/>
    <dgm:cxn modelId="{1C047959-0F91-4878-93A6-39A01D9D48ED}" type="presOf" srcId="{25D0BC6D-0F9C-425B-B984-9B8865F25526}" destId="{1AE5D90D-68CF-4E89-9B07-2CEA0DF899ED}" srcOrd="0" destOrd="0" presId="urn:microsoft.com/office/officeart/2005/8/layout/hierarchy2"/>
    <dgm:cxn modelId="{8E169AB8-A320-44FD-907D-87AF3C9F73B8}" type="presOf" srcId="{FA188842-3D06-4E58-A949-6E1E73FB4A8F}" destId="{AC80C457-CF85-4243-B3AE-44EE9C17B224}" srcOrd="0" destOrd="0" presId="urn:microsoft.com/office/officeart/2005/8/layout/hierarchy2"/>
    <dgm:cxn modelId="{68C9F619-CD02-4C5B-9DCF-BB33EF7A8D2E}" type="presOf" srcId="{B926F24C-5173-4666-AFA6-21C6559754C1}" destId="{00A8CA24-FE55-42DA-96CE-E2240007B920}" srcOrd="1" destOrd="0" presId="urn:microsoft.com/office/officeart/2005/8/layout/hierarchy2"/>
    <dgm:cxn modelId="{7BA3B2BB-C3D2-4FC7-A161-2F7E47167225}" srcId="{A2FB4A2C-E79D-4F0A-89C9-4A7995E0A937}" destId="{75AEDAD2-BF6A-4295-8E40-A462148BB47B}" srcOrd="0" destOrd="0" parTransId="{D5586853-E8FB-496E-B2EF-23B13A8EADDE}" sibTransId="{CC3E35AE-10B2-4CDE-886B-D87DD85EFD09}"/>
    <dgm:cxn modelId="{704EB6FD-FBAD-4919-A261-D8DAC3CAFAF5}" srcId="{0E223643-7BCD-4EC9-B58E-8325AF55060F}" destId="{A2FB4A2C-E79D-4F0A-89C9-4A7995E0A937}" srcOrd="0" destOrd="0" parTransId="{06E9B6D9-98A1-4D8A-9EBC-6534395DA25C}" sibTransId="{12F1340B-A84A-43CF-9DDA-1E322175C7DB}"/>
    <dgm:cxn modelId="{7C68B733-66AF-4D6C-A070-612B9BE89D29}" type="presOf" srcId="{FA188842-3D06-4E58-A949-6E1E73FB4A8F}" destId="{1CC6B35A-EFB7-43F8-94C4-DBEC977EFBFD}" srcOrd="1" destOrd="0" presId="urn:microsoft.com/office/officeart/2005/8/layout/hierarchy2"/>
    <dgm:cxn modelId="{F5F58899-1765-4D6B-BEA0-F4BE113AF4A7}" type="presOf" srcId="{412EBF8C-C033-43E9-8439-73C7FB1BC61A}" destId="{C47707B9-92AB-48E2-8D92-B7B3A4079DCF}" srcOrd="0" destOrd="0" presId="urn:microsoft.com/office/officeart/2005/8/layout/hierarchy2"/>
    <dgm:cxn modelId="{F8A8ECD5-1F6F-4FF3-B3A9-4F647FFDCC1D}" srcId="{6DFB81F3-31B6-4B1F-9F92-D5257ED82298}" destId="{746D363C-423F-44A8-B953-DD35F282D5C3}" srcOrd="0" destOrd="0" parTransId="{CA4DE9FD-1788-4C12-9153-61FB83E7EFB3}" sibTransId="{B07E1DEA-7069-4DA2-9337-57D5B11717CB}"/>
    <dgm:cxn modelId="{7EF5419C-7E5F-4B30-AB74-075CF201E4EA}" type="presOf" srcId="{D35C2E0D-D379-44C3-8713-EA49E2732A8E}" destId="{929FF536-CD48-4D50-8245-5CDEA262CA05}" srcOrd="0" destOrd="0" presId="urn:microsoft.com/office/officeart/2005/8/layout/hierarchy2"/>
    <dgm:cxn modelId="{04EF81F8-8D3F-4C66-87A7-0F3D17A541BF}" type="presOf" srcId="{0E223643-7BCD-4EC9-B58E-8325AF55060F}" destId="{66AAE307-8FA5-487E-AD41-1C010ABEB872}" srcOrd="0" destOrd="0" presId="urn:microsoft.com/office/officeart/2005/8/layout/hierarchy2"/>
    <dgm:cxn modelId="{EF14FBC3-518D-4B4A-8191-1A902C73C01C}" type="presOf" srcId="{626829E1-C9F3-4C54-8DC6-E1CDA2F8C5A0}" destId="{D2FD2E74-591A-4D7C-83CA-062B77C1C256}" srcOrd="0" destOrd="0" presId="urn:microsoft.com/office/officeart/2005/8/layout/hierarchy2"/>
    <dgm:cxn modelId="{7E69D07D-D315-451F-B261-CD97B9ED8174}" srcId="{46FF115C-7510-4C3E-A4CC-291039803CE0}" destId="{CDC387AE-358D-4C6F-9159-8989C3BCCF5D}" srcOrd="0" destOrd="0" parTransId="{412EBF8C-C033-43E9-8439-73C7FB1BC61A}" sibTransId="{537B9BA0-8022-4596-95C1-1AC0E8561606}"/>
    <dgm:cxn modelId="{45EE905C-DCFB-4A4F-AD15-22597704EE59}" type="presOf" srcId="{A233993D-6471-4FC8-9544-269DA2802941}" destId="{363FFC05-6C8C-4D8A-80AF-62EA45794BC2}" srcOrd="0" destOrd="0" presId="urn:microsoft.com/office/officeart/2005/8/layout/hierarchy2"/>
    <dgm:cxn modelId="{8F7FAF61-5D1F-4A29-9D08-47D300A6ED3F}" type="presOf" srcId="{6DFB81F3-31B6-4B1F-9F92-D5257ED82298}" destId="{603FD5FB-34C7-475E-BCF9-9EB2E1997AD3}" srcOrd="0" destOrd="0" presId="urn:microsoft.com/office/officeart/2005/8/layout/hierarchy2"/>
    <dgm:cxn modelId="{795B6780-E455-4F28-B37B-8291F4E9F920}" type="presOf" srcId="{B926F24C-5173-4666-AFA6-21C6559754C1}" destId="{C5C0140B-8F28-4090-916F-E6A6A5AF15EE}" srcOrd="0" destOrd="0" presId="urn:microsoft.com/office/officeart/2005/8/layout/hierarchy2"/>
    <dgm:cxn modelId="{E70C3B78-4E15-45BE-8DE5-D1902CA6C528}" type="presOf" srcId="{67AA5577-CA22-4958-A97B-70CF8608EA93}" destId="{E21D087B-08CE-4B87-8598-18890FF01C94}" srcOrd="0" destOrd="0" presId="urn:microsoft.com/office/officeart/2005/8/layout/hierarchy2"/>
    <dgm:cxn modelId="{6F6E45B3-B778-4A88-9A24-971B1BC5BC08}" type="presOf" srcId="{368BFC29-664B-4034-9AD1-E38C614A9A70}" destId="{FE296C35-483B-4061-A374-E0D8CF9C5EE0}" srcOrd="0" destOrd="0" presId="urn:microsoft.com/office/officeart/2005/8/layout/hierarchy2"/>
    <dgm:cxn modelId="{CFD913DC-C507-4A09-A63A-1A243E40C356}" type="presOf" srcId="{31C4A537-FC5C-46E1-ADE3-A6006DBE491B}" destId="{C315963F-27CC-4ED7-802E-60CB28D443B1}" srcOrd="0" destOrd="0" presId="urn:microsoft.com/office/officeart/2005/8/layout/hierarchy2"/>
    <dgm:cxn modelId="{4222D8DE-4711-43D8-A71B-F30CA6B8F82C}" srcId="{EB146015-2FAE-4BD4-9FDB-7D7D8D4A9907}" destId="{0E223643-7BCD-4EC9-B58E-8325AF55060F}" srcOrd="2" destOrd="0" parTransId="{D3919AA2-2C00-4A9D-B489-8F3E44BA7607}" sibTransId="{F4B07393-6AAF-418B-BAEA-98CEDDB882B4}"/>
    <dgm:cxn modelId="{AFA8FD07-7986-4BB9-8F47-146ECA9ED141}" type="presOf" srcId="{D0BD1F7F-FE8D-44BA-AB74-4BCAEDD4DF28}" destId="{D88E33DA-53F4-4FAC-A709-84CCF21F4473}" srcOrd="0" destOrd="0" presId="urn:microsoft.com/office/officeart/2005/8/layout/hierarchy2"/>
    <dgm:cxn modelId="{AD14C807-67B1-44C8-A4D4-844B1170C489}" type="presOf" srcId="{54598835-ED3E-4C3C-BD04-523839471B85}" destId="{5A2D3B24-D286-4A8E-857F-9D740247750E}" srcOrd="0" destOrd="0" presId="urn:microsoft.com/office/officeart/2005/8/layout/hierarchy2"/>
    <dgm:cxn modelId="{F80430E9-4CDE-4309-B514-4E4200F2D886}" srcId="{EB146015-2FAE-4BD4-9FDB-7D7D8D4A9907}" destId="{6DFB81F3-31B6-4B1F-9F92-D5257ED82298}" srcOrd="3" destOrd="0" parTransId="{DEA1EDD9-2B2E-4620-97B1-20B0866C4A61}" sibTransId="{4C2AAF0D-05D4-4E29-B8CD-4751BA2BBA09}"/>
    <dgm:cxn modelId="{59E814AF-9613-4965-ABFC-6EE9E54581A2}" type="presOf" srcId="{00C818D9-FD85-48D3-946D-69350763B52B}" destId="{9B222A10-6A3E-418F-9205-FC0A66453813}" srcOrd="0" destOrd="0" presId="urn:microsoft.com/office/officeart/2005/8/layout/hierarchy2"/>
    <dgm:cxn modelId="{E4D21EDF-F6E4-4F69-BA85-3B6601F7C2CF}" srcId="{8D06BABD-007B-4234-BE46-166C6041D49B}" destId="{A84F177E-7F64-4C08-8435-A76F59BE1336}" srcOrd="0" destOrd="0" parTransId="{66449FCE-23E8-40E7-BFA4-63E780A1E531}" sibTransId="{728B908B-FF7D-48DE-9EB3-658FD8371D4B}"/>
    <dgm:cxn modelId="{CC1276DA-4B3E-404F-9F6D-8E924C13D42B}" type="presOf" srcId="{66449FCE-23E8-40E7-BFA4-63E780A1E531}" destId="{B9496999-3D99-4B71-92A4-04F966EAEDB1}" srcOrd="0" destOrd="0" presId="urn:microsoft.com/office/officeart/2005/8/layout/hierarchy2"/>
    <dgm:cxn modelId="{F3584FC5-FE22-4146-9394-DA5FA4F5F874}" type="presOf" srcId="{06E9B6D9-98A1-4D8A-9EBC-6534395DA25C}" destId="{51AD9E74-380B-478B-AD95-E9CE6A7101EE}" srcOrd="1" destOrd="0" presId="urn:microsoft.com/office/officeart/2005/8/layout/hierarchy2"/>
    <dgm:cxn modelId="{CBCD9342-C7E3-4B3E-8228-15360B6A49CE}" type="presOf" srcId="{D3919AA2-2C00-4A9D-B489-8F3E44BA7607}" destId="{3E1EDAAD-8277-4503-8EB2-2D1C05B5DFDE}" srcOrd="1" destOrd="0" presId="urn:microsoft.com/office/officeart/2005/8/layout/hierarchy2"/>
    <dgm:cxn modelId="{4B917520-2DA3-48A2-B05B-90377605D230}" type="presOf" srcId="{20EE19DE-B2D8-4642-8C72-C4F5B79B0956}" destId="{CAF2B2BF-D563-434C-A836-3206A65EA441}" srcOrd="0" destOrd="0" presId="urn:microsoft.com/office/officeart/2005/8/layout/hierarchy2"/>
    <dgm:cxn modelId="{96304206-1CB2-47EC-B0FC-96741523198D}" srcId="{72411364-4668-4D65-A8D2-EF978A954D46}" destId="{8D06BABD-007B-4234-BE46-166C6041D49B}" srcOrd="0" destOrd="0" parTransId="{E58D9E77-4A5E-4C94-90A3-747BC53EEA74}" sibTransId="{339A37DE-8FA8-418F-91C5-4B21904D2D64}"/>
    <dgm:cxn modelId="{B26A40C4-ABC2-4E0C-B696-D65318178C0F}" type="presOf" srcId="{31C4A537-FC5C-46E1-ADE3-A6006DBE491B}" destId="{A37CB2A2-6996-4193-85F7-A7063491CA45}" srcOrd="1" destOrd="0" presId="urn:microsoft.com/office/officeart/2005/8/layout/hierarchy2"/>
    <dgm:cxn modelId="{EA18A7B5-FD49-4107-B421-D73819EA820F}" srcId="{4386329E-01AD-476A-AFE0-ABF120E29DFF}" destId="{7FB3C670-5D37-4AE3-9A8A-E8D2D65A0FBB}" srcOrd="0" destOrd="0" parTransId="{BFCA4FD1-A452-424E-8B05-DF6C678F4736}" sibTransId="{B815A4B0-D5B8-4095-BBF8-86D74DE6E607}"/>
    <dgm:cxn modelId="{7FFCF689-B7C8-4376-932A-4E0C2D436477}" type="presOf" srcId="{D5586853-E8FB-496E-B2EF-23B13A8EADDE}" destId="{42B9E398-791E-4218-A43A-47FF2536FD3F}" srcOrd="1" destOrd="0" presId="urn:microsoft.com/office/officeart/2005/8/layout/hierarchy2"/>
    <dgm:cxn modelId="{C3829C23-D750-48D9-A087-20F2F7A7C14C}" type="presOf" srcId="{4386329E-01AD-476A-AFE0-ABF120E29DFF}" destId="{7210672F-BCCD-417F-89BF-842CD9D4A880}" srcOrd="0" destOrd="0" presId="urn:microsoft.com/office/officeart/2005/8/layout/hierarchy2"/>
    <dgm:cxn modelId="{D4E390D9-D578-4402-94C4-1C1F4FA1C42C}" type="presOf" srcId="{55E14831-6122-4317-B266-CF9A71A6FD53}" destId="{345E5C0A-053D-4612-900A-B45DFA1B1EE8}" srcOrd="0" destOrd="0" presId="urn:microsoft.com/office/officeart/2005/8/layout/hierarchy2"/>
    <dgm:cxn modelId="{C2E3E5AB-2225-42F9-9211-92206A88D177}" srcId="{626829E1-C9F3-4C54-8DC6-E1CDA2F8C5A0}" destId="{67AA5577-CA22-4958-A97B-70CF8608EA93}" srcOrd="0" destOrd="0" parTransId="{FA188842-3D06-4E58-A949-6E1E73FB4A8F}" sibTransId="{3339B50E-171D-4558-B62A-3EB84D6BE4C7}"/>
    <dgm:cxn modelId="{ABBCAA68-99F1-4B92-936A-080044622FDA}" type="presOf" srcId="{FCCB02E7-AE51-4246-B6A4-DD648F5FBCE5}" destId="{278E396F-5BE3-4D1E-811E-EDDD3EF9451F}" srcOrd="0" destOrd="0" presId="urn:microsoft.com/office/officeart/2005/8/layout/hierarchy2"/>
    <dgm:cxn modelId="{F2C3661E-240E-4DC1-8573-5E2442FE495F}" type="presOf" srcId="{72411364-4668-4D65-A8D2-EF978A954D46}" destId="{E889A986-FC10-48C9-9E24-392EEF8453F0}" srcOrd="0" destOrd="0" presId="urn:microsoft.com/office/officeart/2005/8/layout/hierarchy2"/>
    <dgm:cxn modelId="{BB222FFC-2348-489E-8417-77C0030F6DEC}" type="presOf" srcId="{723CA52F-0516-45E9-BDD0-A0158F707F2E}" destId="{C81734E8-EED9-49C5-AB83-EDB05E85B925}" srcOrd="0" destOrd="0" presId="urn:microsoft.com/office/officeart/2005/8/layout/hierarchy2"/>
    <dgm:cxn modelId="{6D765D88-570A-4A65-8388-0CF1C0A6D4A6}" srcId="{28B848EE-60D0-460A-82A3-88A91ECB9CA0}" destId="{626829E1-C9F3-4C54-8DC6-E1CDA2F8C5A0}" srcOrd="0" destOrd="0" parTransId="{CCC9BDFE-BBAD-4A29-BAD5-BA44964D1F08}" sibTransId="{34EA173F-B56B-4B37-9A01-644D870A6CAD}"/>
    <dgm:cxn modelId="{2AEE3A49-3C66-45C2-BA6E-515708E0E3F8}" type="presOf" srcId="{5DE3D17F-8678-4C5F-B754-2DDCDA32149D}" destId="{17B0196D-C4C7-44F8-9171-200FEE300559}" srcOrd="0" destOrd="0" presId="urn:microsoft.com/office/officeart/2005/8/layout/hierarchy2"/>
    <dgm:cxn modelId="{58166DFD-A135-413B-BF4E-6E00D5E5470E}" type="presOf" srcId="{E166F1A9-7C7C-4B1D-B17D-E8D6E81A703D}" destId="{ACA5703B-A5D3-41EC-97EC-781E25741D42}" srcOrd="0" destOrd="0" presId="urn:microsoft.com/office/officeart/2005/8/layout/hierarchy2"/>
    <dgm:cxn modelId="{F6074358-58AA-4A59-BAE7-C99363047BE1}" type="presOf" srcId="{77760198-9D9B-4DBB-BDC2-35A29FEA5DC0}" destId="{AC75F99C-2E24-4958-9235-41DD52178889}" srcOrd="0" destOrd="0" presId="urn:microsoft.com/office/officeart/2005/8/layout/hierarchy2"/>
    <dgm:cxn modelId="{5FAB46B1-FAEB-4BAF-9271-6D435903131B}" type="presOf" srcId="{9EFA4276-1D43-43F9-8309-B153A9E2AEDA}" destId="{A29B8A17-D089-458F-9525-04B7624B967E}" srcOrd="0" destOrd="0" presId="urn:microsoft.com/office/officeart/2005/8/layout/hierarchy2"/>
    <dgm:cxn modelId="{494C97CF-6420-450B-83C7-7F33E4C63278}" type="presOf" srcId="{E58D9E77-4A5E-4C94-90A3-747BC53EEA74}" destId="{F87C8451-15FE-418C-9A1C-FC2498C94CB3}" srcOrd="1" destOrd="0" presId="urn:microsoft.com/office/officeart/2005/8/layout/hierarchy2"/>
    <dgm:cxn modelId="{826393A6-487C-455B-9EB2-1E7B73E9CAFC}" srcId="{55E14831-6122-4317-B266-CF9A71A6FD53}" destId="{A233993D-6471-4FC8-9544-269DA2802941}" srcOrd="0" destOrd="0" parTransId="{A7228F5F-C817-4BBC-B9C7-A7755D811D89}" sibTransId="{7791DC13-8491-4480-A039-3537382DFC43}"/>
    <dgm:cxn modelId="{3982710D-C218-4B79-BAC2-337E77669410}" srcId="{D35C2E0D-D379-44C3-8713-EA49E2732A8E}" destId="{F084BB9F-E0D7-46F9-B287-0357E3AD6632}" srcOrd="0" destOrd="0" parTransId="{31C4A537-FC5C-46E1-ADE3-A6006DBE491B}" sibTransId="{EB8791FC-3E69-44EC-83BA-4C92E26749A2}"/>
    <dgm:cxn modelId="{82CD18C9-3822-4B1E-9399-63B93893043A}" srcId="{6DFB81F3-31B6-4B1F-9F92-D5257ED82298}" destId="{D35C2E0D-D379-44C3-8713-EA49E2732A8E}" srcOrd="1" destOrd="0" parTransId="{40DA5258-ACFD-48CD-B8FC-50C4867EC1E2}" sibTransId="{14CCD820-BE65-4E74-A42F-402D5DF591D9}"/>
    <dgm:cxn modelId="{F5E40A48-6B0C-4C9A-B012-24B708EC29E5}" type="presOf" srcId="{3A76B245-5523-4072-931D-5A23E2BC9A0A}" destId="{E5A9D79E-45F2-4082-91F4-29011F4DDACD}" srcOrd="0" destOrd="0" presId="urn:microsoft.com/office/officeart/2005/8/layout/hierarchy2"/>
    <dgm:cxn modelId="{168E4AE2-2C9F-4274-911E-A204E57390E9}" srcId="{EB146015-2FAE-4BD4-9FDB-7D7D8D4A9907}" destId="{46F81CFE-140A-4561-A840-67CE35F22389}" srcOrd="0" destOrd="0" parTransId="{00C818D9-FD85-48D3-946D-69350763B52B}" sibTransId="{35F0F783-8F88-44BA-B38E-44DD1E05907E}"/>
    <dgm:cxn modelId="{84F0FF68-1063-490B-96B0-4ACB6D9D090E}" type="presOf" srcId="{D3919AA2-2C00-4A9D-B489-8F3E44BA7607}" destId="{E600B980-D982-4912-AB08-7074D0112C89}" srcOrd="0" destOrd="0" presId="urn:microsoft.com/office/officeart/2005/8/layout/hierarchy2"/>
    <dgm:cxn modelId="{EFA5D5CE-7877-43E0-87CE-B497C5F08135}" type="presOf" srcId="{20EE19DE-B2D8-4642-8C72-C4F5B79B0956}" destId="{F635ADEF-E833-4C1C-B467-CF1320291E29}" srcOrd="1" destOrd="0" presId="urn:microsoft.com/office/officeart/2005/8/layout/hierarchy2"/>
    <dgm:cxn modelId="{C66FEA80-4E5A-48E4-8C3B-52B70CEE88A0}" type="presOf" srcId="{BFCA4FD1-A452-424E-8B05-DF6C678F4736}" destId="{B05F8B8F-2A15-4C38-87B6-8DBF99D3AA8B}" srcOrd="0" destOrd="0" presId="urn:microsoft.com/office/officeart/2005/8/layout/hierarchy2"/>
    <dgm:cxn modelId="{D845BFCE-ED27-4C62-ADB6-9B524000BCC7}" type="presOf" srcId="{53468E2E-190E-43B2-B5A6-D98593564829}" destId="{9BB68AB6-CFDC-437E-966E-5E6EFF74717B}" srcOrd="0" destOrd="0" presId="urn:microsoft.com/office/officeart/2005/8/layout/hierarchy2"/>
    <dgm:cxn modelId="{CED89D63-07DD-4D0F-9D30-70B7E0F57A14}" type="presOf" srcId="{54598835-ED3E-4C3C-BD04-523839471B85}" destId="{A0058526-7DAE-4104-9F6B-57539210ED81}" srcOrd="1" destOrd="0" presId="urn:microsoft.com/office/officeart/2005/8/layout/hierarchy2"/>
    <dgm:cxn modelId="{B0A1AFA7-F552-464B-9073-9CFE81D173B2}" srcId="{0E223643-7BCD-4EC9-B58E-8325AF55060F}" destId="{55E14831-6122-4317-B266-CF9A71A6FD53}" srcOrd="1" destOrd="0" parTransId="{E166F1A9-7C7C-4B1D-B17D-E8D6E81A703D}" sibTransId="{A6411876-D51E-4F7A-8163-5FB3246D070B}"/>
    <dgm:cxn modelId="{F666E80D-56CD-4CBC-B572-F7E46CF4DE4F}" type="presOf" srcId="{2C27A2F0-221D-4EB4-A0C0-0B84ADFAE650}" destId="{FA093F53-73B5-4E67-96E8-53EF850AAD56}" srcOrd="0" destOrd="0" presId="urn:microsoft.com/office/officeart/2005/8/layout/hierarchy2"/>
    <dgm:cxn modelId="{1F890801-766B-4949-AC8B-F810E57820EC}" type="presOf" srcId="{46FF115C-7510-4C3E-A4CC-291039803CE0}" destId="{EFFB974A-179C-4DD4-9074-917132BD5AA0}" srcOrd="0" destOrd="0" presId="urn:microsoft.com/office/officeart/2005/8/layout/hierarchy2"/>
    <dgm:cxn modelId="{1A01B827-94AC-4B8C-9644-4AE7068BB428}" type="presOf" srcId="{CA4DE9FD-1788-4C12-9153-61FB83E7EFB3}" destId="{8D65374F-F009-4DF7-B6C8-A6BA3088DC16}" srcOrd="1" destOrd="0" presId="urn:microsoft.com/office/officeart/2005/8/layout/hierarchy2"/>
    <dgm:cxn modelId="{EEA0130A-C7A9-439B-8810-C72E61BFC4A9}" type="presOf" srcId="{368BFC29-664B-4034-9AD1-E38C614A9A70}" destId="{9BC3C3B4-0DFB-4C81-B8BB-FD2A20D0CFBD}" srcOrd="1" destOrd="0" presId="urn:microsoft.com/office/officeart/2005/8/layout/hierarchy2"/>
    <dgm:cxn modelId="{F6BEB41F-263B-47C3-AED8-5D65568F151A}" type="presOf" srcId="{CA4DE9FD-1788-4C12-9153-61FB83E7EFB3}" destId="{9BA6C78C-2538-4C87-84C6-4D87D1A0346B}" srcOrd="0" destOrd="0" presId="urn:microsoft.com/office/officeart/2005/8/layout/hierarchy2"/>
    <dgm:cxn modelId="{A8993AE5-DD42-466C-A357-782744D95BE9}" type="presOf" srcId="{BFCA4FD1-A452-424E-8B05-DF6C678F4736}" destId="{497E1F79-9E8D-4739-8E9A-C4F3B553A62A}" srcOrd="1" destOrd="0" presId="urn:microsoft.com/office/officeart/2005/8/layout/hierarchy2"/>
    <dgm:cxn modelId="{41EF65BC-9199-4ECC-898F-89A9049D66E6}" srcId="{7FB3C670-5D37-4AE3-9A8A-E8D2D65A0FBB}" destId="{3A76B245-5523-4072-931D-5A23E2BC9A0A}" srcOrd="0" destOrd="0" parTransId="{20EE19DE-B2D8-4642-8C72-C4F5B79B0956}" sibTransId="{2C45BFD1-5E02-4352-B658-0D66549120F4}"/>
    <dgm:cxn modelId="{94F84532-9EDB-4FA7-87CE-3FDA07C5AE84}" srcId="{746D363C-423F-44A8-B953-DD35F282D5C3}" destId="{72411364-4668-4D65-A8D2-EF978A954D46}" srcOrd="0" destOrd="0" parTransId="{2C27A2F0-221D-4EB4-A0C0-0B84ADFAE650}" sibTransId="{3A0F157E-D88B-48ED-ACCF-887DF6F4DCFB}"/>
    <dgm:cxn modelId="{25AD66E8-5CAA-4237-A0AB-D4FCF8D00520}" type="presOf" srcId="{06E9B6D9-98A1-4D8A-9EBC-6534395DA25C}" destId="{DEEF70FB-7E5A-4D3F-B29E-DE8652960097}" srcOrd="0" destOrd="0" presId="urn:microsoft.com/office/officeart/2005/8/layout/hierarchy2"/>
    <dgm:cxn modelId="{39BB31FC-9499-4D0B-B0C9-0FA33D8ECAEF}" type="presOf" srcId="{46F81CFE-140A-4561-A840-67CE35F22389}" destId="{2AD1BD4D-FFFE-4C78-A64F-433A31E70B07}" srcOrd="0" destOrd="0" presId="urn:microsoft.com/office/officeart/2005/8/layout/hierarchy2"/>
    <dgm:cxn modelId="{DD5902F0-8C54-4EDB-9437-5BF830012680}" srcId="{75AEDAD2-BF6A-4295-8E40-A462148BB47B}" destId="{46FF115C-7510-4C3E-A4CC-291039803CE0}" srcOrd="0" destOrd="0" parTransId="{368BFC29-664B-4034-9AD1-E38C614A9A70}" sibTransId="{F5B2D47E-9939-4952-95EB-B6C1124C209D}"/>
    <dgm:cxn modelId="{BC2CDD3B-A555-4403-A411-107770D89DCE}" type="presOf" srcId="{25D0BC6D-0F9C-425B-B984-9B8865F25526}" destId="{0F0F1026-A29A-4C8B-A27E-99068C8B6E8E}" srcOrd="1" destOrd="0" presId="urn:microsoft.com/office/officeart/2005/8/layout/hierarchy2"/>
    <dgm:cxn modelId="{BD7405A3-BE33-4279-AA9F-9F2E5B90E00D}" srcId="{28B848EE-60D0-460A-82A3-88A91ECB9CA0}" destId="{EB146015-2FAE-4BD4-9FDB-7D7D8D4A9907}" srcOrd="1" destOrd="0" parTransId="{25D0BC6D-0F9C-425B-B984-9B8865F25526}" sibTransId="{13B3015C-D1EA-4C0D-835A-C095352DE171}"/>
    <dgm:cxn modelId="{8ECDC943-D2CD-4115-B129-E4AE1AEC0522}" type="presOf" srcId="{28B848EE-60D0-460A-82A3-88A91ECB9CA0}" destId="{14DC5548-72C6-4A55-97E7-92C868F4E9D6}" srcOrd="0" destOrd="0" presId="urn:microsoft.com/office/officeart/2005/8/layout/hierarchy2"/>
    <dgm:cxn modelId="{58DBDE7A-F6BA-49A9-89A8-DC6E4AEC87E6}" type="presOf" srcId="{40DA5258-ACFD-48CD-B8FC-50C4867EC1E2}" destId="{00A6E7FB-543D-4995-A2D3-4F65A84CD4F3}" srcOrd="1" destOrd="0" presId="urn:microsoft.com/office/officeart/2005/8/layout/hierarchy2"/>
    <dgm:cxn modelId="{3AB3CA49-9830-4417-8865-992354AB603D}" type="presOf" srcId="{9EFA4276-1D43-43F9-8309-B153A9E2AEDA}" destId="{531CE7C7-874C-4063-A7DD-BFFDEF63BEB0}" srcOrd="1" destOrd="0" presId="urn:microsoft.com/office/officeart/2005/8/layout/hierarchy2"/>
    <dgm:cxn modelId="{CB71AD9E-E90C-4945-8BEE-7AAE6DFCDBAD}" type="presOf" srcId="{EB146015-2FAE-4BD4-9FDB-7D7D8D4A9907}" destId="{43C3D37C-517F-4964-9A53-5AF23CACA87B}" srcOrd="0" destOrd="0" presId="urn:microsoft.com/office/officeart/2005/8/layout/hierarchy2"/>
    <dgm:cxn modelId="{93E5B38A-2339-4291-A87D-935AE73471FD}" type="presOf" srcId="{A7228F5F-C817-4BBC-B9C7-A7755D811D89}" destId="{2F917502-DF91-45AE-A016-DF1726C76EA2}" srcOrd="1" destOrd="0" presId="urn:microsoft.com/office/officeart/2005/8/layout/hierarchy2"/>
    <dgm:cxn modelId="{8BE33A7F-834B-4B32-96E3-5B32D11F8FD1}" srcId="{723CA52F-0516-45E9-BDD0-A0158F707F2E}" destId="{FCC59669-AB9D-4F52-8BCD-4CCBD92A8CAB}" srcOrd="0" destOrd="0" parTransId="{9EFA4276-1D43-43F9-8309-B153A9E2AEDA}" sibTransId="{ED5D9C77-8B90-4B17-A0D2-5D71CBE6114F}"/>
    <dgm:cxn modelId="{DC0070D9-8384-435E-A601-93D6D97B6E09}" type="presOf" srcId="{8D06BABD-007B-4234-BE46-166C6041D49B}" destId="{5B1AE6F5-30D5-45E4-9D4A-94FD80AFD20B}" srcOrd="0" destOrd="0" presId="urn:microsoft.com/office/officeart/2005/8/layout/hierarchy2"/>
    <dgm:cxn modelId="{F7757B42-BDF6-4C21-A51E-8A41A36A5610}" type="presOf" srcId="{7901D9DD-BCE0-451F-98BF-A88CA5042AD2}" destId="{DE40BA17-DAA4-4D7F-AEFE-5E54A27ED068}" srcOrd="1" destOrd="0" presId="urn:microsoft.com/office/officeart/2005/8/layout/hierarchy2"/>
    <dgm:cxn modelId="{DED94E0E-8F27-46F0-9627-D7C5C828A7A5}" type="presOf" srcId="{5DE3D17F-8678-4C5F-B754-2DDCDA32149D}" destId="{A68EDA20-07D2-4F7C-B0A5-A0243AACD475}" srcOrd="1" destOrd="0" presId="urn:microsoft.com/office/officeart/2005/8/layout/hierarchy2"/>
    <dgm:cxn modelId="{1386DF90-6871-42DA-B6B9-FBF5CF52DBFA}" type="presOf" srcId="{FCC59669-AB9D-4F52-8BCD-4CCBD92A8CAB}" destId="{08C3837D-BB5B-4A22-95F8-DF59E2D5F116}" srcOrd="0" destOrd="0" presId="urn:microsoft.com/office/officeart/2005/8/layout/hierarchy2"/>
    <dgm:cxn modelId="{2A854057-584E-4AF6-A902-198251230D1C}" srcId="{46FF115C-7510-4C3E-A4CC-291039803CE0}" destId="{77760198-9D9B-4DBB-BDC2-35A29FEA5DC0}" srcOrd="1" destOrd="0" parTransId="{54598835-ED3E-4C3C-BD04-523839471B85}" sibTransId="{48C9DDB0-53EB-404C-87E9-F925149685AB}"/>
    <dgm:cxn modelId="{729DCCB0-1E76-4FE4-8D12-4572BFE62A1D}" type="presOf" srcId="{A84F177E-7F64-4C08-8435-A76F59BE1336}" destId="{1974B987-87B9-4E34-B5DD-775AAEB144AA}" srcOrd="0" destOrd="0" presId="urn:microsoft.com/office/officeart/2005/8/layout/hierarchy2"/>
    <dgm:cxn modelId="{3E668507-AFD5-4695-8A06-FE4F2DF258B6}" type="presOf" srcId="{DEA1EDD9-2B2E-4620-97B1-20B0866C4A61}" destId="{18297F3D-B0FB-4EAD-8A4F-51A16AA0F0F3}" srcOrd="0" destOrd="0" presId="urn:microsoft.com/office/officeart/2005/8/layout/hierarchy2"/>
    <dgm:cxn modelId="{FF182FA9-B3F1-4D43-A907-395B100067E9}" type="presOf" srcId="{66449FCE-23E8-40E7-BFA4-63E780A1E531}" destId="{849151CF-3E3F-4CC5-8E31-5EC426695CC9}" srcOrd="1" destOrd="0" presId="urn:microsoft.com/office/officeart/2005/8/layout/hierarchy2"/>
    <dgm:cxn modelId="{05701F82-273F-43AD-888D-0C392D9AD2A1}" type="presOf" srcId="{7FB3C670-5D37-4AE3-9A8A-E8D2D65A0FBB}" destId="{56C6631D-4817-4AA6-B650-71689018DAE4}" srcOrd="0" destOrd="0" presId="urn:microsoft.com/office/officeart/2005/8/layout/hierarchy2"/>
    <dgm:cxn modelId="{B5434135-F120-4796-AEDE-8582473D165D}" type="presOf" srcId="{746D363C-423F-44A8-B953-DD35F282D5C3}" destId="{8F439F9F-3E05-4E07-AAE0-52B6551D6A2D}" srcOrd="0" destOrd="0" presId="urn:microsoft.com/office/officeart/2005/8/layout/hierarchy2"/>
    <dgm:cxn modelId="{52B6C55A-BBBE-4C50-A1C7-6DBE64760D48}" type="presParOf" srcId="{9BB68AB6-CFDC-437E-966E-5E6EFF74717B}" destId="{5C5E8D9B-A703-4A4E-8101-E6A045F54DC5}" srcOrd="0" destOrd="0" presId="urn:microsoft.com/office/officeart/2005/8/layout/hierarchy2"/>
    <dgm:cxn modelId="{0BE76053-582D-4F6C-ABEB-04620B54BBA6}" type="presParOf" srcId="{5C5E8D9B-A703-4A4E-8101-E6A045F54DC5}" destId="{14DC5548-72C6-4A55-97E7-92C868F4E9D6}" srcOrd="0" destOrd="0" presId="urn:microsoft.com/office/officeart/2005/8/layout/hierarchy2"/>
    <dgm:cxn modelId="{BBCEC044-23E0-4248-9710-1E7DBDDA68DB}" type="presParOf" srcId="{5C5E8D9B-A703-4A4E-8101-E6A045F54DC5}" destId="{ED20E338-1C65-4C3E-9F95-62CBC2FF7F88}" srcOrd="1" destOrd="0" presId="urn:microsoft.com/office/officeart/2005/8/layout/hierarchy2"/>
    <dgm:cxn modelId="{06918B2F-6263-4C6B-AA30-01E75207C684}" type="presParOf" srcId="{ED20E338-1C65-4C3E-9F95-62CBC2FF7F88}" destId="{9D4C49B6-5262-4827-947C-B1A4B54D63BD}" srcOrd="0" destOrd="0" presId="urn:microsoft.com/office/officeart/2005/8/layout/hierarchy2"/>
    <dgm:cxn modelId="{66CD490E-2D02-420E-B02B-8CC319618337}" type="presParOf" srcId="{9D4C49B6-5262-4827-947C-B1A4B54D63BD}" destId="{5AD284C7-0E56-4A16-A310-61EDFE9E603E}" srcOrd="0" destOrd="0" presId="urn:microsoft.com/office/officeart/2005/8/layout/hierarchy2"/>
    <dgm:cxn modelId="{80BF327D-240D-4C7C-BDA7-F4B3031B5D00}" type="presParOf" srcId="{ED20E338-1C65-4C3E-9F95-62CBC2FF7F88}" destId="{D8F9335F-54AD-47DD-9D11-A1C55A4A68A5}" srcOrd="1" destOrd="0" presId="urn:microsoft.com/office/officeart/2005/8/layout/hierarchy2"/>
    <dgm:cxn modelId="{E9DC5351-E04A-4076-833A-DEE71E7B5BD9}" type="presParOf" srcId="{D8F9335F-54AD-47DD-9D11-A1C55A4A68A5}" destId="{D2FD2E74-591A-4D7C-83CA-062B77C1C256}" srcOrd="0" destOrd="0" presId="urn:microsoft.com/office/officeart/2005/8/layout/hierarchy2"/>
    <dgm:cxn modelId="{F3F4CE49-482C-4A8A-B503-9398903EF85D}" type="presParOf" srcId="{D8F9335F-54AD-47DD-9D11-A1C55A4A68A5}" destId="{2A90A833-7A2F-4503-B14A-DFEEFC2F1F35}" srcOrd="1" destOrd="0" presId="urn:microsoft.com/office/officeart/2005/8/layout/hierarchy2"/>
    <dgm:cxn modelId="{9DE849FC-1084-4C84-87F4-9CC47D7153B0}" type="presParOf" srcId="{2A90A833-7A2F-4503-B14A-DFEEFC2F1F35}" destId="{AC80C457-CF85-4243-B3AE-44EE9C17B224}" srcOrd="0" destOrd="0" presId="urn:microsoft.com/office/officeart/2005/8/layout/hierarchy2"/>
    <dgm:cxn modelId="{7186A3EA-1CF3-47E5-801F-327C4D47B37E}" type="presParOf" srcId="{AC80C457-CF85-4243-B3AE-44EE9C17B224}" destId="{1CC6B35A-EFB7-43F8-94C4-DBEC977EFBFD}" srcOrd="0" destOrd="0" presId="urn:microsoft.com/office/officeart/2005/8/layout/hierarchy2"/>
    <dgm:cxn modelId="{0879F134-FC9A-47C6-8192-D870D0F295A6}" type="presParOf" srcId="{2A90A833-7A2F-4503-B14A-DFEEFC2F1F35}" destId="{575F3CD7-C84A-4AF4-A22F-B2E468BEA82E}" srcOrd="1" destOrd="0" presId="urn:microsoft.com/office/officeart/2005/8/layout/hierarchy2"/>
    <dgm:cxn modelId="{8944BB06-5163-47E9-8FAB-8F06A19408E8}" type="presParOf" srcId="{575F3CD7-C84A-4AF4-A22F-B2E468BEA82E}" destId="{E21D087B-08CE-4B87-8598-18890FF01C94}" srcOrd="0" destOrd="0" presId="urn:microsoft.com/office/officeart/2005/8/layout/hierarchy2"/>
    <dgm:cxn modelId="{DFBBD79C-1DEE-4DD1-9BD3-C5F9A803E628}" type="presParOf" srcId="{575F3CD7-C84A-4AF4-A22F-B2E468BEA82E}" destId="{14BD8908-0BD7-4AF8-A00B-A8D765450C4B}" srcOrd="1" destOrd="0" presId="urn:microsoft.com/office/officeart/2005/8/layout/hierarchy2"/>
    <dgm:cxn modelId="{EA9BBD9D-D89F-4FC5-B22C-EE416F210184}" type="presParOf" srcId="{ED20E338-1C65-4C3E-9F95-62CBC2FF7F88}" destId="{1AE5D90D-68CF-4E89-9B07-2CEA0DF899ED}" srcOrd="2" destOrd="0" presId="urn:microsoft.com/office/officeart/2005/8/layout/hierarchy2"/>
    <dgm:cxn modelId="{8F7274AF-2E1E-4AF7-8C8B-DF179CAD1F24}" type="presParOf" srcId="{1AE5D90D-68CF-4E89-9B07-2CEA0DF899ED}" destId="{0F0F1026-A29A-4C8B-A27E-99068C8B6E8E}" srcOrd="0" destOrd="0" presId="urn:microsoft.com/office/officeart/2005/8/layout/hierarchy2"/>
    <dgm:cxn modelId="{709EEAEF-7DA5-4780-98F3-6ECAF8B79604}" type="presParOf" srcId="{ED20E338-1C65-4C3E-9F95-62CBC2FF7F88}" destId="{3D8DD915-4E5E-441C-91DB-A2BA91BAC048}" srcOrd="3" destOrd="0" presId="urn:microsoft.com/office/officeart/2005/8/layout/hierarchy2"/>
    <dgm:cxn modelId="{0B6F334D-7E42-49D2-9DC5-79B803782DA9}" type="presParOf" srcId="{3D8DD915-4E5E-441C-91DB-A2BA91BAC048}" destId="{43C3D37C-517F-4964-9A53-5AF23CACA87B}" srcOrd="0" destOrd="0" presId="urn:microsoft.com/office/officeart/2005/8/layout/hierarchy2"/>
    <dgm:cxn modelId="{B52BDFB0-3CE7-4318-B0BE-BF42D168D181}" type="presParOf" srcId="{3D8DD915-4E5E-441C-91DB-A2BA91BAC048}" destId="{F2E195A5-3E9E-4132-A798-9EF45B7A91EC}" srcOrd="1" destOrd="0" presId="urn:microsoft.com/office/officeart/2005/8/layout/hierarchy2"/>
    <dgm:cxn modelId="{49AA4789-A568-476A-A5D2-D4EC355F3EDB}" type="presParOf" srcId="{F2E195A5-3E9E-4132-A798-9EF45B7A91EC}" destId="{9B222A10-6A3E-418F-9205-FC0A66453813}" srcOrd="0" destOrd="0" presId="urn:microsoft.com/office/officeart/2005/8/layout/hierarchy2"/>
    <dgm:cxn modelId="{77EE9DBA-F5C1-4F73-AD2B-8B08E40FFC74}" type="presParOf" srcId="{9B222A10-6A3E-418F-9205-FC0A66453813}" destId="{8FB7B803-8867-4575-AB54-355E93DBF46F}" srcOrd="0" destOrd="0" presId="urn:microsoft.com/office/officeart/2005/8/layout/hierarchy2"/>
    <dgm:cxn modelId="{64C4EE1A-A8B1-46EB-8BFC-43B1B45B2B29}" type="presParOf" srcId="{F2E195A5-3E9E-4132-A798-9EF45B7A91EC}" destId="{53378CFA-24CE-4CC4-998D-4BFF0A3BAF9A}" srcOrd="1" destOrd="0" presId="urn:microsoft.com/office/officeart/2005/8/layout/hierarchy2"/>
    <dgm:cxn modelId="{BBC711BF-FBCA-46E6-ACF2-1835E0DF3271}" type="presParOf" srcId="{53378CFA-24CE-4CC4-998D-4BFF0A3BAF9A}" destId="{2AD1BD4D-FFFE-4C78-A64F-433A31E70B07}" srcOrd="0" destOrd="0" presId="urn:microsoft.com/office/officeart/2005/8/layout/hierarchy2"/>
    <dgm:cxn modelId="{6F27445A-531A-4F6D-A98A-778C1FCCA810}" type="presParOf" srcId="{53378CFA-24CE-4CC4-998D-4BFF0A3BAF9A}" destId="{5E0F21DB-59D8-4A1B-BDA4-CEA9914DE57B}" srcOrd="1" destOrd="0" presId="urn:microsoft.com/office/officeart/2005/8/layout/hierarchy2"/>
    <dgm:cxn modelId="{0DE1047F-6D26-4B3D-8F8E-C6394CD5E737}" type="presParOf" srcId="{5E0F21DB-59D8-4A1B-BDA4-CEA9914DE57B}" destId="{C5C0140B-8F28-4090-916F-E6A6A5AF15EE}" srcOrd="0" destOrd="0" presId="urn:microsoft.com/office/officeart/2005/8/layout/hierarchy2"/>
    <dgm:cxn modelId="{2CB3406E-6081-48C0-A06E-02475ED38734}" type="presParOf" srcId="{C5C0140B-8F28-4090-916F-E6A6A5AF15EE}" destId="{00A8CA24-FE55-42DA-96CE-E2240007B920}" srcOrd="0" destOrd="0" presId="urn:microsoft.com/office/officeart/2005/8/layout/hierarchy2"/>
    <dgm:cxn modelId="{A6F7C6B6-E14B-40AD-9CCE-FC0D8D8A7252}" type="presParOf" srcId="{5E0F21DB-59D8-4A1B-BDA4-CEA9914DE57B}" destId="{B35039AB-5F59-463C-998E-77CC16A190E0}" srcOrd="1" destOrd="0" presId="urn:microsoft.com/office/officeart/2005/8/layout/hierarchy2"/>
    <dgm:cxn modelId="{141D0418-8764-49B1-9B49-E6664031F8EA}" type="presParOf" srcId="{B35039AB-5F59-463C-998E-77CC16A190E0}" destId="{7210672F-BCCD-417F-89BF-842CD9D4A880}" srcOrd="0" destOrd="0" presId="urn:microsoft.com/office/officeart/2005/8/layout/hierarchy2"/>
    <dgm:cxn modelId="{1D0BA4D5-F52A-41FD-B4C0-E2E86BD7866E}" type="presParOf" srcId="{B35039AB-5F59-463C-998E-77CC16A190E0}" destId="{C00F41E4-E144-4A1D-B99E-EC7619435F63}" srcOrd="1" destOrd="0" presId="urn:microsoft.com/office/officeart/2005/8/layout/hierarchy2"/>
    <dgm:cxn modelId="{F8C5A310-A790-4286-ABDC-89C13D278CA2}" type="presParOf" srcId="{C00F41E4-E144-4A1D-B99E-EC7619435F63}" destId="{B05F8B8F-2A15-4C38-87B6-8DBF99D3AA8B}" srcOrd="0" destOrd="0" presId="urn:microsoft.com/office/officeart/2005/8/layout/hierarchy2"/>
    <dgm:cxn modelId="{F32987A4-0E24-4BEE-A494-61A937AECFF2}" type="presParOf" srcId="{B05F8B8F-2A15-4C38-87B6-8DBF99D3AA8B}" destId="{497E1F79-9E8D-4739-8E9A-C4F3B553A62A}" srcOrd="0" destOrd="0" presId="urn:microsoft.com/office/officeart/2005/8/layout/hierarchy2"/>
    <dgm:cxn modelId="{E8503D5C-F315-4A1C-BE2E-C414A8566C1D}" type="presParOf" srcId="{C00F41E4-E144-4A1D-B99E-EC7619435F63}" destId="{0E608F0C-BAE1-4BA7-9860-A53F79659F3B}" srcOrd="1" destOrd="0" presId="urn:microsoft.com/office/officeart/2005/8/layout/hierarchy2"/>
    <dgm:cxn modelId="{728FA9DC-61B7-483A-83D1-86EEEFBD899B}" type="presParOf" srcId="{0E608F0C-BAE1-4BA7-9860-A53F79659F3B}" destId="{56C6631D-4817-4AA6-B650-71689018DAE4}" srcOrd="0" destOrd="0" presId="urn:microsoft.com/office/officeart/2005/8/layout/hierarchy2"/>
    <dgm:cxn modelId="{010E8252-1BFE-4710-BB3D-B23435459C2C}" type="presParOf" srcId="{0E608F0C-BAE1-4BA7-9860-A53F79659F3B}" destId="{C946E6BC-204D-4F27-BC14-6C72D95070DE}" srcOrd="1" destOrd="0" presId="urn:microsoft.com/office/officeart/2005/8/layout/hierarchy2"/>
    <dgm:cxn modelId="{C0F54126-6A0B-4E63-910D-785D46E93814}" type="presParOf" srcId="{C946E6BC-204D-4F27-BC14-6C72D95070DE}" destId="{CAF2B2BF-D563-434C-A836-3206A65EA441}" srcOrd="0" destOrd="0" presId="urn:microsoft.com/office/officeart/2005/8/layout/hierarchy2"/>
    <dgm:cxn modelId="{F02E888E-DA54-4729-AE85-621DC1E53AD9}" type="presParOf" srcId="{CAF2B2BF-D563-434C-A836-3206A65EA441}" destId="{F635ADEF-E833-4C1C-B467-CF1320291E29}" srcOrd="0" destOrd="0" presId="urn:microsoft.com/office/officeart/2005/8/layout/hierarchy2"/>
    <dgm:cxn modelId="{93E7696F-243A-4BB0-9209-C01AC5D4D9EE}" type="presParOf" srcId="{C946E6BC-204D-4F27-BC14-6C72D95070DE}" destId="{3ED2CECB-08B4-4844-A370-44EE0A8160FF}" srcOrd="1" destOrd="0" presId="urn:microsoft.com/office/officeart/2005/8/layout/hierarchy2"/>
    <dgm:cxn modelId="{1D44BC6D-5A1A-4956-A83E-2BBEB52067EB}" type="presParOf" srcId="{3ED2CECB-08B4-4844-A370-44EE0A8160FF}" destId="{E5A9D79E-45F2-4082-91F4-29011F4DDACD}" srcOrd="0" destOrd="0" presId="urn:microsoft.com/office/officeart/2005/8/layout/hierarchy2"/>
    <dgm:cxn modelId="{992BDC09-B341-470D-B44C-7899209EC68C}" type="presParOf" srcId="{3ED2CECB-08B4-4844-A370-44EE0A8160FF}" destId="{88DF52BC-519C-4D00-8F02-8FF3F882AA68}" srcOrd="1" destOrd="0" presId="urn:microsoft.com/office/officeart/2005/8/layout/hierarchy2"/>
    <dgm:cxn modelId="{2C1B2A58-CBB8-4FBE-B7E1-E429EE66FD98}" type="presParOf" srcId="{C946E6BC-204D-4F27-BC14-6C72D95070DE}" destId="{17B0196D-C4C7-44F8-9171-200FEE300559}" srcOrd="2" destOrd="0" presId="urn:microsoft.com/office/officeart/2005/8/layout/hierarchy2"/>
    <dgm:cxn modelId="{51082F19-E140-4323-A048-5AE56772E880}" type="presParOf" srcId="{17B0196D-C4C7-44F8-9171-200FEE300559}" destId="{A68EDA20-07D2-4F7C-B0A5-A0243AACD475}" srcOrd="0" destOrd="0" presId="urn:microsoft.com/office/officeart/2005/8/layout/hierarchy2"/>
    <dgm:cxn modelId="{5EA258DB-0B6A-436F-B6FC-90E5927DCDA4}" type="presParOf" srcId="{C946E6BC-204D-4F27-BC14-6C72D95070DE}" destId="{1EA2D664-9C3C-46C4-A722-E2576F4F12EA}" srcOrd="3" destOrd="0" presId="urn:microsoft.com/office/officeart/2005/8/layout/hierarchy2"/>
    <dgm:cxn modelId="{F7FE7442-8E35-4CD3-B202-DF2E848C73A2}" type="presParOf" srcId="{1EA2D664-9C3C-46C4-A722-E2576F4F12EA}" destId="{278E396F-5BE3-4D1E-811E-EDDD3EF9451F}" srcOrd="0" destOrd="0" presId="urn:microsoft.com/office/officeart/2005/8/layout/hierarchy2"/>
    <dgm:cxn modelId="{EB94B5F5-D176-4A64-911B-409E177613CF}" type="presParOf" srcId="{1EA2D664-9C3C-46C4-A722-E2576F4F12EA}" destId="{BAB7802A-15AB-40FC-958A-AF311409AB48}" srcOrd="1" destOrd="0" presId="urn:microsoft.com/office/officeart/2005/8/layout/hierarchy2"/>
    <dgm:cxn modelId="{43609C9A-B4EF-4B17-9E78-71091C7EEECB}" type="presParOf" srcId="{F2E195A5-3E9E-4132-A798-9EF45B7A91EC}" destId="{941FA264-AFCB-4E85-BFF0-C3CB1EDEBEF0}" srcOrd="2" destOrd="0" presId="urn:microsoft.com/office/officeart/2005/8/layout/hierarchy2"/>
    <dgm:cxn modelId="{C8F00E67-0A42-4CE5-A9A9-9BFBE0599C7F}" type="presParOf" srcId="{941FA264-AFCB-4E85-BFF0-C3CB1EDEBEF0}" destId="{FCA0A730-0A0C-4B93-860E-F008EAD5E49A}" srcOrd="0" destOrd="0" presId="urn:microsoft.com/office/officeart/2005/8/layout/hierarchy2"/>
    <dgm:cxn modelId="{EEA28298-504D-4BF6-88BB-45D22CEDC8A8}" type="presParOf" srcId="{F2E195A5-3E9E-4132-A798-9EF45B7A91EC}" destId="{229964D1-EC05-4EDF-A2EF-18A07256CC30}" srcOrd="3" destOrd="0" presId="urn:microsoft.com/office/officeart/2005/8/layout/hierarchy2"/>
    <dgm:cxn modelId="{D9975505-7478-4EAB-9EAD-FAC6C8FCE336}" type="presParOf" srcId="{229964D1-EC05-4EDF-A2EF-18A07256CC30}" destId="{C81734E8-EED9-49C5-AB83-EDB05E85B925}" srcOrd="0" destOrd="0" presId="urn:microsoft.com/office/officeart/2005/8/layout/hierarchy2"/>
    <dgm:cxn modelId="{C3E1F32A-0EC1-424E-9D52-72DBC417DA91}" type="presParOf" srcId="{229964D1-EC05-4EDF-A2EF-18A07256CC30}" destId="{FF3B20DB-145B-4373-8905-660FA2D64AD8}" srcOrd="1" destOrd="0" presId="urn:microsoft.com/office/officeart/2005/8/layout/hierarchy2"/>
    <dgm:cxn modelId="{5ED33D5D-F370-4355-AEA5-7DCB9099912F}" type="presParOf" srcId="{FF3B20DB-145B-4373-8905-660FA2D64AD8}" destId="{A29B8A17-D089-458F-9525-04B7624B967E}" srcOrd="0" destOrd="0" presId="urn:microsoft.com/office/officeart/2005/8/layout/hierarchy2"/>
    <dgm:cxn modelId="{F3047CCD-DDBC-4146-9E03-919A56D399D2}" type="presParOf" srcId="{A29B8A17-D089-458F-9525-04B7624B967E}" destId="{531CE7C7-874C-4063-A7DD-BFFDEF63BEB0}" srcOrd="0" destOrd="0" presId="urn:microsoft.com/office/officeart/2005/8/layout/hierarchy2"/>
    <dgm:cxn modelId="{A90EA7E1-633B-42E2-9A5B-781A924F1CC5}" type="presParOf" srcId="{FF3B20DB-145B-4373-8905-660FA2D64AD8}" destId="{ADC3B304-4BFC-4418-9FB7-3A32857CB978}" srcOrd="1" destOrd="0" presId="urn:microsoft.com/office/officeart/2005/8/layout/hierarchy2"/>
    <dgm:cxn modelId="{EBD2C915-3389-44B7-985E-839B4D4741FC}" type="presParOf" srcId="{ADC3B304-4BFC-4418-9FB7-3A32857CB978}" destId="{08C3837D-BB5B-4A22-95F8-DF59E2D5F116}" srcOrd="0" destOrd="0" presId="urn:microsoft.com/office/officeart/2005/8/layout/hierarchy2"/>
    <dgm:cxn modelId="{77964B21-27F4-4DCB-B543-134960609CB6}" type="presParOf" srcId="{ADC3B304-4BFC-4418-9FB7-3A32857CB978}" destId="{749C636C-93C6-4FA3-A89D-475C39C5A70F}" srcOrd="1" destOrd="0" presId="urn:microsoft.com/office/officeart/2005/8/layout/hierarchy2"/>
    <dgm:cxn modelId="{3522D90A-A678-44B3-8240-1B091E0C9E4A}" type="presParOf" srcId="{F2E195A5-3E9E-4132-A798-9EF45B7A91EC}" destId="{E600B980-D982-4912-AB08-7074D0112C89}" srcOrd="4" destOrd="0" presId="urn:microsoft.com/office/officeart/2005/8/layout/hierarchy2"/>
    <dgm:cxn modelId="{1FD9FC38-C100-408A-A434-EC541248A90B}" type="presParOf" srcId="{E600B980-D982-4912-AB08-7074D0112C89}" destId="{3E1EDAAD-8277-4503-8EB2-2D1C05B5DFDE}" srcOrd="0" destOrd="0" presId="urn:microsoft.com/office/officeart/2005/8/layout/hierarchy2"/>
    <dgm:cxn modelId="{C41A3E0F-EF83-4336-B65E-03340AF951AB}" type="presParOf" srcId="{F2E195A5-3E9E-4132-A798-9EF45B7A91EC}" destId="{36E09F7B-12F6-4E38-ADFD-6C6C194BADAD}" srcOrd="5" destOrd="0" presId="urn:microsoft.com/office/officeart/2005/8/layout/hierarchy2"/>
    <dgm:cxn modelId="{196489F5-FC05-4EB3-ACE9-D40C08A948E4}" type="presParOf" srcId="{36E09F7B-12F6-4E38-ADFD-6C6C194BADAD}" destId="{66AAE307-8FA5-487E-AD41-1C010ABEB872}" srcOrd="0" destOrd="0" presId="urn:microsoft.com/office/officeart/2005/8/layout/hierarchy2"/>
    <dgm:cxn modelId="{1C73D9EE-5C85-4352-ACEB-CAC55712376F}" type="presParOf" srcId="{36E09F7B-12F6-4E38-ADFD-6C6C194BADAD}" destId="{93793186-2A7D-4D74-A99B-8421A1B31531}" srcOrd="1" destOrd="0" presId="urn:microsoft.com/office/officeart/2005/8/layout/hierarchy2"/>
    <dgm:cxn modelId="{DF7C2F26-724E-48C8-AC44-D3E2831137D8}" type="presParOf" srcId="{93793186-2A7D-4D74-A99B-8421A1B31531}" destId="{DEEF70FB-7E5A-4D3F-B29E-DE8652960097}" srcOrd="0" destOrd="0" presId="urn:microsoft.com/office/officeart/2005/8/layout/hierarchy2"/>
    <dgm:cxn modelId="{87FA8798-B802-4C47-AFD8-5FE4691668D5}" type="presParOf" srcId="{DEEF70FB-7E5A-4D3F-B29E-DE8652960097}" destId="{51AD9E74-380B-478B-AD95-E9CE6A7101EE}" srcOrd="0" destOrd="0" presId="urn:microsoft.com/office/officeart/2005/8/layout/hierarchy2"/>
    <dgm:cxn modelId="{5C5FCD8F-84D2-467C-BF84-3031F491BA0B}" type="presParOf" srcId="{93793186-2A7D-4D74-A99B-8421A1B31531}" destId="{9AE694DD-8903-4ECD-946E-2C06C6440203}" srcOrd="1" destOrd="0" presId="urn:microsoft.com/office/officeart/2005/8/layout/hierarchy2"/>
    <dgm:cxn modelId="{E0F319CF-2924-45F0-8463-69D1F8495D2D}" type="presParOf" srcId="{9AE694DD-8903-4ECD-946E-2C06C6440203}" destId="{6B1D6622-89E4-4242-AA2B-0E60AF5AB89F}" srcOrd="0" destOrd="0" presId="urn:microsoft.com/office/officeart/2005/8/layout/hierarchy2"/>
    <dgm:cxn modelId="{60E6122B-119A-4B4F-A332-CB62D7ED99C7}" type="presParOf" srcId="{9AE694DD-8903-4ECD-946E-2C06C6440203}" destId="{9B6F1663-77A2-4C4D-AD95-EF533B9E2FB6}" srcOrd="1" destOrd="0" presId="urn:microsoft.com/office/officeart/2005/8/layout/hierarchy2"/>
    <dgm:cxn modelId="{87E69D4D-F428-4F2C-9720-8720712960E0}" type="presParOf" srcId="{9B6F1663-77A2-4C4D-AD95-EF533B9E2FB6}" destId="{CC99D57C-0818-406A-A7AF-76E0420C238B}" srcOrd="0" destOrd="0" presId="urn:microsoft.com/office/officeart/2005/8/layout/hierarchy2"/>
    <dgm:cxn modelId="{8B99196A-C3BA-403E-B76A-8A08AC077D70}" type="presParOf" srcId="{CC99D57C-0818-406A-A7AF-76E0420C238B}" destId="{42B9E398-791E-4218-A43A-47FF2536FD3F}" srcOrd="0" destOrd="0" presId="urn:microsoft.com/office/officeart/2005/8/layout/hierarchy2"/>
    <dgm:cxn modelId="{E78ECE75-45D7-43DF-9926-6EEF4387D90D}" type="presParOf" srcId="{9B6F1663-77A2-4C4D-AD95-EF533B9E2FB6}" destId="{BCE7FDE4-70F7-44ED-884C-7E82EDE965B4}" srcOrd="1" destOrd="0" presId="urn:microsoft.com/office/officeart/2005/8/layout/hierarchy2"/>
    <dgm:cxn modelId="{29B98EC8-89C3-42DB-B13D-35FFF435D60C}" type="presParOf" srcId="{BCE7FDE4-70F7-44ED-884C-7E82EDE965B4}" destId="{70E89062-F3D5-4CD8-8675-4BFCF81669BE}" srcOrd="0" destOrd="0" presId="urn:microsoft.com/office/officeart/2005/8/layout/hierarchy2"/>
    <dgm:cxn modelId="{C7807376-FE51-4374-A67E-685DDC967510}" type="presParOf" srcId="{BCE7FDE4-70F7-44ED-884C-7E82EDE965B4}" destId="{C0918E6A-6A54-43EA-B638-EEB15895D5C3}" srcOrd="1" destOrd="0" presId="urn:microsoft.com/office/officeart/2005/8/layout/hierarchy2"/>
    <dgm:cxn modelId="{10C355FF-2287-401F-B2D5-96BCA13924AC}" type="presParOf" srcId="{C0918E6A-6A54-43EA-B638-EEB15895D5C3}" destId="{FE296C35-483B-4061-A374-E0D8CF9C5EE0}" srcOrd="0" destOrd="0" presId="urn:microsoft.com/office/officeart/2005/8/layout/hierarchy2"/>
    <dgm:cxn modelId="{EFF4ED4E-FD98-44F8-813A-A8E47F5728C5}" type="presParOf" srcId="{FE296C35-483B-4061-A374-E0D8CF9C5EE0}" destId="{9BC3C3B4-0DFB-4C81-B8BB-FD2A20D0CFBD}" srcOrd="0" destOrd="0" presId="urn:microsoft.com/office/officeart/2005/8/layout/hierarchy2"/>
    <dgm:cxn modelId="{CBF6A80F-6035-499D-8D1F-91B0A87F815A}" type="presParOf" srcId="{C0918E6A-6A54-43EA-B638-EEB15895D5C3}" destId="{7C15A6D1-DBAF-489C-8683-E07F68A214D8}" srcOrd="1" destOrd="0" presId="urn:microsoft.com/office/officeart/2005/8/layout/hierarchy2"/>
    <dgm:cxn modelId="{5308A6AE-19EE-4385-B28E-FD4E1D9D65A6}" type="presParOf" srcId="{7C15A6D1-DBAF-489C-8683-E07F68A214D8}" destId="{EFFB974A-179C-4DD4-9074-917132BD5AA0}" srcOrd="0" destOrd="0" presId="urn:microsoft.com/office/officeart/2005/8/layout/hierarchy2"/>
    <dgm:cxn modelId="{6C8F4B48-EA00-4A0D-B5CF-BB195CF324FC}" type="presParOf" srcId="{7C15A6D1-DBAF-489C-8683-E07F68A214D8}" destId="{B16F4845-29D2-455E-9040-A0ECC60B8B3C}" srcOrd="1" destOrd="0" presId="urn:microsoft.com/office/officeart/2005/8/layout/hierarchy2"/>
    <dgm:cxn modelId="{122F69A6-4D5E-4DF3-8860-76934ECF2F99}" type="presParOf" srcId="{B16F4845-29D2-455E-9040-A0ECC60B8B3C}" destId="{C47707B9-92AB-48E2-8D92-B7B3A4079DCF}" srcOrd="0" destOrd="0" presId="urn:microsoft.com/office/officeart/2005/8/layout/hierarchy2"/>
    <dgm:cxn modelId="{DA7DA2BB-6E9C-4AEE-93D9-BAF37AC76BA6}" type="presParOf" srcId="{C47707B9-92AB-48E2-8D92-B7B3A4079DCF}" destId="{C056442B-3045-43AB-90C5-0F4AC84D27A4}" srcOrd="0" destOrd="0" presId="urn:microsoft.com/office/officeart/2005/8/layout/hierarchy2"/>
    <dgm:cxn modelId="{2BA86FF7-1259-45A0-A5EE-C12374141E2F}" type="presParOf" srcId="{B16F4845-29D2-455E-9040-A0ECC60B8B3C}" destId="{F2FB6BF8-8757-4BC1-9C2E-5ED007DAAF53}" srcOrd="1" destOrd="0" presId="urn:microsoft.com/office/officeart/2005/8/layout/hierarchy2"/>
    <dgm:cxn modelId="{465B8B66-D888-40AF-936A-22EDA3B2840A}" type="presParOf" srcId="{F2FB6BF8-8757-4BC1-9C2E-5ED007DAAF53}" destId="{ADEAEC2F-E1FA-44F9-A115-6927B5ABF388}" srcOrd="0" destOrd="0" presId="urn:microsoft.com/office/officeart/2005/8/layout/hierarchy2"/>
    <dgm:cxn modelId="{90AA26C2-B374-4122-95F8-99031ED282A7}" type="presParOf" srcId="{F2FB6BF8-8757-4BC1-9C2E-5ED007DAAF53}" destId="{74593F40-DB18-4BFB-8AB0-E961532C238D}" srcOrd="1" destOrd="0" presId="urn:microsoft.com/office/officeart/2005/8/layout/hierarchy2"/>
    <dgm:cxn modelId="{7B800872-9B1A-4403-A70E-5BF91F69525B}" type="presParOf" srcId="{B16F4845-29D2-455E-9040-A0ECC60B8B3C}" destId="{5A2D3B24-D286-4A8E-857F-9D740247750E}" srcOrd="2" destOrd="0" presId="urn:microsoft.com/office/officeart/2005/8/layout/hierarchy2"/>
    <dgm:cxn modelId="{E6194D08-7D65-4BD1-8EFD-2BB488A4D804}" type="presParOf" srcId="{5A2D3B24-D286-4A8E-857F-9D740247750E}" destId="{A0058526-7DAE-4104-9F6B-57539210ED81}" srcOrd="0" destOrd="0" presId="urn:microsoft.com/office/officeart/2005/8/layout/hierarchy2"/>
    <dgm:cxn modelId="{0CA169D7-0FAF-4D23-9384-A6070AB9B916}" type="presParOf" srcId="{B16F4845-29D2-455E-9040-A0ECC60B8B3C}" destId="{C968F728-81EA-46CF-B0F2-6BB57D2D619D}" srcOrd="3" destOrd="0" presId="urn:microsoft.com/office/officeart/2005/8/layout/hierarchy2"/>
    <dgm:cxn modelId="{2D9DCD8C-7A3E-4BEF-AAC2-DA4E724EE5B6}" type="presParOf" srcId="{C968F728-81EA-46CF-B0F2-6BB57D2D619D}" destId="{AC75F99C-2E24-4958-9235-41DD52178889}" srcOrd="0" destOrd="0" presId="urn:microsoft.com/office/officeart/2005/8/layout/hierarchy2"/>
    <dgm:cxn modelId="{62B9C5AA-DBD1-470E-8C20-C7B2623201F3}" type="presParOf" srcId="{C968F728-81EA-46CF-B0F2-6BB57D2D619D}" destId="{A4CB8A69-2959-4D5C-B931-7EDC1A4B43CB}" srcOrd="1" destOrd="0" presId="urn:microsoft.com/office/officeart/2005/8/layout/hierarchy2"/>
    <dgm:cxn modelId="{2BDDFAE9-4248-49E0-A846-14D140BC7B0F}" type="presParOf" srcId="{93793186-2A7D-4D74-A99B-8421A1B31531}" destId="{ACA5703B-A5D3-41EC-97EC-781E25741D42}" srcOrd="2" destOrd="0" presId="urn:microsoft.com/office/officeart/2005/8/layout/hierarchy2"/>
    <dgm:cxn modelId="{55CDF126-83F6-4941-90B2-B3DD96AA6C48}" type="presParOf" srcId="{ACA5703B-A5D3-41EC-97EC-781E25741D42}" destId="{EE74748C-A97A-431B-AE74-98DB57054F48}" srcOrd="0" destOrd="0" presId="urn:microsoft.com/office/officeart/2005/8/layout/hierarchy2"/>
    <dgm:cxn modelId="{5CD00B01-3F40-4FF5-BBDD-50EDBC241258}" type="presParOf" srcId="{93793186-2A7D-4D74-A99B-8421A1B31531}" destId="{4934E8AE-34D6-406B-8DA0-3EA155024784}" srcOrd="3" destOrd="0" presId="urn:microsoft.com/office/officeart/2005/8/layout/hierarchy2"/>
    <dgm:cxn modelId="{D17A87D7-53D5-4FA1-82BF-5C393628D0B1}" type="presParOf" srcId="{4934E8AE-34D6-406B-8DA0-3EA155024784}" destId="{345E5C0A-053D-4612-900A-B45DFA1B1EE8}" srcOrd="0" destOrd="0" presId="urn:microsoft.com/office/officeart/2005/8/layout/hierarchy2"/>
    <dgm:cxn modelId="{8696AD9B-53CA-4886-A41D-9EBE08A94D26}" type="presParOf" srcId="{4934E8AE-34D6-406B-8DA0-3EA155024784}" destId="{D846063B-A57C-41AE-A731-6030B59E1E70}" srcOrd="1" destOrd="0" presId="urn:microsoft.com/office/officeart/2005/8/layout/hierarchy2"/>
    <dgm:cxn modelId="{1F1F0063-373F-41DD-A96B-60E169D65578}" type="presParOf" srcId="{D846063B-A57C-41AE-A731-6030B59E1E70}" destId="{FC2D5BF2-B597-4456-86E1-1D107FF6C2BA}" srcOrd="0" destOrd="0" presId="urn:microsoft.com/office/officeart/2005/8/layout/hierarchy2"/>
    <dgm:cxn modelId="{A08D3E1C-20E3-4278-AB17-03785ED913A9}" type="presParOf" srcId="{FC2D5BF2-B597-4456-86E1-1D107FF6C2BA}" destId="{2F917502-DF91-45AE-A016-DF1726C76EA2}" srcOrd="0" destOrd="0" presId="urn:microsoft.com/office/officeart/2005/8/layout/hierarchy2"/>
    <dgm:cxn modelId="{FD4B7E48-39C4-4897-8920-5218A49F54CA}" type="presParOf" srcId="{D846063B-A57C-41AE-A731-6030B59E1E70}" destId="{6213F4DD-91C8-402A-9A65-531618F1BA99}" srcOrd="1" destOrd="0" presId="urn:microsoft.com/office/officeart/2005/8/layout/hierarchy2"/>
    <dgm:cxn modelId="{01BD5353-45FF-46EF-966B-693F81D10796}" type="presParOf" srcId="{6213F4DD-91C8-402A-9A65-531618F1BA99}" destId="{363FFC05-6C8C-4D8A-80AF-62EA45794BC2}" srcOrd="0" destOrd="0" presId="urn:microsoft.com/office/officeart/2005/8/layout/hierarchy2"/>
    <dgm:cxn modelId="{CA630E0D-EDCF-43A1-995F-F586D7AF0FA6}" type="presParOf" srcId="{6213F4DD-91C8-402A-9A65-531618F1BA99}" destId="{7E0A2D65-4D05-486B-ACE6-B0CB286B1A90}" srcOrd="1" destOrd="0" presId="urn:microsoft.com/office/officeart/2005/8/layout/hierarchy2"/>
    <dgm:cxn modelId="{3C4E6BD9-DCF9-4BF9-AE92-4C66F5ACCCDB}" type="presParOf" srcId="{F2E195A5-3E9E-4132-A798-9EF45B7A91EC}" destId="{18297F3D-B0FB-4EAD-8A4F-51A16AA0F0F3}" srcOrd="6" destOrd="0" presId="urn:microsoft.com/office/officeart/2005/8/layout/hierarchy2"/>
    <dgm:cxn modelId="{416B4BDF-815B-448D-85F3-CEC18BE54102}" type="presParOf" srcId="{18297F3D-B0FB-4EAD-8A4F-51A16AA0F0F3}" destId="{8EF6FE05-5069-4BB1-8FB9-0F7C1CCB704E}" srcOrd="0" destOrd="0" presId="urn:microsoft.com/office/officeart/2005/8/layout/hierarchy2"/>
    <dgm:cxn modelId="{E00792B7-6FB3-4D2E-A351-A39887401FAE}" type="presParOf" srcId="{F2E195A5-3E9E-4132-A798-9EF45B7A91EC}" destId="{EDBBA321-DA28-4C10-8982-CD3253787EDA}" srcOrd="7" destOrd="0" presId="urn:microsoft.com/office/officeart/2005/8/layout/hierarchy2"/>
    <dgm:cxn modelId="{ED37CF0F-735D-4E16-8360-BD168C7A212C}" type="presParOf" srcId="{EDBBA321-DA28-4C10-8982-CD3253787EDA}" destId="{603FD5FB-34C7-475E-BCF9-9EB2E1997AD3}" srcOrd="0" destOrd="0" presId="urn:microsoft.com/office/officeart/2005/8/layout/hierarchy2"/>
    <dgm:cxn modelId="{50E232B1-C904-4C78-8705-D2EE612B8532}" type="presParOf" srcId="{EDBBA321-DA28-4C10-8982-CD3253787EDA}" destId="{71F7AE89-7829-4E39-8B2F-5FF5B0D157C6}" srcOrd="1" destOrd="0" presId="urn:microsoft.com/office/officeart/2005/8/layout/hierarchy2"/>
    <dgm:cxn modelId="{C7EB981A-F764-44BA-91C8-81075814D0EB}" type="presParOf" srcId="{71F7AE89-7829-4E39-8B2F-5FF5B0D157C6}" destId="{9BA6C78C-2538-4C87-84C6-4D87D1A0346B}" srcOrd="0" destOrd="0" presId="urn:microsoft.com/office/officeart/2005/8/layout/hierarchy2"/>
    <dgm:cxn modelId="{45B3F89C-4213-4C25-93DC-63AA03025FF8}" type="presParOf" srcId="{9BA6C78C-2538-4C87-84C6-4D87D1A0346B}" destId="{8D65374F-F009-4DF7-B6C8-A6BA3088DC16}" srcOrd="0" destOrd="0" presId="urn:microsoft.com/office/officeart/2005/8/layout/hierarchy2"/>
    <dgm:cxn modelId="{C10F3DB5-6DC2-4FCB-9E92-E097E64255EF}" type="presParOf" srcId="{71F7AE89-7829-4E39-8B2F-5FF5B0D157C6}" destId="{9DAD9E57-3CD5-4910-B1B9-20D81CA8A530}" srcOrd="1" destOrd="0" presId="urn:microsoft.com/office/officeart/2005/8/layout/hierarchy2"/>
    <dgm:cxn modelId="{1857172A-20C4-41CC-AA50-E9C35089D136}" type="presParOf" srcId="{9DAD9E57-3CD5-4910-B1B9-20D81CA8A530}" destId="{8F439F9F-3E05-4E07-AAE0-52B6551D6A2D}" srcOrd="0" destOrd="0" presId="urn:microsoft.com/office/officeart/2005/8/layout/hierarchy2"/>
    <dgm:cxn modelId="{F264C996-C006-4D7D-93D8-92CE4E77D23E}" type="presParOf" srcId="{9DAD9E57-3CD5-4910-B1B9-20D81CA8A530}" destId="{A6E6E362-1A87-4A40-9793-0A0118B7B06C}" srcOrd="1" destOrd="0" presId="urn:microsoft.com/office/officeart/2005/8/layout/hierarchy2"/>
    <dgm:cxn modelId="{06A3368D-305C-4DCD-86E2-73D506409EC5}" type="presParOf" srcId="{A6E6E362-1A87-4A40-9793-0A0118B7B06C}" destId="{FA093F53-73B5-4E67-96E8-53EF850AAD56}" srcOrd="0" destOrd="0" presId="urn:microsoft.com/office/officeart/2005/8/layout/hierarchy2"/>
    <dgm:cxn modelId="{CB669851-6397-4AA1-A478-16241DAAE9A2}" type="presParOf" srcId="{FA093F53-73B5-4E67-96E8-53EF850AAD56}" destId="{9A81BBC5-C581-429C-AA9E-0C9AFAA660E9}" srcOrd="0" destOrd="0" presId="urn:microsoft.com/office/officeart/2005/8/layout/hierarchy2"/>
    <dgm:cxn modelId="{4D9D3070-0D45-4BD3-B7BC-AD8C55E729AB}" type="presParOf" srcId="{A6E6E362-1A87-4A40-9793-0A0118B7B06C}" destId="{6CAE960F-4B1D-48C6-8FBB-966B37B7B1AC}" srcOrd="1" destOrd="0" presId="urn:microsoft.com/office/officeart/2005/8/layout/hierarchy2"/>
    <dgm:cxn modelId="{8DE6E85A-163F-406F-8A94-65B2477E2979}" type="presParOf" srcId="{6CAE960F-4B1D-48C6-8FBB-966B37B7B1AC}" destId="{E889A986-FC10-48C9-9E24-392EEF8453F0}" srcOrd="0" destOrd="0" presId="urn:microsoft.com/office/officeart/2005/8/layout/hierarchy2"/>
    <dgm:cxn modelId="{C4EEAC01-67E5-4732-B3B7-769584BF492D}" type="presParOf" srcId="{6CAE960F-4B1D-48C6-8FBB-966B37B7B1AC}" destId="{44B01010-438D-40C4-829F-F6BADC00D10B}" srcOrd="1" destOrd="0" presId="urn:microsoft.com/office/officeart/2005/8/layout/hierarchy2"/>
    <dgm:cxn modelId="{5CD4AEBF-E26E-489A-864A-8B911665D2F3}" type="presParOf" srcId="{44B01010-438D-40C4-829F-F6BADC00D10B}" destId="{2618CC76-DE84-43D7-B641-AF1232386B6E}" srcOrd="0" destOrd="0" presId="urn:microsoft.com/office/officeart/2005/8/layout/hierarchy2"/>
    <dgm:cxn modelId="{BE5C5DB0-6B6A-4681-BFB6-6BB8AA3BA0A2}" type="presParOf" srcId="{2618CC76-DE84-43D7-B641-AF1232386B6E}" destId="{F87C8451-15FE-418C-9A1C-FC2498C94CB3}" srcOrd="0" destOrd="0" presId="urn:microsoft.com/office/officeart/2005/8/layout/hierarchy2"/>
    <dgm:cxn modelId="{560C3156-E579-4EDF-A5BD-6E5216589CA7}" type="presParOf" srcId="{44B01010-438D-40C4-829F-F6BADC00D10B}" destId="{FD80B3F7-2052-4B7B-9CA7-4843D29B2F02}" srcOrd="1" destOrd="0" presId="urn:microsoft.com/office/officeart/2005/8/layout/hierarchy2"/>
    <dgm:cxn modelId="{8216F059-1C06-4F89-B1FD-FFDCDBBB882F}" type="presParOf" srcId="{FD80B3F7-2052-4B7B-9CA7-4843D29B2F02}" destId="{5B1AE6F5-30D5-45E4-9D4A-94FD80AFD20B}" srcOrd="0" destOrd="0" presId="urn:microsoft.com/office/officeart/2005/8/layout/hierarchy2"/>
    <dgm:cxn modelId="{E5BD1810-0F21-4822-8402-EB9495BB0469}" type="presParOf" srcId="{FD80B3F7-2052-4B7B-9CA7-4843D29B2F02}" destId="{1A28B42E-AE18-4210-B3B5-29B45692857F}" srcOrd="1" destOrd="0" presId="urn:microsoft.com/office/officeart/2005/8/layout/hierarchy2"/>
    <dgm:cxn modelId="{40986F1C-A489-4331-9995-1160BB73A3F2}" type="presParOf" srcId="{1A28B42E-AE18-4210-B3B5-29B45692857F}" destId="{B9496999-3D99-4B71-92A4-04F966EAEDB1}" srcOrd="0" destOrd="0" presId="urn:microsoft.com/office/officeart/2005/8/layout/hierarchy2"/>
    <dgm:cxn modelId="{7AF2BF57-9EA8-4CDE-A1AF-3E6FA03CAE03}" type="presParOf" srcId="{B9496999-3D99-4B71-92A4-04F966EAEDB1}" destId="{849151CF-3E3F-4CC5-8E31-5EC426695CC9}" srcOrd="0" destOrd="0" presId="urn:microsoft.com/office/officeart/2005/8/layout/hierarchy2"/>
    <dgm:cxn modelId="{8D378053-69A4-4398-AB30-DDDAFE4445D6}" type="presParOf" srcId="{1A28B42E-AE18-4210-B3B5-29B45692857F}" destId="{0B1B779E-E90F-4316-A6D8-2FD5E2A65A1D}" srcOrd="1" destOrd="0" presId="urn:microsoft.com/office/officeart/2005/8/layout/hierarchy2"/>
    <dgm:cxn modelId="{893F9525-F816-4603-84E6-547664216D0C}" type="presParOf" srcId="{0B1B779E-E90F-4316-A6D8-2FD5E2A65A1D}" destId="{1974B987-87B9-4E34-B5DD-775AAEB144AA}" srcOrd="0" destOrd="0" presId="urn:microsoft.com/office/officeart/2005/8/layout/hierarchy2"/>
    <dgm:cxn modelId="{C70BA02D-32B6-46E5-B380-264268CFE893}" type="presParOf" srcId="{0B1B779E-E90F-4316-A6D8-2FD5E2A65A1D}" destId="{808DAFFC-F40E-4E04-99C1-C24618DD986A}" srcOrd="1" destOrd="0" presId="urn:microsoft.com/office/officeart/2005/8/layout/hierarchy2"/>
    <dgm:cxn modelId="{88631D53-BDB2-4C1D-A547-77A76EF917C9}" type="presParOf" srcId="{1A28B42E-AE18-4210-B3B5-29B45692857F}" destId="{906A6268-C3BC-4D19-AF0D-9A8D72D0FB7D}" srcOrd="2" destOrd="0" presId="urn:microsoft.com/office/officeart/2005/8/layout/hierarchy2"/>
    <dgm:cxn modelId="{07B0684F-8457-45B2-A2A6-8930C1E058A1}" type="presParOf" srcId="{906A6268-C3BC-4D19-AF0D-9A8D72D0FB7D}" destId="{DE40BA17-DAA4-4D7F-AEFE-5E54A27ED068}" srcOrd="0" destOrd="0" presId="urn:microsoft.com/office/officeart/2005/8/layout/hierarchy2"/>
    <dgm:cxn modelId="{EE9F0F3B-9DB6-40DF-8F68-DF214FD4DF09}" type="presParOf" srcId="{1A28B42E-AE18-4210-B3B5-29B45692857F}" destId="{90333298-1F0F-4D2B-842B-FB44B876A02C}" srcOrd="3" destOrd="0" presId="urn:microsoft.com/office/officeart/2005/8/layout/hierarchy2"/>
    <dgm:cxn modelId="{46333F9E-7AD7-420B-80DC-160F21AB69C3}" type="presParOf" srcId="{90333298-1F0F-4D2B-842B-FB44B876A02C}" destId="{D88E33DA-53F4-4FAC-A709-84CCF21F4473}" srcOrd="0" destOrd="0" presId="urn:microsoft.com/office/officeart/2005/8/layout/hierarchy2"/>
    <dgm:cxn modelId="{22793A34-E5CF-413E-93DC-AE6D1D4A00CE}" type="presParOf" srcId="{90333298-1F0F-4D2B-842B-FB44B876A02C}" destId="{AF98EAD2-FE50-4FAA-900B-A397E2E1C2D7}" srcOrd="1" destOrd="0" presId="urn:microsoft.com/office/officeart/2005/8/layout/hierarchy2"/>
    <dgm:cxn modelId="{56ABEF21-700E-46C4-B07F-D34D29460868}" type="presParOf" srcId="{71F7AE89-7829-4E39-8B2F-5FF5B0D157C6}" destId="{4D719639-4204-4909-AD74-7ADBA1539665}" srcOrd="2" destOrd="0" presId="urn:microsoft.com/office/officeart/2005/8/layout/hierarchy2"/>
    <dgm:cxn modelId="{833D9382-AB9F-438F-9B4A-ACA33CEFD3BB}" type="presParOf" srcId="{4D719639-4204-4909-AD74-7ADBA1539665}" destId="{00A6E7FB-543D-4995-A2D3-4F65A84CD4F3}" srcOrd="0" destOrd="0" presId="urn:microsoft.com/office/officeart/2005/8/layout/hierarchy2"/>
    <dgm:cxn modelId="{8EBF770E-8A98-446E-9ED3-8CB088135AEA}" type="presParOf" srcId="{71F7AE89-7829-4E39-8B2F-5FF5B0D157C6}" destId="{9E55A217-8766-4C18-9CD0-0B029C93D39F}" srcOrd="3" destOrd="0" presId="urn:microsoft.com/office/officeart/2005/8/layout/hierarchy2"/>
    <dgm:cxn modelId="{889D63F2-A078-47D0-86FA-1CF1D732508C}" type="presParOf" srcId="{9E55A217-8766-4C18-9CD0-0B029C93D39F}" destId="{929FF536-CD48-4D50-8245-5CDEA262CA05}" srcOrd="0" destOrd="0" presId="urn:microsoft.com/office/officeart/2005/8/layout/hierarchy2"/>
    <dgm:cxn modelId="{FEB7C47E-FFFE-4EED-B74A-B758EF1F858C}" type="presParOf" srcId="{9E55A217-8766-4C18-9CD0-0B029C93D39F}" destId="{B9F9DE5A-BBB9-4F7F-A848-786325989D3A}" srcOrd="1" destOrd="0" presId="urn:microsoft.com/office/officeart/2005/8/layout/hierarchy2"/>
    <dgm:cxn modelId="{93709BDD-F5FC-4B25-AFDE-73E17BB87F46}" type="presParOf" srcId="{B9F9DE5A-BBB9-4F7F-A848-786325989D3A}" destId="{C315963F-27CC-4ED7-802E-60CB28D443B1}" srcOrd="0" destOrd="0" presId="urn:microsoft.com/office/officeart/2005/8/layout/hierarchy2"/>
    <dgm:cxn modelId="{E06BB7C7-D4AD-44E4-9BFC-DC4490602E51}" type="presParOf" srcId="{C315963F-27CC-4ED7-802E-60CB28D443B1}" destId="{A37CB2A2-6996-4193-85F7-A7063491CA45}" srcOrd="0" destOrd="0" presId="urn:microsoft.com/office/officeart/2005/8/layout/hierarchy2"/>
    <dgm:cxn modelId="{D5491293-9462-4D95-8561-FC4C733C9A06}" type="presParOf" srcId="{B9F9DE5A-BBB9-4F7F-A848-786325989D3A}" destId="{DFD30BCE-FB01-49BD-9245-42FB1C1B3325}" srcOrd="1" destOrd="0" presId="urn:microsoft.com/office/officeart/2005/8/layout/hierarchy2"/>
    <dgm:cxn modelId="{02876AC8-F585-43F3-A675-B535FA2CC6F9}" type="presParOf" srcId="{DFD30BCE-FB01-49BD-9245-42FB1C1B3325}" destId="{CE5606DC-0844-4B46-9C4D-8A05260038F5}" srcOrd="0" destOrd="0" presId="urn:microsoft.com/office/officeart/2005/8/layout/hierarchy2"/>
    <dgm:cxn modelId="{9BB58E11-189E-4D91-BC9E-C2A29B746928}" type="presParOf" srcId="{DFD30BCE-FB01-49BD-9245-42FB1C1B3325}" destId="{0009E5FA-BF3F-4425-BADA-36E5D14090E7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DC5548-72C6-4A55-97E7-92C868F4E9D6}">
      <dsp:nvSpPr>
        <dsp:cNvPr id="0" name=""/>
        <dsp:cNvSpPr/>
      </dsp:nvSpPr>
      <dsp:spPr>
        <a:xfrm>
          <a:off x="5821" y="1780420"/>
          <a:ext cx="1075052" cy="537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Aberta</a:t>
          </a:r>
          <a:endParaRPr lang="pt-BR" sz="1100" kern="1200" dirty="0"/>
        </a:p>
      </dsp:txBody>
      <dsp:txXfrm>
        <a:off x="21565" y="1796164"/>
        <a:ext cx="1043564" cy="506038"/>
      </dsp:txXfrm>
    </dsp:sp>
    <dsp:sp modelId="{9D4C49B6-5262-4827-947C-B1A4B54D63BD}">
      <dsp:nvSpPr>
        <dsp:cNvPr id="0" name=""/>
        <dsp:cNvSpPr/>
      </dsp:nvSpPr>
      <dsp:spPr>
        <a:xfrm rot="17287600">
          <a:off x="604796" y="1384472"/>
          <a:ext cx="1382175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1382175" y="7921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1261330" y="1357839"/>
        <a:ext cx="69108" cy="69108"/>
      </dsp:txXfrm>
    </dsp:sp>
    <dsp:sp modelId="{D2FD2E74-591A-4D7C-83CA-062B77C1C256}">
      <dsp:nvSpPr>
        <dsp:cNvPr id="0" name=""/>
        <dsp:cNvSpPr/>
      </dsp:nvSpPr>
      <dsp:spPr>
        <a:xfrm>
          <a:off x="1510895" y="466840"/>
          <a:ext cx="1075052" cy="537526"/>
        </a:xfrm>
        <a:prstGeom prst="roundRect">
          <a:avLst>
            <a:gd name="adj" fmla="val 10000"/>
          </a:avLst>
        </a:prstGeom>
        <a:solidFill>
          <a:schemeClr val="accent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Em edição</a:t>
          </a:r>
          <a:endParaRPr lang="pt-BR" sz="1100" kern="1200" dirty="0"/>
        </a:p>
      </dsp:txBody>
      <dsp:txXfrm>
        <a:off x="1526639" y="482584"/>
        <a:ext cx="1043564" cy="506038"/>
      </dsp:txXfrm>
    </dsp:sp>
    <dsp:sp modelId="{AC80C457-CF85-4243-B3AE-44EE9C17B224}">
      <dsp:nvSpPr>
        <dsp:cNvPr id="0" name=""/>
        <dsp:cNvSpPr/>
      </dsp:nvSpPr>
      <dsp:spPr>
        <a:xfrm>
          <a:off x="2585947" y="727682"/>
          <a:ext cx="430021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30021" y="792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2790207" y="724853"/>
        <a:ext cx="21501" cy="21501"/>
      </dsp:txXfrm>
    </dsp:sp>
    <dsp:sp modelId="{E21D087B-08CE-4B87-8598-18890FF01C94}">
      <dsp:nvSpPr>
        <dsp:cNvPr id="0" name=""/>
        <dsp:cNvSpPr/>
      </dsp:nvSpPr>
      <dsp:spPr>
        <a:xfrm>
          <a:off x="3015968" y="466840"/>
          <a:ext cx="1075052" cy="537526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Em análise do GM</a:t>
          </a:r>
          <a:endParaRPr lang="pt-BR" sz="1100" kern="1200" dirty="0"/>
        </a:p>
      </dsp:txBody>
      <dsp:txXfrm>
        <a:off x="3031712" y="482584"/>
        <a:ext cx="1043564" cy="506038"/>
      </dsp:txXfrm>
    </dsp:sp>
    <dsp:sp modelId="{1AE5D90D-68CF-4E89-9B07-2CEA0DF899ED}">
      <dsp:nvSpPr>
        <dsp:cNvPr id="0" name=""/>
        <dsp:cNvSpPr/>
      </dsp:nvSpPr>
      <dsp:spPr>
        <a:xfrm rot="4312400">
          <a:off x="604796" y="2698052"/>
          <a:ext cx="1382175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1382175" y="7921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1261330" y="2671419"/>
        <a:ext cx="69108" cy="69108"/>
      </dsp:txXfrm>
    </dsp:sp>
    <dsp:sp modelId="{43C3D37C-517F-4964-9A53-5AF23CACA87B}">
      <dsp:nvSpPr>
        <dsp:cNvPr id="0" name=""/>
        <dsp:cNvSpPr/>
      </dsp:nvSpPr>
      <dsp:spPr>
        <a:xfrm>
          <a:off x="1510895" y="3094000"/>
          <a:ext cx="1075052" cy="537526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Em análise do GM</a:t>
          </a:r>
          <a:endParaRPr lang="pt-BR" sz="1100" kern="1200" dirty="0"/>
        </a:p>
      </dsp:txBody>
      <dsp:txXfrm>
        <a:off x="1526639" y="3109744"/>
        <a:ext cx="1043564" cy="506038"/>
      </dsp:txXfrm>
    </dsp:sp>
    <dsp:sp modelId="{9B222A10-6A3E-418F-9205-FC0A66453813}">
      <dsp:nvSpPr>
        <dsp:cNvPr id="0" name=""/>
        <dsp:cNvSpPr/>
      </dsp:nvSpPr>
      <dsp:spPr>
        <a:xfrm rot="17051759">
          <a:off x="1924221" y="2504879"/>
          <a:ext cx="1753473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1753473" y="792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600" kern="1200"/>
        </a:p>
      </dsp:txBody>
      <dsp:txXfrm>
        <a:off x="2757121" y="2468963"/>
        <a:ext cx="87673" cy="87673"/>
      </dsp:txXfrm>
    </dsp:sp>
    <dsp:sp modelId="{2AD1BD4D-FFFE-4C78-A64F-433A31E70B07}">
      <dsp:nvSpPr>
        <dsp:cNvPr id="0" name=""/>
        <dsp:cNvSpPr/>
      </dsp:nvSpPr>
      <dsp:spPr>
        <a:xfrm>
          <a:off x="3015968" y="1394073"/>
          <a:ext cx="1075052" cy="537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Aprovada (Informativa ou Pré-aprovada)</a:t>
          </a:r>
          <a:endParaRPr lang="pt-BR" sz="1100" kern="1200" dirty="0"/>
        </a:p>
      </dsp:txBody>
      <dsp:txXfrm>
        <a:off x="3031712" y="1409817"/>
        <a:ext cx="1043564" cy="506038"/>
      </dsp:txXfrm>
    </dsp:sp>
    <dsp:sp modelId="{C5C0140B-8F28-4090-916F-E6A6A5AF15EE}">
      <dsp:nvSpPr>
        <dsp:cNvPr id="0" name=""/>
        <dsp:cNvSpPr/>
      </dsp:nvSpPr>
      <dsp:spPr>
        <a:xfrm>
          <a:off x="4091021" y="1654915"/>
          <a:ext cx="430021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30021" y="792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4295281" y="1652086"/>
        <a:ext cx="21501" cy="21501"/>
      </dsp:txXfrm>
    </dsp:sp>
    <dsp:sp modelId="{7210672F-BCCD-417F-89BF-842CD9D4A880}">
      <dsp:nvSpPr>
        <dsp:cNvPr id="0" name=""/>
        <dsp:cNvSpPr/>
      </dsp:nvSpPr>
      <dsp:spPr>
        <a:xfrm>
          <a:off x="4521042" y="1394073"/>
          <a:ext cx="1075052" cy="537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Em Implementação</a:t>
          </a:r>
          <a:endParaRPr lang="pt-BR" sz="1100" kern="1200" dirty="0"/>
        </a:p>
      </dsp:txBody>
      <dsp:txXfrm>
        <a:off x="4536786" y="1409817"/>
        <a:ext cx="1043564" cy="506038"/>
      </dsp:txXfrm>
    </dsp:sp>
    <dsp:sp modelId="{B05F8B8F-2A15-4C38-87B6-8DBF99D3AA8B}">
      <dsp:nvSpPr>
        <dsp:cNvPr id="0" name=""/>
        <dsp:cNvSpPr/>
      </dsp:nvSpPr>
      <dsp:spPr>
        <a:xfrm>
          <a:off x="5596094" y="1654915"/>
          <a:ext cx="430021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30021" y="792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5800354" y="1652086"/>
        <a:ext cx="21501" cy="21501"/>
      </dsp:txXfrm>
    </dsp:sp>
    <dsp:sp modelId="{56C6631D-4817-4AA6-B650-71689018DAE4}">
      <dsp:nvSpPr>
        <dsp:cNvPr id="0" name=""/>
        <dsp:cNvSpPr/>
      </dsp:nvSpPr>
      <dsp:spPr>
        <a:xfrm>
          <a:off x="6026115" y="1394073"/>
          <a:ext cx="1075052" cy="537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Em RPI</a:t>
          </a:r>
          <a:endParaRPr lang="pt-BR" sz="1100" kern="1200" dirty="0"/>
        </a:p>
      </dsp:txBody>
      <dsp:txXfrm>
        <a:off x="6041859" y="1409817"/>
        <a:ext cx="1043564" cy="506038"/>
      </dsp:txXfrm>
    </dsp:sp>
    <dsp:sp modelId="{CAF2B2BF-D563-434C-A836-3206A65EA441}">
      <dsp:nvSpPr>
        <dsp:cNvPr id="0" name=""/>
        <dsp:cNvSpPr/>
      </dsp:nvSpPr>
      <dsp:spPr>
        <a:xfrm rot="19457599">
          <a:off x="7051392" y="1500376"/>
          <a:ext cx="529572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529572" y="792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7302939" y="1495058"/>
        <a:ext cx="26478" cy="26478"/>
      </dsp:txXfrm>
    </dsp:sp>
    <dsp:sp modelId="{E5A9D79E-45F2-4082-91F4-29011F4DDACD}">
      <dsp:nvSpPr>
        <dsp:cNvPr id="0" name=""/>
        <dsp:cNvSpPr/>
      </dsp:nvSpPr>
      <dsp:spPr>
        <a:xfrm>
          <a:off x="7531189" y="1084996"/>
          <a:ext cx="1075052" cy="537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Com sucesso</a:t>
          </a:r>
          <a:endParaRPr lang="pt-BR" sz="1100" kern="1200" dirty="0"/>
        </a:p>
      </dsp:txBody>
      <dsp:txXfrm>
        <a:off x="7546933" y="1100740"/>
        <a:ext cx="1043564" cy="506038"/>
      </dsp:txXfrm>
    </dsp:sp>
    <dsp:sp modelId="{17B0196D-C4C7-44F8-9171-200FEE300559}">
      <dsp:nvSpPr>
        <dsp:cNvPr id="0" name=""/>
        <dsp:cNvSpPr/>
      </dsp:nvSpPr>
      <dsp:spPr>
        <a:xfrm rot="2142401">
          <a:off x="7051392" y="1809454"/>
          <a:ext cx="529572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529572" y="792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7302939" y="1804136"/>
        <a:ext cx="26478" cy="26478"/>
      </dsp:txXfrm>
    </dsp:sp>
    <dsp:sp modelId="{278E396F-5BE3-4D1E-811E-EDDD3EF9451F}">
      <dsp:nvSpPr>
        <dsp:cNvPr id="0" name=""/>
        <dsp:cNvSpPr/>
      </dsp:nvSpPr>
      <dsp:spPr>
        <a:xfrm>
          <a:off x="7531189" y="1703151"/>
          <a:ext cx="1075052" cy="537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Com impacto</a:t>
          </a:r>
          <a:endParaRPr lang="pt-BR" sz="1100" kern="1200" dirty="0"/>
        </a:p>
      </dsp:txBody>
      <dsp:txXfrm>
        <a:off x="7546933" y="1718895"/>
        <a:ext cx="1043564" cy="506038"/>
      </dsp:txXfrm>
    </dsp:sp>
    <dsp:sp modelId="{941FA264-AFCB-4E85-BFF0-C3CB1EDEBEF0}">
      <dsp:nvSpPr>
        <dsp:cNvPr id="0" name=""/>
        <dsp:cNvSpPr/>
      </dsp:nvSpPr>
      <dsp:spPr>
        <a:xfrm rot="17500715">
          <a:off x="2218904" y="2813956"/>
          <a:ext cx="1164108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1164108" y="792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2771855" y="2792775"/>
        <a:ext cx="58205" cy="58205"/>
      </dsp:txXfrm>
    </dsp:sp>
    <dsp:sp modelId="{C81734E8-EED9-49C5-AB83-EDB05E85B925}">
      <dsp:nvSpPr>
        <dsp:cNvPr id="0" name=""/>
        <dsp:cNvSpPr/>
      </dsp:nvSpPr>
      <dsp:spPr>
        <a:xfrm>
          <a:off x="3015968" y="2012228"/>
          <a:ext cx="1075052" cy="537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Reprovada</a:t>
          </a:r>
          <a:endParaRPr lang="pt-BR" sz="1100" kern="1200" dirty="0"/>
        </a:p>
      </dsp:txBody>
      <dsp:txXfrm>
        <a:off x="3031712" y="2027972"/>
        <a:ext cx="1043564" cy="506038"/>
      </dsp:txXfrm>
    </dsp:sp>
    <dsp:sp modelId="{A29B8A17-D089-458F-9525-04B7624B967E}">
      <dsp:nvSpPr>
        <dsp:cNvPr id="0" name=""/>
        <dsp:cNvSpPr/>
      </dsp:nvSpPr>
      <dsp:spPr>
        <a:xfrm>
          <a:off x="4091021" y="2273070"/>
          <a:ext cx="430021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30021" y="792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4295281" y="2270241"/>
        <a:ext cx="21501" cy="21501"/>
      </dsp:txXfrm>
    </dsp:sp>
    <dsp:sp modelId="{08C3837D-BB5B-4A22-95F8-DF59E2D5F116}">
      <dsp:nvSpPr>
        <dsp:cNvPr id="0" name=""/>
        <dsp:cNvSpPr/>
      </dsp:nvSpPr>
      <dsp:spPr>
        <a:xfrm>
          <a:off x="4521042" y="2012228"/>
          <a:ext cx="1075052" cy="537526"/>
        </a:xfrm>
        <a:prstGeom prst="roundRect">
          <a:avLst>
            <a:gd name="adj" fmla="val 10000"/>
          </a:avLst>
        </a:prstGeom>
        <a:solidFill>
          <a:schemeClr val="accent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smtClean="0"/>
            <a:t>Em edição</a:t>
          </a:r>
          <a:endParaRPr lang="pt-BR" sz="1100" kern="1200" dirty="0"/>
        </a:p>
      </dsp:txBody>
      <dsp:txXfrm>
        <a:off x="4536786" y="2027972"/>
        <a:ext cx="1043564" cy="506038"/>
      </dsp:txXfrm>
    </dsp:sp>
    <dsp:sp modelId="{E600B980-D982-4912-AB08-7074D0112C89}">
      <dsp:nvSpPr>
        <dsp:cNvPr id="0" name=""/>
        <dsp:cNvSpPr/>
      </dsp:nvSpPr>
      <dsp:spPr>
        <a:xfrm rot="1186030">
          <a:off x="2572484" y="3432111"/>
          <a:ext cx="456946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56946" y="792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2789534" y="3428609"/>
        <a:ext cx="22847" cy="22847"/>
      </dsp:txXfrm>
    </dsp:sp>
    <dsp:sp modelId="{66AAE307-8FA5-487E-AD41-1C010ABEB872}">
      <dsp:nvSpPr>
        <dsp:cNvPr id="0" name=""/>
        <dsp:cNvSpPr/>
      </dsp:nvSpPr>
      <dsp:spPr>
        <a:xfrm>
          <a:off x="3015968" y="3248539"/>
          <a:ext cx="1075052" cy="537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Em análise do CAB (Normal)</a:t>
          </a:r>
          <a:endParaRPr lang="pt-BR" sz="1100" kern="1200" dirty="0"/>
        </a:p>
      </dsp:txBody>
      <dsp:txXfrm>
        <a:off x="3031712" y="3264283"/>
        <a:ext cx="1043564" cy="506038"/>
      </dsp:txXfrm>
    </dsp:sp>
    <dsp:sp modelId="{DEEF70FB-7E5A-4D3F-B29E-DE8652960097}">
      <dsp:nvSpPr>
        <dsp:cNvPr id="0" name=""/>
        <dsp:cNvSpPr/>
      </dsp:nvSpPr>
      <dsp:spPr>
        <a:xfrm rot="19457599">
          <a:off x="4041245" y="3354842"/>
          <a:ext cx="529572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529572" y="792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4292792" y="3349524"/>
        <a:ext cx="26478" cy="26478"/>
      </dsp:txXfrm>
    </dsp:sp>
    <dsp:sp modelId="{6B1D6622-89E4-4242-AA2B-0E60AF5AB89F}">
      <dsp:nvSpPr>
        <dsp:cNvPr id="0" name=""/>
        <dsp:cNvSpPr/>
      </dsp:nvSpPr>
      <dsp:spPr>
        <a:xfrm>
          <a:off x="4521042" y="2939461"/>
          <a:ext cx="1075052" cy="537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Aprovada</a:t>
          </a:r>
          <a:endParaRPr lang="pt-BR" sz="1100" kern="1200" dirty="0"/>
        </a:p>
      </dsp:txBody>
      <dsp:txXfrm>
        <a:off x="4536786" y="2955205"/>
        <a:ext cx="1043564" cy="506038"/>
      </dsp:txXfrm>
    </dsp:sp>
    <dsp:sp modelId="{CC99D57C-0818-406A-A7AF-76E0420C238B}">
      <dsp:nvSpPr>
        <dsp:cNvPr id="0" name=""/>
        <dsp:cNvSpPr/>
      </dsp:nvSpPr>
      <dsp:spPr>
        <a:xfrm>
          <a:off x="5596094" y="3200303"/>
          <a:ext cx="430021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30021" y="792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5800354" y="3197474"/>
        <a:ext cx="21501" cy="21501"/>
      </dsp:txXfrm>
    </dsp:sp>
    <dsp:sp modelId="{70E89062-F3D5-4CD8-8675-4BFCF81669BE}">
      <dsp:nvSpPr>
        <dsp:cNvPr id="0" name=""/>
        <dsp:cNvSpPr/>
      </dsp:nvSpPr>
      <dsp:spPr>
        <a:xfrm>
          <a:off x="6026115" y="2939461"/>
          <a:ext cx="1075052" cy="537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Em Implementação</a:t>
          </a:r>
          <a:endParaRPr lang="pt-BR" sz="1100" kern="1200" dirty="0"/>
        </a:p>
      </dsp:txBody>
      <dsp:txXfrm>
        <a:off x="6041859" y="2955205"/>
        <a:ext cx="1043564" cy="506038"/>
      </dsp:txXfrm>
    </dsp:sp>
    <dsp:sp modelId="{FE296C35-483B-4061-A374-E0D8CF9C5EE0}">
      <dsp:nvSpPr>
        <dsp:cNvPr id="0" name=""/>
        <dsp:cNvSpPr/>
      </dsp:nvSpPr>
      <dsp:spPr>
        <a:xfrm>
          <a:off x="7101168" y="3200303"/>
          <a:ext cx="430021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30021" y="792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7305428" y="3197474"/>
        <a:ext cx="21501" cy="21501"/>
      </dsp:txXfrm>
    </dsp:sp>
    <dsp:sp modelId="{EFFB974A-179C-4DD4-9074-917132BD5AA0}">
      <dsp:nvSpPr>
        <dsp:cNvPr id="0" name=""/>
        <dsp:cNvSpPr/>
      </dsp:nvSpPr>
      <dsp:spPr>
        <a:xfrm>
          <a:off x="7531189" y="2939461"/>
          <a:ext cx="1075052" cy="537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Em RPI</a:t>
          </a:r>
          <a:endParaRPr lang="pt-BR" sz="1100" kern="1200" dirty="0"/>
        </a:p>
      </dsp:txBody>
      <dsp:txXfrm>
        <a:off x="7546933" y="2955205"/>
        <a:ext cx="1043564" cy="506038"/>
      </dsp:txXfrm>
    </dsp:sp>
    <dsp:sp modelId="{C47707B9-92AB-48E2-8D92-B7B3A4079DCF}">
      <dsp:nvSpPr>
        <dsp:cNvPr id="0" name=""/>
        <dsp:cNvSpPr/>
      </dsp:nvSpPr>
      <dsp:spPr>
        <a:xfrm rot="19457599">
          <a:off x="8556466" y="3045764"/>
          <a:ext cx="529572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529572" y="792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8808013" y="3040446"/>
        <a:ext cx="26478" cy="26478"/>
      </dsp:txXfrm>
    </dsp:sp>
    <dsp:sp modelId="{ADEAEC2F-E1FA-44F9-A115-6927B5ABF388}">
      <dsp:nvSpPr>
        <dsp:cNvPr id="0" name=""/>
        <dsp:cNvSpPr/>
      </dsp:nvSpPr>
      <dsp:spPr>
        <a:xfrm>
          <a:off x="9036262" y="2630384"/>
          <a:ext cx="1075052" cy="537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Com sucesso</a:t>
          </a:r>
          <a:endParaRPr lang="pt-BR" sz="1100" kern="1200" dirty="0"/>
        </a:p>
      </dsp:txBody>
      <dsp:txXfrm>
        <a:off x="9052006" y="2646128"/>
        <a:ext cx="1043564" cy="506038"/>
      </dsp:txXfrm>
    </dsp:sp>
    <dsp:sp modelId="{5A2D3B24-D286-4A8E-857F-9D740247750E}">
      <dsp:nvSpPr>
        <dsp:cNvPr id="0" name=""/>
        <dsp:cNvSpPr/>
      </dsp:nvSpPr>
      <dsp:spPr>
        <a:xfrm rot="2142401">
          <a:off x="8556466" y="3354842"/>
          <a:ext cx="529572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529572" y="792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8808013" y="3349524"/>
        <a:ext cx="26478" cy="26478"/>
      </dsp:txXfrm>
    </dsp:sp>
    <dsp:sp modelId="{AC75F99C-2E24-4958-9235-41DD52178889}">
      <dsp:nvSpPr>
        <dsp:cNvPr id="0" name=""/>
        <dsp:cNvSpPr/>
      </dsp:nvSpPr>
      <dsp:spPr>
        <a:xfrm>
          <a:off x="9036262" y="3248539"/>
          <a:ext cx="1075052" cy="537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Com impacto</a:t>
          </a:r>
          <a:endParaRPr lang="pt-BR" sz="1100" kern="1200" dirty="0"/>
        </a:p>
      </dsp:txBody>
      <dsp:txXfrm>
        <a:off x="9052006" y="3264283"/>
        <a:ext cx="1043564" cy="506038"/>
      </dsp:txXfrm>
    </dsp:sp>
    <dsp:sp modelId="{ACA5703B-A5D3-41EC-97EC-781E25741D42}">
      <dsp:nvSpPr>
        <dsp:cNvPr id="0" name=""/>
        <dsp:cNvSpPr/>
      </dsp:nvSpPr>
      <dsp:spPr>
        <a:xfrm rot="2142401">
          <a:off x="4041245" y="3663920"/>
          <a:ext cx="529572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529572" y="792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4292792" y="3658601"/>
        <a:ext cx="26478" cy="26478"/>
      </dsp:txXfrm>
    </dsp:sp>
    <dsp:sp modelId="{345E5C0A-053D-4612-900A-B45DFA1B1EE8}">
      <dsp:nvSpPr>
        <dsp:cNvPr id="0" name=""/>
        <dsp:cNvSpPr/>
      </dsp:nvSpPr>
      <dsp:spPr>
        <a:xfrm>
          <a:off x="4521042" y="3557616"/>
          <a:ext cx="1075052" cy="537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Reprovada</a:t>
          </a:r>
          <a:endParaRPr lang="pt-BR" sz="1100" kern="1200" dirty="0"/>
        </a:p>
      </dsp:txBody>
      <dsp:txXfrm>
        <a:off x="4536786" y="3573360"/>
        <a:ext cx="1043564" cy="506038"/>
      </dsp:txXfrm>
    </dsp:sp>
    <dsp:sp modelId="{FC2D5BF2-B597-4456-86E1-1D107FF6C2BA}">
      <dsp:nvSpPr>
        <dsp:cNvPr id="0" name=""/>
        <dsp:cNvSpPr/>
      </dsp:nvSpPr>
      <dsp:spPr>
        <a:xfrm>
          <a:off x="5596094" y="3818458"/>
          <a:ext cx="430021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30021" y="792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5800354" y="3815629"/>
        <a:ext cx="21501" cy="21501"/>
      </dsp:txXfrm>
    </dsp:sp>
    <dsp:sp modelId="{363FFC05-6C8C-4D8A-80AF-62EA45794BC2}">
      <dsp:nvSpPr>
        <dsp:cNvPr id="0" name=""/>
        <dsp:cNvSpPr/>
      </dsp:nvSpPr>
      <dsp:spPr>
        <a:xfrm>
          <a:off x="6026115" y="3557616"/>
          <a:ext cx="1075052" cy="537526"/>
        </a:xfrm>
        <a:prstGeom prst="roundRect">
          <a:avLst>
            <a:gd name="adj" fmla="val 10000"/>
          </a:avLst>
        </a:prstGeom>
        <a:solidFill>
          <a:schemeClr val="accent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smtClean="0"/>
            <a:t>Em edição</a:t>
          </a:r>
          <a:endParaRPr lang="pt-BR" sz="1100" kern="1200" dirty="0"/>
        </a:p>
      </dsp:txBody>
      <dsp:txXfrm>
        <a:off x="6041859" y="3573360"/>
        <a:ext cx="1043564" cy="506038"/>
      </dsp:txXfrm>
    </dsp:sp>
    <dsp:sp modelId="{18297F3D-B0FB-4EAD-8A4F-51A16AA0F0F3}">
      <dsp:nvSpPr>
        <dsp:cNvPr id="0" name=""/>
        <dsp:cNvSpPr/>
      </dsp:nvSpPr>
      <dsp:spPr>
        <a:xfrm rot="4548241">
          <a:off x="1924221" y="4204805"/>
          <a:ext cx="1753473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1753473" y="792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600" kern="1200"/>
        </a:p>
      </dsp:txBody>
      <dsp:txXfrm>
        <a:off x="2757121" y="4168890"/>
        <a:ext cx="87673" cy="87673"/>
      </dsp:txXfrm>
    </dsp:sp>
    <dsp:sp modelId="{603FD5FB-34C7-475E-BCF9-9EB2E1997AD3}">
      <dsp:nvSpPr>
        <dsp:cNvPr id="0" name=""/>
        <dsp:cNvSpPr/>
      </dsp:nvSpPr>
      <dsp:spPr>
        <a:xfrm>
          <a:off x="3015968" y="4793927"/>
          <a:ext cx="1075052" cy="537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Em análise do ECAB (Emergencial)</a:t>
          </a:r>
          <a:endParaRPr lang="pt-BR" sz="1100" kern="1200" dirty="0"/>
        </a:p>
      </dsp:txBody>
      <dsp:txXfrm>
        <a:off x="3031712" y="4809671"/>
        <a:ext cx="1043564" cy="506038"/>
      </dsp:txXfrm>
    </dsp:sp>
    <dsp:sp modelId="{9BA6C78C-2538-4C87-84C6-4D87D1A0346B}">
      <dsp:nvSpPr>
        <dsp:cNvPr id="0" name=""/>
        <dsp:cNvSpPr/>
      </dsp:nvSpPr>
      <dsp:spPr>
        <a:xfrm rot="19457599">
          <a:off x="4041245" y="4900230"/>
          <a:ext cx="529572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529572" y="792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4292792" y="4894912"/>
        <a:ext cx="26478" cy="26478"/>
      </dsp:txXfrm>
    </dsp:sp>
    <dsp:sp modelId="{8F439F9F-3E05-4E07-AAE0-52B6551D6A2D}">
      <dsp:nvSpPr>
        <dsp:cNvPr id="0" name=""/>
        <dsp:cNvSpPr/>
      </dsp:nvSpPr>
      <dsp:spPr>
        <a:xfrm>
          <a:off x="4521042" y="4484849"/>
          <a:ext cx="1075052" cy="537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Aprovada</a:t>
          </a:r>
          <a:endParaRPr lang="pt-BR" sz="1100" kern="1200" dirty="0"/>
        </a:p>
      </dsp:txBody>
      <dsp:txXfrm>
        <a:off x="4536786" y="4500593"/>
        <a:ext cx="1043564" cy="506038"/>
      </dsp:txXfrm>
    </dsp:sp>
    <dsp:sp modelId="{FA093F53-73B5-4E67-96E8-53EF850AAD56}">
      <dsp:nvSpPr>
        <dsp:cNvPr id="0" name=""/>
        <dsp:cNvSpPr/>
      </dsp:nvSpPr>
      <dsp:spPr>
        <a:xfrm>
          <a:off x="5596094" y="4745691"/>
          <a:ext cx="430021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30021" y="792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5800354" y="4742862"/>
        <a:ext cx="21501" cy="21501"/>
      </dsp:txXfrm>
    </dsp:sp>
    <dsp:sp modelId="{E889A986-FC10-48C9-9E24-392EEF8453F0}">
      <dsp:nvSpPr>
        <dsp:cNvPr id="0" name=""/>
        <dsp:cNvSpPr/>
      </dsp:nvSpPr>
      <dsp:spPr>
        <a:xfrm>
          <a:off x="6026115" y="4484849"/>
          <a:ext cx="1075052" cy="537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Em Implementação</a:t>
          </a:r>
          <a:endParaRPr lang="pt-BR" sz="1100" kern="1200" dirty="0"/>
        </a:p>
      </dsp:txBody>
      <dsp:txXfrm>
        <a:off x="6041859" y="4500593"/>
        <a:ext cx="1043564" cy="506038"/>
      </dsp:txXfrm>
    </dsp:sp>
    <dsp:sp modelId="{2618CC76-DE84-43D7-B641-AF1232386B6E}">
      <dsp:nvSpPr>
        <dsp:cNvPr id="0" name=""/>
        <dsp:cNvSpPr/>
      </dsp:nvSpPr>
      <dsp:spPr>
        <a:xfrm>
          <a:off x="7101168" y="4745691"/>
          <a:ext cx="430021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30021" y="792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7305428" y="4742862"/>
        <a:ext cx="21501" cy="21501"/>
      </dsp:txXfrm>
    </dsp:sp>
    <dsp:sp modelId="{5B1AE6F5-30D5-45E4-9D4A-94FD80AFD20B}">
      <dsp:nvSpPr>
        <dsp:cNvPr id="0" name=""/>
        <dsp:cNvSpPr/>
      </dsp:nvSpPr>
      <dsp:spPr>
        <a:xfrm>
          <a:off x="7531189" y="4484849"/>
          <a:ext cx="1075052" cy="537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Em RPI</a:t>
          </a:r>
          <a:endParaRPr lang="pt-BR" sz="1100" kern="1200" dirty="0"/>
        </a:p>
      </dsp:txBody>
      <dsp:txXfrm>
        <a:off x="7546933" y="4500593"/>
        <a:ext cx="1043564" cy="506038"/>
      </dsp:txXfrm>
    </dsp:sp>
    <dsp:sp modelId="{B9496999-3D99-4B71-92A4-04F966EAEDB1}">
      <dsp:nvSpPr>
        <dsp:cNvPr id="0" name=""/>
        <dsp:cNvSpPr/>
      </dsp:nvSpPr>
      <dsp:spPr>
        <a:xfrm rot="19457599">
          <a:off x="8556466" y="4591152"/>
          <a:ext cx="529572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529572" y="792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8808013" y="4585834"/>
        <a:ext cx="26478" cy="26478"/>
      </dsp:txXfrm>
    </dsp:sp>
    <dsp:sp modelId="{1974B987-87B9-4E34-B5DD-775AAEB144AA}">
      <dsp:nvSpPr>
        <dsp:cNvPr id="0" name=""/>
        <dsp:cNvSpPr/>
      </dsp:nvSpPr>
      <dsp:spPr>
        <a:xfrm>
          <a:off x="9036262" y="4175772"/>
          <a:ext cx="1075052" cy="537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Com sucesso</a:t>
          </a:r>
          <a:endParaRPr lang="pt-BR" sz="1100" kern="1200" dirty="0"/>
        </a:p>
      </dsp:txBody>
      <dsp:txXfrm>
        <a:off x="9052006" y="4191516"/>
        <a:ext cx="1043564" cy="506038"/>
      </dsp:txXfrm>
    </dsp:sp>
    <dsp:sp modelId="{906A6268-C3BC-4D19-AF0D-9A8D72D0FB7D}">
      <dsp:nvSpPr>
        <dsp:cNvPr id="0" name=""/>
        <dsp:cNvSpPr/>
      </dsp:nvSpPr>
      <dsp:spPr>
        <a:xfrm rot="2142401">
          <a:off x="8556466" y="4900230"/>
          <a:ext cx="529572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529572" y="792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8808013" y="4894912"/>
        <a:ext cx="26478" cy="26478"/>
      </dsp:txXfrm>
    </dsp:sp>
    <dsp:sp modelId="{D88E33DA-53F4-4FAC-A709-84CCF21F4473}">
      <dsp:nvSpPr>
        <dsp:cNvPr id="0" name=""/>
        <dsp:cNvSpPr/>
      </dsp:nvSpPr>
      <dsp:spPr>
        <a:xfrm>
          <a:off x="9036262" y="4793927"/>
          <a:ext cx="1075052" cy="537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Com impacto</a:t>
          </a:r>
          <a:endParaRPr lang="pt-BR" sz="1100" kern="1200" dirty="0"/>
        </a:p>
      </dsp:txBody>
      <dsp:txXfrm>
        <a:off x="9052006" y="4809671"/>
        <a:ext cx="1043564" cy="506038"/>
      </dsp:txXfrm>
    </dsp:sp>
    <dsp:sp modelId="{4D719639-4204-4909-AD74-7ADBA1539665}">
      <dsp:nvSpPr>
        <dsp:cNvPr id="0" name=""/>
        <dsp:cNvSpPr/>
      </dsp:nvSpPr>
      <dsp:spPr>
        <a:xfrm rot="2142401">
          <a:off x="4041245" y="5209308"/>
          <a:ext cx="529572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529572" y="792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4292792" y="5203989"/>
        <a:ext cx="26478" cy="26478"/>
      </dsp:txXfrm>
    </dsp:sp>
    <dsp:sp modelId="{929FF536-CD48-4D50-8245-5CDEA262CA05}">
      <dsp:nvSpPr>
        <dsp:cNvPr id="0" name=""/>
        <dsp:cNvSpPr/>
      </dsp:nvSpPr>
      <dsp:spPr>
        <a:xfrm>
          <a:off x="4521042" y="5103004"/>
          <a:ext cx="1075052" cy="5375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Reprovada</a:t>
          </a:r>
          <a:endParaRPr lang="pt-BR" sz="1100" kern="1200" dirty="0"/>
        </a:p>
      </dsp:txBody>
      <dsp:txXfrm>
        <a:off x="4536786" y="5118748"/>
        <a:ext cx="1043564" cy="506038"/>
      </dsp:txXfrm>
    </dsp:sp>
    <dsp:sp modelId="{C315963F-27CC-4ED7-802E-60CB28D443B1}">
      <dsp:nvSpPr>
        <dsp:cNvPr id="0" name=""/>
        <dsp:cNvSpPr/>
      </dsp:nvSpPr>
      <dsp:spPr>
        <a:xfrm>
          <a:off x="5596094" y="5363846"/>
          <a:ext cx="430021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30021" y="792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5800354" y="5361017"/>
        <a:ext cx="21501" cy="21501"/>
      </dsp:txXfrm>
    </dsp:sp>
    <dsp:sp modelId="{CE5606DC-0844-4B46-9C4D-8A05260038F5}">
      <dsp:nvSpPr>
        <dsp:cNvPr id="0" name=""/>
        <dsp:cNvSpPr/>
      </dsp:nvSpPr>
      <dsp:spPr>
        <a:xfrm>
          <a:off x="6026115" y="5103004"/>
          <a:ext cx="1075052" cy="537526"/>
        </a:xfrm>
        <a:prstGeom prst="roundRect">
          <a:avLst>
            <a:gd name="adj" fmla="val 10000"/>
          </a:avLst>
        </a:prstGeom>
        <a:solidFill>
          <a:schemeClr val="accent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Em edição</a:t>
          </a:r>
          <a:endParaRPr lang="pt-BR" sz="1100" kern="1200" dirty="0"/>
        </a:p>
      </dsp:txBody>
      <dsp:txXfrm>
        <a:off x="6041859" y="5118748"/>
        <a:ext cx="1043564" cy="5060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17/11/2016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11/17/2016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11/17/2016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11/17/2016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11/17/2016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11/17/2016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11/17/2016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11/17/2016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em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Resultado de imagem para gerenciamento de mudanças iti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32" y="4202724"/>
            <a:ext cx="4025929" cy="2682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1256786"/>
            <a:ext cx="568862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Gerenciamento de Mudanças</a:t>
            </a:r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Novo </a:t>
            </a:r>
            <a:r>
              <a:rPr lang="pt-BR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Fluxo</a:t>
            </a:r>
            <a:endParaRPr lang="pt-BR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</a:t>
            </a:r>
            <a:r>
              <a:rPr lang="pt-BR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 </a:t>
            </a:r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en-US" sz="2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Nov/2016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1081426370"/>
              </p:ext>
            </p:extLst>
          </p:nvPr>
        </p:nvGraphicFramePr>
        <p:xfrm>
          <a:off x="1" y="750628"/>
          <a:ext cx="10117137" cy="6107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091821" y="130780"/>
            <a:ext cx="7909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Fluxo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Gerenciamento de Mudanças</a:t>
            </a:r>
            <a:endParaRPr lang="pt-BR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7" name="Conector de Seta Reta 56"/>
          <p:cNvCxnSpPr>
            <a:stCxn id="126" idx="3"/>
            <a:endCxn id="113" idx="1"/>
          </p:cNvCxnSpPr>
          <p:nvPr/>
        </p:nvCxnSpPr>
        <p:spPr>
          <a:xfrm flipV="1">
            <a:off x="7372094" y="1100595"/>
            <a:ext cx="353621" cy="8564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7725715" y="831397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4189864" y="755355"/>
            <a:ext cx="318223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</a:t>
            </a:r>
            <a:r>
              <a:rPr lang="pt-BR" sz="1000" b="1" i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qualquer Status</a:t>
            </a:r>
          </a:p>
          <a:p>
            <a:pPr algn="r"/>
            <a:endParaRPr lang="pt-BR" sz="1000" b="1" i="1" dirty="0" smtClean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1000" b="1" i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Somente nos status de </a:t>
            </a:r>
            <a:r>
              <a:rPr lang="pt-BR" sz="1000" b="1" i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“Em análise do GM, Em </a:t>
            </a:r>
            <a:r>
              <a:rPr lang="pt-BR" sz="1000" b="1" i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RPI, Com Sucesso ou Sem Sucesso” não poderá cancelar</a:t>
            </a:r>
            <a:endParaRPr lang="pt-BR" sz="1000" i="1" dirty="0">
              <a:solidFill>
                <a:srgbClr val="7030A0"/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9215654" y="900539"/>
            <a:ext cx="9444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 para </a:t>
            </a:r>
          </a:p>
          <a:p>
            <a:r>
              <a:rPr lang="pt-BR" sz="10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pt-BR" sz="1000" b="1" dirty="0">
              <a:solidFill>
                <a:srgbClr val="7030A0"/>
              </a:solidFill>
            </a:endParaRPr>
          </a:p>
        </p:txBody>
      </p:sp>
      <p:cxnSp>
        <p:nvCxnSpPr>
          <p:cNvPr id="128" name="Conector de Seta Reta 127"/>
          <p:cNvCxnSpPr>
            <a:stCxn id="113" idx="3"/>
            <a:endCxn id="127" idx="1"/>
          </p:cNvCxnSpPr>
          <p:nvPr/>
        </p:nvCxnSpPr>
        <p:spPr>
          <a:xfrm flipV="1">
            <a:off x="8877715" y="1100594"/>
            <a:ext cx="337939" cy="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239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5429</TotalTime>
  <Words>109</Words>
  <PresentationFormat>Personalizar</PresentationFormat>
  <Paragraphs>45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Arial</vt:lpstr>
      <vt:lpstr>Calibri</vt:lpstr>
      <vt:lpstr>Gotham Rounded Book</vt:lpstr>
      <vt:lpstr>Segoe UI</vt:lpstr>
      <vt:lpstr>Trebuchet MS</vt:lpstr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2014-01-24T21:35:00Z</dcterms:created>
  <dcterms:modified xsi:type="dcterms:W3CDTF">2016-11-17T15:35:05Z</dcterms:modified>
</cp:coreProperties>
</file>