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97" r:id="rId2"/>
    <p:sldMasterId id="2147483709" r:id="rId3"/>
    <p:sldMasterId id="2147483715" r:id="rId4"/>
  </p:sldMasterIdLst>
  <p:notesMasterIdLst>
    <p:notesMasterId r:id="rId14"/>
  </p:notesMasterIdLst>
  <p:sldIdLst>
    <p:sldId id="257" r:id="rId5"/>
    <p:sldId id="385" r:id="rId6"/>
    <p:sldId id="399" r:id="rId7"/>
    <p:sldId id="401" r:id="rId8"/>
    <p:sldId id="420" r:id="rId9"/>
    <p:sldId id="421" r:id="rId10"/>
    <p:sldId id="422" r:id="rId11"/>
    <p:sldId id="424" r:id="rId12"/>
    <p:sldId id="423" r:id="rId1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E311CB9-29CF-468E-8F3A-02293F75FFB6}">
          <p14:sldIdLst>
            <p14:sldId id="257"/>
            <p14:sldId id="385"/>
            <p14:sldId id="399"/>
            <p14:sldId id="401"/>
            <p14:sldId id="420"/>
            <p14:sldId id="421"/>
            <p14:sldId id="422"/>
            <p14:sldId id="424"/>
            <p14:sldId id="4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FF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36" autoAdjust="0"/>
    <p:restoredTop sz="87670" autoAdjust="0"/>
  </p:normalViewPr>
  <p:slideViewPr>
    <p:cSldViewPr snapToGrid="0">
      <p:cViewPr varScale="1">
        <p:scale>
          <a:sx n="118" d="100"/>
          <a:sy n="118" d="100"/>
        </p:scale>
        <p:origin x="84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D5198-DF91-4E3C-BD44-E5DA865C8A36}" type="datetimeFigureOut">
              <a:rPr lang="pt-BR" smtClean="0"/>
              <a:t>17/02/2016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32726-D83F-48F7-B9EA-4444A7AA117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0193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extLst/>
        </p:spPr>
        <p:txBody>
          <a:bodyPr/>
          <a:lstStyle/>
          <a:p>
            <a:pPr>
              <a:defRPr/>
            </a:pPr>
            <a:endParaRPr lang="pt-BR" smtClean="0">
              <a:latin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884382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 smtClean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2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79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3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79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4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79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5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795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6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602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7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53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8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35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9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068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8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5.png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1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5.png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4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3" y="3886201"/>
            <a:ext cx="64008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827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649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2" y="4406905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2" y="2906714"/>
            <a:ext cx="7772400" cy="150018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5712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91425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7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62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75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88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00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336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2" y="1200153"/>
            <a:ext cx="4038599" cy="3394075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3" y="1200153"/>
            <a:ext cx="4038599" cy="3394075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061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42"/>
            <a:ext cx="8229600" cy="1143001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2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26" indent="0">
              <a:buNone/>
              <a:defRPr sz="2100" b="1"/>
            </a:lvl2pPr>
            <a:lvl3pPr marL="914252" indent="0">
              <a:buNone/>
              <a:defRPr sz="1700" b="1"/>
            </a:lvl3pPr>
            <a:lvl4pPr marL="1371378" indent="0">
              <a:buNone/>
              <a:defRPr sz="1600" b="1"/>
            </a:lvl4pPr>
            <a:lvl5pPr marL="1828503" indent="0">
              <a:buNone/>
              <a:defRPr sz="1600" b="1"/>
            </a:lvl5pPr>
            <a:lvl6pPr marL="2285629" indent="0">
              <a:buNone/>
              <a:defRPr sz="1600" b="1"/>
            </a:lvl6pPr>
            <a:lvl7pPr marL="2742755" indent="0">
              <a:buNone/>
              <a:defRPr sz="1600" b="1"/>
            </a:lvl7pPr>
            <a:lvl8pPr marL="3199881" indent="0">
              <a:buNone/>
              <a:defRPr sz="1600" b="1"/>
            </a:lvl8pPr>
            <a:lvl9pPr marL="3657007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535112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26" indent="0">
              <a:buNone/>
              <a:defRPr sz="2100" b="1"/>
            </a:lvl2pPr>
            <a:lvl3pPr marL="914252" indent="0">
              <a:buNone/>
              <a:defRPr sz="1700" b="1"/>
            </a:lvl3pPr>
            <a:lvl4pPr marL="1371378" indent="0">
              <a:buNone/>
              <a:defRPr sz="1600" b="1"/>
            </a:lvl4pPr>
            <a:lvl5pPr marL="1828503" indent="0">
              <a:buNone/>
              <a:defRPr sz="1600" b="1"/>
            </a:lvl5pPr>
            <a:lvl6pPr marL="2285629" indent="0">
              <a:buNone/>
              <a:defRPr sz="1600" b="1"/>
            </a:lvl6pPr>
            <a:lvl7pPr marL="2742755" indent="0">
              <a:buNone/>
              <a:defRPr sz="1600" b="1"/>
            </a:lvl7pPr>
            <a:lvl8pPr marL="3199881" indent="0">
              <a:buNone/>
              <a:defRPr sz="1600" b="1"/>
            </a:lvl8pPr>
            <a:lvl9pPr marL="3657007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27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070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564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4" y="273053"/>
            <a:ext cx="3008313" cy="1162051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5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9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4" y="1435104"/>
            <a:ext cx="3008313" cy="4691061"/>
          </a:xfrm>
        </p:spPr>
        <p:txBody>
          <a:bodyPr/>
          <a:lstStyle>
            <a:lvl1pPr marL="0" indent="0">
              <a:buNone/>
              <a:defRPr sz="1400"/>
            </a:lvl1pPr>
            <a:lvl2pPr marL="457126" indent="0">
              <a:buNone/>
              <a:defRPr sz="1300"/>
            </a:lvl2pPr>
            <a:lvl3pPr marL="914252" indent="0">
              <a:buNone/>
              <a:defRPr sz="1000"/>
            </a:lvl3pPr>
            <a:lvl4pPr marL="1371378" indent="0">
              <a:buNone/>
              <a:defRPr sz="1000"/>
            </a:lvl4pPr>
            <a:lvl5pPr marL="1828503" indent="0">
              <a:buNone/>
              <a:defRPr sz="1000"/>
            </a:lvl5pPr>
            <a:lvl6pPr marL="2285629" indent="0">
              <a:buNone/>
              <a:defRPr sz="1000"/>
            </a:lvl6pPr>
            <a:lvl7pPr marL="2742755" indent="0">
              <a:buNone/>
              <a:defRPr sz="1000"/>
            </a:lvl7pPr>
            <a:lvl8pPr marL="3199881" indent="0">
              <a:buNone/>
              <a:defRPr sz="1000"/>
            </a:lvl8pPr>
            <a:lvl9pPr marL="3657007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7555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9" y="4800604"/>
            <a:ext cx="5486400" cy="566737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9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26" indent="0">
              <a:buNone/>
              <a:defRPr sz="2900"/>
            </a:lvl2pPr>
            <a:lvl3pPr marL="914252" indent="0">
              <a:buNone/>
              <a:defRPr sz="2400"/>
            </a:lvl3pPr>
            <a:lvl4pPr marL="1371378" indent="0">
              <a:buNone/>
              <a:defRPr sz="2100"/>
            </a:lvl4pPr>
            <a:lvl5pPr marL="1828503" indent="0">
              <a:buNone/>
              <a:defRPr sz="2100"/>
            </a:lvl5pPr>
            <a:lvl6pPr marL="2285629" indent="0">
              <a:buNone/>
              <a:defRPr sz="2100"/>
            </a:lvl6pPr>
            <a:lvl7pPr marL="2742755" indent="0">
              <a:buNone/>
              <a:defRPr sz="2100"/>
            </a:lvl7pPr>
            <a:lvl8pPr marL="3199881" indent="0">
              <a:buNone/>
              <a:defRPr sz="2100"/>
            </a:lvl8pPr>
            <a:lvl9pPr marL="3657007" indent="0">
              <a:buNone/>
              <a:defRPr sz="2100"/>
            </a:lvl9pPr>
          </a:lstStyle>
          <a:p>
            <a:r>
              <a:rPr lang="pt-BR" smtClean="0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9" y="5367340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26" indent="0">
              <a:buNone/>
              <a:defRPr sz="1300"/>
            </a:lvl2pPr>
            <a:lvl3pPr marL="914252" indent="0">
              <a:buNone/>
              <a:defRPr sz="1000"/>
            </a:lvl3pPr>
            <a:lvl4pPr marL="1371378" indent="0">
              <a:buNone/>
              <a:defRPr sz="1000"/>
            </a:lvl4pPr>
            <a:lvl5pPr marL="1828503" indent="0">
              <a:buNone/>
              <a:defRPr sz="1000"/>
            </a:lvl5pPr>
            <a:lvl6pPr marL="2285629" indent="0">
              <a:buNone/>
              <a:defRPr sz="1000"/>
            </a:lvl6pPr>
            <a:lvl7pPr marL="2742755" indent="0">
              <a:buNone/>
              <a:defRPr sz="1000"/>
            </a:lvl7pPr>
            <a:lvl8pPr marL="3199881" indent="0">
              <a:buNone/>
              <a:defRPr sz="1000"/>
            </a:lvl8pPr>
            <a:lvl9pPr marL="3657007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557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797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206378"/>
            <a:ext cx="2057401" cy="4387851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3" y="206378"/>
            <a:ext cx="6019799" cy="4387851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17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17/02/2016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253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17/02/2016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876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17/02/2016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958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17/02/2016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800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17/02/2016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2214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17/02/2016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1282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17/02/2016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8697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17/02/2016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2772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17/02/2016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744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17/02/2016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7194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17/02/2016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8968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9861609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133479" y="3298827"/>
            <a:ext cx="5872163" cy="739775"/>
          </a:xfrm>
        </p:spPr>
        <p:txBody>
          <a:bodyPr lIns="0"/>
          <a:lstStyle>
            <a:lvl1pPr marL="0" indent="0">
              <a:buFont typeface="Wingdings" pitchFamily="2" charset="2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 bwMode="white">
          <a:xfrm>
            <a:off x="1133477" y="1406525"/>
            <a:ext cx="6048375" cy="1468438"/>
          </a:xfrm>
        </p:spPr>
        <p:txBody>
          <a:bodyPr lIns="0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293" name="Picture 29" descr="WM_SQ_Scribble_rgb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7" y="6081714"/>
            <a:ext cx="566737" cy="501650"/>
          </a:xfrm>
          <a:prstGeom prst="rect">
            <a:avLst/>
          </a:prstGeom>
          <a:noFill/>
        </p:spPr>
      </p:pic>
      <p:pic>
        <p:nvPicPr>
          <p:cNvPr id="11297" name="Picture 33" descr="WM_logo_PMS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579" y="6362701"/>
            <a:ext cx="1719263" cy="223838"/>
          </a:xfrm>
          <a:prstGeom prst="rect">
            <a:avLst/>
          </a:prstGeom>
          <a:noFill/>
        </p:spPr>
      </p:pic>
      <p:pic>
        <p:nvPicPr>
          <p:cNvPr id="11301" name="Picture 37" descr="wunderman_logo_ko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53" r="-463"/>
          <a:stretch>
            <a:fillRect/>
          </a:stretch>
        </p:blipFill>
        <p:spPr bwMode="auto">
          <a:xfrm>
            <a:off x="6981825" y="6365877"/>
            <a:ext cx="1758950" cy="215900"/>
          </a:xfrm>
          <a:prstGeom prst="rect">
            <a:avLst/>
          </a:prstGeom>
          <a:noFill/>
        </p:spPr>
      </p:pic>
      <p:pic>
        <p:nvPicPr>
          <p:cNvPr id="11302" name="Picture 38" descr="WM_SQ_Scribble_KO"/>
          <p:cNvPicPr>
            <a:picLocks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080125"/>
            <a:ext cx="565150" cy="5032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73782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3153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8474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128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352800" y="6324600"/>
            <a:ext cx="1905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66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2002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529913" y="6491265"/>
            <a:ext cx="505467" cy="252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750" b="0">
                <a:solidFill>
                  <a:srgbClr val="333333"/>
                </a:solidFill>
                <a:latin typeface="+mn-lt"/>
              </a:defRPr>
            </a:lvl1pPr>
          </a:lstStyle>
          <a:p>
            <a:fld id="{9784CBA3-D598-4B1F-BAA3-EE14B5154290}" type="slidenum">
              <a:rPr lang="en-AU" smtClean="0"/>
              <a:pPr/>
              <a:t>‹#›</a:t>
            </a:fld>
            <a:endParaRPr lang="en-AU" dirty="0"/>
          </a:p>
        </p:txBody>
      </p:sp>
      <p:cxnSp>
        <p:nvCxnSpPr>
          <p:cNvPr id="5" name="Straight Connector 69"/>
          <p:cNvCxnSpPr/>
          <p:nvPr userDrawn="1">
            <p:custDataLst>
              <p:tags r:id="rId1"/>
            </p:custDataLst>
          </p:nvPr>
        </p:nvCxnSpPr>
        <p:spPr>
          <a:xfrm>
            <a:off x="282163" y="5946775"/>
            <a:ext cx="8572912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\\PSTUDIOTERM\Clients\TNS Global\TNS_002 Templates\4. Design\4. Active\PPT Files\2. 5th April Redesign\From Client\TNS_logo_72ppi.png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13" y="6071836"/>
            <a:ext cx="504000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 userDrawn="1">
            <p:custDataLst>
              <p:tags r:id="rId3"/>
            </p:custDataLst>
          </p:nvPr>
        </p:nvSpPr>
        <p:spPr>
          <a:xfrm>
            <a:off x="1290880" y="6324879"/>
            <a:ext cx="2540000" cy="530999"/>
          </a:xfrm>
          <a:prstGeom prst="rect">
            <a:avLst/>
          </a:prstGeom>
          <a:noFill/>
        </p:spPr>
        <p:txBody>
          <a:bodyPr vert="horz" wrap="square" lIns="0" tIns="0" rIns="0" bIns="279400" rtlCol="0" anchor="b">
            <a:noAutofit/>
          </a:bodyPr>
          <a:lstStyle/>
          <a:p>
            <a:pPr fontAlgn="base">
              <a:lnSpc>
                <a:spcPct val="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750" smtClean="0">
                <a:solidFill>
                  <a:srgbClr val="232323"/>
                </a:solidFill>
                <a:cs typeface="Arial" charset="0"/>
              </a:rPr>
              <a:t>© TNS   </a:t>
            </a:r>
            <a:endParaRPr lang="pt-BR" sz="750" dirty="0" err="1" smtClean="0">
              <a:solidFill>
                <a:srgbClr val="232323"/>
              </a:solidFill>
              <a:cs typeface="Arial" charset="0"/>
            </a:endParaRPr>
          </a:p>
        </p:txBody>
      </p:sp>
      <p:sp>
        <p:nvSpPr>
          <p:cNvPr id="8" name="CaixaDeTexto 7"/>
          <p:cNvSpPr txBox="1"/>
          <p:nvPr userDrawn="1">
            <p:custDataLst>
              <p:tags r:id="rId4"/>
            </p:custDataLst>
          </p:nvPr>
        </p:nvSpPr>
        <p:spPr>
          <a:xfrm>
            <a:off x="1284044" y="6298419"/>
            <a:ext cx="1905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sz="750" dirty="0" smtClean="0">
                <a:solidFill>
                  <a:srgbClr val="232323"/>
                </a:solidFill>
                <a:cs typeface="Arial" charset="0"/>
              </a:rPr>
              <a:t>C0032002</a:t>
            </a:r>
          </a:p>
        </p:txBody>
      </p:sp>
    </p:spTree>
    <p:extLst>
      <p:ext uri="{BB962C8B-B14F-4D97-AF65-F5344CB8AC3E}">
        <p14:creationId xmlns:p14="http://schemas.microsoft.com/office/powerpoint/2010/main" val="25389794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529913" y="6491265"/>
            <a:ext cx="505467" cy="252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750" b="0">
                <a:solidFill>
                  <a:srgbClr val="333333"/>
                </a:solidFill>
                <a:latin typeface="+mn-lt"/>
              </a:defRPr>
            </a:lvl1pPr>
          </a:lstStyle>
          <a:p>
            <a:fld id="{9784CBA3-D598-4B1F-BAA3-EE14B5154290}" type="slidenum">
              <a:rPr lang="en-AU" smtClean="0"/>
              <a:pPr/>
              <a:t>‹#›</a:t>
            </a:fld>
            <a:endParaRPr lang="en-AU" dirty="0"/>
          </a:p>
        </p:txBody>
      </p:sp>
      <p:cxnSp>
        <p:nvCxnSpPr>
          <p:cNvPr id="3" name="Straight Connector 69"/>
          <p:cNvCxnSpPr/>
          <p:nvPr userDrawn="1">
            <p:custDataLst>
              <p:tags r:id="rId1"/>
            </p:custDataLst>
          </p:nvPr>
        </p:nvCxnSpPr>
        <p:spPr>
          <a:xfrm>
            <a:off x="282163" y="5946775"/>
            <a:ext cx="8572912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\\PSTUDIOTERM\Clients\TNS Global\TNS_002 Templates\4. Design\4. Active\PPT Files\2. 5th April Redesign\From Client\TNS_logo_72ppi.png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13" y="6071836"/>
            <a:ext cx="504000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/>
          <p:cNvSpPr txBox="1"/>
          <p:nvPr userDrawn="1">
            <p:custDataLst>
              <p:tags r:id="rId3"/>
            </p:custDataLst>
          </p:nvPr>
        </p:nvSpPr>
        <p:spPr>
          <a:xfrm>
            <a:off x="1290880" y="6324879"/>
            <a:ext cx="2540000" cy="530999"/>
          </a:xfrm>
          <a:prstGeom prst="rect">
            <a:avLst/>
          </a:prstGeom>
          <a:noFill/>
        </p:spPr>
        <p:txBody>
          <a:bodyPr vert="horz" wrap="square" lIns="0" tIns="0" rIns="0" bIns="279400" rtlCol="0" anchor="b">
            <a:noAutofit/>
          </a:bodyPr>
          <a:lstStyle/>
          <a:p>
            <a:pPr fontAlgn="base">
              <a:lnSpc>
                <a:spcPct val="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750" smtClean="0">
                <a:solidFill>
                  <a:srgbClr val="232323"/>
                </a:solidFill>
                <a:cs typeface="Arial" charset="0"/>
              </a:rPr>
              <a:t>© TNS   </a:t>
            </a:r>
            <a:endParaRPr lang="pt-BR" sz="750" dirty="0" err="1" smtClean="0">
              <a:solidFill>
                <a:srgbClr val="232323"/>
              </a:solidFill>
              <a:cs typeface="Arial" charset="0"/>
            </a:endParaRPr>
          </a:p>
        </p:txBody>
      </p:sp>
      <p:sp>
        <p:nvSpPr>
          <p:cNvPr id="6" name="CaixaDeTexto 5"/>
          <p:cNvSpPr txBox="1"/>
          <p:nvPr userDrawn="1">
            <p:custDataLst>
              <p:tags r:id="rId4"/>
            </p:custDataLst>
          </p:nvPr>
        </p:nvSpPr>
        <p:spPr>
          <a:xfrm>
            <a:off x="1284044" y="6298419"/>
            <a:ext cx="1905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sz="750" dirty="0" smtClean="0">
                <a:solidFill>
                  <a:srgbClr val="232323"/>
                </a:solidFill>
                <a:cs typeface="Arial" charset="0"/>
              </a:rPr>
              <a:t>C0032002</a:t>
            </a:r>
          </a:p>
        </p:txBody>
      </p:sp>
    </p:spTree>
    <p:extLst>
      <p:ext uri="{BB962C8B-B14F-4D97-AF65-F5344CB8AC3E}">
        <p14:creationId xmlns:p14="http://schemas.microsoft.com/office/powerpoint/2010/main" val="34994181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529913" y="6491265"/>
            <a:ext cx="505467" cy="252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750" b="0">
                <a:solidFill>
                  <a:srgbClr val="333333"/>
                </a:solidFill>
                <a:latin typeface="+mn-lt"/>
              </a:defRPr>
            </a:lvl1pPr>
          </a:lstStyle>
          <a:p>
            <a:fld id="{9784CBA3-D598-4B1F-BAA3-EE14B5154290}" type="slidenum">
              <a:rPr lang="en-AU" smtClean="0"/>
              <a:pPr/>
              <a:t>‹#›</a:t>
            </a:fld>
            <a:endParaRPr lang="en-AU" dirty="0"/>
          </a:p>
        </p:txBody>
      </p:sp>
      <p:cxnSp>
        <p:nvCxnSpPr>
          <p:cNvPr id="3" name="Straight Connector 69"/>
          <p:cNvCxnSpPr/>
          <p:nvPr userDrawn="1">
            <p:custDataLst>
              <p:tags r:id="rId1"/>
            </p:custDataLst>
          </p:nvPr>
        </p:nvCxnSpPr>
        <p:spPr>
          <a:xfrm>
            <a:off x="282163" y="5946775"/>
            <a:ext cx="8572912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\\PSTUDIOTERM\Clients\TNS Global\TNS_002 Templates\4. Design\4. Active\PPT Files\2. 5th April Redesign\From Client\TNS_logo_72ppi.png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13" y="6071836"/>
            <a:ext cx="504000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/>
          <p:cNvSpPr txBox="1"/>
          <p:nvPr userDrawn="1">
            <p:custDataLst>
              <p:tags r:id="rId3"/>
            </p:custDataLst>
          </p:nvPr>
        </p:nvSpPr>
        <p:spPr>
          <a:xfrm>
            <a:off x="1290880" y="6324879"/>
            <a:ext cx="2540000" cy="530999"/>
          </a:xfrm>
          <a:prstGeom prst="rect">
            <a:avLst/>
          </a:prstGeom>
          <a:noFill/>
        </p:spPr>
        <p:txBody>
          <a:bodyPr vert="horz" wrap="square" lIns="0" tIns="0" rIns="0" bIns="279400" rtlCol="0" anchor="b">
            <a:noAutofit/>
          </a:bodyPr>
          <a:lstStyle/>
          <a:p>
            <a:pPr fontAlgn="base">
              <a:lnSpc>
                <a:spcPct val="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750" smtClean="0">
                <a:solidFill>
                  <a:srgbClr val="232323"/>
                </a:solidFill>
                <a:cs typeface="Arial" charset="0"/>
              </a:rPr>
              <a:t>© TNS   </a:t>
            </a:r>
            <a:endParaRPr lang="pt-BR" sz="750" dirty="0" err="1" smtClean="0">
              <a:solidFill>
                <a:srgbClr val="232323"/>
              </a:solidFill>
              <a:cs typeface="Arial" charset="0"/>
            </a:endParaRPr>
          </a:p>
        </p:txBody>
      </p:sp>
      <p:sp>
        <p:nvSpPr>
          <p:cNvPr id="6" name="CaixaDeTexto 5"/>
          <p:cNvSpPr txBox="1"/>
          <p:nvPr userDrawn="1">
            <p:custDataLst>
              <p:tags r:id="rId4"/>
            </p:custDataLst>
          </p:nvPr>
        </p:nvSpPr>
        <p:spPr>
          <a:xfrm>
            <a:off x="1284044" y="6298419"/>
            <a:ext cx="1905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sz="750" dirty="0" smtClean="0">
                <a:solidFill>
                  <a:srgbClr val="232323"/>
                </a:solidFill>
                <a:cs typeface="Arial" charset="0"/>
              </a:rPr>
              <a:t>C0032002</a:t>
            </a:r>
          </a:p>
        </p:txBody>
      </p:sp>
    </p:spTree>
    <p:extLst>
      <p:ext uri="{BB962C8B-B14F-4D97-AF65-F5344CB8AC3E}">
        <p14:creationId xmlns:p14="http://schemas.microsoft.com/office/powerpoint/2010/main" val="2244635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4.xml"/><Relationship Id="rId3" Type="http://schemas.openxmlformats.org/officeDocument/2006/relationships/slideLayout" Target="../slideLayouts/slideLayout31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10" Type="http://schemas.openxmlformats.org/officeDocument/2006/relationships/image" Target="../media/image6.png"/><Relationship Id="rId4" Type="http://schemas.openxmlformats.org/officeDocument/2006/relationships/theme" Target="../theme/theme4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42"/>
            <a:ext cx="8229600" cy="1143001"/>
          </a:xfrm>
          <a:prstGeom prst="rect">
            <a:avLst/>
          </a:prstGeom>
        </p:spPr>
        <p:txBody>
          <a:bodyPr vert="horz" lIns="91426" tIns="45713" rIns="91426" bIns="45713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3"/>
            <a:ext cx="8229600" cy="4525963"/>
          </a:xfrm>
          <a:prstGeom prst="rect">
            <a:avLst/>
          </a:prstGeom>
        </p:spPr>
        <p:txBody>
          <a:bodyPr vert="horz" lIns="91426" tIns="45713" rIns="91426" bIns="45713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lIns="91426" tIns="45713" rIns="91426" bIns="45713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126"/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126"/>
              <a:t>2/17/2016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2" y="6356353"/>
            <a:ext cx="2895600" cy="365125"/>
          </a:xfrm>
          <a:prstGeom prst="rect">
            <a:avLst/>
          </a:prstGeom>
        </p:spPr>
        <p:txBody>
          <a:bodyPr vert="horz" lIns="91426" tIns="45713" rIns="91426" bIns="45713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126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26" tIns="45713" rIns="91426" bIns="45713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126"/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126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40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457126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44" indent="-342844" algn="l" defTabSz="457126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30" indent="-285704" algn="l" defTabSz="457126" rtl="0" eaLnBrk="1" latinLnBrk="0" hangingPunct="1">
        <a:spcBef>
          <a:spcPct val="20000"/>
        </a:spcBef>
        <a:buFont typeface="Arial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14" indent="-228562" algn="l" defTabSz="4571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40" indent="-228562" algn="l" defTabSz="457126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066" indent="-228562" algn="l" defTabSz="457126" rtl="0" eaLnBrk="1" latinLnBrk="0" hangingPunct="1">
        <a:spcBef>
          <a:spcPct val="20000"/>
        </a:spcBef>
        <a:buFont typeface="Arial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92" indent="-228562" algn="l" defTabSz="457126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17" indent="-228562" algn="l" defTabSz="457126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43" indent="-228562" algn="l" defTabSz="457126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9" indent="-228562" algn="l" defTabSz="457126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6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52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8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03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9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55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81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07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17/02/2016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239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5" name="Picture 25" descr="WM_SQ_Scribble_rgb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7" y="6081714"/>
            <a:ext cx="566737" cy="501650"/>
          </a:xfrm>
          <a:prstGeom prst="rect">
            <a:avLst/>
          </a:prstGeom>
          <a:noFill/>
        </p:spPr>
      </p:pic>
      <p:pic>
        <p:nvPicPr>
          <p:cNvPr id="10267" name="Picture 27" descr="WM_logo_PMS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579" y="6362701"/>
            <a:ext cx="1719263" cy="223838"/>
          </a:xfrm>
          <a:prstGeom prst="rect">
            <a:avLst/>
          </a:prstGeom>
          <a:noFill/>
        </p:spPr>
      </p:pic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2592" y="150814"/>
            <a:ext cx="7340385" cy="1271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2588" y="1716091"/>
            <a:ext cx="8362950" cy="417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7566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</p:sldLayoutIdLst>
  <p:timing>
    <p:tnLst>
      <p:par>
        <p:cTn id="1" dur="indefinite" restart="never" nodeType="tmRoot"/>
      </p:par>
    </p:tnLst>
  </p:timing>
  <p:hf hdr="0" ftr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9pPr>
    </p:titleStyle>
    <p:bodyStyle>
      <a:lvl1pPr marL="342900" indent="-342900" algn="l" rtl="0" fontAlgn="base">
        <a:spcBef>
          <a:spcPct val="25000"/>
        </a:spcBef>
        <a:spcAft>
          <a:spcPct val="0"/>
        </a:spcAft>
        <a:buFont typeface="Wingdings" pitchFamily="2" charset="2"/>
        <a:buChar char="§"/>
        <a:defRPr sz="2000">
          <a:solidFill>
            <a:srgbClr val="666666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5000"/>
        </a:spcBef>
        <a:spcAft>
          <a:spcPct val="0"/>
        </a:spcAft>
        <a:buFont typeface="Arial" pitchFamily="34" charset="0"/>
        <a:buChar char="–"/>
        <a:defRPr>
          <a:solidFill>
            <a:srgbClr val="666666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5000"/>
        </a:spcBef>
        <a:spcAft>
          <a:spcPct val="0"/>
        </a:spcAft>
        <a:buFont typeface="Arial" pitchFamily="34" charset="0"/>
        <a:buChar char="–"/>
        <a:defRPr>
          <a:solidFill>
            <a:srgbClr val="666666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5000"/>
        </a:spcBef>
        <a:spcAft>
          <a:spcPct val="0"/>
        </a:spcAft>
        <a:buFont typeface="Arial" pitchFamily="34" charset="0"/>
        <a:buChar char="–"/>
        <a:defRPr>
          <a:solidFill>
            <a:srgbClr val="666666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5000"/>
        </a:spcBef>
        <a:spcAft>
          <a:spcPct val="0"/>
        </a:spcAft>
        <a:buChar char="»"/>
        <a:defRPr>
          <a:solidFill>
            <a:srgbClr val="666666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5000"/>
        </a:spcBef>
        <a:spcAft>
          <a:spcPct val="0"/>
        </a:spcAft>
        <a:buChar char="»"/>
        <a:defRPr>
          <a:solidFill>
            <a:srgbClr val="666666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5000"/>
        </a:spcBef>
        <a:spcAft>
          <a:spcPct val="0"/>
        </a:spcAft>
        <a:buChar char="»"/>
        <a:defRPr>
          <a:solidFill>
            <a:srgbClr val="666666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5000"/>
        </a:spcBef>
        <a:spcAft>
          <a:spcPct val="0"/>
        </a:spcAft>
        <a:buChar char="»"/>
        <a:defRPr>
          <a:solidFill>
            <a:srgbClr val="666666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5000"/>
        </a:spcBef>
        <a:spcAft>
          <a:spcPct val="0"/>
        </a:spcAft>
        <a:buChar char="»"/>
        <a:defRPr>
          <a:solidFill>
            <a:srgbClr val="666666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529913" y="6491265"/>
            <a:ext cx="505467" cy="252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750" b="0">
                <a:solidFill>
                  <a:srgbClr val="333333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784CBA3-D598-4B1F-BAA3-EE14B5154290}" type="slidenum">
              <a:rPr lang="en-AU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AU" dirty="0">
              <a:cs typeface="Arial" charset="0"/>
            </a:endParaRPr>
          </a:p>
        </p:txBody>
      </p:sp>
      <p:cxnSp>
        <p:nvCxnSpPr>
          <p:cNvPr id="11" name="Straight Connector 69"/>
          <p:cNvCxnSpPr/>
          <p:nvPr>
            <p:custDataLst>
              <p:tags r:id="rId5"/>
            </p:custDataLst>
          </p:nvPr>
        </p:nvCxnSpPr>
        <p:spPr>
          <a:xfrm>
            <a:off x="282163" y="5946775"/>
            <a:ext cx="8572912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\\PSTUDIOTERM\Clients\TNS Global\TNS_002 Templates\4. Design\4. Active\PPT Files\2. 5th April Redesign\From Client\TNS_logo_72ppi.png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13" y="6071836"/>
            <a:ext cx="504000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/>
          <p:cNvSpPr txBox="1"/>
          <p:nvPr>
            <p:custDataLst>
              <p:tags r:id="rId7"/>
            </p:custDataLst>
          </p:nvPr>
        </p:nvSpPr>
        <p:spPr>
          <a:xfrm>
            <a:off x="1290880" y="6324879"/>
            <a:ext cx="2540000" cy="530999"/>
          </a:xfrm>
          <a:prstGeom prst="rect">
            <a:avLst/>
          </a:prstGeom>
          <a:noFill/>
        </p:spPr>
        <p:txBody>
          <a:bodyPr vert="horz" wrap="square" lIns="0" tIns="0" rIns="0" bIns="279400" rtlCol="0" anchor="b">
            <a:noAutofit/>
          </a:bodyPr>
          <a:lstStyle/>
          <a:p>
            <a:pPr fontAlgn="base">
              <a:lnSpc>
                <a:spcPct val="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750" smtClean="0">
                <a:solidFill>
                  <a:srgbClr val="232323"/>
                </a:solidFill>
                <a:cs typeface="Arial" charset="0"/>
              </a:rPr>
              <a:t>© TNS   </a:t>
            </a:r>
            <a:endParaRPr lang="pt-BR" sz="750" dirty="0" err="1" smtClean="0">
              <a:solidFill>
                <a:srgbClr val="232323"/>
              </a:solidFill>
              <a:cs typeface="Arial" charset="0"/>
            </a:endParaRPr>
          </a:p>
        </p:txBody>
      </p:sp>
      <p:sp>
        <p:nvSpPr>
          <p:cNvPr id="14" name="CaixaDeTexto 13"/>
          <p:cNvSpPr txBox="1"/>
          <p:nvPr>
            <p:custDataLst>
              <p:tags r:id="rId8"/>
            </p:custDataLst>
          </p:nvPr>
        </p:nvSpPr>
        <p:spPr>
          <a:xfrm>
            <a:off x="1284044" y="6298419"/>
            <a:ext cx="1905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sz="750" dirty="0" smtClean="0">
                <a:solidFill>
                  <a:srgbClr val="232323"/>
                </a:solidFill>
                <a:cs typeface="Arial" charset="0"/>
              </a:rPr>
              <a:t>C0032002</a:t>
            </a:r>
          </a:p>
        </p:txBody>
      </p:sp>
      <p:pic>
        <p:nvPicPr>
          <p:cNvPr id="15" name="Picture 2" descr="X:\Consumo\C, D\Catho\C0033001 – Emprego Online 3ª Onda\8 - Diversos (modelos, referências, etc)\LogoCatho_NovoAzul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067183" y="6152076"/>
            <a:ext cx="741430" cy="6672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69276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33333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1600" b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252413" indent="-252413" algn="l" defTabSz="914400" rtl="0" eaLnBrk="1" latinLnBrk="0" hangingPunct="1">
        <a:spcBef>
          <a:spcPct val="20000"/>
        </a:spcBef>
        <a:buFont typeface="Wingdings" pitchFamily="2" charset="2"/>
        <a:buChar char="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508000" indent="-255588" algn="l" defTabSz="914400" rtl="0" eaLnBrk="1" latinLnBrk="0" hangingPunct="1">
        <a:spcBef>
          <a:spcPct val="20000"/>
        </a:spcBef>
        <a:buFont typeface="Wingdings" pitchFamily="2" charset="2"/>
        <a:buChar char="n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760413" indent="-252413" algn="l" defTabSz="914400" rtl="0" eaLnBrk="1" latinLnBrk="0" hangingPunct="1">
        <a:spcBef>
          <a:spcPct val="20000"/>
        </a:spcBef>
        <a:buFont typeface="Wingdings" pitchFamily="2" charset="2"/>
        <a:buChar char="n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"/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78"/>
          <a:stretch/>
        </p:blipFill>
        <p:spPr bwMode="auto">
          <a:xfrm>
            <a:off x="-19050" y="-11040"/>
            <a:ext cx="10725150" cy="690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4580" name="Rectangle 3"/>
          <p:cNvSpPr>
            <a:spLocks/>
          </p:cNvSpPr>
          <p:nvPr/>
        </p:nvSpPr>
        <p:spPr bwMode="auto">
          <a:xfrm>
            <a:off x="1102603" y="1571170"/>
            <a:ext cx="37909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r" eaLnBrk="1" hangingPunct="1">
              <a:lnSpc>
                <a:spcPct val="80000"/>
              </a:lnSpc>
            </a:pPr>
            <a:r>
              <a:rPr lang="pt-BR" sz="2400" b="1" dirty="0" smtClean="0">
                <a:solidFill>
                  <a:srgbClr val="FFFFFF"/>
                </a:solidFill>
                <a:latin typeface="Century Gothic" panose="020B0502020202020204" pitchFamily="34" charset="0"/>
              </a:rPr>
              <a:t>Fev/16</a:t>
            </a:r>
            <a:endParaRPr lang="en-US" sz="2400" b="1" dirty="0">
              <a:solidFill>
                <a:srgbClr val="FFFFFF"/>
              </a:solidFill>
              <a:latin typeface="Century Gothic" panose="020B0502020202020204" pitchFamily="34" charset="0"/>
              <a:ea typeface="MS PGothic" panose="020B0600070205080204" pitchFamily="34" charset="-128"/>
              <a:sym typeface="Century Gothic" panose="020B0502020202020204" pitchFamily="34" charset="0"/>
            </a:endParaRPr>
          </a:p>
        </p:txBody>
      </p:sp>
      <p:sp>
        <p:nvSpPr>
          <p:cNvPr id="5" name="Rectangle 3"/>
          <p:cNvSpPr>
            <a:spLocks/>
          </p:cNvSpPr>
          <p:nvPr/>
        </p:nvSpPr>
        <p:spPr bwMode="auto">
          <a:xfrm>
            <a:off x="1981200" y="2364921"/>
            <a:ext cx="2912354" cy="73479"/>
          </a:xfrm>
          <a:prstGeom prst="rect">
            <a:avLst/>
          </a:prstGeom>
          <a:solidFill>
            <a:srgbClr val="FFFAF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1pPr>
            <a:lvl2pPr marL="742950" indent="-285750"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2pPr>
            <a:lvl3pPr marL="1143000" indent="-228600"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3pPr>
            <a:lvl4pPr marL="16002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4pPr>
            <a:lvl5pPr marL="20574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pt-BR" sz="4200">
              <a:solidFill>
                <a:srgbClr val="000000"/>
              </a:solidFill>
              <a:latin typeface="Gill Sans" charset="0"/>
              <a:sym typeface="Gill Sans" charset="0"/>
            </a:endParaRPr>
          </a:p>
        </p:txBody>
      </p:sp>
      <p:sp>
        <p:nvSpPr>
          <p:cNvPr id="6" name="Rectangle 3"/>
          <p:cNvSpPr>
            <a:spLocks/>
          </p:cNvSpPr>
          <p:nvPr/>
        </p:nvSpPr>
        <p:spPr bwMode="auto">
          <a:xfrm>
            <a:off x="664029" y="2449285"/>
            <a:ext cx="4229524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r" eaLnBrk="1" hangingPunct="1">
              <a:lnSpc>
                <a:spcPct val="80000"/>
              </a:lnSpc>
            </a:pPr>
            <a:r>
              <a:rPr lang="pt-BR" sz="4000" b="1" dirty="0" smtClean="0">
                <a:solidFill>
                  <a:srgbClr val="FFFFFF"/>
                </a:solidFill>
                <a:latin typeface="Century Gothic" panose="020B0502020202020204" pitchFamily="34" charset="0"/>
              </a:rPr>
              <a:t>Associação  Studio com DCM</a:t>
            </a:r>
            <a:endParaRPr lang="en-US" sz="4000" b="1" dirty="0">
              <a:solidFill>
                <a:srgbClr val="FFFFFF"/>
              </a:solidFill>
              <a:latin typeface="Century Gothic" panose="020B0502020202020204" pitchFamily="34" charset="0"/>
              <a:ea typeface="MS PGothic" panose="020B0600070205080204" pitchFamily="34" charset="-128"/>
              <a:sym typeface="Century Gothic" panose="020B0502020202020204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7310" r="22942" b="6345"/>
          <a:stretch/>
        </p:blipFill>
        <p:spPr bwMode="auto">
          <a:xfrm>
            <a:off x="5050971" y="-29030"/>
            <a:ext cx="5646058" cy="689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0" y="6589484"/>
            <a:ext cx="2278721" cy="175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8829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23910" y="12169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5" y="6636984"/>
            <a:ext cx="2278721" cy="175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 smtClean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Studio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-23910" y="887138"/>
            <a:ext cx="9156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+mj-lt"/>
                <a:cs typeface="LilyUPC" pitchFamily="34" charset="-34"/>
              </a:rPr>
              <a:t> </a:t>
            </a:r>
            <a:r>
              <a:rPr lang="pt-BR" sz="2400" dirty="0" smtClean="0">
                <a:latin typeface="+mj-lt"/>
                <a:cs typeface="LilyUPC" pitchFamily="34" charset="-34"/>
              </a:rPr>
              <a:t>O advertiser no Studio é criado pela criação.</a:t>
            </a:r>
            <a:endParaRPr lang="pt-BR" sz="2400" dirty="0">
              <a:latin typeface="+mj-lt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526" y="1474571"/>
            <a:ext cx="8805322" cy="45590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2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>
            <a:off x="2815968" y="2766490"/>
            <a:ext cx="156973" cy="1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3446" y="2110193"/>
            <a:ext cx="3971824" cy="313073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23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>
            <a:off x="3571484" y="4913060"/>
            <a:ext cx="156973" cy="1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0979" y="1474571"/>
            <a:ext cx="3048000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2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75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375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750"/>
                            </p:stCondLst>
                            <p:childTnLst>
                              <p:par>
                                <p:cTn id="20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23910" y="12169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5" y="6636984"/>
            <a:ext cx="2278721" cy="175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 smtClean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Email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4" y="1575613"/>
            <a:ext cx="9019986" cy="445759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-23910" y="887138"/>
            <a:ext cx="9156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+mj-lt"/>
                <a:cs typeface="LilyUPC" pitchFamily="34" charset="-34"/>
              </a:rPr>
              <a:t> </a:t>
            </a:r>
            <a:r>
              <a:rPr lang="pt-BR" sz="2400" dirty="0" smtClean="0">
                <a:latin typeface="+mj-lt"/>
                <a:cs typeface="LilyUPC" pitchFamily="34" charset="-34"/>
              </a:rPr>
              <a:t>O email inserido no studio irá receber um código de associação</a:t>
            </a:r>
            <a:endParaRPr lang="pt-BR" sz="2400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5838" y="4124528"/>
            <a:ext cx="7519482" cy="243191"/>
          </a:xfrm>
          <a:prstGeom prst="rect">
            <a:avLst/>
          </a:prstGeom>
          <a:solidFill>
            <a:srgbClr val="0066FF">
              <a:alpha val="2274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93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23910" y="12169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5" y="6636984"/>
            <a:ext cx="2278721" cy="175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en-US" sz="2800" b="1" spc="-150" dirty="0" smtClean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DCM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" y="1478604"/>
            <a:ext cx="8934421" cy="507670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-23910" y="887138"/>
            <a:ext cx="9156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smtClean="0">
                <a:latin typeface="+mj-lt"/>
                <a:cs typeface="LilyUPC" pitchFamily="34" charset="-34"/>
              </a:rPr>
              <a:t>A nível de Advertiser na DCM terá a opção Associations</a:t>
            </a:r>
            <a:endParaRPr lang="pt-BR" sz="2400" dirty="0"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5370" y="6254884"/>
            <a:ext cx="1128409" cy="272941"/>
          </a:xfrm>
          <a:prstGeom prst="rect">
            <a:avLst/>
          </a:prstGeom>
          <a:solidFill>
            <a:srgbClr val="0066FF">
              <a:alpha val="2784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216614" y="1534159"/>
            <a:ext cx="723090" cy="250242"/>
          </a:xfrm>
          <a:prstGeom prst="rect">
            <a:avLst/>
          </a:prstGeom>
          <a:solidFill>
            <a:srgbClr val="0066FF">
              <a:alpha val="2274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 flipH="1">
            <a:off x="-773184" y="3330903"/>
            <a:ext cx="192382" cy="20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5970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601 0.13889 L 0.20018 0.12732 C 0.23334 0.12639 0.27136 0.10487 0.3066 0.07338 C 0.34601 0.03473 0.37084 -0.00671 0.38212 -0.04791 L 0.43785 -0.24074 " pathEditMode="relative" rAng="19440000" ptsTypes="AAAAA">
                                      <p:cBhvr>
                                        <p:cTn id="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17" y="-12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3698 -0.23726 L 0.48247 0.02616 C 0.48854 0.07639 0.48316 0.14584 0.46077 0.20301 C 0.43438 0.27107 0.40347 0.3213 0.36615 0.34399 L 0.17066 0.44005 " pathEditMode="relative" rAng="17820000" ptsTypes="AAAAA">
                                      <p:cBhvr>
                                        <p:cTn id="1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94" y="3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23910" y="12169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5" y="6636984"/>
            <a:ext cx="2278721" cy="175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en-US" sz="2800" b="1" spc="-150" dirty="0" smtClean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DCM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23910" y="887138"/>
            <a:ext cx="9156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smtClean="0">
                <a:latin typeface="+mj-lt"/>
                <a:cs typeface="LilyUPC" pitchFamily="34" charset="-34"/>
              </a:rPr>
              <a:t>A nível de Advertiser na DCM terá a opção Associations</a:t>
            </a:r>
            <a:endParaRPr lang="pt-BR" sz="2400" dirty="0"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9" y="1419262"/>
            <a:ext cx="8875643" cy="50552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7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 flipH="1">
            <a:off x="-773184" y="3330903"/>
            <a:ext cx="192382" cy="20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6746" y="3161523"/>
            <a:ext cx="6271992" cy="28046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3481" y="3821373"/>
            <a:ext cx="2509735" cy="20471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7162" y="5555534"/>
            <a:ext cx="695742" cy="231914"/>
          </a:xfrm>
          <a:prstGeom prst="rect">
            <a:avLst/>
          </a:prstGeom>
        </p:spPr>
      </p:pic>
      <p:pic>
        <p:nvPicPr>
          <p:cNvPr id="15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 flipH="1">
            <a:off x="2144972" y="5641714"/>
            <a:ext cx="192382" cy="20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6745" y="3143273"/>
            <a:ext cx="6271993" cy="282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6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07 -0.028 L 0.1316 0.00695 C 0.15764 0.0132 0.18837 0.03542 0.21736 0.06459 C 0.25018 0.10047 0.27118 0.13565 0.28056 0.1676 L 0.33247 0.31945 " pathEditMode="relative" rAng="13140000" ptsTypes="AAAAA">
                                      <p:cBhvr>
                                        <p:cTn id="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07" y="1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75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250"/>
                            </p:stCondLst>
                            <p:childTnLst>
                              <p:par>
                                <p:cTn id="32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75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23910" y="26604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5" y="6636984"/>
            <a:ext cx="2278721" cy="175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en-US" sz="2800" b="1" spc="-150" dirty="0" smtClean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DCM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23910" y="887138"/>
            <a:ext cx="9156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smtClean="0">
                <a:latin typeface="+mj-lt"/>
                <a:cs typeface="LilyUPC" pitchFamily="34" charset="-34"/>
              </a:rPr>
              <a:t>Associação feita com Sucesso!</a:t>
            </a:r>
            <a:endParaRPr lang="pt-BR" sz="2400" dirty="0"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b="7599"/>
          <a:stretch/>
        </p:blipFill>
        <p:spPr>
          <a:xfrm>
            <a:off x="170121" y="1413585"/>
            <a:ext cx="8825023" cy="51073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8" name="Rectangle 17"/>
          <p:cNvSpPr/>
          <p:nvPr/>
        </p:nvSpPr>
        <p:spPr>
          <a:xfrm>
            <a:off x="1909110" y="6063499"/>
            <a:ext cx="6681997" cy="252242"/>
          </a:xfrm>
          <a:prstGeom prst="rect">
            <a:avLst/>
          </a:prstGeom>
          <a:solidFill>
            <a:srgbClr val="0066FF">
              <a:alpha val="2784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 flipH="1">
            <a:off x="332603" y="2735480"/>
            <a:ext cx="192382" cy="20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5172198" y="4582634"/>
            <a:ext cx="3891516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* Não esqueca de salvar a associação.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12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496 0.48773 L -0.09045 0.39444 C -0.06736 0.37569 -0.04531 0.33958 -0.0269 0.29768 C -0.00763 0.24745 0.00122 0.20393 -0.00034 0.16967 L -4.72222E-6 4.44444E-6 " pathEditMode="relative" rAng="7080000" ptsTypes="AAAAA">
                                      <p:cBhvr>
                                        <p:cTn id="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33" y="-21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23910" y="26604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5" y="6636984"/>
            <a:ext cx="2278721" cy="175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en-US" sz="2800" b="1" spc="-150" dirty="0" smtClean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DCM  -  </a:t>
            </a:r>
            <a:r>
              <a:rPr lang="en-US" sz="2800" b="1" spc="-150" dirty="0" err="1" smtClean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Importando</a:t>
            </a:r>
            <a:r>
              <a:rPr lang="en-US" sz="2800" b="1" spc="-150" dirty="0" smtClean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 o </a:t>
            </a:r>
            <a:r>
              <a:rPr lang="en-US" sz="2800" b="1" spc="-150" dirty="0" err="1" smtClean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criativo</a:t>
            </a:r>
            <a:r>
              <a:rPr lang="en-US" sz="2800" b="1" spc="-150" dirty="0" smtClean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 do Studio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23910" y="887138"/>
            <a:ext cx="9156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smtClean="0">
                <a:latin typeface="+mj-lt"/>
                <a:cs typeface="LilyUPC" pitchFamily="34" charset="-34"/>
              </a:rPr>
              <a:t>Associação feita com Sucesso!</a:t>
            </a:r>
            <a:endParaRPr lang="pt-BR" sz="2400" dirty="0"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5" y="1740081"/>
            <a:ext cx="8998271" cy="440495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51095" y="4905375"/>
            <a:ext cx="1149079" cy="231800"/>
          </a:xfrm>
          <a:prstGeom prst="rect">
            <a:avLst/>
          </a:prstGeom>
          <a:solidFill>
            <a:srgbClr val="0066FF">
              <a:alpha val="2784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 flipH="1">
            <a:off x="1129107" y="4991011"/>
            <a:ext cx="192382" cy="20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0174" y="2045104"/>
            <a:ext cx="6766177" cy="429148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6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 flipH="1">
            <a:off x="-773184" y="3330903"/>
            <a:ext cx="192382" cy="20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1680" y="1947090"/>
            <a:ext cx="16668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69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827 0.24537 L -0.01962 0.2169 C -0.00191 0.21158 0.01232 0.19537 0.02205 0.175 C 0.03142 0.14954 0.03264 0.12523 0.02604 0.10394 L 1.66667E-6 -2.59259E-6 " pathEditMode="relative" rAng="7080000" ptsTypes="AAAAA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07" y="-9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75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15 0.29584 L 0.12361 0.32963 C 0.14722 0.33797 0.17049 0.33056 0.19132 0.31343 C 0.21285 0.29213 0.22413 0.26389 0.2257 0.23218 L 0.2349 0.0845 " pathEditMode="relative" rAng="19440000" ptsTypes="AAAAA">
                                      <p:cBhvr>
                                        <p:cTn id="2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71" y="-44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750"/>
                            </p:stCondLst>
                            <p:childTnLst>
                              <p:par>
                                <p:cTn id="2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250"/>
                            </p:stCondLst>
                            <p:childTnLst>
                              <p:par>
                                <p:cTn id="31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472 0.08449 L 0.23593 0.1669 C 0.23646 0.18519 0.23732 0.21343 0.23941 0.23981 C 0.24166 0.27245 0.24357 0.29977 0.24566 0.31921 L 0.2559 0.40278 " pathEditMode="relative" rAng="15900000" ptsTypes="AAAAA">
                                      <p:cBhvr>
                                        <p:cTn id="3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15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250"/>
                            </p:stCondLst>
                            <p:childTnLst>
                              <p:par>
                                <p:cTn id="3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875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23910" y="26604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5" y="6636984"/>
            <a:ext cx="2278721" cy="175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en-US" sz="2800" b="1" spc="-150" dirty="0" err="1" smtClean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Observações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23910" y="1146082"/>
            <a:ext cx="9156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smtClean="0">
                <a:latin typeface="+mj-lt"/>
                <a:cs typeface="LilyUPC" pitchFamily="34" charset="-34"/>
              </a:rPr>
              <a:t>Lembrando que as os criativso só vão aparecer no DCM se estiverem com o status </a:t>
            </a:r>
            <a:r>
              <a:rPr lang="pt-BR" sz="2400" b="1" dirty="0" smtClean="0">
                <a:solidFill>
                  <a:schemeClr val="bg1">
                    <a:lumMod val="50000"/>
                  </a:schemeClr>
                </a:solidFill>
                <a:latin typeface="+mj-lt"/>
                <a:cs typeface="LilyUPC" pitchFamily="34" charset="-34"/>
              </a:rPr>
              <a:t>T</a:t>
            </a:r>
            <a:r>
              <a:rPr lang="pt-BR" sz="2400" b="1" dirty="0" smtClean="0">
                <a:solidFill>
                  <a:schemeClr val="bg1">
                    <a:lumMod val="50000"/>
                  </a:schemeClr>
                </a:solidFill>
                <a:latin typeface="+mj-lt"/>
                <a:cs typeface="LilyUPC" pitchFamily="34" charset="-34"/>
              </a:rPr>
              <a:t>rafegado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+mj-lt"/>
                <a:cs typeface="LilyUPC" pitchFamily="34" charset="-34"/>
              </a:rPr>
              <a:t> </a:t>
            </a:r>
            <a:r>
              <a:rPr lang="pt-BR" sz="2400" dirty="0" smtClean="0">
                <a:latin typeface="+mj-lt"/>
                <a:cs typeface="LilyUPC" pitchFamily="34" charset="-34"/>
              </a:rPr>
              <a:t>no Studio.</a:t>
            </a:r>
            <a:endParaRPr lang="pt-BR" sz="2400" dirty="0">
              <a:latin typeface="+mj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5255" y="2484254"/>
            <a:ext cx="9167539" cy="246023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2605878" y="3943984"/>
            <a:ext cx="922250" cy="1000503"/>
          </a:xfrm>
          <a:prstGeom prst="rect">
            <a:avLst/>
          </a:prstGeom>
          <a:solidFill>
            <a:srgbClr val="0066FF">
              <a:alpha val="2784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402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http://i1-news.softpedia-static.com/images/news2/Microsoft-Overhauls-MSN-Logo-and-Portal-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1070" y="1196190"/>
            <a:ext cx="1525108" cy="1525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12194" y="1174039"/>
            <a:ext cx="9144000" cy="5393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6" name="Title 1"/>
          <p:cNvSpPr>
            <a:spLocks noGrp="1"/>
          </p:cNvSpPr>
          <p:nvPr>
            <p:ph type="title"/>
          </p:nvPr>
        </p:nvSpPr>
        <p:spPr>
          <a:xfrm>
            <a:off x="538121" y="3073874"/>
            <a:ext cx="8229600" cy="1143000"/>
          </a:xfrm>
        </p:spPr>
        <p:txBody>
          <a:bodyPr>
            <a:normAutofit/>
          </a:bodyPr>
          <a:lstStyle/>
          <a:p>
            <a:r>
              <a:rPr lang="pt-BR" sz="5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Obrigada!</a:t>
            </a:r>
            <a:endParaRPr lang="pt-BR" sz="5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05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OTER" val="LIN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001"/>
  <p:tag name="FOOTER" val="LOGO"/>
  <p:tag name="DESIGN" val="CHAPT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OTER" val="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001"/>
  <p:tag name="FOOTER" val="LOGO"/>
  <p:tag name="DESIGN" val="CHAPT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OTER" val="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001"/>
  <p:tag name="FOOTER" val="LOGO"/>
  <p:tag name="DESIGN" val="CHAPT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OTER" val="LIN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001"/>
  <p:tag name="FOOTER" val="LOGO"/>
  <p:tag name="DESIGN" val="CHAPT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heme/theme1.xml><?xml version="1.0" encoding="utf-8"?>
<a:theme xmlns:a="http://schemas.openxmlformats.org/drawingml/2006/main" name="Guide_Mediamin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Square Scribble">
  <a:themeElements>
    <a:clrScheme name="">
      <a:dk1>
        <a:srgbClr val="666666"/>
      </a:dk1>
      <a:lt1>
        <a:srgbClr val="FFFFFF"/>
      </a:lt1>
      <a:dk2>
        <a:srgbClr val="C50084"/>
      </a:dk2>
      <a:lt2>
        <a:srgbClr val="000000"/>
      </a:lt2>
      <a:accent1>
        <a:srgbClr val="6600A7"/>
      </a:accent1>
      <a:accent2>
        <a:srgbClr val="4C5CC5"/>
      </a:accent2>
      <a:accent3>
        <a:srgbClr val="FFFFFF"/>
      </a:accent3>
      <a:accent4>
        <a:srgbClr val="565656"/>
      </a:accent4>
      <a:accent5>
        <a:srgbClr val="B8AAD0"/>
      </a:accent5>
      <a:accent6>
        <a:srgbClr val="4453B2"/>
      </a:accent6>
      <a:hlink>
        <a:srgbClr val="F3D311"/>
      </a:hlink>
      <a:folHlink>
        <a:srgbClr val="61C250"/>
      </a:folHlink>
    </a:clrScheme>
    <a:fontScheme name="1_Square Scribble">
      <a:majorFont>
        <a:latin typeface="Century Gothic"/>
        <a:ea typeface=""/>
        <a:cs typeface=""/>
      </a:majorFont>
      <a:minorFont>
        <a:latin typeface="Century Gothic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entury Gothic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entury Gothic" pitchFamily="34" charset="0"/>
          </a:defRPr>
        </a:defPPr>
      </a:lstStyle>
    </a:lnDef>
  </a:objectDefaults>
  <a:extraClrSchemeLst>
    <a:extraClrScheme>
      <a:clrScheme name="1_Square Scribb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quare Scribbl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quare Scribbl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quare Scribbl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quare Scribbl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quare Scribbl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quare Scribbl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quare Scribbl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73BB8"/>
        </a:accent1>
        <a:accent2>
          <a:srgbClr val="C50084"/>
        </a:accent2>
        <a:accent3>
          <a:srgbClr val="FFFFFF"/>
        </a:accent3>
        <a:accent4>
          <a:srgbClr val="000000"/>
        </a:accent4>
        <a:accent5>
          <a:srgbClr val="B8AFD8"/>
        </a:accent5>
        <a:accent6>
          <a:srgbClr val="B20077"/>
        </a:accent6>
        <a:hlink>
          <a:srgbClr val="4C5CC5"/>
        </a:hlink>
        <a:folHlink>
          <a:srgbClr val="9A9B9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14">
        <a:dk1>
          <a:srgbClr val="9A9B9D"/>
        </a:dk1>
        <a:lt1>
          <a:srgbClr val="FFFFFF"/>
        </a:lt1>
        <a:dk2>
          <a:srgbClr val="000000"/>
        </a:dk2>
        <a:lt2>
          <a:srgbClr val="808080"/>
        </a:lt2>
        <a:accent1>
          <a:srgbClr val="673BB8"/>
        </a:accent1>
        <a:accent2>
          <a:srgbClr val="C50084"/>
        </a:accent2>
        <a:accent3>
          <a:srgbClr val="FFFFFF"/>
        </a:accent3>
        <a:accent4>
          <a:srgbClr val="838485"/>
        </a:accent4>
        <a:accent5>
          <a:srgbClr val="B8AFD8"/>
        </a:accent5>
        <a:accent6>
          <a:srgbClr val="B20077"/>
        </a:accent6>
        <a:hlink>
          <a:srgbClr val="4C5CC5"/>
        </a:hlink>
        <a:folHlink>
          <a:srgbClr val="9A9B9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15">
        <a:dk1>
          <a:srgbClr val="C50084"/>
        </a:dk1>
        <a:lt1>
          <a:srgbClr val="FFFFFF"/>
        </a:lt1>
        <a:dk2>
          <a:srgbClr val="000000"/>
        </a:dk2>
        <a:lt2>
          <a:srgbClr val="808080"/>
        </a:lt2>
        <a:accent1>
          <a:srgbClr val="673BB8"/>
        </a:accent1>
        <a:accent2>
          <a:srgbClr val="4C5CC5"/>
        </a:accent2>
        <a:accent3>
          <a:srgbClr val="FFFFFF"/>
        </a:accent3>
        <a:accent4>
          <a:srgbClr val="A80070"/>
        </a:accent4>
        <a:accent5>
          <a:srgbClr val="B8AFD8"/>
        </a:accent5>
        <a:accent6>
          <a:srgbClr val="4453B2"/>
        </a:accent6>
        <a:hlink>
          <a:srgbClr val="FFB60F"/>
        </a:hlink>
        <a:folHlink>
          <a:srgbClr val="5CC15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16">
        <a:dk1>
          <a:srgbClr val="C50084"/>
        </a:dk1>
        <a:lt1>
          <a:srgbClr val="FFFFFF"/>
        </a:lt1>
        <a:dk2>
          <a:srgbClr val="000000"/>
        </a:dk2>
        <a:lt2>
          <a:srgbClr val="808080"/>
        </a:lt2>
        <a:accent1>
          <a:srgbClr val="6600A7"/>
        </a:accent1>
        <a:accent2>
          <a:srgbClr val="4C5CC5"/>
        </a:accent2>
        <a:accent3>
          <a:srgbClr val="FFFFFF"/>
        </a:accent3>
        <a:accent4>
          <a:srgbClr val="A80070"/>
        </a:accent4>
        <a:accent5>
          <a:srgbClr val="B8AAD0"/>
        </a:accent5>
        <a:accent6>
          <a:srgbClr val="4453B2"/>
        </a:accent6>
        <a:hlink>
          <a:srgbClr val="FFB60F"/>
        </a:hlink>
        <a:folHlink>
          <a:srgbClr val="5CC15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itle">
  <a:themeElements>
    <a:clrScheme name="TNS Colours">
      <a:dk1>
        <a:sysClr val="windowText" lastClr="000000"/>
      </a:dk1>
      <a:lt1>
        <a:sysClr val="window" lastClr="FFFFFF"/>
      </a:lt1>
      <a:dk2>
        <a:srgbClr val="131C6B"/>
      </a:dk2>
      <a:lt2>
        <a:srgbClr val="3EB1CC"/>
      </a:lt2>
      <a:accent1>
        <a:srgbClr val="C50017"/>
      </a:accent1>
      <a:accent2>
        <a:srgbClr val="F7911E"/>
      </a:accent2>
      <a:accent3>
        <a:srgbClr val="EF5205"/>
      </a:accent3>
      <a:accent4>
        <a:srgbClr val="7A2280"/>
      </a:accent4>
      <a:accent5>
        <a:srgbClr val="4C1D52"/>
      </a:accent5>
      <a:accent6>
        <a:srgbClr val="4655A5"/>
      </a:accent6>
      <a:hlink>
        <a:srgbClr val="4F6128"/>
      </a:hlink>
      <a:folHlink>
        <a:srgbClr val="4F6128"/>
      </a:folHlink>
    </a:clrScheme>
    <a:fontScheme name="TNS Master Font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 w="12700">
          <a:solidFill>
            <a:schemeClr val="accent3"/>
          </a:solidFill>
        </a:ln>
      </a:spPr>
      <a:bodyPr rtlCol="0" anchor="t"/>
      <a:lstStyle>
        <a:defPPr>
          <a:defRPr sz="13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600" b="0" dirty="0" err="1" smtClean="0">
            <a:solidFill>
              <a:srgbClr val="333333"/>
            </a:solidFill>
            <a:latin typeface="+mn-lt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Guide_Mediamind</Template>
  <TotalTime>1548</TotalTime>
  <Words>107</Words>
  <Application>Microsoft Office PowerPoint</Application>
  <PresentationFormat>On-screen Show (4:3)</PresentationFormat>
  <Paragraphs>26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24" baseType="lpstr">
      <vt:lpstr>MS PGothic</vt:lpstr>
      <vt:lpstr>MS PGothic</vt:lpstr>
      <vt:lpstr>Arial</vt:lpstr>
      <vt:lpstr>Calibri</vt:lpstr>
      <vt:lpstr>Calibri Light</vt:lpstr>
      <vt:lpstr>Century Gothic</vt:lpstr>
      <vt:lpstr>Gill Sans</vt:lpstr>
      <vt:lpstr>LilyUPC</vt:lpstr>
      <vt:lpstr>Verdana</vt:lpstr>
      <vt:lpstr>Wingdings</vt:lpstr>
      <vt:lpstr>ヒラギノ角ゴ ProN W3</vt:lpstr>
      <vt:lpstr>Guide_Mediamind</vt:lpstr>
      <vt:lpstr>1_Office Theme</vt:lpstr>
      <vt:lpstr>1_Square Scribble</vt:lpstr>
      <vt:lpstr>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Obrigada!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Costa</dc:creator>
  <cp:lastModifiedBy>Teodoro, Priscila</cp:lastModifiedBy>
  <cp:revision>107</cp:revision>
  <cp:lastPrinted>2014-01-21T17:37:06Z</cp:lastPrinted>
  <dcterms:created xsi:type="dcterms:W3CDTF">2014-04-07T21:32:56Z</dcterms:created>
  <dcterms:modified xsi:type="dcterms:W3CDTF">2016-02-17T19:06:22Z</dcterms:modified>
</cp:coreProperties>
</file>