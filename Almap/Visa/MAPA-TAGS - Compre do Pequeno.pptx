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4" autoAdjust="0"/>
    <p:restoredTop sz="94660"/>
  </p:normalViewPr>
  <p:slideViewPr>
    <p:cSldViewPr snapToGrid="0">
      <p:cViewPr>
        <p:scale>
          <a:sx n="66" d="100"/>
          <a:sy n="66" d="100"/>
        </p:scale>
        <p:origin x="108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67D184-DE2F-4CE3-A05E-69DE73F10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43C0118-91C8-4E3A-864F-04A6B0654C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3B4279-5951-4B38-881B-074531D8A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C9C047-54B3-479F-BA90-1217C3B17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ABD08A-1BD2-42F1-B4F7-9FC3057B9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9340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1DC83F-D99B-4D43-A197-F83DA4779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28C15D-80CF-4162-B671-FADCD28FF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1B47CE9-D778-44BC-AE9A-7EFB11A6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1B1340-9D3E-4535-93F7-29D23B03D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CA473F-53A5-4234-BE25-FB140230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2395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4DBD51-DE15-49BF-B8FD-430657DCF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199DAFA-D9F1-4E12-B327-4374D8197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31C43AD-D52B-41C0-8C35-96BA6548B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A81727D-E1F0-4D38-9044-9E36F8691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D8E8C6D-06F3-4C2F-BD35-9F8D95C55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305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E6821-C88D-42C6-BE93-472BCFA25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4F92EAB-EBCF-4E5E-81CE-C0BA7F6127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66FAACD-22B8-4B56-BB6A-C40800E88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83FD53F-9081-426E-B5CB-184DA86FD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A410E7D-621E-4D97-98C9-AB8FC4A24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36831E7-360B-42E4-841A-E5ACA52CF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7122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70E040-766F-4791-AA20-23E46E6D9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038EA16-4896-4340-86A0-E7EEBF677E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835E6D9-C95A-43BD-8A1C-5BD3A29F0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3B5000C-0A58-4948-8162-E90904C44E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875A34B-7BFA-47BD-A812-7F7D180F75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CB3D2692-41BF-4172-B06D-45C54AC0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165FF67-A0E7-462A-82AB-46982ED67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514992F-66FE-4C0F-9261-BB39ACAE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690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CA1063-D637-4B4A-8187-BB44E465A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691BC8F-7AC7-43F9-8FFB-E8F556C8F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10B8B24-9A11-4C52-8AD6-1997DB16A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C2168E9-BE11-4057-9E08-C48F7CAED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6191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2391389-0F0A-4C5C-8481-3C955FCF2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EA27838-7172-4271-9EC4-5BCF3A667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A703B2-5868-4571-BEE4-7C3F0C85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904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A2D495-6CA8-4679-AC01-29622E97B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DD8909-70DE-4731-992F-2AD313025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84105E-1C81-4F38-A862-78BE039BB9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652932-FD5D-4D3C-85FB-1183B35AD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64AD7FF-AF9F-4F74-A312-3B0FB5AD0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66612B1-BA30-4BD3-98B2-6ECBE326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75198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B93406-C9B8-4D55-9A6F-92A33BF28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89CC4FA-1210-4665-A1CD-0C4CE61255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B421D8-53F3-4E1F-B4F1-CD8E31326A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75E74BD-EAFB-498E-9905-EE1CF86E3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D24A4D-D73D-4CB4-8176-2C8338698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F30CB20-6C73-4C40-BFE2-4EDF31E24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344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AA860C-5A51-4FF3-BDD2-54B4B496C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F13DD78-6199-4F4A-A24B-F83F4D999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780B25-0B92-46A9-B982-7EE777717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07AFC6-E720-4734-9478-F180C71F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891BF41-4C0B-4CAA-A0C1-5B96EFBC8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71905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CE27B87-FD46-403C-AFE7-C4E1287702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84DD1AC-E3E2-4251-8AF3-43D8826B3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1C65FEF-1C0D-40C6-B37F-0CC703CDD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E610CA-1E48-4CA5-89E7-D618EDA74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40C52E-E7EE-4945-82A7-A31154881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9513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DF66DAA-BBB1-4587-926D-E1DAF9845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42D13FC-B333-489F-9331-233BBED51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95D2F8D-3B74-4619-B26A-206616E4E3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7E4C93-E563-4CBF-BDE6-1AEE90670167}" type="datetimeFigureOut">
              <a:rPr lang="pt-BR" smtClean="0"/>
              <a:t>27/04/2020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59DDBE4-1073-4E64-A40F-E573815CB4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3C60BF4-1BA8-41E5-9889-74DF34D52C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5B2B48-FAC6-4A9D-AE97-8C2FEFA6B3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3729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romocoes-uat.visa.com.br/vaidevisa/site/compredopequeno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721F3C15-30A7-4EF4-9DFE-61ED1398C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4307"/>
            <a:ext cx="12192000" cy="5666067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E0C8041-3E33-4CCB-BE7A-9F0FACA1F423}"/>
              </a:ext>
            </a:extLst>
          </p:cNvPr>
          <p:cNvSpPr txBox="1"/>
          <p:nvPr/>
        </p:nvSpPr>
        <p:spPr>
          <a:xfrm>
            <a:off x="522514" y="319314"/>
            <a:ext cx="670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hlinkClick r:id="rId3"/>
              </a:rPr>
              <a:t>https://promocoes-uat.visa.com.br/vaidevisa/site/compredopequeno</a:t>
            </a: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A418A5F-A8C7-45D2-929E-0F2638993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54" y="1665740"/>
            <a:ext cx="2190750" cy="942975"/>
          </a:xfrm>
          <a:prstGeom prst="rect">
            <a:avLst/>
          </a:prstGeom>
          <a:effectLst>
            <a:outerShdw blurRad="50800" dist="38100" dir="5400000" algn="t" rotWithShape="0">
              <a:srgbClr val="FFFF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6835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CFA0F8A-BC32-418F-B7E9-0BF569189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821"/>
            <a:ext cx="12192000" cy="5660244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E4F44F12-E80C-45A2-ADCF-AEBF38246B7C}"/>
              </a:ext>
            </a:extLst>
          </p:cNvPr>
          <p:cNvCxnSpPr>
            <a:cxnSpLocks/>
          </p:cNvCxnSpPr>
          <p:nvPr/>
        </p:nvCxnSpPr>
        <p:spPr>
          <a:xfrm>
            <a:off x="2336921" y="5049927"/>
            <a:ext cx="0" cy="72676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EB56B3D-B170-49CE-A2ED-A23ACB594873}"/>
              </a:ext>
            </a:extLst>
          </p:cNvPr>
          <p:cNvCxnSpPr>
            <a:cxnSpLocks/>
          </p:cNvCxnSpPr>
          <p:nvPr/>
        </p:nvCxnSpPr>
        <p:spPr>
          <a:xfrm>
            <a:off x="7880454" y="5094013"/>
            <a:ext cx="0" cy="68267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m 9">
            <a:extLst>
              <a:ext uri="{FF2B5EF4-FFF2-40B4-BE49-F238E27FC236}">
                <a16:creationId xmlns:a16="http://schemas.microsoft.com/office/drawing/2014/main" id="{E1AB0CA4-31D5-48EC-B2AA-F4299BBC0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215" y="5776688"/>
            <a:ext cx="2895600" cy="106680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24EE0DF8-2401-4AE0-9945-3322D53A4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594" y="5898699"/>
            <a:ext cx="3048000" cy="90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793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FDA2084-CA5A-4660-92B0-383AF13CB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515" y="7373"/>
            <a:ext cx="12192000" cy="544988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48C44CC-ADE1-44D8-AD49-B90DF8B91582}"/>
              </a:ext>
            </a:extLst>
          </p:cNvPr>
          <p:cNvCxnSpPr>
            <a:cxnSpLocks/>
          </p:cNvCxnSpPr>
          <p:nvPr/>
        </p:nvCxnSpPr>
        <p:spPr>
          <a:xfrm>
            <a:off x="972577" y="4324213"/>
            <a:ext cx="0" cy="45098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9C16D2E-866C-411E-BA66-72727AB6B60F}"/>
              </a:ext>
            </a:extLst>
          </p:cNvPr>
          <p:cNvCxnSpPr>
            <a:cxnSpLocks/>
          </p:cNvCxnSpPr>
          <p:nvPr/>
        </p:nvCxnSpPr>
        <p:spPr>
          <a:xfrm flipH="1">
            <a:off x="3526971" y="4324213"/>
            <a:ext cx="1016124" cy="1525044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7E668A25-0052-414C-AC88-CFF55F25BEB6}"/>
              </a:ext>
            </a:extLst>
          </p:cNvPr>
          <p:cNvCxnSpPr>
            <a:cxnSpLocks/>
          </p:cNvCxnSpPr>
          <p:nvPr/>
        </p:nvCxnSpPr>
        <p:spPr>
          <a:xfrm>
            <a:off x="11321264" y="4324213"/>
            <a:ext cx="0" cy="49072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m 14">
            <a:extLst>
              <a:ext uri="{FF2B5EF4-FFF2-40B4-BE49-F238E27FC236}">
                <a16:creationId xmlns:a16="http://schemas.microsoft.com/office/drawing/2014/main" id="{EF01FEEE-BA2D-4149-AE9D-511C3D8DB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5" y="4814939"/>
            <a:ext cx="2667000" cy="91440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93A68469-2854-411E-A22B-FB2B5611E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0054" y="5888996"/>
            <a:ext cx="2800350" cy="933450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C93C0276-46EF-41DA-9282-0F3D8B70D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546" y="4876631"/>
            <a:ext cx="3352800" cy="904875"/>
          </a:xfrm>
          <a:prstGeom prst="rect">
            <a:avLst/>
          </a:prstGeom>
        </p:spPr>
      </p:pic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E6CED5D6-691E-4460-9D6A-924537F206DF}"/>
              </a:ext>
            </a:extLst>
          </p:cNvPr>
          <p:cNvCxnSpPr>
            <a:cxnSpLocks/>
          </p:cNvCxnSpPr>
          <p:nvPr/>
        </p:nvCxnSpPr>
        <p:spPr>
          <a:xfrm>
            <a:off x="6437204" y="5260907"/>
            <a:ext cx="0" cy="45098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Imagem 20">
            <a:extLst>
              <a:ext uri="{FF2B5EF4-FFF2-40B4-BE49-F238E27FC236}">
                <a16:creationId xmlns:a16="http://schemas.microsoft.com/office/drawing/2014/main" id="{7980952D-0481-428D-A756-267051FDAD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3398" y="5726408"/>
            <a:ext cx="3467100" cy="1000125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C226397C-24E5-4E40-B81B-AC9B0EA4FC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854" y="780372"/>
            <a:ext cx="2190750" cy="942975"/>
          </a:xfrm>
          <a:prstGeom prst="rect">
            <a:avLst/>
          </a:prstGeom>
          <a:effectLst>
            <a:outerShdw blurRad="50800" dist="38100" dir="5400000" algn="t" rotWithShape="0">
              <a:srgbClr val="FFFF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0228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08414636-BE8D-4042-9B53-EC640DA18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430"/>
            <a:ext cx="12192000" cy="581114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B359ED2-9E7B-48B9-8C56-A428D0860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53" y="3604666"/>
            <a:ext cx="3057525" cy="866775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C27688E-8653-4D95-92F2-E5E3C056D1BD}"/>
              </a:ext>
            </a:extLst>
          </p:cNvPr>
          <p:cNvCxnSpPr>
            <a:cxnSpLocks/>
          </p:cNvCxnSpPr>
          <p:nvPr/>
        </p:nvCxnSpPr>
        <p:spPr>
          <a:xfrm>
            <a:off x="4151201" y="4033932"/>
            <a:ext cx="667538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m 8">
            <a:extLst>
              <a:ext uri="{FF2B5EF4-FFF2-40B4-BE49-F238E27FC236}">
                <a16:creationId xmlns:a16="http://schemas.microsoft.com/office/drawing/2014/main" id="{6D481113-5BF6-4C2A-977A-E4CF12CE37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854" y="1331913"/>
            <a:ext cx="2190750" cy="942975"/>
          </a:xfrm>
          <a:prstGeom prst="rect">
            <a:avLst/>
          </a:prstGeom>
          <a:effectLst>
            <a:outerShdw blurRad="50800" dist="38100" dir="5400000" algn="t" rotWithShape="0">
              <a:srgbClr val="FFFF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507068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15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Wilson Santos Silva (Almap BBDO)</dc:creator>
  <cp:lastModifiedBy>Wilson Santos Silva (Almap BBDO)</cp:lastModifiedBy>
  <cp:revision>8</cp:revision>
  <dcterms:created xsi:type="dcterms:W3CDTF">2020-04-27T13:26:09Z</dcterms:created>
  <dcterms:modified xsi:type="dcterms:W3CDTF">2020-04-27T20:05:05Z</dcterms:modified>
</cp:coreProperties>
</file>