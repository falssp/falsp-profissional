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5" r:id="rId4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989C3-FFF7-4A5A-AAFA-9C6F7C56E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1B8B91-F656-40B3-9517-05CD97CC0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148F9D-87FE-48C9-B01D-69718898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EF8E6-C32B-4FE5-9039-9704B230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1745D8-562E-4A27-80F4-01A22441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7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EB661-7265-4BE9-B5DE-32C31CEB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B3F21-076F-4AFD-803A-B62E646C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407232-6100-4667-B532-2D2E355F7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68E3FF-1212-4950-8BCA-6DD427E6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CC7111-E882-4C8B-B268-4444C0EF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09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36B74-4441-4458-9B60-499E21E8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625D9-E2D1-4EBC-BC0C-541A18AE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2DA6F0-EE84-4FD1-9F83-9F528D4E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85AD8-73B5-44E2-B057-C037D3C5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6E5BBF-8913-4076-95A2-5C9D61C9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9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CA1D7-3CC7-4632-8F0A-C186F2E7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9B6F3-63FD-420D-8A2F-6F6F8BC63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2D4FE3-916C-4837-94C1-B212B159E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91CDF4-CD15-4556-A660-0C894D66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2431E4-9007-42E6-9725-F0D091D7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760927-E930-45C6-B214-3BCDD770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4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08A76-90FA-40E8-A196-5B38B2A5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DF04B3-FFA4-486E-9ED0-B7B5414CE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846E7A-E6F7-4648-B76C-EC4DD5DD3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080F11-A85C-4602-951F-21251C108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CC03B7-F520-4B55-A9D8-AD6BF4549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1A2535-E1B1-4209-9915-2AFCA3FF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A575C7-019C-4E84-B647-0F576C71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E07AD4-DB56-4D7C-948D-F6680B5C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2A6C6-F480-46E6-B730-816FC152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1C4022-54EB-4072-BB8B-91D66348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2ABB58-C55F-421F-BB05-35F3A5C2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570160-D624-42EB-B765-38D777B2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8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442814-9462-4789-B37C-9C3BC6A6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20A2FA-62F5-41F5-B14F-5BBFF5EB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4961BD-019C-4413-ABA2-5729FCC7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79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5C9DE-AA29-405D-8972-FE7BF4C1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F62CD-22ED-4965-B7FB-ACD159EA0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46A25C-F234-4DCD-BD15-76313F9A4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D4554B-677F-4DE9-B40E-23BA90E1F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77B4CA-C914-4F49-89C2-7166DED6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09F19B-7402-4E54-A8AC-4D8F1160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6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99B75-2207-495D-9D34-3C92C5616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1DFF79-E85B-4066-9086-D6046BA01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5734FD-FC3A-4767-82EB-083D58AD7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C0EC8D-2F8E-490F-AE96-5FFA11AE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683BCD-6350-4C0D-A5D2-AFB10E7E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89D9BE-8993-4771-9CEF-F8862D76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3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4ECBB-15B3-436A-9DE9-2C095F6A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8C4468-A0BC-42C6-8571-6E55CEBBA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D3DC07-58A9-401B-AA0E-82DB7834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FA86CC-2B19-4181-95E5-C589D8EE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55F1B7-1C71-4338-B281-6B6EA7D8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1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E19517-1B50-450B-B660-CB682BE9C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BEEC6C0-966F-4933-A94D-588B8BF7C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3C079-DAE3-4CFC-A900-8EA5D25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66825-C4CD-45E5-A6C1-1F30B262F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79EA6E-E05F-4598-AA3A-98C3FF7B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6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A83529C-AB1D-426D-B72A-B1B0B592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27A54E-5133-4E33-AD60-61EE60F98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5A89B-0319-4683-B95D-4D28A3DF3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933D7-6EBE-4F4E-B054-3B1BEA591858}" type="datetimeFigureOut">
              <a:rPr lang="en-US" smtClean="0"/>
              <a:t>3/11/2020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570326-1A62-4933-ABBC-E5D95E7CE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D9459-C862-4536-AEB9-3EEF268A0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3DA2F-2D80-4F2C-8501-E764F2DAE62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3AD8A-9A99-41E1-B795-C51208E9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HOME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21D82C-14C7-4C24-98FE-98E4783A2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 - [Caixa] Pageview</a:t>
            </a:r>
          </a:p>
          <a:p>
            <a:r>
              <a:rPr lang="en-US" dirty="0"/>
              <a:t>Facebook - Visa - Facebook Pixel </a:t>
            </a:r>
            <a:r>
              <a:rPr lang="en-US" dirty="0" err="1"/>
              <a:t>PageView</a:t>
            </a:r>
            <a:endParaRPr lang="en-US" dirty="0"/>
          </a:p>
          <a:p>
            <a:endParaRPr lang="en-US" dirty="0"/>
          </a:p>
          <a:p>
            <a:r>
              <a:rPr lang="en-US" dirty="0"/>
              <a:t>CM - [Caixa] </a:t>
            </a:r>
            <a:r>
              <a:rPr lang="en-US" dirty="0" err="1"/>
              <a:t>Cadastre</a:t>
            </a:r>
            <a:r>
              <a:rPr lang="en-US" dirty="0"/>
              <a:t>-se</a:t>
            </a:r>
          </a:p>
          <a:p>
            <a:r>
              <a:rPr lang="en-US" dirty="0"/>
              <a:t>Facebook - Visa - Facebook Pixel Conversion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40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B707B-3D22-4644-BABC-E5B71D85B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8B359F-F4D1-4D01-A7D7-277720BD0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8151A-EDBB-4708-B2E0-EF7535CAF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0" y="0"/>
            <a:ext cx="1215369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D3F011-59FC-418C-8E16-9F3BB7267AD7}"/>
              </a:ext>
            </a:extLst>
          </p:cNvPr>
          <p:cNvSpPr txBox="1"/>
          <p:nvPr/>
        </p:nvSpPr>
        <p:spPr>
          <a:xfrm>
            <a:off x="3456632" y="5429070"/>
            <a:ext cx="16401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CONVERSÃO</a:t>
            </a:r>
            <a:endParaRPr lang="en-US" b="1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711E965-4399-4ECC-8CE8-8D92C708CF29}"/>
              </a:ext>
            </a:extLst>
          </p:cNvPr>
          <p:cNvCxnSpPr>
            <a:stCxn id="5" idx="3"/>
          </p:cNvCxnSpPr>
          <p:nvPr/>
        </p:nvCxnSpPr>
        <p:spPr>
          <a:xfrm flipV="1">
            <a:off x="5096747" y="6029234"/>
            <a:ext cx="431856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04C5F3-CA33-40DA-8E58-589B7FEB8175}"/>
              </a:ext>
            </a:extLst>
          </p:cNvPr>
          <p:cNvSpPr txBox="1"/>
          <p:nvPr/>
        </p:nvSpPr>
        <p:spPr>
          <a:xfrm>
            <a:off x="218718" y="522198"/>
            <a:ext cx="16401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PAGE 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3694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3AD8A-9A99-41E1-B795-C51208E9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Prêmio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21D82C-14C7-4C24-98FE-98E4783A2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 - [Caixa] Premio</a:t>
            </a:r>
          </a:p>
          <a:p>
            <a:r>
              <a:rPr lang="en-US" dirty="0"/>
              <a:t>Facebook - Visa - Facebook Pixel Premium</a:t>
            </a:r>
          </a:p>
        </p:txBody>
      </p:sp>
    </p:spTree>
    <p:extLst>
      <p:ext uri="{BB962C8B-B14F-4D97-AF65-F5344CB8AC3E}">
        <p14:creationId xmlns:p14="http://schemas.microsoft.com/office/powerpoint/2010/main" val="800457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AB113-2BB9-4B36-9659-F1418B5D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90362A-5645-45DC-A8AC-E2104E56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22CB9A-FF4E-4CD7-9480-14E8A29A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234"/>
            <a:ext cx="12192000" cy="652353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E6AE4FC-647B-4F7A-B8B7-258A7F4C18B0}"/>
              </a:ext>
            </a:extLst>
          </p:cNvPr>
          <p:cNvSpPr txBox="1"/>
          <p:nvPr/>
        </p:nvSpPr>
        <p:spPr>
          <a:xfrm>
            <a:off x="3485660" y="4833985"/>
            <a:ext cx="164011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CONVERSÃO</a:t>
            </a:r>
            <a:endParaRPr lang="en-US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A06ECE6-A947-4A1C-800F-8D32479839E1}"/>
              </a:ext>
            </a:extLst>
          </p:cNvPr>
          <p:cNvCxnSpPr>
            <a:stCxn id="5" idx="3"/>
          </p:cNvCxnSpPr>
          <p:nvPr/>
        </p:nvCxnSpPr>
        <p:spPr>
          <a:xfrm flipV="1">
            <a:off x="5125775" y="5434149"/>
            <a:ext cx="431856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06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3AD8A-9A99-41E1-B795-C51208E9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/CADASTRO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21D82C-14C7-4C24-98FE-98E4783A2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 - [Caixa] </a:t>
            </a:r>
            <a:r>
              <a:rPr lang="en-US" dirty="0" err="1"/>
              <a:t>Cadastre</a:t>
            </a:r>
            <a:r>
              <a:rPr lang="en-US" dirty="0"/>
              <a:t>-se 1</a:t>
            </a:r>
          </a:p>
          <a:p>
            <a:r>
              <a:rPr lang="en-US" dirty="0"/>
              <a:t>Facebook - Visa - Facebook Pixel Conversion 1</a:t>
            </a:r>
          </a:p>
        </p:txBody>
      </p:sp>
    </p:spTree>
    <p:extLst>
      <p:ext uri="{BB962C8B-B14F-4D97-AF65-F5344CB8AC3E}">
        <p14:creationId xmlns:p14="http://schemas.microsoft.com/office/powerpoint/2010/main" val="262964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3F94988-9964-4B38-B12A-DB578338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88" y="0"/>
            <a:ext cx="10204824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68A90E-13AD-4FDC-A535-1526DAC691C5}"/>
              </a:ext>
            </a:extLst>
          </p:cNvPr>
          <p:cNvSpPr txBox="1"/>
          <p:nvPr/>
        </p:nvSpPr>
        <p:spPr>
          <a:xfrm>
            <a:off x="3558232" y="3324499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CONVERSÃO</a:t>
            </a:r>
            <a:endParaRPr lang="en-US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4A1EC6E-AA5F-46BB-BAB1-FB2432B15DAE}"/>
              </a:ext>
            </a:extLst>
          </p:cNvPr>
          <p:cNvCxnSpPr>
            <a:stCxn id="5" idx="3"/>
          </p:cNvCxnSpPr>
          <p:nvPr/>
        </p:nvCxnSpPr>
        <p:spPr>
          <a:xfrm flipV="1">
            <a:off x="5198347" y="3924663"/>
            <a:ext cx="431856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92B30E-F085-48A7-885A-301455BC2371}"/>
              </a:ext>
            </a:extLst>
          </p:cNvPr>
          <p:cNvSpPr txBox="1"/>
          <p:nvPr/>
        </p:nvSpPr>
        <p:spPr>
          <a:xfrm>
            <a:off x="218718" y="522198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PAGE 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483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5D619-5CD2-46E8-8B40-25C7FEDC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/CADASTRO/PASSO-2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10488-07BD-486D-A1AB-3FD848383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 - [Caixa] </a:t>
            </a:r>
            <a:r>
              <a:rPr lang="en-US" dirty="0" err="1"/>
              <a:t>Cadastre</a:t>
            </a:r>
            <a:r>
              <a:rPr lang="en-US" dirty="0"/>
              <a:t>-se 2</a:t>
            </a:r>
          </a:p>
          <a:p>
            <a:r>
              <a:rPr lang="en-US" dirty="0"/>
              <a:t>Facebook  - Visa - Facebook Pixel Conversion 2</a:t>
            </a:r>
          </a:p>
        </p:txBody>
      </p:sp>
    </p:spTree>
    <p:extLst>
      <p:ext uri="{BB962C8B-B14F-4D97-AF65-F5344CB8AC3E}">
        <p14:creationId xmlns:p14="http://schemas.microsoft.com/office/powerpoint/2010/main" val="100484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307933A-B9BB-4286-96E9-173EBDDC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75" y="0"/>
            <a:ext cx="1012825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508C45C-78C9-4BCA-B449-6FB0D7039A94}"/>
              </a:ext>
            </a:extLst>
          </p:cNvPr>
          <p:cNvSpPr txBox="1"/>
          <p:nvPr/>
        </p:nvSpPr>
        <p:spPr>
          <a:xfrm>
            <a:off x="3253432" y="5673590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CONVERSÃO</a:t>
            </a:r>
            <a:endParaRPr lang="en-US" b="1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FF44D4E1-22FB-46FD-8C21-B7F4FE3E111D}"/>
              </a:ext>
            </a:extLst>
          </p:cNvPr>
          <p:cNvCxnSpPr>
            <a:stCxn id="5" idx="3"/>
          </p:cNvCxnSpPr>
          <p:nvPr/>
        </p:nvCxnSpPr>
        <p:spPr>
          <a:xfrm flipV="1">
            <a:off x="4893547" y="6273754"/>
            <a:ext cx="431856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004452-382C-4915-A4C9-DE2904B62740}"/>
              </a:ext>
            </a:extLst>
          </p:cNvPr>
          <p:cNvSpPr txBox="1"/>
          <p:nvPr/>
        </p:nvSpPr>
        <p:spPr>
          <a:xfrm>
            <a:off x="218718" y="522198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PAGE 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586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AD6D7-C0FF-4224-8F2C-2743F666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/CARTAO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6138E6-69AA-4527-B401-38A03338C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CM - [Caixa] </a:t>
            </a:r>
            <a:r>
              <a:rPr lang="en-US" dirty="0" err="1"/>
              <a:t>Enviar</a:t>
            </a:r>
            <a:endParaRPr lang="en-US" dirty="0"/>
          </a:p>
          <a:p>
            <a:r>
              <a:rPr lang="en-US" dirty="0"/>
              <a:t>Facebook - Visa - Facebook Pixel </a:t>
            </a:r>
            <a:r>
              <a:rPr lang="en-US" dirty="0" err="1"/>
              <a:t>Conversion_submit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55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AED4F4E-E50C-45A4-B505-080A8DF6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12" y="0"/>
            <a:ext cx="9317775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5269789-B0BB-4302-B278-3D5DEBEBAEF2}"/>
              </a:ext>
            </a:extLst>
          </p:cNvPr>
          <p:cNvSpPr txBox="1"/>
          <p:nvPr/>
        </p:nvSpPr>
        <p:spPr>
          <a:xfrm>
            <a:off x="3355032" y="4716988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CONVERSÃO</a:t>
            </a:r>
            <a:endParaRPr lang="en-US" b="1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62F8F6A-3D48-42A0-A429-465221AD656A}"/>
              </a:ext>
            </a:extLst>
          </p:cNvPr>
          <p:cNvCxnSpPr>
            <a:stCxn id="7" idx="3"/>
          </p:cNvCxnSpPr>
          <p:nvPr/>
        </p:nvCxnSpPr>
        <p:spPr>
          <a:xfrm flipV="1">
            <a:off x="4995147" y="5317152"/>
            <a:ext cx="431856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7FF5E3-9A18-4952-85C0-E9BA62575A6C}"/>
              </a:ext>
            </a:extLst>
          </p:cNvPr>
          <p:cNvSpPr txBox="1"/>
          <p:nvPr/>
        </p:nvSpPr>
        <p:spPr>
          <a:xfrm>
            <a:off x="218718" y="522198"/>
            <a:ext cx="1640115" cy="12003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FACEBOOK</a:t>
            </a:r>
          </a:p>
          <a:p>
            <a:pPr algn="ctr"/>
            <a:r>
              <a:rPr lang="pt-BR" dirty="0"/>
              <a:t>VERIZON</a:t>
            </a:r>
          </a:p>
          <a:p>
            <a:pPr algn="ctr"/>
            <a:r>
              <a:rPr lang="pt-BR" dirty="0"/>
              <a:t>DV360</a:t>
            </a:r>
          </a:p>
          <a:p>
            <a:pPr algn="ctr"/>
            <a:r>
              <a:rPr lang="pt-BR" b="1" dirty="0"/>
              <a:t>PAGE 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19466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134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HOME</vt:lpstr>
      <vt:lpstr>Apresentação do PowerPoint</vt:lpstr>
      <vt:lpstr>Prêmio</vt:lpstr>
      <vt:lpstr>Apresentação do PowerPoint</vt:lpstr>
      <vt:lpstr>/CADASTRO</vt:lpstr>
      <vt:lpstr>Apresentação do PowerPoint</vt:lpstr>
      <vt:lpstr>/CADASTRO/PASSO-2</vt:lpstr>
      <vt:lpstr>Apresentação do PowerPoint</vt:lpstr>
      <vt:lpstr>/CARTAO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</dc:title>
  <dc:creator>B�rbara Roque da Silva (Almap BBDO)</dc:creator>
  <cp:lastModifiedBy>Wilson Santos Silva (Almap BBDO)</cp:lastModifiedBy>
  <cp:revision>5</cp:revision>
  <dcterms:created xsi:type="dcterms:W3CDTF">2020-03-11T15:30:05Z</dcterms:created>
  <dcterms:modified xsi:type="dcterms:W3CDTF">2020-03-11T19:19:13Z</dcterms:modified>
</cp:coreProperties>
</file>