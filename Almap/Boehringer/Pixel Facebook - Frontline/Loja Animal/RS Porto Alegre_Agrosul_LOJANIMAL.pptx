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6" r:id="rId7"/>
    <p:sldId id="263" r:id="rId8"/>
    <p:sldId id="267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A22E8-63D8-4330-B9E3-6C3FD9594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DBA4FB-EE90-4915-8201-96064B879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32DBDD-2000-46E5-89B9-47AC1773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63E2DE-F6D3-40B2-8B12-A53F3D18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D183F9-980F-4BC3-AB0E-D9BC0408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6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3EC75-0536-49B9-ABD1-16A6B5ED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A201D-5A32-4144-8BD4-06C5B3441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6E1540-FCB4-4764-94ED-78D7CF85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FAB753-41A8-4D58-B0EB-2CA4E6C6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4CE6F7-105E-482F-987D-D25480CF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5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30F0F-6010-4817-8ED9-5534BF47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549B8C-34BB-4294-B0E8-3AA9E9308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F068D3-7684-49A3-994E-264DAA09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5A6B0E-94CC-4135-8A9A-5C670AD1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0013C8-9FED-47B8-B733-FA052408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3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B67FF-8D44-4C0F-9650-C00C11FF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DF054E-2EC8-4298-8221-9AA8B8330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49EEA8-723A-4255-BD9F-D5F68FE02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932A83-2737-468C-9013-A415838B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B1A394-5AAE-4042-8DEC-04D65B53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447978-D3DC-4CC1-89D4-422A47C0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9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B3442-F8AA-486D-A72B-BEA29C99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414548-FDCF-4AA7-A1FB-1A017EB0F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C20921-1B3D-4C84-AB2B-AF46CA737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773C72-80F9-49A9-896A-6EE58ABA7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E62C95-A0E6-4119-A9C1-71B735D74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9DE6DF-9BBF-4CF7-A9B4-928DB893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E864A3-1288-4B90-A2B8-24AEE5C2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5A90-89CE-4AC3-B2C5-AD5AD060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8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E06B9-8EAF-4D8D-AE73-90E51C93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301FD5-B551-4B51-B804-A79A329F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832A86-619A-442E-9AD9-430F1C27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9FC43A-3662-48CA-94CA-2E422251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0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15E350-9A93-451C-BD54-A40F24B8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88DAA9-9DC4-4A2C-B5FE-0FD09B13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A92877-27EC-4F77-BB68-688A8C1C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4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EC9F8-3C3C-46B8-97EA-C95BFE1B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B05E35-143A-4907-9C99-0EC151F57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0EBC88-67A2-4534-B836-FD3107AFD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0082B7-8529-4F0E-80C9-EBDD0C7C6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586C88-1D94-43A4-998A-249F8E39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6051CA-2232-4226-8BB1-DC70A314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F240D-56DC-4B94-93F3-89776AF1E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AB4989D-0FBA-40DF-8CC5-C7ADD79DF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FAEA20-A278-40E9-AD31-2A15DBFE0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3AC4C1-BDAF-4703-B48E-4B168B19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CE0161-3917-4683-AD3B-1B92C23D1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D16DD2-7CC6-487B-A082-2CFF120A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4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35C6C-22BB-4B3A-BBBA-8813D8E3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0A84D4-274A-4A36-AEA4-14D8E5B4D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CFF8D9-EEF1-4F4A-AB3D-CAFB0F73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144BC3-7052-43B9-952F-2B912CE7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F7B12C-3965-4D75-91DC-6068D9A5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1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9E6FC9-F04F-4703-BCC6-834C94E24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16EBD5-F43E-4B5A-9125-CAD2FDC35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AB52F4-B1FD-4BE6-A933-02945C73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CDE862-1533-4B12-9405-1D3D6370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C3490D-B418-4CA2-91F6-C326554D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4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98630E5-568D-4741-B09B-F733FF7D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A9928-E92E-464D-8558-86F19EE15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78E353-A034-46DE-93F9-B4ECC2A36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8F4BAB-BC9C-4D43-8420-79EB6E82E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239D2E-BD18-4484-B879-C61E3D1B6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1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janimal.com.br/busca/frontlin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janimal.com.br/busca/frontlin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janimal.com.br/produto/576_AntiPulgas-e-Carrapatos-Frontline-Spray-para-Caes-e-Gatos-de-100-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janimal.com.br/carrinho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ojanimal1.websiteseguro.com/checkout/index.ph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ojanimal1.websiteseguro.com/checkout/cadastro.php?email=andreina.clemente@gmail.co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ojanimal1.websiteseguro.com/checkout/confirma.php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ojanimal1.websiteseguro.com/checkout/confirma.php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ojanimal1.websiteseguro.com/checkout/pagamento.php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A2D5490-C4F5-4328-BF3F-B733A2E5E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032"/>
            <a:ext cx="12192000" cy="517593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1A5BBE3-E7F1-46B7-9669-F457739043F1}"/>
              </a:ext>
            </a:extLst>
          </p:cNvPr>
          <p:cNvSpPr/>
          <p:nvPr/>
        </p:nvSpPr>
        <p:spPr>
          <a:xfrm>
            <a:off x="8335616" y="1537252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</a:t>
            </a:r>
            <a:r>
              <a:rPr lang="pt-BR" dirty="0" err="1"/>
              <a:t>page</a:t>
            </a:r>
            <a:r>
              <a:rPr lang="pt-BR" dirty="0"/>
              <a:t> </a:t>
            </a:r>
            <a:r>
              <a:rPr lang="pt-BR" dirty="0" err="1"/>
              <a:t>view</a:t>
            </a:r>
            <a:r>
              <a:rPr lang="pt-BR" dirty="0"/>
              <a:t> - </a:t>
            </a:r>
            <a:r>
              <a:rPr lang="pt-BR" dirty="0" err="1"/>
              <a:t>Pixel_pageview_LojaAnimal</a:t>
            </a:r>
            <a:endParaRPr lang="en-US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C1612CD-3EF8-43FD-9C42-4FC6ADBC524B}"/>
              </a:ext>
            </a:extLst>
          </p:cNvPr>
          <p:cNvSpPr/>
          <p:nvPr/>
        </p:nvSpPr>
        <p:spPr>
          <a:xfrm>
            <a:off x="3578792" y="249342"/>
            <a:ext cx="4557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https://www.lojanimal.com.br/busca/frontline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42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A2373E9D-8986-4661-AB5D-BDD16E0D4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457"/>
            <a:ext cx="12192000" cy="5253085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51AD1AB-838A-49DD-9918-87B9B432795F}"/>
              </a:ext>
            </a:extLst>
          </p:cNvPr>
          <p:cNvSpPr/>
          <p:nvPr/>
        </p:nvSpPr>
        <p:spPr>
          <a:xfrm>
            <a:off x="632790" y="5597948"/>
            <a:ext cx="2835966" cy="1139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adicionar ao carrinho</a:t>
            </a:r>
          </a:p>
          <a:p>
            <a:pPr algn="ctr"/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b="1" dirty="0" err="1"/>
              <a:t>todos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produtos</a:t>
            </a:r>
            <a:r>
              <a:rPr lang="en-US" b="1" dirty="0"/>
              <a:t> </a:t>
            </a:r>
            <a:r>
              <a:rPr lang="en-US" dirty="0"/>
              <a:t>frontline</a:t>
            </a:r>
            <a:endParaRPr lang="pt-BR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722336D-E713-4137-A2C1-33CFC086D02D}"/>
              </a:ext>
            </a:extLst>
          </p:cNvPr>
          <p:cNvCxnSpPr>
            <a:cxnSpLocks/>
          </p:cNvCxnSpPr>
          <p:nvPr/>
        </p:nvCxnSpPr>
        <p:spPr>
          <a:xfrm flipV="1">
            <a:off x="2875719" y="4467079"/>
            <a:ext cx="1577011" cy="1528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6DA0A9B-7632-478E-B913-5EE7E69FE477}"/>
              </a:ext>
            </a:extLst>
          </p:cNvPr>
          <p:cNvCxnSpPr>
            <a:cxnSpLocks/>
          </p:cNvCxnSpPr>
          <p:nvPr/>
        </p:nvCxnSpPr>
        <p:spPr>
          <a:xfrm flipV="1">
            <a:off x="2392017" y="4690618"/>
            <a:ext cx="4764157" cy="1023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0A60F76B-D6F2-4674-9CDA-8A801EDC6DD8}"/>
              </a:ext>
            </a:extLst>
          </p:cNvPr>
          <p:cNvCxnSpPr>
            <a:cxnSpLocks/>
          </p:cNvCxnSpPr>
          <p:nvPr/>
        </p:nvCxnSpPr>
        <p:spPr>
          <a:xfrm flipV="1">
            <a:off x="2484782" y="5243190"/>
            <a:ext cx="7719392" cy="94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0CEC0106-7606-43EB-8811-B6B2FD40DB4B}"/>
              </a:ext>
            </a:extLst>
          </p:cNvPr>
          <p:cNvCxnSpPr>
            <a:cxnSpLocks/>
          </p:cNvCxnSpPr>
          <p:nvPr/>
        </p:nvCxnSpPr>
        <p:spPr>
          <a:xfrm flipH="1" flipV="1">
            <a:off x="1987826" y="4025334"/>
            <a:ext cx="1040293" cy="2122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DBE9975B-4A14-4B9C-B72E-453C1C91D7C0}"/>
              </a:ext>
            </a:extLst>
          </p:cNvPr>
          <p:cNvCxnSpPr>
            <a:cxnSpLocks/>
          </p:cNvCxnSpPr>
          <p:nvPr/>
        </p:nvCxnSpPr>
        <p:spPr>
          <a:xfrm flipH="1" flipV="1">
            <a:off x="2050773" y="1482521"/>
            <a:ext cx="977346" cy="4665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F40F3A9-2414-4969-A30F-CF429B8BF92E}"/>
              </a:ext>
            </a:extLst>
          </p:cNvPr>
          <p:cNvCxnSpPr>
            <a:cxnSpLocks/>
          </p:cNvCxnSpPr>
          <p:nvPr/>
        </p:nvCxnSpPr>
        <p:spPr>
          <a:xfrm flipV="1">
            <a:off x="3028119" y="1482521"/>
            <a:ext cx="831574" cy="4665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BDC71C7A-8CA5-4DBC-9C84-E8ED22BC110B}"/>
              </a:ext>
            </a:extLst>
          </p:cNvPr>
          <p:cNvCxnSpPr>
            <a:cxnSpLocks/>
          </p:cNvCxnSpPr>
          <p:nvPr/>
        </p:nvCxnSpPr>
        <p:spPr>
          <a:xfrm flipV="1">
            <a:off x="3028119" y="1482521"/>
            <a:ext cx="4030577" cy="4665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FAC5383-212E-4EA1-8E7F-A5C6C68225FB}"/>
              </a:ext>
            </a:extLst>
          </p:cNvPr>
          <p:cNvCxnSpPr>
            <a:cxnSpLocks/>
          </p:cNvCxnSpPr>
          <p:nvPr/>
        </p:nvCxnSpPr>
        <p:spPr>
          <a:xfrm flipV="1">
            <a:off x="3028119" y="1422441"/>
            <a:ext cx="6679099" cy="4725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ângulo 27">
            <a:extLst>
              <a:ext uri="{FF2B5EF4-FFF2-40B4-BE49-F238E27FC236}">
                <a16:creationId xmlns:a16="http://schemas.microsoft.com/office/drawing/2014/main" id="{E61AC8AF-B35B-4B1D-B120-33EEB0778B46}"/>
              </a:ext>
            </a:extLst>
          </p:cNvPr>
          <p:cNvSpPr/>
          <p:nvPr/>
        </p:nvSpPr>
        <p:spPr>
          <a:xfrm>
            <a:off x="3664224" y="360997"/>
            <a:ext cx="4557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https://www.lojanimal.com.br/busca/frontline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69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3CC92BC-F9A3-4945-93C8-ADC799322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264"/>
            <a:ext cx="12192000" cy="5413472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330693" y="3825484"/>
            <a:ext cx="2835966" cy="18027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adicionar ao carrinho</a:t>
            </a:r>
          </a:p>
          <a:p>
            <a:pPr algn="ctr"/>
            <a:r>
              <a:rPr lang="pt-BR" dirty="0"/>
              <a:t>Em todos os produtos</a:t>
            </a:r>
            <a:endParaRPr lang="en-US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A30D707-7416-4107-9442-989926E0ED77}"/>
              </a:ext>
            </a:extLst>
          </p:cNvPr>
          <p:cNvCxnSpPr>
            <a:cxnSpLocks/>
          </p:cNvCxnSpPr>
          <p:nvPr/>
        </p:nvCxnSpPr>
        <p:spPr>
          <a:xfrm flipV="1">
            <a:off x="2478157" y="3429000"/>
            <a:ext cx="3882886" cy="1408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C742FE8D-1390-4281-945A-AF05BF00D527}"/>
              </a:ext>
            </a:extLst>
          </p:cNvPr>
          <p:cNvSpPr/>
          <p:nvPr/>
        </p:nvSpPr>
        <p:spPr>
          <a:xfrm>
            <a:off x="2637183" y="-701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https://www.lojanimal.com.br/produto/576_AntiPulgas-e-Carrapatos-Frontline-Spray-para-Caes-e-Gatos-de-100-mL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68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545B36B3-392D-406E-BC02-520B4BC56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018"/>
            <a:ext cx="12192000" cy="520796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A30D707-7416-4107-9442-989926E0ED77}"/>
              </a:ext>
            </a:extLst>
          </p:cNvPr>
          <p:cNvCxnSpPr>
            <a:cxnSpLocks/>
          </p:cNvCxnSpPr>
          <p:nvPr/>
        </p:nvCxnSpPr>
        <p:spPr>
          <a:xfrm>
            <a:off x="2531369" y="1372263"/>
            <a:ext cx="0" cy="4256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E96EB58-49D3-4E65-909A-3F4DEA5D29E4}"/>
              </a:ext>
            </a:extLst>
          </p:cNvPr>
          <p:cNvCxnSpPr>
            <a:cxnSpLocks/>
          </p:cNvCxnSpPr>
          <p:nvPr/>
        </p:nvCxnSpPr>
        <p:spPr>
          <a:xfrm>
            <a:off x="1378634" y="1320630"/>
            <a:ext cx="8486335" cy="3970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CFB6EDAE-AB1F-4795-AFAE-16863EF9A127}"/>
              </a:ext>
            </a:extLst>
          </p:cNvPr>
          <p:cNvSpPr/>
          <p:nvPr/>
        </p:nvSpPr>
        <p:spPr>
          <a:xfrm>
            <a:off x="4145915" y="102055"/>
            <a:ext cx="3900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https://www.lojanimal.com.br/carrinho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850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3F99EE2-7E86-4E19-8E74-EE50821F2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657"/>
            <a:ext cx="12192000" cy="516068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A30D707-7416-4107-9442-989926E0ED77}"/>
              </a:ext>
            </a:extLst>
          </p:cNvPr>
          <p:cNvCxnSpPr>
            <a:cxnSpLocks/>
          </p:cNvCxnSpPr>
          <p:nvPr/>
        </p:nvCxnSpPr>
        <p:spPr>
          <a:xfrm>
            <a:off x="2623930" y="1372263"/>
            <a:ext cx="530087" cy="2722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AE0793C3-8E7C-45B1-B89A-BBE5C5E6EC8B}"/>
              </a:ext>
            </a:extLst>
          </p:cNvPr>
          <p:cNvCxnSpPr>
            <a:cxnSpLocks/>
          </p:cNvCxnSpPr>
          <p:nvPr/>
        </p:nvCxnSpPr>
        <p:spPr>
          <a:xfrm>
            <a:off x="2776330" y="1524663"/>
            <a:ext cx="4697896" cy="3153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CA7E7A0B-70BB-4835-9F12-01B86EDE4C78}"/>
              </a:ext>
            </a:extLst>
          </p:cNvPr>
          <p:cNvSpPr/>
          <p:nvPr/>
        </p:nvSpPr>
        <p:spPr>
          <a:xfrm>
            <a:off x="3528079" y="141322"/>
            <a:ext cx="5718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https://lojanimal1.websiteseguro.com/checkout/index.php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42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138445A7-8CA7-47D1-9C2B-872645773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2417693"/>
            <a:ext cx="10810875" cy="37719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B676898-C726-4D00-A5B1-EA1B8C4AC89A}"/>
              </a:ext>
            </a:extLst>
          </p:cNvPr>
          <p:cNvCxnSpPr>
            <a:cxnSpLocks/>
          </p:cNvCxnSpPr>
          <p:nvPr/>
        </p:nvCxnSpPr>
        <p:spPr>
          <a:xfrm>
            <a:off x="2776330" y="1524663"/>
            <a:ext cx="2175498" cy="3483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3F7EB1EF-23F2-47C2-A5C9-DBF9F3C9BE28}"/>
              </a:ext>
            </a:extLst>
          </p:cNvPr>
          <p:cNvSpPr/>
          <p:nvPr/>
        </p:nvSpPr>
        <p:spPr>
          <a:xfrm>
            <a:off x="3047999" y="22356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https://lojanimal1.websiteseguro.com/checkout/cadastro.php?email=andreina.clemente@gmail.com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F2BF92C-4307-44D8-8EBA-8C5EC2025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90" y="695174"/>
            <a:ext cx="12192000" cy="499749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449308E-4134-4FB4-AE97-E6A19815105B}"/>
              </a:ext>
            </a:extLst>
          </p:cNvPr>
          <p:cNvSpPr/>
          <p:nvPr/>
        </p:nvSpPr>
        <p:spPr>
          <a:xfrm>
            <a:off x="235890" y="5824893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E564E86-A5A8-4FCD-BAA6-44E233DC5BD7}"/>
              </a:ext>
            </a:extLst>
          </p:cNvPr>
          <p:cNvCxnSpPr>
            <a:cxnSpLocks/>
          </p:cNvCxnSpPr>
          <p:nvPr/>
        </p:nvCxnSpPr>
        <p:spPr>
          <a:xfrm flipH="1" flipV="1">
            <a:off x="2332893" y="4585252"/>
            <a:ext cx="1" cy="1577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B7848A95-7A05-4B19-A38A-D8E9D26B7831}"/>
              </a:ext>
            </a:extLst>
          </p:cNvPr>
          <p:cNvSpPr/>
          <p:nvPr/>
        </p:nvSpPr>
        <p:spPr>
          <a:xfrm>
            <a:off x="3310101" y="0"/>
            <a:ext cx="6043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https://lojanimal1.websiteseguro.com/checkout/confirma.php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70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5B6ED75-A913-4EC3-854A-CD6218AF0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885825"/>
            <a:ext cx="10267950" cy="508635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449308E-4134-4FB4-AE97-E6A19815105B}"/>
              </a:ext>
            </a:extLst>
          </p:cNvPr>
          <p:cNvSpPr/>
          <p:nvPr/>
        </p:nvSpPr>
        <p:spPr>
          <a:xfrm>
            <a:off x="235890" y="5824893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BE1B6510-B290-445D-98C6-D6B2F88EE349}"/>
              </a:ext>
            </a:extLst>
          </p:cNvPr>
          <p:cNvCxnSpPr>
            <a:cxnSpLocks/>
          </p:cNvCxnSpPr>
          <p:nvPr/>
        </p:nvCxnSpPr>
        <p:spPr>
          <a:xfrm flipV="1">
            <a:off x="2485294" y="5598942"/>
            <a:ext cx="6321081" cy="716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93DFBF5-B662-40BB-A105-4C4421A152E2}"/>
              </a:ext>
            </a:extLst>
          </p:cNvPr>
          <p:cNvCxnSpPr>
            <a:cxnSpLocks/>
          </p:cNvCxnSpPr>
          <p:nvPr/>
        </p:nvCxnSpPr>
        <p:spPr>
          <a:xfrm flipV="1">
            <a:off x="2637694" y="5458265"/>
            <a:ext cx="434162" cy="1009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73E49B2C-EB67-42A1-A0A5-1430B7E61A41}"/>
              </a:ext>
            </a:extLst>
          </p:cNvPr>
          <p:cNvSpPr/>
          <p:nvPr/>
        </p:nvSpPr>
        <p:spPr>
          <a:xfrm>
            <a:off x="2854775" y="172579"/>
            <a:ext cx="6043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https://lojanimal1.websiteseguro.com/checkout/confirma.php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630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8806823-DF84-413C-8DF4-2627C8F4C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995362"/>
            <a:ext cx="11182350" cy="486727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53E3EC3-0F94-45AF-893E-2BD9FCC81DEF}"/>
              </a:ext>
            </a:extLst>
          </p:cNvPr>
          <p:cNvSpPr/>
          <p:nvPr/>
        </p:nvSpPr>
        <p:spPr>
          <a:xfrm>
            <a:off x="740490" y="5607707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compra realizada</a:t>
            </a:r>
            <a:endParaRPr lang="en-US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57D8A720-FD30-418A-8C7F-675DED9E069D}"/>
              </a:ext>
            </a:extLst>
          </p:cNvPr>
          <p:cNvCxnSpPr>
            <a:cxnSpLocks/>
          </p:cNvCxnSpPr>
          <p:nvPr/>
        </p:nvCxnSpPr>
        <p:spPr>
          <a:xfrm flipV="1">
            <a:off x="3018988" y="5416062"/>
            <a:ext cx="3761640" cy="648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84C58C2F-9C07-47FA-9F12-78D9C3915F83}"/>
              </a:ext>
            </a:extLst>
          </p:cNvPr>
          <p:cNvSpPr/>
          <p:nvPr/>
        </p:nvSpPr>
        <p:spPr>
          <a:xfrm>
            <a:off x="2836985" y="13006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https://lojanimal1.websiteseguro.com/checkout/pagamento.php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340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171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Andreina Tempera Clemente (Almap BBDO)</dc:creator>
  <cp:lastModifiedBy>Felipe Alves de Lima</cp:lastModifiedBy>
  <cp:revision>14</cp:revision>
  <dcterms:created xsi:type="dcterms:W3CDTF">2020-06-10T18:54:48Z</dcterms:created>
  <dcterms:modified xsi:type="dcterms:W3CDTF">2020-06-12T21:04:59Z</dcterms:modified>
</cp:coreProperties>
</file>