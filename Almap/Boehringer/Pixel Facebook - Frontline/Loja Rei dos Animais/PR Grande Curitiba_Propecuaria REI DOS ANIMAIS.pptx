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E09337-02BC-4C3D-BD25-9D7BDF87A4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C7B8D17-6125-42F2-A85F-4C9AE9D296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0F774C9-4D0C-47B0-92CA-60630A787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DD077-D812-4585-A6A6-5B69E7BB7386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9D581A3-CDDB-41A4-9E49-FC03BF9BA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43861D0-08DE-49B1-93E6-C72392CAE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FF287-2FA9-448C-BF5F-83C916BC34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1006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4B8FF3-D771-48C0-B515-60C9D0590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8F94A16-F485-4D09-A7C7-FC27E22B3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A8E2B9-597C-4DC7-96FE-6C2429565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DD077-D812-4585-A6A6-5B69E7BB7386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9870CE7-A2E4-4809-AB5B-C53EE7B29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5F5FCC9-ACE0-4137-BD83-E6E25ADA5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FF287-2FA9-448C-BF5F-83C916BC34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6260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212163-D67A-496D-AD37-131BD7930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9F06E92-150B-4944-8392-34E1527EEE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2E753DD-A195-4115-93CB-B2BC80D46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DD077-D812-4585-A6A6-5B69E7BB7386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80B5EC8-A2C3-415F-BBA8-BAE9414D6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2EE799-88ED-4A19-8978-7CAE4C576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FF287-2FA9-448C-BF5F-83C916BC34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15908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051D35-6032-4B45-86F1-ECFA1176A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D3BFFF4-BFFE-4F61-9CA2-6C3A80973A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5314391-059C-4F9B-9B5B-F24B3A6F06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668B027-F777-4B84-9AAC-EA6CCD890F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DD077-D812-4585-A6A6-5B69E7BB7386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B8D17C1-526A-435A-A377-851B4E3AF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0D6A99F-0F80-4B70-8527-EA03F8B6E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FF287-2FA9-448C-BF5F-83C916BC34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1953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C8584C-8FB8-4FDD-AF25-1B70EB494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081A489-6635-4D20-B14A-406C78FC8F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6BDD0A7-7B69-4933-824C-E50A430F13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5F72AC44-F499-42FF-A3AA-3DE4E29958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498DB38-D6CE-4159-988E-BB68B98BE5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CDE3759A-4085-43D0-BFC0-6EE96EAB7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DD077-D812-4585-A6A6-5B69E7BB7386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89E62C7-8EC7-4B0A-B80D-D9634C522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00F06D54-C0B4-44DF-9FF4-F9EF6D901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FF287-2FA9-448C-BF5F-83C916BC34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75186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58D9D9-7D79-4728-B0E0-A3E20DCA3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D28078D4-7A13-484C-8785-07A2248F8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DD077-D812-4585-A6A6-5B69E7BB7386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A8A40F80-185D-4A81-B636-CE69AD178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49DBF92-5397-42D7-868C-5941A74D8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FF287-2FA9-448C-BF5F-83C916BC34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94165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A2C2457C-F679-483F-AF20-39C7CD3C11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DD077-D812-4585-A6A6-5B69E7BB7386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8EAA7D1C-0208-4564-8E2B-4A5FEBB23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E8E30A5-100A-48EE-8D0F-C55AC97BF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FF287-2FA9-448C-BF5F-83C916BC34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43081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B7B5EF-BF50-4A1E-BB98-57A59FD2E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F2C63B8-06A4-441E-9E26-D7CDA39E5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F80DA8B-60E8-4B55-A15C-54C36A2FD6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838D772-7D13-4226-9F00-D40918B14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DD077-D812-4585-A6A6-5B69E7BB7386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1568C5D-467E-4532-913A-15564CFBC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22616D9-E8F6-4445-B2C4-F3B324F93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FF287-2FA9-448C-BF5F-83C916BC34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512743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DD3729-7C40-4E4D-B777-5185D6DBEF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48801C01-28D3-43BE-9BE9-7F1CFDEFC1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2CACEEE-8356-4E64-8113-02732811E3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324F43D-B853-4F75-A073-F0E3132C7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DD077-D812-4585-A6A6-5B69E7BB7386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F03DADB-0185-4F15-B41F-BB943E47C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C161B46-94FE-4262-87A8-5422C20E6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FF287-2FA9-448C-BF5F-83C916BC34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14169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6A8F8-748F-41B7-AE74-3A9EADC84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64533D8-226C-4F2D-AF42-71B858DFA9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BEA8606-CA56-46B2-9AD0-CF40442ED1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DD077-D812-4585-A6A6-5B69E7BB7386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63DE058-CFD1-4FA6-8D3C-53D321820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39F81DB-798B-4C01-9537-26429B00D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FF287-2FA9-448C-BF5F-83C916BC34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6931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7A0A740-E73D-4B5D-840D-4F545E60AF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2AE634F-A5F2-4D43-9C50-06FDFF9817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343D952-FEFE-4115-A8B2-54A79DFF76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DD077-D812-4585-A6A6-5B69E7BB7386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278843E-B65E-4133-8342-695932192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FF07CBC-91E0-4530-BD0E-82F5C2A82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FF287-2FA9-448C-BF5F-83C916BC34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08063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10BDA6D-A2DD-4423-BDCC-1C1696AEB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8E63825-B55C-42FE-B366-4A17AA1E32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B45FD8C-7C05-478D-879A-8C7C598998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EDD077-D812-4585-A6A6-5B69E7BB7386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CB33E38-B08A-46DB-A51A-4F04AECFF4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66138D-64B2-45AE-B4F0-A8FD809216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DFF287-2FA9-448C-BF5F-83C916BC34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7832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idosanimais.com.br/farmacia/antipulgas?rfabricante=719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idosanimais.com.br/frontline-plus-cao-p-1-10kg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idosanimais.com.br/frontline-plus-cao-p-1-10kg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idosanimais.com.br/checkout/cart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idosanimais.com.br/checkout/onepage/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idosanimais.com.br/checkout/onepage/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idosanimais.com.br/checkout/onepage/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idosanimais.com.br/checkout/onepage/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2C4E2E42-284F-48F8-9B58-2FC342BA02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755" y="1007164"/>
            <a:ext cx="8902908" cy="4579247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3261F394-EA54-460F-8EF5-3AC9AE5DBA09}"/>
              </a:ext>
            </a:extLst>
          </p:cNvPr>
          <p:cNvSpPr/>
          <p:nvPr/>
        </p:nvSpPr>
        <p:spPr>
          <a:xfrm>
            <a:off x="8088157" y="1815548"/>
            <a:ext cx="2155773" cy="9541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</a:t>
            </a:r>
            <a:r>
              <a:rPr lang="pt-BR" dirty="0" err="1"/>
              <a:t>page</a:t>
            </a:r>
            <a:r>
              <a:rPr lang="pt-BR" dirty="0"/>
              <a:t> </a:t>
            </a:r>
            <a:r>
              <a:rPr lang="pt-BR" dirty="0" err="1"/>
              <a:t>view</a:t>
            </a:r>
            <a:r>
              <a:rPr lang="pt-BR" dirty="0"/>
              <a:t> - </a:t>
            </a:r>
            <a:r>
              <a:rPr lang="pt-BR" dirty="0" err="1"/>
              <a:t>Pixel_Pageview_reidosanimais</a:t>
            </a:r>
            <a:endParaRPr lang="pt-BR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BFF1FF59-6C39-4E26-B16E-C2033C96033F}"/>
              </a:ext>
            </a:extLst>
          </p:cNvPr>
          <p:cNvSpPr/>
          <p:nvPr/>
        </p:nvSpPr>
        <p:spPr>
          <a:xfrm>
            <a:off x="1223755" y="25481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pt-BR" dirty="0">
                <a:hlinkClick r:id="rId3"/>
              </a:rPr>
              <a:t>https://www.reidosanimais.com.br/farmacia/antipulgas?rfabricante=719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69741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D78A4B4C-D6A8-400B-AE28-F3A066302F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962" y="753509"/>
            <a:ext cx="11268075" cy="4105275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D84FF597-3DE2-4369-A823-5F53678DDB1D}"/>
              </a:ext>
            </a:extLst>
          </p:cNvPr>
          <p:cNvSpPr/>
          <p:nvPr/>
        </p:nvSpPr>
        <p:spPr>
          <a:xfrm>
            <a:off x="8233930" y="2688534"/>
            <a:ext cx="2924399" cy="11131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adicionar ao carrinho( todos os produtos </a:t>
            </a:r>
            <a:r>
              <a:rPr lang="pt-BR" dirty="0" err="1"/>
              <a:t>frontline</a:t>
            </a:r>
            <a:r>
              <a:rPr lang="pt-BR" dirty="0"/>
              <a:t>)</a:t>
            </a:r>
          </a:p>
        </p:txBody>
      </p: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47C9CCE7-C301-41A0-8327-D60AAE468E0A}"/>
              </a:ext>
            </a:extLst>
          </p:cNvPr>
          <p:cNvCxnSpPr>
            <a:cxnSpLocks/>
          </p:cNvCxnSpPr>
          <p:nvPr/>
        </p:nvCxnSpPr>
        <p:spPr>
          <a:xfrm flipH="1">
            <a:off x="6944138" y="3245126"/>
            <a:ext cx="1046922" cy="3677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tângulo 6">
            <a:extLst>
              <a:ext uri="{FF2B5EF4-FFF2-40B4-BE49-F238E27FC236}">
                <a16:creationId xmlns:a16="http://schemas.microsoft.com/office/drawing/2014/main" id="{0CEA8714-7023-413D-8A76-C769B8B75937}"/>
              </a:ext>
            </a:extLst>
          </p:cNvPr>
          <p:cNvSpPr/>
          <p:nvPr/>
        </p:nvSpPr>
        <p:spPr>
          <a:xfrm>
            <a:off x="1294131" y="5112407"/>
            <a:ext cx="612045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hlinkClick r:id="rId3"/>
              </a:rPr>
              <a:t>https://www.reidosanimais.com.br/frontline-plus-cao-p-1-10kg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935580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B2CAE3E3-D405-46E9-AD61-6697D25AA3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047" y="371061"/>
            <a:ext cx="9730727" cy="5470863"/>
          </a:xfrm>
          <a:prstGeom prst="rect">
            <a:avLst/>
          </a:prstGeom>
        </p:spPr>
      </p:pic>
      <p:sp>
        <p:nvSpPr>
          <p:cNvPr id="3" name="Elipse 2">
            <a:extLst>
              <a:ext uri="{FF2B5EF4-FFF2-40B4-BE49-F238E27FC236}">
                <a16:creationId xmlns:a16="http://schemas.microsoft.com/office/drawing/2014/main" id="{3FBF6E82-F4EE-4655-9511-51478E6C7E37}"/>
              </a:ext>
            </a:extLst>
          </p:cNvPr>
          <p:cNvSpPr/>
          <p:nvPr/>
        </p:nvSpPr>
        <p:spPr>
          <a:xfrm>
            <a:off x="9236764" y="742122"/>
            <a:ext cx="1258958" cy="125895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A04C81F0-79A7-48DE-8557-368F981A3191}"/>
              </a:ext>
            </a:extLst>
          </p:cNvPr>
          <p:cNvSpPr/>
          <p:nvPr/>
        </p:nvSpPr>
        <p:spPr>
          <a:xfrm>
            <a:off x="7571323" y="4856923"/>
            <a:ext cx="2924399" cy="4969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5B77720E-E852-4FB2-A3B1-942158CE373D}"/>
              </a:ext>
            </a:extLst>
          </p:cNvPr>
          <p:cNvCxnSpPr>
            <a:cxnSpLocks/>
          </p:cNvCxnSpPr>
          <p:nvPr/>
        </p:nvCxnSpPr>
        <p:spPr>
          <a:xfrm flipV="1">
            <a:off x="8920528" y="3710612"/>
            <a:ext cx="632472" cy="10601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tângulo 8">
            <a:extLst>
              <a:ext uri="{FF2B5EF4-FFF2-40B4-BE49-F238E27FC236}">
                <a16:creationId xmlns:a16="http://schemas.microsoft.com/office/drawing/2014/main" id="{E66A27F0-D1C4-4EBB-8197-D0A0E65D9777}"/>
              </a:ext>
            </a:extLst>
          </p:cNvPr>
          <p:cNvSpPr/>
          <p:nvPr/>
        </p:nvSpPr>
        <p:spPr>
          <a:xfrm>
            <a:off x="941927" y="6117607"/>
            <a:ext cx="612045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hlinkClick r:id="rId3"/>
              </a:rPr>
              <a:t>https://www.reidosanimais.com.br/frontline-plus-cao-p-1-10kg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28058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BC5D087E-FCE9-47C9-8B20-F8F98F083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537" y="634654"/>
            <a:ext cx="11210925" cy="4581525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FC92AFD3-EAFD-46A8-A673-F67676A63BFB}"/>
              </a:ext>
            </a:extLst>
          </p:cNvPr>
          <p:cNvSpPr/>
          <p:nvPr/>
        </p:nvSpPr>
        <p:spPr>
          <a:xfrm>
            <a:off x="642654" y="6038680"/>
            <a:ext cx="49432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hlinkClick r:id="rId3"/>
              </a:rPr>
              <a:t>https://www.reidosanimais.com.br/checkout/cart/</a:t>
            </a:r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F2456C80-F220-4958-BCFF-403D23749F3A}"/>
              </a:ext>
            </a:extLst>
          </p:cNvPr>
          <p:cNvSpPr/>
          <p:nvPr/>
        </p:nvSpPr>
        <p:spPr>
          <a:xfrm>
            <a:off x="8459219" y="6038679"/>
            <a:ext cx="2712364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943274D9-53C3-4A73-963D-4A5F3E70DB39}"/>
              </a:ext>
            </a:extLst>
          </p:cNvPr>
          <p:cNvCxnSpPr>
            <a:cxnSpLocks/>
          </p:cNvCxnSpPr>
          <p:nvPr/>
        </p:nvCxnSpPr>
        <p:spPr>
          <a:xfrm flipV="1">
            <a:off x="10310192" y="5320756"/>
            <a:ext cx="526454" cy="6133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42232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F60529AA-5E84-40F2-8539-8865E3261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565" y="573101"/>
            <a:ext cx="9872870" cy="5550780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903CB80A-2D1D-41F1-B9C4-E7551EAEB804}"/>
              </a:ext>
            </a:extLst>
          </p:cNvPr>
          <p:cNvSpPr/>
          <p:nvPr/>
        </p:nvSpPr>
        <p:spPr>
          <a:xfrm>
            <a:off x="7279776" y="6176169"/>
            <a:ext cx="2712364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</a:p>
        </p:txBody>
      </p: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4B541ACB-2E78-42D4-975E-FFA81D383CB6}"/>
              </a:ext>
            </a:extLst>
          </p:cNvPr>
          <p:cNvCxnSpPr>
            <a:cxnSpLocks/>
          </p:cNvCxnSpPr>
          <p:nvPr/>
        </p:nvCxnSpPr>
        <p:spPr>
          <a:xfrm flipV="1">
            <a:off x="9130749" y="5458246"/>
            <a:ext cx="526454" cy="6133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tângulo 4">
            <a:extLst>
              <a:ext uri="{FF2B5EF4-FFF2-40B4-BE49-F238E27FC236}">
                <a16:creationId xmlns:a16="http://schemas.microsoft.com/office/drawing/2014/main" id="{BD3198E1-9647-4A01-9B8B-B6142E463867}"/>
              </a:ext>
            </a:extLst>
          </p:cNvPr>
          <p:cNvSpPr/>
          <p:nvPr/>
        </p:nvSpPr>
        <p:spPr>
          <a:xfrm>
            <a:off x="1159565" y="127832"/>
            <a:ext cx="539384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hlinkClick r:id="rId3"/>
              </a:rPr>
              <a:t>https://www.reidosanimais.com.br/checkout/onepage/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675295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3C33C6B2-77AF-4AA3-AC25-CDF0D44F9A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687" y="492896"/>
            <a:ext cx="9409043" cy="5290004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0774B59C-652B-49BF-9ED0-DC890CB0A301}"/>
              </a:ext>
            </a:extLst>
          </p:cNvPr>
          <p:cNvSpPr/>
          <p:nvPr/>
        </p:nvSpPr>
        <p:spPr>
          <a:xfrm>
            <a:off x="6736436" y="5995771"/>
            <a:ext cx="2712364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</a:p>
        </p:txBody>
      </p: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FB31FB22-B487-4B8A-A767-1032468E8B15}"/>
              </a:ext>
            </a:extLst>
          </p:cNvPr>
          <p:cNvCxnSpPr>
            <a:cxnSpLocks/>
          </p:cNvCxnSpPr>
          <p:nvPr/>
        </p:nvCxnSpPr>
        <p:spPr>
          <a:xfrm flipV="1">
            <a:off x="8587409" y="5277848"/>
            <a:ext cx="526454" cy="6133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tângulo 4">
            <a:extLst>
              <a:ext uri="{FF2B5EF4-FFF2-40B4-BE49-F238E27FC236}">
                <a16:creationId xmlns:a16="http://schemas.microsoft.com/office/drawing/2014/main" id="{EB274E19-2BD0-457D-AF6F-09F392355B04}"/>
              </a:ext>
            </a:extLst>
          </p:cNvPr>
          <p:cNvSpPr/>
          <p:nvPr/>
        </p:nvSpPr>
        <p:spPr>
          <a:xfrm>
            <a:off x="642654" y="6038680"/>
            <a:ext cx="539384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hlinkClick r:id="rId3"/>
              </a:rPr>
              <a:t>https://www.reidosanimais.com.br/checkout/onepage/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29448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62121EAB-285F-4499-9117-6B34656FD9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562" y="633412"/>
            <a:ext cx="10810875" cy="5591175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8609818C-52B9-40BE-93C2-C3867B1EF475}"/>
              </a:ext>
            </a:extLst>
          </p:cNvPr>
          <p:cNvSpPr/>
          <p:nvPr/>
        </p:nvSpPr>
        <p:spPr>
          <a:xfrm>
            <a:off x="7332784" y="6340328"/>
            <a:ext cx="2712364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</a:p>
        </p:txBody>
      </p: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C152E5A5-5573-4767-B3F4-D09529CD3EFF}"/>
              </a:ext>
            </a:extLst>
          </p:cNvPr>
          <p:cNvCxnSpPr>
            <a:cxnSpLocks/>
          </p:cNvCxnSpPr>
          <p:nvPr/>
        </p:nvCxnSpPr>
        <p:spPr>
          <a:xfrm flipV="1">
            <a:off x="9183757" y="5622405"/>
            <a:ext cx="526454" cy="6133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tângulo 4">
            <a:extLst>
              <a:ext uri="{FF2B5EF4-FFF2-40B4-BE49-F238E27FC236}">
                <a16:creationId xmlns:a16="http://schemas.microsoft.com/office/drawing/2014/main" id="{AA26A58D-8E59-4FD7-9804-32B948789213}"/>
              </a:ext>
            </a:extLst>
          </p:cNvPr>
          <p:cNvSpPr/>
          <p:nvPr/>
        </p:nvSpPr>
        <p:spPr>
          <a:xfrm>
            <a:off x="854657" y="148339"/>
            <a:ext cx="539384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hlinkClick r:id="rId3"/>
              </a:rPr>
              <a:t>https://www.reidosanimais.com.br/checkout/onepage/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462283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7657EF1E-211C-4491-9D57-E3D1263A3D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7" y="719137"/>
            <a:ext cx="11325225" cy="5419725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59517C49-748C-4921-8A37-B99A3FAEB648}"/>
              </a:ext>
            </a:extLst>
          </p:cNvPr>
          <p:cNvSpPr/>
          <p:nvPr/>
        </p:nvSpPr>
        <p:spPr>
          <a:xfrm>
            <a:off x="854657" y="148339"/>
            <a:ext cx="539384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hlinkClick r:id="rId3"/>
              </a:rPr>
              <a:t>https://www.reidosanimais.com.br/checkout/onepage/</a:t>
            </a:r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8F329ABC-1B2F-4F43-A993-F505D88D8D00}"/>
              </a:ext>
            </a:extLst>
          </p:cNvPr>
          <p:cNvSpPr/>
          <p:nvPr/>
        </p:nvSpPr>
        <p:spPr>
          <a:xfrm>
            <a:off x="6095999" y="6365445"/>
            <a:ext cx="2712364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6E12B469-CE1E-446C-AC55-4E3A5E5C5916}"/>
              </a:ext>
            </a:extLst>
          </p:cNvPr>
          <p:cNvCxnSpPr>
            <a:cxnSpLocks/>
          </p:cNvCxnSpPr>
          <p:nvPr/>
        </p:nvCxnSpPr>
        <p:spPr>
          <a:xfrm flipV="1">
            <a:off x="8960870" y="6121432"/>
            <a:ext cx="526454" cy="6133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97733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F7ED0441-3945-4289-9359-5C1C41CF73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437" y="328406"/>
            <a:ext cx="11287125" cy="4743450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453204ED-8B65-4A93-8C4B-D84476DB932D}"/>
              </a:ext>
            </a:extLst>
          </p:cNvPr>
          <p:cNvSpPr/>
          <p:nvPr/>
        </p:nvSpPr>
        <p:spPr>
          <a:xfrm>
            <a:off x="5552659" y="5780622"/>
            <a:ext cx="2712364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compra finalizada</a:t>
            </a:r>
          </a:p>
        </p:txBody>
      </p: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34D926EC-95FF-4E26-A1F6-2C8DD2D118EA}"/>
              </a:ext>
            </a:extLst>
          </p:cNvPr>
          <p:cNvCxnSpPr>
            <a:cxnSpLocks/>
          </p:cNvCxnSpPr>
          <p:nvPr/>
        </p:nvCxnSpPr>
        <p:spPr>
          <a:xfrm flipV="1">
            <a:off x="8444035" y="5167276"/>
            <a:ext cx="526454" cy="6133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67638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149</Words>
  <Application>Microsoft Office PowerPoint</Application>
  <PresentationFormat>Widescreen</PresentationFormat>
  <Paragraphs>17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Vinicius Nicolau Stoian Pereira - Almap BBDO</dc:creator>
  <cp:lastModifiedBy>C�sar Augusto Lima do Nascimento (Almap BBDO)</cp:lastModifiedBy>
  <cp:revision>4</cp:revision>
  <dcterms:created xsi:type="dcterms:W3CDTF">2020-06-10T19:41:46Z</dcterms:created>
  <dcterms:modified xsi:type="dcterms:W3CDTF">2020-06-12T21:24:13Z</dcterms:modified>
</cp:coreProperties>
</file>