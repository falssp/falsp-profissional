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E50B91-806E-46CF-9526-F102BC509A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2D27D1-158F-4424-8B9A-0AD55FB48B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A54A07-4838-456E-A08C-7D41C0D43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A832-F7EC-4AA7-9A29-63EF198CC589}" type="datetimeFigureOut">
              <a:rPr lang="pt-BR" smtClean="0"/>
              <a:t>12/06/2020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DCA10B-CB1D-4E24-8389-461D2359B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BF5B1D-DA3F-4D0D-86FC-6FF09970E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DCB7-FF28-4DF8-8691-C269125CE7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0436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E9FC8C-A98A-4BF1-87F2-BF6C549CF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46EA83-E86B-43F4-9449-1A6CEE56D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77D79C-C936-4691-89AE-9430AE611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A832-F7EC-4AA7-9A29-63EF198CC589}" type="datetimeFigureOut">
              <a:rPr lang="pt-BR" smtClean="0"/>
              <a:t>12/06/2020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AE7C73-FB59-44C0-8FA3-2AFE1FE62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1A5513-2382-4838-B450-9F347267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DCB7-FF28-4DF8-8691-C269125CE7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1280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412E77-11B7-406C-8878-5F72870F0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781264-0900-447E-BDD9-1E19A28EDB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EF7762-2F91-4A1F-BBDE-4AE9B3A94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A832-F7EC-4AA7-9A29-63EF198CC589}" type="datetimeFigureOut">
              <a:rPr lang="pt-BR" smtClean="0"/>
              <a:t>12/06/2020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D20B50-9B3F-4953-8CA0-8EEC5A1AE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A98F8B-DBFC-4E58-9678-FDB5B3945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DCB7-FF28-4DF8-8691-C269125CE7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874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C98A29-4963-4F71-BE9E-35A9D32AA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BEC5463-5324-4E42-BE13-641BD644B4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F6A579F-4878-4AAE-B337-2175403F1E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1E83FB0-9605-48CA-8821-F8F84BD0B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A832-F7EC-4AA7-9A29-63EF198CC589}" type="datetimeFigureOut">
              <a:rPr lang="pt-BR" smtClean="0"/>
              <a:t>12/06/2020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8359294-2EF7-4578-A41B-F35C68046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22B0049-1E79-4A93-B0E7-2DE062EF1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DCB7-FF28-4DF8-8691-C269125CE7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8995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AD32C0-4D15-426A-8055-42FC589AE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FE4862D-15E4-48EF-A12C-31DD15F2A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C23830C-F5C9-410E-8201-F23AF37B55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73F4483-218B-452A-A910-778149463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306C51B-ECD3-400D-A19A-2432B5A402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860365C-CF7B-4B83-A329-2BB781FE2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A832-F7EC-4AA7-9A29-63EF198CC589}" type="datetimeFigureOut">
              <a:rPr lang="pt-BR" smtClean="0"/>
              <a:t>12/06/2020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3C5394-92A1-45A6-B000-9C388B6D4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5BBF409-7F91-40B2-A02D-1BFE4A276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DCB7-FF28-4DF8-8691-C269125CE7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566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8AABEF-FDBE-4736-96B2-9990913F0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291F891-A336-422D-8F9C-6AE995E7A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A832-F7EC-4AA7-9A29-63EF198CC589}" type="datetimeFigureOut">
              <a:rPr lang="pt-BR" smtClean="0"/>
              <a:t>12/06/2020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C6C0318-5961-4B4E-9DF4-27AA04754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F89B6BD-CFAF-4B1E-A02A-0B50A80CE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DCB7-FF28-4DF8-8691-C269125CE7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4723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2860DD9-A1BC-4449-A0B3-0641CEF67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A832-F7EC-4AA7-9A29-63EF198CC589}" type="datetimeFigureOut">
              <a:rPr lang="pt-BR" smtClean="0"/>
              <a:t>12/06/2020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123BEF4-31FA-4A4E-803A-7F52DCE41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B7B36F1-95E7-4DC1-9F96-83E1564D8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DCB7-FF28-4DF8-8691-C269125CE7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573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3D97D4-2CCA-4707-A71A-385E070ED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10CF92-6076-49B0-9B04-E0EE4B82C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2797746-56BA-4E05-A7A5-D465E8366B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2ACDB27-9167-49FE-9CEA-9A10AE2FE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A832-F7EC-4AA7-9A29-63EF198CC589}" type="datetimeFigureOut">
              <a:rPr lang="pt-BR" smtClean="0"/>
              <a:t>12/06/2020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6EAF6D0-6552-4EA8-A586-23C393992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31D5143-340D-47E3-AA39-936492AE8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DCB7-FF28-4DF8-8691-C269125CE7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6615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FEFD32-CC4F-4B49-A5BD-F14B95F18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01819A1-7C51-4D8F-99EF-8DC0F77752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6F21B1A-8CB5-4AC7-8FFC-D67B43C68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B508AFA-0D6A-4713-81DF-CDFB4271B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A832-F7EC-4AA7-9A29-63EF198CC589}" type="datetimeFigureOut">
              <a:rPr lang="pt-BR" smtClean="0"/>
              <a:t>12/06/2020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3D68B1A-E6B3-4127-8917-A566FACE3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C6B0B6E-65FC-41DE-A207-375B37E31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DCB7-FF28-4DF8-8691-C269125CE7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7933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9B9CE3-0FFD-4DAE-9E10-E1CFDE5A5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D5B67ED-9EBA-47CC-86AF-816AFA50AE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571506-9A52-4160-9026-120D8EA56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A832-F7EC-4AA7-9A29-63EF198CC589}" type="datetimeFigureOut">
              <a:rPr lang="pt-BR" smtClean="0"/>
              <a:t>12/06/2020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3207EC-9C60-4F1A-85F2-E4623330A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D58B4C-7EF5-44D4-AAD5-57D02E37B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DCB7-FF28-4DF8-8691-C269125CE7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218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F34EC4B-2B06-456E-9905-B525E4E7D7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AF1D6C7-AB65-45A8-803F-C4375E2F1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8179B7-7F95-4165-9F7E-0EDFD6EAE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A832-F7EC-4AA7-9A29-63EF198CC589}" type="datetimeFigureOut">
              <a:rPr lang="pt-BR" smtClean="0"/>
              <a:t>12/06/2020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90B9C6-2195-4CED-936D-99C289D33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BCB750-9F9E-4AB5-928C-64845A805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DCB7-FF28-4DF8-8691-C269125CE7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849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8E90330-EFA2-426C-8D1B-1FDDEEE7D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357BDA-6270-44B2-8FB6-0D76FE8AEB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150A46-9B9D-4BA6-B98C-6AB7ABBC52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5DA832-F7EC-4AA7-9A29-63EF198CC589}" type="datetimeFigureOut">
              <a:rPr lang="pt-BR" smtClean="0"/>
              <a:t>12/06/2020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4180514-BB26-4C23-882F-9747B1130D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6537B2-1D22-4253-8AB5-870A7FA223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DDCB7-FF28-4DF8-8691-C269125CE7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7396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tshopmm.com.br/busca?q=frontlin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tshopmm.com.br/busca?q=frontlin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tshopmm.com.br/farmacia-veterinaria/antipulgas-e-carrapatos-para-caes/frontline-plus-p-antipulgas-e-carrapatos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tshopmm.com.br/carrinho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tshopmm.com.br/carrinho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tshopmm.com.br/carrinho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tshopmm.com.br/carrinho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4C5F0081-32C7-4B9A-8F1D-B8A34FE22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165" y="709491"/>
            <a:ext cx="9674087" cy="5439018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53D01CAF-C6B8-4817-AA8B-14B653954EFC}"/>
              </a:ext>
            </a:extLst>
          </p:cNvPr>
          <p:cNvSpPr/>
          <p:nvPr/>
        </p:nvSpPr>
        <p:spPr>
          <a:xfrm>
            <a:off x="9574696" y="2411896"/>
            <a:ext cx="2339008" cy="879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EVENTO PAGE VIEW - </a:t>
            </a:r>
            <a:r>
              <a:rPr lang="pt-BR" dirty="0" err="1"/>
              <a:t>Pixel_Pageview_lojapetshopmm</a:t>
            </a:r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0A9F2C3-8273-44AA-B584-023E1FE32525}"/>
              </a:ext>
            </a:extLst>
          </p:cNvPr>
          <p:cNvSpPr/>
          <p:nvPr/>
        </p:nvSpPr>
        <p:spPr>
          <a:xfrm>
            <a:off x="797251" y="215437"/>
            <a:ext cx="50867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hlinkClick r:id="rId3"/>
              </a:rPr>
              <a:t>https://www.petshopmm.com.br/busca?q=frontline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7378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4C5F0081-32C7-4B9A-8F1D-B8A34FE22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147" y="571517"/>
            <a:ext cx="9674087" cy="5439018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53D01CAF-C6B8-4817-AA8B-14B653954EFC}"/>
              </a:ext>
            </a:extLst>
          </p:cNvPr>
          <p:cNvSpPr/>
          <p:nvPr/>
        </p:nvSpPr>
        <p:spPr>
          <a:xfrm>
            <a:off x="3366052" y="6261652"/>
            <a:ext cx="2213113" cy="5963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EVENTO ADC AO CARRINHO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0A9F2C3-8273-44AA-B584-023E1FE32525}"/>
              </a:ext>
            </a:extLst>
          </p:cNvPr>
          <p:cNvSpPr/>
          <p:nvPr/>
        </p:nvSpPr>
        <p:spPr>
          <a:xfrm>
            <a:off x="1009286" y="202185"/>
            <a:ext cx="50867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hlinkClick r:id="rId3"/>
              </a:rPr>
              <a:t>https://www.petshopmm.com.br/busca?q=frontline</a:t>
            </a:r>
            <a:endParaRPr lang="pt-BR" dirty="0"/>
          </a:p>
        </p:txBody>
      </p: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BFC8516C-25A1-48D6-ABBF-7D32472EF89B}"/>
              </a:ext>
            </a:extLst>
          </p:cNvPr>
          <p:cNvCxnSpPr/>
          <p:nvPr/>
        </p:nvCxnSpPr>
        <p:spPr>
          <a:xfrm flipH="1" flipV="1">
            <a:off x="3366052" y="5738191"/>
            <a:ext cx="1192696" cy="821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9047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45A6F601-F4D8-4A8A-9936-10EE6C497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043" y="476676"/>
            <a:ext cx="7646504" cy="4299059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74FBFAB-0F63-4BCB-A278-895F59784CC7}"/>
              </a:ext>
            </a:extLst>
          </p:cNvPr>
          <p:cNvSpPr/>
          <p:nvPr/>
        </p:nvSpPr>
        <p:spPr>
          <a:xfrm>
            <a:off x="7540487" y="5466521"/>
            <a:ext cx="2650435" cy="12788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EVENTO FINALIZAR COMPRA ( TODOS PRODUTOS FRONTLINE DO SITE)</a:t>
            </a:r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ACC50575-8653-421E-B2E1-AAB281366B0E}"/>
              </a:ext>
            </a:extLst>
          </p:cNvPr>
          <p:cNvCxnSpPr>
            <a:cxnSpLocks/>
          </p:cNvCxnSpPr>
          <p:nvPr/>
        </p:nvCxnSpPr>
        <p:spPr>
          <a:xfrm flipH="1" flipV="1">
            <a:off x="7911547" y="3920969"/>
            <a:ext cx="622853" cy="17095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tângulo 5">
            <a:extLst>
              <a:ext uri="{FF2B5EF4-FFF2-40B4-BE49-F238E27FC236}">
                <a16:creationId xmlns:a16="http://schemas.microsoft.com/office/drawing/2014/main" id="{2756E419-E616-4BAC-9776-B4CE7F7BD908}"/>
              </a:ext>
            </a:extLst>
          </p:cNvPr>
          <p:cNvSpPr/>
          <p:nvPr/>
        </p:nvSpPr>
        <p:spPr>
          <a:xfrm>
            <a:off x="1232454" y="5182609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>
                <a:hlinkClick r:id="rId3"/>
              </a:rPr>
              <a:t>https://www.petshopmm.com.br/farmacia-veterinaria/antipulgas-e-carrapatos-para-caes/frontline-plus-p-antipulgas-e-carrapatos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32100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3A86343-53F5-4DA1-8BDD-AEF12CA3E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713" y="345123"/>
            <a:ext cx="8163339" cy="4589637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B1230A89-E2E3-4746-BA60-21E675F5A5B0}"/>
              </a:ext>
            </a:extLst>
          </p:cNvPr>
          <p:cNvSpPr/>
          <p:nvPr/>
        </p:nvSpPr>
        <p:spPr>
          <a:xfrm>
            <a:off x="7540487" y="5466521"/>
            <a:ext cx="2650435" cy="12788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EVENTO FINALIZAR COMPRA ( TODOS PRODUTOS FRONTLINE DO SITE)</a:t>
            </a:r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395110DE-BE7C-419E-B5A6-7F1C999E078C}"/>
              </a:ext>
            </a:extLst>
          </p:cNvPr>
          <p:cNvCxnSpPr>
            <a:cxnSpLocks/>
          </p:cNvCxnSpPr>
          <p:nvPr/>
        </p:nvCxnSpPr>
        <p:spPr>
          <a:xfrm flipH="1" flipV="1">
            <a:off x="7911547" y="3920969"/>
            <a:ext cx="622853" cy="17095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tângulo 4">
            <a:extLst>
              <a:ext uri="{FF2B5EF4-FFF2-40B4-BE49-F238E27FC236}">
                <a16:creationId xmlns:a16="http://schemas.microsoft.com/office/drawing/2014/main" id="{54988E1F-904E-4410-ADE0-6452DF9FFF56}"/>
              </a:ext>
            </a:extLst>
          </p:cNvPr>
          <p:cNvSpPr/>
          <p:nvPr/>
        </p:nvSpPr>
        <p:spPr>
          <a:xfrm>
            <a:off x="1205713" y="5466521"/>
            <a:ext cx="41746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hlinkClick r:id="rId3"/>
              </a:rPr>
              <a:t>https://www.petshopmm.com.br/carrinho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45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F3D8F3A-9E74-45A5-BDA7-955E2022C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461" y="490219"/>
            <a:ext cx="8706678" cy="4895116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8F792F3E-A847-49D9-9A86-10C42A5C53D1}"/>
              </a:ext>
            </a:extLst>
          </p:cNvPr>
          <p:cNvSpPr/>
          <p:nvPr/>
        </p:nvSpPr>
        <p:spPr>
          <a:xfrm>
            <a:off x="7023652" y="4525616"/>
            <a:ext cx="2650435" cy="12788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EVENTO FINALIZAR COMPRA ( TODOS PRODUTOS FRONTLINE DO SITE)</a:t>
            </a:r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6254412F-F3B7-4053-A5FF-F08C2BFD1D42}"/>
              </a:ext>
            </a:extLst>
          </p:cNvPr>
          <p:cNvCxnSpPr>
            <a:cxnSpLocks/>
          </p:cNvCxnSpPr>
          <p:nvPr/>
        </p:nvCxnSpPr>
        <p:spPr>
          <a:xfrm flipH="1" flipV="1">
            <a:off x="7394712" y="2980064"/>
            <a:ext cx="622853" cy="17095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tângulo 4">
            <a:extLst>
              <a:ext uri="{FF2B5EF4-FFF2-40B4-BE49-F238E27FC236}">
                <a16:creationId xmlns:a16="http://schemas.microsoft.com/office/drawing/2014/main" id="{23812986-321B-46BD-8B03-AF01D7A201F4}"/>
              </a:ext>
            </a:extLst>
          </p:cNvPr>
          <p:cNvSpPr/>
          <p:nvPr/>
        </p:nvSpPr>
        <p:spPr>
          <a:xfrm>
            <a:off x="867900" y="5619786"/>
            <a:ext cx="41746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hlinkClick r:id="rId3"/>
              </a:rPr>
              <a:t>https://www.petshopmm.com.br/carrinho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40765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FCD3BD7-1E2B-464C-98C5-05AA54901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704" y="146457"/>
            <a:ext cx="9448800" cy="5312356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6BC28904-80FB-4C04-A0B3-26C01FF2024C}"/>
              </a:ext>
            </a:extLst>
          </p:cNvPr>
          <p:cNvSpPr/>
          <p:nvPr/>
        </p:nvSpPr>
        <p:spPr>
          <a:xfrm>
            <a:off x="7235686" y="5796150"/>
            <a:ext cx="3578088" cy="9932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EVENTO FINALIZAR COMPRA ( TODOS PRODUTOS FRONTLINE DO SITE)</a:t>
            </a:r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EE9420D9-DF52-4093-96B2-13B134F5FA05}"/>
              </a:ext>
            </a:extLst>
          </p:cNvPr>
          <p:cNvCxnSpPr>
            <a:cxnSpLocks/>
          </p:cNvCxnSpPr>
          <p:nvPr/>
        </p:nvCxnSpPr>
        <p:spPr>
          <a:xfrm flipH="1" flipV="1">
            <a:off x="6824871" y="4896676"/>
            <a:ext cx="1749286" cy="8994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0718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D1924D8-F8F4-4092-845B-E32B09C40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372" y="789747"/>
            <a:ext cx="7581900" cy="432435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0FAFF01-866A-4174-9C1F-260F0CA45B5B}"/>
              </a:ext>
            </a:extLst>
          </p:cNvPr>
          <p:cNvSpPr/>
          <p:nvPr/>
        </p:nvSpPr>
        <p:spPr>
          <a:xfrm>
            <a:off x="7792277" y="4617481"/>
            <a:ext cx="3578088" cy="9932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EVENTO FINALIZAR COMPRA ( TODOS PRODUTOS FRONTLINE DO SITE)</a:t>
            </a:r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E783C024-A53E-4A31-86C9-33381D8E91CC}"/>
              </a:ext>
            </a:extLst>
          </p:cNvPr>
          <p:cNvCxnSpPr>
            <a:cxnSpLocks/>
          </p:cNvCxnSpPr>
          <p:nvPr/>
        </p:nvCxnSpPr>
        <p:spPr>
          <a:xfrm flipH="1" flipV="1">
            <a:off x="7381462" y="3718007"/>
            <a:ext cx="1749286" cy="8994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tângulo 4">
            <a:extLst>
              <a:ext uri="{FF2B5EF4-FFF2-40B4-BE49-F238E27FC236}">
                <a16:creationId xmlns:a16="http://schemas.microsoft.com/office/drawing/2014/main" id="{6D65A435-A1B6-48F4-B52B-FD9C1AA8B847}"/>
              </a:ext>
            </a:extLst>
          </p:cNvPr>
          <p:cNvSpPr/>
          <p:nvPr/>
        </p:nvSpPr>
        <p:spPr>
          <a:xfrm>
            <a:off x="1742544" y="5698921"/>
            <a:ext cx="41746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hlinkClick r:id="rId3"/>
              </a:rPr>
              <a:t>https://www.petshopmm.com.br/carrinho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11424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6761424-8E18-41BF-8E32-F08216E1B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839" y="1456704"/>
            <a:ext cx="8001000" cy="2619375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45BDB17B-0E26-4B8F-A066-30D238153A36}"/>
              </a:ext>
            </a:extLst>
          </p:cNvPr>
          <p:cNvSpPr/>
          <p:nvPr/>
        </p:nvSpPr>
        <p:spPr>
          <a:xfrm>
            <a:off x="1238961" y="832439"/>
            <a:ext cx="41746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hlinkClick r:id="rId3"/>
              </a:rPr>
              <a:t>https://www.petshopmm.com.br/carrinho</a:t>
            </a:r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153279C-3684-4B3F-8FDA-D595DEE1B591}"/>
              </a:ext>
            </a:extLst>
          </p:cNvPr>
          <p:cNvSpPr/>
          <p:nvPr/>
        </p:nvSpPr>
        <p:spPr>
          <a:xfrm>
            <a:off x="3856381" y="4076079"/>
            <a:ext cx="3578088" cy="9932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EVENTO FINALIZAR COMPRA ( TODOS PRODUTOS FRONTLINE DO SITE)</a:t>
            </a: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0354BFA6-4A0B-4AE1-B5B0-D19C5558805B}"/>
              </a:ext>
            </a:extLst>
          </p:cNvPr>
          <p:cNvCxnSpPr>
            <a:cxnSpLocks/>
          </p:cNvCxnSpPr>
          <p:nvPr/>
        </p:nvCxnSpPr>
        <p:spPr>
          <a:xfrm flipH="1" flipV="1">
            <a:off x="3445566" y="3176605"/>
            <a:ext cx="1749286" cy="8994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49881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162</Words>
  <Application>Microsoft Office PowerPoint</Application>
  <PresentationFormat>Widescreen</PresentationFormat>
  <Paragraphs>15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Vinicius Nicolau Stoian Pereira - Almap BBDO</dc:creator>
  <cp:lastModifiedBy>C�sar Augusto Lima do Nascimento (Almap BBDO)</cp:lastModifiedBy>
  <cp:revision>3</cp:revision>
  <dcterms:created xsi:type="dcterms:W3CDTF">2020-06-10T20:34:43Z</dcterms:created>
  <dcterms:modified xsi:type="dcterms:W3CDTF">2020-06-12T21:12:17Z</dcterms:modified>
</cp:coreProperties>
</file>