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A22E8-63D8-4330-B9E3-6C3FD9594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DBA4FB-EE90-4915-8201-96064B879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2DBDD-2000-46E5-89B9-47AC1773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63E2DE-F6D3-40B2-8B12-A53F3D18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183F9-980F-4BC3-AB0E-D9BC0408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EC75-0536-49B9-ABD1-16A6B5ED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201D-5A32-4144-8BD4-06C5B3441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E1540-FCB4-4764-94ED-78D7CF85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FAB753-41A8-4D58-B0EB-2CA4E6C6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CE6F7-105E-482F-987D-D25480CF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30F0F-6010-4817-8ED9-5534BF47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549B8C-34BB-4294-B0E8-3AA9E930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F068D3-7684-49A3-994E-264DAA09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5A6B0E-94CC-4135-8A9A-5C670AD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0013C8-9FED-47B8-B733-FA052408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3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B67FF-8D44-4C0F-9650-C00C11FF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F054E-2EC8-4298-8221-9AA8B833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9EEA8-723A-4255-BD9F-D5F68FE0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932A83-2737-468C-9013-A415838B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B1A394-5AAE-4042-8DEC-04D65B5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447978-D3DC-4CC1-89D4-422A47C0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9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B3442-F8AA-486D-A72B-BEA29C99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414548-FDCF-4AA7-A1FB-1A017EB0F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C20921-1B3D-4C84-AB2B-AF46CA737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773C72-80F9-49A9-896A-6EE58ABA7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E62C95-A0E6-4119-A9C1-71B735D74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9DE6DF-9BBF-4CF7-A9B4-928DB893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E864A3-1288-4B90-A2B8-24AEE5C2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5A90-89CE-4AC3-B2C5-AD5AD060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E06B9-8EAF-4D8D-AE73-90E51C93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301FD5-B551-4B51-B804-A79A329F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832A86-619A-442E-9AD9-430F1C271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FC43A-3662-48CA-94CA-2E42225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0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15E350-9A93-451C-BD54-A40F24B8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88DAA9-9DC4-4A2C-B5FE-0FD09B13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A92877-27EC-4F77-BB68-688A8C1C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C9F8-3C3C-46B8-97EA-C95BFE1B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05E35-143A-4907-9C99-0EC151F57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EBC88-67A2-4534-B836-FD3107AF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0082B7-8529-4F0E-80C9-EBDD0C7C6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586C88-1D94-43A4-998A-249F8E39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051CA-2232-4226-8BB1-DC70A314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F240D-56DC-4B94-93F3-89776AF1E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B4989D-0FBA-40DF-8CC5-C7ADD79DF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FAEA20-A278-40E9-AD31-2A15DBFE0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3AC4C1-BDAF-4703-B48E-4B168B19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CE0161-3917-4683-AD3B-1B92C23D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D16DD2-7CC6-487B-A082-2CFF120A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4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5C6C-22BB-4B3A-BBBA-8813D8E3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0A84D4-274A-4A36-AEA4-14D8E5B4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FF8D9-EEF1-4F4A-AB3D-CAFB0F73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44BC3-7052-43B9-952F-2B912CE7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7B12C-3965-4D75-91DC-6068D9A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9E6FC9-F04F-4703-BCC6-834C94E2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16EBD5-F43E-4B5A-9125-CAD2FDC35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AB52F4-B1FD-4BE6-A933-02945C73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DE862-1533-4B12-9405-1D3D6370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C3490D-B418-4CA2-91F6-C326554D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8630E5-568D-4741-B09B-F733FF7D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A9928-E92E-464D-8558-86F19EE15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8E353-A034-46DE-93F9-B4ECC2A36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499F4-4120-4B85-879B-FDA1A9BA8A52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F4BAB-BC9C-4D43-8420-79EB6E82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39D2E-BD18-4484-B879-C61E3D1B6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286DB-ED21-40BC-92BD-DD8E30B137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1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trato.pet/collections/frontline?sort_by=title-ascend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trato.pet/collections/frontline?sort_by=title-ascend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trato.pet/collections/frontline/products/antipulgas-frontline-top-spot-caes-ate-10k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trato.pet/8593047629/checkouts/1be37448f351605921dfd229664e1014?skip_shopify_pay=true&amp;locale=pt-B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trato.pet/8593047629/checkouts/1be37448f351605921dfd229664e1014?previous_step=shipping_method&amp;step=payment_metho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trato.pet/8593047629/checkouts/1be37448f351605921dfd229664e1014?previous_step=shipping_method&amp;step=payment_method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9DA3A4-05FF-408E-918A-18E9E43C2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537"/>
            <a:ext cx="12192000" cy="594292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A361527-78B8-497F-9013-0B15BC265686}"/>
              </a:ext>
            </a:extLst>
          </p:cNvPr>
          <p:cNvSpPr/>
          <p:nvPr/>
        </p:nvSpPr>
        <p:spPr>
          <a:xfrm>
            <a:off x="132522" y="167164"/>
            <a:ext cx="6586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https://supertrato.pet/collections/frontline?sort_by=title-ascending</a:t>
            </a:r>
            <a:endParaRPr lang="en-US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1A5BBE3-E7F1-46B7-9669-F457739043F1}"/>
              </a:ext>
            </a:extLst>
          </p:cNvPr>
          <p:cNvSpPr/>
          <p:nvPr/>
        </p:nvSpPr>
        <p:spPr>
          <a:xfrm>
            <a:off x="8958468" y="198565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</a:t>
            </a:r>
            <a:r>
              <a:rPr lang="pt-BR" dirty="0" err="1"/>
              <a:t>page</a:t>
            </a:r>
            <a:r>
              <a:rPr lang="pt-BR" dirty="0"/>
              <a:t> </a:t>
            </a:r>
            <a:r>
              <a:rPr lang="pt-BR" dirty="0" err="1"/>
              <a:t>view</a:t>
            </a:r>
            <a:r>
              <a:rPr lang="pt-BR" dirty="0"/>
              <a:t> - </a:t>
            </a:r>
            <a:r>
              <a:rPr lang="pt-BR" dirty="0" err="1"/>
              <a:t>Pixel_pageview_Super</a:t>
            </a:r>
            <a:r>
              <a:rPr lang="pt-BR" dirty="0"/>
              <a:t> Trato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2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m 63">
            <a:extLst>
              <a:ext uri="{FF2B5EF4-FFF2-40B4-BE49-F238E27FC236}">
                <a16:creationId xmlns:a16="http://schemas.microsoft.com/office/drawing/2014/main" id="{58A3236A-CB93-48C1-8F5E-4A2424533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130" y="1023937"/>
            <a:ext cx="9039225" cy="4810125"/>
          </a:xfrm>
          <a:prstGeom prst="rect">
            <a:avLst/>
          </a:prstGeom>
        </p:spPr>
      </p:pic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BDE3BEF1-37BD-4599-9ABC-AFAD68E97A90}"/>
              </a:ext>
            </a:extLst>
          </p:cNvPr>
          <p:cNvCxnSpPr>
            <a:cxnSpLocks/>
          </p:cNvCxnSpPr>
          <p:nvPr/>
        </p:nvCxnSpPr>
        <p:spPr>
          <a:xfrm flipV="1">
            <a:off x="1844124" y="1762044"/>
            <a:ext cx="2518326" cy="552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51AD1AB-838A-49DD-9918-87B9B432795F}"/>
              </a:ext>
            </a:extLst>
          </p:cNvPr>
          <p:cNvSpPr/>
          <p:nvPr/>
        </p:nvSpPr>
        <p:spPr>
          <a:xfrm>
            <a:off x="318052" y="1961321"/>
            <a:ext cx="2835966" cy="1139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adicionar ao carrinho</a:t>
            </a:r>
          </a:p>
          <a:p>
            <a:pPr algn="ctr"/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 err="1"/>
              <a:t>todos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produtos</a:t>
            </a:r>
            <a:r>
              <a:rPr lang="en-US" b="1" dirty="0"/>
              <a:t> </a:t>
            </a:r>
            <a:r>
              <a:rPr lang="en-US" dirty="0"/>
              <a:t>frontline do site</a:t>
            </a:r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CAA1718-EAB3-4F19-96B2-D348F73EFB67}"/>
              </a:ext>
            </a:extLst>
          </p:cNvPr>
          <p:cNvSpPr/>
          <p:nvPr/>
        </p:nvSpPr>
        <p:spPr>
          <a:xfrm>
            <a:off x="681037" y="-55007"/>
            <a:ext cx="6652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https://supertrato.pet/collections/frontline?sort_by=title-ascending</a:t>
            </a:r>
            <a:endParaRPr lang="en-US" dirty="0"/>
          </a:p>
        </p:txBody>
      </p: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6A501283-31E8-43EA-B53D-BFC9FB3CB4D5}"/>
              </a:ext>
            </a:extLst>
          </p:cNvPr>
          <p:cNvCxnSpPr>
            <a:cxnSpLocks/>
          </p:cNvCxnSpPr>
          <p:nvPr/>
        </p:nvCxnSpPr>
        <p:spPr>
          <a:xfrm>
            <a:off x="2769704" y="2895909"/>
            <a:ext cx="1237628" cy="861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14916B90-79E5-4814-B154-86649B3F9AC6}"/>
              </a:ext>
            </a:extLst>
          </p:cNvPr>
          <p:cNvCxnSpPr>
            <a:cxnSpLocks/>
          </p:cNvCxnSpPr>
          <p:nvPr/>
        </p:nvCxnSpPr>
        <p:spPr>
          <a:xfrm flipV="1">
            <a:off x="2769704" y="2000585"/>
            <a:ext cx="3707296" cy="27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5377B3A1-FABB-4F44-8B1D-D22C89D51ED8}"/>
              </a:ext>
            </a:extLst>
          </p:cNvPr>
          <p:cNvCxnSpPr>
            <a:cxnSpLocks/>
          </p:cNvCxnSpPr>
          <p:nvPr/>
        </p:nvCxnSpPr>
        <p:spPr>
          <a:xfrm flipH="1">
            <a:off x="2414586" y="2895909"/>
            <a:ext cx="86139" cy="704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7DBE16F4-4F65-43B1-A2A5-E596ED3E8347}"/>
              </a:ext>
            </a:extLst>
          </p:cNvPr>
          <p:cNvCxnSpPr>
            <a:cxnSpLocks/>
          </p:cNvCxnSpPr>
          <p:nvPr/>
        </p:nvCxnSpPr>
        <p:spPr>
          <a:xfrm>
            <a:off x="1844124" y="2580862"/>
            <a:ext cx="656601" cy="216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915A2E82-3855-4857-B68E-2D7FCDFC0859}"/>
              </a:ext>
            </a:extLst>
          </p:cNvPr>
          <p:cNvCxnSpPr>
            <a:cxnSpLocks/>
          </p:cNvCxnSpPr>
          <p:nvPr/>
        </p:nvCxnSpPr>
        <p:spPr>
          <a:xfrm>
            <a:off x="2769704" y="2895909"/>
            <a:ext cx="2088046" cy="1780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4AB1BF4C-E6D6-4083-B480-6F444D90E30F}"/>
              </a:ext>
            </a:extLst>
          </p:cNvPr>
          <p:cNvCxnSpPr>
            <a:cxnSpLocks/>
          </p:cNvCxnSpPr>
          <p:nvPr/>
        </p:nvCxnSpPr>
        <p:spPr>
          <a:xfrm>
            <a:off x="2769704" y="2895909"/>
            <a:ext cx="4393096" cy="1852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785440D0-B3CA-46C7-AC79-EB7D0CD1C659}"/>
              </a:ext>
            </a:extLst>
          </p:cNvPr>
          <p:cNvCxnSpPr>
            <a:cxnSpLocks/>
          </p:cNvCxnSpPr>
          <p:nvPr/>
        </p:nvCxnSpPr>
        <p:spPr>
          <a:xfrm>
            <a:off x="2933700" y="2895909"/>
            <a:ext cx="5791200" cy="195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73164ADE-82F3-47FE-A03B-7E7559C5561E}"/>
              </a:ext>
            </a:extLst>
          </p:cNvPr>
          <p:cNvCxnSpPr>
            <a:cxnSpLocks/>
          </p:cNvCxnSpPr>
          <p:nvPr/>
        </p:nvCxnSpPr>
        <p:spPr>
          <a:xfrm>
            <a:off x="2933700" y="2580862"/>
            <a:ext cx="3295443" cy="1057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D38FB78F-4E6E-4A18-9B14-B639A662F1C3}"/>
              </a:ext>
            </a:extLst>
          </p:cNvPr>
          <p:cNvCxnSpPr>
            <a:cxnSpLocks/>
          </p:cNvCxnSpPr>
          <p:nvPr/>
        </p:nvCxnSpPr>
        <p:spPr>
          <a:xfrm>
            <a:off x="2166730" y="2733262"/>
            <a:ext cx="6456708" cy="94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833861C2-A7C0-4560-9D8D-32318B661F49}"/>
              </a:ext>
            </a:extLst>
          </p:cNvPr>
          <p:cNvCxnSpPr>
            <a:cxnSpLocks/>
          </p:cNvCxnSpPr>
          <p:nvPr/>
        </p:nvCxnSpPr>
        <p:spPr>
          <a:xfrm>
            <a:off x="2319130" y="2885662"/>
            <a:ext cx="6390447" cy="10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69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306F612-776E-4E42-80DE-A9CD2370C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9568"/>
            <a:ext cx="11001375" cy="46958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2990850" y="982699"/>
            <a:ext cx="4914900" cy="391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https://supertrato.pet/collections/frontline/products/antipulgas-frontline-top-spot-caes-ate-10kg</a:t>
            </a:r>
            <a:endParaRPr lang="en-US" dirty="0"/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376D519-2DD1-4579-80F8-04CDDEFF4D51}"/>
              </a:ext>
            </a:extLst>
          </p:cNvPr>
          <p:cNvCxnSpPr>
            <a:cxnSpLocks/>
          </p:cNvCxnSpPr>
          <p:nvPr/>
        </p:nvCxnSpPr>
        <p:spPr>
          <a:xfrm>
            <a:off x="3143250" y="1135099"/>
            <a:ext cx="2000250" cy="3760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68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2DAB2A52-C8E3-4E6C-B340-64F15A423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651019"/>
            <a:ext cx="6534150" cy="61436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3235569" y="1505243"/>
            <a:ext cx="3355731" cy="4370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https://supertrato.pet/8593047629/checkouts/1be37448f351605921dfd229664e1014?skip_shopify_pay=true&amp;locale=pt-BR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7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60428736-0881-4D73-885C-E547BC5C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982699"/>
            <a:ext cx="6324600" cy="56102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B6F4B4-14EC-493F-8873-42AD7CB5EE7C}"/>
              </a:ext>
            </a:extLst>
          </p:cNvPr>
          <p:cNvSpPr/>
          <p:nvPr/>
        </p:nvSpPr>
        <p:spPr>
          <a:xfrm>
            <a:off x="581464" y="982699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Finalizar compra</a:t>
            </a:r>
            <a:endParaRPr lang="en-US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92E59CD-5698-438C-AF74-30956E2CA176}"/>
              </a:ext>
            </a:extLst>
          </p:cNvPr>
          <p:cNvCxnSpPr>
            <a:cxnSpLocks/>
          </p:cNvCxnSpPr>
          <p:nvPr/>
        </p:nvCxnSpPr>
        <p:spPr>
          <a:xfrm>
            <a:off x="3235569" y="1505243"/>
            <a:ext cx="3241431" cy="3409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6405-B82D-4CAB-9316-AF486CB71097}"/>
              </a:ext>
            </a:extLst>
          </p:cNvPr>
          <p:cNvSpPr/>
          <p:nvPr/>
        </p:nvSpPr>
        <p:spPr>
          <a:xfrm>
            <a:off x="3922643" y="4688"/>
            <a:ext cx="701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https://supertrato.pet/8593047629/checkouts/1be37448f351605921dfd229664e1014?previous_step=shipping_method&amp;step=payment_method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3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F652A3F-5D2A-443B-AFF4-022E6D30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25" y="309562"/>
            <a:ext cx="6838950" cy="62388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1D90966-3D37-4090-BB26-F472AEF13E9D}"/>
              </a:ext>
            </a:extLst>
          </p:cNvPr>
          <p:cNvSpPr/>
          <p:nvPr/>
        </p:nvSpPr>
        <p:spPr>
          <a:xfrm>
            <a:off x="740490" y="5607707"/>
            <a:ext cx="2835966" cy="675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Evento compra realizada</a:t>
            </a:r>
            <a:endParaRPr lang="en-US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2A4383A-B6C4-43C3-BB76-05804200FF31}"/>
              </a:ext>
            </a:extLst>
          </p:cNvPr>
          <p:cNvCxnSpPr>
            <a:cxnSpLocks/>
          </p:cNvCxnSpPr>
          <p:nvPr/>
        </p:nvCxnSpPr>
        <p:spPr>
          <a:xfrm>
            <a:off x="3362178" y="6019801"/>
            <a:ext cx="3419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09C19AEA-54AB-4169-99BC-AF0578408A52}"/>
              </a:ext>
            </a:extLst>
          </p:cNvPr>
          <p:cNvSpPr/>
          <p:nvPr/>
        </p:nvSpPr>
        <p:spPr>
          <a:xfrm>
            <a:off x="324640" y="0"/>
            <a:ext cx="108234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hlinkClick r:id="rId3"/>
              </a:rPr>
              <a:t>https://supertrato.pet/8593047629/checkouts/1be37448f351605921dfd229664e1014?previous_step=shipping_method&amp;step=payment_method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05150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149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Andreina Tempera Clemente (Almap BBDO)</dc:creator>
  <cp:lastModifiedBy>Felipe Alves de Lima</cp:lastModifiedBy>
  <cp:revision>13</cp:revision>
  <dcterms:created xsi:type="dcterms:W3CDTF">2020-06-10T18:54:48Z</dcterms:created>
  <dcterms:modified xsi:type="dcterms:W3CDTF">2020-06-12T21:28:35Z</dcterms:modified>
</cp:coreProperties>
</file>