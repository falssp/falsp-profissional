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BA22E8-63D8-4330-B9E3-6C3FD9594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4DBA4FB-EE90-4915-8201-96064B879C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32DBDD-2000-46E5-89B9-47AC17738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6/10/2020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63E2DE-F6D3-40B2-8B12-A53F3D185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D183F9-980F-4BC3-AB0E-D9BC04085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964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B3EC75-0536-49B9-ABD1-16A6B5ED1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4A201D-5A32-4144-8BD4-06C5B3441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B6E1540-FCB4-4764-94ED-78D7CF855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6/10/2020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FAB753-41A8-4D58-B0EB-2CA4E6C65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4CE6F7-105E-482F-987D-D25480CF2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054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930F0F-6010-4817-8ED9-5534BF472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1549B8C-34BB-4294-B0E8-3AA9E93084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F068D3-7684-49A3-994E-264DAA094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6/10/2020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5A6B0E-94CC-4135-8A9A-5C670AD1C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0013C8-9FED-47B8-B733-FA0524087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439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B67FF-8D44-4C0F-9650-C00C11FF8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DF054E-2EC8-4298-8221-9AA8B83302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349EEA8-723A-4255-BD9F-D5F68FE02E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D932A83-2737-468C-9013-A415838B5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6/10/2020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3B1A394-5AAE-4042-8DEC-04D65B53A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447978-D3DC-4CC1-89D4-422A47C03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97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8B3442-F8AA-486D-A72B-BEA29C990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0414548-FDCF-4AA7-A1FB-1A017EB0F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CC20921-1B3D-4C84-AB2B-AF46CA737F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4773C72-80F9-49A9-896A-6EE58ABA7B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6E62C95-A0E6-4119-A9C1-71B735D740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99DE6DF-9BBF-4CF7-A9B4-928DB893F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6/10/2020</a:t>
            </a:fld>
            <a:endParaRPr 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1E864A3-1288-4B90-A2B8-24AEE5C28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87A5A90-89CE-4AC3-B2C5-AD5AD060F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187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3E06B9-8EAF-4D8D-AE73-90E51C93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1301FD5-B551-4B51-B804-A79A329F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6/10/2020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F832A86-619A-442E-9AD9-430F1C271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D9FC43A-3662-48CA-94CA-2E422251F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304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815E350-9A93-451C-BD54-A40F24B8B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6/10/2020</a:t>
            </a:fld>
            <a:endParaRPr lang="en-US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B88DAA9-9DC4-4A2C-B5FE-0FD09B139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6A92877-27EC-4F77-BB68-688A8C1CB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544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8EC9F8-3C3C-46B8-97EA-C95BFE1BF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B05E35-143A-4907-9C99-0EC151F57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F0EBC88-67A2-4534-B836-FD3107AFD6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0082B7-8529-4F0E-80C9-EBDD0C7C6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6/10/2020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6586C88-1D94-43A4-998A-249F8E393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6051CA-2232-4226-8BB1-DC70A314D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74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7F240D-56DC-4B94-93F3-89776AF1E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AB4989D-0FBA-40DF-8CC5-C7ADD79DF4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FAEA20-A278-40E9-AD31-2A15DBFE09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83AC4C1-BDAF-4703-B48E-4B168B191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6/10/2020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FCE0161-3917-4683-AD3B-1B92C23D1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5D16DD2-7CC6-487B-A082-2CFF120A2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442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235C6C-22BB-4B3A-BBBA-8813D8E3F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00A84D4-274A-4A36-AEA4-14D8E5B4D5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CFF8D9-EEF1-4F4A-AB3D-CAFB0F738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6/10/2020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C144BC3-7052-43B9-952F-2B912CE75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DF7B12C-3965-4D75-91DC-6068D9A51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117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F9E6FC9-F04F-4703-BCC6-834C94E248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416EBD5-F43E-4B5A-9125-CAD2FDC35D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AB52F4-B1FD-4BE6-A933-02945C737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6/10/2020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BCDE862-1533-4B12-9405-1D3D6370F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C3490D-B418-4CA2-91F6-C326554DC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745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98630E5-568D-4741-B09B-F733FF7D6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D9A9928-E92E-464D-8558-86F19EE15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78E353-A034-46DE-93F9-B4ECC2A365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3499F4-4120-4B85-879B-FDA1A9BA8A52}" type="datetimeFigureOut">
              <a:rPr lang="en-US" smtClean="0"/>
              <a:t>6/10/2020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8F4BAB-BC9C-4D43-8420-79EB6E82E6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239D2E-BD18-4484-B879-C61E3D1B6C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514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ogcatcompany.com.br/?s=frontline&amp;post_type=produc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gcatcompany.com.br/?s=frontline&amp;post_type=product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gcatcompany.com.br/?s=frontline&amp;post_type=product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gcatcompany.com.br/carrinho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gcatcompany.com.br/finalizar-compra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AA361527-78B8-497F-9013-0B15BC265686}"/>
              </a:ext>
            </a:extLst>
          </p:cNvPr>
          <p:cNvSpPr/>
          <p:nvPr/>
        </p:nvSpPr>
        <p:spPr>
          <a:xfrm>
            <a:off x="132522" y="167164"/>
            <a:ext cx="65863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hlinkClick r:id="rId2"/>
              </a:rPr>
              <a:t>https://dogcatcompany.com.br/?s=frontline&amp;post_type=product</a:t>
            </a:r>
            <a:endParaRPr lang="en-US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A1FB834-C037-4249-9955-BB58AB334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52" y="536496"/>
            <a:ext cx="10681252" cy="5151577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D1A5BBE3-E7F1-46B7-9669-F457739043F1}"/>
              </a:ext>
            </a:extLst>
          </p:cNvPr>
          <p:cNvSpPr/>
          <p:nvPr/>
        </p:nvSpPr>
        <p:spPr>
          <a:xfrm>
            <a:off x="8958468" y="198565"/>
            <a:ext cx="2835966" cy="6758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Evento </a:t>
            </a:r>
            <a:r>
              <a:rPr lang="pt-BR" dirty="0" err="1"/>
              <a:t>page</a:t>
            </a:r>
            <a:r>
              <a:rPr lang="pt-BR" dirty="0"/>
              <a:t> </a:t>
            </a:r>
            <a:r>
              <a:rPr lang="pt-BR" dirty="0" err="1"/>
              <a:t>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424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Imagem 44">
            <a:extLst>
              <a:ext uri="{FF2B5EF4-FFF2-40B4-BE49-F238E27FC236}">
                <a16:creationId xmlns:a16="http://schemas.microsoft.com/office/drawing/2014/main" id="{63ABE3EC-9EED-4F18-910E-0EB3258D3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182" y="963473"/>
            <a:ext cx="8782050" cy="5305425"/>
          </a:xfrm>
          <a:prstGeom prst="rect">
            <a:avLst/>
          </a:prstGeom>
        </p:spPr>
      </p:pic>
      <p:cxnSp>
        <p:nvCxnSpPr>
          <p:cNvPr id="46" name="Conector de Seta Reta 45">
            <a:extLst>
              <a:ext uri="{FF2B5EF4-FFF2-40B4-BE49-F238E27FC236}">
                <a16:creationId xmlns:a16="http://schemas.microsoft.com/office/drawing/2014/main" id="{BDE3BEF1-37BD-4599-9ABC-AFAD68E97A90}"/>
              </a:ext>
            </a:extLst>
          </p:cNvPr>
          <p:cNvCxnSpPr>
            <a:cxnSpLocks/>
          </p:cNvCxnSpPr>
          <p:nvPr/>
        </p:nvCxnSpPr>
        <p:spPr>
          <a:xfrm flipV="1">
            <a:off x="1844124" y="1880150"/>
            <a:ext cx="3390485" cy="434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m 2">
            <a:extLst>
              <a:ext uri="{FF2B5EF4-FFF2-40B4-BE49-F238E27FC236}">
                <a16:creationId xmlns:a16="http://schemas.microsoft.com/office/drawing/2014/main" id="{959D034B-D154-42BB-9EF3-0B4BF64D9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182" y="935313"/>
            <a:ext cx="8782050" cy="5305425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751AD1AB-838A-49DD-9918-87B9B432795F}"/>
              </a:ext>
            </a:extLst>
          </p:cNvPr>
          <p:cNvSpPr/>
          <p:nvPr/>
        </p:nvSpPr>
        <p:spPr>
          <a:xfrm>
            <a:off x="318052" y="1961321"/>
            <a:ext cx="2835966" cy="1139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Evento adicionar ao carrinho</a:t>
            </a:r>
          </a:p>
          <a:p>
            <a:pPr algn="ctr"/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b="1" dirty="0" err="1"/>
              <a:t>todos</a:t>
            </a:r>
            <a:r>
              <a:rPr lang="en-US" b="1" dirty="0"/>
              <a:t> </a:t>
            </a:r>
            <a:r>
              <a:rPr lang="en-US" b="1" dirty="0" err="1"/>
              <a:t>os</a:t>
            </a:r>
            <a:r>
              <a:rPr lang="en-US" b="1" dirty="0"/>
              <a:t> </a:t>
            </a:r>
            <a:r>
              <a:rPr lang="en-US" b="1" dirty="0" err="1"/>
              <a:t>produtos</a:t>
            </a:r>
            <a:r>
              <a:rPr lang="en-US" b="1" dirty="0"/>
              <a:t> </a:t>
            </a:r>
            <a:r>
              <a:rPr lang="en-US" dirty="0"/>
              <a:t>frontline do site</a:t>
            </a:r>
            <a:endParaRPr lang="pt-BR" dirty="0"/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E722336D-E713-4137-A2C1-33CFC086D02D}"/>
              </a:ext>
            </a:extLst>
          </p:cNvPr>
          <p:cNvCxnSpPr/>
          <p:nvPr/>
        </p:nvCxnSpPr>
        <p:spPr>
          <a:xfrm flipV="1">
            <a:off x="2054087" y="1830456"/>
            <a:ext cx="901148" cy="2120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66DA0A9B-7632-478E-B913-5EE7E69FE477}"/>
              </a:ext>
            </a:extLst>
          </p:cNvPr>
          <p:cNvCxnSpPr>
            <a:cxnSpLocks/>
          </p:cNvCxnSpPr>
          <p:nvPr/>
        </p:nvCxnSpPr>
        <p:spPr>
          <a:xfrm flipV="1">
            <a:off x="1844124" y="1880150"/>
            <a:ext cx="3049241" cy="4058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0A60F76B-D6F2-4674-9CDA-8A801EDC6DD8}"/>
              </a:ext>
            </a:extLst>
          </p:cNvPr>
          <p:cNvCxnSpPr>
            <a:cxnSpLocks/>
          </p:cNvCxnSpPr>
          <p:nvPr/>
        </p:nvCxnSpPr>
        <p:spPr>
          <a:xfrm>
            <a:off x="1318591" y="2123662"/>
            <a:ext cx="3916018" cy="3614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tângulo 10">
            <a:extLst>
              <a:ext uri="{FF2B5EF4-FFF2-40B4-BE49-F238E27FC236}">
                <a16:creationId xmlns:a16="http://schemas.microsoft.com/office/drawing/2014/main" id="{4CAA1718-EAB3-4F19-96B2-D348F73EFB67}"/>
              </a:ext>
            </a:extLst>
          </p:cNvPr>
          <p:cNvSpPr/>
          <p:nvPr/>
        </p:nvSpPr>
        <p:spPr>
          <a:xfrm>
            <a:off x="2955235" y="103034"/>
            <a:ext cx="66525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hlinkClick r:id="rId3"/>
              </a:rPr>
              <a:t>https://dogcatcompany.com.br/?s=frontline&amp;post_type=product</a:t>
            </a:r>
            <a:endParaRPr lang="en-US" dirty="0"/>
          </a:p>
        </p:txBody>
      </p: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593133AA-ADF8-4658-87AF-28986EB78403}"/>
              </a:ext>
            </a:extLst>
          </p:cNvPr>
          <p:cNvCxnSpPr>
            <a:cxnSpLocks/>
          </p:cNvCxnSpPr>
          <p:nvPr/>
        </p:nvCxnSpPr>
        <p:spPr>
          <a:xfrm>
            <a:off x="1557130" y="2123662"/>
            <a:ext cx="1398105" cy="3614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>
            <a:extLst>
              <a:ext uri="{FF2B5EF4-FFF2-40B4-BE49-F238E27FC236}">
                <a16:creationId xmlns:a16="http://schemas.microsoft.com/office/drawing/2014/main" id="{76D84679-0181-494E-B4AE-E934896F2E93}"/>
              </a:ext>
            </a:extLst>
          </p:cNvPr>
          <p:cNvCxnSpPr>
            <a:cxnSpLocks/>
          </p:cNvCxnSpPr>
          <p:nvPr/>
        </p:nvCxnSpPr>
        <p:spPr>
          <a:xfrm>
            <a:off x="1470991" y="2276062"/>
            <a:ext cx="5751444" cy="34624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de Seta Reta 49">
            <a:extLst>
              <a:ext uri="{FF2B5EF4-FFF2-40B4-BE49-F238E27FC236}">
                <a16:creationId xmlns:a16="http://schemas.microsoft.com/office/drawing/2014/main" id="{2549D76A-7E2C-45F2-BE2B-BF544B8E8094}"/>
              </a:ext>
            </a:extLst>
          </p:cNvPr>
          <p:cNvCxnSpPr>
            <a:cxnSpLocks/>
          </p:cNvCxnSpPr>
          <p:nvPr/>
        </p:nvCxnSpPr>
        <p:spPr>
          <a:xfrm>
            <a:off x="1470991" y="2276062"/>
            <a:ext cx="8044070" cy="3504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de Seta Reta 51">
            <a:extLst>
              <a:ext uri="{FF2B5EF4-FFF2-40B4-BE49-F238E27FC236}">
                <a16:creationId xmlns:a16="http://schemas.microsoft.com/office/drawing/2014/main" id="{6A501283-31E8-43EA-B53D-BFC9FB3CB4D5}"/>
              </a:ext>
            </a:extLst>
          </p:cNvPr>
          <p:cNvCxnSpPr>
            <a:cxnSpLocks/>
          </p:cNvCxnSpPr>
          <p:nvPr/>
        </p:nvCxnSpPr>
        <p:spPr>
          <a:xfrm flipV="1">
            <a:off x="1470991" y="1961321"/>
            <a:ext cx="5751444" cy="314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>
            <a:extLst>
              <a:ext uri="{FF2B5EF4-FFF2-40B4-BE49-F238E27FC236}">
                <a16:creationId xmlns:a16="http://schemas.microsoft.com/office/drawing/2014/main" id="{14916B90-79E5-4814-B154-86649B3F9AC6}"/>
              </a:ext>
            </a:extLst>
          </p:cNvPr>
          <p:cNvCxnSpPr>
            <a:cxnSpLocks/>
          </p:cNvCxnSpPr>
          <p:nvPr/>
        </p:nvCxnSpPr>
        <p:spPr>
          <a:xfrm flipV="1">
            <a:off x="1470991" y="1880150"/>
            <a:ext cx="8044070" cy="395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4692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C77BDC50-8B2C-4454-886D-A16FBECB83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9712"/>
          <a:stretch/>
        </p:blipFill>
        <p:spPr>
          <a:xfrm>
            <a:off x="2452323" y="809418"/>
            <a:ext cx="9116825" cy="5239164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751AD1AB-838A-49DD-9918-87B9B432795F}"/>
              </a:ext>
            </a:extLst>
          </p:cNvPr>
          <p:cNvSpPr/>
          <p:nvPr/>
        </p:nvSpPr>
        <p:spPr>
          <a:xfrm>
            <a:off x="291548" y="1497495"/>
            <a:ext cx="2835966" cy="1139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Evento adicionar ao carrinho</a:t>
            </a:r>
          </a:p>
          <a:p>
            <a:pPr algn="ctr"/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b="1" dirty="0" err="1"/>
              <a:t>todos</a:t>
            </a:r>
            <a:r>
              <a:rPr lang="en-US" b="1" dirty="0"/>
              <a:t> </a:t>
            </a:r>
            <a:r>
              <a:rPr lang="en-US" b="1" dirty="0" err="1"/>
              <a:t>os</a:t>
            </a:r>
            <a:r>
              <a:rPr lang="en-US" b="1" dirty="0"/>
              <a:t> </a:t>
            </a:r>
            <a:r>
              <a:rPr lang="en-US" b="1" dirty="0" err="1"/>
              <a:t>produtos</a:t>
            </a:r>
            <a:r>
              <a:rPr lang="en-US" b="1" dirty="0"/>
              <a:t> </a:t>
            </a:r>
            <a:r>
              <a:rPr lang="en-US" dirty="0"/>
              <a:t>frontline</a:t>
            </a:r>
            <a:endParaRPr lang="pt-BR" dirty="0"/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E722336D-E713-4137-A2C1-33CFC086D02D}"/>
              </a:ext>
            </a:extLst>
          </p:cNvPr>
          <p:cNvCxnSpPr/>
          <p:nvPr/>
        </p:nvCxnSpPr>
        <p:spPr>
          <a:xfrm flipV="1">
            <a:off x="2981739" y="1457739"/>
            <a:ext cx="901148" cy="2120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66DA0A9B-7632-478E-B913-5EE7E69FE477}"/>
              </a:ext>
            </a:extLst>
          </p:cNvPr>
          <p:cNvCxnSpPr>
            <a:cxnSpLocks/>
          </p:cNvCxnSpPr>
          <p:nvPr/>
        </p:nvCxnSpPr>
        <p:spPr>
          <a:xfrm flipV="1">
            <a:off x="3134139" y="1497495"/>
            <a:ext cx="3283032" cy="3246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0A60F76B-D6F2-4674-9CDA-8A801EDC6DD8}"/>
              </a:ext>
            </a:extLst>
          </p:cNvPr>
          <p:cNvCxnSpPr>
            <a:cxnSpLocks/>
          </p:cNvCxnSpPr>
          <p:nvPr/>
        </p:nvCxnSpPr>
        <p:spPr>
          <a:xfrm flipV="1">
            <a:off x="3134139" y="1457739"/>
            <a:ext cx="5532783" cy="3644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tângulo 10">
            <a:extLst>
              <a:ext uri="{FF2B5EF4-FFF2-40B4-BE49-F238E27FC236}">
                <a16:creationId xmlns:a16="http://schemas.microsoft.com/office/drawing/2014/main" id="{4CAA1718-EAB3-4F19-96B2-D348F73EFB67}"/>
              </a:ext>
            </a:extLst>
          </p:cNvPr>
          <p:cNvSpPr/>
          <p:nvPr/>
        </p:nvSpPr>
        <p:spPr>
          <a:xfrm>
            <a:off x="2955235" y="103034"/>
            <a:ext cx="66525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hlinkClick r:id="rId3"/>
              </a:rPr>
              <a:t>https://dogcatcompany.com.br/?s=frontline&amp;post_type=product</a:t>
            </a:r>
            <a:endParaRPr lang="en-US" dirty="0"/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893A05F7-E6C4-4014-BC7A-B76538A53C98}"/>
              </a:ext>
            </a:extLst>
          </p:cNvPr>
          <p:cNvCxnSpPr>
            <a:cxnSpLocks/>
          </p:cNvCxnSpPr>
          <p:nvPr/>
        </p:nvCxnSpPr>
        <p:spPr>
          <a:xfrm>
            <a:off x="3134139" y="1822175"/>
            <a:ext cx="748748" cy="37967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C1F5F2FC-31C7-4CD1-8AD8-6D9EC1D43E6E}"/>
              </a:ext>
            </a:extLst>
          </p:cNvPr>
          <p:cNvCxnSpPr>
            <a:cxnSpLocks/>
          </p:cNvCxnSpPr>
          <p:nvPr/>
        </p:nvCxnSpPr>
        <p:spPr>
          <a:xfrm>
            <a:off x="3134139" y="1822175"/>
            <a:ext cx="2690191" cy="36907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5252CCAC-9ECA-4651-BB91-2D58BCBD500E}"/>
              </a:ext>
            </a:extLst>
          </p:cNvPr>
          <p:cNvCxnSpPr>
            <a:cxnSpLocks/>
          </p:cNvCxnSpPr>
          <p:nvPr/>
        </p:nvCxnSpPr>
        <p:spPr>
          <a:xfrm>
            <a:off x="3134139" y="1822175"/>
            <a:ext cx="4982817" cy="3743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AA9B4D93-D679-4DD4-B848-38714C09CB4B}"/>
              </a:ext>
            </a:extLst>
          </p:cNvPr>
          <p:cNvCxnSpPr>
            <a:cxnSpLocks/>
          </p:cNvCxnSpPr>
          <p:nvPr/>
        </p:nvCxnSpPr>
        <p:spPr>
          <a:xfrm flipV="1">
            <a:off x="3286539" y="1126435"/>
            <a:ext cx="6991192" cy="8481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2916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4FD9838-BF7C-4F0B-B0C8-6DC1C2125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811" y="676275"/>
            <a:ext cx="9610725" cy="550545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8CB6F4B4-14EC-493F-8873-42AD7CB5EE7C}"/>
              </a:ext>
            </a:extLst>
          </p:cNvPr>
          <p:cNvSpPr/>
          <p:nvPr/>
        </p:nvSpPr>
        <p:spPr>
          <a:xfrm>
            <a:off x="581464" y="982699"/>
            <a:ext cx="2835966" cy="6758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Evento Finalizar compra</a:t>
            </a:r>
            <a:endParaRPr lang="en-US" dirty="0"/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692E59CD-5698-438C-AF74-30956E2CA176}"/>
              </a:ext>
            </a:extLst>
          </p:cNvPr>
          <p:cNvCxnSpPr>
            <a:cxnSpLocks/>
          </p:cNvCxnSpPr>
          <p:nvPr/>
        </p:nvCxnSpPr>
        <p:spPr>
          <a:xfrm>
            <a:off x="2849218" y="1476547"/>
            <a:ext cx="4823791" cy="27503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tângulo 10">
            <a:extLst>
              <a:ext uri="{FF2B5EF4-FFF2-40B4-BE49-F238E27FC236}">
                <a16:creationId xmlns:a16="http://schemas.microsoft.com/office/drawing/2014/main" id="{B1EE6405-B82D-4CAB-9316-AF486CB71097}"/>
              </a:ext>
            </a:extLst>
          </p:cNvPr>
          <p:cNvSpPr/>
          <p:nvPr/>
        </p:nvSpPr>
        <p:spPr>
          <a:xfrm>
            <a:off x="3922643" y="4688"/>
            <a:ext cx="7010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hlinkClick r:id="rId3"/>
              </a:rPr>
              <a:t>https://dogcatcompany.com.br/carrinho/</a:t>
            </a:r>
            <a:endParaRPr lang="en-US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231EBAA9-28F7-4817-BC73-F14761A104A0}"/>
              </a:ext>
            </a:extLst>
          </p:cNvPr>
          <p:cNvSpPr/>
          <p:nvPr/>
        </p:nvSpPr>
        <p:spPr>
          <a:xfrm>
            <a:off x="523577" y="3473088"/>
            <a:ext cx="2835966" cy="6758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Evento Finalizar compra</a:t>
            </a:r>
            <a:endParaRPr lang="en-US" dirty="0"/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6A9E374C-54DD-40FF-8818-015141295DDD}"/>
              </a:ext>
            </a:extLst>
          </p:cNvPr>
          <p:cNvCxnSpPr>
            <a:cxnSpLocks/>
          </p:cNvCxnSpPr>
          <p:nvPr/>
        </p:nvCxnSpPr>
        <p:spPr>
          <a:xfrm>
            <a:off x="2610678" y="3811019"/>
            <a:ext cx="185531" cy="8317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2688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122A3645-E6A9-4DC4-9F6D-D0AA2D13D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125" y="838200"/>
            <a:ext cx="9429750" cy="51816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E1D90966-3D37-4090-BB26-F472AEF13E9D}"/>
              </a:ext>
            </a:extLst>
          </p:cNvPr>
          <p:cNvSpPr/>
          <p:nvPr/>
        </p:nvSpPr>
        <p:spPr>
          <a:xfrm>
            <a:off x="740490" y="5607707"/>
            <a:ext cx="2835966" cy="6758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Evento compra realizada</a:t>
            </a:r>
            <a:endParaRPr lang="en-US" dirty="0"/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B2A4383A-B6C4-43C3-BB76-05804200FF31}"/>
              </a:ext>
            </a:extLst>
          </p:cNvPr>
          <p:cNvCxnSpPr>
            <a:cxnSpLocks/>
          </p:cNvCxnSpPr>
          <p:nvPr/>
        </p:nvCxnSpPr>
        <p:spPr>
          <a:xfrm flipV="1">
            <a:off x="3362178" y="4881489"/>
            <a:ext cx="3502856" cy="11383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tângulo 7">
            <a:extLst>
              <a:ext uri="{FF2B5EF4-FFF2-40B4-BE49-F238E27FC236}">
                <a16:creationId xmlns:a16="http://schemas.microsoft.com/office/drawing/2014/main" id="{09C19AEA-54AB-4169-99BC-AF0578408A52}"/>
              </a:ext>
            </a:extLst>
          </p:cNvPr>
          <p:cNvSpPr/>
          <p:nvPr/>
        </p:nvSpPr>
        <p:spPr>
          <a:xfrm>
            <a:off x="3882887" y="23117"/>
            <a:ext cx="47632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hlinkClick r:id="rId3"/>
              </a:rPr>
              <a:t>https://dogcatcompany.com.br/finalizar-compra/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1505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103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Andreina Tempera Clemente (Almap BBDO)</dc:creator>
  <cp:lastModifiedBy>Matheus Ramos Migliacci (Almap BBDO)</cp:lastModifiedBy>
  <cp:revision>6</cp:revision>
  <dcterms:created xsi:type="dcterms:W3CDTF">2020-06-10T18:54:48Z</dcterms:created>
  <dcterms:modified xsi:type="dcterms:W3CDTF">2020-06-10T19:40:06Z</dcterms:modified>
</cp:coreProperties>
</file>