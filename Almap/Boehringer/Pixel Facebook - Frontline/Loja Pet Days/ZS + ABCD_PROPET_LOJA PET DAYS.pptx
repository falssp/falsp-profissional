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06B83F-FA69-4B12-9F3D-8351351FE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1AFEF4F-2C1A-4C63-9606-AC3559F992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FBAAF9-1A97-4F09-A53A-CBC6D9921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3A87C66-C59F-476C-97B9-A77A2531A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A3FC18-786B-44DA-9725-27A53E84E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7479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36CA0-7FA9-48A7-BF6A-012FC8860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4B646F1-DD94-42A7-BEF4-AAEDA0198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72F478-B906-4FC4-886F-D6B12DD42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604D5A-09F4-4556-B7BD-8E97FD696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972583-DE69-497B-96F8-3A4416D7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820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23A3B9-3881-4DB2-9CCA-7C8989DB6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43A04B4-2516-4DB7-9A0C-85A2E2C20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69A7B44-EF10-468E-9491-DAC1AFF06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E5D852B-566E-46EB-996E-1D2332A47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BD94B1-0BE2-423B-8F39-B448645C7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728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012AA1-700C-4A85-8C20-435105942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C001A0-CCD3-4A0A-81D7-BA7322FE90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6B16BAC-E743-43E9-B12C-FC366C5C5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8433432-5E02-4595-B661-2A82E6EFE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2B3372B-711C-448B-BE92-5E0A6EBA7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87FA082-0D62-45CB-BF60-5779C7FFB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447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F7BF-7F33-48CB-86DB-F77DD9C89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875CD1B-1FBB-46FD-900C-965967A99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854936-8E15-45C6-B91A-DF7F5A769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09D8DE-2736-4E8D-9BD2-7AB1AA87EE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DF48470-F1FE-424D-A5AB-4FD79858C8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9E11A93-1415-4583-896F-36FAA6215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AF951DE-F829-49EB-8658-653F174E1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280367E-F165-444E-A362-088F43224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711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4CBAF-BFE0-47C4-9779-92941375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EF685C-BA73-4117-9B34-79D0B109D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7CC08F7-CE11-4F7A-8495-2AFBEBC7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45892B7-068E-4638-9A6D-212F2A35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6348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0A49F17-4BAF-4676-8071-2075394AC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C6FB7EE-03FC-45E6-9741-1BB0F55A9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7C9818E-E2A6-4CEC-899B-011AD511E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799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46DF7-ED2D-44B3-B5E8-EEC2642CB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267053-490F-4E4B-8980-A458CA31B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87BD44D-8562-4977-A9C8-5DD2522EF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3027B18-D7CA-4295-8F90-9A7195979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AA51806-BEB3-474C-B170-475A261B0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88344C7-16A9-4E2F-9F11-6DF7F8478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521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8FA1-E756-45C7-AF35-F1B3E8C6E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5532C57-7702-4D3A-AA9C-AF8052722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08B658D-73FF-4592-A5E0-9A1C3FFC64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47DC158-11E3-4C0D-AD1F-2ED174E7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C44DB16-57D2-48B8-9B23-1941B44AD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997536-A702-4F73-870A-FDA598693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8638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E5623D-2944-4984-BEB2-FD292EBF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911A0A0-6F0F-419E-B083-54511EA9EC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B89D9C-24F9-40A1-BD87-9A32DD227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2FDB471-35C7-4C36-A75B-11A82EF66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77B8DEC-B549-4E1A-86AB-7E65569D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576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7B2DF4A-C037-464F-9135-D4C64611B3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430CD25-42E4-4D3A-AF07-FA28874F9A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F95A139-35FE-433F-A153-12553DD72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6FD8589-53F2-41EA-BECD-50DB8FDC6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BAD5C3-3100-4669-B9EF-91829EE9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8399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93CACC9-D3E6-46AC-AF65-54F02D100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20F3D4-E91F-4052-B497-F7E3A6ACF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92AA86A-B466-4A4B-94F6-A6AE65E78F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CC8220-C5C2-46E5-A92D-0D4E36380A2A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0E27BE-2364-462D-8037-1D20268732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4479E5-36FC-4C3F-9EF7-4C6809A41C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C37E8A-9DEB-41DD-A583-D378F296B8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079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d/102/merial/pag/1/ordem/nam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lojapetdays.com.br/d/102/merial/pag/1/ordem/name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checkout/t/4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checkout/t/4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checkout/t/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checkout/t/4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japetdays.com.br/checkout/t/4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168F975-9BBB-4AC0-91A1-8B541F3BA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0" y="490636"/>
            <a:ext cx="9303026" cy="5230398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1AE7EEA-22D6-4EDD-8533-5802270D79A7}"/>
              </a:ext>
            </a:extLst>
          </p:cNvPr>
          <p:cNvSpPr/>
          <p:nvPr/>
        </p:nvSpPr>
        <p:spPr>
          <a:xfrm>
            <a:off x="8978347" y="2027582"/>
            <a:ext cx="3099961" cy="8353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PAGE VIEW - </a:t>
            </a:r>
            <a:r>
              <a:rPr lang="pt-BR" dirty="0" err="1"/>
              <a:t>Pixel_pageview_PetDays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232F1B9-8D35-4C85-8986-8FACA63F7CC5}"/>
              </a:ext>
            </a:extLst>
          </p:cNvPr>
          <p:cNvSpPr/>
          <p:nvPr/>
        </p:nvSpPr>
        <p:spPr>
          <a:xfrm>
            <a:off x="1099930" y="5928548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3"/>
              </a:rPr>
              <a:t>https://www.lojapetdays.com.br/d/102/merial/pag/1/ordem/name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328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1AE7EEA-22D6-4EDD-8533-5802270D79A7}"/>
              </a:ext>
            </a:extLst>
          </p:cNvPr>
          <p:cNvSpPr/>
          <p:nvPr/>
        </p:nvSpPr>
        <p:spPr>
          <a:xfrm>
            <a:off x="818442" y="5493873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ADC AO CARRINHO(todos os produtos)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232F1B9-8D35-4C85-8986-8FACA63F7CC5}"/>
              </a:ext>
            </a:extLst>
          </p:cNvPr>
          <p:cNvSpPr/>
          <p:nvPr/>
        </p:nvSpPr>
        <p:spPr>
          <a:xfrm>
            <a:off x="682487" y="615370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2"/>
              </a:rPr>
              <a:t>https://www.lojapetdays.com.br/d/102/merial/pag/1/ordem/name</a:t>
            </a:r>
            <a:endParaRPr lang="pt-BR" dirty="0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6B00BE53-6E04-4053-B2BE-538F97F2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87" y="283121"/>
            <a:ext cx="8612196" cy="4841996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B6B0319-4DC1-4FD2-B9A7-B01EB44DE804}"/>
              </a:ext>
            </a:extLst>
          </p:cNvPr>
          <p:cNvCxnSpPr>
            <a:cxnSpLocks/>
          </p:cNvCxnSpPr>
          <p:nvPr/>
        </p:nvCxnSpPr>
        <p:spPr>
          <a:xfrm flipV="1">
            <a:off x="2897317" y="4647660"/>
            <a:ext cx="429897" cy="854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37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0F7731-0912-4932-B9F5-241164F39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33" y="1187934"/>
            <a:ext cx="9772650" cy="4161431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6721AE1-D49E-49C8-8F6A-9D6929BC099B}"/>
              </a:ext>
            </a:extLst>
          </p:cNvPr>
          <p:cNvSpPr/>
          <p:nvPr/>
        </p:nvSpPr>
        <p:spPr>
          <a:xfrm>
            <a:off x="1094133" y="527639"/>
            <a:ext cx="45461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https://www.lojapetdays.com.br/checkout/t/4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27CB328-3BDB-474C-B520-479288FD73CE}"/>
              </a:ext>
            </a:extLst>
          </p:cNvPr>
          <p:cNvSpPr/>
          <p:nvPr/>
        </p:nvSpPr>
        <p:spPr>
          <a:xfrm>
            <a:off x="1078456" y="5640328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90F07A4F-EA5B-441E-AC59-8022E32D5B3D}"/>
              </a:ext>
            </a:extLst>
          </p:cNvPr>
          <p:cNvCxnSpPr>
            <a:cxnSpLocks/>
          </p:cNvCxnSpPr>
          <p:nvPr/>
        </p:nvCxnSpPr>
        <p:spPr>
          <a:xfrm flipV="1">
            <a:off x="2710677" y="3268649"/>
            <a:ext cx="1662540" cy="22759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58BF4C4-2F48-4D89-B69D-635F575BC189}"/>
              </a:ext>
            </a:extLst>
          </p:cNvPr>
          <p:cNvCxnSpPr>
            <a:cxnSpLocks/>
          </p:cNvCxnSpPr>
          <p:nvPr/>
        </p:nvCxnSpPr>
        <p:spPr>
          <a:xfrm flipV="1">
            <a:off x="4700501" y="2981739"/>
            <a:ext cx="2389412" cy="2589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9CD17416-213D-47D5-BAAE-A679630F4370}"/>
              </a:ext>
            </a:extLst>
          </p:cNvPr>
          <p:cNvCxnSpPr>
            <a:cxnSpLocks/>
          </p:cNvCxnSpPr>
          <p:nvPr/>
        </p:nvCxnSpPr>
        <p:spPr>
          <a:xfrm flipV="1">
            <a:off x="5621354" y="2981739"/>
            <a:ext cx="3243434" cy="2520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3498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0F7731-0912-4932-B9F5-241164F39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133" y="1187934"/>
            <a:ext cx="9772650" cy="4161431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6721AE1-D49E-49C8-8F6A-9D6929BC099B}"/>
              </a:ext>
            </a:extLst>
          </p:cNvPr>
          <p:cNvSpPr/>
          <p:nvPr/>
        </p:nvSpPr>
        <p:spPr>
          <a:xfrm>
            <a:off x="1094133" y="527639"/>
            <a:ext cx="45461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https://www.lojapetdays.com.br/checkout/t/4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27CB328-3BDB-474C-B520-479288FD73CE}"/>
              </a:ext>
            </a:extLst>
          </p:cNvPr>
          <p:cNvSpPr/>
          <p:nvPr/>
        </p:nvSpPr>
        <p:spPr>
          <a:xfrm>
            <a:off x="1078456" y="5640328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90F07A4F-EA5B-441E-AC59-8022E32D5B3D}"/>
              </a:ext>
            </a:extLst>
          </p:cNvPr>
          <p:cNvCxnSpPr>
            <a:cxnSpLocks/>
          </p:cNvCxnSpPr>
          <p:nvPr/>
        </p:nvCxnSpPr>
        <p:spPr>
          <a:xfrm flipV="1">
            <a:off x="2710677" y="3268649"/>
            <a:ext cx="1662540" cy="22759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58BF4C4-2F48-4D89-B69D-635F575BC189}"/>
              </a:ext>
            </a:extLst>
          </p:cNvPr>
          <p:cNvCxnSpPr>
            <a:cxnSpLocks/>
          </p:cNvCxnSpPr>
          <p:nvPr/>
        </p:nvCxnSpPr>
        <p:spPr>
          <a:xfrm flipV="1">
            <a:off x="4700501" y="2981739"/>
            <a:ext cx="2389412" cy="2589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9CD17416-213D-47D5-BAAE-A679630F4370}"/>
              </a:ext>
            </a:extLst>
          </p:cNvPr>
          <p:cNvCxnSpPr>
            <a:cxnSpLocks/>
          </p:cNvCxnSpPr>
          <p:nvPr/>
        </p:nvCxnSpPr>
        <p:spPr>
          <a:xfrm flipV="1">
            <a:off x="5621354" y="2981739"/>
            <a:ext cx="3243434" cy="2520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233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5130369-8012-4463-9B8B-DF4AD9AC3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790" y="560525"/>
            <a:ext cx="8105775" cy="406717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99CDAF18-7AA5-487C-A9F7-5358334C50AD}"/>
              </a:ext>
            </a:extLst>
          </p:cNvPr>
          <p:cNvSpPr/>
          <p:nvPr/>
        </p:nvSpPr>
        <p:spPr>
          <a:xfrm>
            <a:off x="3225308" y="5868291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FE6EBB7-961E-44DC-8449-FD13A1CB8886}"/>
              </a:ext>
            </a:extLst>
          </p:cNvPr>
          <p:cNvCxnSpPr>
            <a:cxnSpLocks/>
          </p:cNvCxnSpPr>
          <p:nvPr/>
        </p:nvCxnSpPr>
        <p:spPr>
          <a:xfrm flipV="1">
            <a:off x="4857529" y="4521682"/>
            <a:ext cx="628870" cy="1250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9E09B6B9-D564-4538-989F-AA1B013C327B}"/>
              </a:ext>
            </a:extLst>
          </p:cNvPr>
          <p:cNvSpPr/>
          <p:nvPr/>
        </p:nvSpPr>
        <p:spPr>
          <a:xfrm>
            <a:off x="6465047" y="5403258"/>
            <a:ext cx="45461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https://www.lojapetdays.com.br/checkout/t/4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47541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88DFD68-9F55-4B3B-8D32-2D146150C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062" y="2171700"/>
            <a:ext cx="8143875" cy="25146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BA82AB1-79EC-4921-BDF2-FA3E5D28D45F}"/>
              </a:ext>
            </a:extLst>
          </p:cNvPr>
          <p:cNvSpPr/>
          <p:nvPr/>
        </p:nvSpPr>
        <p:spPr>
          <a:xfrm>
            <a:off x="3513998" y="1083545"/>
            <a:ext cx="45461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https://www.lojapetdays.com.br/checkout/t/4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59D4A8-A8DA-42B0-AD8B-F3EB874C8CEE}"/>
              </a:ext>
            </a:extLst>
          </p:cNvPr>
          <p:cNvSpPr/>
          <p:nvPr/>
        </p:nvSpPr>
        <p:spPr>
          <a:xfrm>
            <a:off x="3477858" y="5774455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CF7FF99-DC58-43A7-A595-FA4BC979D3ED}"/>
              </a:ext>
            </a:extLst>
          </p:cNvPr>
          <p:cNvCxnSpPr>
            <a:cxnSpLocks/>
          </p:cNvCxnSpPr>
          <p:nvPr/>
        </p:nvCxnSpPr>
        <p:spPr>
          <a:xfrm flipV="1">
            <a:off x="5357760" y="4668952"/>
            <a:ext cx="628870" cy="1250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527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EAD846C-83B5-4613-931F-C7DE2E335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600" y="576056"/>
            <a:ext cx="9875148" cy="4495111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C537C6C5-853C-4CA0-8CA3-0371E13092BE}"/>
              </a:ext>
            </a:extLst>
          </p:cNvPr>
          <p:cNvSpPr/>
          <p:nvPr/>
        </p:nvSpPr>
        <p:spPr>
          <a:xfrm>
            <a:off x="5637661" y="5787707"/>
            <a:ext cx="5017544" cy="6463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FINALIZADA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5343B6B-045C-46D0-A8D4-A3D4F9A321DD}"/>
              </a:ext>
            </a:extLst>
          </p:cNvPr>
          <p:cNvCxnSpPr>
            <a:cxnSpLocks/>
          </p:cNvCxnSpPr>
          <p:nvPr/>
        </p:nvCxnSpPr>
        <p:spPr>
          <a:xfrm flipV="1">
            <a:off x="8252451" y="4346713"/>
            <a:ext cx="480732" cy="1440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F3CA296D-17CB-426E-9D26-A3E96784BFE7}"/>
              </a:ext>
            </a:extLst>
          </p:cNvPr>
          <p:cNvSpPr/>
          <p:nvPr/>
        </p:nvSpPr>
        <p:spPr>
          <a:xfrm>
            <a:off x="1091480" y="4697878"/>
            <a:ext cx="45461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https://www.lojapetdays.com.br/checkout/t/4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801230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154</Words>
  <Application>Microsoft Office PowerPoint</Application>
  <PresentationFormat>Widescreen</PresentationFormat>
  <Paragraphs>14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Vinicius Nicolau Stoian Pereira - Almap BBDO</dc:creator>
  <cp:lastModifiedBy>Felipe Alves de Lima</cp:lastModifiedBy>
  <cp:revision>4</cp:revision>
  <dcterms:created xsi:type="dcterms:W3CDTF">2020-06-10T21:15:28Z</dcterms:created>
  <dcterms:modified xsi:type="dcterms:W3CDTF">2020-06-12T21:25:18Z</dcterms:modified>
</cp:coreProperties>
</file>