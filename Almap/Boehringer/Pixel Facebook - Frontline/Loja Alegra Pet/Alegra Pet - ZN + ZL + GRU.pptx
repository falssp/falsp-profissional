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8" r:id="rId5"/>
    <p:sldId id="261" r:id="rId6"/>
    <p:sldId id="262" r:id="rId7"/>
    <p:sldId id="266" r:id="rId8"/>
    <p:sldId id="263" r:id="rId9"/>
    <p:sldId id="267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BA22E8-63D8-4330-B9E3-6C3FD95942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4DBA4FB-EE90-4915-8201-96064B879C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B32DBDD-2000-46E5-89B9-47AC17738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863E2DE-F6D3-40B2-8B12-A53F3D185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CD183F9-980F-4BC3-AB0E-D9BC04085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964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B3EC75-0536-49B9-ABD1-16A6B5ED1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4A201D-5A32-4144-8BD4-06C5B3441E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B6E1540-FCB4-4764-94ED-78D7CF855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9FAB753-41A8-4D58-B0EB-2CA4E6C65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54CE6F7-105E-482F-987D-D25480CF2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0542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930F0F-6010-4817-8ED9-5534BF472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1549B8C-34BB-4294-B0E8-3AA9E93084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F068D3-7684-49A3-994E-264DAA094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D5A6B0E-94CC-4135-8A9A-5C670AD1C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C0013C8-9FED-47B8-B733-FA0524087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439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B67FF-8D44-4C0F-9650-C00C11FF8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6DF054E-2EC8-4298-8221-9AA8B83302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349EEA8-723A-4255-BD9F-D5F68FE02E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D932A83-2737-468C-9013-A415838B5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3B1A394-5AAE-4042-8DEC-04D65B53A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447978-D3DC-4CC1-89D4-422A47C03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97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8B3442-F8AA-486D-A72B-BEA29C990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0414548-FDCF-4AA7-A1FB-1A017EB0F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CC20921-1B3D-4C84-AB2B-AF46CA737F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34773C72-80F9-49A9-896A-6EE58ABA7B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6E62C95-A0E6-4119-A9C1-71B735D740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99DE6DF-9BBF-4CF7-A9B4-928DB893F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11E864A3-1288-4B90-A2B8-24AEE5C28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87A5A90-89CE-4AC3-B2C5-AD5AD060F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187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3E06B9-8EAF-4D8D-AE73-90E51C939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301FD5-B551-4B51-B804-A79A329F6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2F832A86-619A-442E-9AD9-430F1C271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D9FC43A-3662-48CA-94CA-2E422251F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3047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815E350-9A93-451C-BD54-A40F24B8B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8B88DAA9-9DC4-4A2C-B5FE-0FD09B139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6A92877-27EC-4F77-BB68-688A8C1CB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544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8EC9F8-3C3C-46B8-97EA-C95BFE1BF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B05E35-143A-4907-9C99-0EC151F57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F0EBC88-67A2-4534-B836-FD3107AFD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60082B7-8529-4F0E-80C9-EBDD0C7C6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6586C88-1D94-43A4-998A-249F8E393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B6051CA-2232-4226-8BB1-DC70A314D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741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7F240D-56DC-4B94-93F3-89776AF1E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AB4989D-0FBA-40DF-8CC5-C7ADD79DF4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9FAEA20-A278-40E9-AD31-2A15DBFE09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83AC4C1-BDAF-4703-B48E-4B168B191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FCE0161-3917-4683-AD3B-1B92C23D1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5D16DD2-7CC6-487B-A082-2CFF120A2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442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235C6C-22BB-4B3A-BBBA-8813D8E3F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00A84D4-274A-4A36-AEA4-14D8E5B4D5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BCFF8D9-EEF1-4F4A-AB3D-CAFB0F738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C144BC3-7052-43B9-952F-2B912CE75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DF7B12C-3965-4D75-91DC-6068D9A51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117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9E6FC9-F04F-4703-BCC6-834C94E248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416EBD5-F43E-4B5A-9125-CAD2FDC35D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8AB52F4-B1FD-4BE6-A933-02945C737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BCDE862-1533-4B12-9405-1D3D6370F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2C3490D-B418-4CA2-91F6-C326554DC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745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B98630E5-568D-4741-B09B-F733FF7D6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D9A9928-E92E-464D-8558-86F19EE15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B78E353-A034-46DE-93F9-B4ECC2A365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08F4BAB-BC9C-4D43-8420-79EB6E82E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8239D2E-BD18-4484-B879-C61E3D1B6C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514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legrapet.com.br/frontline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legrapet.com.br/frontline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legrapet.com.br/frontline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legrapet.com.br/antipulgas-e-carrapatos-frontline-plus-caes-40-a-60-kg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legrapet.com.br/antipulgas-e-carrapatos-frontline-plus-caes-40-a-60-kg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legrapet.com.br/checkout/cart?session_id=t7bev98sf06lcjvea60dqg0ts7&amp;store_id=609385#carrinho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legrapet.com.br/checkout?session_id=t7bev98sf06lcjvea60dqg0ts7&amp;store_id=609385#identifique_se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legrapet.com.br/checkout?session_id=t7bev98sf06lcjvea60dqg0ts7&amp;store_id=609385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legrapet.com.br/checkout?session_id=t7bev98sf06lcjvea60dqg0ts7&amp;store_id=609385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alegrapet.com.br/checkout?session_id=t7bev98sf06lcjvea60dqg0ts7&amp;store_id=609385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legrapet.com.br/checkout?session_id=t7bev98sf06lcjvea60dqg0ts7&amp;store_id=609385#finalizacao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>
            <a:extLst>
              <a:ext uri="{FF2B5EF4-FFF2-40B4-BE49-F238E27FC236}">
                <a16:creationId xmlns:a16="http://schemas.microsoft.com/office/drawing/2014/main" id="{7D75B77B-55A0-49A3-B859-407AD8132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373" y="951531"/>
            <a:ext cx="10416209" cy="4585606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D1A5BBE3-E7F1-46B7-9669-F457739043F1}"/>
              </a:ext>
            </a:extLst>
          </p:cNvPr>
          <p:cNvSpPr/>
          <p:nvPr/>
        </p:nvSpPr>
        <p:spPr>
          <a:xfrm>
            <a:off x="8335616" y="1537252"/>
            <a:ext cx="2835966" cy="675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</a:t>
            </a:r>
            <a:r>
              <a:rPr lang="pt-BR" dirty="0" err="1"/>
              <a:t>page</a:t>
            </a:r>
            <a:r>
              <a:rPr lang="pt-BR" dirty="0"/>
              <a:t> </a:t>
            </a:r>
            <a:r>
              <a:rPr lang="pt-BR" dirty="0" err="1"/>
              <a:t>view</a:t>
            </a:r>
            <a:r>
              <a:rPr lang="pt-BR" dirty="0"/>
              <a:t> - </a:t>
            </a:r>
            <a:r>
              <a:rPr lang="pt-BR" dirty="0" err="1"/>
              <a:t>Pixel_pageview_AlegraPet</a:t>
            </a:r>
            <a:endParaRPr lang="en-US" dirty="0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12E4E61F-CF8E-49DF-9DE7-D038DCFF61C5}"/>
              </a:ext>
            </a:extLst>
          </p:cNvPr>
          <p:cNvSpPr/>
          <p:nvPr/>
        </p:nvSpPr>
        <p:spPr>
          <a:xfrm>
            <a:off x="1177932" y="305664"/>
            <a:ext cx="39521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3"/>
              </a:rPr>
              <a:t>https://www.alegrapet.com.br/frontline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424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DF6EF8A6-6711-4D2C-A093-E85DC3F789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802380"/>
            <a:ext cx="11049000" cy="6029325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751AD1AB-838A-49DD-9918-87B9B432795F}"/>
              </a:ext>
            </a:extLst>
          </p:cNvPr>
          <p:cNvSpPr/>
          <p:nvPr/>
        </p:nvSpPr>
        <p:spPr>
          <a:xfrm>
            <a:off x="702365" y="5142049"/>
            <a:ext cx="2835966" cy="11396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adicionar ao carrinho</a:t>
            </a:r>
          </a:p>
          <a:p>
            <a:pPr algn="ctr"/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b="1" dirty="0" err="1"/>
              <a:t>todos</a:t>
            </a:r>
            <a:r>
              <a:rPr lang="en-US" b="1" dirty="0"/>
              <a:t> </a:t>
            </a:r>
            <a:r>
              <a:rPr lang="en-US" b="1" dirty="0" err="1"/>
              <a:t>os</a:t>
            </a:r>
            <a:r>
              <a:rPr lang="en-US" b="1" dirty="0"/>
              <a:t> </a:t>
            </a:r>
            <a:r>
              <a:rPr lang="en-US" b="1" dirty="0" err="1"/>
              <a:t>produtos</a:t>
            </a:r>
            <a:r>
              <a:rPr lang="en-US" b="1" dirty="0"/>
              <a:t> </a:t>
            </a:r>
            <a:r>
              <a:rPr lang="en-US" dirty="0"/>
              <a:t>frontline</a:t>
            </a:r>
            <a:endParaRPr lang="pt-BR" dirty="0"/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E722336D-E713-4137-A2C1-33CFC086D02D}"/>
              </a:ext>
            </a:extLst>
          </p:cNvPr>
          <p:cNvCxnSpPr/>
          <p:nvPr/>
        </p:nvCxnSpPr>
        <p:spPr>
          <a:xfrm flipV="1">
            <a:off x="3392556" y="5102293"/>
            <a:ext cx="901148" cy="2120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66DA0A9B-7632-478E-B913-5EE7E69FE477}"/>
              </a:ext>
            </a:extLst>
          </p:cNvPr>
          <p:cNvCxnSpPr>
            <a:cxnSpLocks/>
          </p:cNvCxnSpPr>
          <p:nvPr/>
        </p:nvCxnSpPr>
        <p:spPr>
          <a:xfrm flipV="1">
            <a:off x="3544956" y="5142049"/>
            <a:ext cx="3283032" cy="3246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0A60F76B-D6F2-4674-9CDA-8A801EDC6DD8}"/>
              </a:ext>
            </a:extLst>
          </p:cNvPr>
          <p:cNvCxnSpPr>
            <a:cxnSpLocks/>
          </p:cNvCxnSpPr>
          <p:nvPr/>
        </p:nvCxnSpPr>
        <p:spPr>
          <a:xfrm flipV="1">
            <a:off x="3544956" y="5208310"/>
            <a:ext cx="6023114" cy="2584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tângulo 14">
            <a:extLst>
              <a:ext uri="{FF2B5EF4-FFF2-40B4-BE49-F238E27FC236}">
                <a16:creationId xmlns:a16="http://schemas.microsoft.com/office/drawing/2014/main" id="{8464020E-C53C-4B09-B58F-302B1EAC6166}"/>
              </a:ext>
            </a:extLst>
          </p:cNvPr>
          <p:cNvSpPr/>
          <p:nvPr/>
        </p:nvSpPr>
        <p:spPr>
          <a:xfrm>
            <a:off x="3843130" y="228504"/>
            <a:ext cx="39521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3"/>
              </a:rPr>
              <a:t>https://www.alegrapet.com.br/frontline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4692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m 19">
            <a:extLst>
              <a:ext uri="{FF2B5EF4-FFF2-40B4-BE49-F238E27FC236}">
                <a16:creationId xmlns:a16="http://schemas.microsoft.com/office/drawing/2014/main" id="{D613150C-9FEB-434C-81F2-93301951F0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417" y="993706"/>
            <a:ext cx="10239375" cy="5400675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751AD1AB-838A-49DD-9918-87B9B432795F}"/>
              </a:ext>
            </a:extLst>
          </p:cNvPr>
          <p:cNvSpPr/>
          <p:nvPr/>
        </p:nvSpPr>
        <p:spPr>
          <a:xfrm>
            <a:off x="642729" y="1596888"/>
            <a:ext cx="2835966" cy="11396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adicionar ao carrinho</a:t>
            </a:r>
          </a:p>
          <a:p>
            <a:pPr algn="ctr"/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b="1" dirty="0" err="1"/>
              <a:t>todos</a:t>
            </a:r>
            <a:r>
              <a:rPr lang="en-US" b="1" dirty="0"/>
              <a:t> </a:t>
            </a:r>
            <a:r>
              <a:rPr lang="en-US" b="1" dirty="0" err="1"/>
              <a:t>os</a:t>
            </a:r>
            <a:r>
              <a:rPr lang="en-US" b="1" dirty="0"/>
              <a:t> </a:t>
            </a:r>
            <a:r>
              <a:rPr lang="en-US" b="1" dirty="0" err="1"/>
              <a:t>produtos</a:t>
            </a:r>
            <a:r>
              <a:rPr lang="en-US" b="1" dirty="0"/>
              <a:t> </a:t>
            </a:r>
            <a:r>
              <a:rPr lang="en-US" dirty="0"/>
              <a:t>frontline</a:t>
            </a:r>
            <a:endParaRPr lang="pt-BR" dirty="0"/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E722336D-E713-4137-A2C1-33CFC086D02D}"/>
              </a:ext>
            </a:extLst>
          </p:cNvPr>
          <p:cNvCxnSpPr>
            <a:cxnSpLocks/>
          </p:cNvCxnSpPr>
          <p:nvPr/>
        </p:nvCxnSpPr>
        <p:spPr>
          <a:xfrm flipV="1">
            <a:off x="2981739" y="1571741"/>
            <a:ext cx="2256183" cy="980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66DA0A9B-7632-478E-B913-5EE7E69FE477}"/>
              </a:ext>
            </a:extLst>
          </p:cNvPr>
          <p:cNvCxnSpPr>
            <a:cxnSpLocks/>
          </p:cNvCxnSpPr>
          <p:nvPr/>
        </p:nvCxnSpPr>
        <p:spPr>
          <a:xfrm flipV="1">
            <a:off x="3134139" y="1596784"/>
            <a:ext cx="4207567" cy="2253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C1F5F2FC-31C7-4CD1-8AD8-6D9EC1D43E6E}"/>
              </a:ext>
            </a:extLst>
          </p:cNvPr>
          <p:cNvCxnSpPr>
            <a:cxnSpLocks/>
          </p:cNvCxnSpPr>
          <p:nvPr/>
        </p:nvCxnSpPr>
        <p:spPr>
          <a:xfrm>
            <a:off x="3134139" y="1822175"/>
            <a:ext cx="1716157" cy="42605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5252CCAC-9ECA-4651-BB91-2D58BCBD500E}"/>
              </a:ext>
            </a:extLst>
          </p:cNvPr>
          <p:cNvCxnSpPr>
            <a:cxnSpLocks/>
          </p:cNvCxnSpPr>
          <p:nvPr/>
        </p:nvCxnSpPr>
        <p:spPr>
          <a:xfrm>
            <a:off x="3134139" y="1822175"/>
            <a:ext cx="4207567" cy="40421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de Seta Reta 22">
            <a:extLst>
              <a:ext uri="{FF2B5EF4-FFF2-40B4-BE49-F238E27FC236}">
                <a16:creationId xmlns:a16="http://schemas.microsoft.com/office/drawing/2014/main" id="{404464BC-83AE-4CF1-B8B2-A22534216CAD}"/>
              </a:ext>
            </a:extLst>
          </p:cNvPr>
          <p:cNvCxnSpPr>
            <a:cxnSpLocks/>
          </p:cNvCxnSpPr>
          <p:nvPr/>
        </p:nvCxnSpPr>
        <p:spPr>
          <a:xfrm>
            <a:off x="3286539" y="1974575"/>
            <a:ext cx="6281531" cy="40421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 de Seta Reta 26">
            <a:extLst>
              <a:ext uri="{FF2B5EF4-FFF2-40B4-BE49-F238E27FC236}">
                <a16:creationId xmlns:a16="http://schemas.microsoft.com/office/drawing/2014/main" id="{40359D5A-787F-46B0-9F2C-07C0382546F0}"/>
              </a:ext>
            </a:extLst>
          </p:cNvPr>
          <p:cNvCxnSpPr>
            <a:cxnSpLocks/>
          </p:cNvCxnSpPr>
          <p:nvPr/>
        </p:nvCxnSpPr>
        <p:spPr>
          <a:xfrm flipV="1">
            <a:off x="3286539" y="1620758"/>
            <a:ext cx="6433931" cy="3538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tângulo 28">
            <a:extLst>
              <a:ext uri="{FF2B5EF4-FFF2-40B4-BE49-F238E27FC236}">
                <a16:creationId xmlns:a16="http://schemas.microsoft.com/office/drawing/2014/main" id="{D28FB788-9489-4E0F-A905-8659C891E99D}"/>
              </a:ext>
            </a:extLst>
          </p:cNvPr>
          <p:cNvSpPr/>
          <p:nvPr/>
        </p:nvSpPr>
        <p:spPr>
          <a:xfrm>
            <a:off x="3669340" y="100135"/>
            <a:ext cx="39521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3"/>
              </a:rPr>
              <a:t>https://www.alegrapet.com.br/frontline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2916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m 18">
            <a:extLst>
              <a:ext uri="{FF2B5EF4-FFF2-40B4-BE49-F238E27FC236}">
                <a16:creationId xmlns:a16="http://schemas.microsoft.com/office/drawing/2014/main" id="{E1A37F49-4C39-4F6D-B975-54A19EA9DD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087" y="795337"/>
            <a:ext cx="11553825" cy="526732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8CB6F4B4-14EC-493F-8873-42AD7CB5EE7C}"/>
              </a:ext>
            </a:extLst>
          </p:cNvPr>
          <p:cNvSpPr/>
          <p:nvPr/>
        </p:nvSpPr>
        <p:spPr>
          <a:xfrm>
            <a:off x="581464" y="982699"/>
            <a:ext cx="2835966" cy="675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  <a:endParaRPr lang="en-US" dirty="0"/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FA30D707-7416-4107-9442-989926E0ED77}"/>
              </a:ext>
            </a:extLst>
          </p:cNvPr>
          <p:cNvCxnSpPr>
            <a:cxnSpLocks/>
          </p:cNvCxnSpPr>
          <p:nvPr/>
        </p:nvCxnSpPr>
        <p:spPr>
          <a:xfrm>
            <a:off x="3432517" y="1125415"/>
            <a:ext cx="3551379" cy="31285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tângulo 20">
            <a:extLst>
              <a:ext uri="{FF2B5EF4-FFF2-40B4-BE49-F238E27FC236}">
                <a16:creationId xmlns:a16="http://schemas.microsoft.com/office/drawing/2014/main" id="{44F7A5A7-2A4D-4F44-B001-1C7AC236DE5C}"/>
              </a:ext>
            </a:extLst>
          </p:cNvPr>
          <p:cNvSpPr/>
          <p:nvPr/>
        </p:nvSpPr>
        <p:spPr>
          <a:xfrm>
            <a:off x="3207026" y="0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hlinkClick r:id="rId3"/>
              </a:rPr>
              <a:t>https://www.alegrapet.com.br/antipulgas-e-carrapatos-frontline-plus-caes-40-a-60-kg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2688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EA62A14A-4DB2-4B1A-B37D-9849389780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687" y="647700"/>
            <a:ext cx="11096625" cy="5562600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8CB6F4B4-14EC-493F-8873-42AD7CB5EE7C}"/>
              </a:ext>
            </a:extLst>
          </p:cNvPr>
          <p:cNvSpPr/>
          <p:nvPr/>
        </p:nvSpPr>
        <p:spPr>
          <a:xfrm>
            <a:off x="581464" y="982699"/>
            <a:ext cx="2835966" cy="675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  <a:endParaRPr lang="en-US" dirty="0"/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FA30D707-7416-4107-9442-989926E0ED77}"/>
              </a:ext>
            </a:extLst>
          </p:cNvPr>
          <p:cNvCxnSpPr>
            <a:cxnSpLocks/>
          </p:cNvCxnSpPr>
          <p:nvPr/>
        </p:nvCxnSpPr>
        <p:spPr>
          <a:xfrm>
            <a:off x="2531369" y="1372263"/>
            <a:ext cx="5075379" cy="31069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2E96EB58-49D3-4E65-909A-3F4DEA5D29E4}"/>
              </a:ext>
            </a:extLst>
          </p:cNvPr>
          <p:cNvCxnSpPr>
            <a:cxnSpLocks/>
          </p:cNvCxnSpPr>
          <p:nvPr/>
        </p:nvCxnSpPr>
        <p:spPr>
          <a:xfrm>
            <a:off x="2127178" y="1372263"/>
            <a:ext cx="1914735" cy="31069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4211DE55-B9EA-47AE-A985-F37599FD70F2}"/>
              </a:ext>
            </a:extLst>
          </p:cNvPr>
          <p:cNvSpPr/>
          <p:nvPr/>
        </p:nvSpPr>
        <p:spPr>
          <a:xfrm>
            <a:off x="3207026" y="0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hlinkClick r:id="rId3"/>
              </a:rPr>
              <a:t>https://www.alegrapet.com.br/antipulgas-e-carrapatos-frontline-plus-caes-40-a-60-kg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850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>
            <a:extLst>
              <a:ext uri="{FF2B5EF4-FFF2-40B4-BE49-F238E27FC236}">
                <a16:creationId xmlns:a16="http://schemas.microsoft.com/office/drawing/2014/main" id="{E14C23F8-8317-419F-837C-6A72416C0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562" y="928687"/>
            <a:ext cx="9286875" cy="500062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8CB6F4B4-14EC-493F-8873-42AD7CB5EE7C}"/>
              </a:ext>
            </a:extLst>
          </p:cNvPr>
          <p:cNvSpPr/>
          <p:nvPr/>
        </p:nvSpPr>
        <p:spPr>
          <a:xfrm>
            <a:off x="581464" y="982699"/>
            <a:ext cx="2835966" cy="675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  <a:endParaRPr lang="en-US" dirty="0"/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FA30D707-7416-4107-9442-989926E0ED77}"/>
              </a:ext>
            </a:extLst>
          </p:cNvPr>
          <p:cNvCxnSpPr>
            <a:cxnSpLocks/>
          </p:cNvCxnSpPr>
          <p:nvPr/>
        </p:nvCxnSpPr>
        <p:spPr>
          <a:xfrm>
            <a:off x="2623930" y="1372263"/>
            <a:ext cx="6983896" cy="6187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7B676898-C726-4D00-A5B1-EA1B8C4AC89A}"/>
              </a:ext>
            </a:extLst>
          </p:cNvPr>
          <p:cNvCxnSpPr>
            <a:cxnSpLocks/>
          </p:cNvCxnSpPr>
          <p:nvPr/>
        </p:nvCxnSpPr>
        <p:spPr>
          <a:xfrm>
            <a:off x="2776330" y="1524663"/>
            <a:ext cx="5903844" cy="39610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48206444-AC54-491E-AB5F-F5A6AC5D223D}"/>
              </a:ext>
            </a:extLst>
          </p:cNvPr>
          <p:cNvSpPr/>
          <p:nvPr/>
        </p:nvSpPr>
        <p:spPr>
          <a:xfrm>
            <a:off x="3417430" y="114580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hlinkClick r:id="rId3"/>
              </a:rPr>
              <a:t>https://www.alegrapet.com.br/checkout/cart?session_id=t7bev98sf06lcjvea60dqg0ts7&amp;store_id=609385#carrinho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1427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92A377AD-2B3F-419D-B215-521A00DE9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675" y="1376362"/>
            <a:ext cx="9010650" cy="410527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8CB6F4B4-14EC-493F-8873-42AD7CB5EE7C}"/>
              </a:ext>
            </a:extLst>
          </p:cNvPr>
          <p:cNvSpPr/>
          <p:nvPr/>
        </p:nvSpPr>
        <p:spPr>
          <a:xfrm>
            <a:off x="581464" y="982699"/>
            <a:ext cx="2835966" cy="675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  <a:endParaRPr lang="en-US" dirty="0"/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FA30D707-7416-4107-9442-989926E0ED77}"/>
              </a:ext>
            </a:extLst>
          </p:cNvPr>
          <p:cNvCxnSpPr>
            <a:cxnSpLocks/>
          </p:cNvCxnSpPr>
          <p:nvPr/>
        </p:nvCxnSpPr>
        <p:spPr>
          <a:xfrm>
            <a:off x="2623930" y="1372263"/>
            <a:ext cx="5221357" cy="20567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7B676898-C726-4D00-A5B1-EA1B8C4AC89A}"/>
              </a:ext>
            </a:extLst>
          </p:cNvPr>
          <p:cNvCxnSpPr>
            <a:cxnSpLocks/>
          </p:cNvCxnSpPr>
          <p:nvPr/>
        </p:nvCxnSpPr>
        <p:spPr>
          <a:xfrm>
            <a:off x="2776330" y="1524663"/>
            <a:ext cx="2246244" cy="34051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tângulo 1">
            <a:extLst>
              <a:ext uri="{FF2B5EF4-FFF2-40B4-BE49-F238E27FC236}">
                <a16:creationId xmlns:a16="http://schemas.microsoft.com/office/drawing/2014/main" id="{8AF8B3C2-D1B8-4A94-9D08-4EEAB5FCAF41}"/>
              </a:ext>
            </a:extLst>
          </p:cNvPr>
          <p:cNvSpPr/>
          <p:nvPr/>
        </p:nvSpPr>
        <p:spPr>
          <a:xfrm>
            <a:off x="3193773" y="141586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hlinkClick r:id="rId3"/>
              </a:rPr>
              <a:t>https://www.alegrapet.com.br/checkout?session_id=t7bev98sf06lcjvea60dqg0ts7&amp;store_id=609385#identifique_se</a:t>
            </a:r>
            <a:endParaRPr lang="en-US" dirty="0"/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9EBDCE0A-D8E1-4F2B-BB9C-EF9BFBE54868}"/>
              </a:ext>
            </a:extLst>
          </p:cNvPr>
          <p:cNvCxnSpPr>
            <a:cxnSpLocks/>
          </p:cNvCxnSpPr>
          <p:nvPr/>
        </p:nvCxnSpPr>
        <p:spPr>
          <a:xfrm>
            <a:off x="2928730" y="1677063"/>
            <a:ext cx="3458818" cy="32527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755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m 19">
            <a:extLst>
              <a:ext uri="{FF2B5EF4-FFF2-40B4-BE49-F238E27FC236}">
                <a16:creationId xmlns:a16="http://schemas.microsoft.com/office/drawing/2014/main" id="{2F7547EC-FA6D-4F40-9C22-5733CADD0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169" y="609600"/>
            <a:ext cx="9344025" cy="5638800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0449308E-4134-4FB4-AE97-E6A19815105B}"/>
              </a:ext>
            </a:extLst>
          </p:cNvPr>
          <p:cNvSpPr/>
          <p:nvPr/>
        </p:nvSpPr>
        <p:spPr>
          <a:xfrm>
            <a:off x="235890" y="5824893"/>
            <a:ext cx="2835966" cy="675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  <a:endParaRPr lang="en-US" dirty="0"/>
          </a:p>
        </p:txBody>
      </p: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6E564E86-A5A8-4FCD-BAA6-44E233DC5BD7}"/>
              </a:ext>
            </a:extLst>
          </p:cNvPr>
          <p:cNvCxnSpPr>
            <a:cxnSpLocks/>
          </p:cNvCxnSpPr>
          <p:nvPr/>
        </p:nvCxnSpPr>
        <p:spPr>
          <a:xfrm flipH="1" flipV="1">
            <a:off x="2332892" y="5300870"/>
            <a:ext cx="1" cy="8619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BE1B6510-B290-445D-98C6-D6B2F88EE349}"/>
              </a:ext>
            </a:extLst>
          </p:cNvPr>
          <p:cNvCxnSpPr>
            <a:cxnSpLocks/>
          </p:cNvCxnSpPr>
          <p:nvPr/>
        </p:nvCxnSpPr>
        <p:spPr>
          <a:xfrm flipV="1">
            <a:off x="2485294" y="2786269"/>
            <a:ext cx="2709558" cy="35289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tângulo 23">
            <a:extLst>
              <a:ext uri="{FF2B5EF4-FFF2-40B4-BE49-F238E27FC236}">
                <a16:creationId xmlns:a16="http://schemas.microsoft.com/office/drawing/2014/main" id="{9D3E9CF8-11F3-483D-A4EF-032FE413C957}"/>
              </a:ext>
            </a:extLst>
          </p:cNvPr>
          <p:cNvSpPr/>
          <p:nvPr/>
        </p:nvSpPr>
        <p:spPr>
          <a:xfrm>
            <a:off x="3048000" y="34079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hlinkClick r:id="rId3"/>
              </a:rPr>
              <a:t>https://www.alegrapet.com.br/checkout?session_id=t7bev98sf06lcjvea60dqg0ts7&amp;store_id=609385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704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0920AE01-7252-46E6-BE3C-23FD5B6D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737" y="647700"/>
            <a:ext cx="9534525" cy="5562600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0449308E-4134-4FB4-AE97-E6A19815105B}"/>
              </a:ext>
            </a:extLst>
          </p:cNvPr>
          <p:cNvSpPr/>
          <p:nvPr/>
        </p:nvSpPr>
        <p:spPr>
          <a:xfrm>
            <a:off x="235890" y="5824893"/>
            <a:ext cx="2835966" cy="675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  <a:endParaRPr lang="en-US" dirty="0"/>
          </a:p>
        </p:txBody>
      </p: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BE1B6510-B290-445D-98C6-D6B2F88EE349}"/>
              </a:ext>
            </a:extLst>
          </p:cNvPr>
          <p:cNvCxnSpPr>
            <a:cxnSpLocks/>
          </p:cNvCxnSpPr>
          <p:nvPr/>
        </p:nvCxnSpPr>
        <p:spPr>
          <a:xfrm flipV="1">
            <a:off x="2485294" y="4731026"/>
            <a:ext cx="2471019" cy="15842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tângulo 23">
            <a:extLst>
              <a:ext uri="{FF2B5EF4-FFF2-40B4-BE49-F238E27FC236}">
                <a16:creationId xmlns:a16="http://schemas.microsoft.com/office/drawing/2014/main" id="{9D3E9CF8-11F3-483D-A4EF-032FE413C957}"/>
              </a:ext>
            </a:extLst>
          </p:cNvPr>
          <p:cNvSpPr/>
          <p:nvPr/>
        </p:nvSpPr>
        <p:spPr>
          <a:xfrm>
            <a:off x="3048000" y="34079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hlinkClick r:id="rId3"/>
              </a:rPr>
              <a:t>https://www.alegrapet.com.br/checkout?session_id=t7bev98sf06lcjvea60dqg0ts7&amp;store_id=609385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6301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m 11">
            <a:extLst>
              <a:ext uri="{FF2B5EF4-FFF2-40B4-BE49-F238E27FC236}">
                <a16:creationId xmlns:a16="http://schemas.microsoft.com/office/drawing/2014/main" id="{5D88A875-DB0C-4857-9DE4-7F6BA4BF5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7495" y="666310"/>
            <a:ext cx="3057525" cy="5124450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01206434-5B3C-477B-A32B-501AD7A931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972" y="1716871"/>
            <a:ext cx="3019425" cy="471487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A6F0CEA6-8904-4C8D-98F5-C8A998036EF9}"/>
              </a:ext>
            </a:extLst>
          </p:cNvPr>
          <p:cNvSpPr/>
          <p:nvPr/>
        </p:nvSpPr>
        <p:spPr>
          <a:xfrm>
            <a:off x="426719" y="581607"/>
            <a:ext cx="2835966" cy="675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Compra Realizada EM TODAS AS OPÇÕES</a:t>
            </a:r>
            <a:endParaRPr lang="en-US" dirty="0"/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B768C4D4-9432-4A8B-859F-B3E4C89785C1}"/>
              </a:ext>
            </a:extLst>
          </p:cNvPr>
          <p:cNvCxnSpPr>
            <a:cxnSpLocks/>
          </p:cNvCxnSpPr>
          <p:nvPr/>
        </p:nvCxnSpPr>
        <p:spPr>
          <a:xfrm>
            <a:off x="2855742" y="1041009"/>
            <a:ext cx="647113" cy="43750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D3F143E3-4EB0-4CF3-846B-5CD5F951A3E2}"/>
              </a:ext>
            </a:extLst>
          </p:cNvPr>
          <p:cNvCxnSpPr>
            <a:cxnSpLocks/>
          </p:cNvCxnSpPr>
          <p:nvPr/>
        </p:nvCxnSpPr>
        <p:spPr>
          <a:xfrm>
            <a:off x="3008142" y="1193409"/>
            <a:ext cx="6467162" cy="36177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tângulo 12">
            <a:extLst>
              <a:ext uri="{FF2B5EF4-FFF2-40B4-BE49-F238E27FC236}">
                <a16:creationId xmlns:a16="http://schemas.microsoft.com/office/drawing/2014/main" id="{51E95344-8A0A-4B5B-AEDC-29EF0893DB3A}"/>
              </a:ext>
            </a:extLst>
          </p:cNvPr>
          <p:cNvSpPr/>
          <p:nvPr/>
        </p:nvSpPr>
        <p:spPr>
          <a:xfrm>
            <a:off x="3502855" y="208730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hlinkClick r:id="rId4"/>
              </a:rPr>
              <a:t>https://www.alegrapet.com.br/checkout?session_id=t7bev98sf06lcjvea60dqg0ts7&amp;store_id=609385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461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8E77ED08-8C89-4F41-BB90-6393AFAF7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337" y="881062"/>
            <a:ext cx="9077325" cy="509587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E53E3EC3-0F94-45AF-893E-2BD9FCC81DEF}"/>
              </a:ext>
            </a:extLst>
          </p:cNvPr>
          <p:cNvSpPr/>
          <p:nvPr/>
        </p:nvSpPr>
        <p:spPr>
          <a:xfrm>
            <a:off x="740490" y="5607707"/>
            <a:ext cx="2835966" cy="675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compra realizada</a:t>
            </a:r>
            <a:endParaRPr lang="en-US" dirty="0"/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57D8A720-FD30-418A-8C7F-675DED9E069D}"/>
              </a:ext>
            </a:extLst>
          </p:cNvPr>
          <p:cNvCxnSpPr>
            <a:cxnSpLocks/>
          </p:cNvCxnSpPr>
          <p:nvPr/>
        </p:nvCxnSpPr>
        <p:spPr>
          <a:xfrm flipV="1">
            <a:off x="3018988" y="4867422"/>
            <a:ext cx="4408754" cy="11971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tângulo 8">
            <a:extLst>
              <a:ext uri="{FF2B5EF4-FFF2-40B4-BE49-F238E27FC236}">
                <a16:creationId xmlns:a16="http://schemas.microsoft.com/office/drawing/2014/main" id="{2C64775B-D578-47CD-8709-1C6B8D3BB86B}"/>
              </a:ext>
            </a:extLst>
          </p:cNvPr>
          <p:cNvSpPr/>
          <p:nvPr/>
        </p:nvSpPr>
        <p:spPr>
          <a:xfrm>
            <a:off x="2175365" y="15762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hlinkClick r:id="rId3"/>
              </a:rPr>
              <a:t>https://www.alegrapet.com.br/checkout?session_id=t7bev98sf06lcjvea60dqg0ts7&amp;store_id=609385#finalizacao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3409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</TotalTime>
  <Words>258</Words>
  <Application>Microsoft Office PowerPoint</Application>
  <PresentationFormat>Widescreen</PresentationFormat>
  <Paragraphs>24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Andreina Tempera Clemente (Almap BBDO)</dc:creator>
  <cp:lastModifiedBy>Felipe Alves de Lima</cp:lastModifiedBy>
  <cp:revision>10</cp:revision>
  <dcterms:created xsi:type="dcterms:W3CDTF">2020-06-10T18:54:48Z</dcterms:created>
  <dcterms:modified xsi:type="dcterms:W3CDTF">2020-06-12T20:48:35Z</dcterms:modified>
</cp:coreProperties>
</file>