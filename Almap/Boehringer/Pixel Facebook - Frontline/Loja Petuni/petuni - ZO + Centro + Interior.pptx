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6" r:id="rId7"/>
    <p:sldId id="263" r:id="rId8"/>
    <p:sldId id="267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A22E8-63D8-4330-B9E3-6C3FD9594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DBA4FB-EE90-4915-8201-96064B879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32DBDD-2000-46E5-89B9-47AC1773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63E2DE-F6D3-40B2-8B12-A53F3D18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183F9-980F-4BC3-AB0E-D9BC0408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6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3EC75-0536-49B9-ABD1-16A6B5ED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A201D-5A32-4144-8BD4-06C5B344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6E1540-FCB4-4764-94ED-78D7CF85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FAB753-41A8-4D58-B0EB-2CA4E6C6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4CE6F7-105E-482F-987D-D25480CF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5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30F0F-6010-4817-8ED9-5534BF47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549B8C-34BB-4294-B0E8-3AA9E9308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F068D3-7684-49A3-994E-264DAA09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5A6B0E-94CC-4135-8A9A-5C670AD1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0013C8-9FED-47B8-B733-FA052408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3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B67FF-8D44-4C0F-9650-C00C11FF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DF054E-2EC8-4298-8221-9AA8B8330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49EEA8-723A-4255-BD9F-D5F68FE02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932A83-2737-468C-9013-A415838B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B1A394-5AAE-4042-8DEC-04D65B53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447978-D3DC-4CC1-89D4-422A47C0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9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B3442-F8AA-486D-A72B-BEA29C99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414548-FDCF-4AA7-A1FB-1A017EB0F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C20921-1B3D-4C84-AB2B-AF46CA737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773C72-80F9-49A9-896A-6EE58ABA7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E62C95-A0E6-4119-A9C1-71B735D74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9DE6DF-9BBF-4CF7-A9B4-928DB893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E864A3-1288-4B90-A2B8-24AEE5C2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5A90-89CE-4AC3-B2C5-AD5AD060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8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E06B9-8EAF-4D8D-AE73-90E51C93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301FD5-B551-4B51-B804-A79A329F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832A86-619A-442E-9AD9-430F1C27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9FC43A-3662-48CA-94CA-2E422251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0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15E350-9A93-451C-BD54-A40F24B8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88DAA9-9DC4-4A2C-B5FE-0FD09B13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A92877-27EC-4F77-BB68-688A8C1C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4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EC9F8-3C3C-46B8-97EA-C95BFE1B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B05E35-143A-4907-9C99-0EC151F57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0EBC88-67A2-4534-B836-FD3107AF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0082B7-8529-4F0E-80C9-EBDD0C7C6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586C88-1D94-43A4-998A-249F8E39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6051CA-2232-4226-8BB1-DC70A314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F240D-56DC-4B94-93F3-89776AF1E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B4989D-0FBA-40DF-8CC5-C7ADD79DF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FAEA20-A278-40E9-AD31-2A15DBFE0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3AC4C1-BDAF-4703-B48E-4B168B19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CE0161-3917-4683-AD3B-1B92C23D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D16DD2-7CC6-487B-A082-2CFF120A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4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35C6C-22BB-4B3A-BBBA-8813D8E3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0A84D4-274A-4A36-AEA4-14D8E5B4D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CFF8D9-EEF1-4F4A-AB3D-CAFB0F73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144BC3-7052-43B9-952F-2B912CE7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F7B12C-3965-4D75-91DC-6068D9A5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1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9E6FC9-F04F-4703-BCC6-834C94E24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16EBD5-F43E-4B5A-9125-CAD2FDC35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AB52F4-B1FD-4BE6-A933-02945C73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DE862-1533-4B12-9405-1D3D6370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C3490D-B418-4CA2-91F6-C326554D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4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8630E5-568D-4741-B09B-F733FF7D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A9928-E92E-464D-8558-86F19EE15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78E353-A034-46DE-93F9-B4ECC2A36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8F4BAB-BC9C-4D43-8420-79EB6E82E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239D2E-BD18-4484-B879-C61E3D1B6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1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luni.com.br/frontli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luni.com.br/frontlin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luni.com.br/antipulgas-frontline-spray-para-caes-e-gatos-de-250-ml/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luni.com.br/checkout/#/car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luni.com.br/checkout/#/emai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luni.com.br/checkout/#/shippi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luni.com.br/checkout/#/paymen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luni.com.br/checkout/orderPlaced/?og=1038862010956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5CD57B3-E79F-4A5F-8F16-583D4084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" y="1157458"/>
            <a:ext cx="11688417" cy="499690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1A5BBE3-E7F1-46B7-9669-F457739043F1}"/>
              </a:ext>
            </a:extLst>
          </p:cNvPr>
          <p:cNvSpPr/>
          <p:nvPr/>
        </p:nvSpPr>
        <p:spPr>
          <a:xfrm>
            <a:off x="8335615" y="914400"/>
            <a:ext cx="3511827" cy="1298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</a:t>
            </a:r>
            <a:r>
              <a:rPr lang="pt-BR" dirty="0" err="1"/>
              <a:t>page</a:t>
            </a:r>
            <a:r>
              <a:rPr lang="pt-BR" dirty="0"/>
              <a:t> </a:t>
            </a:r>
            <a:r>
              <a:rPr lang="pt-BR" dirty="0" err="1"/>
              <a:t>view</a:t>
            </a:r>
            <a:r>
              <a:rPr lang="pt-BR" dirty="0"/>
              <a:t> - </a:t>
            </a:r>
            <a:r>
              <a:rPr lang="pt-BR" dirty="0" err="1"/>
              <a:t>Pixel_Pageview_lojapetuni</a:t>
            </a:r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882C0C6-34CC-4EF3-81FC-904C833B1EFA}"/>
              </a:ext>
            </a:extLst>
          </p:cNvPr>
          <p:cNvSpPr/>
          <p:nvPr/>
        </p:nvSpPr>
        <p:spPr>
          <a:xfrm>
            <a:off x="3331009" y="209586"/>
            <a:ext cx="3727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https://www.petluni.com.br/frontline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2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B24DCAD-1EED-46F2-9757-060CCA11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263"/>
            <a:ext cx="12192000" cy="541132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51AD1AB-838A-49DD-9918-87B9B432795F}"/>
              </a:ext>
            </a:extLst>
          </p:cNvPr>
          <p:cNvSpPr/>
          <p:nvPr/>
        </p:nvSpPr>
        <p:spPr>
          <a:xfrm>
            <a:off x="1603513" y="5142049"/>
            <a:ext cx="2835966" cy="1139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adicionar ao carrinho</a:t>
            </a:r>
          </a:p>
          <a:p>
            <a:pPr algn="ctr"/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b="1" dirty="0" err="1"/>
              <a:t>todos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produtos</a:t>
            </a:r>
            <a:r>
              <a:rPr lang="en-US" b="1" dirty="0"/>
              <a:t> </a:t>
            </a:r>
            <a:r>
              <a:rPr lang="en-US" dirty="0"/>
              <a:t>frontline</a:t>
            </a:r>
            <a:endParaRPr lang="pt-BR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722336D-E713-4137-A2C1-33CFC086D02D}"/>
              </a:ext>
            </a:extLst>
          </p:cNvPr>
          <p:cNvCxnSpPr>
            <a:cxnSpLocks/>
          </p:cNvCxnSpPr>
          <p:nvPr/>
        </p:nvCxnSpPr>
        <p:spPr>
          <a:xfrm>
            <a:off x="3392556" y="5314329"/>
            <a:ext cx="2451653" cy="567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6DA0A9B-7632-478E-B913-5EE7E69FE477}"/>
              </a:ext>
            </a:extLst>
          </p:cNvPr>
          <p:cNvCxnSpPr>
            <a:cxnSpLocks/>
          </p:cNvCxnSpPr>
          <p:nvPr/>
        </p:nvCxnSpPr>
        <p:spPr>
          <a:xfrm>
            <a:off x="3544956" y="5466729"/>
            <a:ext cx="4909931" cy="434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0A60F76B-D6F2-4674-9CDA-8A801EDC6DD8}"/>
              </a:ext>
            </a:extLst>
          </p:cNvPr>
          <p:cNvCxnSpPr>
            <a:cxnSpLocks/>
          </p:cNvCxnSpPr>
          <p:nvPr/>
        </p:nvCxnSpPr>
        <p:spPr>
          <a:xfrm>
            <a:off x="3544956" y="5466730"/>
            <a:ext cx="7533861" cy="366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C304EDFC-10A7-4714-B562-848363717372}"/>
              </a:ext>
            </a:extLst>
          </p:cNvPr>
          <p:cNvSpPr/>
          <p:nvPr/>
        </p:nvSpPr>
        <p:spPr>
          <a:xfrm>
            <a:off x="3331009" y="209586"/>
            <a:ext cx="3727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https://www.petluni.com.br/frontline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69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6A3062C-42CC-4F4F-9D10-26611A7D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752475"/>
            <a:ext cx="11925300" cy="53530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18027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adicionar ao carrinho</a:t>
            </a:r>
          </a:p>
          <a:p>
            <a:pPr algn="ctr"/>
            <a:r>
              <a:rPr lang="pt-BR" dirty="0"/>
              <a:t>Em todos os produtos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A30D707-7416-4107-9442-989926E0ED77}"/>
              </a:ext>
            </a:extLst>
          </p:cNvPr>
          <p:cNvCxnSpPr>
            <a:cxnSpLocks/>
          </p:cNvCxnSpPr>
          <p:nvPr/>
        </p:nvCxnSpPr>
        <p:spPr>
          <a:xfrm>
            <a:off x="3080825" y="1364566"/>
            <a:ext cx="5978769" cy="3756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AFB86039-FF0D-4A60-B9FE-D91A20F58CF3}"/>
              </a:ext>
            </a:extLst>
          </p:cNvPr>
          <p:cNvSpPr/>
          <p:nvPr/>
        </p:nvSpPr>
        <p:spPr>
          <a:xfrm>
            <a:off x="2865120" y="3032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https://www.petluni.com.br/antipulgas-frontline-spray-para-caes-e-gatos-de-250-ml/p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8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3C74F47-14C8-4916-9FC3-CA24B3BF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7813"/>
            <a:ext cx="12192000" cy="524237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A30D707-7416-4107-9442-989926E0ED77}"/>
              </a:ext>
            </a:extLst>
          </p:cNvPr>
          <p:cNvCxnSpPr>
            <a:cxnSpLocks/>
          </p:cNvCxnSpPr>
          <p:nvPr/>
        </p:nvCxnSpPr>
        <p:spPr>
          <a:xfrm>
            <a:off x="2531369" y="1372263"/>
            <a:ext cx="6771657" cy="335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E96EB58-49D3-4E65-909A-3F4DEA5D29E4}"/>
              </a:ext>
            </a:extLst>
          </p:cNvPr>
          <p:cNvCxnSpPr>
            <a:cxnSpLocks/>
          </p:cNvCxnSpPr>
          <p:nvPr/>
        </p:nvCxnSpPr>
        <p:spPr>
          <a:xfrm>
            <a:off x="1378634" y="1320630"/>
            <a:ext cx="8486335" cy="397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906679DA-F054-48B4-9EA9-81C856EFE1C0}"/>
              </a:ext>
            </a:extLst>
          </p:cNvPr>
          <p:cNvSpPr/>
          <p:nvPr/>
        </p:nvSpPr>
        <p:spPr>
          <a:xfrm>
            <a:off x="4266215" y="84850"/>
            <a:ext cx="4419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https://www.petluni.com.br/checkout/#/cart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850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7ADE4B5-EE29-4453-982E-59CE9A6D9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1071562"/>
            <a:ext cx="9363075" cy="471487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A30D707-7416-4107-9442-989926E0ED77}"/>
              </a:ext>
            </a:extLst>
          </p:cNvPr>
          <p:cNvCxnSpPr>
            <a:cxnSpLocks/>
          </p:cNvCxnSpPr>
          <p:nvPr/>
        </p:nvCxnSpPr>
        <p:spPr>
          <a:xfrm>
            <a:off x="2623930" y="1372263"/>
            <a:ext cx="5777862" cy="2040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A555B6B4-F643-4A93-8CF3-1633B2616EB0}"/>
              </a:ext>
            </a:extLst>
          </p:cNvPr>
          <p:cNvSpPr/>
          <p:nvPr/>
        </p:nvSpPr>
        <p:spPr>
          <a:xfrm>
            <a:off x="3829963" y="163509"/>
            <a:ext cx="4571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https://www.petluni.com.br/checkout/#/email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42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83BD6F8-93D6-44FE-A577-8251B4E1A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276"/>
            <a:ext cx="12192000" cy="5257447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B676898-C726-4D00-A5B1-EA1B8C4AC89A}"/>
              </a:ext>
            </a:extLst>
          </p:cNvPr>
          <p:cNvCxnSpPr>
            <a:cxnSpLocks/>
          </p:cNvCxnSpPr>
          <p:nvPr/>
        </p:nvCxnSpPr>
        <p:spPr>
          <a:xfrm flipH="1">
            <a:off x="2475914" y="1524663"/>
            <a:ext cx="300416" cy="3835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C7E3CC0-739B-44B5-A3BC-32AB6A917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26" y="680410"/>
            <a:ext cx="8162925" cy="4953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449308E-4134-4FB4-AE97-E6A19815105B}"/>
              </a:ext>
            </a:extLst>
          </p:cNvPr>
          <p:cNvSpPr/>
          <p:nvPr/>
        </p:nvSpPr>
        <p:spPr>
          <a:xfrm>
            <a:off x="235890" y="5824893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E564E86-A5A8-4FCD-BAA6-44E233DC5BD7}"/>
              </a:ext>
            </a:extLst>
          </p:cNvPr>
          <p:cNvCxnSpPr>
            <a:cxnSpLocks/>
          </p:cNvCxnSpPr>
          <p:nvPr/>
        </p:nvCxnSpPr>
        <p:spPr>
          <a:xfrm flipH="1" flipV="1">
            <a:off x="2332892" y="5300870"/>
            <a:ext cx="1" cy="861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C69E1684-00A3-4B5F-8C12-A88C5A844E1B}"/>
              </a:ext>
            </a:extLst>
          </p:cNvPr>
          <p:cNvSpPr/>
          <p:nvPr/>
        </p:nvSpPr>
        <p:spPr>
          <a:xfrm>
            <a:off x="4038115" y="119595"/>
            <a:ext cx="4847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https://www.petluni.com.br/checkout/#/shipping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70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6071BB4-623E-4C47-9B81-9AFFCCB62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627"/>
            <a:ext cx="12192000" cy="355874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449308E-4134-4FB4-AE97-E6A19815105B}"/>
              </a:ext>
            </a:extLst>
          </p:cNvPr>
          <p:cNvSpPr/>
          <p:nvPr/>
        </p:nvSpPr>
        <p:spPr>
          <a:xfrm>
            <a:off x="235890" y="5824893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Compra Realizada</a:t>
            </a:r>
            <a:endParaRPr lang="en-US" dirty="0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BE1B6510-B290-445D-98C6-D6B2F88EE349}"/>
              </a:ext>
            </a:extLst>
          </p:cNvPr>
          <p:cNvCxnSpPr>
            <a:cxnSpLocks/>
          </p:cNvCxnSpPr>
          <p:nvPr/>
        </p:nvCxnSpPr>
        <p:spPr>
          <a:xfrm flipV="1">
            <a:off x="2485294" y="3713871"/>
            <a:ext cx="6634852" cy="2601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01C24A1C-C213-4FB0-B7CB-89513F6A7128}"/>
              </a:ext>
            </a:extLst>
          </p:cNvPr>
          <p:cNvSpPr/>
          <p:nvPr/>
        </p:nvSpPr>
        <p:spPr>
          <a:xfrm>
            <a:off x="3651709" y="358106"/>
            <a:ext cx="4888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https://www.petluni.com.br/checkout/#/payment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630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3057E75-84AA-48B5-9C8C-21199C05B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771525"/>
            <a:ext cx="11353800" cy="53149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53E3EC3-0F94-45AF-893E-2BD9FCC81DEF}"/>
              </a:ext>
            </a:extLst>
          </p:cNvPr>
          <p:cNvSpPr/>
          <p:nvPr/>
        </p:nvSpPr>
        <p:spPr>
          <a:xfrm>
            <a:off x="740490" y="5607707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compra realizada</a:t>
            </a:r>
            <a:endParaRPr lang="en-US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57D8A720-FD30-418A-8C7F-675DED9E069D}"/>
              </a:ext>
            </a:extLst>
          </p:cNvPr>
          <p:cNvCxnSpPr>
            <a:cxnSpLocks/>
          </p:cNvCxnSpPr>
          <p:nvPr/>
        </p:nvCxnSpPr>
        <p:spPr>
          <a:xfrm flipV="1">
            <a:off x="3018988" y="3429000"/>
            <a:ext cx="5477898" cy="2635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69CA8D1B-A02E-4576-AE4C-01B527D7C2B6}"/>
              </a:ext>
            </a:extLst>
          </p:cNvPr>
          <p:cNvSpPr/>
          <p:nvPr/>
        </p:nvSpPr>
        <p:spPr>
          <a:xfrm>
            <a:off x="3048000" y="1251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https://www.petluni.com.br/checkout/orderPlaced/?og=1038862010956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340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148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Andreina Tempera Clemente (Almap BBDO)</dc:creator>
  <cp:lastModifiedBy>C�sar Augusto Lima do Nascimento (Almap BBDO)</cp:lastModifiedBy>
  <cp:revision>12</cp:revision>
  <dcterms:created xsi:type="dcterms:W3CDTF">2020-06-10T18:54:48Z</dcterms:created>
  <dcterms:modified xsi:type="dcterms:W3CDTF">2020-06-12T20:58:45Z</dcterms:modified>
</cp:coreProperties>
</file>