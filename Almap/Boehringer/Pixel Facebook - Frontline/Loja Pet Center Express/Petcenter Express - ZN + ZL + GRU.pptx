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2" d="100"/>
          <a:sy n="72" d="100"/>
        </p:scale>
        <p:origin x="66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BA22E8-63D8-4330-B9E3-6C3FD95942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4DBA4FB-EE90-4915-8201-96064B879CA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DB32DBDD-2000-46E5-89B9-47AC177385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863E2DE-F6D3-40B2-8B12-A53F3D1858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CD183F9-980F-4BC3-AB0E-D9BC04085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0964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B3EC75-0536-49B9-ABD1-16A6B5ED1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84A201D-5A32-4144-8BD4-06C5B3441E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B6E1540-FCB4-4764-94ED-78D7CF855E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9FAB753-41A8-4D58-B0EB-2CA4E6C651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A54CE6F7-105E-482F-987D-D25480CF2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60542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6930F0F-6010-4817-8ED9-5534BF472D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1549B8C-34BB-4294-B0E8-3AA9E9308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AF068D3-7684-49A3-994E-264DAA0945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D5A6B0E-94CC-4135-8A9A-5C670AD1C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CC0013C8-9FED-47B8-B733-FA0524087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04396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5B67FF-8D44-4C0F-9650-C00C11FF83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6DF054E-2EC8-4298-8221-9AA8B83302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2349EEA8-723A-4255-BD9F-D5F68FE02EE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7D932A83-2737-468C-9013-A415838B5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F3B1A394-5AAE-4042-8DEC-04D65B53A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447978-D3DC-4CC1-89D4-422A47C03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97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28B3442-F8AA-486D-A72B-BEA29C9909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0414548-FDCF-4AA7-A1FB-1A017EB0F1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CC20921-1B3D-4C84-AB2B-AF46CA737F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34773C72-80F9-49A9-896A-6EE58ABA7B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E6E62C95-A0E6-4119-A9C1-71B735D740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599DE6DF-9BBF-4CF7-A9B4-928DB893F7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11E864A3-1288-4B90-A2B8-24AEE5C284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587A5A90-89CE-4AC3-B2C5-AD5AD060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91875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D3E06B9-8EAF-4D8D-AE73-90E51C939A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B1301FD5-B551-4B51-B804-A79A329F6C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2F832A86-619A-442E-9AD9-430F1C271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8D9FC43A-3662-48CA-94CA-2E422251FF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3047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9815E350-9A93-451C-BD54-A40F24B8B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8B88DAA9-9DC4-4A2C-B5FE-0FD09B139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6A92877-27EC-4F77-BB68-688A8C1CB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15446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8EC9F8-3C3C-46B8-97EA-C95BFE1BF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7FB05E35-143A-4907-9C99-0EC151F57D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5F0EBC88-67A2-4534-B836-FD3107AFD6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60082B7-8529-4F0E-80C9-EBDD0C7C64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16586C88-1D94-43A4-998A-249F8E3933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2B6051CA-2232-4226-8BB1-DC70A314D3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741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E7F240D-56DC-4B94-93F3-89776AF1E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0AB4989D-0FBA-40DF-8CC5-C7ADD79DF4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B9FAEA20-A278-40E9-AD31-2A15DBFE09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B83AC4C1-BDAF-4703-B48E-4B168B191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7FCE0161-3917-4683-AD3B-1B92C23D1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E5D16DD2-7CC6-487B-A082-2CFF120A28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442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6235C6C-22BB-4B3A-BBBA-8813D8E3F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600A84D4-274A-4A36-AEA4-14D8E5B4D5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BCFF8D9-EEF1-4F4A-AB3D-CAFB0F738E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DC144BC3-7052-43B9-952F-2B912CE75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DF7B12C-3965-4D75-91DC-6068D9A513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6117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F9E6FC9-F04F-4703-BCC6-834C94E248A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416EBD5-F43E-4B5A-9125-CAD2FDC35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8AB52F4-B1FD-4BE6-A933-02945C737B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BCDE862-1533-4B12-9405-1D3D6370F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2C3490D-B418-4CA2-91F6-C326554DC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7459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B98630E5-568D-4741-B09B-F733FF7D6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/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D9A9928-E92E-464D-8558-86F19EE15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/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B78E353-A034-46DE-93F9-B4ECC2A3656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3499F4-4120-4B85-879B-FDA1A9BA8A52}" type="datetimeFigureOut">
              <a:rPr lang="en-US" smtClean="0"/>
              <a:t>6/12/2020</a:t>
            </a:fld>
            <a:endParaRPr lang="en-US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08F4BAB-BC9C-4D43-8420-79EB6E82E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8239D2E-BD18-4484-B879-C61E3D1B6C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C2286DB-ED21-40BC-92BD-DD8E30B1370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5143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farmacia/antipulgas-e-outros-parasitas/merial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farmacia/antipulgas-e-outros-parasitas/merial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farmacia/antipulgas-e-outros-parasitas/merial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farmacia/antipulgas-e-outros-parasitas/merial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carrinho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carrinho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pagamento_expresso&amp;logado=1" TargetMode="Externa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petcenterexpress.com.br/pagamento_expresso&amp;logado=1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centerexpress.com.br/pagamento_expresso&amp;logado=1" TargetMode="Externa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>
            <a:extLst>
              <a:ext uri="{FF2B5EF4-FFF2-40B4-BE49-F238E27FC236}">
                <a16:creationId xmlns:a16="http://schemas.microsoft.com/office/drawing/2014/main" id="{5E6B6666-CF33-4CFF-813B-E0F0DA4040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723900"/>
            <a:ext cx="10515600" cy="541020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D1A5BBE3-E7F1-46B7-9669-F457739043F1}"/>
              </a:ext>
            </a:extLst>
          </p:cNvPr>
          <p:cNvSpPr/>
          <p:nvPr/>
        </p:nvSpPr>
        <p:spPr>
          <a:xfrm>
            <a:off x="8394345" y="424069"/>
            <a:ext cx="3558853" cy="84813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</a:t>
            </a:r>
            <a:r>
              <a:rPr lang="pt-BR" dirty="0" err="1"/>
              <a:t>page</a:t>
            </a:r>
            <a:r>
              <a:rPr lang="pt-BR" dirty="0"/>
              <a:t> </a:t>
            </a:r>
            <a:r>
              <a:rPr lang="pt-BR" dirty="0" err="1"/>
              <a:t>view</a:t>
            </a:r>
            <a:r>
              <a:rPr lang="pt-BR" dirty="0"/>
              <a:t> - </a:t>
            </a:r>
            <a:r>
              <a:rPr lang="pt-BR" dirty="0" err="1"/>
              <a:t>Pixel_pageview_Petcenter</a:t>
            </a:r>
            <a:r>
              <a:rPr lang="pt-BR"/>
              <a:t> Express</a:t>
            </a:r>
            <a:endParaRPr lang="en-US" dirty="0"/>
          </a:p>
        </p:txBody>
      </p:sp>
      <p:sp>
        <p:nvSpPr>
          <p:cNvPr id="8" name="Retângulo 7">
            <a:extLst>
              <a:ext uri="{FF2B5EF4-FFF2-40B4-BE49-F238E27FC236}">
                <a16:creationId xmlns:a16="http://schemas.microsoft.com/office/drawing/2014/main" id="{3BB8627F-C794-4ED3-9A38-C2660390C0D0}"/>
              </a:ext>
            </a:extLst>
          </p:cNvPr>
          <p:cNvSpPr/>
          <p:nvPr/>
        </p:nvSpPr>
        <p:spPr>
          <a:xfrm>
            <a:off x="516834" y="181930"/>
            <a:ext cx="7659757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https://www.petcenterexpress.com.br/farmacia/antipulgas-e-outros-parasitas/merial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342472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m 11">
            <a:extLst>
              <a:ext uri="{FF2B5EF4-FFF2-40B4-BE49-F238E27FC236}">
                <a16:creationId xmlns:a16="http://schemas.microsoft.com/office/drawing/2014/main" id="{74FC8599-3456-4D88-890E-7555E99E5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2062" y="576262"/>
            <a:ext cx="9667875" cy="570547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751AD1AB-838A-49DD-9918-87B9B432795F}"/>
              </a:ext>
            </a:extLst>
          </p:cNvPr>
          <p:cNvSpPr/>
          <p:nvPr/>
        </p:nvSpPr>
        <p:spPr>
          <a:xfrm>
            <a:off x="702365" y="5142049"/>
            <a:ext cx="2835966" cy="1139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</a:t>
            </a:r>
          </a:p>
          <a:p>
            <a:pPr algn="ctr"/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</a:t>
            </a:r>
            <a:r>
              <a:rPr lang="en-US" b="1" dirty="0" err="1"/>
              <a:t>produtos</a:t>
            </a:r>
            <a:r>
              <a:rPr lang="en-US" b="1" dirty="0"/>
              <a:t> </a:t>
            </a:r>
            <a:r>
              <a:rPr lang="en-US" dirty="0"/>
              <a:t>frontline</a:t>
            </a:r>
            <a:endParaRPr lang="pt-BR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722336D-E713-4137-A2C1-33CFC086D02D}"/>
              </a:ext>
            </a:extLst>
          </p:cNvPr>
          <p:cNvCxnSpPr/>
          <p:nvPr/>
        </p:nvCxnSpPr>
        <p:spPr>
          <a:xfrm flipV="1">
            <a:off x="3392556" y="5102293"/>
            <a:ext cx="901148" cy="212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6DA0A9B-7632-478E-B913-5EE7E69FE477}"/>
              </a:ext>
            </a:extLst>
          </p:cNvPr>
          <p:cNvCxnSpPr>
            <a:cxnSpLocks/>
          </p:cNvCxnSpPr>
          <p:nvPr/>
        </p:nvCxnSpPr>
        <p:spPr>
          <a:xfrm flipV="1">
            <a:off x="3544956" y="5142049"/>
            <a:ext cx="3283032" cy="3246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0A60F76B-D6F2-4674-9CDA-8A801EDC6DD8}"/>
              </a:ext>
            </a:extLst>
          </p:cNvPr>
          <p:cNvCxnSpPr>
            <a:cxnSpLocks/>
          </p:cNvCxnSpPr>
          <p:nvPr/>
        </p:nvCxnSpPr>
        <p:spPr>
          <a:xfrm flipV="1">
            <a:off x="3544956" y="5208310"/>
            <a:ext cx="6023114" cy="2584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tângulo 12">
            <a:extLst>
              <a:ext uri="{FF2B5EF4-FFF2-40B4-BE49-F238E27FC236}">
                <a16:creationId xmlns:a16="http://schemas.microsoft.com/office/drawing/2014/main" id="{D4C3B55C-9491-4782-85B0-02AA5BF26B45}"/>
              </a:ext>
            </a:extLst>
          </p:cNvPr>
          <p:cNvSpPr/>
          <p:nvPr/>
        </p:nvSpPr>
        <p:spPr>
          <a:xfrm>
            <a:off x="1510748" y="26295"/>
            <a:ext cx="931627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https://www.petcenterexpress.com.br/farmacia/antipulgas-e-outros-parasitas/merial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4692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E64EC43F-E3E1-4B90-9AFC-BBE577AF0A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7498" y="652462"/>
            <a:ext cx="9029700" cy="5553075"/>
          </a:xfrm>
          <a:prstGeom prst="rect">
            <a:avLst/>
          </a:prstGeom>
        </p:spPr>
      </p:pic>
      <p:sp>
        <p:nvSpPr>
          <p:cNvPr id="2" name="Retângulo 1">
            <a:extLst>
              <a:ext uri="{FF2B5EF4-FFF2-40B4-BE49-F238E27FC236}">
                <a16:creationId xmlns:a16="http://schemas.microsoft.com/office/drawing/2014/main" id="{751AD1AB-838A-49DD-9918-87B9B432795F}"/>
              </a:ext>
            </a:extLst>
          </p:cNvPr>
          <p:cNvSpPr/>
          <p:nvPr/>
        </p:nvSpPr>
        <p:spPr>
          <a:xfrm>
            <a:off x="291548" y="1497495"/>
            <a:ext cx="2835966" cy="113968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adicionar ao carrinho</a:t>
            </a:r>
          </a:p>
          <a:p>
            <a:pPr algn="ctr"/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b="1" dirty="0" err="1"/>
              <a:t>todos</a:t>
            </a:r>
            <a:r>
              <a:rPr lang="en-US" b="1" dirty="0"/>
              <a:t> </a:t>
            </a:r>
            <a:r>
              <a:rPr lang="en-US" b="1" dirty="0" err="1"/>
              <a:t>os</a:t>
            </a:r>
            <a:r>
              <a:rPr lang="en-US" b="1" dirty="0"/>
              <a:t> </a:t>
            </a:r>
            <a:r>
              <a:rPr lang="en-US" b="1" dirty="0" err="1"/>
              <a:t>produtos</a:t>
            </a:r>
            <a:r>
              <a:rPr lang="en-US" b="1" dirty="0"/>
              <a:t> </a:t>
            </a:r>
            <a:r>
              <a:rPr lang="en-US" dirty="0"/>
              <a:t>frontline</a:t>
            </a:r>
            <a:endParaRPr lang="pt-BR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722336D-E713-4137-A2C1-33CFC086D02D}"/>
              </a:ext>
            </a:extLst>
          </p:cNvPr>
          <p:cNvCxnSpPr>
            <a:cxnSpLocks/>
          </p:cNvCxnSpPr>
          <p:nvPr/>
        </p:nvCxnSpPr>
        <p:spPr>
          <a:xfrm flipV="1">
            <a:off x="2981739" y="1626110"/>
            <a:ext cx="2448339" cy="436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66DA0A9B-7632-478E-B913-5EE7E69FE477}"/>
              </a:ext>
            </a:extLst>
          </p:cNvPr>
          <p:cNvCxnSpPr>
            <a:cxnSpLocks/>
          </p:cNvCxnSpPr>
          <p:nvPr/>
        </p:nvCxnSpPr>
        <p:spPr>
          <a:xfrm flipV="1">
            <a:off x="3134139" y="1669774"/>
            <a:ext cx="4591878" cy="15240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C1F5F2FC-31C7-4CD1-8AD8-6D9EC1D43E6E}"/>
              </a:ext>
            </a:extLst>
          </p:cNvPr>
          <p:cNvCxnSpPr>
            <a:cxnSpLocks/>
          </p:cNvCxnSpPr>
          <p:nvPr/>
        </p:nvCxnSpPr>
        <p:spPr>
          <a:xfrm>
            <a:off x="3134139" y="1822175"/>
            <a:ext cx="2690191" cy="369073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5252CCAC-9ECA-4651-BB91-2D58BCBD500E}"/>
              </a:ext>
            </a:extLst>
          </p:cNvPr>
          <p:cNvCxnSpPr>
            <a:cxnSpLocks/>
          </p:cNvCxnSpPr>
          <p:nvPr/>
        </p:nvCxnSpPr>
        <p:spPr>
          <a:xfrm>
            <a:off x="3134139" y="1822175"/>
            <a:ext cx="4982817" cy="37437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tângulo 18">
            <a:extLst>
              <a:ext uri="{FF2B5EF4-FFF2-40B4-BE49-F238E27FC236}">
                <a16:creationId xmlns:a16="http://schemas.microsoft.com/office/drawing/2014/main" id="{CA9570BF-4FFF-4B7A-A7B1-51B3AA372174}"/>
              </a:ext>
            </a:extLst>
          </p:cNvPr>
          <p:cNvSpPr/>
          <p:nvPr/>
        </p:nvSpPr>
        <p:spPr>
          <a:xfrm>
            <a:off x="1252329" y="-11042"/>
            <a:ext cx="87464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https://www.petcenterexpress.com.br/farmacia/antipulgas-e-outros-parasitas/merial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29168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>
            <a:extLst>
              <a:ext uri="{FF2B5EF4-FFF2-40B4-BE49-F238E27FC236}">
                <a16:creationId xmlns:a16="http://schemas.microsoft.com/office/drawing/2014/main" id="{546A0453-BFD3-4453-BDE1-BAF7AE676BE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239" t="13026" r="13805" b="10705"/>
          <a:stretch/>
        </p:blipFill>
        <p:spPr>
          <a:xfrm>
            <a:off x="1736034" y="894522"/>
            <a:ext cx="8772939" cy="5227982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>
            <a:cxnSpLocks/>
          </p:cNvCxnSpPr>
          <p:nvPr/>
        </p:nvCxnSpPr>
        <p:spPr>
          <a:xfrm>
            <a:off x="3432517" y="1125415"/>
            <a:ext cx="4412770" cy="15647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ângulo 17">
            <a:extLst>
              <a:ext uri="{FF2B5EF4-FFF2-40B4-BE49-F238E27FC236}">
                <a16:creationId xmlns:a16="http://schemas.microsoft.com/office/drawing/2014/main" id="{EA5E1DA5-9BC3-40E3-882C-C5AFF79773F9}"/>
              </a:ext>
            </a:extLst>
          </p:cNvPr>
          <p:cNvSpPr/>
          <p:nvPr/>
        </p:nvSpPr>
        <p:spPr>
          <a:xfrm>
            <a:off x="1736034" y="226862"/>
            <a:ext cx="825610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https://www.petcenterexpress.com.br/farmacia/antipulgas-e-outros-parasitas/merial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126885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E03D07D-26F6-491F-A147-E1ED68884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87" y="2144863"/>
            <a:ext cx="10639425" cy="44862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>
            <a:cxnSpLocks/>
          </p:cNvCxnSpPr>
          <p:nvPr/>
        </p:nvCxnSpPr>
        <p:spPr>
          <a:xfrm>
            <a:off x="3432517" y="1125415"/>
            <a:ext cx="5751240" cy="16310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2E96EB58-49D3-4E65-909A-3F4DEA5D29E4}"/>
              </a:ext>
            </a:extLst>
          </p:cNvPr>
          <p:cNvCxnSpPr>
            <a:cxnSpLocks/>
          </p:cNvCxnSpPr>
          <p:nvPr/>
        </p:nvCxnSpPr>
        <p:spPr>
          <a:xfrm>
            <a:off x="2127178" y="1372263"/>
            <a:ext cx="6647394" cy="4630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F17EBBFC-DE46-4EE9-A042-28F714CBD03E}"/>
              </a:ext>
            </a:extLst>
          </p:cNvPr>
          <p:cNvSpPr/>
          <p:nvPr/>
        </p:nvSpPr>
        <p:spPr>
          <a:xfrm>
            <a:off x="3432517" y="226862"/>
            <a:ext cx="4653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https://www.petcenterexpress.com.br/carrinho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98506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E03D07D-26F6-491F-A147-E1ED68884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87" y="2144863"/>
            <a:ext cx="10639425" cy="4486275"/>
          </a:xfrm>
          <a:prstGeom prst="rect">
            <a:avLst/>
          </a:prstGeom>
        </p:spPr>
      </p:pic>
      <p:sp>
        <p:nvSpPr>
          <p:cNvPr id="5" name="Retângulo 4">
            <a:extLst>
              <a:ext uri="{FF2B5EF4-FFF2-40B4-BE49-F238E27FC236}">
                <a16:creationId xmlns:a16="http://schemas.microsoft.com/office/drawing/2014/main" id="{8CB6F4B4-14EC-493F-8873-42AD7CB5EE7C}"/>
              </a:ext>
            </a:extLst>
          </p:cNvPr>
          <p:cNvSpPr/>
          <p:nvPr/>
        </p:nvSpPr>
        <p:spPr>
          <a:xfrm>
            <a:off x="581464" y="982699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FA30D707-7416-4107-9442-989926E0ED77}"/>
              </a:ext>
            </a:extLst>
          </p:cNvPr>
          <p:cNvCxnSpPr>
            <a:cxnSpLocks/>
          </p:cNvCxnSpPr>
          <p:nvPr/>
        </p:nvCxnSpPr>
        <p:spPr>
          <a:xfrm>
            <a:off x="3432517" y="1125415"/>
            <a:ext cx="5751240" cy="16310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2E96EB58-49D3-4E65-909A-3F4DEA5D29E4}"/>
              </a:ext>
            </a:extLst>
          </p:cNvPr>
          <p:cNvCxnSpPr>
            <a:cxnSpLocks/>
          </p:cNvCxnSpPr>
          <p:nvPr/>
        </p:nvCxnSpPr>
        <p:spPr>
          <a:xfrm>
            <a:off x="2127178" y="1372263"/>
            <a:ext cx="6647394" cy="463097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tângulo 5">
            <a:extLst>
              <a:ext uri="{FF2B5EF4-FFF2-40B4-BE49-F238E27FC236}">
                <a16:creationId xmlns:a16="http://schemas.microsoft.com/office/drawing/2014/main" id="{F17EBBFC-DE46-4EE9-A042-28F714CBD03E}"/>
              </a:ext>
            </a:extLst>
          </p:cNvPr>
          <p:cNvSpPr/>
          <p:nvPr/>
        </p:nvSpPr>
        <p:spPr>
          <a:xfrm>
            <a:off x="3432517" y="226862"/>
            <a:ext cx="4653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hlinkClick r:id="rId3"/>
              </a:rPr>
              <a:t>https://www.petcenterexpress.com.br/carrinho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14272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E1B59B91-F006-4B0D-897A-7A2498C5D4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4002"/>
            <a:ext cx="6068080" cy="4790196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BC79144C-D059-43B3-8874-5F160A53FE84}"/>
              </a:ext>
            </a:extLst>
          </p:cNvPr>
          <p:cNvSpPr/>
          <p:nvPr/>
        </p:nvSpPr>
        <p:spPr>
          <a:xfrm>
            <a:off x="2011681" y="0"/>
            <a:ext cx="72026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https://www.petcenterexpress.com.br/pagamento_expresso&amp;logado=1</a:t>
            </a:r>
            <a:endParaRPr lang="en-US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3D35D30-7B1A-4610-B816-B5714B8854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34040" y="3260188"/>
            <a:ext cx="5132510" cy="3840492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AF658C1E-7275-4062-9830-0B07567B78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0967" y="654002"/>
            <a:ext cx="4893986" cy="3988630"/>
          </a:xfrm>
          <a:prstGeom prst="rect">
            <a:avLst/>
          </a:prstGeom>
        </p:spPr>
      </p:pic>
      <p:sp>
        <p:nvSpPr>
          <p:cNvPr id="6" name="Retângulo 5">
            <a:extLst>
              <a:ext uri="{FF2B5EF4-FFF2-40B4-BE49-F238E27FC236}">
                <a16:creationId xmlns:a16="http://schemas.microsoft.com/office/drawing/2014/main" id="{0449308E-4134-4FB4-AE97-E6A19815105B}"/>
              </a:ext>
            </a:extLst>
          </p:cNvPr>
          <p:cNvSpPr/>
          <p:nvPr/>
        </p:nvSpPr>
        <p:spPr>
          <a:xfrm>
            <a:off x="593698" y="5180434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Finalizar compra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AD91483-65BD-4C54-B2B4-35A48A09E951}"/>
              </a:ext>
            </a:extLst>
          </p:cNvPr>
          <p:cNvCxnSpPr>
            <a:cxnSpLocks/>
          </p:cNvCxnSpPr>
          <p:nvPr/>
        </p:nvCxnSpPr>
        <p:spPr>
          <a:xfrm>
            <a:off x="2180492" y="5444198"/>
            <a:ext cx="3488788" cy="102694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A343DADB-88D3-4EF1-BD7C-36436A3A1D0F}"/>
              </a:ext>
            </a:extLst>
          </p:cNvPr>
          <p:cNvCxnSpPr>
            <a:cxnSpLocks/>
          </p:cNvCxnSpPr>
          <p:nvPr/>
        </p:nvCxnSpPr>
        <p:spPr>
          <a:xfrm flipV="1">
            <a:off x="2332892" y="3260188"/>
            <a:ext cx="6881447" cy="233641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6BC9B11A-CBBD-4E11-90F2-2C133F1BB6E4}"/>
              </a:ext>
            </a:extLst>
          </p:cNvPr>
          <p:cNvCxnSpPr>
            <a:cxnSpLocks/>
          </p:cNvCxnSpPr>
          <p:nvPr/>
        </p:nvCxnSpPr>
        <p:spPr>
          <a:xfrm flipV="1">
            <a:off x="2332892" y="2082018"/>
            <a:ext cx="6881447" cy="35145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ector de Seta Reta 13">
            <a:extLst>
              <a:ext uri="{FF2B5EF4-FFF2-40B4-BE49-F238E27FC236}">
                <a16:creationId xmlns:a16="http://schemas.microsoft.com/office/drawing/2014/main" id="{1F6127BD-A788-433E-A91A-57737FC602F8}"/>
              </a:ext>
            </a:extLst>
          </p:cNvPr>
          <p:cNvCxnSpPr>
            <a:cxnSpLocks/>
          </p:cNvCxnSpPr>
          <p:nvPr/>
        </p:nvCxnSpPr>
        <p:spPr>
          <a:xfrm flipV="1">
            <a:off x="2332892" y="2419643"/>
            <a:ext cx="6881447" cy="3176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>
            <a:extLst>
              <a:ext uri="{FF2B5EF4-FFF2-40B4-BE49-F238E27FC236}">
                <a16:creationId xmlns:a16="http://schemas.microsoft.com/office/drawing/2014/main" id="{FB78D97B-7151-4F3F-B6CE-AE42B9ED6379}"/>
              </a:ext>
            </a:extLst>
          </p:cNvPr>
          <p:cNvCxnSpPr>
            <a:cxnSpLocks/>
          </p:cNvCxnSpPr>
          <p:nvPr/>
        </p:nvCxnSpPr>
        <p:spPr>
          <a:xfrm flipV="1">
            <a:off x="2332892" y="2827606"/>
            <a:ext cx="7036191" cy="27689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ector de Seta Reta 17">
            <a:extLst>
              <a:ext uri="{FF2B5EF4-FFF2-40B4-BE49-F238E27FC236}">
                <a16:creationId xmlns:a16="http://schemas.microsoft.com/office/drawing/2014/main" id="{6E564E86-A5A8-4FCD-BAA6-44E233DC5BD7}"/>
              </a:ext>
            </a:extLst>
          </p:cNvPr>
          <p:cNvCxnSpPr>
            <a:cxnSpLocks/>
          </p:cNvCxnSpPr>
          <p:nvPr/>
        </p:nvCxnSpPr>
        <p:spPr>
          <a:xfrm flipH="1" flipV="1">
            <a:off x="2011681" y="4431323"/>
            <a:ext cx="321211" cy="11652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7045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41912D98-D61E-4249-8EA1-85E5B0214A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33657"/>
            <a:ext cx="6886575" cy="5429250"/>
          </a:xfrm>
          <a:prstGeom prst="rect">
            <a:avLst/>
          </a:prstGeom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9C08C60B-9328-4E92-92BD-FA1B1245A2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4175" y="1257469"/>
            <a:ext cx="5457825" cy="5381625"/>
          </a:xfrm>
          <a:prstGeom prst="rect">
            <a:avLst/>
          </a:prstGeom>
        </p:spPr>
      </p:pic>
      <p:sp>
        <p:nvSpPr>
          <p:cNvPr id="4" name="Retângulo 3">
            <a:extLst>
              <a:ext uri="{FF2B5EF4-FFF2-40B4-BE49-F238E27FC236}">
                <a16:creationId xmlns:a16="http://schemas.microsoft.com/office/drawing/2014/main" id="{FA6B265E-BACE-44FC-948D-5FB0453AB1C6}"/>
              </a:ext>
            </a:extLst>
          </p:cNvPr>
          <p:cNvSpPr/>
          <p:nvPr/>
        </p:nvSpPr>
        <p:spPr>
          <a:xfrm>
            <a:off x="2011681" y="0"/>
            <a:ext cx="72026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4"/>
              </a:rPr>
              <a:t>https://www.petcenterexpress.com.br/pagamento_expresso&amp;logado=1</a:t>
            </a:r>
            <a:endParaRPr lang="en-US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A6F0CEA6-8904-4C8D-98F5-C8A998036EF9}"/>
              </a:ext>
            </a:extLst>
          </p:cNvPr>
          <p:cNvSpPr/>
          <p:nvPr/>
        </p:nvSpPr>
        <p:spPr>
          <a:xfrm>
            <a:off x="426719" y="581607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Realizada EM TODAS AS OPÇÕES</a:t>
            </a:r>
            <a:endParaRPr lang="en-US" dirty="0"/>
          </a:p>
        </p:txBody>
      </p:sp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B768C4D4-9432-4A8B-859F-B3E4C89785C1}"/>
              </a:ext>
            </a:extLst>
          </p:cNvPr>
          <p:cNvCxnSpPr/>
          <p:nvPr/>
        </p:nvCxnSpPr>
        <p:spPr>
          <a:xfrm>
            <a:off x="2855742" y="1041009"/>
            <a:ext cx="1631852" cy="37701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D3F143E3-4EB0-4CF3-846B-5CD5F951A3E2}"/>
              </a:ext>
            </a:extLst>
          </p:cNvPr>
          <p:cNvCxnSpPr>
            <a:cxnSpLocks/>
          </p:cNvCxnSpPr>
          <p:nvPr/>
        </p:nvCxnSpPr>
        <p:spPr>
          <a:xfrm>
            <a:off x="3008142" y="1193409"/>
            <a:ext cx="6467162" cy="361774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46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>
            <a:extLst>
              <a:ext uri="{FF2B5EF4-FFF2-40B4-BE49-F238E27FC236}">
                <a16:creationId xmlns:a16="http://schemas.microsoft.com/office/drawing/2014/main" id="{BC35A92B-50D6-4458-A189-82F3F2AD62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437" y="628650"/>
            <a:ext cx="11287125" cy="5600700"/>
          </a:xfrm>
          <a:prstGeom prst="rect">
            <a:avLst/>
          </a:prstGeom>
        </p:spPr>
      </p:pic>
      <p:sp>
        <p:nvSpPr>
          <p:cNvPr id="3" name="Retângulo 2">
            <a:extLst>
              <a:ext uri="{FF2B5EF4-FFF2-40B4-BE49-F238E27FC236}">
                <a16:creationId xmlns:a16="http://schemas.microsoft.com/office/drawing/2014/main" id="{53A060C5-68F4-44DC-B6C1-394CC05FCB40}"/>
              </a:ext>
            </a:extLst>
          </p:cNvPr>
          <p:cNvSpPr/>
          <p:nvPr/>
        </p:nvSpPr>
        <p:spPr>
          <a:xfrm>
            <a:off x="2011681" y="0"/>
            <a:ext cx="720265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hlinkClick r:id="rId3"/>
              </a:rPr>
              <a:t>https://www.petcenterexpress.com.br/pagamento_expresso&amp;logado=1</a:t>
            </a:r>
            <a:endParaRPr lang="en-US" dirty="0"/>
          </a:p>
        </p:txBody>
      </p:sp>
      <p:sp>
        <p:nvSpPr>
          <p:cNvPr id="5" name="Retângulo 4">
            <a:extLst>
              <a:ext uri="{FF2B5EF4-FFF2-40B4-BE49-F238E27FC236}">
                <a16:creationId xmlns:a16="http://schemas.microsoft.com/office/drawing/2014/main" id="{E53E3EC3-0F94-45AF-893E-2BD9FCC81DEF}"/>
              </a:ext>
            </a:extLst>
          </p:cNvPr>
          <p:cNvSpPr/>
          <p:nvPr/>
        </p:nvSpPr>
        <p:spPr>
          <a:xfrm>
            <a:off x="740490" y="5607707"/>
            <a:ext cx="2835966" cy="6758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Evento compra realizada</a:t>
            </a:r>
            <a:endParaRPr lang="en-US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7D8A720-FD30-418A-8C7F-675DED9E069D}"/>
              </a:ext>
            </a:extLst>
          </p:cNvPr>
          <p:cNvCxnSpPr>
            <a:cxnSpLocks/>
          </p:cNvCxnSpPr>
          <p:nvPr/>
        </p:nvCxnSpPr>
        <p:spPr>
          <a:xfrm flipV="1">
            <a:off x="3018988" y="4740812"/>
            <a:ext cx="2889443" cy="13237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4534094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183</Words>
  <Application>Microsoft Office PowerPoint</Application>
  <PresentationFormat>Widescreen</PresentationFormat>
  <Paragraphs>20</Paragraphs>
  <Slides>9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Andreina Tempera Clemente (Almap BBDO)</dc:creator>
  <cp:lastModifiedBy>Felipe Alves de Lima</cp:lastModifiedBy>
  <cp:revision>9</cp:revision>
  <dcterms:created xsi:type="dcterms:W3CDTF">2020-06-10T18:54:48Z</dcterms:created>
  <dcterms:modified xsi:type="dcterms:W3CDTF">2020-06-12T21:00:59Z</dcterms:modified>
</cp:coreProperties>
</file>