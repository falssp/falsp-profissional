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3CD4DC-00A9-4E1E-92D0-2C161946B5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9789FE-E0E9-4291-B081-C618C7CD2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64B41B9-8993-490D-98D9-AA5AEC293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35296D9-9001-400C-A3E5-DAFFC5FBE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A9F4BCC-6CE4-4640-96F0-124392CB4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4096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729C9-978F-4C48-B9BD-530EA86B1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341721-1414-49E7-AC2C-7805F34AA9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15C77C-FCCE-4561-BF64-1CFC10DEA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3B2207E-15DA-4B88-A6EA-5D87FC874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56E9B2-FD11-4A38-8BFD-7D630B2B1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8555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33B7AF-4B68-4A65-BB54-94D40730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DF59AF4-193F-493C-A812-DBB7F204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74C02F-BC94-4ACA-9800-DC91699E3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C334B6-6C97-4B68-913E-426318638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5D958C1-91CC-4247-8693-F14A1A14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9219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F1189E-2FBE-4DFD-8979-203E0A535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400F44-9FA7-4F41-B382-93F4A41E1F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A65CBBC-8F0A-4D29-BDDD-2CD269AE9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7A04A61-612C-4D73-9BFF-0733343A3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393A290-1A88-45F8-BC7C-0C0AC8550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FC4ECBD-612F-4E25-BCB8-D02532415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6775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F87DEC-6954-4CE4-BFAD-A56E608B0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82F7AC-0783-4FEF-87CB-3354B05201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CABA67D-F662-4747-BC2D-9FAB42BAC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9B9B9EE-55A8-4C2B-B939-675BD143C7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0679B30-4741-49D2-AA68-A7B3E65B32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59859E7-7456-42C5-B739-584F0E3E7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F73E0B5-0172-4F42-BCD7-E4C78CE80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288CA59-3565-4794-8CF1-91CD17C60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4560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67B747-DB5F-4269-87EE-DEBAE3158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03B4AA7-51A9-47C5-A3ED-5AC285A02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35709FB-5060-4170-9664-6D6E263B5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1A55509-D1B4-41D7-88BE-37B7F1D0A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4555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E8A7470-3358-46F6-B347-BC93AF9C5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F7E0071-026A-4B31-8B6A-AD591EEDA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4969E3E-7546-4677-879E-2D0DD75F6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2513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A53C11-9A21-4E8E-8F64-B1C4541F2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2EB57F-EB72-46DB-8197-54EBBE6D8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2B5EE5E-CC88-4CF1-BC9A-D7DC4748B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E17BDD6-C40D-43FA-A77B-46293A244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FDBDBD-5D15-4401-8F78-BDDDFA4B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65877FB-8BC2-4D3D-A0BE-3D77C4A5F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1877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987C8E-2890-430A-86F3-F9FC94653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D3FEB04-486C-4094-AC11-65A0F9C021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796DE6C-A191-4400-81E9-3DDF5E0A3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658C2A-B74B-42F3-906A-9E4B6E772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1A942B6-03D6-4F4C-838C-E54F69451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CC5020D-E6EF-4546-BE55-835AF99B2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9901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93D1F5-D5D3-4910-B7B5-986AE2CC7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824E060-C3C1-4D05-A6BD-9F98CB7BB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A592CD0-1848-4D8F-AA3F-70B105F6E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B2E5A09-FAD2-49CC-A59C-90159D246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66D1CF-F8D9-4782-A0F8-E3DB92C19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883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E6FDBC7-D3D9-46A9-A3FB-EDF3D7324E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532F99C-5A1F-47C5-B9D1-A1697F0A78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292647A-BE66-4A08-B828-D6C61F223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AC6010-57F5-464F-9F4B-2422D55BB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A6B82D9-D38D-40CE-A5AE-22EFA2A4E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5423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C513CA9-59B2-480C-BB92-DE108619E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4E1F5BB-D1BE-4BCB-B94F-6DDC747EA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616E73-9617-4E1C-BC26-942CEC7AAB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03BBE2-0F49-480C-A5D2-F710A3718082}" type="datetimeFigureOut">
              <a:rPr lang="pt-BR" smtClean="0"/>
              <a:t>12/06/2020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EDD540-CF2F-4DC7-A6BD-0CCD43E112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85636A-6AFA-4C65-901C-523C62AAA2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28B9B0-DC9B-440F-A3FC-AB4F8C4160A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5352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sadoprodutor.com.br/farmacia/antipulgascaes/pag/1/filtros/31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sadoprodutor.com.br/farmacia/antipulgascaes/pag/1/filtros/31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sadoprodutor.com.br/farmacia/antipulgascaes/pag/1/filtros/31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sadoprodutor.com.br/carrinho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sadoprodutor.com.br/checkout/t/14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sadoprodutor.com.br/checkout/t/14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7140C4A2-FEF0-4D26-AF86-FEEB8A6D6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64" y="826354"/>
            <a:ext cx="10244958" cy="5759976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7CD07AF4-21EF-40BD-8866-D83A00F26FB7}"/>
              </a:ext>
            </a:extLst>
          </p:cNvPr>
          <p:cNvSpPr/>
          <p:nvPr/>
        </p:nvSpPr>
        <p:spPr>
          <a:xfrm>
            <a:off x="7513983" y="2027581"/>
            <a:ext cx="3326295" cy="6361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</a:t>
            </a:r>
            <a:r>
              <a:rPr lang="pt-BR" dirty="0" err="1"/>
              <a:t>page</a:t>
            </a:r>
            <a:r>
              <a:rPr lang="pt-BR" dirty="0"/>
              <a:t> </a:t>
            </a:r>
            <a:r>
              <a:rPr lang="pt-BR" dirty="0" err="1"/>
              <a:t>view</a:t>
            </a:r>
            <a:r>
              <a:rPr lang="pt-BR" dirty="0"/>
              <a:t> - </a:t>
            </a:r>
            <a:r>
              <a:rPr lang="pt-BR"/>
              <a:t>Pixel_Pageview_lojacasadoprodutos</a:t>
            </a:r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AA7C3D4-A4D7-4277-8FB5-114497566BA0}"/>
              </a:ext>
            </a:extLst>
          </p:cNvPr>
          <p:cNvSpPr/>
          <p:nvPr/>
        </p:nvSpPr>
        <p:spPr>
          <a:xfrm>
            <a:off x="914400" y="6266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>
                <a:hlinkClick r:id="rId3"/>
              </a:rPr>
              <a:t>https://www.casadoprodutor.com.br/farmacia/antipulgascaes/pag/1/filtros/31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7929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7140C4A2-FEF0-4D26-AF86-FEEB8A6D6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42" y="720336"/>
            <a:ext cx="10244958" cy="5759976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7CD07AF4-21EF-40BD-8866-D83A00F26FB7}"/>
              </a:ext>
            </a:extLst>
          </p:cNvPr>
          <p:cNvSpPr/>
          <p:nvPr/>
        </p:nvSpPr>
        <p:spPr>
          <a:xfrm>
            <a:off x="3449530" y="6175511"/>
            <a:ext cx="2449413" cy="3048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</a:t>
            </a:r>
            <a:r>
              <a:rPr lang="pt-BR" dirty="0" err="1"/>
              <a:t>adc</a:t>
            </a:r>
            <a:r>
              <a:rPr lang="pt-BR" dirty="0"/>
              <a:t> ao carrinho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AA7C3D4-A4D7-4277-8FB5-114497566BA0}"/>
              </a:ext>
            </a:extLst>
          </p:cNvPr>
          <p:cNvSpPr/>
          <p:nvPr/>
        </p:nvSpPr>
        <p:spPr>
          <a:xfrm>
            <a:off x="914400" y="6266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>
                <a:hlinkClick r:id="rId3"/>
              </a:rPr>
              <a:t>https://www.casadoprodutor.com.br/farmacia/antipulgascaes/pag/1/filtros/31</a:t>
            </a:r>
            <a:endParaRPr lang="pt-BR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8E5EE232-F0C1-4C62-ACFB-EA54C3BD7DEE}"/>
              </a:ext>
            </a:extLst>
          </p:cNvPr>
          <p:cNvCxnSpPr>
            <a:cxnSpLocks/>
          </p:cNvCxnSpPr>
          <p:nvPr/>
        </p:nvCxnSpPr>
        <p:spPr>
          <a:xfrm flipH="1" flipV="1">
            <a:off x="4253948" y="5711687"/>
            <a:ext cx="775252" cy="4638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127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4AEA9C4-809B-4F8C-B23D-F0AA22ACB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443" y="1353395"/>
            <a:ext cx="9435548" cy="530490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A8ACE18B-EE26-4D8B-AEFA-80C8994D5CDC}"/>
              </a:ext>
            </a:extLst>
          </p:cNvPr>
          <p:cNvSpPr/>
          <p:nvPr/>
        </p:nvSpPr>
        <p:spPr>
          <a:xfrm>
            <a:off x="8534400" y="3792155"/>
            <a:ext cx="3154018" cy="427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5454A283-B485-4CAD-BBA2-FA18DADA40BE}"/>
              </a:ext>
            </a:extLst>
          </p:cNvPr>
          <p:cNvCxnSpPr>
            <a:cxnSpLocks/>
          </p:cNvCxnSpPr>
          <p:nvPr/>
        </p:nvCxnSpPr>
        <p:spPr>
          <a:xfrm flipH="1" flipV="1">
            <a:off x="9859618" y="3458817"/>
            <a:ext cx="914400" cy="333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tângulo 6">
            <a:extLst>
              <a:ext uri="{FF2B5EF4-FFF2-40B4-BE49-F238E27FC236}">
                <a16:creationId xmlns:a16="http://schemas.microsoft.com/office/drawing/2014/main" id="{4A6A2ABF-A487-4FE2-8A33-6732291518C7}"/>
              </a:ext>
            </a:extLst>
          </p:cNvPr>
          <p:cNvSpPr/>
          <p:nvPr/>
        </p:nvSpPr>
        <p:spPr>
          <a:xfrm>
            <a:off x="1179443" y="38913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dirty="0">
                <a:hlinkClick r:id="rId3"/>
              </a:rPr>
              <a:t>https://www.casadoprodutor.com.br/farmacia/antipulgascaes/pag/1/filtros/31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04893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174CB79-6719-4566-842A-22A2C960D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913158"/>
            <a:ext cx="9173403" cy="465275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53005347-E6C2-4156-B45B-50036D179346}"/>
              </a:ext>
            </a:extLst>
          </p:cNvPr>
          <p:cNvSpPr/>
          <p:nvPr/>
        </p:nvSpPr>
        <p:spPr>
          <a:xfrm>
            <a:off x="1404868" y="355360"/>
            <a:ext cx="45054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https://www.casadoprodutor.com.br/carrinho</a:t>
            </a:r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A3C3AA0-AA68-40B5-80E5-C105B3620914}"/>
              </a:ext>
            </a:extLst>
          </p:cNvPr>
          <p:cNvSpPr/>
          <p:nvPr/>
        </p:nvSpPr>
        <p:spPr>
          <a:xfrm>
            <a:off x="7527235" y="6239093"/>
            <a:ext cx="3154018" cy="427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C74F3DA2-FD14-4979-958E-C8DAAA384D10}"/>
              </a:ext>
            </a:extLst>
          </p:cNvPr>
          <p:cNvCxnSpPr>
            <a:cxnSpLocks/>
          </p:cNvCxnSpPr>
          <p:nvPr/>
        </p:nvCxnSpPr>
        <p:spPr>
          <a:xfrm flipH="1" flipV="1">
            <a:off x="9395792" y="5452253"/>
            <a:ext cx="410817" cy="7868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967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4F4D8F1-0130-4289-B921-E3C2E559D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91" y="684833"/>
            <a:ext cx="11358060" cy="4498069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72F526F8-47E9-432D-9A15-D15A3B11DE15}"/>
              </a:ext>
            </a:extLst>
          </p:cNvPr>
          <p:cNvSpPr/>
          <p:nvPr/>
        </p:nvSpPr>
        <p:spPr>
          <a:xfrm>
            <a:off x="1484243" y="5258432"/>
            <a:ext cx="3154018" cy="427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37AE57B-3CEC-4635-BDDE-C4D75F690A1E}"/>
              </a:ext>
            </a:extLst>
          </p:cNvPr>
          <p:cNvCxnSpPr>
            <a:cxnSpLocks/>
          </p:cNvCxnSpPr>
          <p:nvPr/>
        </p:nvCxnSpPr>
        <p:spPr>
          <a:xfrm flipH="1" flipV="1">
            <a:off x="2941983" y="3246783"/>
            <a:ext cx="1" cy="1860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CFDD7A68-9F42-40E7-B2F4-DBF5275C054E}"/>
              </a:ext>
            </a:extLst>
          </p:cNvPr>
          <p:cNvCxnSpPr>
            <a:cxnSpLocks/>
          </p:cNvCxnSpPr>
          <p:nvPr/>
        </p:nvCxnSpPr>
        <p:spPr>
          <a:xfrm flipV="1">
            <a:off x="4767471" y="2226365"/>
            <a:ext cx="3250094" cy="29943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5337C18C-08FC-4C2F-91E9-766F5EB521BB}"/>
              </a:ext>
            </a:extLst>
          </p:cNvPr>
          <p:cNvCxnSpPr>
            <a:cxnSpLocks/>
          </p:cNvCxnSpPr>
          <p:nvPr/>
        </p:nvCxnSpPr>
        <p:spPr>
          <a:xfrm flipV="1">
            <a:off x="4767471" y="2933867"/>
            <a:ext cx="3647659" cy="2538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39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7BD3B66-A4A0-4139-A0C1-32C914EDC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691" y="993859"/>
            <a:ext cx="9978887" cy="5610384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380F8C5A-849F-4468-8223-A8C8C7A7C7F2}"/>
              </a:ext>
            </a:extLst>
          </p:cNvPr>
          <p:cNvSpPr txBox="1"/>
          <p:nvPr/>
        </p:nvSpPr>
        <p:spPr>
          <a:xfrm>
            <a:off x="1126435" y="344557"/>
            <a:ext cx="3803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*OPÇÃO E-MAIL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A8C7215-F175-4637-AB0A-5418F6A5C8E4}"/>
              </a:ext>
            </a:extLst>
          </p:cNvPr>
          <p:cNvSpPr/>
          <p:nvPr/>
        </p:nvSpPr>
        <p:spPr>
          <a:xfrm>
            <a:off x="1126435" y="624527"/>
            <a:ext cx="5060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https://www.casadoprodutor.com.br/checkout/t/14</a:t>
            </a:r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88F8307-C314-4A6E-866D-ED339C58A7F5}"/>
              </a:ext>
            </a:extLst>
          </p:cNvPr>
          <p:cNvSpPr/>
          <p:nvPr/>
        </p:nvSpPr>
        <p:spPr>
          <a:xfrm>
            <a:off x="5592417" y="5565667"/>
            <a:ext cx="3154018" cy="427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CFEF851C-9214-45DF-9222-7234A88117FD}"/>
              </a:ext>
            </a:extLst>
          </p:cNvPr>
          <p:cNvCxnSpPr>
            <a:cxnSpLocks/>
          </p:cNvCxnSpPr>
          <p:nvPr/>
        </p:nvCxnSpPr>
        <p:spPr>
          <a:xfrm flipH="1">
            <a:off x="4399722" y="5639374"/>
            <a:ext cx="1934821" cy="279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2125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721F286-A09B-4E46-8902-93E13A07F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27" y="347662"/>
            <a:ext cx="8553450" cy="6162675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49BC16C-3162-4092-B64D-B976E973E8A8}"/>
              </a:ext>
            </a:extLst>
          </p:cNvPr>
          <p:cNvSpPr/>
          <p:nvPr/>
        </p:nvSpPr>
        <p:spPr>
          <a:xfrm>
            <a:off x="5817704" y="6082954"/>
            <a:ext cx="3154018" cy="427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330FC838-18BB-4B29-9A9C-5A40A0F95934}"/>
              </a:ext>
            </a:extLst>
          </p:cNvPr>
          <p:cNvCxnSpPr>
            <a:cxnSpLocks/>
          </p:cNvCxnSpPr>
          <p:nvPr/>
        </p:nvCxnSpPr>
        <p:spPr>
          <a:xfrm flipH="1">
            <a:off x="4625009" y="6156661"/>
            <a:ext cx="1934821" cy="279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tângulo 4">
            <a:extLst>
              <a:ext uri="{FF2B5EF4-FFF2-40B4-BE49-F238E27FC236}">
                <a16:creationId xmlns:a16="http://schemas.microsoft.com/office/drawing/2014/main" id="{07E7DD1D-B8C5-4BC0-99B9-C385D4CC9F8F}"/>
              </a:ext>
            </a:extLst>
          </p:cNvPr>
          <p:cNvSpPr/>
          <p:nvPr/>
        </p:nvSpPr>
        <p:spPr>
          <a:xfrm>
            <a:off x="7131319" y="347662"/>
            <a:ext cx="5060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3"/>
              </a:rPr>
              <a:t>https://www.casadoprodutor.com.br/checkout/t/14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69974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6DF453D-64D7-4B70-AF67-857F47732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46" y="292582"/>
            <a:ext cx="7674045" cy="550192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AAE43EE-A601-4AEF-8C5B-F615D9F33385}"/>
              </a:ext>
            </a:extLst>
          </p:cNvPr>
          <p:cNvSpPr/>
          <p:nvPr/>
        </p:nvSpPr>
        <p:spPr>
          <a:xfrm>
            <a:off x="8189843" y="5009528"/>
            <a:ext cx="3154018" cy="4273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finalizada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01D1EB47-F98A-491D-9AA3-9E0D9F716194}"/>
              </a:ext>
            </a:extLst>
          </p:cNvPr>
          <p:cNvCxnSpPr>
            <a:cxnSpLocks/>
          </p:cNvCxnSpPr>
          <p:nvPr/>
        </p:nvCxnSpPr>
        <p:spPr>
          <a:xfrm flipH="1">
            <a:off x="6904380" y="5156943"/>
            <a:ext cx="1934821" cy="279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01321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138</Words>
  <Application>Microsoft Office PowerPoint</Application>
  <PresentationFormat>Widescreen</PresentationFormat>
  <Paragraphs>15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Vinicius Nicolau Stoian Pereira - Almap BBDO</dc:creator>
  <cp:lastModifiedBy>C�sar Augusto Lima do Nascimento (Almap BBDO)</cp:lastModifiedBy>
  <cp:revision>4</cp:revision>
  <dcterms:created xsi:type="dcterms:W3CDTF">2020-06-10T20:17:15Z</dcterms:created>
  <dcterms:modified xsi:type="dcterms:W3CDTF">2020-06-12T21:04:15Z</dcterms:modified>
</cp:coreProperties>
</file>