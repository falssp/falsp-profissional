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2E8-63D8-4330-B9E3-6C3FD9594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BA4FB-EE90-4915-8201-96064B879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2DBDD-2000-46E5-89B9-47AC1773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3E2DE-F6D3-40B2-8B12-A53F3D18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183F9-980F-4BC3-AB0E-D9BC040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C75-0536-49B9-ABD1-16A6B5E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201D-5A32-4144-8BD4-06C5B344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E1540-FCB4-4764-94ED-78D7CF85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FAB753-41A8-4D58-B0EB-2CA4E6C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CE6F7-105E-482F-987D-D25480CF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30F0F-6010-4817-8ED9-5534BF47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49B8C-34BB-4294-B0E8-3AA9E930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68D3-7684-49A3-994E-264DAA0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A6B0E-94CC-4135-8A9A-5C670AD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013C8-9FED-47B8-B733-FA05240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3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B67FF-8D44-4C0F-9650-C00C11FF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054E-2EC8-4298-8221-9AA8B833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9EEA8-723A-4255-BD9F-D5F68FE0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932A83-2737-468C-9013-A415838B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1A394-5AAE-4042-8DEC-04D65B5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47978-D3DC-4CC1-89D4-422A47C0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442-F8AA-486D-A72B-BEA29C99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14548-FDCF-4AA7-A1FB-1A017EB0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20921-1B3D-4C84-AB2B-AF46CA737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773C72-80F9-49A9-896A-6EE58ABA7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62C95-A0E6-4119-A9C1-71B735D74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DE6DF-9BBF-4CF7-A9B4-928DB89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864A3-1288-4B90-A2B8-24AEE5C2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5A90-89CE-4AC3-B2C5-AD5AD060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06B9-8EAF-4D8D-AE73-90E51C93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301FD5-B551-4B51-B804-A79A329F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32A86-619A-442E-9AD9-430F1C27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FC43A-3662-48CA-94CA-2E42225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0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5E350-9A93-451C-BD54-A40F24B8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88DAA9-9DC4-4A2C-B5FE-0FD09B1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A92877-27EC-4F77-BB68-688A8C1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C9F8-3C3C-46B8-97EA-C95BFE1B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05E35-143A-4907-9C99-0EC151F5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EBC88-67A2-4534-B836-FD3107A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0082B7-8529-4F0E-80C9-EBDD0C7C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86C88-1D94-43A4-998A-249F8E39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051CA-2232-4226-8BB1-DC70A314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240D-56DC-4B94-93F3-89776AF1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B4989D-0FBA-40DF-8CC5-C7ADD79DF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FAEA20-A278-40E9-AD31-2A15DBFE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3AC4C1-BDAF-4703-B48E-4B168B19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E0161-3917-4683-AD3B-1B92C23D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16DD2-7CC6-487B-A082-2CFF120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5C6C-22BB-4B3A-BBBA-8813D8E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A84D4-274A-4A36-AEA4-14D8E5B4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FF8D9-EEF1-4F4A-AB3D-CAFB0F73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4BC3-7052-43B9-952F-2B912CE7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7B12C-3965-4D75-91DC-6068D9A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E6FC9-F04F-4703-BCC6-834C94E2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6EBD5-F43E-4B5A-9125-CAD2FDC35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B52F4-B1FD-4BE6-A933-02945C73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E862-1533-4B12-9405-1D3D6370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C3490D-B418-4CA2-91F6-C326554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8630E5-568D-4741-B09B-F733FF7D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A9928-E92E-464D-8558-86F19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8E353-A034-46DE-93F9-B4ECC2A36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99F4-4120-4B85-879B-FDA1A9BA8A52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F4BAB-BC9C-4D43-8420-79EB6E82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39D2E-BD18-4484-B879-C61E3D1B6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1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sosanimal.com.br/Busca/frontline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sosanimal.com.br/Busca/frontlin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sosanimal.com.br/produto/194089/frontline-plus-cao-m-10-a-20kg.html?ids=81c9c24b2a27e9b9278c97c3d6d5f032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jasosanimal.com.br/carrinho/194089/incluir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sosanimal.fecharcompra.com.br/?pg=cadastro&amp;refer=&amp;ids=81c9c24b2a27e9b9278c97c3d6d5f03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ojasosanimal.fecharcompra.com.br/?pg=pagamento&amp;frete=6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gseguro.uol.com.br/checkout/nc/sender-data-payment-methods.jhtml?t=88c852d859b51f56eec872af36e1907a0a2bf2e5fd9b03b8#rmc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E2ABC2-A4F7-4FC5-98F4-2BCB6BAC7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536496"/>
            <a:ext cx="11144250" cy="62484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A361527-78B8-497F-9013-0B15BC265686}"/>
              </a:ext>
            </a:extLst>
          </p:cNvPr>
          <p:cNvSpPr/>
          <p:nvPr/>
        </p:nvSpPr>
        <p:spPr>
          <a:xfrm>
            <a:off x="132522" y="167164"/>
            <a:ext cx="6586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https://www.lojasosanimal.com.br/Busca/frontline.html</a:t>
            </a:r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1A5BBE3-E7F1-46B7-9669-F457739043F1}"/>
              </a:ext>
            </a:extLst>
          </p:cNvPr>
          <p:cNvSpPr/>
          <p:nvPr/>
        </p:nvSpPr>
        <p:spPr>
          <a:xfrm>
            <a:off x="8958468" y="198565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m 55">
            <a:extLst>
              <a:ext uri="{FF2B5EF4-FFF2-40B4-BE49-F238E27FC236}">
                <a16:creationId xmlns:a16="http://schemas.microsoft.com/office/drawing/2014/main" id="{BA2A8E87-1036-4AE9-BE7F-FD6E82A4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314325"/>
            <a:ext cx="10829925" cy="6229350"/>
          </a:xfrm>
          <a:prstGeom prst="rect">
            <a:avLst/>
          </a:prstGeom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BDE3BEF1-37BD-4599-9ABC-AFAD68E97A90}"/>
              </a:ext>
            </a:extLst>
          </p:cNvPr>
          <p:cNvCxnSpPr>
            <a:cxnSpLocks/>
          </p:cNvCxnSpPr>
          <p:nvPr/>
        </p:nvCxnSpPr>
        <p:spPr>
          <a:xfrm flipV="1">
            <a:off x="1844124" y="1702406"/>
            <a:ext cx="2099848" cy="61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318052" y="1961321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 do site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722336D-E713-4137-A2C1-33CFC086D02D}"/>
              </a:ext>
            </a:extLst>
          </p:cNvPr>
          <p:cNvCxnSpPr>
            <a:cxnSpLocks/>
          </p:cNvCxnSpPr>
          <p:nvPr/>
        </p:nvCxnSpPr>
        <p:spPr>
          <a:xfrm flipH="1" flipV="1">
            <a:off x="2557670" y="1489219"/>
            <a:ext cx="119269" cy="55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AA1718-EAB3-4F19-96B2-D348F73EFB67}"/>
              </a:ext>
            </a:extLst>
          </p:cNvPr>
          <p:cNvSpPr/>
          <p:nvPr/>
        </p:nvSpPr>
        <p:spPr>
          <a:xfrm>
            <a:off x="681037" y="-55007"/>
            <a:ext cx="6652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https://www.lojasosanimal.com.br/Busca/frontline.html</a:t>
            </a:r>
            <a:endParaRPr lang="en-US" dirty="0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593133AA-ADF8-4658-87AF-28986EB78403}"/>
              </a:ext>
            </a:extLst>
          </p:cNvPr>
          <p:cNvCxnSpPr>
            <a:cxnSpLocks/>
          </p:cNvCxnSpPr>
          <p:nvPr/>
        </p:nvCxnSpPr>
        <p:spPr>
          <a:xfrm>
            <a:off x="1557130" y="2123662"/>
            <a:ext cx="286994" cy="210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A501283-31E8-43EA-B53D-BFC9FB3CB4D5}"/>
              </a:ext>
            </a:extLst>
          </p:cNvPr>
          <p:cNvCxnSpPr>
            <a:cxnSpLocks/>
          </p:cNvCxnSpPr>
          <p:nvPr/>
        </p:nvCxnSpPr>
        <p:spPr>
          <a:xfrm flipV="1">
            <a:off x="1470991" y="1762044"/>
            <a:ext cx="4929810" cy="51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14916B90-79E5-4814-B154-86649B3F9AC6}"/>
              </a:ext>
            </a:extLst>
          </p:cNvPr>
          <p:cNvCxnSpPr>
            <a:cxnSpLocks/>
          </p:cNvCxnSpPr>
          <p:nvPr/>
        </p:nvCxnSpPr>
        <p:spPr>
          <a:xfrm flipV="1">
            <a:off x="2769704" y="2039848"/>
            <a:ext cx="6268280" cy="236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69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0D4E5EB-7A04-4B33-B97E-C0EE72F05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15" y="1186898"/>
            <a:ext cx="8349097" cy="439602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2610678" y="891692"/>
            <a:ext cx="4532244" cy="249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https://www.lojasosanimal.com.br/produto/194089/frontline-plus-cao-m-10-a-20kg.html?ids=81c9c24b2a27e9b9278c97c3d6d5f032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8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8BB6A33-C83E-4F12-82AC-5B2C8DA3D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401" y="1390831"/>
            <a:ext cx="9125243" cy="439967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3235569" y="1505243"/>
            <a:ext cx="5387926" cy="301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https://www.lojasosanimal.com.br/carrinho/194089/incluir.html</a:t>
            </a:r>
            <a:endParaRPr lang="en-US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E01B790-3668-4441-9B3B-326BC48E4238}"/>
              </a:ext>
            </a:extLst>
          </p:cNvPr>
          <p:cNvCxnSpPr>
            <a:cxnSpLocks/>
          </p:cNvCxnSpPr>
          <p:nvPr/>
        </p:nvCxnSpPr>
        <p:spPr>
          <a:xfrm flipH="1">
            <a:off x="3235569" y="1657643"/>
            <a:ext cx="152400" cy="2858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37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2FF1E9D2-4766-4FD5-B07A-19CA9FDA7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553" y="971485"/>
            <a:ext cx="9591675" cy="61245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3235569" y="1505243"/>
            <a:ext cx="3880848" cy="486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https://lojasosanimal.fecharcompra.com.br/?pg=cadastro&amp;refer=&amp;ids=81c9c24b2a27e9b9278c97c3d6d5f032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3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9683E10-01CB-4B49-A4CC-CE503CDF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18" y="1168676"/>
            <a:ext cx="9725025" cy="6057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3235569" y="1505243"/>
            <a:ext cx="5656640" cy="3649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https://lojasosanimal.fecharcompra.com.br/?pg=pagamento&amp;frete=6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9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6A45E62-FC68-4E47-BE2C-0ABF191C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07783"/>
            <a:ext cx="9563100" cy="6019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1D90966-3D37-4090-BB26-F472AEF13E9D}"/>
              </a:ext>
            </a:extLst>
          </p:cNvPr>
          <p:cNvSpPr/>
          <p:nvPr/>
        </p:nvSpPr>
        <p:spPr>
          <a:xfrm>
            <a:off x="740490" y="5607707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2A4383A-B6C4-43C3-BB76-05804200FF31}"/>
              </a:ext>
            </a:extLst>
          </p:cNvPr>
          <p:cNvCxnSpPr>
            <a:cxnSpLocks/>
          </p:cNvCxnSpPr>
          <p:nvPr/>
        </p:nvCxnSpPr>
        <p:spPr>
          <a:xfrm flipV="1">
            <a:off x="3362178" y="5458265"/>
            <a:ext cx="717453" cy="561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9C19AEA-54AB-4169-99BC-AF0578408A52}"/>
              </a:ext>
            </a:extLst>
          </p:cNvPr>
          <p:cNvSpPr/>
          <p:nvPr/>
        </p:nvSpPr>
        <p:spPr>
          <a:xfrm>
            <a:off x="324640" y="0"/>
            <a:ext cx="109240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hlinkClick r:id="rId3"/>
              </a:rPr>
              <a:t>https://pagseguro.uol.com.br/checkout/nc/sender-data-payment-methods.jhtml?t=88c852d859b51f56eec872af36e1907a0a2bf2e5fd9b03b8#rmcl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5150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Alves de Lima - Almap BBDO</dc:creator>
  <cp:lastModifiedBy>Felipe Alves de Lima (Almap BBDO)</cp:lastModifiedBy>
  <cp:revision>1</cp:revision>
  <dcterms:modified xsi:type="dcterms:W3CDTF">2020-06-15T19:54:30Z</dcterms:modified>
</cp:coreProperties>
</file>