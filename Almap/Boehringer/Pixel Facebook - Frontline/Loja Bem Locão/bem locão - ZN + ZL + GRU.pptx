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BA22E8-63D8-4330-B9E3-6C3FD95942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DBA4FB-EE90-4915-8201-96064B879C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B32DBDD-2000-46E5-89B9-47AC17738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863E2DE-F6D3-40B2-8B12-A53F3D185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CD183F9-980F-4BC3-AB0E-D9BC04085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964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B3EC75-0536-49B9-ABD1-16A6B5ED1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4A201D-5A32-4144-8BD4-06C5B3441E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6E1540-FCB4-4764-94ED-78D7CF855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9FAB753-41A8-4D58-B0EB-2CA4E6C65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54CE6F7-105E-482F-987D-D25480CF2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054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930F0F-6010-4817-8ED9-5534BF472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1549B8C-34BB-4294-B0E8-3AA9E9308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F068D3-7684-49A3-994E-264DAA094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5A6B0E-94CC-4135-8A9A-5C670AD1C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C0013C8-9FED-47B8-B733-FA0524087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439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B67FF-8D44-4C0F-9650-C00C11FF8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6DF054E-2EC8-4298-8221-9AA8B8330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349EEA8-723A-4255-BD9F-D5F68FE02E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D932A83-2737-468C-9013-A415838B5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3B1A394-5AAE-4042-8DEC-04D65B53A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447978-D3DC-4CC1-89D4-422A47C03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97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8B3442-F8AA-486D-A72B-BEA29C990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0414548-FDCF-4AA7-A1FB-1A017EB0F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CC20921-1B3D-4C84-AB2B-AF46CA737F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4773C72-80F9-49A9-896A-6EE58ABA7B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6E62C95-A0E6-4119-A9C1-71B735D740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99DE6DF-9BBF-4CF7-A9B4-928DB893F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1E864A3-1288-4B90-A2B8-24AEE5C28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87A5A90-89CE-4AC3-B2C5-AD5AD060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87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E06B9-8EAF-4D8D-AE73-90E51C93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301FD5-B551-4B51-B804-A79A329F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F832A86-619A-442E-9AD9-430F1C271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D9FC43A-3662-48CA-94CA-2E422251F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304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815E350-9A93-451C-BD54-A40F24B8B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B88DAA9-9DC4-4A2C-B5FE-0FD09B13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6A92877-27EC-4F77-BB68-688A8C1CB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544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8EC9F8-3C3C-46B8-97EA-C95BFE1BF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B05E35-143A-4907-9C99-0EC151F57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0EBC88-67A2-4534-B836-FD3107AFD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60082B7-8529-4F0E-80C9-EBDD0C7C6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6586C88-1D94-43A4-998A-249F8E393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6051CA-2232-4226-8BB1-DC70A314D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74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7F240D-56DC-4B94-93F3-89776AF1E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AB4989D-0FBA-40DF-8CC5-C7ADD79DF4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9FAEA20-A278-40E9-AD31-2A15DBFE09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83AC4C1-BDAF-4703-B48E-4B168B191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FCE0161-3917-4683-AD3B-1B92C23D1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5D16DD2-7CC6-487B-A082-2CFF120A2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42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35C6C-22BB-4B3A-BBBA-8813D8E3F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0A84D4-274A-4A36-AEA4-14D8E5B4D5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BCFF8D9-EEF1-4F4A-AB3D-CAFB0F738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C144BC3-7052-43B9-952F-2B912CE75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DF7B12C-3965-4D75-91DC-6068D9A51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1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9E6FC9-F04F-4703-BCC6-834C94E248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416EBD5-F43E-4B5A-9125-CAD2FDC35D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8AB52F4-B1FD-4BE6-A933-02945C737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BCDE862-1533-4B12-9405-1D3D6370F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C3490D-B418-4CA2-91F6-C326554DC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745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98630E5-568D-4741-B09B-F733FF7D6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D9A9928-E92E-464D-8558-86F19EE15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B78E353-A034-46DE-93F9-B4ECC2A365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08F4BAB-BC9C-4D43-8420-79EB6E82E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8239D2E-BD18-4484-B879-C61E3D1B6C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514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emlocaopet.com.br/farmacia/antipulgas/frontline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emlocaopet.com.br/farmacia/antipulgas/frontline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emlocaopet.com.br/farmacia/antipulgas/frontline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emlocaopet.com.br/cart?suggest=5ee12d0bdda8c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emlocaopet.com.br/checkout.php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F025CAFB-B32A-442E-812C-F85994D5C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266" y="655307"/>
            <a:ext cx="10904794" cy="5547386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D1A5BBE3-E7F1-46B7-9669-F457739043F1}"/>
              </a:ext>
            </a:extLst>
          </p:cNvPr>
          <p:cNvSpPr/>
          <p:nvPr/>
        </p:nvSpPr>
        <p:spPr>
          <a:xfrm>
            <a:off x="8839200" y="490329"/>
            <a:ext cx="2835966" cy="9806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</a:t>
            </a:r>
            <a:r>
              <a:rPr lang="pt-BR" dirty="0" err="1"/>
              <a:t>page</a:t>
            </a:r>
            <a:r>
              <a:rPr lang="pt-BR" dirty="0"/>
              <a:t> </a:t>
            </a:r>
            <a:r>
              <a:rPr lang="pt-BR" dirty="0" err="1"/>
              <a:t>view</a:t>
            </a:r>
            <a:r>
              <a:rPr lang="pt-BR" dirty="0"/>
              <a:t> - </a:t>
            </a:r>
            <a:r>
              <a:rPr lang="pt-BR" dirty="0" err="1"/>
              <a:t>Pixel_pageview_BemLocão</a:t>
            </a:r>
            <a:endParaRPr lang="pt-BR" dirty="0"/>
          </a:p>
          <a:p>
            <a:pPr algn="ctr"/>
            <a:endParaRPr lang="en-US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A361527-78B8-497F-9013-0B15BC265686}"/>
              </a:ext>
            </a:extLst>
          </p:cNvPr>
          <p:cNvSpPr/>
          <p:nvPr/>
        </p:nvSpPr>
        <p:spPr>
          <a:xfrm>
            <a:off x="132522" y="167164"/>
            <a:ext cx="658633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https://www.bemlocaopet.com.br/farmacia/antipulgas/frontline/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424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D29078B2-D963-45D7-AAC1-FCACE3DBB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46" y="472366"/>
            <a:ext cx="10587707" cy="6223855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751AD1AB-838A-49DD-9918-87B9B432795F}"/>
              </a:ext>
            </a:extLst>
          </p:cNvPr>
          <p:cNvSpPr/>
          <p:nvPr/>
        </p:nvSpPr>
        <p:spPr>
          <a:xfrm>
            <a:off x="318052" y="1961321"/>
            <a:ext cx="2835966" cy="1139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adicionar ao carrinho</a:t>
            </a:r>
          </a:p>
          <a:p>
            <a:pPr algn="ctr"/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b="1" dirty="0" err="1"/>
              <a:t>todos</a:t>
            </a:r>
            <a:r>
              <a:rPr lang="en-US" b="1" dirty="0"/>
              <a:t> </a:t>
            </a:r>
            <a:r>
              <a:rPr lang="en-US" b="1" dirty="0" err="1"/>
              <a:t>os</a:t>
            </a:r>
            <a:r>
              <a:rPr lang="en-US" b="1" dirty="0"/>
              <a:t> </a:t>
            </a:r>
            <a:r>
              <a:rPr lang="en-US" b="1" dirty="0" err="1"/>
              <a:t>produtos</a:t>
            </a:r>
            <a:r>
              <a:rPr lang="en-US" b="1" dirty="0"/>
              <a:t> </a:t>
            </a:r>
            <a:r>
              <a:rPr lang="en-US" dirty="0"/>
              <a:t>frontline</a:t>
            </a:r>
            <a:endParaRPr lang="pt-BR" dirty="0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E722336D-E713-4137-A2C1-33CFC086D02D}"/>
              </a:ext>
            </a:extLst>
          </p:cNvPr>
          <p:cNvCxnSpPr/>
          <p:nvPr/>
        </p:nvCxnSpPr>
        <p:spPr>
          <a:xfrm flipV="1">
            <a:off x="3008243" y="1921565"/>
            <a:ext cx="901148" cy="212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66DA0A9B-7632-478E-B913-5EE7E69FE477}"/>
              </a:ext>
            </a:extLst>
          </p:cNvPr>
          <p:cNvCxnSpPr>
            <a:cxnSpLocks/>
          </p:cNvCxnSpPr>
          <p:nvPr/>
        </p:nvCxnSpPr>
        <p:spPr>
          <a:xfrm flipV="1">
            <a:off x="3160643" y="1961321"/>
            <a:ext cx="3283032" cy="324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0A60F76B-D6F2-4674-9CDA-8A801EDC6DD8}"/>
              </a:ext>
            </a:extLst>
          </p:cNvPr>
          <p:cNvCxnSpPr>
            <a:cxnSpLocks/>
          </p:cNvCxnSpPr>
          <p:nvPr/>
        </p:nvCxnSpPr>
        <p:spPr>
          <a:xfrm flipV="1">
            <a:off x="3160643" y="2027582"/>
            <a:ext cx="6023114" cy="2584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tângulo 10">
            <a:extLst>
              <a:ext uri="{FF2B5EF4-FFF2-40B4-BE49-F238E27FC236}">
                <a16:creationId xmlns:a16="http://schemas.microsoft.com/office/drawing/2014/main" id="{4CAA1718-EAB3-4F19-96B2-D348F73EFB67}"/>
              </a:ext>
            </a:extLst>
          </p:cNvPr>
          <p:cNvSpPr/>
          <p:nvPr/>
        </p:nvSpPr>
        <p:spPr>
          <a:xfrm>
            <a:off x="2955235" y="103034"/>
            <a:ext cx="665259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https://www.bemlocaopet.com.br/farmacia/antipulgas/frontline/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4692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3AA49D0-B286-463F-AE81-BCA466404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4174" y="230762"/>
            <a:ext cx="7589768" cy="6396476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751AD1AB-838A-49DD-9918-87B9B432795F}"/>
              </a:ext>
            </a:extLst>
          </p:cNvPr>
          <p:cNvSpPr/>
          <p:nvPr/>
        </p:nvSpPr>
        <p:spPr>
          <a:xfrm>
            <a:off x="291548" y="1497495"/>
            <a:ext cx="2835966" cy="1139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adicionar ao carrinho</a:t>
            </a:r>
          </a:p>
          <a:p>
            <a:pPr algn="ctr"/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b="1" dirty="0" err="1"/>
              <a:t>todos</a:t>
            </a:r>
            <a:r>
              <a:rPr lang="en-US" b="1" dirty="0"/>
              <a:t> </a:t>
            </a:r>
            <a:r>
              <a:rPr lang="en-US" b="1" dirty="0" err="1"/>
              <a:t>os</a:t>
            </a:r>
            <a:r>
              <a:rPr lang="en-US" b="1" dirty="0"/>
              <a:t> </a:t>
            </a:r>
            <a:r>
              <a:rPr lang="en-US" b="1" dirty="0" err="1"/>
              <a:t>produtos</a:t>
            </a:r>
            <a:r>
              <a:rPr lang="en-US" b="1" dirty="0"/>
              <a:t> </a:t>
            </a:r>
            <a:r>
              <a:rPr lang="en-US" dirty="0"/>
              <a:t>frontline</a:t>
            </a:r>
            <a:endParaRPr lang="pt-BR" dirty="0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E722336D-E713-4137-A2C1-33CFC086D02D}"/>
              </a:ext>
            </a:extLst>
          </p:cNvPr>
          <p:cNvCxnSpPr/>
          <p:nvPr/>
        </p:nvCxnSpPr>
        <p:spPr>
          <a:xfrm flipV="1">
            <a:off x="2981739" y="1457739"/>
            <a:ext cx="901148" cy="212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66DA0A9B-7632-478E-B913-5EE7E69FE477}"/>
              </a:ext>
            </a:extLst>
          </p:cNvPr>
          <p:cNvCxnSpPr>
            <a:cxnSpLocks/>
          </p:cNvCxnSpPr>
          <p:nvPr/>
        </p:nvCxnSpPr>
        <p:spPr>
          <a:xfrm flipV="1">
            <a:off x="3134139" y="1497495"/>
            <a:ext cx="3283032" cy="324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0A60F76B-D6F2-4674-9CDA-8A801EDC6DD8}"/>
              </a:ext>
            </a:extLst>
          </p:cNvPr>
          <p:cNvCxnSpPr>
            <a:cxnSpLocks/>
          </p:cNvCxnSpPr>
          <p:nvPr/>
        </p:nvCxnSpPr>
        <p:spPr>
          <a:xfrm flipV="1">
            <a:off x="3134139" y="1457739"/>
            <a:ext cx="5532783" cy="3644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tângulo 10">
            <a:extLst>
              <a:ext uri="{FF2B5EF4-FFF2-40B4-BE49-F238E27FC236}">
                <a16:creationId xmlns:a16="http://schemas.microsoft.com/office/drawing/2014/main" id="{4CAA1718-EAB3-4F19-96B2-D348F73EFB67}"/>
              </a:ext>
            </a:extLst>
          </p:cNvPr>
          <p:cNvSpPr/>
          <p:nvPr/>
        </p:nvSpPr>
        <p:spPr>
          <a:xfrm>
            <a:off x="2955235" y="103034"/>
            <a:ext cx="665259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https://www.bemlocaopet.com.br/farmacia/antipulgas/frontline/</a:t>
            </a:r>
            <a:endParaRPr lang="en-US" dirty="0"/>
          </a:p>
        </p:txBody>
      </p: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893A05F7-E6C4-4014-BC7A-B76538A53C98}"/>
              </a:ext>
            </a:extLst>
          </p:cNvPr>
          <p:cNvCxnSpPr>
            <a:cxnSpLocks/>
          </p:cNvCxnSpPr>
          <p:nvPr/>
        </p:nvCxnSpPr>
        <p:spPr>
          <a:xfrm>
            <a:off x="3134139" y="1822175"/>
            <a:ext cx="748748" cy="3796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C1F5F2FC-31C7-4CD1-8AD8-6D9EC1D43E6E}"/>
              </a:ext>
            </a:extLst>
          </p:cNvPr>
          <p:cNvCxnSpPr>
            <a:cxnSpLocks/>
          </p:cNvCxnSpPr>
          <p:nvPr/>
        </p:nvCxnSpPr>
        <p:spPr>
          <a:xfrm>
            <a:off x="3134139" y="1822175"/>
            <a:ext cx="2690191" cy="3690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5252CCAC-9ECA-4651-BB91-2D58BCBD500E}"/>
              </a:ext>
            </a:extLst>
          </p:cNvPr>
          <p:cNvCxnSpPr>
            <a:cxnSpLocks/>
          </p:cNvCxnSpPr>
          <p:nvPr/>
        </p:nvCxnSpPr>
        <p:spPr>
          <a:xfrm>
            <a:off x="3134139" y="1822175"/>
            <a:ext cx="4982817" cy="37437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2916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A0CF3A44-AC46-485C-ACA4-B87BCF1A4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762" y="457200"/>
            <a:ext cx="7610475" cy="59436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8CB6F4B4-14EC-493F-8873-42AD7CB5EE7C}"/>
              </a:ext>
            </a:extLst>
          </p:cNvPr>
          <p:cNvSpPr/>
          <p:nvPr/>
        </p:nvSpPr>
        <p:spPr>
          <a:xfrm>
            <a:off x="581464" y="982699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FA30D707-7416-4107-9442-989926E0ED77}"/>
              </a:ext>
            </a:extLst>
          </p:cNvPr>
          <p:cNvCxnSpPr/>
          <p:nvPr/>
        </p:nvCxnSpPr>
        <p:spPr>
          <a:xfrm>
            <a:off x="3432517" y="1125415"/>
            <a:ext cx="4572000" cy="1125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692E59CD-5698-438C-AF74-30956E2CA176}"/>
              </a:ext>
            </a:extLst>
          </p:cNvPr>
          <p:cNvCxnSpPr>
            <a:cxnSpLocks/>
          </p:cNvCxnSpPr>
          <p:nvPr/>
        </p:nvCxnSpPr>
        <p:spPr>
          <a:xfrm>
            <a:off x="2796209" y="1476547"/>
            <a:ext cx="5208308" cy="44869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tângulo 10">
            <a:extLst>
              <a:ext uri="{FF2B5EF4-FFF2-40B4-BE49-F238E27FC236}">
                <a16:creationId xmlns:a16="http://schemas.microsoft.com/office/drawing/2014/main" id="{B1EE6405-B82D-4CAB-9316-AF486CB71097}"/>
              </a:ext>
            </a:extLst>
          </p:cNvPr>
          <p:cNvSpPr/>
          <p:nvPr/>
        </p:nvSpPr>
        <p:spPr>
          <a:xfrm>
            <a:off x="3922643" y="4688"/>
            <a:ext cx="7010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https://www.bemlocaopet.com.br/cart?suggest=5ee12d0bdda8c</a:t>
            </a:r>
            <a:endParaRPr lang="en-US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31EBAA9-28F7-4817-BC73-F14761A104A0}"/>
              </a:ext>
            </a:extLst>
          </p:cNvPr>
          <p:cNvSpPr/>
          <p:nvPr/>
        </p:nvSpPr>
        <p:spPr>
          <a:xfrm>
            <a:off x="523577" y="3473088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6A9E374C-54DD-40FF-8818-015141295DDD}"/>
              </a:ext>
            </a:extLst>
          </p:cNvPr>
          <p:cNvCxnSpPr>
            <a:cxnSpLocks/>
          </p:cNvCxnSpPr>
          <p:nvPr/>
        </p:nvCxnSpPr>
        <p:spPr>
          <a:xfrm>
            <a:off x="2610678" y="3811019"/>
            <a:ext cx="748865" cy="1952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688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C20AA1E4-2FCC-478C-81CE-51BBD97BF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389" y="23117"/>
            <a:ext cx="9373221" cy="6834883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E1D90966-3D37-4090-BB26-F472AEF13E9D}"/>
              </a:ext>
            </a:extLst>
          </p:cNvPr>
          <p:cNvSpPr/>
          <p:nvPr/>
        </p:nvSpPr>
        <p:spPr>
          <a:xfrm>
            <a:off x="740490" y="5607707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compra realizada</a:t>
            </a:r>
            <a:endParaRPr lang="en-US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B2A4383A-B6C4-43C3-BB76-05804200FF31}"/>
              </a:ext>
            </a:extLst>
          </p:cNvPr>
          <p:cNvCxnSpPr/>
          <p:nvPr/>
        </p:nvCxnSpPr>
        <p:spPr>
          <a:xfrm flipV="1">
            <a:off x="3882887" y="5353878"/>
            <a:ext cx="4558748" cy="5433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id="{09C19AEA-54AB-4169-99BC-AF0578408A52}"/>
              </a:ext>
            </a:extLst>
          </p:cNvPr>
          <p:cNvSpPr/>
          <p:nvPr/>
        </p:nvSpPr>
        <p:spPr>
          <a:xfrm>
            <a:off x="3882887" y="23117"/>
            <a:ext cx="47632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3"/>
              </a:rPr>
              <a:t>https://www.bemlocaopet.com.br/checkout.php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1505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112</Words>
  <Application>Microsoft Office PowerPoint</Application>
  <PresentationFormat>Widescreen</PresentationFormat>
  <Paragraphs>13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Andreina Tempera Clemente (Almap BBDO)</dc:creator>
  <cp:lastModifiedBy>Wilson Santos Silva (Almap BBDO)</cp:lastModifiedBy>
  <cp:revision>8</cp:revision>
  <dcterms:created xsi:type="dcterms:W3CDTF">2020-06-10T18:54:48Z</dcterms:created>
  <dcterms:modified xsi:type="dcterms:W3CDTF">2020-06-12T21:47:22Z</dcterms:modified>
</cp:coreProperties>
</file>