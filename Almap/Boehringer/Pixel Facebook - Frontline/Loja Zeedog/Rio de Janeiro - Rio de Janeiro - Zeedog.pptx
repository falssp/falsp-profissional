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BA22E8-63D8-4330-B9E3-6C3FD9594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DBA4FB-EE90-4915-8201-96064B879C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32DBDD-2000-46E5-89B9-47AC1773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63E2DE-F6D3-40B2-8B12-A53F3D18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D183F9-980F-4BC3-AB0E-D9BC040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964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3EC75-0536-49B9-ABD1-16A6B5ED1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A201D-5A32-4144-8BD4-06C5B3441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6E1540-FCB4-4764-94ED-78D7CF855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FAB753-41A8-4D58-B0EB-2CA4E6C6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4CE6F7-105E-482F-987D-D25480CF2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54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930F0F-6010-4817-8ED9-5534BF472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549B8C-34BB-4294-B0E8-3AA9E9308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F068D3-7684-49A3-994E-264DAA09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5A6B0E-94CC-4135-8A9A-5C670AD1C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0013C8-9FED-47B8-B733-FA052408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439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B67FF-8D44-4C0F-9650-C00C11FF8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DF054E-2EC8-4298-8221-9AA8B8330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49EEA8-723A-4255-BD9F-D5F68FE02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932A83-2737-468C-9013-A415838B5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3B1A394-5AAE-4042-8DEC-04D65B53A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447978-D3DC-4CC1-89D4-422A47C0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97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8B3442-F8AA-486D-A72B-BEA29C99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0414548-FDCF-4AA7-A1FB-1A017EB0F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C20921-1B3D-4C84-AB2B-AF46CA737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4773C72-80F9-49A9-896A-6EE58ABA7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E62C95-A0E6-4119-A9C1-71B735D740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99DE6DF-9BBF-4CF7-A9B4-928DB893F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E864A3-1288-4B90-A2B8-24AEE5C28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87A5A90-89CE-4AC3-B2C5-AD5AD060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E06B9-8EAF-4D8D-AE73-90E51C93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301FD5-B551-4B51-B804-A79A329F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F832A86-619A-442E-9AD9-430F1C271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D9FC43A-3662-48CA-94CA-2E422251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15E350-9A93-451C-BD54-A40F24B8B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88DAA9-9DC4-4A2C-B5FE-0FD09B13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6A92877-27EC-4F77-BB68-688A8C1C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544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C9F8-3C3C-46B8-97EA-C95BFE1B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B05E35-143A-4907-9C99-0EC151F57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EBC88-67A2-4534-B836-FD3107AF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0082B7-8529-4F0E-80C9-EBDD0C7C6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586C88-1D94-43A4-998A-249F8E39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6051CA-2232-4226-8BB1-DC70A314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4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7F240D-56DC-4B94-93F3-89776AF1E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AB4989D-0FBA-40DF-8CC5-C7ADD79DF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FAEA20-A278-40E9-AD31-2A15DBFE0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83AC4C1-BDAF-4703-B48E-4B168B19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CE0161-3917-4683-AD3B-1B92C23D1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5D16DD2-7CC6-487B-A082-2CFF120A2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4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35C6C-22BB-4B3A-BBBA-8813D8E3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0A84D4-274A-4A36-AEA4-14D8E5B4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CFF8D9-EEF1-4F4A-AB3D-CAFB0F73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144BC3-7052-43B9-952F-2B912CE75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DF7B12C-3965-4D75-91DC-6068D9A51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1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9E6FC9-F04F-4703-BCC6-834C94E24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16EBD5-F43E-4B5A-9125-CAD2FDC35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AB52F4-B1FD-4BE6-A933-02945C73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CDE862-1533-4B12-9405-1D3D6370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C3490D-B418-4CA2-91F6-C326554D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4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98630E5-568D-4741-B09B-F733FF7D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9A9928-E92E-464D-8558-86F19EE15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78E353-A034-46DE-93F9-B4ECC2A36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3499F4-4120-4B85-879B-FDA1A9BA8A52}" type="datetimeFigureOut">
              <a:rPr lang="en-US" smtClean="0"/>
              <a:t>6/16/2020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8F4BAB-BC9C-4D43-8420-79EB6E82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239D2E-BD18-4484-B879-C61E3D1B6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1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frontline/?sortBy=OrderByScoreDESC&amp;page=1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frontline/?sortBy=OrderByScoreDESC&amp;page=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frontline/?sortBy=OrderByScoreDESC&amp;page=1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checkout#/car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checkout#/shippin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eedog.com.br/checkout#/paymen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698F9C1-1455-486C-996D-E6EF1D280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0568"/>
            <a:ext cx="12192000" cy="5736863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AA361527-78B8-497F-9013-0B15BC265686}"/>
              </a:ext>
            </a:extLst>
          </p:cNvPr>
          <p:cNvSpPr/>
          <p:nvPr/>
        </p:nvSpPr>
        <p:spPr>
          <a:xfrm>
            <a:off x="132521" y="167164"/>
            <a:ext cx="80043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https://www.zeedog.com.br/frontline/?sortBy=OrderByScoreDESC&amp;page=1</a:t>
            </a:r>
            <a:endParaRPr lang="en-US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1A5BBE3-E7F1-46B7-9669-F457739043F1}"/>
              </a:ext>
            </a:extLst>
          </p:cNvPr>
          <p:cNvSpPr/>
          <p:nvPr/>
        </p:nvSpPr>
        <p:spPr>
          <a:xfrm>
            <a:off x="8958468" y="198565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424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D0A44DB-8BB3-4296-A7E2-92EB23F4E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981075"/>
            <a:ext cx="9353550" cy="4895850"/>
          </a:xfrm>
          <a:prstGeom prst="rect">
            <a:avLst/>
          </a:prstGeom>
        </p:spPr>
      </p:pic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BDE3BEF1-37BD-4599-9ABC-AFAD68E97A90}"/>
              </a:ext>
            </a:extLst>
          </p:cNvPr>
          <p:cNvCxnSpPr>
            <a:cxnSpLocks/>
          </p:cNvCxnSpPr>
          <p:nvPr/>
        </p:nvCxnSpPr>
        <p:spPr>
          <a:xfrm flipV="1">
            <a:off x="1844124" y="1961321"/>
            <a:ext cx="1773719" cy="352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318052" y="1961321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 do site</a:t>
            </a:r>
            <a:endParaRPr lang="pt-BR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CAA1718-EAB3-4F19-96B2-D348F73EFB67}"/>
              </a:ext>
            </a:extLst>
          </p:cNvPr>
          <p:cNvSpPr/>
          <p:nvPr/>
        </p:nvSpPr>
        <p:spPr>
          <a:xfrm>
            <a:off x="681037" y="-55007"/>
            <a:ext cx="66525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https://www.zeedog.com.br/frontline/?sortBy=OrderByScoreDESC&amp;page=1</a:t>
            </a:r>
            <a:endParaRPr lang="en-US" dirty="0"/>
          </a:p>
        </p:txBody>
      </p: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593133AA-ADF8-4658-87AF-28986EB78403}"/>
              </a:ext>
            </a:extLst>
          </p:cNvPr>
          <p:cNvCxnSpPr>
            <a:cxnSpLocks/>
          </p:cNvCxnSpPr>
          <p:nvPr/>
        </p:nvCxnSpPr>
        <p:spPr>
          <a:xfrm>
            <a:off x="1557130" y="2123662"/>
            <a:ext cx="1173853" cy="1957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6A501283-31E8-43EA-B53D-BFC9FB3CB4D5}"/>
              </a:ext>
            </a:extLst>
          </p:cNvPr>
          <p:cNvCxnSpPr>
            <a:cxnSpLocks/>
          </p:cNvCxnSpPr>
          <p:nvPr/>
        </p:nvCxnSpPr>
        <p:spPr>
          <a:xfrm flipV="1">
            <a:off x="1470991" y="1961321"/>
            <a:ext cx="3657600" cy="314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de Seta Reta 53">
            <a:extLst>
              <a:ext uri="{FF2B5EF4-FFF2-40B4-BE49-F238E27FC236}">
                <a16:creationId xmlns:a16="http://schemas.microsoft.com/office/drawing/2014/main" id="{14916B90-79E5-4814-B154-86649B3F9AC6}"/>
              </a:ext>
            </a:extLst>
          </p:cNvPr>
          <p:cNvCxnSpPr>
            <a:cxnSpLocks/>
          </p:cNvCxnSpPr>
          <p:nvPr/>
        </p:nvCxnSpPr>
        <p:spPr>
          <a:xfrm flipV="1">
            <a:off x="2769704" y="1802296"/>
            <a:ext cx="5804455" cy="473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85605A03-B481-4D97-8ED4-5399500B026E}"/>
              </a:ext>
            </a:extLst>
          </p:cNvPr>
          <p:cNvCxnSpPr>
            <a:cxnSpLocks/>
          </p:cNvCxnSpPr>
          <p:nvPr/>
        </p:nvCxnSpPr>
        <p:spPr>
          <a:xfrm>
            <a:off x="1709530" y="2276062"/>
            <a:ext cx="3556966" cy="1724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69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8902F38-0428-4ACA-8784-B38E4B572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430" y="651019"/>
            <a:ext cx="7239000" cy="622935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92E59CD-5698-438C-AF74-30956E2CA176}"/>
              </a:ext>
            </a:extLst>
          </p:cNvPr>
          <p:cNvCxnSpPr>
            <a:cxnSpLocks/>
          </p:cNvCxnSpPr>
          <p:nvPr/>
        </p:nvCxnSpPr>
        <p:spPr>
          <a:xfrm>
            <a:off x="3140817" y="1496602"/>
            <a:ext cx="3710149" cy="4378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EE6405-B82D-4CAB-9316-AF486CB71097}"/>
              </a:ext>
            </a:extLst>
          </p:cNvPr>
          <p:cNvSpPr/>
          <p:nvPr/>
        </p:nvSpPr>
        <p:spPr>
          <a:xfrm>
            <a:off x="3922643" y="4688"/>
            <a:ext cx="701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https://www.zeedog.com.br/frontline/?sortBy=OrderByScoreDESC&amp;page=1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688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4A58554-1E70-4747-A23C-BAB85D53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087" y="1085850"/>
            <a:ext cx="10029825" cy="46863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92E59CD-5698-438C-AF74-30956E2CA176}"/>
              </a:ext>
            </a:extLst>
          </p:cNvPr>
          <p:cNvCxnSpPr>
            <a:cxnSpLocks/>
          </p:cNvCxnSpPr>
          <p:nvPr/>
        </p:nvCxnSpPr>
        <p:spPr>
          <a:xfrm>
            <a:off x="3235569" y="1505243"/>
            <a:ext cx="5789161" cy="34908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EE6405-B82D-4CAB-9316-AF486CB71097}"/>
              </a:ext>
            </a:extLst>
          </p:cNvPr>
          <p:cNvSpPr/>
          <p:nvPr/>
        </p:nvSpPr>
        <p:spPr>
          <a:xfrm>
            <a:off x="3922643" y="4688"/>
            <a:ext cx="701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https://www.zeedog.com.br/checkout#/cart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378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BC386A6-C5BC-42E8-A596-D5397F3D3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11" y="843037"/>
            <a:ext cx="10296525" cy="60102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92E59CD-5698-438C-AF74-30956E2CA176}"/>
              </a:ext>
            </a:extLst>
          </p:cNvPr>
          <p:cNvCxnSpPr>
            <a:cxnSpLocks/>
          </p:cNvCxnSpPr>
          <p:nvPr/>
        </p:nvCxnSpPr>
        <p:spPr>
          <a:xfrm>
            <a:off x="3235569" y="1505243"/>
            <a:ext cx="3226704" cy="4509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EE6405-B82D-4CAB-9316-AF486CB71097}"/>
              </a:ext>
            </a:extLst>
          </p:cNvPr>
          <p:cNvSpPr/>
          <p:nvPr/>
        </p:nvSpPr>
        <p:spPr>
          <a:xfrm>
            <a:off x="3922643" y="4688"/>
            <a:ext cx="701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https://www.zeedog.com.br/checkout#/shipping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535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7106CEF-997E-44C5-98EB-C0F6C4BCC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301" y="1041331"/>
            <a:ext cx="9896475" cy="59150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1D90966-3D37-4090-BB26-F472AEF13E9D}"/>
              </a:ext>
            </a:extLst>
          </p:cNvPr>
          <p:cNvSpPr/>
          <p:nvPr/>
        </p:nvSpPr>
        <p:spPr>
          <a:xfrm>
            <a:off x="740490" y="56077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2A4383A-B6C4-43C3-BB76-05804200FF31}"/>
              </a:ext>
            </a:extLst>
          </p:cNvPr>
          <p:cNvCxnSpPr>
            <a:cxnSpLocks/>
          </p:cNvCxnSpPr>
          <p:nvPr/>
        </p:nvCxnSpPr>
        <p:spPr>
          <a:xfrm flipV="1">
            <a:off x="3362178" y="3538330"/>
            <a:ext cx="5728813" cy="2481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09C19AEA-54AB-4169-99BC-AF0578408A52}"/>
              </a:ext>
            </a:extLst>
          </p:cNvPr>
          <p:cNvSpPr/>
          <p:nvPr/>
        </p:nvSpPr>
        <p:spPr>
          <a:xfrm>
            <a:off x="324640" y="0"/>
            <a:ext cx="37765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3"/>
              </a:rPr>
              <a:t>https://www.zeedog.com.br/checkout#/payment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051505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122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Andreina Tempera Clemente (Almap BBDO)</dc:creator>
  <cp:lastModifiedBy>Matheus Ramos Migliacci (Almap BBDO)</cp:lastModifiedBy>
  <cp:revision>11</cp:revision>
  <dcterms:created xsi:type="dcterms:W3CDTF">2020-06-10T18:54:48Z</dcterms:created>
  <dcterms:modified xsi:type="dcterms:W3CDTF">2020-06-16T17:21:23Z</dcterms:modified>
</cp:coreProperties>
</file>