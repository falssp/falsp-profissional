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80.xml" ContentType="application/vnd.openxmlformats-officedocument.presentationml.tags+xml"/>
  <Override PartName="/ppt/notesSlides/notesSlide1.xml" ContentType="application/vnd.openxmlformats-officedocument.presentationml.notesSlide+xml"/>
  <Override PartName="/ppt/tags/tag81.xml" ContentType="application/vnd.openxmlformats-officedocument.presentationml.tags+xml"/>
  <Override PartName="/ppt/notesSlides/notesSlide2.xml" ContentType="application/vnd.openxmlformats-officedocument.presentationml.notesSlide+xml"/>
  <Override PartName="/ppt/tags/tag82.xml" ContentType="application/vnd.openxmlformats-officedocument.presentationml.tags+xml"/>
  <Override PartName="/ppt/notesSlides/notesSlide3.xml" ContentType="application/vnd.openxmlformats-officedocument.presentationml.notesSlide+xml"/>
  <Override PartName="/ppt/tags/tag83.xml" ContentType="application/vnd.openxmlformats-officedocument.presentationml.tag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96" r:id="rId5"/>
  </p:sldMasterIdLst>
  <p:notesMasterIdLst>
    <p:notesMasterId r:id="rId11"/>
  </p:notesMasterIdLst>
  <p:handoutMasterIdLst>
    <p:handoutMasterId r:id="rId12"/>
  </p:handoutMasterIdLst>
  <p:sldIdLst>
    <p:sldId id="262" r:id="rId6"/>
    <p:sldId id="2024879140" r:id="rId7"/>
    <p:sldId id="2024879135" r:id="rId8"/>
    <p:sldId id="18941" r:id="rId9"/>
    <p:sldId id="2024879136" r:id="rId10"/>
  </p:sldIdLst>
  <p:sldSz cx="12192000" cy="6858000"/>
  <p:notesSz cx="6858000" cy="9144000"/>
  <p:custDataLst>
    <p:tags r:id="rId13"/>
  </p:custDataLst>
  <p:defaultTextStyle>
    <a:defPPr>
      <a:defRPr lang="de-DE"/>
    </a:defPPr>
    <a:lvl1pPr marL="0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302" userDrawn="1">
          <p15:clr>
            <a:srgbClr val="A4A3A4"/>
          </p15:clr>
        </p15:guide>
        <p15:guide id="8" pos="7378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816" userDrawn="1">
          <p15:clr>
            <a:srgbClr val="A4A3A4"/>
          </p15:clr>
        </p15:guide>
        <p15:guide id="11" pos="3908" userDrawn="1">
          <p15:clr>
            <a:srgbClr val="A4A3A4"/>
          </p15:clr>
        </p15:guide>
        <p15:guide id="12" pos="37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m Stead" initials="SS" lastIdx="1" clrIdx="0">
    <p:extLst>
      <p:ext uri="{19B8F6BF-5375-455C-9EA6-DF929625EA0E}">
        <p15:presenceInfo xmlns:p15="http://schemas.microsoft.com/office/powerpoint/2012/main" userId="S::Sam.Stead@phdmedia.com::e987c46a-56a2-4ca3-ba52-f6e7c3c0fd32" providerId="AD"/>
      </p:ext>
    </p:extLst>
  </p:cmAuthor>
  <p:cmAuthor id="2" name="Gabriel Meurer-Wilde (Adylic)" initials="GMW(" lastIdx="3" clrIdx="1">
    <p:extLst>
      <p:ext uri="{19B8F6BF-5375-455C-9EA6-DF929625EA0E}">
        <p15:presenceInfo xmlns:p15="http://schemas.microsoft.com/office/powerpoint/2012/main" userId="S::gabriel.meurer-wilde@adylic.com::e5047aa5-2159-4311-89cf-f4fcd758299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4E8FF"/>
    <a:srgbClr val="8FD156"/>
    <a:srgbClr val="CFF3FF"/>
    <a:srgbClr val="8AD0FF"/>
    <a:srgbClr val="D1D1D1"/>
    <a:srgbClr val="EDEDED"/>
    <a:srgbClr val="BDC7D8"/>
    <a:srgbClr val="B1BACA"/>
    <a:srgbClr val="F9FAFC"/>
    <a:srgbClr val="FF93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68"/>
  </p:normalViewPr>
  <p:slideViewPr>
    <p:cSldViewPr snapToGrid="0">
      <p:cViewPr varScale="1">
        <p:scale>
          <a:sx n="105" d="100"/>
          <a:sy n="105" d="100"/>
        </p:scale>
        <p:origin x="840" y="200"/>
      </p:cViewPr>
      <p:guideLst>
        <p:guide pos="302"/>
        <p:guide pos="7378"/>
        <p:guide orient="horz" pos="935"/>
        <p:guide orient="horz" pos="3816"/>
        <p:guide pos="3908"/>
        <p:guide pos="37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commentAuthors" Target="commentAuthor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A42D99-180A-46D1-9559-FD6496BA38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849" y="8856000"/>
            <a:ext cx="2971800" cy="153888"/>
          </a:xfrm>
          <a:prstGeom prst="rect">
            <a:avLst/>
          </a:prstGeom>
        </p:spPr>
        <p:txBody>
          <a:bodyPr vert="horz" lIns="0" tIns="0" rIns="0" bIns="0" rtlCol="0" anchor="b">
            <a:spAutoFit/>
          </a:bodyPr>
          <a:lstStyle>
            <a:lvl1pPr algn="r">
              <a:defRPr sz="1200"/>
            </a:lvl1pPr>
          </a:lstStyle>
          <a:p>
            <a:pPr algn="l"/>
            <a:fld id="{5A74B7D8-3527-4146-850B-13A8891B2144}" type="slidenum">
              <a:rPr lang="en-GB" sz="1000" smtClean="0"/>
              <a:pPr algn="l"/>
              <a:t>‹#›</a:t>
            </a:fld>
            <a:endParaRPr lang="en-GB" sz="100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8666D39-E20F-412B-AD2F-B9AA0502D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6607" y="8633978"/>
            <a:ext cx="354544" cy="35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1475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81000" y="4343400"/>
            <a:ext cx="6096000" cy="41148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1000" y="8856476"/>
            <a:ext cx="43908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l">
              <a:defRPr sz="1000">
                <a:latin typeface="VW Text Office" panose="020B0503040200000003" pitchFamily="34" charset="0"/>
              </a:defRPr>
            </a:lvl1pPr>
          </a:lstStyle>
          <a:p>
            <a:fld id="{E0ACFCA9-5A87-4C54-A0DD-FEE9B5D7103A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0137379-F1A6-4BE5-A3E6-7D10969D7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456" y="8633978"/>
            <a:ext cx="354544" cy="35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347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spcBef>
        <a:spcPts val="1200"/>
      </a:spcBef>
      <a:defRPr sz="1600" kern="1200">
        <a:solidFill>
          <a:schemeClr val="tx1"/>
        </a:solidFill>
        <a:latin typeface="+mj-lt"/>
        <a:ea typeface="+mn-ea"/>
        <a:cs typeface="+mn-cs"/>
      </a:defRPr>
    </a:lvl1pPr>
    <a:lvl2pPr marL="0" indent="0" algn="l" defTabSz="1219140" rtl="0" eaLnBrk="1" latinLnBrk="0" hangingPunct="1">
      <a:spcBef>
        <a:spcPts val="1000"/>
      </a:spcBef>
      <a:defRPr sz="1600" kern="1200">
        <a:solidFill>
          <a:schemeClr val="tx1"/>
        </a:solidFill>
        <a:latin typeface="VW Text Office" panose="020B0503040200000003" pitchFamily="34" charset="0"/>
        <a:ea typeface="+mn-ea"/>
        <a:cs typeface="+mn-cs"/>
      </a:defRPr>
    </a:lvl2pPr>
    <a:lvl3pPr marL="252000" indent="-252000" algn="l" defTabSz="1219140" rtl="0" eaLnBrk="1" latinLnBrk="0" hangingPunct="1">
      <a:spcBef>
        <a:spcPts val="400"/>
      </a:spcBef>
      <a:buFont typeface="Arial" panose="020B0604020202020204" pitchFamily="34" charset="0"/>
      <a:buChar char="•"/>
      <a:defRPr sz="1600" kern="1200">
        <a:solidFill>
          <a:schemeClr val="tx1"/>
        </a:solidFill>
        <a:latin typeface="VW Text Office" panose="020B0503040200000003" pitchFamily="34" charset="0"/>
        <a:ea typeface="+mn-ea"/>
        <a:cs typeface="+mn-cs"/>
      </a:defRPr>
    </a:lvl3pPr>
    <a:lvl4pPr marL="252000" indent="-252000" algn="l" defTabSz="1219140" rtl="0" eaLnBrk="1" latinLnBrk="0" hangingPunct="1">
      <a:spcBef>
        <a:spcPts val="400"/>
      </a:spcBef>
      <a:buFont typeface="Arial" panose="020B0604020202020204" pitchFamily="34" charset="0"/>
      <a:buChar char="•"/>
      <a:defRPr sz="1600" kern="1200">
        <a:solidFill>
          <a:schemeClr val="tx1"/>
        </a:solidFill>
        <a:latin typeface="VW Text Office" panose="020B0503040200000003" pitchFamily="34" charset="0"/>
        <a:ea typeface="+mn-ea"/>
        <a:cs typeface="+mn-cs"/>
      </a:defRPr>
    </a:lvl4pPr>
    <a:lvl5pPr marL="252000" indent="-252000" algn="l" defTabSz="1219140" rtl="0" eaLnBrk="1" latinLnBrk="0" hangingPunct="1">
      <a:spcBef>
        <a:spcPts val="400"/>
      </a:spcBef>
      <a:buFont typeface="Arial" panose="020B0604020202020204" pitchFamily="34" charset="0"/>
      <a:buChar char="•"/>
      <a:defRPr sz="1600" kern="1200">
        <a:solidFill>
          <a:schemeClr val="tx1"/>
        </a:solidFill>
        <a:latin typeface="VW Text Office" panose="020B0503040200000003" pitchFamily="34" charset="0"/>
        <a:ea typeface="+mn-ea"/>
        <a:cs typeface="+mn-cs"/>
      </a:defRPr>
    </a:lvl5pPr>
    <a:lvl6pPr marL="3047848" algn="l" defTabSz="121914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CFCA9-5A87-4C54-A0DD-FEE9B5D7103A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1004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CFCA9-5A87-4C54-A0DD-FEE9B5D7103A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6038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CFCA9-5A87-4C54-A0DD-FEE9B5D7103A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5767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CFCA9-5A87-4C54-A0DD-FEE9B5D7103A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4827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7" Type="http://schemas.openxmlformats.org/officeDocument/2006/relationships/image" Target="../media/image3.emf"/><Relationship Id="rId2" Type="http://schemas.openxmlformats.org/officeDocument/2006/relationships/tags" Target="../tags/tag4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7" Type="http://schemas.openxmlformats.org/officeDocument/2006/relationships/image" Target="../media/image4.emf"/><Relationship Id="rId2" Type="http://schemas.openxmlformats.org/officeDocument/2006/relationships/tags" Target="../tags/tag6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7" Type="http://schemas.openxmlformats.org/officeDocument/2006/relationships/image" Target="../media/image2.emf"/><Relationship Id="rId2" Type="http://schemas.openxmlformats.org/officeDocument/2006/relationships/tags" Target="../tags/tag8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.bin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1.bin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2.bin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3.bin"/><Relationship Id="rId4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4.bin"/><Relationship Id="rId4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8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1" Type="http://schemas.openxmlformats.org/officeDocument/2006/relationships/vmlDrawing" Target="../drawings/vmlDrawing21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1.xml"/><Relationship Id="rId1" Type="http://schemas.openxmlformats.org/officeDocument/2006/relationships/vmlDrawing" Target="../drawings/vmlDrawing22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vmlDrawing" Target="../drawings/vmlDrawing23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1.bin"/><Relationship Id="rId4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2.bin"/><Relationship Id="rId4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3.bin"/><Relationship Id="rId4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vmlDrawing" Target="../drawings/vmlDrawing26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4.bin"/><Relationship Id="rId4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0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7" Type="http://schemas.openxmlformats.org/officeDocument/2006/relationships/image" Target="../media/image3.emf"/><Relationship Id="rId2" Type="http://schemas.openxmlformats.org/officeDocument/2006/relationships/tags" Target="../tags/tag43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image" Target="../media/image4.emf"/><Relationship Id="rId2" Type="http://schemas.openxmlformats.org/officeDocument/2006/relationships/tags" Target="../tags/tag45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7" Type="http://schemas.openxmlformats.org/officeDocument/2006/relationships/image" Target="../media/image2.emf"/><Relationship Id="rId2" Type="http://schemas.openxmlformats.org/officeDocument/2006/relationships/tags" Target="../tags/tag47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9.bin"/><Relationship Id="rId4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9.xml"/><Relationship Id="rId1" Type="http://schemas.openxmlformats.org/officeDocument/2006/relationships/vmlDrawing" Target="../drawings/vmlDrawing32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1.bin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1.xml"/><Relationship Id="rId1" Type="http://schemas.openxmlformats.org/officeDocument/2006/relationships/vmlDrawing" Target="../drawings/vmlDrawing34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2.bin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2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3.bin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4.bin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54.xml"/><Relationship Id="rId1" Type="http://schemas.openxmlformats.org/officeDocument/2006/relationships/vmlDrawing" Target="../drawings/vmlDrawing3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5.bin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vmlDrawing" Target="../drawings/vmlDrawing3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6.bin"/><Relationship Id="rId4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vmlDrawing" Target="../drawings/vmlDrawing3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7.bin"/><Relationship Id="rId4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vmlDrawing" Target="../drawings/vmlDrawing40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8.bin"/><Relationship Id="rId4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vmlDrawing" Target="../drawings/vmlDrawing4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9.bin"/><Relationship Id="rId4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3.xml"/><Relationship Id="rId1" Type="http://schemas.openxmlformats.org/officeDocument/2006/relationships/vmlDrawing" Target="../drawings/vmlDrawing42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0.bin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4.xml"/><Relationship Id="rId1" Type="http://schemas.openxmlformats.org/officeDocument/2006/relationships/vmlDrawing" Target="../drawings/vmlDrawing43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1.bin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5.xml"/><Relationship Id="rId1" Type="http://schemas.openxmlformats.org/officeDocument/2006/relationships/vmlDrawing" Target="../drawings/vmlDrawing44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2.bin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6.xml"/><Relationship Id="rId1" Type="http://schemas.openxmlformats.org/officeDocument/2006/relationships/vmlDrawing" Target="../drawings/vmlDrawing45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3.bin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7.xml"/><Relationship Id="rId1" Type="http://schemas.openxmlformats.org/officeDocument/2006/relationships/vmlDrawing" Target="../drawings/vmlDrawing46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4.bin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8.xml"/><Relationship Id="rId1" Type="http://schemas.openxmlformats.org/officeDocument/2006/relationships/vmlDrawing" Target="../drawings/vmlDrawing47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5.bin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9.xml"/><Relationship Id="rId1" Type="http://schemas.openxmlformats.org/officeDocument/2006/relationships/vmlDrawing" Target="../drawings/vmlDrawing48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0.xml"/><Relationship Id="rId1" Type="http://schemas.openxmlformats.org/officeDocument/2006/relationships/vmlDrawing" Target="../drawings/vmlDrawing49.vml"/><Relationship Id="rId6" Type="http://schemas.openxmlformats.org/officeDocument/2006/relationships/image" Target="../media/image2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1.bin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vmlDrawing" Target="../drawings/vmlDrawing50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6.bin"/><Relationship Id="rId4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vmlDrawing" Target="../drawings/vmlDrawing5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7.bin"/><Relationship Id="rId4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vmlDrawing" Target="../drawings/vmlDrawing52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8.bin"/><Relationship Id="rId4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vmlDrawing" Target="../drawings/vmlDrawing53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9.bin"/><Relationship Id="rId4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9.xml"/><Relationship Id="rId1" Type="http://schemas.openxmlformats.org/officeDocument/2006/relationships/vmlDrawing" Target="../drawings/vmlDrawing54.vml"/><Relationship Id="rId6" Type="http://schemas.openxmlformats.org/officeDocument/2006/relationships/image" Target="../media/image4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50.bin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blue 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44C3760-6291-451D-9ECB-A0BAF6F8DA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860813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44C3760-6291-451D-9ECB-A0BAF6F8DA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364AEBC5-6305-4EF7-A8BD-79CA33291FC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A63D9C3-4D98-44E0-90AD-13EEAB0F2BCB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8" name="Gerade Verbindung 6">
              <a:extLst>
                <a:ext uri="{FF2B5EF4-FFF2-40B4-BE49-F238E27FC236}">
                  <a16:creationId xmlns:a16="http://schemas.microsoft.com/office/drawing/2014/main" id="{717C255D-BABE-4648-8C80-372B53E03E45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7">
              <a:extLst>
                <a:ext uri="{FF2B5EF4-FFF2-40B4-BE49-F238E27FC236}">
                  <a16:creationId xmlns:a16="http://schemas.microsoft.com/office/drawing/2014/main" id="{DF2D56B2-9C0A-494A-8FDB-1525C742F7A8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8">
              <a:extLst>
                <a:ext uri="{FF2B5EF4-FFF2-40B4-BE49-F238E27FC236}">
                  <a16:creationId xmlns:a16="http://schemas.microsoft.com/office/drawing/2014/main" id="{4F8EE169-4B8D-44C3-8070-817B163B3AC4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9">
              <a:extLst>
                <a:ext uri="{FF2B5EF4-FFF2-40B4-BE49-F238E27FC236}">
                  <a16:creationId xmlns:a16="http://schemas.microsoft.com/office/drawing/2014/main" id="{1A79CC8B-9B1A-4872-A719-E8054CF0E25E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0">
              <a:extLst>
                <a:ext uri="{FF2B5EF4-FFF2-40B4-BE49-F238E27FC236}">
                  <a16:creationId xmlns:a16="http://schemas.microsoft.com/office/drawing/2014/main" id="{0F87EEF9-7CAD-4322-9E4C-70C0B2B9CB2A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1">
              <a:extLst>
                <a:ext uri="{FF2B5EF4-FFF2-40B4-BE49-F238E27FC236}">
                  <a16:creationId xmlns:a16="http://schemas.microsoft.com/office/drawing/2014/main" id="{8710359C-B205-4E56-B70A-EDB07151A0A2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2">
              <a:extLst>
                <a:ext uri="{FF2B5EF4-FFF2-40B4-BE49-F238E27FC236}">
                  <a16:creationId xmlns:a16="http://schemas.microsoft.com/office/drawing/2014/main" id="{C101394D-6017-44CB-95C4-E3F8761BD30E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3">
              <a:extLst>
                <a:ext uri="{FF2B5EF4-FFF2-40B4-BE49-F238E27FC236}">
                  <a16:creationId xmlns:a16="http://schemas.microsoft.com/office/drawing/2014/main" id="{1AA95557-170F-4C93-B803-D024C1735374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8">
              <a:extLst>
                <a:ext uri="{FF2B5EF4-FFF2-40B4-BE49-F238E27FC236}">
                  <a16:creationId xmlns:a16="http://schemas.microsoft.com/office/drawing/2014/main" id="{D34859A9-A08C-4F54-A8E7-C649A06E7D0B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19">
              <a:extLst>
                <a:ext uri="{FF2B5EF4-FFF2-40B4-BE49-F238E27FC236}">
                  <a16:creationId xmlns:a16="http://schemas.microsoft.com/office/drawing/2014/main" id="{FED57F7F-3F19-47B4-BF44-87FEEA73B148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18">
              <a:extLst>
                <a:ext uri="{FF2B5EF4-FFF2-40B4-BE49-F238E27FC236}">
                  <a16:creationId xmlns:a16="http://schemas.microsoft.com/office/drawing/2014/main" id="{036BF247-2633-4001-8765-CEEE5E02AB2A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19">
              <a:extLst>
                <a:ext uri="{FF2B5EF4-FFF2-40B4-BE49-F238E27FC236}">
                  <a16:creationId xmlns:a16="http://schemas.microsoft.com/office/drawing/2014/main" id="{E761532C-E0C5-4F30-B32F-6C7438945037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878480" y="2227343"/>
            <a:ext cx="914400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878480" y="2862000"/>
            <a:ext cx="914400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878478" y="5524239"/>
            <a:ext cx="6696000" cy="287867"/>
          </a:xfrm>
        </p:spPr>
        <p:txBody>
          <a:bodyPr/>
          <a:lstStyle>
            <a:lvl1pPr>
              <a:spcBef>
                <a:spcPts val="0"/>
              </a:spcBef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CE1438A-B796-4A1A-9F81-30F3E1522672}"/>
              </a:ext>
            </a:extLst>
          </p:cNvPr>
          <p:cNvSpPr/>
          <p:nvPr userDrawn="1"/>
        </p:nvSpPr>
        <p:spPr bwMode="black">
          <a:xfrm>
            <a:off x="11074800" y="1485753"/>
            <a:ext cx="6372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5FB287A-7FCB-462B-9C36-CC12A288D936}"/>
              </a:ext>
            </a:extLst>
          </p:cNvPr>
          <p:cNvSpPr/>
          <p:nvPr userDrawn="1"/>
        </p:nvSpPr>
        <p:spPr bwMode="black">
          <a:xfrm>
            <a:off x="479376" y="1485753"/>
            <a:ext cx="93600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5B517CC-F5FC-4F7C-8D7B-48606653431B}"/>
              </a:ext>
            </a:extLst>
          </p:cNvPr>
          <p:cNvSpPr/>
          <p:nvPr userDrawn="1"/>
        </p:nvSpPr>
        <p:spPr bwMode="black">
          <a:xfrm>
            <a:off x="480000" y="6036831"/>
            <a:ext cx="112320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4162C2E-0C88-4C8D-B1FF-27F6880EC20D}"/>
              </a:ext>
            </a:extLst>
          </p:cNvPr>
          <p:cNvSpPr/>
          <p:nvPr userDrawn="1"/>
        </p:nvSpPr>
        <p:spPr bwMode="black">
          <a:xfrm rot="16200000">
            <a:off x="-1796163" y="3761292"/>
            <a:ext cx="4572678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EEBBBA5-6A9C-4A59-891D-6F99C4E1EB95}"/>
              </a:ext>
            </a:extLst>
          </p:cNvPr>
          <p:cNvSpPr/>
          <p:nvPr userDrawn="1"/>
        </p:nvSpPr>
        <p:spPr bwMode="black">
          <a:xfrm rot="16200000">
            <a:off x="9414861" y="3761292"/>
            <a:ext cx="4572678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7A63ABA2-1135-49A5-AC8B-436A7A7F018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 bwMode="black">
          <a:xfrm>
            <a:off x="10031517" y="1069101"/>
            <a:ext cx="850900" cy="850900"/>
          </a:xfrm>
          <a:prstGeom prst="rect">
            <a:avLst/>
          </a:prstGeom>
        </p:spPr>
      </p:pic>
      <p:sp>
        <p:nvSpPr>
          <p:cNvPr id="31" name="Textplatzhalter 14">
            <a:extLst>
              <a:ext uri="{FF2B5EF4-FFF2-40B4-BE49-F238E27FC236}">
                <a16:creationId xmlns:a16="http://schemas.microsoft.com/office/drawing/2014/main" id="{BAC79A11-F944-443B-A5E2-E8FDAD4CED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black">
          <a:xfrm>
            <a:off x="8375114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6773364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dark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0108E20-3D50-48B2-A7D3-126EEB019C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841600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7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0108E20-3D50-48B2-A7D3-126EEB019C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6353EDE4-DA50-49EB-82CD-E7CD2214E38E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7382B6F-475E-456F-965A-43B280637598}"/>
              </a:ext>
            </a:extLst>
          </p:cNvPr>
          <p:cNvSpPr/>
          <p:nvPr userDrawn="1"/>
        </p:nvSpPr>
        <p:spPr bwMode="gray">
          <a:xfrm>
            <a:off x="11272956" y="6059224"/>
            <a:ext cx="849600" cy="754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800" noProof="0">
              <a:solidFill>
                <a:schemeClr val="tx1"/>
              </a:solidFill>
            </a:endParaRPr>
          </a:p>
        </p:txBody>
      </p:sp>
      <p:sp>
        <p:nvSpPr>
          <p:cNvPr id="24" name="Bildplatzhalter 23">
            <a:extLst>
              <a:ext uri="{FF2B5EF4-FFF2-40B4-BE49-F238E27FC236}">
                <a16:creationId xmlns:a16="http://schemas.microsoft.com/office/drawing/2014/main" id="{ADB9A897-0861-428E-87F0-B38AF63394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2" y="2"/>
            <a:ext cx="12191999" cy="6857999"/>
          </a:xfrm>
          <a:custGeom>
            <a:avLst/>
            <a:gdLst>
              <a:gd name="connsiteX0" fmla="*/ 479375 w 12191999"/>
              <a:gd name="connsiteY0" fmla="*/ 1485752 h 6857999"/>
              <a:gd name="connsiteX1" fmla="*/ 479375 w 12191999"/>
              <a:gd name="connsiteY1" fmla="*/ 6058430 h 6857999"/>
              <a:gd name="connsiteX2" fmla="*/ 479999 w 12191999"/>
              <a:gd name="connsiteY2" fmla="*/ 6058430 h 6857999"/>
              <a:gd name="connsiteX3" fmla="*/ 500975 w 12191999"/>
              <a:gd name="connsiteY3" fmla="*/ 6058430 h 6857999"/>
              <a:gd name="connsiteX4" fmla="*/ 11690399 w 12191999"/>
              <a:gd name="connsiteY4" fmla="*/ 6058430 h 6857999"/>
              <a:gd name="connsiteX5" fmla="*/ 11711999 w 12191999"/>
              <a:gd name="connsiteY5" fmla="*/ 6058430 h 6857999"/>
              <a:gd name="connsiteX6" fmla="*/ 11711999 w 12191999"/>
              <a:gd name="connsiteY6" fmla="*/ 6036830 h 6857999"/>
              <a:gd name="connsiteX7" fmla="*/ 11711999 w 12191999"/>
              <a:gd name="connsiteY7" fmla="*/ 1507353 h 6857999"/>
              <a:gd name="connsiteX8" fmla="*/ 11711999 w 12191999"/>
              <a:gd name="connsiteY8" fmla="*/ 1485752 h 6857999"/>
              <a:gd name="connsiteX9" fmla="*/ 11690399 w 12191999"/>
              <a:gd name="connsiteY9" fmla="*/ 1485752 h 6857999"/>
              <a:gd name="connsiteX10" fmla="*/ 11074799 w 12191999"/>
              <a:gd name="connsiteY10" fmla="*/ 1485752 h 6857999"/>
              <a:gd name="connsiteX11" fmla="*/ 11074799 w 12191999"/>
              <a:gd name="connsiteY11" fmla="*/ 1507353 h 6857999"/>
              <a:gd name="connsiteX12" fmla="*/ 11690399 w 12191999"/>
              <a:gd name="connsiteY12" fmla="*/ 1507353 h 6857999"/>
              <a:gd name="connsiteX13" fmla="*/ 11690399 w 12191999"/>
              <a:gd name="connsiteY13" fmla="*/ 6036830 h 6857999"/>
              <a:gd name="connsiteX14" fmla="*/ 500975 w 12191999"/>
              <a:gd name="connsiteY14" fmla="*/ 6036830 h 6857999"/>
              <a:gd name="connsiteX15" fmla="*/ 500975 w 12191999"/>
              <a:gd name="connsiteY15" fmla="*/ 1507352 h 6857999"/>
              <a:gd name="connsiteX16" fmla="*/ 9839375 w 12191999"/>
              <a:gd name="connsiteY16" fmla="*/ 1507352 h 6857999"/>
              <a:gd name="connsiteX17" fmla="*/ 9839375 w 12191999"/>
              <a:gd name="connsiteY17" fmla="*/ 1485752 h 6857999"/>
              <a:gd name="connsiteX18" fmla="*/ 500975 w 12191999"/>
              <a:gd name="connsiteY18" fmla="*/ 1485752 h 6857999"/>
              <a:gd name="connsiteX19" fmla="*/ 500975 w 12191999"/>
              <a:gd name="connsiteY19" fmla="*/ 1485752 h 6857999"/>
              <a:gd name="connsiteX20" fmla="*/ 0 w 12191999"/>
              <a:gd name="connsiteY20" fmla="*/ 0 h 6857999"/>
              <a:gd name="connsiteX21" fmla="*/ 12191999 w 12191999"/>
              <a:gd name="connsiteY21" fmla="*/ 0 h 6857999"/>
              <a:gd name="connsiteX22" fmla="*/ 12191999 w 12191999"/>
              <a:gd name="connsiteY22" fmla="*/ 6857999 h 6857999"/>
              <a:gd name="connsiteX23" fmla="*/ 0 w 12191999"/>
              <a:gd name="connsiteY2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2191999" h="6857999">
                <a:moveTo>
                  <a:pt x="479375" y="1485752"/>
                </a:moveTo>
                <a:lnTo>
                  <a:pt x="479375" y="6058430"/>
                </a:lnTo>
                <a:lnTo>
                  <a:pt x="479999" y="6058430"/>
                </a:lnTo>
                <a:lnTo>
                  <a:pt x="500975" y="6058430"/>
                </a:lnTo>
                <a:lnTo>
                  <a:pt x="11690399" y="6058430"/>
                </a:lnTo>
                <a:lnTo>
                  <a:pt x="11711999" y="6058430"/>
                </a:lnTo>
                <a:lnTo>
                  <a:pt x="11711999" y="6036830"/>
                </a:lnTo>
                <a:lnTo>
                  <a:pt x="11711999" y="1507353"/>
                </a:lnTo>
                <a:lnTo>
                  <a:pt x="11711999" y="1485752"/>
                </a:lnTo>
                <a:lnTo>
                  <a:pt x="11690399" y="1485752"/>
                </a:lnTo>
                <a:lnTo>
                  <a:pt x="11074799" y="1485752"/>
                </a:lnTo>
                <a:lnTo>
                  <a:pt x="11074799" y="1507353"/>
                </a:lnTo>
                <a:lnTo>
                  <a:pt x="11690399" y="1507353"/>
                </a:lnTo>
                <a:lnTo>
                  <a:pt x="11690399" y="6036830"/>
                </a:lnTo>
                <a:lnTo>
                  <a:pt x="500975" y="6036830"/>
                </a:lnTo>
                <a:lnTo>
                  <a:pt x="500975" y="1507352"/>
                </a:lnTo>
                <a:lnTo>
                  <a:pt x="9839375" y="1507352"/>
                </a:lnTo>
                <a:lnTo>
                  <a:pt x="9839375" y="1485752"/>
                </a:lnTo>
                <a:lnTo>
                  <a:pt x="500975" y="1485752"/>
                </a:lnTo>
                <a:lnTo>
                  <a:pt x="500975" y="148575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0" y="6857999"/>
                </a:lnTo>
                <a:close/>
              </a:path>
            </a:pathLst>
          </a:custGeo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wrap="square" lIns="720000" rIns="720000">
            <a:noAutofit/>
          </a:bodyPr>
          <a:lstStyle>
            <a:lvl1pPr marL="0" indent="0" algn="ctr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lang="en-GB" sz="1800" b="0" kern="1200" noProof="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78400" y="2860831"/>
            <a:ext cx="9142036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78399" y="5526000"/>
            <a:ext cx="6696000" cy="28786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878400" y="2227343"/>
            <a:ext cx="9142036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0BA3D426-F735-4E52-AD99-38EBABD550F7}"/>
              </a:ext>
            </a:extLst>
          </p:cNvPr>
          <p:cNvSpPr>
            <a:spLocks noGrp="1" noChangeAspect="1"/>
          </p:cNvSpPr>
          <p:nvPr>
            <p:ph type="body" sz="quarter" idx="17"/>
          </p:nvPr>
        </p:nvSpPr>
        <p:spPr bwMode="gray">
          <a:xfrm>
            <a:off x="10031463" y="1070455"/>
            <a:ext cx="849600" cy="849600"/>
          </a:xfrm>
          <a:prstGeom prst="ellipse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33">
                <a:noFill/>
              </a:defRPr>
            </a:lvl1pPr>
          </a:lstStyle>
          <a:p>
            <a:pPr lvl="0"/>
            <a:endParaRPr lang="en-GB" noProof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D407CAE-53F4-49CB-AA46-8BBB0CB7ABC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375114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1213410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light picture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D92B341-60D0-47CD-85EA-6F11DA7ADF4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1" y="1"/>
            <a:ext cx="12191999" cy="6857852"/>
          </a:xfrm>
          <a:custGeom>
            <a:avLst/>
            <a:gdLst>
              <a:gd name="connsiteX0" fmla="*/ 479375 w 12191999"/>
              <a:gd name="connsiteY0" fmla="*/ 1485752 h 6857852"/>
              <a:gd name="connsiteX1" fmla="*/ 479375 w 12191999"/>
              <a:gd name="connsiteY1" fmla="*/ 6058430 h 6857852"/>
              <a:gd name="connsiteX2" fmla="*/ 479999 w 12191999"/>
              <a:gd name="connsiteY2" fmla="*/ 6058430 h 6857852"/>
              <a:gd name="connsiteX3" fmla="*/ 500975 w 12191999"/>
              <a:gd name="connsiteY3" fmla="*/ 6058430 h 6857852"/>
              <a:gd name="connsiteX4" fmla="*/ 11690399 w 12191999"/>
              <a:gd name="connsiteY4" fmla="*/ 6058430 h 6857852"/>
              <a:gd name="connsiteX5" fmla="*/ 11711999 w 12191999"/>
              <a:gd name="connsiteY5" fmla="*/ 6058430 h 6857852"/>
              <a:gd name="connsiteX6" fmla="*/ 11711999 w 12191999"/>
              <a:gd name="connsiteY6" fmla="*/ 6036830 h 6857852"/>
              <a:gd name="connsiteX7" fmla="*/ 11711999 w 12191999"/>
              <a:gd name="connsiteY7" fmla="*/ 1507353 h 6857852"/>
              <a:gd name="connsiteX8" fmla="*/ 11711999 w 12191999"/>
              <a:gd name="connsiteY8" fmla="*/ 1485753 h 6857852"/>
              <a:gd name="connsiteX9" fmla="*/ 11711999 w 12191999"/>
              <a:gd name="connsiteY9" fmla="*/ 1485752 h 6857852"/>
              <a:gd name="connsiteX10" fmla="*/ 11690399 w 12191999"/>
              <a:gd name="connsiteY10" fmla="*/ 1485752 h 6857852"/>
              <a:gd name="connsiteX11" fmla="*/ 11690399 w 12191999"/>
              <a:gd name="connsiteY11" fmla="*/ 1485753 h 6857852"/>
              <a:gd name="connsiteX12" fmla="*/ 11074799 w 12191999"/>
              <a:gd name="connsiteY12" fmla="*/ 1485753 h 6857852"/>
              <a:gd name="connsiteX13" fmla="*/ 11074799 w 12191999"/>
              <a:gd name="connsiteY13" fmla="*/ 1507353 h 6857852"/>
              <a:gd name="connsiteX14" fmla="*/ 11690399 w 12191999"/>
              <a:gd name="connsiteY14" fmla="*/ 1507353 h 6857852"/>
              <a:gd name="connsiteX15" fmla="*/ 11690399 w 12191999"/>
              <a:gd name="connsiteY15" fmla="*/ 6036830 h 6857852"/>
              <a:gd name="connsiteX16" fmla="*/ 500975 w 12191999"/>
              <a:gd name="connsiteY16" fmla="*/ 6036830 h 6857852"/>
              <a:gd name="connsiteX17" fmla="*/ 500975 w 12191999"/>
              <a:gd name="connsiteY17" fmla="*/ 1507353 h 6857852"/>
              <a:gd name="connsiteX18" fmla="*/ 9839375 w 12191999"/>
              <a:gd name="connsiteY18" fmla="*/ 1507353 h 6857852"/>
              <a:gd name="connsiteX19" fmla="*/ 9839375 w 12191999"/>
              <a:gd name="connsiteY19" fmla="*/ 1485753 h 6857852"/>
              <a:gd name="connsiteX20" fmla="*/ 500975 w 12191999"/>
              <a:gd name="connsiteY20" fmla="*/ 1485753 h 6857852"/>
              <a:gd name="connsiteX21" fmla="*/ 500975 w 12191999"/>
              <a:gd name="connsiteY21" fmla="*/ 1485752 h 6857852"/>
              <a:gd name="connsiteX22" fmla="*/ 0 w 12191999"/>
              <a:gd name="connsiteY22" fmla="*/ 0 h 6857852"/>
              <a:gd name="connsiteX23" fmla="*/ 12191999 w 12191999"/>
              <a:gd name="connsiteY23" fmla="*/ 0 h 6857852"/>
              <a:gd name="connsiteX24" fmla="*/ 12191999 w 12191999"/>
              <a:gd name="connsiteY24" fmla="*/ 6857852 h 6857852"/>
              <a:gd name="connsiteX25" fmla="*/ 0 w 12191999"/>
              <a:gd name="connsiteY25" fmla="*/ 6857852 h 6857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2191999" h="6857852">
                <a:moveTo>
                  <a:pt x="479375" y="1485752"/>
                </a:moveTo>
                <a:lnTo>
                  <a:pt x="479375" y="6058430"/>
                </a:lnTo>
                <a:lnTo>
                  <a:pt x="479999" y="6058430"/>
                </a:lnTo>
                <a:lnTo>
                  <a:pt x="500975" y="6058430"/>
                </a:lnTo>
                <a:lnTo>
                  <a:pt x="11690399" y="6058430"/>
                </a:lnTo>
                <a:lnTo>
                  <a:pt x="11711999" y="6058430"/>
                </a:lnTo>
                <a:lnTo>
                  <a:pt x="11711999" y="6036830"/>
                </a:lnTo>
                <a:lnTo>
                  <a:pt x="11711999" y="1507353"/>
                </a:lnTo>
                <a:lnTo>
                  <a:pt x="11711999" y="1485753"/>
                </a:lnTo>
                <a:lnTo>
                  <a:pt x="11711999" y="1485752"/>
                </a:lnTo>
                <a:lnTo>
                  <a:pt x="11690399" y="1485752"/>
                </a:lnTo>
                <a:lnTo>
                  <a:pt x="11690399" y="1485753"/>
                </a:lnTo>
                <a:lnTo>
                  <a:pt x="11074799" y="1485753"/>
                </a:lnTo>
                <a:lnTo>
                  <a:pt x="11074799" y="1507353"/>
                </a:lnTo>
                <a:lnTo>
                  <a:pt x="11690399" y="1507353"/>
                </a:lnTo>
                <a:lnTo>
                  <a:pt x="11690399" y="6036830"/>
                </a:lnTo>
                <a:lnTo>
                  <a:pt x="500975" y="6036830"/>
                </a:lnTo>
                <a:lnTo>
                  <a:pt x="500975" y="1507353"/>
                </a:lnTo>
                <a:lnTo>
                  <a:pt x="9839375" y="1507353"/>
                </a:lnTo>
                <a:lnTo>
                  <a:pt x="9839375" y="1485753"/>
                </a:lnTo>
                <a:lnTo>
                  <a:pt x="500975" y="1485753"/>
                </a:lnTo>
                <a:lnTo>
                  <a:pt x="500975" y="148575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852"/>
                </a:lnTo>
                <a:lnTo>
                  <a:pt x="0" y="6857852"/>
                </a:lnTo>
                <a:close/>
              </a:path>
            </a:pathLst>
          </a:custGeo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wrap="square" lIns="720000" rIns="720000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2F48416-3769-4EAF-AC0C-818B51E4E5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349040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2F48416-3769-4EAF-AC0C-818B51E4E5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FD04C1F2-6677-45AA-938B-D2CF4E26B96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78400" y="2862000"/>
            <a:ext cx="9142036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tx2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78400" y="5526000"/>
            <a:ext cx="6696000" cy="287867"/>
          </a:xfrm>
        </p:spPr>
        <p:txBody>
          <a:bodyPr/>
          <a:lstStyle>
            <a:lvl1pPr>
              <a:defRPr sz="1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878400" y="2227343"/>
            <a:ext cx="9142036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28" name="Textplatzhalter 13">
            <a:extLst>
              <a:ext uri="{FF2B5EF4-FFF2-40B4-BE49-F238E27FC236}">
                <a16:creationId xmlns:a16="http://schemas.microsoft.com/office/drawing/2014/main" id="{C7C2C4CF-0DC6-4DE2-AED3-0CEEB81E3BF0}"/>
              </a:ext>
            </a:extLst>
          </p:cNvPr>
          <p:cNvSpPr>
            <a:spLocks noGrp="1" noChangeAspect="1"/>
          </p:cNvSpPr>
          <p:nvPr>
            <p:ph type="body" sz="quarter" idx="17"/>
          </p:nvPr>
        </p:nvSpPr>
        <p:spPr bwMode="gray">
          <a:xfrm>
            <a:off x="10031463" y="1069101"/>
            <a:ext cx="850954" cy="850954"/>
          </a:xfrm>
          <a:prstGeom prst="ellipse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33">
                <a:noFill/>
              </a:defRPr>
            </a:lvl1pPr>
          </a:lstStyle>
          <a:p>
            <a:pPr lvl="0"/>
            <a:endParaRPr lang="en-GB" noProof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10BF1FDD-9643-441E-979A-D60F4FB0889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375114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670964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with dark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3352F42-8138-4C9A-982D-B566B6143D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601909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3352F42-8138-4C9A-982D-B566B6143D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94C3513-E0BF-4E40-B55D-750F56BD358D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D6D93960-AB18-4E88-9BF3-D43049352919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7">
              <a:extLst>
                <a:ext uri="{FF2B5EF4-FFF2-40B4-BE49-F238E27FC236}">
                  <a16:creationId xmlns:a16="http://schemas.microsoft.com/office/drawing/2014/main" id="{FCA382C2-9265-4B84-9369-265CE6C6B303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8">
              <a:extLst>
                <a:ext uri="{FF2B5EF4-FFF2-40B4-BE49-F238E27FC236}">
                  <a16:creationId xmlns:a16="http://schemas.microsoft.com/office/drawing/2014/main" id="{E740232D-0571-4A4A-B683-66BB82153CA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9">
              <a:extLst>
                <a:ext uri="{FF2B5EF4-FFF2-40B4-BE49-F238E27FC236}">
                  <a16:creationId xmlns:a16="http://schemas.microsoft.com/office/drawing/2014/main" id="{F78359BB-1D17-4D59-8BC7-9E8894170944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0">
              <a:extLst>
                <a:ext uri="{FF2B5EF4-FFF2-40B4-BE49-F238E27FC236}">
                  <a16:creationId xmlns:a16="http://schemas.microsoft.com/office/drawing/2014/main" id="{F4110EDE-09FF-449E-B60F-A6439AAF692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1">
              <a:extLst>
                <a:ext uri="{FF2B5EF4-FFF2-40B4-BE49-F238E27FC236}">
                  <a16:creationId xmlns:a16="http://schemas.microsoft.com/office/drawing/2014/main" id="{A3A3B7D4-44AA-497B-9334-7C7E5E88C625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2">
              <a:extLst>
                <a:ext uri="{FF2B5EF4-FFF2-40B4-BE49-F238E27FC236}">
                  <a16:creationId xmlns:a16="http://schemas.microsoft.com/office/drawing/2014/main" id="{4981A131-371C-4CB9-B8F2-1AF2A3CFCA35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3">
              <a:extLst>
                <a:ext uri="{FF2B5EF4-FFF2-40B4-BE49-F238E27FC236}">
                  <a16:creationId xmlns:a16="http://schemas.microsoft.com/office/drawing/2014/main" id="{50741E15-E504-4C47-AFD8-9649640132DB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9D92C037-550C-43B3-B2D5-85688AD484A3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3865562-809D-47E2-A66F-2A99A83B9585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DECD4A31-3E48-4F2A-851C-281FF4619AB3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E32D9135-9F10-45DB-9D02-C91DB225FBD8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D332341-79D1-4311-BC9B-4C3E10603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79425" y="2227343"/>
            <a:ext cx="1123315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79425" y="2834901"/>
            <a:ext cx="1123315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F9CF4A3-0026-44AC-AFCD-103721FD442C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656397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with light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15E4F81-BF99-43CC-A760-0249283C31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642621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15E4F81-BF99-43CC-A760-0249283C3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98716A3-4317-49A4-A516-0CAB7EE9EADA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2" name="Gerade Verbindung 6">
              <a:extLst>
                <a:ext uri="{FF2B5EF4-FFF2-40B4-BE49-F238E27FC236}">
                  <a16:creationId xmlns:a16="http://schemas.microsoft.com/office/drawing/2014/main" id="{968259DA-C4F4-42AE-AA1E-4FCA4BFD2F74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7">
              <a:extLst>
                <a:ext uri="{FF2B5EF4-FFF2-40B4-BE49-F238E27FC236}">
                  <a16:creationId xmlns:a16="http://schemas.microsoft.com/office/drawing/2014/main" id="{D584E2B3-1B07-400A-834E-C84919DD4AED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8D147300-2B5E-4928-945F-AF9187208EE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00096ED0-8C02-4E4F-A9D5-896D2531765F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0343AD15-AA2D-4FA3-A7A4-0F3B9B2D46E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3BC863F9-C281-4C65-995F-7DA22245A8CE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395D0265-0A40-4776-A0A6-9945A258C019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F51B9021-1044-4419-9F74-E7069B9197BE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8">
              <a:extLst>
                <a:ext uri="{FF2B5EF4-FFF2-40B4-BE49-F238E27FC236}">
                  <a16:creationId xmlns:a16="http://schemas.microsoft.com/office/drawing/2014/main" id="{834A74C2-6628-40E1-9DA8-3F00E08C9CAA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9">
              <a:extLst>
                <a:ext uri="{FF2B5EF4-FFF2-40B4-BE49-F238E27FC236}">
                  <a16:creationId xmlns:a16="http://schemas.microsoft.com/office/drawing/2014/main" id="{7AE4E1E1-93D4-43A4-AB5E-7DDBFF946DF7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8">
              <a:extLst>
                <a:ext uri="{FF2B5EF4-FFF2-40B4-BE49-F238E27FC236}">
                  <a16:creationId xmlns:a16="http://schemas.microsoft.com/office/drawing/2014/main" id="{4ABF7A17-2A90-47F9-9E6F-7C2A1133BF82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9">
              <a:extLst>
                <a:ext uri="{FF2B5EF4-FFF2-40B4-BE49-F238E27FC236}">
                  <a16:creationId xmlns:a16="http://schemas.microsoft.com/office/drawing/2014/main" id="{6153BE47-17AD-4A9F-AF96-DD1D516D4F70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D05A838-DB24-4E30-9B4B-D34C31F0CA2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79425" y="2227343"/>
            <a:ext cx="1123315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79425" y="2834901"/>
            <a:ext cx="1123315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tx2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  <a:endParaRPr lang="en-GB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9249B2F-9173-48D3-A5BC-90A6758C671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41DBAB-5A5B-4798-8BF6-4FBA9FD4B3C3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84671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8DBB61B-A8E6-4F9E-B132-8DD282EBE4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603241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3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8DBB61B-A8E6-4F9E-B132-8DD282EBE4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3D3C332-3566-4AF8-95A0-87B10D9CF6CC}"/>
              </a:ext>
            </a:extLst>
          </p:cNvPr>
          <p:cNvGrpSpPr/>
          <p:nvPr userDrawn="1"/>
        </p:nvGrpSpPr>
        <p:grpSpPr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9072E5FD-0A29-42D6-A601-43724E0F3B40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7">
              <a:extLst>
                <a:ext uri="{FF2B5EF4-FFF2-40B4-BE49-F238E27FC236}">
                  <a16:creationId xmlns:a16="http://schemas.microsoft.com/office/drawing/2014/main" id="{8AFA7438-C6E2-4019-9E05-F5BD11C9744F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EB82C1D4-A9FF-4DF6-B6C1-A5FF499BB76C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739C2C77-99D5-4E4D-AAF2-11C29C46D9DD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B15BA0E2-AEE8-4F85-A4F7-6B6504DA5487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CD316D5F-DE29-4426-805F-85CE4A3CD4D9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725E3CCB-1EFB-4949-9256-2BF995240F8B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822FC784-1CDB-41A3-8F2C-FD41C979073C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9BCDF87C-94DB-4B73-BC59-6C97C8315878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E1E36290-5C89-4002-86C9-CB9239E0312A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18">
              <a:extLst>
                <a:ext uri="{FF2B5EF4-FFF2-40B4-BE49-F238E27FC236}">
                  <a16:creationId xmlns:a16="http://schemas.microsoft.com/office/drawing/2014/main" id="{789674D5-5F1B-4CC2-B6EC-76B6BAEAB437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9">
              <a:extLst>
                <a:ext uri="{FF2B5EF4-FFF2-40B4-BE49-F238E27FC236}">
                  <a16:creationId xmlns:a16="http://schemas.microsoft.com/office/drawing/2014/main" id="{2B134A6E-2A49-4836-B7E8-ECDEDC8EF244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478801" y="2227343"/>
            <a:ext cx="11233774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478801" y="2834901"/>
            <a:ext cx="11233774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1DB818-884B-46E0-91DE-94DE3BEC4E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9E0CF16-41E8-42B8-87C5-1227165EDB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6B3A6CC6-409A-41F4-9355-208F3E0C0A12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6094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itl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FF089649-AAF3-4798-ADF3-6C3E2E0AC1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09205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7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FF089649-AAF3-4798-ADF3-6C3E2E0AC1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31C9870B-D3ED-4F26-BDDA-8441ED50FB99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9072E5FD-0A29-42D6-A601-43724E0F3B40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7">
              <a:extLst>
                <a:ext uri="{FF2B5EF4-FFF2-40B4-BE49-F238E27FC236}">
                  <a16:creationId xmlns:a16="http://schemas.microsoft.com/office/drawing/2014/main" id="{8AFA7438-C6E2-4019-9E05-F5BD11C9744F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EB82C1D4-A9FF-4DF6-B6C1-A5FF499BB76C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739C2C77-99D5-4E4D-AAF2-11C29C46D9DD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B15BA0E2-AEE8-4F85-A4F7-6B6504DA5487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725E3CCB-1EFB-4949-9256-2BF995240F8B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822FC784-1CDB-41A3-8F2C-FD41C979073C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9BCDF87C-94DB-4B73-BC59-6C97C8315878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E1E36290-5C89-4002-86C9-CB9239E0312A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18">
              <a:extLst>
                <a:ext uri="{FF2B5EF4-FFF2-40B4-BE49-F238E27FC236}">
                  <a16:creationId xmlns:a16="http://schemas.microsoft.com/office/drawing/2014/main" id="{789674D5-5F1B-4CC2-B6EC-76B6BAEAB437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9">
              <a:extLst>
                <a:ext uri="{FF2B5EF4-FFF2-40B4-BE49-F238E27FC236}">
                  <a16:creationId xmlns:a16="http://schemas.microsoft.com/office/drawing/2014/main" id="{2B134A6E-2A49-4836-B7E8-ECDEDC8EF244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1">
              <a:extLst>
                <a:ext uri="{FF2B5EF4-FFF2-40B4-BE49-F238E27FC236}">
                  <a16:creationId xmlns:a16="http://schemas.microsoft.com/office/drawing/2014/main" id="{F65194E7-A29C-439F-A904-73436FCAEF61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3">
              <a:extLst>
                <a:ext uri="{FF2B5EF4-FFF2-40B4-BE49-F238E27FC236}">
                  <a16:creationId xmlns:a16="http://schemas.microsoft.com/office/drawing/2014/main" id="{A7FB9BA9-8681-4D03-8460-60B678CAE425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478801" y="2227343"/>
            <a:ext cx="11233774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Chapter title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478801" y="2834901"/>
            <a:ext cx="11233774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1DB818-884B-46E0-91DE-94DE3BEC4E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9E0CF16-41E8-42B8-87C5-1227165EDB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E8C9E690-1D5D-496D-A370-5CA832174105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82716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ark blu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ADBCD95-BFED-4115-AA60-D9D1DBA151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407351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ADBCD95-BFED-4115-AA60-D9D1DBA151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platzhalter 7">
            <a:extLst>
              <a:ext uri="{FF2B5EF4-FFF2-40B4-BE49-F238E27FC236}">
                <a16:creationId xmlns:a16="http://schemas.microsoft.com/office/drawing/2014/main" id="{44ED68A1-5BB8-4B29-874A-27495F4C6F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black"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solidFill>
                  <a:schemeClr val="bg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37FD5F09-8D0F-4A89-829D-96012BC6E97E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3" name="Gerade Verbindung 6">
              <a:extLst>
                <a:ext uri="{FF2B5EF4-FFF2-40B4-BE49-F238E27FC236}">
                  <a16:creationId xmlns:a16="http://schemas.microsoft.com/office/drawing/2014/main" id="{B80B410E-C623-4748-B35F-B762E2156B59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BBF77FFD-EFDD-4D19-89C5-3BCDAA4C012D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8">
              <a:extLst>
                <a:ext uri="{FF2B5EF4-FFF2-40B4-BE49-F238E27FC236}">
                  <a16:creationId xmlns:a16="http://schemas.microsoft.com/office/drawing/2014/main" id="{8F990CDA-40B2-4D63-88EF-7B8EEEED7238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9">
              <a:extLst>
                <a:ext uri="{FF2B5EF4-FFF2-40B4-BE49-F238E27FC236}">
                  <a16:creationId xmlns:a16="http://schemas.microsoft.com/office/drawing/2014/main" id="{4D0B6189-4DCD-4748-91BC-099537DA1E35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0">
              <a:extLst>
                <a:ext uri="{FF2B5EF4-FFF2-40B4-BE49-F238E27FC236}">
                  <a16:creationId xmlns:a16="http://schemas.microsoft.com/office/drawing/2014/main" id="{02629D81-4B4D-4AA8-BB96-E77BD402C645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1">
              <a:extLst>
                <a:ext uri="{FF2B5EF4-FFF2-40B4-BE49-F238E27FC236}">
                  <a16:creationId xmlns:a16="http://schemas.microsoft.com/office/drawing/2014/main" id="{5026B329-92B3-430A-966F-95B5884AEF9B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2">
              <a:extLst>
                <a:ext uri="{FF2B5EF4-FFF2-40B4-BE49-F238E27FC236}">
                  <a16:creationId xmlns:a16="http://schemas.microsoft.com/office/drawing/2014/main" id="{6D7F807D-3F20-44ED-9873-6A34F52F0FE7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3">
              <a:extLst>
                <a:ext uri="{FF2B5EF4-FFF2-40B4-BE49-F238E27FC236}">
                  <a16:creationId xmlns:a16="http://schemas.microsoft.com/office/drawing/2014/main" id="{27540E05-F77E-477B-B80E-295FD088C37A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33297432-4987-439C-AA75-0FC59FF1274E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76EA895E-1075-4252-B0F7-B44F54AC3746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8">
              <a:extLst>
                <a:ext uri="{FF2B5EF4-FFF2-40B4-BE49-F238E27FC236}">
                  <a16:creationId xmlns:a16="http://schemas.microsoft.com/office/drawing/2014/main" id="{A57ED76C-E4FC-4ED2-ACC3-9BB30C370EC3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9">
              <a:extLst>
                <a:ext uri="{FF2B5EF4-FFF2-40B4-BE49-F238E27FC236}">
                  <a16:creationId xmlns:a16="http://schemas.microsoft.com/office/drawing/2014/main" id="{51316E67-ECDB-4EF9-AABC-3C9BA516BE4D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platzhalter 8"/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479426" y="1486800"/>
            <a:ext cx="11233150" cy="45711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267"/>
              </a:spcBef>
              <a:defRPr sz="1800">
                <a:solidFill>
                  <a:schemeClr val="bg1"/>
                </a:solidFill>
              </a:defRPr>
            </a:lvl2pPr>
            <a:lvl3pPr marL="431979" indent="0">
              <a:spcBef>
                <a:spcPts val="267"/>
              </a:spcBef>
              <a:buNone/>
              <a:defRPr/>
            </a:lvl3pPr>
            <a:lvl4pPr marL="0" marR="0" indent="0" algn="l" defTabSz="1219140" rtl="0" eaLnBrk="1" fontAlgn="auto" latinLnBrk="0" hangingPunct="1">
              <a:lnSpc>
                <a:spcPct val="100000"/>
              </a:lnSpc>
              <a:spcBef>
                <a:spcPts val="2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4pPr>
            <a:lvl5pPr marL="431979" indent="0">
              <a:spcBef>
                <a:spcPts val="267"/>
              </a:spcBef>
              <a:buNone/>
              <a:defRPr/>
            </a:lvl5pPr>
          </a:lstStyle>
          <a:p>
            <a:pPr lvl="0"/>
            <a:r>
              <a:rPr lang="en-US" noProof="0"/>
              <a:t>X.X Chapter title 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 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421D23-CC4C-4E11-AB51-A134A52084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5B5823-E8F4-49AD-A087-2E4E3E9680A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0EC9E8B0-35EA-48D7-92E3-8BBACED9A569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3">
            <a:extLst>
              <a:ext uri="{FF2B5EF4-FFF2-40B4-BE49-F238E27FC236}">
                <a16:creationId xmlns:a16="http://schemas.microsoft.com/office/drawing/2014/main" id="{C73206DE-BAF5-4B72-8F26-9D64D9296A9A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afik 27">
            <a:extLst>
              <a:ext uri="{FF2B5EF4-FFF2-40B4-BE49-F238E27FC236}">
                <a16:creationId xmlns:a16="http://schemas.microsoft.com/office/drawing/2014/main" id="{82298DA2-0F5F-44C0-BFA3-A27EB8DF8EE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 bwMode="black">
          <a:xfrm>
            <a:off x="11309424" y="6282289"/>
            <a:ext cx="403225" cy="403225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black">
          <a:xfrm>
            <a:off x="479425" y="309600"/>
            <a:ext cx="11233151" cy="360099"/>
          </a:xfrm>
        </p:spPr>
        <p:txBody>
          <a:bodyPr>
            <a:spAutoFit/>
          </a:bodyPr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041108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C91D337C-BD62-4FD0-91F1-8F3ED8DD6D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320732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C91D337C-BD62-4FD0-91F1-8F3ED8DD6D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133BB50-2654-41BF-9A51-E549F385A2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79425" y="1486800"/>
            <a:ext cx="11233150" cy="4571100"/>
          </a:xfrm>
        </p:spPr>
        <p:txBody>
          <a:bodyPr/>
          <a:lstStyle>
            <a:lvl1pPr>
              <a:defRPr>
                <a:latin typeface="+mj-lt"/>
              </a:defRPr>
            </a:lvl1pPr>
            <a:lvl2pPr marL="0" indent="0">
              <a:spcBef>
                <a:spcPts val="267"/>
              </a:spcBef>
              <a:defRPr sz="1800"/>
            </a:lvl2pPr>
            <a:lvl3pPr marL="431979" indent="0">
              <a:spcBef>
                <a:spcPts val="267"/>
              </a:spcBef>
              <a:buNone/>
              <a:defRPr/>
            </a:lvl3pPr>
            <a:lvl4pPr marL="0" marR="0" indent="0" algn="l" defTabSz="1219140" rtl="0" eaLnBrk="1" fontAlgn="auto" latinLnBrk="0" hangingPunct="1">
              <a:lnSpc>
                <a:spcPct val="100000"/>
              </a:lnSpc>
              <a:spcBef>
                <a:spcPts val="2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4pPr>
            <a:lvl5pPr marL="431979" indent="0">
              <a:spcBef>
                <a:spcPts val="267"/>
              </a:spcBef>
              <a:buNone/>
              <a:defRPr/>
            </a:lvl5pPr>
          </a:lstStyle>
          <a:p>
            <a:pPr lvl="0"/>
            <a:r>
              <a:rPr lang="en-US" noProof="0"/>
              <a:t>X.X Chapter title 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 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8A448A2-CF0D-48A7-AA33-8917BBEDE82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A84592-33AD-4E01-99FE-058C8D6288B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0"/>
            <a:ext cx="11233150" cy="360099"/>
          </a:xfrm>
        </p:spPr>
        <p:txBody>
          <a:bodyPr>
            <a:spAutoFit/>
          </a:bodyPr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431173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 poin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AA6E4A92-0E3B-4752-9F11-B5F2ED2D35C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434997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AA6E4A92-0E3B-4752-9F11-B5F2ED2D35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13C18F00-6AEC-4566-B9A4-C09826D8DF1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7BDB83B6-6043-46C4-81FA-7D14164298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4" y="1486800"/>
            <a:ext cx="11236177" cy="4571100"/>
          </a:xfrm>
        </p:spPr>
        <p:txBody>
          <a:bodyPr/>
          <a:lstStyle>
            <a:lvl1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1pPr>
            <a:lvl2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2pPr>
            <a:lvl3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3pPr>
            <a:lvl4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4pPr>
          </a:lstStyle>
          <a:p>
            <a:pPr lvl="2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16119A-26FC-4219-9DF8-5A5F5D953C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1F8F-8B92-45FC-B45E-7E8D3E6D904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8801" y="309600"/>
            <a:ext cx="11236801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568571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571ABA2-A5E0-4675-9288-E832905D5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133753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571ABA2-A5E0-4675-9288-E832905D51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77676C33-8EDE-4125-AB0E-757CC6A1F9C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50CEAC35-718A-42D0-9570-3F6A350F5E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C9BD7-B3E3-458E-86D3-8FB80588B1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9CAE6-6CD7-4DC8-8C6F-48AA1C88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0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4876B7B5-41C7-45A0-BA80-3013501395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9425" y="1486800"/>
            <a:ext cx="9685338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9932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403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9FE66A3-4409-4D25-8FFE-EA50DD95B6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190092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29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9FE66A3-4409-4D25-8FFE-EA50DD95B6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57442D48-80E3-44A4-ADD0-965EB5F1A6BB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EF7F83A2-76F6-4705-9F77-89F7B698CAD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9A9924-46BA-4271-B7B0-0BB0854A09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9494AB-F984-4B4A-8268-3EDD29D9FF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E507019-BD35-4632-9AE5-FD2EF11CE4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425" y="1486800"/>
            <a:ext cx="5508625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B86F7DE-BC3C-4818-935D-88EC42DA9C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03950" y="1486800"/>
            <a:ext cx="5508625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179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only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7FC7FFD1-6D32-4B02-9850-3BC5FE828E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912841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3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7FC7FFD1-6D32-4B02-9850-3BC5FE828E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BC680795-43FC-4537-AA8B-EE9F9657A9C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1541FED-60FA-4A6C-9455-E501F5CACB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C9BD7-B3E3-458E-86D3-8FB80588B1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9CAE6-6CD7-4DC8-8C6F-48AA1C88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0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6772942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light blue 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D14386E-0E29-4B56-8F78-B4C3BA76DBF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659986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7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D14386E-0E29-4B56-8F78-B4C3BA76DB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A3E8B5A2-2FEF-4968-9A2F-DBFBFFE94D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black">
          <a:xfrm>
            <a:off x="478801" y="2462796"/>
            <a:ext cx="11233774" cy="1994392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</a:t>
            </a:r>
            <a:br>
              <a:rPr lang="en-US" noProof="0"/>
            </a:br>
            <a:r>
              <a:rPr lang="en-US" noProof="0"/>
              <a:t>VW Text Office 72 pt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BD77B1D-145A-41BC-889E-71FD204B5F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49CCD52-DEF5-4214-BB2D-D627AFE9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2D27F19A-02B5-4B3A-B1F7-1983C6E78FB7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4739F779-27AF-44C9-B417-49572B3AEB83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>
            <a:extLst>
              <a:ext uri="{FF2B5EF4-FFF2-40B4-BE49-F238E27FC236}">
                <a16:creationId xmlns:a16="http://schemas.microsoft.com/office/drawing/2014/main" id="{21699CE5-3ED9-489F-A10F-28D4E7F0C4E9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9">
            <a:extLst>
              <a:ext uri="{FF2B5EF4-FFF2-40B4-BE49-F238E27FC236}">
                <a16:creationId xmlns:a16="http://schemas.microsoft.com/office/drawing/2014/main" id="{E5A01179-7CBF-4569-9F7C-E313EFADAF18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0">
            <a:extLst>
              <a:ext uri="{FF2B5EF4-FFF2-40B4-BE49-F238E27FC236}">
                <a16:creationId xmlns:a16="http://schemas.microsoft.com/office/drawing/2014/main" id="{69CBB15F-2671-480D-8B19-A904654E2D89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1">
            <a:extLst>
              <a:ext uri="{FF2B5EF4-FFF2-40B4-BE49-F238E27FC236}">
                <a16:creationId xmlns:a16="http://schemas.microsoft.com/office/drawing/2014/main" id="{50EAF6B6-6124-408A-9E77-D61BC07CECBD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2">
            <a:extLst>
              <a:ext uri="{FF2B5EF4-FFF2-40B4-BE49-F238E27FC236}">
                <a16:creationId xmlns:a16="http://schemas.microsoft.com/office/drawing/2014/main" id="{406A00F8-4935-450A-AFD4-64D14D499B63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3">
            <a:extLst>
              <a:ext uri="{FF2B5EF4-FFF2-40B4-BE49-F238E27FC236}">
                <a16:creationId xmlns:a16="http://schemas.microsoft.com/office/drawing/2014/main" id="{E810F51C-3785-44ED-87F3-07BBDAD2CB29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D6808B54-3E5D-436B-83B9-518A4132601C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0DBF4752-CC46-427B-9D69-5B1AB73CBBBF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18">
            <a:extLst>
              <a:ext uri="{FF2B5EF4-FFF2-40B4-BE49-F238E27FC236}">
                <a16:creationId xmlns:a16="http://schemas.microsoft.com/office/drawing/2014/main" id="{C39179A2-2D78-4995-8DE3-6CAD5AA99342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19">
            <a:extLst>
              <a:ext uri="{FF2B5EF4-FFF2-40B4-BE49-F238E27FC236}">
                <a16:creationId xmlns:a16="http://schemas.microsoft.com/office/drawing/2014/main" id="{2DC8EFFB-1676-4D98-95FE-5BCA19291077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11">
            <a:extLst>
              <a:ext uri="{FF2B5EF4-FFF2-40B4-BE49-F238E27FC236}">
                <a16:creationId xmlns:a16="http://schemas.microsoft.com/office/drawing/2014/main" id="{1DEDC508-21B9-44E3-993F-775B6B1D1565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13">
            <a:extLst>
              <a:ext uri="{FF2B5EF4-FFF2-40B4-BE49-F238E27FC236}">
                <a16:creationId xmlns:a16="http://schemas.microsoft.com/office/drawing/2014/main" id="{01DB8B62-9545-4F83-AB0A-E72AA2169356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952DBB7C-33E9-4D32-88D1-EEDD7F0B53B7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8801" y="1484313"/>
            <a:ext cx="11233774" cy="997196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72 pt</a:t>
            </a:r>
          </a:p>
        </p:txBody>
      </p:sp>
    </p:spTree>
    <p:extLst>
      <p:ext uri="{BB962C8B-B14F-4D97-AF65-F5344CB8AC3E}">
        <p14:creationId xmlns:p14="http://schemas.microsoft.com/office/powerpoint/2010/main" val="40378943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dark blu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ECED6F0C-9CB4-49DC-B418-B1E46CCF80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38654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ECED6F0C-9CB4-49DC-B418-B1E46CCF80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25904729-F970-4E8A-9537-BB16FECBCA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black">
          <a:xfrm>
            <a:off x="478801" y="2462796"/>
            <a:ext cx="11233774" cy="1994392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</a:t>
            </a:r>
            <a:br>
              <a:rPr lang="en-US" noProof="0"/>
            </a:br>
            <a:r>
              <a:rPr lang="en-US" noProof="0"/>
              <a:t>VW Text Office 72 pt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1F3631CD-0448-4FC8-B44F-66C3074C4D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644A2AE-C307-4113-B955-6036184E5F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B13F2F1D-142F-46A2-B88F-16D1FAFD3FBE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A9D322D1-3670-418C-BFCF-775FD2BBC992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70C40AE6-B1C1-4B1A-B9DF-7AA6FC2EFA3E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FE864D00-583E-485B-8FF3-DFEC5A1965ED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AEAAACC8-EB7F-423F-AA87-317D37875927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766CD0E4-C6D7-4335-922B-EF6C22BF2877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1013BB6C-2ED2-493B-ABDD-69A649518C22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84D3224A-4385-4610-8305-A992EA1EBC43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6DBE71F3-1AFA-4DC0-A110-F252DA0B8483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A47E4ED5-EF11-4F7A-9C7D-66B14DC23752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A6E538F1-0D9E-4094-BC94-DDFDA59276BD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3B10BD48-3E54-42B6-B79B-B0E1D895137F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1">
            <a:extLst>
              <a:ext uri="{FF2B5EF4-FFF2-40B4-BE49-F238E27FC236}">
                <a16:creationId xmlns:a16="http://schemas.microsoft.com/office/drawing/2014/main" id="{4238C2EA-ED7F-471E-87BB-48D4B2FE7004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3">
            <a:extLst>
              <a:ext uri="{FF2B5EF4-FFF2-40B4-BE49-F238E27FC236}">
                <a16:creationId xmlns:a16="http://schemas.microsoft.com/office/drawing/2014/main" id="{A8D070A0-B8A7-46B6-96BB-10CE161D33E9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B201DF26-9DF0-4BC9-A37D-CDE01CD9C478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9425" y="1484313"/>
            <a:ext cx="11233150" cy="997196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72 pt</a:t>
            </a:r>
          </a:p>
        </p:txBody>
      </p:sp>
    </p:spTree>
    <p:extLst>
      <p:ext uri="{BB962C8B-B14F-4D97-AF65-F5344CB8AC3E}">
        <p14:creationId xmlns:p14="http://schemas.microsoft.com/office/powerpoint/2010/main" val="14319152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dark picture fullscreen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638E0913-285A-473B-B842-CF5D482E5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313924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2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638E0913-285A-473B-B842-CF5D482E5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5760000" tIns="0" rIns="0" bIns="0" rtlCol="0" anchor="ctr">
            <a:noAutofit/>
          </a:bodyPr>
          <a:lstStyle>
            <a:lvl1pPr algn="ctr">
              <a:defRPr lang="en-US" sz="1700" noProof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noProof="0"/>
              <a:t>Insert a dark image by clicking on symbol on the left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98645C0-6A6B-47AB-AFED-F4AEB8CFD7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>
          <a:xfrm>
            <a:off x="864000" y="6551476"/>
            <a:ext cx="65160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AD713-8F9A-4C67-8A5A-5C20AFA22C0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478801" y="6551476"/>
            <a:ext cx="36004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08081944-A579-44D7-9595-E46591CA6237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DC1F0DBE-AEAD-415C-9C0B-7409EFDA444D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9C2BBB53-1E3F-49EE-B71A-FBF2E1B7A3E1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29FB8B4B-FB23-4F04-8FD2-F3BD2EFDF84E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BE4E8380-67FB-475B-BC59-2FA194E83D55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18F7817E-2CF7-415C-A54D-44262B5762F6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A491F78E-FB9E-4A13-A923-825F6F9128B9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ED017947-F763-4F3B-B95A-F5DB17729929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8">
            <a:extLst>
              <a:ext uri="{FF2B5EF4-FFF2-40B4-BE49-F238E27FC236}">
                <a16:creationId xmlns:a16="http://schemas.microsoft.com/office/drawing/2014/main" id="{5EB88D79-C037-4F8A-A522-16FB0236ABBF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9">
            <a:extLst>
              <a:ext uri="{FF2B5EF4-FFF2-40B4-BE49-F238E27FC236}">
                <a16:creationId xmlns:a16="http://schemas.microsoft.com/office/drawing/2014/main" id="{D78A2862-D717-457A-9114-144AE47DD168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8">
            <a:extLst>
              <a:ext uri="{FF2B5EF4-FFF2-40B4-BE49-F238E27FC236}">
                <a16:creationId xmlns:a16="http://schemas.microsoft.com/office/drawing/2014/main" id="{C9417BAD-EF0C-47C6-B08F-64C432483BB6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19">
            <a:extLst>
              <a:ext uri="{FF2B5EF4-FFF2-40B4-BE49-F238E27FC236}">
                <a16:creationId xmlns:a16="http://schemas.microsoft.com/office/drawing/2014/main" id="{21D27EE5-74E1-4A6D-9932-2B5608F14496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8631AFFD-3BB8-497C-AD19-6BB71F481264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28197616-2DE1-4988-8EFC-19E376D56B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3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8801" y="1465263"/>
            <a:ext cx="5508000" cy="1440394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pt</a:t>
            </a:r>
          </a:p>
        </p:txBody>
      </p:sp>
    </p:spTree>
    <p:extLst>
      <p:ext uri="{BB962C8B-B14F-4D97-AF65-F5344CB8AC3E}">
        <p14:creationId xmlns:p14="http://schemas.microsoft.com/office/powerpoint/2010/main" val="1776883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light picture fullscreen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C1B32287-2612-4E62-9CC9-0CE18E44C2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287295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4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C1B32287-2612-4E62-9CC9-0CE18E44C2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C6E581E0-1C33-417C-BED0-C70FADD502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5760000" tIns="0" rIns="0" bIns="0" rtlCol="0" anchor="ctr">
            <a:noAutofit/>
          </a:bodyPr>
          <a:lstStyle>
            <a:lvl1pPr algn="ctr">
              <a:defRPr lang="en-US" sz="1700" noProof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noProof="0"/>
              <a:t>Insert a light image by clicking on symbol on the left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98645C0-6A6B-47AB-AFED-F4AEB8CFD7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AD713-8F9A-4C67-8A5A-5C20AFA22C0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249B2F-9173-48D3-A5BC-90A6758C671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8DB0EDB8-F580-4526-8854-FE2273953073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5B7B125C-964B-4824-86C1-584341B88B3F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B56341D5-6904-4188-9D5C-91A9F7688FEC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909CD9F8-47A8-4033-9467-296A8A580AFE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95013FB6-EE23-4F48-8163-BF4F9B060A14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062EB65B-2AB0-4575-9B53-28C0C48CDA25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8CA569A0-3438-4DB7-BBAC-1D47BA73B461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7F1C9F92-EFB7-4E4C-9622-2B5535B07C0A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B78C8A8D-DF26-4E2D-9975-FDCAEAF7FD86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EA82357A-75CB-400A-97D1-BB9B3F392D19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D99A875F-7F8A-48B4-9220-CFF01457D9DE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3AC0962B-AC61-4F22-BEB6-3705D667565C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FE11090B-B4DB-4572-B8AF-A65AFD6F226D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4313"/>
            <a:ext cx="5508000" cy="1440394"/>
          </a:xfrm>
        </p:spPr>
        <p:txBody>
          <a:bodyPr tIns="0" bIns="0"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28D9A4EA-59C9-4016-B6A6-C12978B6E6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3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16722533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dark pictur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476E317-5A12-469D-9719-4E9681E531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12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73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476E317-5A12-469D-9719-4E9681E531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6800"/>
            <a:ext cx="5508000" cy="1440394"/>
          </a:xfrm>
        </p:spPr>
        <p:txBody>
          <a:bodyPr tIns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03950" y="1"/>
            <a:ext cx="5988051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sz="1800" b="0" kern="1200" noProof="0" dirty="0">
                <a:solidFill>
                  <a:schemeClr val="tx1"/>
                </a:solidFill>
                <a:latin typeface="VW Head Office Bold" panose="020B0803040200000003" pitchFamily="34" charset="0"/>
                <a:ea typeface="+mn-ea"/>
                <a:cs typeface="+mn-cs"/>
              </a:defRPr>
            </a:lvl1pPr>
          </a:lstStyle>
          <a:p>
            <a:pPr lvl="0" algn="ctr"/>
            <a:r>
              <a:rPr lang="en-US" noProof="0"/>
              <a:t>Insert a dark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23660A8-9009-4329-B153-0A7341E0F4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A35339-0541-440F-B8C0-BA66AF56154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53BFA271-7750-44E0-ACDA-CD4FF4F1570D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8EFEEDF7-1EB4-4FD6-8B3F-02DF9E80D6D3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B20E414F-883F-4B7A-99F2-27FFA1A0679A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169853A5-51B0-46C9-B58A-002DC6CBAB6A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6FCF1F0C-5330-4C5C-A2BC-F79A014484D4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6659A203-AD6D-479B-A517-44E570C9839E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B9AE40AE-D636-4820-8498-BBAED0602E14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D15D84F2-1385-4013-86DF-6215575DD39F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8517E339-DD65-4390-ABBB-61B848055B3A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DBB476FA-D40F-4BC4-B268-59EA7EF48185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23BAA1BC-4B6A-4BED-A369-BE47D4F802FE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702D7F65-2032-4EA1-AF74-1F4692976A3B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125632B8-340F-4E1B-A379-5AAC2CF8532E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6E0D5AE7-4B0F-423D-B2E7-BC44A9A67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3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31632302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light pictur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6800"/>
            <a:ext cx="5508000" cy="1440394"/>
          </a:xfrm>
        </p:spPr>
        <p:txBody>
          <a:bodyPr tIns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03955" y="1"/>
            <a:ext cx="5988046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noProof="0">
                <a:latin typeface="+mj-lt"/>
              </a:defRPr>
            </a:lvl1pPr>
          </a:lstStyle>
          <a:p>
            <a:pPr lvl="0" algn="ctr"/>
            <a:r>
              <a:rPr lang="en-US" noProof="0"/>
              <a:t>Insert a light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23660A8-9009-4329-B153-0A7341E0F4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A35339-0541-440F-B8C0-BA66AF56154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8E1F3405-6DCA-41A1-8149-DAD38D0565F5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EF6D904A-4396-4BF8-A706-C52AB291F60F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ADEB8BA7-983C-4D79-BB18-3787F3E95FDA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E6DF490B-22CE-4DA9-9C6C-BBDFA190AA71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E5311266-210D-48BB-AA39-B584B1C7AA61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7CB6A96E-0C3C-4EA4-8657-57CAAA6583B1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B92EA564-4D7D-4877-8E65-13CEBAE1A04B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84E930E6-0BD6-4607-9802-7FB85E8C47B6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86332F09-93F3-4511-9491-7E7D1453868E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51A3B875-D736-415F-AE5B-7DC357BB54F6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CD2742BE-22FB-46B1-9114-9B8BF5D64641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FDA2EA14-B09F-446C-BBA7-987252A447AE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30EDAD0F-B3FB-4B1F-A1E8-4B0E941CD102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74AA5E0-8138-4EC5-B95F-146E720630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3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40623374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statement 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9CCF6193-AE18-4D60-89F0-0E153ABF37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03673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82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9CCF6193-AE18-4D60-89F0-0E153ABF37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" y="3"/>
            <a:ext cx="6203948" cy="6857997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noProof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1EB315F-64EE-44F3-ADD3-8935DCEA7E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F73E69-3FE3-484D-8C0D-82B2FADCE5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BA627361-3118-4827-BCC9-EB693141A697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C340557D-21BC-4B3A-843E-8BDBFFC8162F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35ED13F3-FC56-4DE6-B0C4-84047F8B841C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79BC122D-D90A-4E32-A53E-10F05E53A5A1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E72E964C-B59F-4C08-AD7A-01331E4FFD41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60C36F8F-7ACA-4A39-BAD5-CF6A01E6C812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0592266D-8A8C-4FDD-B9AC-02F082A1A988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AB7F9677-99FF-483C-89AF-E52B0442377C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79FE2731-D692-4530-85CF-F1CB5B548FEF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1592936D-A264-452D-A69A-10FA59127DEB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4D4DB19-67F0-418B-89DF-B685BA92E41F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 </a:t>
            </a:r>
          </a:p>
        </p:txBody>
      </p: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A7D76875-25BB-4EA9-8592-1277975D1090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31F69A75-3E85-4CF8-A42C-BDAE0230125D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A308C538-8D7C-4BC1-A16A-DE222BCE71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black">
          <a:xfrm>
            <a:off x="6204575" y="3365345"/>
            <a:ext cx="5508000" cy="2160591"/>
          </a:xfrm>
        </p:spPr>
        <p:txBody>
          <a:bodyPr lIns="360000"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 VW Text Office 52 pt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6203950" y="1939237"/>
            <a:ext cx="5508625" cy="1440394"/>
          </a:xfrm>
        </p:spPr>
        <p:txBody>
          <a:bodyPr lIns="360000" tIns="0" bIns="0" anchor="t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020240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creen picture dark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3352F42-8138-4C9A-982D-B566B6143D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84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3352F42-8138-4C9A-982D-B566B6143D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94C3513-E0BF-4E40-B55D-750F56BD358D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D6D93960-AB18-4E88-9BF3-D43049352919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7">
              <a:extLst>
                <a:ext uri="{FF2B5EF4-FFF2-40B4-BE49-F238E27FC236}">
                  <a16:creationId xmlns:a16="http://schemas.microsoft.com/office/drawing/2014/main" id="{FCA382C2-9265-4B84-9369-265CE6C6B303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8">
              <a:extLst>
                <a:ext uri="{FF2B5EF4-FFF2-40B4-BE49-F238E27FC236}">
                  <a16:creationId xmlns:a16="http://schemas.microsoft.com/office/drawing/2014/main" id="{E740232D-0571-4A4A-B683-66BB82153CA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9">
              <a:extLst>
                <a:ext uri="{FF2B5EF4-FFF2-40B4-BE49-F238E27FC236}">
                  <a16:creationId xmlns:a16="http://schemas.microsoft.com/office/drawing/2014/main" id="{F78359BB-1D17-4D59-8BC7-9E8894170944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0">
              <a:extLst>
                <a:ext uri="{FF2B5EF4-FFF2-40B4-BE49-F238E27FC236}">
                  <a16:creationId xmlns:a16="http://schemas.microsoft.com/office/drawing/2014/main" id="{F4110EDE-09FF-449E-B60F-A6439AAF692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1">
              <a:extLst>
                <a:ext uri="{FF2B5EF4-FFF2-40B4-BE49-F238E27FC236}">
                  <a16:creationId xmlns:a16="http://schemas.microsoft.com/office/drawing/2014/main" id="{A3A3B7D4-44AA-497B-9334-7C7E5E88C625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2">
              <a:extLst>
                <a:ext uri="{FF2B5EF4-FFF2-40B4-BE49-F238E27FC236}">
                  <a16:creationId xmlns:a16="http://schemas.microsoft.com/office/drawing/2014/main" id="{4981A131-371C-4CB9-B8F2-1AF2A3CFCA35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3">
              <a:extLst>
                <a:ext uri="{FF2B5EF4-FFF2-40B4-BE49-F238E27FC236}">
                  <a16:creationId xmlns:a16="http://schemas.microsoft.com/office/drawing/2014/main" id="{50741E15-E504-4C47-AFD8-9649640132DB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9D92C037-550C-43B3-B2D5-85688AD484A3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3865562-809D-47E2-A66F-2A99A83B9585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DECD4A31-3E48-4F2A-851C-281FF4619AB3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E32D9135-9F10-45DB-9D02-C91DB225FBD8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D332341-79D1-4311-BC9B-4C3E10603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spcBef>
                <a:spcPts val="0"/>
              </a:spcBef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F9CF4A3-0026-44AC-AFCD-103721FD442C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112309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creen picture light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15E4F81-BF99-43CC-A760-0249283C31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15E4F81-BF99-43CC-A760-0249283C3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98716A3-4317-49A4-A516-0CAB7EE9EADA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2" name="Gerade Verbindung 6">
              <a:extLst>
                <a:ext uri="{FF2B5EF4-FFF2-40B4-BE49-F238E27FC236}">
                  <a16:creationId xmlns:a16="http://schemas.microsoft.com/office/drawing/2014/main" id="{968259DA-C4F4-42AE-AA1E-4FCA4BFD2F74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7">
              <a:extLst>
                <a:ext uri="{FF2B5EF4-FFF2-40B4-BE49-F238E27FC236}">
                  <a16:creationId xmlns:a16="http://schemas.microsoft.com/office/drawing/2014/main" id="{D584E2B3-1B07-400A-834E-C84919DD4AED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8D147300-2B5E-4928-945F-AF9187208EE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00096ED0-8C02-4E4F-A9D5-896D2531765F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0343AD15-AA2D-4FA3-A7A4-0F3B9B2D46E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3BC863F9-C281-4C65-995F-7DA22245A8CE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395D0265-0A40-4776-A0A6-9945A258C019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F51B9021-1044-4419-9F74-E7069B9197BE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8">
              <a:extLst>
                <a:ext uri="{FF2B5EF4-FFF2-40B4-BE49-F238E27FC236}">
                  <a16:creationId xmlns:a16="http://schemas.microsoft.com/office/drawing/2014/main" id="{834A74C2-6628-40E1-9DA8-3F00E08C9CAA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9">
              <a:extLst>
                <a:ext uri="{FF2B5EF4-FFF2-40B4-BE49-F238E27FC236}">
                  <a16:creationId xmlns:a16="http://schemas.microsoft.com/office/drawing/2014/main" id="{7AE4E1E1-93D4-43A4-AB5E-7DDBFF946DF7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8">
              <a:extLst>
                <a:ext uri="{FF2B5EF4-FFF2-40B4-BE49-F238E27FC236}">
                  <a16:creationId xmlns:a16="http://schemas.microsoft.com/office/drawing/2014/main" id="{4ABF7A17-2A90-47F9-9E6F-7C2A1133BF82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9">
              <a:extLst>
                <a:ext uri="{FF2B5EF4-FFF2-40B4-BE49-F238E27FC236}">
                  <a16:creationId xmlns:a16="http://schemas.microsoft.com/office/drawing/2014/main" id="{6153BE47-17AD-4A9F-AF96-DD1D516D4F70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D05A838-DB24-4E30-9B4B-D34C31F0CA2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spcBef>
                <a:spcPts val="0"/>
              </a:spcBef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  <a:endParaRPr lang="en-GB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9249B2F-9173-48D3-A5BC-90A6758C671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41DBAB-5A5B-4798-8BF6-4FBA9FD4B3C3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617562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B826A5FE-8328-4984-86FC-5897F3313DD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0310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893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B826A5FE-8328-4984-86FC-5897F3313D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E29FC3BB-E621-4F70-9DD0-5E6F47FA3B0A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CC7BE88F-0B1D-454F-A992-9F899926A4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94575" y="1486800"/>
            <a:ext cx="3618000" cy="45711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/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/>
            </a:lvl4pPr>
          </a:lstStyle>
          <a:p>
            <a:pPr lvl="0"/>
            <a:r>
              <a:rPr lang="en-US" noProof="0"/>
              <a:t>Placeholder Subtitle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Third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78801" y="1486800"/>
            <a:ext cx="7423940" cy="45711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16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A20E7A-8262-4FB8-9C89-14C4811BC6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729934-6A43-41FB-9235-7C7F5730E6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4355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bulle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9525EAE-C26C-4A66-9F38-94E8B71BC77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736249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917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9525EAE-C26C-4A66-9F38-94E8B71BC7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FFEAA369-5E34-43AB-B74B-B1CD17475BE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B365DD1F-E103-4D8F-81A3-7E80E5BAAF2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9" name="Textplatzhalter 6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79424" y="4389108"/>
            <a:ext cx="550800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9425" y="1486800"/>
            <a:ext cx="5508000" cy="2737486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7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03950" y="1486800"/>
            <a:ext cx="5508625" cy="2737486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7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A6925FD-1D02-4673-B015-E36AC91B0D20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2B971F-4CF5-4893-9C89-D3BFDF94463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C5932EDF-8463-4A4F-B073-ED3490C1F03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204575" y="4389108"/>
            <a:ext cx="550800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35561347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and bulle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352E5FD6-8629-4E5E-9082-A8583932218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68061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994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352E5FD6-8629-4E5E-9082-A858393221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hteck 2" hidden="1">
            <a:extLst>
              <a:ext uri="{FF2B5EF4-FFF2-40B4-BE49-F238E27FC236}">
                <a16:creationId xmlns:a16="http://schemas.microsoft.com/office/drawing/2014/main" id="{C5616770-D3B7-4783-AED4-2194F08FB8DE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F1180AD-4747-4BD8-B429-434156C144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3" name="Bildplatzhalter 3"/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79425" y="1486800"/>
            <a:ext cx="361672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4286021" y="1486800"/>
            <a:ext cx="361672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098470" y="1486800"/>
            <a:ext cx="361800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4597746-4CFC-4AD5-A9BC-19E64941D86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EE4FCD-AFA3-4CE3-A67B-5E188964557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97DDB8A1-E4BF-4FC7-B158-50F2CA4C3B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79424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DAF48C35-A1AE-4084-A511-7E133A688B9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4286021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9B1CFAFA-008F-4583-A31B-2D0CFC378F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8099750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34785767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graph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79598C81-C499-4E66-9C1F-31A1B8E0C0F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675985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6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79598C81-C499-4E66-9C1F-31A1B8E0C0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9F4F20C6-B8F2-460A-B37B-DC849180103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C87FD146-0C97-47F2-8F72-DB128B20BF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425" y="669698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0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8800" y="1486800"/>
            <a:ext cx="11233150" cy="287259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pPr lvl="0"/>
            <a:r>
              <a:rPr lang="en-US" noProof="0"/>
              <a:t>Graph headline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446BE373-CBB6-412E-B05C-0A164925AD9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78800" y="1828429"/>
            <a:ext cx="11233150" cy="205184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333" b="0">
                <a:latin typeface="+mn-lt"/>
              </a:defRPr>
            </a:lvl1pPr>
          </a:lstStyle>
          <a:p>
            <a:pPr lvl="0"/>
            <a:r>
              <a:rPr lang="en-US" noProof="0"/>
              <a:t>Value unit</a:t>
            </a:r>
          </a:p>
        </p:txBody>
      </p:sp>
      <p:sp>
        <p:nvSpPr>
          <p:cNvPr id="4" name="Diagrammplatzhalter 3">
            <a:extLst>
              <a:ext uri="{FF2B5EF4-FFF2-40B4-BE49-F238E27FC236}">
                <a16:creationId xmlns:a16="http://schemas.microsoft.com/office/drawing/2014/main" id="{8E40377A-F96B-46AF-BFDC-C3709E357D01}"/>
              </a:ext>
            </a:extLst>
          </p:cNvPr>
          <p:cNvSpPr>
            <a:spLocks noGrp="1"/>
          </p:cNvSpPr>
          <p:nvPr>
            <p:ph type="chart" sz="quarter" idx="16" hasCustomPrompt="1"/>
          </p:nvPr>
        </p:nvSpPr>
        <p:spPr bwMode="gray">
          <a:xfrm>
            <a:off x="478801" y="2348880"/>
            <a:ext cx="11233774" cy="3483102"/>
          </a:xfrm>
        </p:spPr>
        <p:txBody>
          <a:bodyPr tIns="1152000"/>
          <a:lstStyle>
            <a:lvl1pPr algn="ctr">
              <a:spcBef>
                <a:spcPts val="0"/>
              </a:spcBef>
              <a:defRPr>
                <a:latin typeface="+mn-lt"/>
              </a:defRPr>
            </a:lvl1pPr>
          </a:lstStyle>
          <a:p>
            <a:r>
              <a:rPr lang="en-US" noProof="0"/>
              <a:t>Insert a graph by clicking on symbol below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82A8F1D1-5EDA-4D11-80EC-E7437F5C2E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78801" y="5903404"/>
            <a:ext cx="11233150" cy="153888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pPr lvl="0"/>
            <a:r>
              <a:rPr lang="en-US" noProof="0"/>
              <a:t>* Space for Footnotes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BA6BB72-9F96-4521-83C5-C8202BDECDA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5384AF-BAE1-4968-8830-F9A817BA96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921852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DC8F6D9-31E0-48BE-922D-9DD19DDB3A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896706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98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DC8F6D9-31E0-48BE-922D-9DD19DDB3A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F48B80C-05D9-497D-AABF-276FE584D9B2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7" name="Gerade Verbindung 6">
              <a:extLst>
                <a:ext uri="{FF2B5EF4-FFF2-40B4-BE49-F238E27FC236}">
                  <a16:creationId xmlns:a16="http://schemas.microsoft.com/office/drawing/2014/main" id="{B5D30CB3-8DCE-46D4-97E1-433214D3DA8B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7">
              <a:extLst>
                <a:ext uri="{FF2B5EF4-FFF2-40B4-BE49-F238E27FC236}">
                  <a16:creationId xmlns:a16="http://schemas.microsoft.com/office/drawing/2014/main" id="{2B0DA408-6F55-4CEE-B138-E0F8D54E8634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8">
              <a:extLst>
                <a:ext uri="{FF2B5EF4-FFF2-40B4-BE49-F238E27FC236}">
                  <a16:creationId xmlns:a16="http://schemas.microsoft.com/office/drawing/2014/main" id="{BD15980B-96EB-416D-9686-5DC14A7E4295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9">
              <a:extLst>
                <a:ext uri="{FF2B5EF4-FFF2-40B4-BE49-F238E27FC236}">
                  <a16:creationId xmlns:a16="http://schemas.microsoft.com/office/drawing/2014/main" id="{55B6DFA9-2A5E-4216-B385-ED4653DE7EF3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10">
              <a:extLst>
                <a:ext uri="{FF2B5EF4-FFF2-40B4-BE49-F238E27FC236}">
                  <a16:creationId xmlns:a16="http://schemas.microsoft.com/office/drawing/2014/main" id="{78C50E1E-999F-487D-AE03-C3F5E8BD9614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1">
              <a:extLst>
                <a:ext uri="{FF2B5EF4-FFF2-40B4-BE49-F238E27FC236}">
                  <a16:creationId xmlns:a16="http://schemas.microsoft.com/office/drawing/2014/main" id="{174311A6-19DC-4DBF-AE75-457DB8F1C528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2">
              <a:extLst>
                <a:ext uri="{FF2B5EF4-FFF2-40B4-BE49-F238E27FC236}">
                  <a16:creationId xmlns:a16="http://schemas.microsoft.com/office/drawing/2014/main" id="{9F35A458-21F3-418D-887A-69587105507B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3">
              <a:extLst>
                <a:ext uri="{FF2B5EF4-FFF2-40B4-BE49-F238E27FC236}">
                  <a16:creationId xmlns:a16="http://schemas.microsoft.com/office/drawing/2014/main" id="{DF76FF84-1817-43D6-8D3D-E892DF6962E7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8">
              <a:extLst>
                <a:ext uri="{FF2B5EF4-FFF2-40B4-BE49-F238E27FC236}">
                  <a16:creationId xmlns:a16="http://schemas.microsoft.com/office/drawing/2014/main" id="{D1D289C6-584D-4CF9-B5D1-6409C57CAA64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9">
              <a:extLst>
                <a:ext uri="{FF2B5EF4-FFF2-40B4-BE49-F238E27FC236}">
                  <a16:creationId xmlns:a16="http://schemas.microsoft.com/office/drawing/2014/main" id="{74D7AAC8-1BD6-4C07-B979-66A0BBBDB3E6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687F72D4-D5E5-4D2A-A2DB-EF12840AFE4C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EB03215-3361-4031-8434-704F8E154B32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9425" y="1797053"/>
            <a:ext cx="11233150" cy="650838"/>
          </a:xfrm>
        </p:spPr>
        <p:txBody>
          <a:bodyPr wrap="square" lIns="0" tIns="360000">
            <a:spAutoFit/>
          </a:bodyPr>
          <a:lstStyle>
            <a:lvl1pPr>
              <a:spcBef>
                <a:spcPts val="267"/>
              </a:spcBef>
              <a:defRPr>
                <a:solidFill>
                  <a:schemeClr val="bg1"/>
                </a:solidFill>
                <a:latin typeface="VW Text Office" panose="020B05030402000000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noProof="0"/>
              <a:t>Contact slide</a:t>
            </a:r>
          </a:p>
        </p:txBody>
      </p:sp>
      <p:sp>
        <p:nvSpPr>
          <p:cNvPr id="9" name="Textplatzhalter 6"/>
          <p:cNvSpPr>
            <a:spLocks noGrp="1"/>
          </p:cNvSpPr>
          <p:nvPr>
            <p:ph type="body" sz="quarter" idx="16" hasCustomPrompt="1"/>
          </p:nvPr>
        </p:nvSpPr>
        <p:spPr bwMode="black">
          <a:xfrm>
            <a:off x="479425" y="4200076"/>
            <a:ext cx="11233150" cy="287259"/>
          </a:xfrm>
        </p:spPr>
        <p:txBody>
          <a:bodyPr wrap="square" lIns="0" tIns="0">
            <a:spAutoFit/>
          </a:bodyPr>
          <a:lstStyle>
            <a:lvl1pPr>
              <a:spcBef>
                <a:spcPts val="267"/>
              </a:spcBef>
              <a:defRPr lang="en-GB" dirty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r>
              <a:rPr lang="en-US" noProof="0">
                <a:latin typeface="+mj-lt"/>
              </a:rPr>
              <a:t>As of 00. Month 2019 I Version X.X</a:t>
            </a:r>
          </a:p>
        </p:txBody>
      </p:sp>
      <p:sp>
        <p:nvSpPr>
          <p:cNvPr id="5" name="Textplatzhalter 12">
            <a:extLst>
              <a:ext uri="{FF2B5EF4-FFF2-40B4-BE49-F238E27FC236}">
                <a16:creationId xmlns:a16="http://schemas.microsoft.com/office/drawing/2014/main" id="{A8F370A3-3FE8-42DA-99D5-8A312E4C6DF0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3"/>
            <a:ext cx="403200" cy="402611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48515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algn="r">
              <a:defRPr baseline="0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350724"/>
            <a:ext cx="9144000" cy="864000"/>
          </a:xfrm>
        </p:spPr>
        <p:txBody>
          <a:bodyPr anchor="t"/>
          <a:lstStyle>
            <a:lvl1pPr algn="ctr"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823657"/>
            <a:ext cx="9144000" cy="596411"/>
          </a:xfrm>
        </p:spPr>
        <p:txBody>
          <a:bodyPr anchor="b"/>
          <a:lstStyle>
            <a:lvl1pPr marL="0" indent="0" algn="ctr">
              <a:buNone/>
              <a:defRPr sz="2400" cap="all" baseline="0">
                <a:solidFill>
                  <a:schemeClr val="tx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0ACE3E-2B47-4C87-98AD-1D31000033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88000" y="4892422"/>
            <a:ext cx="1016000" cy="421217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en-US" sz="1333" cap="none" baseline="0" smtClean="0">
                <a:sym typeface="Helvetica Light"/>
              </a:defRPr>
            </a:lvl1pPr>
            <a:lvl2pPr>
              <a:defRPr lang="en-US" sz="2000" smtClean="0">
                <a:sym typeface="Helvetica Light"/>
              </a:defRPr>
            </a:lvl2pPr>
            <a:lvl3pPr>
              <a:defRPr lang="en-US" sz="1800" smtClean="0">
                <a:sym typeface="Helvetica Light"/>
              </a:defRPr>
            </a:lvl3pPr>
            <a:lvl4pPr>
              <a:defRPr lang="en-US" sz="1600" smtClean="0">
                <a:sym typeface="Helvetica Light"/>
              </a:defRPr>
            </a:lvl4pPr>
            <a:lvl5pPr>
              <a:defRPr lang="en-GB" sz="1600">
                <a:sym typeface="Helvetica Light"/>
              </a:defRPr>
            </a:lvl5pPr>
          </a:lstStyle>
          <a:p>
            <a:pPr lvl="0" algn="ctr"/>
            <a:r>
              <a:rPr lang="en-US"/>
              <a:t>for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1250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idx="21"/>
          </p:nvPr>
        </p:nvSpPr>
        <p:spPr>
          <a:xfrm>
            <a:off x="-577850" y="-647700"/>
            <a:ext cx="13373100" cy="800946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03250" y="5083153"/>
            <a:ext cx="10985500" cy="803297"/>
          </a:xfrm>
          <a:prstGeom prst="rect">
            <a:avLst/>
          </a:prstGeom>
        </p:spPr>
        <p:txBody>
          <a:bodyPr anchor="b"/>
          <a:lstStyle>
            <a:lvl1pPr>
              <a:defRPr sz="5800" spc="-116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03845" y="553069"/>
            <a:ext cx="10984311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18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3250" y="5804955"/>
            <a:ext cx="10985500" cy="558476"/>
          </a:xfrm>
          <a:prstGeom prst="rect">
            <a:avLst/>
          </a:prstGeom>
        </p:spPr>
        <p:txBody>
          <a:bodyPr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/>
            </a:lvl1pPr>
            <a:lvl2pPr marL="0" indent="2286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/>
            </a:lvl2pPr>
            <a:lvl3pPr marL="0" indent="4572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/>
            </a:lvl3pPr>
            <a:lvl4pPr marL="0" indent="6858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/>
            </a:lvl4pPr>
            <a:lvl5pPr marL="0" indent="9144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9993743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blue 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44C3760-6291-451D-9ECB-A0BAF6F8DA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06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44C3760-6291-451D-9ECB-A0BAF6F8DA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364AEBC5-6305-4EF7-A8BD-79CA33291FC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A63D9C3-4D98-44E0-90AD-13EEAB0F2BCB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8" name="Gerade Verbindung 6">
              <a:extLst>
                <a:ext uri="{FF2B5EF4-FFF2-40B4-BE49-F238E27FC236}">
                  <a16:creationId xmlns:a16="http://schemas.microsoft.com/office/drawing/2014/main" id="{717C255D-BABE-4648-8C80-372B53E03E45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7">
              <a:extLst>
                <a:ext uri="{FF2B5EF4-FFF2-40B4-BE49-F238E27FC236}">
                  <a16:creationId xmlns:a16="http://schemas.microsoft.com/office/drawing/2014/main" id="{DF2D56B2-9C0A-494A-8FDB-1525C742F7A8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8">
              <a:extLst>
                <a:ext uri="{FF2B5EF4-FFF2-40B4-BE49-F238E27FC236}">
                  <a16:creationId xmlns:a16="http://schemas.microsoft.com/office/drawing/2014/main" id="{4F8EE169-4B8D-44C3-8070-817B163B3AC4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9">
              <a:extLst>
                <a:ext uri="{FF2B5EF4-FFF2-40B4-BE49-F238E27FC236}">
                  <a16:creationId xmlns:a16="http://schemas.microsoft.com/office/drawing/2014/main" id="{1A79CC8B-9B1A-4872-A719-E8054CF0E25E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0">
              <a:extLst>
                <a:ext uri="{FF2B5EF4-FFF2-40B4-BE49-F238E27FC236}">
                  <a16:creationId xmlns:a16="http://schemas.microsoft.com/office/drawing/2014/main" id="{0F87EEF9-7CAD-4322-9E4C-70C0B2B9CB2A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1">
              <a:extLst>
                <a:ext uri="{FF2B5EF4-FFF2-40B4-BE49-F238E27FC236}">
                  <a16:creationId xmlns:a16="http://schemas.microsoft.com/office/drawing/2014/main" id="{8710359C-B205-4E56-B70A-EDB07151A0A2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2">
              <a:extLst>
                <a:ext uri="{FF2B5EF4-FFF2-40B4-BE49-F238E27FC236}">
                  <a16:creationId xmlns:a16="http://schemas.microsoft.com/office/drawing/2014/main" id="{C101394D-6017-44CB-95C4-E3F8761BD30E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3">
              <a:extLst>
                <a:ext uri="{FF2B5EF4-FFF2-40B4-BE49-F238E27FC236}">
                  <a16:creationId xmlns:a16="http://schemas.microsoft.com/office/drawing/2014/main" id="{1AA95557-170F-4C93-B803-D024C1735374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8">
              <a:extLst>
                <a:ext uri="{FF2B5EF4-FFF2-40B4-BE49-F238E27FC236}">
                  <a16:creationId xmlns:a16="http://schemas.microsoft.com/office/drawing/2014/main" id="{D34859A9-A08C-4F54-A8E7-C649A06E7D0B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19">
              <a:extLst>
                <a:ext uri="{FF2B5EF4-FFF2-40B4-BE49-F238E27FC236}">
                  <a16:creationId xmlns:a16="http://schemas.microsoft.com/office/drawing/2014/main" id="{FED57F7F-3F19-47B4-BF44-87FEEA73B148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18">
              <a:extLst>
                <a:ext uri="{FF2B5EF4-FFF2-40B4-BE49-F238E27FC236}">
                  <a16:creationId xmlns:a16="http://schemas.microsoft.com/office/drawing/2014/main" id="{036BF247-2633-4001-8765-CEEE5E02AB2A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19">
              <a:extLst>
                <a:ext uri="{FF2B5EF4-FFF2-40B4-BE49-F238E27FC236}">
                  <a16:creationId xmlns:a16="http://schemas.microsoft.com/office/drawing/2014/main" id="{E761532C-E0C5-4F30-B32F-6C7438945037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878480" y="2227344"/>
            <a:ext cx="914400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878480" y="2862000"/>
            <a:ext cx="914400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878478" y="5524240"/>
            <a:ext cx="6696000" cy="287867"/>
          </a:xfrm>
        </p:spPr>
        <p:txBody>
          <a:bodyPr/>
          <a:lstStyle>
            <a:lvl1pPr>
              <a:spcBef>
                <a:spcPts val="0"/>
              </a:spcBef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CE1438A-B796-4A1A-9F81-30F3E1522672}"/>
              </a:ext>
            </a:extLst>
          </p:cNvPr>
          <p:cNvSpPr/>
          <p:nvPr userDrawn="1"/>
        </p:nvSpPr>
        <p:spPr bwMode="black">
          <a:xfrm>
            <a:off x="11074800" y="1485753"/>
            <a:ext cx="6372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5FB287A-7FCB-462B-9C36-CC12A288D936}"/>
              </a:ext>
            </a:extLst>
          </p:cNvPr>
          <p:cNvSpPr/>
          <p:nvPr userDrawn="1"/>
        </p:nvSpPr>
        <p:spPr bwMode="black">
          <a:xfrm>
            <a:off x="479376" y="1485753"/>
            <a:ext cx="93600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5B517CC-F5FC-4F7C-8D7B-48606653431B}"/>
              </a:ext>
            </a:extLst>
          </p:cNvPr>
          <p:cNvSpPr/>
          <p:nvPr userDrawn="1"/>
        </p:nvSpPr>
        <p:spPr bwMode="black">
          <a:xfrm>
            <a:off x="480000" y="6036831"/>
            <a:ext cx="11232000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4162C2E-0C88-4C8D-B1FF-27F6880EC20D}"/>
              </a:ext>
            </a:extLst>
          </p:cNvPr>
          <p:cNvSpPr/>
          <p:nvPr userDrawn="1"/>
        </p:nvSpPr>
        <p:spPr bwMode="black">
          <a:xfrm rot="16200000">
            <a:off x="-1796163" y="3761292"/>
            <a:ext cx="4572678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EEBBBA5-6A9C-4A59-891D-6F99C4E1EB95}"/>
              </a:ext>
            </a:extLst>
          </p:cNvPr>
          <p:cNvSpPr/>
          <p:nvPr userDrawn="1"/>
        </p:nvSpPr>
        <p:spPr bwMode="black">
          <a:xfrm rot="16200000">
            <a:off x="9414861" y="3761292"/>
            <a:ext cx="4572678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00" noProof="0">
              <a:solidFill>
                <a:schemeClr val="tx1"/>
              </a:solidFill>
            </a:endParaRP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7A63ABA2-1135-49A5-AC8B-436A7A7F018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10031517" y="1069101"/>
            <a:ext cx="850900" cy="850900"/>
          </a:xfrm>
          <a:prstGeom prst="rect">
            <a:avLst/>
          </a:prstGeom>
        </p:spPr>
      </p:pic>
      <p:sp>
        <p:nvSpPr>
          <p:cNvPr id="31" name="Textplatzhalter 14">
            <a:extLst>
              <a:ext uri="{FF2B5EF4-FFF2-40B4-BE49-F238E27FC236}">
                <a16:creationId xmlns:a16="http://schemas.microsoft.com/office/drawing/2014/main" id="{BAC79A11-F944-443B-A5E2-E8FDAD4CED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black">
          <a:xfrm>
            <a:off x="8375115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1811686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dark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0108E20-3D50-48B2-A7D3-126EEB019C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08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0108E20-3D50-48B2-A7D3-126EEB019C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6353EDE4-DA50-49EB-82CD-E7CD2214E38E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7382B6F-475E-456F-965A-43B280637598}"/>
              </a:ext>
            </a:extLst>
          </p:cNvPr>
          <p:cNvSpPr/>
          <p:nvPr userDrawn="1"/>
        </p:nvSpPr>
        <p:spPr bwMode="gray">
          <a:xfrm>
            <a:off x="11272956" y="6059224"/>
            <a:ext cx="849600" cy="754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52000" indent="-25200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GB" sz="1800" noProof="0">
              <a:solidFill>
                <a:schemeClr val="tx1"/>
              </a:solidFill>
            </a:endParaRPr>
          </a:p>
        </p:txBody>
      </p:sp>
      <p:sp>
        <p:nvSpPr>
          <p:cNvPr id="24" name="Bildplatzhalter 23">
            <a:extLst>
              <a:ext uri="{FF2B5EF4-FFF2-40B4-BE49-F238E27FC236}">
                <a16:creationId xmlns:a16="http://schemas.microsoft.com/office/drawing/2014/main" id="{ADB9A897-0861-428E-87F0-B38AF63394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" y="3"/>
            <a:ext cx="12191999" cy="6857999"/>
          </a:xfrm>
          <a:custGeom>
            <a:avLst/>
            <a:gdLst>
              <a:gd name="connsiteX0" fmla="*/ 479375 w 12191999"/>
              <a:gd name="connsiteY0" fmla="*/ 1485752 h 6857999"/>
              <a:gd name="connsiteX1" fmla="*/ 479375 w 12191999"/>
              <a:gd name="connsiteY1" fmla="*/ 6058430 h 6857999"/>
              <a:gd name="connsiteX2" fmla="*/ 479999 w 12191999"/>
              <a:gd name="connsiteY2" fmla="*/ 6058430 h 6857999"/>
              <a:gd name="connsiteX3" fmla="*/ 500975 w 12191999"/>
              <a:gd name="connsiteY3" fmla="*/ 6058430 h 6857999"/>
              <a:gd name="connsiteX4" fmla="*/ 11690399 w 12191999"/>
              <a:gd name="connsiteY4" fmla="*/ 6058430 h 6857999"/>
              <a:gd name="connsiteX5" fmla="*/ 11711999 w 12191999"/>
              <a:gd name="connsiteY5" fmla="*/ 6058430 h 6857999"/>
              <a:gd name="connsiteX6" fmla="*/ 11711999 w 12191999"/>
              <a:gd name="connsiteY6" fmla="*/ 6036830 h 6857999"/>
              <a:gd name="connsiteX7" fmla="*/ 11711999 w 12191999"/>
              <a:gd name="connsiteY7" fmla="*/ 1507353 h 6857999"/>
              <a:gd name="connsiteX8" fmla="*/ 11711999 w 12191999"/>
              <a:gd name="connsiteY8" fmla="*/ 1485752 h 6857999"/>
              <a:gd name="connsiteX9" fmla="*/ 11690399 w 12191999"/>
              <a:gd name="connsiteY9" fmla="*/ 1485752 h 6857999"/>
              <a:gd name="connsiteX10" fmla="*/ 11074799 w 12191999"/>
              <a:gd name="connsiteY10" fmla="*/ 1485752 h 6857999"/>
              <a:gd name="connsiteX11" fmla="*/ 11074799 w 12191999"/>
              <a:gd name="connsiteY11" fmla="*/ 1507353 h 6857999"/>
              <a:gd name="connsiteX12" fmla="*/ 11690399 w 12191999"/>
              <a:gd name="connsiteY12" fmla="*/ 1507353 h 6857999"/>
              <a:gd name="connsiteX13" fmla="*/ 11690399 w 12191999"/>
              <a:gd name="connsiteY13" fmla="*/ 6036830 h 6857999"/>
              <a:gd name="connsiteX14" fmla="*/ 500975 w 12191999"/>
              <a:gd name="connsiteY14" fmla="*/ 6036830 h 6857999"/>
              <a:gd name="connsiteX15" fmla="*/ 500975 w 12191999"/>
              <a:gd name="connsiteY15" fmla="*/ 1507352 h 6857999"/>
              <a:gd name="connsiteX16" fmla="*/ 9839375 w 12191999"/>
              <a:gd name="connsiteY16" fmla="*/ 1507352 h 6857999"/>
              <a:gd name="connsiteX17" fmla="*/ 9839375 w 12191999"/>
              <a:gd name="connsiteY17" fmla="*/ 1485752 h 6857999"/>
              <a:gd name="connsiteX18" fmla="*/ 500975 w 12191999"/>
              <a:gd name="connsiteY18" fmla="*/ 1485752 h 6857999"/>
              <a:gd name="connsiteX19" fmla="*/ 500975 w 12191999"/>
              <a:gd name="connsiteY19" fmla="*/ 1485752 h 6857999"/>
              <a:gd name="connsiteX20" fmla="*/ 0 w 12191999"/>
              <a:gd name="connsiteY20" fmla="*/ 0 h 6857999"/>
              <a:gd name="connsiteX21" fmla="*/ 12191999 w 12191999"/>
              <a:gd name="connsiteY21" fmla="*/ 0 h 6857999"/>
              <a:gd name="connsiteX22" fmla="*/ 12191999 w 12191999"/>
              <a:gd name="connsiteY22" fmla="*/ 6857999 h 6857999"/>
              <a:gd name="connsiteX23" fmla="*/ 0 w 12191999"/>
              <a:gd name="connsiteY2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2191999" h="6857999">
                <a:moveTo>
                  <a:pt x="479375" y="1485752"/>
                </a:moveTo>
                <a:lnTo>
                  <a:pt x="479375" y="6058430"/>
                </a:lnTo>
                <a:lnTo>
                  <a:pt x="479999" y="6058430"/>
                </a:lnTo>
                <a:lnTo>
                  <a:pt x="500975" y="6058430"/>
                </a:lnTo>
                <a:lnTo>
                  <a:pt x="11690399" y="6058430"/>
                </a:lnTo>
                <a:lnTo>
                  <a:pt x="11711999" y="6058430"/>
                </a:lnTo>
                <a:lnTo>
                  <a:pt x="11711999" y="6036830"/>
                </a:lnTo>
                <a:lnTo>
                  <a:pt x="11711999" y="1507353"/>
                </a:lnTo>
                <a:lnTo>
                  <a:pt x="11711999" y="1485752"/>
                </a:lnTo>
                <a:lnTo>
                  <a:pt x="11690399" y="1485752"/>
                </a:lnTo>
                <a:lnTo>
                  <a:pt x="11074799" y="1485752"/>
                </a:lnTo>
                <a:lnTo>
                  <a:pt x="11074799" y="1507353"/>
                </a:lnTo>
                <a:lnTo>
                  <a:pt x="11690399" y="1507353"/>
                </a:lnTo>
                <a:lnTo>
                  <a:pt x="11690399" y="6036830"/>
                </a:lnTo>
                <a:lnTo>
                  <a:pt x="500975" y="6036830"/>
                </a:lnTo>
                <a:lnTo>
                  <a:pt x="500975" y="1507352"/>
                </a:lnTo>
                <a:lnTo>
                  <a:pt x="9839375" y="1507352"/>
                </a:lnTo>
                <a:lnTo>
                  <a:pt x="9839375" y="1485752"/>
                </a:lnTo>
                <a:lnTo>
                  <a:pt x="500975" y="1485752"/>
                </a:lnTo>
                <a:lnTo>
                  <a:pt x="500975" y="148575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0" y="6857999"/>
                </a:lnTo>
                <a:close/>
              </a:path>
            </a:pathLst>
          </a:custGeo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wrap="square" lIns="720000" rIns="720000">
            <a:noAutofit/>
          </a:bodyPr>
          <a:lstStyle>
            <a:lvl1pPr marL="0" indent="0" algn="ctr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lang="en-GB" sz="1800" b="0" kern="1200" noProof="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78400" y="2860831"/>
            <a:ext cx="9142036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78399" y="5526001"/>
            <a:ext cx="6696000" cy="28786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878400" y="2227344"/>
            <a:ext cx="9142036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0BA3D426-F735-4E52-AD99-38EBABD550F7}"/>
              </a:ext>
            </a:extLst>
          </p:cNvPr>
          <p:cNvSpPr>
            <a:spLocks noGrp="1" noChangeAspect="1"/>
          </p:cNvSpPr>
          <p:nvPr>
            <p:ph type="body" sz="quarter" idx="17"/>
          </p:nvPr>
        </p:nvSpPr>
        <p:spPr bwMode="gray">
          <a:xfrm>
            <a:off x="10031463" y="1070455"/>
            <a:ext cx="849600" cy="849600"/>
          </a:xfrm>
          <a:prstGeom prst="ellipse">
            <a:avLst/>
          </a:prstGeom>
          <a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33">
                <a:noFill/>
              </a:defRPr>
            </a:lvl1pPr>
          </a:lstStyle>
          <a:p>
            <a:pPr lvl="0"/>
            <a:endParaRPr lang="en-GB" noProof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D407CAE-53F4-49CB-AA46-8BBB0CB7ABC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375115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7256048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light picture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D92B341-60D0-47CD-85EA-6F11DA7ADF4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1" y="1"/>
            <a:ext cx="12191999" cy="6857852"/>
          </a:xfrm>
          <a:custGeom>
            <a:avLst/>
            <a:gdLst>
              <a:gd name="connsiteX0" fmla="*/ 479375 w 12191999"/>
              <a:gd name="connsiteY0" fmla="*/ 1485752 h 6857852"/>
              <a:gd name="connsiteX1" fmla="*/ 479375 w 12191999"/>
              <a:gd name="connsiteY1" fmla="*/ 6058430 h 6857852"/>
              <a:gd name="connsiteX2" fmla="*/ 479999 w 12191999"/>
              <a:gd name="connsiteY2" fmla="*/ 6058430 h 6857852"/>
              <a:gd name="connsiteX3" fmla="*/ 500975 w 12191999"/>
              <a:gd name="connsiteY3" fmla="*/ 6058430 h 6857852"/>
              <a:gd name="connsiteX4" fmla="*/ 11690399 w 12191999"/>
              <a:gd name="connsiteY4" fmla="*/ 6058430 h 6857852"/>
              <a:gd name="connsiteX5" fmla="*/ 11711999 w 12191999"/>
              <a:gd name="connsiteY5" fmla="*/ 6058430 h 6857852"/>
              <a:gd name="connsiteX6" fmla="*/ 11711999 w 12191999"/>
              <a:gd name="connsiteY6" fmla="*/ 6036830 h 6857852"/>
              <a:gd name="connsiteX7" fmla="*/ 11711999 w 12191999"/>
              <a:gd name="connsiteY7" fmla="*/ 1507353 h 6857852"/>
              <a:gd name="connsiteX8" fmla="*/ 11711999 w 12191999"/>
              <a:gd name="connsiteY8" fmla="*/ 1485753 h 6857852"/>
              <a:gd name="connsiteX9" fmla="*/ 11711999 w 12191999"/>
              <a:gd name="connsiteY9" fmla="*/ 1485752 h 6857852"/>
              <a:gd name="connsiteX10" fmla="*/ 11690399 w 12191999"/>
              <a:gd name="connsiteY10" fmla="*/ 1485752 h 6857852"/>
              <a:gd name="connsiteX11" fmla="*/ 11690399 w 12191999"/>
              <a:gd name="connsiteY11" fmla="*/ 1485753 h 6857852"/>
              <a:gd name="connsiteX12" fmla="*/ 11074799 w 12191999"/>
              <a:gd name="connsiteY12" fmla="*/ 1485753 h 6857852"/>
              <a:gd name="connsiteX13" fmla="*/ 11074799 w 12191999"/>
              <a:gd name="connsiteY13" fmla="*/ 1507353 h 6857852"/>
              <a:gd name="connsiteX14" fmla="*/ 11690399 w 12191999"/>
              <a:gd name="connsiteY14" fmla="*/ 1507353 h 6857852"/>
              <a:gd name="connsiteX15" fmla="*/ 11690399 w 12191999"/>
              <a:gd name="connsiteY15" fmla="*/ 6036830 h 6857852"/>
              <a:gd name="connsiteX16" fmla="*/ 500975 w 12191999"/>
              <a:gd name="connsiteY16" fmla="*/ 6036830 h 6857852"/>
              <a:gd name="connsiteX17" fmla="*/ 500975 w 12191999"/>
              <a:gd name="connsiteY17" fmla="*/ 1507353 h 6857852"/>
              <a:gd name="connsiteX18" fmla="*/ 9839375 w 12191999"/>
              <a:gd name="connsiteY18" fmla="*/ 1507353 h 6857852"/>
              <a:gd name="connsiteX19" fmla="*/ 9839375 w 12191999"/>
              <a:gd name="connsiteY19" fmla="*/ 1485753 h 6857852"/>
              <a:gd name="connsiteX20" fmla="*/ 500975 w 12191999"/>
              <a:gd name="connsiteY20" fmla="*/ 1485753 h 6857852"/>
              <a:gd name="connsiteX21" fmla="*/ 500975 w 12191999"/>
              <a:gd name="connsiteY21" fmla="*/ 1485752 h 6857852"/>
              <a:gd name="connsiteX22" fmla="*/ 0 w 12191999"/>
              <a:gd name="connsiteY22" fmla="*/ 0 h 6857852"/>
              <a:gd name="connsiteX23" fmla="*/ 12191999 w 12191999"/>
              <a:gd name="connsiteY23" fmla="*/ 0 h 6857852"/>
              <a:gd name="connsiteX24" fmla="*/ 12191999 w 12191999"/>
              <a:gd name="connsiteY24" fmla="*/ 6857852 h 6857852"/>
              <a:gd name="connsiteX25" fmla="*/ 0 w 12191999"/>
              <a:gd name="connsiteY25" fmla="*/ 6857852 h 6857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2191999" h="6857852">
                <a:moveTo>
                  <a:pt x="479375" y="1485752"/>
                </a:moveTo>
                <a:lnTo>
                  <a:pt x="479375" y="6058430"/>
                </a:lnTo>
                <a:lnTo>
                  <a:pt x="479999" y="6058430"/>
                </a:lnTo>
                <a:lnTo>
                  <a:pt x="500975" y="6058430"/>
                </a:lnTo>
                <a:lnTo>
                  <a:pt x="11690399" y="6058430"/>
                </a:lnTo>
                <a:lnTo>
                  <a:pt x="11711999" y="6058430"/>
                </a:lnTo>
                <a:lnTo>
                  <a:pt x="11711999" y="6036830"/>
                </a:lnTo>
                <a:lnTo>
                  <a:pt x="11711999" y="1507353"/>
                </a:lnTo>
                <a:lnTo>
                  <a:pt x="11711999" y="1485753"/>
                </a:lnTo>
                <a:lnTo>
                  <a:pt x="11711999" y="1485752"/>
                </a:lnTo>
                <a:lnTo>
                  <a:pt x="11690399" y="1485752"/>
                </a:lnTo>
                <a:lnTo>
                  <a:pt x="11690399" y="1485753"/>
                </a:lnTo>
                <a:lnTo>
                  <a:pt x="11074799" y="1485753"/>
                </a:lnTo>
                <a:lnTo>
                  <a:pt x="11074799" y="1507353"/>
                </a:lnTo>
                <a:lnTo>
                  <a:pt x="11690399" y="1507353"/>
                </a:lnTo>
                <a:lnTo>
                  <a:pt x="11690399" y="6036830"/>
                </a:lnTo>
                <a:lnTo>
                  <a:pt x="500975" y="6036830"/>
                </a:lnTo>
                <a:lnTo>
                  <a:pt x="500975" y="1507353"/>
                </a:lnTo>
                <a:lnTo>
                  <a:pt x="9839375" y="1507353"/>
                </a:lnTo>
                <a:lnTo>
                  <a:pt x="9839375" y="1485753"/>
                </a:lnTo>
                <a:lnTo>
                  <a:pt x="500975" y="1485753"/>
                </a:lnTo>
                <a:lnTo>
                  <a:pt x="500975" y="148575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7852"/>
                </a:lnTo>
                <a:lnTo>
                  <a:pt x="0" y="6857852"/>
                </a:lnTo>
                <a:close/>
              </a:path>
            </a:pathLst>
          </a:custGeo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wrap="square" lIns="720000" rIns="720000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2F48416-3769-4EAF-AC0C-818B51E4E5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09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2F48416-3769-4EAF-AC0C-818B51E4E5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FD04C1F2-6677-45AA-938B-D2CF4E26B96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48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78400" y="2862000"/>
            <a:ext cx="9142036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tx2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Subtitle</a:t>
            </a:r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78400" y="5526001"/>
            <a:ext cx="6696000" cy="287867"/>
          </a:xfrm>
        </p:spPr>
        <p:txBody>
          <a:bodyPr/>
          <a:lstStyle>
            <a:lvl1pPr>
              <a:defRPr sz="1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Location | Month Day, Year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878400" y="2227344"/>
            <a:ext cx="9142036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Presentation title</a:t>
            </a:r>
          </a:p>
        </p:txBody>
      </p:sp>
      <p:sp>
        <p:nvSpPr>
          <p:cNvPr id="28" name="Textplatzhalter 13">
            <a:extLst>
              <a:ext uri="{FF2B5EF4-FFF2-40B4-BE49-F238E27FC236}">
                <a16:creationId xmlns:a16="http://schemas.microsoft.com/office/drawing/2014/main" id="{C7C2C4CF-0DC6-4DE2-AED3-0CEEB81E3BF0}"/>
              </a:ext>
            </a:extLst>
          </p:cNvPr>
          <p:cNvSpPr>
            <a:spLocks noGrp="1" noChangeAspect="1"/>
          </p:cNvSpPr>
          <p:nvPr>
            <p:ph type="body" sz="quarter" idx="17"/>
          </p:nvPr>
        </p:nvSpPr>
        <p:spPr bwMode="gray">
          <a:xfrm>
            <a:off x="10031463" y="1069101"/>
            <a:ext cx="850954" cy="850954"/>
          </a:xfrm>
          <a:prstGeom prst="ellipse">
            <a:avLst/>
          </a:prstGeom>
          <a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33">
                <a:noFill/>
              </a:defRPr>
            </a:lvl1pPr>
          </a:lstStyle>
          <a:p>
            <a:pPr lvl="0"/>
            <a:endParaRPr lang="en-GB" noProof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10BF1FDD-9643-441E-979A-D60F4FB0889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375115" y="5537367"/>
            <a:ext cx="3011669" cy="261610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7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Data classification: Internal </a:t>
            </a:r>
          </a:p>
        </p:txBody>
      </p:sp>
    </p:spTree>
    <p:extLst>
      <p:ext uri="{BB962C8B-B14F-4D97-AF65-F5344CB8AC3E}">
        <p14:creationId xmlns:p14="http://schemas.microsoft.com/office/powerpoint/2010/main" val="36464303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with dark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3352F42-8138-4C9A-982D-B566B6143D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133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3352F42-8138-4C9A-982D-B566B6143D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94C3513-E0BF-4E40-B55D-750F56BD358D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D6D93960-AB18-4E88-9BF3-D43049352919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7">
              <a:extLst>
                <a:ext uri="{FF2B5EF4-FFF2-40B4-BE49-F238E27FC236}">
                  <a16:creationId xmlns:a16="http://schemas.microsoft.com/office/drawing/2014/main" id="{FCA382C2-9265-4B84-9369-265CE6C6B303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8">
              <a:extLst>
                <a:ext uri="{FF2B5EF4-FFF2-40B4-BE49-F238E27FC236}">
                  <a16:creationId xmlns:a16="http://schemas.microsoft.com/office/drawing/2014/main" id="{E740232D-0571-4A4A-B683-66BB82153CA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9">
              <a:extLst>
                <a:ext uri="{FF2B5EF4-FFF2-40B4-BE49-F238E27FC236}">
                  <a16:creationId xmlns:a16="http://schemas.microsoft.com/office/drawing/2014/main" id="{F78359BB-1D17-4D59-8BC7-9E8894170944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0">
              <a:extLst>
                <a:ext uri="{FF2B5EF4-FFF2-40B4-BE49-F238E27FC236}">
                  <a16:creationId xmlns:a16="http://schemas.microsoft.com/office/drawing/2014/main" id="{F4110EDE-09FF-449E-B60F-A6439AAF692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1">
              <a:extLst>
                <a:ext uri="{FF2B5EF4-FFF2-40B4-BE49-F238E27FC236}">
                  <a16:creationId xmlns:a16="http://schemas.microsoft.com/office/drawing/2014/main" id="{A3A3B7D4-44AA-497B-9334-7C7E5E88C625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2">
              <a:extLst>
                <a:ext uri="{FF2B5EF4-FFF2-40B4-BE49-F238E27FC236}">
                  <a16:creationId xmlns:a16="http://schemas.microsoft.com/office/drawing/2014/main" id="{4981A131-371C-4CB9-B8F2-1AF2A3CFCA35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3">
              <a:extLst>
                <a:ext uri="{FF2B5EF4-FFF2-40B4-BE49-F238E27FC236}">
                  <a16:creationId xmlns:a16="http://schemas.microsoft.com/office/drawing/2014/main" id="{50741E15-E504-4C47-AFD8-9649640132DB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9D92C037-550C-43B3-B2D5-85688AD484A3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3865562-809D-47E2-A66F-2A99A83B9585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DECD4A31-3E48-4F2A-851C-281FF4619AB3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E32D9135-9F10-45DB-9D02-C91DB225FBD8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D332341-79D1-4311-BC9B-4C3E10603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79425" y="2227344"/>
            <a:ext cx="1123315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79425" y="2834901"/>
            <a:ext cx="1123315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F9CF4A3-0026-44AC-AFCD-103721FD442C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3861745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with light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15E4F81-BF99-43CC-A760-0249283C31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157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15E4F81-BF99-43CC-A760-0249283C3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98716A3-4317-49A4-A516-0CAB7EE9EADA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2" name="Gerade Verbindung 6">
              <a:extLst>
                <a:ext uri="{FF2B5EF4-FFF2-40B4-BE49-F238E27FC236}">
                  <a16:creationId xmlns:a16="http://schemas.microsoft.com/office/drawing/2014/main" id="{968259DA-C4F4-42AE-AA1E-4FCA4BFD2F74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7">
              <a:extLst>
                <a:ext uri="{FF2B5EF4-FFF2-40B4-BE49-F238E27FC236}">
                  <a16:creationId xmlns:a16="http://schemas.microsoft.com/office/drawing/2014/main" id="{D584E2B3-1B07-400A-834E-C84919DD4AED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8D147300-2B5E-4928-945F-AF9187208EE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00096ED0-8C02-4E4F-A9D5-896D2531765F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0343AD15-AA2D-4FA3-A7A4-0F3B9B2D46E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3BC863F9-C281-4C65-995F-7DA22245A8CE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395D0265-0A40-4776-A0A6-9945A258C019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F51B9021-1044-4419-9F74-E7069B9197BE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8">
              <a:extLst>
                <a:ext uri="{FF2B5EF4-FFF2-40B4-BE49-F238E27FC236}">
                  <a16:creationId xmlns:a16="http://schemas.microsoft.com/office/drawing/2014/main" id="{834A74C2-6628-40E1-9DA8-3F00E08C9CAA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9">
              <a:extLst>
                <a:ext uri="{FF2B5EF4-FFF2-40B4-BE49-F238E27FC236}">
                  <a16:creationId xmlns:a16="http://schemas.microsoft.com/office/drawing/2014/main" id="{7AE4E1E1-93D4-43A4-AB5E-7DDBFF946DF7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8">
              <a:extLst>
                <a:ext uri="{FF2B5EF4-FFF2-40B4-BE49-F238E27FC236}">
                  <a16:creationId xmlns:a16="http://schemas.microsoft.com/office/drawing/2014/main" id="{4ABF7A17-2A90-47F9-9E6F-7C2A1133BF82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9">
              <a:extLst>
                <a:ext uri="{FF2B5EF4-FFF2-40B4-BE49-F238E27FC236}">
                  <a16:creationId xmlns:a16="http://schemas.microsoft.com/office/drawing/2014/main" id="{6153BE47-17AD-4A9F-AF96-DD1D516D4F70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D05A838-DB24-4E30-9B4B-D34C31F0CA2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79425" y="2227344"/>
            <a:ext cx="11233150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79425" y="2834901"/>
            <a:ext cx="11233150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tx2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  <a:endParaRPr lang="en-GB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9249B2F-9173-48D3-A5BC-90A6758C671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41DBAB-5A5B-4798-8BF6-4FBA9FD4B3C3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9780916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8DBB61B-A8E6-4F9E-B132-8DD282EBE4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18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8DBB61B-A8E6-4F9E-B132-8DD282EBE4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3D3C332-3566-4AF8-95A0-87B10D9CF6CC}"/>
              </a:ext>
            </a:extLst>
          </p:cNvPr>
          <p:cNvGrpSpPr/>
          <p:nvPr userDrawn="1"/>
        </p:nvGrpSpPr>
        <p:grpSpPr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9072E5FD-0A29-42D6-A601-43724E0F3B40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7">
              <a:extLst>
                <a:ext uri="{FF2B5EF4-FFF2-40B4-BE49-F238E27FC236}">
                  <a16:creationId xmlns:a16="http://schemas.microsoft.com/office/drawing/2014/main" id="{8AFA7438-C6E2-4019-9E05-F5BD11C9744F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EB82C1D4-A9FF-4DF6-B6C1-A5FF499BB76C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739C2C77-99D5-4E4D-AAF2-11C29C46D9DD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B15BA0E2-AEE8-4F85-A4F7-6B6504DA5487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CD316D5F-DE29-4426-805F-85CE4A3CD4D9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725E3CCB-1EFB-4949-9256-2BF995240F8B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822FC784-1CDB-41A3-8F2C-FD41C979073C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9BCDF87C-94DB-4B73-BC59-6C97C8315878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E1E36290-5C89-4002-86C9-CB9239E0312A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18">
              <a:extLst>
                <a:ext uri="{FF2B5EF4-FFF2-40B4-BE49-F238E27FC236}">
                  <a16:creationId xmlns:a16="http://schemas.microsoft.com/office/drawing/2014/main" id="{789674D5-5F1B-4CC2-B6EC-76B6BAEAB437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9">
              <a:extLst>
                <a:ext uri="{FF2B5EF4-FFF2-40B4-BE49-F238E27FC236}">
                  <a16:creationId xmlns:a16="http://schemas.microsoft.com/office/drawing/2014/main" id="{2B134A6E-2A49-4836-B7E8-ECDEDC8EF244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478801" y="2227344"/>
            <a:ext cx="11233774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478801" y="2834901"/>
            <a:ext cx="11233774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1DB818-884B-46E0-91DE-94DE3BEC4E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9E0CF16-41E8-42B8-87C5-1227165EDB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6B3A6CC6-409A-41F4-9355-208F3E0C0A12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00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669744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itl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FF089649-AAF3-4798-ADF3-6C3E2E0AC1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0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FF089649-AAF3-4798-ADF3-6C3E2E0AC1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31C9870B-D3ED-4F26-BDDA-8441ED50FB99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9072E5FD-0A29-42D6-A601-43724E0F3B40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7">
              <a:extLst>
                <a:ext uri="{FF2B5EF4-FFF2-40B4-BE49-F238E27FC236}">
                  <a16:creationId xmlns:a16="http://schemas.microsoft.com/office/drawing/2014/main" id="{8AFA7438-C6E2-4019-9E05-F5BD11C9744F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EB82C1D4-A9FF-4DF6-B6C1-A5FF499BB76C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739C2C77-99D5-4E4D-AAF2-11C29C46D9DD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B15BA0E2-AEE8-4F85-A4F7-6B6504DA5487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725E3CCB-1EFB-4949-9256-2BF995240F8B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822FC784-1CDB-41A3-8F2C-FD41C979073C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9BCDF87C-94DB-4B73-BC59-6C97C8315878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E1E36290-5C89-4002-86C9-CB9239E0312A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18">
              <a:extLst>
                <a:ext uri="{FF2B5EF4-FFF2-40B4-BE49-F238E27FC236}">
                  <a16:creationId xmlns:a16="http://schemas.microsoft.com/office/drawing/2014/main" id="{789674D5-5F1B-4CC2-B6EC-76B6BAEAB437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19">
              <a:extLst>
                <a:ext uri="{FF2B5EF4-FFF2-40B4-BE49-F238E27FC236}">
                  <a16:creationId xmlns:a16="http://schemas.microsoft.com/office/drawing/2014/main" id="{2B134A6E-2A49-4836-B7E8-ECDEDC8EF244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1">
              <a:extLst>
                <a:ext uri="{FF2B5EF4-FFF2-40B4-BE49-F238E27FC236}">
                  <a16:creationId xmlns:a16="http://schemas.microsoft.com/office/drawing/2014/main" id="{F65194E7-A29C-439F-A904-73436FCAEF61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3">
              <a:extLst>
                <a:ext uri="{FF2B5EF4-FFF2-40B4-BE49-F238E27FC236}">
                  <a16:creationId xmlns:a16="http://schemas.microsoft.com/office/drawing/2014/main" id="{A7FB9BA9-8681-4D03-8460-60B678CAE425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478801" y="2227344"/>
            <a:ext cx="11233774" cy="664797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48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Chapter title</a:t>
            </a:r>
          </a:p>
        </p:txBody>
      </p:sp>
      <p:sp>
        <p:nvSpPr>
          <p:cNvPr id="8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478801" y="2834901"/>
            <a:ext cx="11233774" cy="738664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Subline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31DB818-884B-46E0-91DE-94DE3BEC4E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9E0CF16-41E8-42B8-87C5-1227165EDB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E8C9E690-1D5D-496D-A370-5CA832174105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0226468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ark blu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ADBCD95-BFED-4115-AA60-D9D1DBA151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2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ADBCD95-BFED-4115-AA60-D9D1DBA151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platzhalter 7">
            <a:extLst>
              <a:ext uri="{FF2B5EF4-FFF2-40B4-BE49-F238E27FC236}">
                <a16:creationId xmlns:a16="http://schemas.microsoft.com/office/drawing/2014/main" id="{44ED68A1-5BB8-4B29-874A-27495F4C6F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black"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solidFill>
                  <a:schemeClr val="bg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37FD5F09-8D0F-4A89-829D-96012BC6E97E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3" name="Gerade Verbindung 6">
              <a:extLst>
                <a:ext uri="{FF2B5EF4-FFF2-40B4-BE49-F238E27FC236}">
                  <a16:creationId xmlns:a16="http://schemas.microsoft.com/office/drawing/2014/main" id="{B80B410E-C623-4748-B35F-B762E2156B59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BBF77FFD-EFDD-4D19-89C5-3BCDAA4C012D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8">
              <a:extLst>
                <a:ext uri="{FF2B5EF4-FFF2-40B4-BE49-F238E27FC236}">
                  <a16:creationId xmlns:a16="http://schemas.microsoft.com/office/drawing/2014/main" id="{8F990CDA-40B2-4D63-88EF-7B8EEEED7238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9">
              <a:extLst>
                <a:ext uri="{FF2B5EF4-FFF2-40B4-BE49-F238E27FC236}">
                  <a16:creationId xmlns:a16="http://schemas.microsoft.com/office/drawing/2014/main" id="{4D0B6189-4DCD-4748-91BC-099537DA1E35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0">
              <a:extLst>
                <a:ext uri="{FF2B5EF4-FFF2-40B4-BE49-F238E27FC236}">
                  <a16:creationId xmlns:a16="http://schemas.microsoft.com/office/drawing/2014/main" id="{02629D81-4B4D-4AA8-BB96-E77BD402C645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1">
              <a:extLst>
                <a:ext uri="{FF2B5EF4-FFF2-40B4-BE49-F238E27FC236}">
                  <a16:creationId xmlns:a16="http://schemas.microsoft.com/office/drawing/2014/main" id="{5026B329-92B3-430A-966F-95B5884AEF9B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2">
              <a:extLst>
                <a:ext uri="{FF2B5EF4-FFF2-40B4-BE49-F238E27FC236}">
                  <a16:creationId xmlns:a16="http://schemas.microsoft.com/office/drawing/2014/main" id="{6D7F807D-3F20-44ED-9873-6A34F52F0FE7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3">
              <a:extLst>
                <a:ext uri="{FF2B5EF4-FFF2-40B4-BE49-F238E27FC236}">
                  <a16:creationId xmlns:a16="http://schemas.microsoft.com/office/drawing/2014/main" id="{27540E05-F77E-477B-B80E-295FD088C37A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33297432-4987-439C-AA75-0FC59FF1274E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76EA895E-1075-4252-B0F7-B44F54AC3746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8">
              <a:extLst>
                <a:ext uri="{FF2B5EF4-FFF2-40B4-BE49-F238E27FC236}">
                  <a16:creationId xmlns:a16="http://schemas.microsoft.com/office/drawing/2014/main" id="{A57ED76C-E4FC-4ED2-ACC3-9BB30C370EC3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9">
              <a:extLst>
                <a:ext uri="{FF2B5EF4-FFF2-40B4-BE49-F238E27FC236}">
                  <a16:creationId xmlns:a16="http://schemas.microsoft.com/office/drawing/2014/main" id="{51316E67-ECDB-4EF9-AABC-3C9BA516BE4D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platzhalter 8"/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479426" y="1486800"/>
            <a:ext cx="11233150" cy="45711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267"/>
              </a:spcBef>
              <a:defRPr sz="1800">
                <a:solidFill>
                  <a:schemeClr val="bg1"/>
                </a:solidFill>
              </a:defRPr>
            </a:lvl2pPr>
            <a:lvl3pPr marL="431979" indent="0">
              <a:spcBef>
                <a:spcPts val="267"/>
              </a:spcBef>
              <a:buNone/>
              <a:defRPr/>
            </a:lvl3pPr>
            <a:lvl4pPr marL="0" marR="0" indent="0" algn="l" defTabSz="1219140" rtl="0" eaLnBrk="1" fontAlgn="auto" latinLnBrk="0" hangingPunct="1">
              <a:lnSpc>
                <a:spcPct val="100000"/>
              </a:lnSpc>
              <a:spcBef>
                <a:spcPts val="2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4pPr>
            <a:lvl5pPr marL="431979" indent="0">
              <a:spcBef>
                <a:spcPts val="267"/>
              </a:spcBef>
              <a:buNone/>
              <a:defRPr/>
            </a:lvl5pPr>
          </a:lstStyle>
          <a:p>
            <a:pPr lvl="0"/>
            <a:r>
              <a:rPr lang="en-US" noProof="0"/>
              <a:t>X.X Chapter title 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 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421D23-CC4C-4E11-AB51-A134A52084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5B5823-E8F4-49AD-A087-2E4E3E9680A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0EC9E8B0-35EA-48D7-92E3-8BBACED9A569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3">
            <a:extLst>
              <a:ext uri="{FF2B5EF4-FFF2-40B4-BE49-F238E27FC236}">
                <a16:creationId xmlns:a16="http://schemas.microsoft.com/office/drawing/2014/main" id="{C73206DE-BAF5-4B72-8F26-9D64D9296A9A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afik 27">
            <a:extLst>
              <a:ext uri="{FF2B5EF4-FFF2-40B4-BE49-F238E27FC236}">
                <a16:creationId xmlns:a16="http://schemas.microsoft.com/office/drawing/2014/main" id="{82298DA2-0F5F-44C0-BFA3-A27EB8DF8EE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11309425" y="6282290"/>
            <a:ext cx="403225" cy="403225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black">
          <a:xfrm>
            <a:off x="479425" y="309601"/>
            <a:ext cx="11233151" cy="360099"/>
          </a:xfrm>
        </p:spPr>
        <p:txBody>
          <a:bodyPr>
            <a:spAutoFit/>
          </a:bodyPr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635235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C91D337C-BD62-4FD0-91F1-8F3ED8DD6D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53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C91D337C-BD62-4FD0-91F1-8F3ED8DD6D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133BB50-2654-41BF-9A51-E549F385A2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79425" y="1486800"/>
            <a:ext cx="11233150" cy="4571100"/>
          </a:xfrm>
        </p:spPr>
        <p:txBody>
          <a:bodyPr/>
          <a:lstStyle>
            <a:lvl1pPr>
              <a:defRPr>
                <a:latin typeface="+mj-lt"/>
              </a:defRPr>
            </a:lvl1pPr>
            <a:lvl2pPr marL="0" indent="0">
              <a:spcBef>
                <a:spcPts val="267"/>
              </a:spcBef>
              <a:defRPr sz="1800"/>
            </a:lvl2pPr>
            <a:lvl3pPr marL="431979" indent="0">
              <a:spcBef>
                <a:spcPts val="267"/>
              </a:spcBef>
              <a:buNone/>
              <a:defRPr/>
            </a:lvl3pPr>
            <a:lvl4pPr marL="0" marR="0" indent="0" algn="l" defTabSz="1219140" rtl="0" eaLnBrk="1" fontAlgn="auto" latinLnBrk="0" hangingPunct="1">
              <a:lnSpc>
                <a:spcPct val="100000"/>
              </a:lnSpc>
              <a:spcBef>
                <a:spcPts val="2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4pPr>
            <a:lvl5pPr marL="431979" indent="0">
              <a:spcBef>
                <a:spcPts val="267"/>
              </a:spcBef>
              <a:buNone/>
              <a:defRPr/>
            </a:lvl5pPr>
          </a:lstStyle>
          <a:p>
            <a:pPr lvl="0"/>
            <a:r>
              <a:rPr lang="en-US" noProof="0"/>
              <a:t>X.X Chapter title 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</a:t>
            </a:r>
          </a:p>
          <a:p>
            <a:pPr lvl="1"/>
            <a:r>
              <a:rPr lang="en-US" noProof="0"/>
              <a:t>X.X Sub-chapter  </a:t>
            </a:r>
          </a:p>
          <a:p>
            <a:pPr lvl="1"/>
            <a:r>
              <a:rPr lang="en-US" noProof="0"/>
              <a:t>X.X Sub-chapter 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8A448A2-CF0D-48A7-AA33-8917BBEDE82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A84592-33AD-4E01-99FE-058C8D6288B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1"/>
            <a:ext cx="11233150" cy="360099"/>
          </a:xfrm>
        </p:spPr>
        <p:txBody>
          <a:bodyPr>
            <a:spAutoFit/>
          </a:bodyPr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3691124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 poin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AA6E4A92-0E3B-4752-9F11-B5F2ED2D35C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277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AA6E4A92-0E3B-4752-9F11-B5F2ED2D35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13C18F00-6AEC-4566-B9A4-C09826D8DF1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7BDB83B6-6043-46C4-81FA-7D14164298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6800"/>
            <a:ext cx="11236177" cy="4571100"/>
          </a:xfrm>
        </p:spPr>
        <p:txBody>
          <a:bodyPr/>
          <a:lstStyle>
            <a:lvl1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1pPr>
            <a:lvl2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2pPr>
            <a:lvl3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3pPr>
            <a:lvl4pPr marL="360363" indent="-360363">
              <a:spcBef>
                <a:spcPts val="0"/>
              </a:spcBef>
              <a:buSzPct val="100000"/>
              <a:buFont typeface="VW Text Office" panose="020B0503040200000003" pitchFamily="34" charset="0"/>
              <a:buChar char="–"/>
              <a:defRPr sz="2800">
                <a:latin typeface="+mn-lt"/>
              </a:defRPr>
            </a:lvl4pPr>
          </a:lstStyle>
          <a:p>
            <a:pPr lvl="2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16119A-26FC-4219-9DF8-5A5F5D953C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1F8F-8B92-45FC-B45E-7E8D3E6D904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8801" y="309601"/>
            <a:ext cx="11236801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06472960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571ABA2-A5E0-4675-9288-E832905D5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30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571ABA2-A5E0-4675-9288-E832905D51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77676C33-8EDE-4125-AB0E-757CC6A1F9C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50CEAC35-718A-42D0-9570-3F6A350F5E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C9BD7-B3E3-458E-86D3-8FB80588B1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9CAE6-6CD7-4DC8-8C6F-48AA1C88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1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4876B7B5-41C7-45A0-BA80-3013501395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9425" y="1486800"/>
            <a:ext cx="9685338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751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403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9FE66A3-4409-4D25-8FFE-EA50DD95B6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2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9FE66A3-4409-4D25-8FFE-EA50DD95B6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57442D48-80E3-44A4-ADD0-965EB5F1A6BB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EF7F83A2-76F6-4705-9F77-89F7B698CAD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9A9924-46BA-4271-B7B0-0BB0854A09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9494AB-F984-4B4A-8268-3EDD29D9FF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E507019-BD35-4632-9AE5-FD2EF11CE4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426" y="1486800"/>
            <a:ext cx="5508625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B86F7DE-BC3C-4818-935D-88EC42DA9C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03951" y="1486800"/>
            <a:ext cx="5508625" cy="45711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4876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only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7FC7FFD1-6D32-4B02-9850-3BC5FE828E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49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7FC7FFD1-6D32-4B02-9850-3BC5FE828E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BC680795-43FC-4537-AA8B-EE9F9657A9C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1541FED-60FA-4A6C-9455-E501F5CACB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C9BD7-B3E3-458E-86D3-8FB80588B1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9CAE6-6CD7-4DC8-8C6F-48AA1C88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1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1205757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light blue 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D14386E-0E29-4B56-8F78-B4C3BA76DBF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373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D14386E-0E29-4B56-8F78-B4C3BA76DB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A3E8B5A2-2FEF-4968-9A2F-DBFBFFE94D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black">
          <a:xfrm>
            <a:off x="478801" y="2462796"/>
            <a:ext cx="11233774" cy="1994392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</a:t>
            </a:r>
            <a:br>
              <a:rPr lang="en-US" noProof="0"/>
            </a:br>
            <a:r>
              <a:rPr lang="en-US" noProof="0"/>
              <a:t>VW Text Office 72 pt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BD77B1D-145A-41BC-889E-71FD204B5F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49CCD52-DEF5-4214-BB2D-D627AFE9B3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2D27F19A-02B5-4B3A-B1F7-1983C6E78FB7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4739F779-27AF-44C9-B417-49572B3AEB83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>
            <a:extLst>
              <a:ext uri="{FF2B5EF4-FFF2-40B4-BE49-F238E27FC236}">
                <a16:creationId xmlns:a16="http://schemas.microsoft.com/office/drawing/2014/main" id="{21699CE5-3ED9-489F-A10F-28D4E7F0C4E9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9">
            <a:extLst>
              <a:ext uri="{FF2B5EF4-FFF2-40B4-BE49-F238E27FC236}">
                <a16:creationId xmlns:a16="http://schemas.microsoft.com/office/drawing/2014/main" id="{E5A01179-7CBF-4569-9F7C-E313EFADAF18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0">
            <a:extLst>
              <a:ext uri="{FF2B5EF4-FFF2-40B4-BE49-F238E27FC236}">
                <a16:creationId xmlns:a16="http://schemas.microsoft.com/office/drawing/2014/main" id="{69CBB15F-2671-480D-8B19-A904654E2D89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1">
            <a:extLst>
              <a:ext uri="{FF2B5EF4-FFF2-40B4-BE49-F238E27FC236}">
                <a16:creationId xmlns:a16="http://schemas.microsoft.com/office/drawing/2014/main" id="{50EAF6B6-6124-408A-9E77-D61BC07CECBD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2">
            <a:extLst>
              <a:ext uri="{FF2B5EF4-FFF2-40B4-BE49-F238E27FC236}">
                <a16:creationId xmlns:a16="http://schemas.microsoft.com/office/drawing/2014/main" id="{406A00F8-4935-450A-AFD4-64D14D499B63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3">
            <a:extLst>
              <a:ext uri="{FF2B5EF4-FFF2-40B4-BE49-F238E27FC236}">
                <a16:creationId xmlns:a16="http://schemas.microsoft.com/office/drawing/2014/main" id="{E810F51C-3785-44ED-87F3-07BBDAD2CB29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D6808B54-3E5D-436B-83B9-518A4132601C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0DBF4752-CC46-427B-9D69-5B1AB73CBBBF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18">
            <a:extLst>
              <a:ext uri="{FF2B5EF4-FFF2-40B4-BE49-F238E27FC236}">
                <a16:creationId xmlns:a16="http://schemas.microsoft.com/office/drawing/2014/main" id="{C39179A2-2D78-4995-8DE3-6CAD5AA99342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19">
            <a:extLst>
              <a:ext uri="{FF2B5EF4-FFF2-40B4-BE49-F238E27FC236}">
                <a16:creationId xmlns:a16="http://schemas.microsoft.com/office/drawing/2014/main" id="{2DC8EFFB-1676-4D98-95FE-5BCA19291077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11">
            <a:extLst>
              <a:ext uri="{FF2B5EF4-FFF2-40B4-BE49-F238E27FC236}">
                <a16:creationId xmlns:a16="http://schemas.microsoft.com/office/drawing/2014/main" id="{1DEDC508-21B9-44E3-993F-775B6B1D1565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13">
            <a:extLst>
              <a:ext uri="{FF2B5EF4-FFF2-40B4-BE49-F238E27FC236}">
                <a16:creationId xmlns:a16="http://schemas.microsoft.com/office/drawing/2014/main" id="{01DB8B62-9545-4F83-AB0A-E72AA2169356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952DBB7C-33E9-4D32-88D1-EEDD7F0B53B7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8801" y="1484313"/>
            <a:ext cx="11233774" cy="997196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72 pt</a:t>
            </a:r>
          </a:p>
        </p:txBody>
      </p:sp>
    </p:spTree>
    <p:extLst>
      <p:ext uri="{BB962C8B-B14F-4D97-AF65-F5344CB8AC3E}">
        <p14:creationId xmlns:p14="http://schemas.microsoft.com/office/powerpoint/2010/main" val="38549614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dark blue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ECED6F0C-9CB4-49DC-B418-B1E46CCF80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397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ECED6F0C-9CB4-49DC-B418-B1E46CCF80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25904729-F970-4E8A-9537-BB16FECBCA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black">
          <a:xfrm>
            <a:off x="478801" y="2462796"/>
            <a:ext cx="11233774" cy="1994392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</a:t>
            </a:r>
            <a:br>
              <a:rPr lang="en-US" noProof="0"/>
            </a:br>
            <a:r>
              <a:rPr lang="en-US" noProof="0"/>
              <a:t>VW Text Office 72 pt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1F3631CD-0448-4FC8-B44F-66C3074C4D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644A2AE-C307-4113-B955-6036184E5F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B13F2F1D-142F-46A2-B88F-16D1FAFD3FBE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A9D322D1-3670-418C-BFCF-775FD2BBC992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70C40AE6-B1C1-4B1A-B9DF-7AA6FC2EFA3E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FE864D00-583E-485B-8FF3-DFEC5A1965ED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AEAAACC8-EB7F-423F-AA87-317D37875927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766CD0E4-C6D7-4335-922B-EF6C22BF2877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1013BB6C-2ED2-493B-ABDD-69A649518C22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84D3224A-4385-4610-8305-A992EA1EBC43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6DBE71F3-1AFA-4DC0-A110-F252DA0B8483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A47E4ED5-EF11-4F7A-9C7D-66B14DC23752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A6E538F1-0D9E-4094-BC94-DDFDA59276BD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3B10BD48-3E54-42B6-B79B-B0E1D895137F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1">
            <a:extLst>
              <a:ext uri="{FF2B5EF4-FFF2-40B4-BE49-F238E27FC236}">
                <a16:creationId xmlns:a16="http://schemas.microsoft.com/office/drawing/2014/main" id="{4238C2EA-ED7F-471E-87BB-48D4B2FE7004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3">
            <a:extLst>
              <a:ext uri="{FF2B5EF4-FFF2-40B4-BE49-F238E27FC236}">
                <a16:creationId xmlns:a16="http://schemas.microsoft.com/office/drawing/2014/main" id="{A8D070A0-B8A7-46B6-96BB-10CE161D33E9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B201DF26-9DF0-4BC9-A37D-CDE01CD9C478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9425" y="1484313"/>
            <a:ext cx="11233150" cy="997196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7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72 pt</a:t>
            </a:r>
          </a:p>
        </p:txBody>
      </p:sp>
    </p:spTree>
    <p:extLst>
      <p:ext uri="{BB962C8B-B14F-4D97-AF65-F5344CB8AC3E}">
        <p14:creationId xmlns:p14="http://schemas.microsoft.com/office/powerpoint/2010/main" val="61742236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dark picture fullscreen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638E0913-285A-473B-B842-CF5D482E5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42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638E0913-285A-473B-B842-CF5D482E5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5760000" tIns="0" rIns="0" bIns="0" rtlCol="0" anchor="ctr">
            <a:noAutofit/>
          </a:bodyPr>
          <a:lstStyle>
            <a:lvl1pPr algn="ctr">
              <a:defRPr lang="en-US" sz="1700" noProof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noProof="0"/>
              <a:t>Insert a dark image by clicking on symbol on the left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98645C0-6A6B-47AB-AFED-F4AEB8CFD7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>
          <a:xfrm>
            <a:off x="864000" y="6551476"/>
            <a:ext cx="65160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AD713-8F9A-4C67-8A5A-5C20AFA22C0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478801" y="6551476"/>
            <a:ext cx="36004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08081944-A579-44D7-9595-E46591CA6237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DC1F0DBE-AEAD-415C-9C0B-7409EFDA444D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9C2BBB53-1E3F-49EE-B71A-FBF2E1B7A3E1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29FB8B4B-FB23-4F04-8FD2-F3BD2EFDF84E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BE4E8380-67FB-475B-BC59-2FA194E83D55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18F7817E-2CF7-415C-A54D-44262B5762F6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A491F78E-FB9E-4A13-A923-825F6F9128B9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ED017947-F763-4F3B-B95A-F5DB17729929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8">
            <a:extLst>
              <a:ext uri="{FF2B5EF4-FFF2-40B4-BE49-F238E27FC236}">
                <a16:creationId xmlns:a16="http://schemas.microsoft.com/office/drawing/2014/main" id="{5EB88D79-C037-4F8A-A522-16FB0236ABBF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9">
            <a:extLst>
              <a:ext uri="{FF2B5EF4-FFF2-40B4-BE49-F238E27FC236}">
                <a16:creationId xmlns:a16="http://schemas.microsoft.com/office/drawing/2014/main" id="{D78A2862-D717-457A-9114-144AE47DD168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8">
            <a:extLst>
              <a:ext uri="{FF2B5EF4-FFF2-40B4-BE49-F238E27FC236}">
                <a16:creationId xmlns:a16="http://schemas.microsoft.com/office/drawing/2014/main" id="{C9417BAD-EF0C-47C6-B08F-64C432483BB6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19">
            <a:extLst>
              <a:ext uri="{FF2B5EF4-FFF2-40B4-BE49-F238E27FC236}">
                <a16:creationId xmlns:a16="http://schemas.microsoft.com/office/drawing/2014/main" id="{21D27EE5-74E1-4A6D-9932-2B5608F14496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8631AFFD-3BB8-497C-AD19-6BB71F481264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28197616-2DE1-4988-8EFC-19E376D56B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4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8801" y="1465263"/>
            <a:ext cx="5508000" cy="1440394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pt</a:t>
            </a:r>
          </a:p>
        </p:txBody>
      </p:sp>
    </p:spTree>
    <p:extLst>
      <p:ext uri="{BB962C8B-B14F-4D97-AF65-F5344CB8AC3E}">
        <p14:creationId xmlns:p14="http://schemas.microsoft.com/office/powerpoint/2010/main" val="7287004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light picture fullscreen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C1B32287-2612-4E62-9CC9-0CE18E44C2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4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C1B32287-2612-4E62-9CC9-0CE18E44C2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C6E581E0-1C33-417C-BED0-C70FADD502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5760000" tIns="0" rIns="0" bIns="0" rtlCol="0" anchor="ctr">
            <a:noAutofit/>
          </a:bodyPr>
          <a:lstStyle>
            <a:lvl1pPr algn="ctr">
              <a:defRPr lang="en-US" sz="1700" noProof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noProof="0"/>
              <a:t>Insert a light image by clicking on symbol on the left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98645C0-6A6B-47AB-AFED-F4AEB8CFD7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AD713-8F9A-4C67-8A5A-5C20AFA22C0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249B2F-9173-48D3-A5BC-90A6758C671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8DB0EDB8-F580-4526-8854-FE2273953073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5B7B125C-964B-4824-86C1-584341B88B3F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B56341D5-6904-4188-9D5C-91A9F7688FEC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909CD9F8-47A8-4033-9467-296A8A580AFE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95013FB6-EE23-4F48-8163-BF4F9B060A14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062EB65B-2AB0-4575-9B53-28C0C48CDA25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8CA569A0-3438-4DB7-BBAC-1D47BA73B461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7F1C9F92-EFB7-4E4C-9622-2B5535B07C0A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B78C8A8D-DF26-4E2D-9975-FDCAEAF7FD86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EA82357A-75CB-400A-97D1-BB9B3F392D19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D99A875F-7F8A-48B4-9220-CFF01457D9DE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3AC0962B-AC61-4F22-BEB6-3705D667565C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FE11090B-B4DB-4572-B8AF-A65AFD6F226D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4313"/>
            <a:ext cx="5508000" cy="1440394"/>
          </a:xfrm>
        </p:spPr>
        <p:txBody>
          <a:bodyPr tIns="0" bIns="0"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28D9A4EA-59C9-4016-B6A6-C12978B6E6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4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36081734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dark pictur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476E317-5A12-469D-9719-4E9681E531D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469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476E317-5A12-469D-9719-4E9681E531D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6800"/>
            <a:ext cx="5508000" cy="1440394"/>
          </a:xfrm>
        </p:spPr>
        <p:txBody>
          <a:bodyPr tIns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03951" y="1"/>
            <a:ext cx="5988051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sz="1800" b="0" kern="1200" noProof="0" dirty="0">
                <a:solidFill>
                  <a:schemeClr val="tx1"/>
                </a:solidFill>
                <a:latin typeface="VW Head Office Bold" panose="020B0803040200000003" pitchFamily="34" charset="0"/>
                <a:ea typeface="+mn-ea"/>
                <a:cs typeface="+mn-cs"/>
              </a:defRPr>
            </a:lvl1pPr>
          </a:lstStyle>
          <a:p>
            <a:pPr lvl="0" algn="ctr"/>
            <a:r>
              <a:rPr lang="en-US" noProof="0"/>
              <a:t>Insert a dark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23660A8-9009-4329-B153-0A7341E0F4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A35339-0541-440F-B8C0-BA66AF56154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53BFA271-7750-44E0-ACDA-CD4FF4F1570D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8EFEEDF7-1EB4-4FD6-8B3F-02DF9E80D6D3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B20E414F-883F-4B7A-99F2-27FFA1A0679A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169853A5-51B0-46C9-B58A-002DC6CBAB6A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6FCF1F0C-5330-4C5C-A2BC-F79A014484D4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6659A203-AD6D-479B-A517-44E570C9839E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B9AE40AE-D636-4820-8498-BBAED0602E14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D15D84F2-1385-4013-86DF-6215575DD39F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8517E339-DD65-4390-ABBB-61B848055B3A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DBB476FA-D40F-4BC4-B268-59EA7EF48185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23BAA1BC-4B6A-4BED-A369-BE47D4F802FE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702D7F65-2032-4EA1-AF74-1F4692976A3B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125632B8-340F-4E1B-A379-5AAC2CF8532E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6E0D5AE7-4B0F-423D-B2E7-BC44A9A67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4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74935978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and light pictur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425" y="1486800"/>
            <a:ext cx="5508000" cy="1440394"/>
          </a:xfrm>
        </p:spPr>
        <p:txBody>
          <a:bodyPr tIns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03955" y="1"/>
            <a:ext cx="5988046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noProof="0">
                <a:latin typeface="+mj-lt"/>
              </a:defRPr>
            </a:lvl1pPr>
          </a:lstStyle>
          <a:p>
            <a:pPr lvl="0" algn="ctr"/>
            <a:r>
              <a:rPr lang="en-US" noProof="0"/>
              <a:t>Insert a light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23660A8-9009-4329-B153-0A7341E0F4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A35339-0541-440F-B8C0-BA66AF56154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11" name="Gerade Verbindung 6">
            <a:extLst>
              <a:ext uri="{FF2B5EF4-FFF2-40B4-BE49-F238E27FC236}">
                <a16:creationId xmlns:a16="http://schemas.microsoft.com/office/drawing/2014/main" id="{8E1F3405-6DCA-41A1-8149-DAD38D0565F5}"/>
              </a:ext>
            </a:extLst>
          </p:cNvPr>
          <p:cNvCxnSpPr/>
          <p:nvPr userDrawn="1"/>
        </p:nvCxnSpPr>
        <p:spPr bwMode="gray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7">
            <a:extLst>
              <a:ext uri="{FF2B5EF4-FFF2-40B4-BE49-F238E27FC236}">
                <a16:creationId xmlns:a16="http://schemas.microsoft.com/office/drawing/2014/main" id="{EF6D904A-4396-4BF8-A706-C52AB291F60F}"/>
              </a:ext>
            </a:extLst>
          </p:cNvPr>
          <p:cNvCxnSpPr/>
          <p:nvPr userDrawn="1"/>
        </p:nvCxnSpPr>
        <p:spPr bwMode="gray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ADEB8BA7-983C-4D79-BB18-3787F3E95FDA}"/>
              </a:ext>
            </a:extLst>
          </p:cNvPr>
          <p:cNvCxnSpPr/>
          <p:nvPr userDrawn="1"/>
        </p:nvCxnSpPr>
        <p:spPr bwMode="gray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E6DF490B-22CE-4DA9-9C6C-BBDFA190AA71}"/>
              </a:ext>
            </a:extLst>
          </p:cNvPr>
          <p:cNvCxnSpPr/>
          <p:nvPr userDrawn="1"/>
        </p:nvCxnSpPr>
        <p:spPr bwMode="gray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E5311266-210D-48BB-AA39-B584B1C7AA61}"/>
              </a:ext>
            </a:extLst>
          </p:cNvPr>
          <p:cNvCxnSpPr/>
          <p:nvPr userDrawn="1"/>
        </p:nvCxnSpPr>
        <p:spPr bwMode="gray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7CB6A96E-0C3C-4EA4-8657-57CAAA6583B1}"/>
              </a:ext>
            </a:extLst>
          </p:cNvPr>
          <p:cNvCxnSpPr/>
          <p:nvPr userDrawn="1"/>
        </p:nvCxnSpPr>
        <p:spPr bwMode="gray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B92EA564-4D7D-4877-8E65-13CEBAE1A04B}"/>
              </a:ext>
            </a:extLst>
          </p:cNvPr>
          <p:cNvCxnSpPr/>
          <p:nvPr userDrawn="1"/>
        </p:nvCxnSpPr>
        <p:spPr bwMode="gray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84E930E6-0BD6-4607-9802-7FB85E8C47B6}"/>
              </a:ext>
            </a:extLst>
          </p:cNvPr>
          <p:cNvCxnSpPr/>
          <p:nvPr userDrawn="1"/>
        </p:nvCxnSpPr>
        <p:spPr bwMode="gray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86332F09-93F3-4511-9491-7E7D1453868E}"/>
              </a:ext>
            </a:extLst>
          </p:cNvPr>
          <p:cNvCxnSpPr/>
          <p:nvPr userDrawn="1"/>
        </p:nvCxnSpPr>
        <p:spPr bwMode="gray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51A3B875-D736-415F-AE5B-7DC357BB54F6}"/>
              </a:ext>
            </a:extLst>
          </p:cNvPr>
          <p:cNvCxnSpPr/>
          <p:nvPr userDrawn="1"/>
        </p:nvCxnSpPr>
        <p:spPr bwMode="gray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CD2742BE-22FB-46B1-9114-9B8BF5D64641}"/>
              </a:ext>
            </a:extLst>
          </p:cNvPr>
          <p:cNvCxnSpPr/>
          <p:nvPr userDrawn="1"/>
        </p:nvCxnSpPr>
        <p:spPr bwMode="gray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FDA2EA14-B09F-446C-BBA7-987252A447AE}"/>
              </a:ext>
            </a:extLst>
          </p:cNvPr>
          <p:cNvCxnSpPr/>
          <p:nvPr userDrawn="1"/>
        </p:nvCxnSpPr>
        <p:spPr bwMode="gray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30EDAD0F-B3FB-4B1F-A1E8-4B0E941CD102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74AA5E0-8138-4EC5-B95F-146E720630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78801" y="2908834"/>
            <a:ext cx="5508000" cy="2160591"/>
          </a:xfrm>
        </p:spPr>
        <p:txBody>
          <a:bodyPr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</a:t>
            </a:r>
            <a:br>
              <a:rPr lang="en-US" noProof="0"/>
            </a:br>
            <a:r>
              <a:rPr lang="en-US" noProof="0"/>
              <a:t>in VW Text Office 52 pt</a:t>
            </a:r>
          </a:p>
        </p:txBody>
      </p:sp>
    </p:spTree>
    <p:extLst>
      <p:ext uri="{BB962C8B-B14F-4D97-AF65-F5344CB8AC3E}">
        <p14:creationId xmlns:p14="http://schemas.microsoft.com/office/powerpoint/2010/main" val="100687228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statement 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9CCF6193-AE18-4D60-89F0-0E153ABF37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17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9CCF6193-AE18-4D60-89F0-0E153ABF37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Bildplatzhalter 2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" y="4"/>
            <a:ext cx="6203948" cy="6857997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2880000" rIns="0" bIns="0" rtlCol="0">
            <a:noAutofit/>
          </a:bodyPr>
          <a:lstStyle>
            <a:lvl1pPr algn="ctr">
              <a:defRPr lang="en-US" noProof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1EB315F-64EE-44F3-ADD3-8935DCEA7E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F73E69-3FE3-484D-8C0D-82B2FADCE5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9" name="Gerade Verbindung 6">
            <a:extLst>
              <a:ext uri="{FF2B5EF4-FFF2-40B4-BE49-F238E27FC236}">
                <a16:creationId xmlns:a16="http://schemas.microsoft.com/office/drawing/2014/main" id="{BA627361-3118-4827-BCC9-EB693141A697}"/>
              </a:ext>
            </a:extLst>
          </p:cNvPr>
          <p:cNvCxnSpPr/>
          <p:nvPr userDrawn="1"/>
        </p:nvCxnSpPr>
        <p:spPr bwMode="black">
          <a:xfrm>
            <a:off x="480705" y="-187656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C340557D-21BC-4B3A-843E-8BDBFFC8162F}"/>
              </a:ext>
            </a:extLst>
          </p:cNvPr>
          <p:cNvCxnSpPr/>
          <p:nvPr userDrawn="1"/>
        </p:nvCxnSpPr>
        <p:spPr bwMode="black">
          <a:xfrm>
            <a:off x="11710670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8">
            <a:extLst>
              <a:ext uri="{FF2B5EF4-FFF2-40B4-BE49-F238E27FC236}">
                <a16:creationId xmlns:a16="http://schemas.microsoft.com/office/drawing/2014/main" id="{35ED13F3-FC56-4DE6-B0C4-84047F8B841C}"/>
              </a:ext>
            </a:extLst>
          </p:cNvPr>
          <p:cNvCxnSpPr/>
          <p:nvPr userDrawn="1"/>
        </p:nvCxnSpPr>
        <p:spPr bwMode="black">
          <a:xfrm rot="16200000">
            <a:off x="-192684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0">
            <a:extLst>
              <a:ext uri="{FF2B5EF4-FFF2-40B4-BE49-F238E27FC236}">
                <a16:creationId xmlns:a16="http://schemas.microsoft.com/office/drawing/2014/main" id="{79BC122D-D90A-4E32-A53E-10F05E53A5A1}"/>
              </a:ext>
            </a:extLst>
          </p:cNvPr>
          <p:cNvCxnSpPr/>
          <p:nvPr userDrawn="1"/>
        </p:nvCxnSpPr>
        <p:spPr bwMode="black">
          <a:xfrm rot="16200000">
            <a:off x="-120684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2">
            <a:extLst>
              <a:ext uri="{FF2B5EF4-FFF2-40B4-BE49-F238E27FC236}">
                <a16:creationId xmlns:a16="http://schemas.microsoft.com/office/drawing/2014/main" id="{E72E964C-B59F-4C08-AD7A-01331E4FFD41}"/>
              </a:ext>
            </a:extLst>
          </p:cNvPr>
          <p:cNvCxnSpPr/>
          <p:nvPr userDrawn="1"/>
        </p:nvCxnSpPr>
        <p:spPr bwMode="black">
          <a:xfrm>
            <a:off x="480705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13">
            <a:extLst>
              <a:ext uri="{FF2B5EF4-FFF2-40B4-BE49-F238E27FC236}">
                <a16:creationId xmlns:a16="http://schemas.microsoft.com/office/drawing/2014/main" id="{60C36F8F-7ACA-4A39-BAD5-CF6A01E6C812}"/>
              </a:ext>
            </a:extLst>
          </p:cNvPr>
          <p:cNvCxnSpPr/>
          <p:nvPr userDrawn="1"/>
        </p:nvCxnSpPr>
        <p:spPr bwMode="black">
          <a:xfrm>
            <a:off x="11710670" y="6923907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18">
            <a:extLst>
              <a:ext uri="{FF2B5EF4-FFF2-40B4-BE49-F238E27FC236}">
                <a16:creationId xmlns:a16="http://schemas.microsoft.com/office/drawing/2014/main" id="{0592266D-8A8C-4FDD-B9AC-02F082A1A988}"/>
              </a:ext>
            </a:extLst>
          </p:cNvPr>
          <p:cNvCxnSpPr/>
          <p:nvPr userDrawn="1"/>
        </p:nvCxnSpPr>
        <p:spPr bwMode="black">
          <a:xfrm>
            <a:off x="5985348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19">
            <a:extLst>
              <a:ext uri="{FF2B5EF4-FFF2-40B4-BE49-F238E27FC236}">
                <a16:creationId xmlns:a16="http://schemas.microsoft.com/office/drawing/2014/main" id="{AB7F9677-99FF-483C-89AF-E52B0442377C}"/>
              </a:ext>
            </a:extLst>
          </p:cNvPr>
          <p:cNvCxnSpPr/>
          <p:nvPr userDrawn="1"/>
        </p:nvCxnSpPr>
        <p:spPr bwMode="black">
          <a:xfrm>
            <a:off x="6205221" y="-18088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18">
            <a:extLst>
              <a:ext uri="{FF2B5EF4-FFF2-40B4-BE49-F238E27FC236}">
                <a16:creationId xmlns:a16="http://schemas.microsoft.com/office/drawing/2014/main" id="{79FE2731-D692-4530-85CF-F1CB5B548FEF}"/>
              </a:ext>
            </a:extLst>
          </p:cNvPr>
          <p:cNvCxnSpPr/>
          <p:nvPr userDrawn="1"/>
        </p:nvCxnSpPr>
        <p:spPr bwMode="black">
          <a:xfrm>
            <a:off x="5985348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19">
            <a:extLst>
              <a:ext uri="{FF2B5EF4-FFF2-40B4-BE49-F238E27FC236}">
                <a16:creationId xmlns:a16="http://schemas.microsoft.com/office/drawing/2014/main" id="{1592936D-A264-452D-A69A-10FA59127DEB}"/>
              </a:ext>
            </a:extLst>
          </p:cNvPr>
          <p:cNvCxnSpPr/>
          <p:nvPr userDrawn="1"/>
        </p:nvCxnSpPr>
        <p:spPr bwMode="black">
          <a:xfrm>
            <a:off x="6205221" y="6917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4D4DB19-67F0-418B-89DF-B685BA92E41F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 noProof="0"/>
              <a:t> </a:t>
            </a:r>
          </a:p>
        </p:txBody>
      </p:sp>
      <p:cxnSp>
        <p:nvCxnSpPr>
          <p:cNvPr id="14" name="Gerade Verbindung 9">
            <a:extLst>
              <a:ext uri="{FF2B5EF4-FFF2-40B4-BE49-F238E27FC236}">
                <a16:creationId xmlns:a16="http://schemas.microsoft.com/office/drawing/2014/main" id="{A7D76875-25BB-4EA9-8592-1277975D1090}"/>
              </a:ext>
            </a:extLst>
          </p:cNvPr>
          <p:cNvCxnSpPr/>
          <p:nvPr userDrawn="1"/>
        </p:nvCxnSpPr>
        <p:spPr bwMode="black">
          <a:xfrm rot="16200000">
            <a:off x="12312699" y="1414133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11">
            <a:extLst>
              <a:ext uri="{FF2B5EF4-FFF2-40B4-BE49-F238E27FC236}">
                <a16:creationId xmlns:a16="http://schemas.microsoft.com/office/drawing/2014/main" id="{31F69A75-3E85-4CF8-A42C-BDAE0230125D}"/>
              </a:ext>
            </a:extLst>
          </p:cNvPr>
          <p:cNvCxnSpPr/>
          <p:nvPr userDrawn="1"/>
        </p:nvCxnSpPr>
        <p:spPr bwMode="black">
          <a:xfrm rot="16200000">
            <a:off x="12312699" y="5985050"/>
            <a:ext cx="0" cy="144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A308C538-8D7C-4BC1-A16A-DE222BCE71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black">
          <a:xfrm>
            <a:off x="6204575" y="3365346"/>
            <a:ext cx="5508000" cy="2160591"/>
          </a:xfrm>
        </p:spPr>
        <p:txBody>
          <a:bodyPr lIns="360000" tIns="0" bIns="0" anchor="t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Describing Copy in VW Text Office 52 pt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6203951" y="1939237"/>
            <a:ext cx="5508625" cy="1440394"/>
          </a:xfrm>
        </p:spPr>
        <p:txBody>
          <a:bodyPr lIns="360000" tIns="0" bIns="0" anchor="t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VW Head Office Bold 52 </a:t>
            </a:r>
            <a:r>
              <a:rPr lang="en-US" noProof="0" err="1"/>
              <a:t>pt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9937229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creen picture dark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3352F42-8138-4C9A-982D-B566B6143D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541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3352F42-8138-4C9A-982D-B566B6143D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94C3513-E0BF-4E40-B55D-750F56BD358D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0" name="Gerade Verbindung 6">
              <a:extLst>
                <a:ext uri="{FF2B5EF4-FFF2-40B4-BE49-F238E27FC236}">
                  <a16:creationId xmlns:a16="http://schemas.microsoft.com/office/drawing/2014/main" id="{D6D93960-AB18-4E88-9BF3-D43049352919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7">
              <a:extLst>
                <a:ext uri="{FF2B5EF4-FFF2-40B4-BE49-F238E27FC236}">
                  <a16:creationId xmlns:a16="http://schemas.microsoft.com/office/drawing/2014/main" id="{FCA382C2-9265-4B84-9369-265CE6C6B303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8">
              <a:extLst>
                <a:ext uri="{FF2B5EF4-FFF2-40B4-BE49-F238E27FC236}">
                  <a16:creationId xmlns:a16="http://schemas.microsoft.com/office/drawing/2014/main" id="{E740232D-0571-4A4A-B683-66BB82153CA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9">
              <a:extLst>
                <a:ext uri="{FF2B5EF4-FFF2-40B4-BE49-F238E27FC236}">
                  <a16:creationId xmlns:a16="http://schemas.microsoft.com/office/drawing/2014/main" id="{F78359BB-1D17-4D59-8BC7-9E8894170944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0">
              <a:extLst>
                <a:ext uri="{FF2B5EF4-FFF2-40B4-BE49-F238E27FC236}">
                  <a16:creationId xmlns:a16="http://schemas.microsoft.com/office/drawing/2014/main" id="{F4110EDE-09FF-449E-B60F-A6439AAF692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1">
              <a:extLst>
                <a:ext uri="{FF2B5EF4-FFF2-40B4-BE49-F238E27FC236}">
                  <a16:creationId xmlns:a16="http://schemas.microsoft.com/office/drawing/2014/main" id="{A3A3B7D4-44AA-497B-9334-7C7E5E88C625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2">
              <a:extLst>
                <a:ext uri="{FF2B5EF4-FFF2-40B4-BE49-F238E27FC236}">
                  <a16:creationId xmlns:a16="http://schemas.microsoft.com/office/drawing/2014/main" id="{4981A131-371C-4CB9-B8F2-1AF2A3CFCA35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3">
              <a:extLst>
                <a:ext uri="{FF2B5EF4-FFF2-40B4-BE49-F238E27FC236}">
                  <a16:creationId xmlns:a16="http://schemas.microsoft.com/office/drawing/2014/main" id="{50741E15-E504-4C47-AFD8-9649640132DB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9D92C037-550C-43B3-B2D5-85688AD484A3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3865562-809D-47E2-A66F-2A99A83B9585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8">
              <a:extLst>
                <a:ext uri="{FF2B5EF4-FFF2-40B4-BE49-F238E27FC236}">
                  <a16:creationId xmlns:a16="http://schemas.microsoft.com/office/drawing/2014/main" id="{DECD4A31-3E48-4F2A-851C-281FF4619AB3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9">
              <a:extLst>
                <a:ext uri="{FF2B5EF4-FFF2-40B4-BE49-F238E27FC236}">
                  <a16:creationId xmlns:a16="http://schemas.microsoft.com/office/drawing/2014/main" id="{E32D9135-9F10-45DB-9D02-C91DB225FBD8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D332341-79D1-4311-BC9B-4C3E10603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spcBef>
                <a:spcPts val="0"/>
              </a:spcBef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dark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Creation date: mm.dd.yy | Responsible department for filing: xxxx-xx | CSD-Class: xx.x – xx years</a:t>
            </a:r>
            <a:endParaRPr lang="en-GB" noProof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DF9CF4A3-0026-44AC-AFCD-103721FD442C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0245026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creen picture light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15E4F81-BF99-43CC-A760-0249283C31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6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15E4F81-BF99-43CC-A760-0249283C3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98716A3-4317-49A4-A516-0CAB7EE9EADA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12" name="Gerade Verbindung 6">
              <a:extLst>
                <a:ext uri="{FF2B5EF4-FFF2-40B4-BE49-F238E27FC236}">
                  <a16:creationId xmlns:a16="http://schemas.microsoft.com/office/drawing/2014/main" id="{968259DA-C4F4-42AE-AA1E-4FCA4BFD2F74}"/>
                </a:ext>
              </a:extLst>
            </p:cNvPr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7">
              <a:extLst>
                <a:ext uri="{FF2B5EF4-FFF2-40B4-BE49-F238E27FC236}">
                  <a16:creationId xmlns:a16="http://schemas.microsoft.com/office/drawing/2014/main" id="{D584E2B3-1B07-400A-834E-C84919DD4AED}"/>
                </a:ext>
              </a:extLst>
            </p:cNvPr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8">
              <a:extLst>
                <a:ext uri="{FF2B5EF4-FFF2-40B4-BE49-F238E27FC236}">
                  <a16:creationId xmlns:a16="http://schemas.microsoft.com/office/drawing/2014/main" id="{8D147300-2B5E-4928-945F-AF9187208EE7}"/>
                </a:ext>
              </a:extLst>
            </p:cNvPr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9">
              <a:extLst>
                <a:ext uri="{FF2B5EF4-FFF2-40B4-BE49-F238E27FC236}">
                  <a16:creationId xmlns:a16="http://schemas.microsoft.com/office/drawing/2014/main" id="{00096ED0-8C02-4E4F-A9D5-896D2531765F}"/>
                </a:ext>
              </a:extLst>
            </p:cNvPr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0">
              <a:extLst>
                <a:ext uri="{FF2B5EF4-FFF2-40B4-BE49-F238E27FC236}">
                  <a16:creationId xmlns:a16="http://schemas.microsoft.com/office/drawing/2014/main" id="{0343AD15-AA2D-4FA3-A7A4-0F3B9B2D46E0}"/>
                </a:ext>
              </a:extLst>
            </p:cNvPr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1">
              <a:extLst>
                <a:ext uri="{FF2B5EF4-FFF2-40B4-BE49-F238E27FC236}">
                  <a16:creationId xmlns:a16="http://schemas.microsoft.com/office/drawing/2014/main" id="{3BC863F9-C281-4C65-995F-7DA22245A8CE}"/>
                </a:ext>
              </a:extLst>
            </p:cNvPr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2">
              <a:extLst>
                <a:ext uri="{FF2B5EF4-FFF2-40B4-BE49-F238E27FC236}">
                  <a16:creationId xmlns:a16="http://schemas.microsoft.com/office/drawing/2014/main" id="{395D0265-0A40-4776-A0A6-9945A258C019}"/>
                </a:ext>
              </a:extLst>
            </p:cNvPr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3">
              <a:extLst>
                <a:ext uri="{FF2B5EF4-FFF2-40B4-BE49-F238E27FC236}">
                  <a16:creationId xmlns:a16="http://schemas.microsoft.com/office/drawing/2014/main" id="{F51B9021-1044-4419-9F74-E7069B9197BE}"/>
                </a:ext>
              </a:extLst>
            </p:cNvPr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8">
              <a:extLst>
                <a:ext uri="{FF2B5EF4-FFF2-40B4-BE49-F238E27FC236}">
                  <a16:creationId xmlns:a16="http://schemas.microsoft.com/office/drawing/2014/main" id="{834A74C2-6628-40E1-9DA8-3F00E08C9CAA}"/>
                </a:ext>
              </a:extLst>
            </p:cNvPr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19">
              <a:extLst>
                <a:ext uri="{FF2B5EF4-FFF2-40B4-BE49-F238E27FC236}">
                  <a16:creationId xmlns:a16="http://schemas.microsoft.com/office/drawing/2014/main" id="{7AE4E1E1-93D4-43A4-AB5E-7DDBFF946DF7}"/>
                </a:ext>
              </a:extLst>
            </p:cNvPr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18">
              <a:extLst>
                <a:ext uri="{FF2B5EF4-FFF2-40B4-BE49-F238E27FC236}">
                  <a16:creationId xmlns:a16="http://schemas.microsoft.com/office/drawing/2014/main" id="{4ABF7A17-2A90-47F9-9E6F-7C2A1133BF82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19">
              <a:extLst>
                <a:ext uri="{FF2B5EF4-FFF2-40B4-BE49-F238E27FC236}">
                  <a16:creationId xmlns:a16="http://schemas.microsoft.com/office/drawing/2014/main" id="{6153BE47-17AD-4A9F-AF96-DD1D516D4F70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D05A838-DB24-4E30-9B4B-D34C31F0CA2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lIns="720000" rIns="720000"/>
          <a:lstStyle>
            <a:lvl1pPr algn="ctr">
              <a:spcBef>
                <a:spcPts val="0"/>
              </a:spcBef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noProof="0"/>
              <a:t>To insert a light background image: Please click on the image placeholder and then select an image by clicking on the “Insert“ tab and choosing the “Pictures“ command.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674F971-C7A1-477D-8AE0-F6274128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Creation date: mm.dd.yy | Responsible department for filing: xxxx-xx | CSD-Class: xx.x – xx years</a:t>
            </a:r>
            <a:endParaRPr lang="en-GB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EC2808-3D34-4DD5-BCA0-8DE0E99D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9249B2F-9173-48D3-A5BC-90A6758C671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41DBAB-5A5B-4798-8BF6-4FBA9FD4B3C3}"/>
              </a:ext>
            </a:extLst>
          </p:cNvPr>
          <p:cNvSpPr>
            <a:spLocks noGrp="1" noChangeAspect="1"/>
          </p:cNvSpPr>
          <p:nvPr>
            <p:ph type="body" sz="quarter" idx="13"/>
          </p:nvPr>
        </p:nvSpPr>
        <p:spPr bwMode="gray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80916736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 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B826A5FE-8328-4984-86FC-5897F3313DD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89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B826A5FE-8328-4984-86FC-5897F3313D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E29FC3BB-E621-4F70-9DD0-5E6F47FA3B0A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CC7BE88F-0B1D-454F-A992-9F899926A4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94575" y="1486800"/>
            <a:ext cx="3618000" cy="45711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/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/>
            </a:lvl4pPr>
          </a:lstStyle>
          <a:p>
            <a:pPr lvl="0"/>
            <a:r>
              <a:rPr lang="en-US" noProof="0"/>
              <a:t>Placeholder Subtitle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Third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78801" y="1486800"/>
            <a:ext cx="7423940" cy="4571100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16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A20E7A-8262-4FB8-9C89-14C4811BC6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729934-6A43-41FB-9235-7C7F5730E6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21447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bulle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9525EAE-C26C-4A66-9F38-94E8B71BC77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13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9525EAE-C26C-4A66-9F38-94E8B71BC7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FFEAA369-5E34-43AB-B74B-B1CD17475BE6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B365DD1F-E103-4D8F-81A3-7E80E5BAAF2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9" name="Textplatzhalter 6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79424" y="4389108"/>
            <a:ext cx="550800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9425" y="1486800"/>
            <a:ext cx="5508000" cy="2737486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7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03951" y="1486800"/>
            <a:ext cx="5508625" cy="2737486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792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A6925FD-1D02-4673-B015-E36AC91B0D20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2B971F-4CF5-4893-9C89-D3BFDF94463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C5932EDF-8463-4A4F-B073-ED3490C1F03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204575" y="4389108"/>
            <a:ext cx="550800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52138840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and bullets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352E5FD6-8629-4E5E-9082-A8583932218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637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352E5FD6-8629-4E5E-9082-A858393221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hteck 2" hidden="1">
            <a:extLst>
              <a:ext uri="{FF2B5EF4-FFF2-40B4-BE49-F238E27FC236}">
                <a16:creationId xmlns:a16="http://schemas.microsoft.com/office/drawing/2014/main" id="{C5616770-D3B7-4783-AED4-2194F08FB8DE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F1180AD-4747-4BD8-B429-434156C144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13" name="Bildplatzhalter 3"/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79425" y="1486800"/>
            <a:ext cx="361672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4286021" y="1486800"/>
            <a:ext cx="361672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098470" y="1486800"/>
            <a:ext cx="3618000" cy="2736738"/>
          </a:xfrm>
          <a:pattFill prst="wdUpDiag">
            <a:fgClr>
              <a:schemeClr val="accent6"/>
            </a:fgClr>
            <a:bgClr>
              <a:schemeClr val="accent6">
                <a:lumMod val="20000"/>
                <a:lumOff val="80000"/>
              </a:schemeClr>
            </a:bgClr>
          </a:pattFill>
        </p:spPr>
        <p:txBody>
          <a:bodyPr vert="horz" wrap="square" lIns="0" tIns="504000" rIns="0" bIns="0" rtlCol="0">
            <a:noAutofit/>
          </a:bodyPr>
          <a:lstStyle>
            <a:lvl1pPr algn="ctr">
              <a:defRPr lang="en-US" dirty="0">
                <a:latin typeface="+mj-lt"/>
              </a:defRPr>
            </a:lvl1pPr>
          </a:lstStyle>
          <a:p>
            <a:pPr lvl="0" algn="ctr"/>
            <a:r>
              <a:rPr lang="en-US" noProof="0"/>
              <a:t>Insert an image by clicking on symbol below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4597746-4CFC-4AD5-A9BC-19E64941D86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EE4FCD-AFA3-4CE3-A67B-5E188964557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97DDB8A1-E4BF-4FC7-B158-50F2CA4C3B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79424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DAF48C35-A1AE-4084-A511-7E133A688B9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4286021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9B1CFAFA-008F-4583-A31B-2D0CFC378F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8099750" y="4389108"/>
            <a:ext cx="3616720" cy="1668792"/>
          </a:xfrm>
        </p:spPr>
        <p:txBody>
          <a:bodyPr/>
          <a:lstStyle>
            <a:lvl1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1pPr>
            <a:lvl2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2pPr>
            <a:lvl3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3pPr>
            <a:lvl4pPr marL="252000" indent="-252000">
              <a:spcBef>
                <a:spcPts val="400"/>
              </a:spcBef>
              <a:buFont typeface="VW Text Office" panose="020B0503040200000003" pitchFamily="34" charset="0"/>
              <a:buChar char="–"/>
              <a:defRPr sz="1800">
                <a:latin typeface="+mn-lt"/>
              </a:defRPr>
            </a:lvl4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  <a:p>
            <a:pPr lvl="3"/>
            <a:r>
              <a:rPr lang="en-US" noProof="0"/>
              <a:t>First level</a:t>
            </a:r>
          </a:p>
          <a:p>
            <a:pPr lvl="2"/>
            <a:r>
              <a:rPr lang="en-US" noProof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50966717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graph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79598C81-C499-4E66-9C1F-31A1B8E0C0F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61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79598C81-C499-4E66-9C1F-31A1B8E0C0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9F4F20C6-B8F2-460A-B37B-DC849180103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C87FD146-0C97-47F2-8F72-DB128B20BF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425" y="669699"/>
            <a:ext cx="11233150" cy="3600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600" spc="10" baseline="0"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2600"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2600"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2600"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2600">
                <a:latin typeface="+mn-lt"/>
              </a:defRPr>
            </a:lvl5pPr>
          </a:lstStyle>
          <a:p>
            <a:pPr lvl="0"/>
            <a:r>
              <a:rPr lang="en-US" noProof="0"/>
              <a:t>Placeholder subtitle (optional)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479425" y="309601"/>
            <a:ext cx="11233150" cy="360099"/>
          </a:xfrm>
        </p:spPr>
        <p:txBody>
          <a:bodyPr>
            <a:spAutoFit/>
          </a:bodyPr>
          <a:lstStyle>
            <a:lvl1pPr>
              <a:defRPr b="0"/>
            </a:lvl1pPr>
          </a:lstStyle>
          <a:p>
            <a:r>
              <a:rPr lang="en-US" noProof="0"/>
              <a:t>Placeholder slide title</a:t>
            </a:r>
          </a:p>
        </p:txBody>
      </p: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8800" y="1486801"/>
            <a:ext cx="11233150" cy="287259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pPr lvl="0"/>
            <a:r>
              <a:rPr lang="en-US" noProof="0"/>
              <a:t>Graph headline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446BE373-CBB6-412E-B05C-0A164925AD9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78800" y="1828429"/>
            <a:ext cx="11233150" cy="205184"/>
          </a:xfr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1333" b="0">
                <a:latin typeface="+mn-lt"/>
              </a:defRPr>
            </a:lvl1pPr>
          </a:lstStyle>
          <a:p>
            <a:pPr lvl="0"/>
            <a:r>
              <a:rPr lang="en-US" noProof="0"/>
              <a:t>Value unit</a:t>
            </a:r>
          </a:p>
        </p:txBody>
      </p:sp>
      <p:sp>
        <p:nvSpPr>
          <p:cNvPr id="4" name="Diagrammplatzhalter 3">
            <a:extLst>
              <a:ext uri="{FF2B5EF4-FFF2-40B4-BE49-F238E27FC236}">
                <a16:creationId xmlns:a16="http://schemas.microsoft.com/office/drawing/2014/main" id="{8E40377A-F96B-46AF-BFDC-C3709E357D01}"/>
              </a:ext>
            </a:extLst>
          </p:cNvPr>
          <p:cNvSpPr>
            <a:spLocks noGrp="1"/>
          </p:cNvSpPr>
          <p:nvPr>
            <p:ph type="chart" sz="quarter" idx="16" hasCustomPrompt="1"/>
          </p:nvPr>
        </p:nvSpPr>
        <p:spPr bwMode="gray">
          <a:xfrm>
            <a:off x="478801" y="2348880"/>
            <a:ext cx="11233774" cy="3483102"/>
          </a:xfrm>
        </p:spPr>
        <p:txBody>
          <a:bodyPr tIns="1152000"/>
          <a:lstStyle>
            <a:lvl1pPr algn="ctr">
              <a:spcBef>
                <a:spcPts val="0"/>
              </a:spcBef>
              <a:defRPr>
                <a:latin typeface="+mn-lt"/>
              </a:defRPr>
            </a:lvl1pPr>
          </a:lstStyle>
          <a:p>
            <a:r>
              <a:rPr lang="en-US" noProof="0"/>
              <a:t>Insert a graph by clicking on symbol below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82A8F1D1-5EDA-4D11-80EC-E7437F5C2E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78801" y="5903404"/>
            <a:ext cx="11233150" cy="153888"/>
          </a:xfrm>
        </p:spPr>
        <p:txBody>
          <a:bodyPr wrap="square" anchor="b">
            <a:spAutoFit/>
          </a:bodyPr>
          <a:lstStyle>
            <a:lvl1pPr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pPr lvl="0"/>
            <a:r>
              <a:rPr lang="en-US" noProof="0"/>
              <a:t>* Space for Footnotes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BA6BB72-9F96-4521-83C5-C8202BDECDA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 bwMode="gray"/>
        <p:txBody>
          <a:bodyPr/>
          <a:lstStyle/>
          <a:p>
            <a:r>
              <a:rPr lang="en-US" noProof="0"/>
              <a:t>Creation date: mm.dd.yy | Responsible department for filing: xxxx-xx | CSD-Class: xx.x – xx years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5384AF-BAE1-4968-8830-F9A817BA96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 bwMode="gray"/>
        <p:txBody>
          <a:bodyPr/>
          <a:lstStyle/>
          <a:p>
            <a:fld id="{D9249B2F-9173-48D3-A5BC-90A6758C671B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089426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">
    <p:bg bwMode="gray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DC8F6D9-31E0-48BE-922D-9DD19DDB3A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685" name="think-cell Folie" r:id="rId4" imgW="344" imgH="345" progId="TCLayout.ActiveDocument.1">
                  <p:embed/>
                </p:oleObj>
              </mc:Choice>
              <mc:Fallback>
                <p:oleObj name="think-cell Folie" r:id="rId4" imgW="344" imgH="345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DC8F6D9-31E0-48BE-922D-9DD19DDB3A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F48B80C-05D9-497D-AABF-276FE584D9B2}"/>
              </a:ext>
            </a:extLst>
          </p:cNvPr>
          <p:cNvGrpSpPr/>
          <p:nvPr userDrawn="1"/>
        </p:nvGrpSpPr>
        <p:grpSpPr bwMode="black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7" name="Gerade Verbindung 6">
              <a:extLst>
                <a:ext uri="{FF2B5EF4-FFF2-40B4-BE49-F238E27FC236}">
                  <a16:creationId xmlns:a16="http://schemas.microsoft.com/office/drawing/2014/main" id="{B5D30CB3-8DCE-46D4-97E1-433214D3DA8B}"/>
                </a:ext>
              </a:extLst>
            </p:cNvPr>
            <p:cNvCxnSpPr/>
            <p:nvPr userDrawn="1"/>
          </p:nvCxnSpPr>
          <p:spPr bwMode="black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7">
              <a:extLst>
                <a:ext uri="{FF2B5EF4-FFF2-40B4-BE49-F238E27FC236}">
                  <a16:creationId xmlns:a16="http://schemas.microsoft.com/office/drawing/2014/main" id="{2B0DA408-6F55-4CEE-B138-E0F8D54E8634}"/>
                </a:ext>
              </a:extLst>
            </p:cNvPr>
            <p:cNvCxnSpPr/>
            <p:nvPr userDrawn="1"/>
          </p:nvCxnSpPr>
          <p:spPr bwMode="black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8">
              <a:extLst>
                <a:ext uri="{FF2B5EF4-FFF2-40B4-BE49-F238E27FC236}">
                  <a16:creationId xmlns:a16="http://schemas.microsoft.com/office/drawing/2014/main" id="{BD15980B-96EB-416D-9686-5DC14A7E4295}"/>
                </a:ext>
              </a:extLst>
            </p:cNvPr>
            <p:cNvCxnSpPr/>
            <p:nvPr userDrawn="1"/>
          </p:nvCxnSpPr>
          <p:spPr bwMode="black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9">
              <a:extLst>
                <a:ext uri="{FF2B5EF4-FFF2-40B4-BE49-F238E27FC236}">
                  <a16:creationId xmlns:a16="http://schemas.microsoft.com/office/drawing/2014/main" id="{55B6DFA9-2A5E-4216-B385-ED4653DE7EF3}"/>
                </a:ext>
              </a:extLst>
            </p:cNvPr>
            <p:cNvCxnSpPr/>
            <p:nvPr userDrawn="1"/>
          </p:nvCxnSpPr>
          <p:spPr bwMode="black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10">
              <a:extLst>
                <a:ext uri="{FF2B5EF4-FFF2-40B4-BE49-F238E27FC236}">
                  <a16:creationId xmlns:a16="http://schemas.microsoft.com/office/drawing/2014/main" id="{78C50E1E-999F-487D-AE03-C3F5E8BD9614}"/>
                </a:ext>
              </a:extLst>
            </p:cNvPr>
            <p:cNvCxnSpPr/>
            <p:nvPr userDrawn="1"/>
          </p:nvCxnSpPr>
          <p:spPr bwMode="black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1">
              <a:extLst>
                <a:ext uri="{FF2B5EF4-FFF2-40B4-BE49-F238E27FC236}">
                  <a16:creationId xmlns:a16="http://schemas.microsoft.com/office/drawing/2014/main" id="{174311A6-19DC-4DBF-AE75-457DB8F1C528}"/>
                </a:ext>
              </a:extLst>
            </p:cNvPr>
            <p:cNvCxnSpPr/>
            <p:nvPr userDrawn="1"/>
          </p:nvCxnSpPr>
          <p:spPr bwMode="black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12">
              <a:extLst>
                <a:ext uri="{FF2B5EF4-FFF2-40B4-BE49-F238E27FC236}">
                  <a16:creationId xmlns:a16="http://schemas.microsoft.com/office/drawing/2014/main" id="{9F35A458-21F3-418D-887A-69587105507B}"/>
                </a:ext>
              </a:extLst>
            </p:cNvPr>
            <p:cNvCxnSpPr/>
            <p:nvPr userDrawn="1"/>
          </p:nvCxnSpPr>
          <p:spPr bwMode="black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3">
              <a:extLst>
                <a:ext uri="{FF2B5EF4-FFF2-40B4-BE49-F238E27FC236}">
                  <a16:creationId xmlns:a16="http://schemas.microsoft.com/office/drawing/2014/main" id="{DF76FF84-1817-43D6-8D3D-E892DF6962E7}"/>
                </a:ext>
              </a:extLst>
            </p:cNvPr>
            <p:cNvCxnSpPr/>
            <p:nvPr userDrawn="1"/>
          </p:nvCxnSpPr>
          <p:spPr bwMode="black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18">
              <a:extLst>
                <a:ext uri="{FF2B5EF4-FFF2-40B4-BE49-F238E27FC236}">
                  <a16:creationId xmlns:a16="http://schemas.microsoft.com/office/drawing/2014/main" id="{D1D289C6-584D-4CF9-B5D1-6409C57CAA64}"/>
                </a:ext>
              </a:extLst>
            </p:cNvPr>
            <p:cNvCxnSpPr/>
            <p:nvPr userDrawn="1"/>
          </p:nvCxnSpPr>
          <p:spPr bwMode="black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9">
              <a:extLst>
                <a:ext uri="{FF2B5EF4-FFF2-40B4-BE49-F238E27FC236}">
                  <a16:creationId xmlns:a16="http://schemas.microsoft.com/office/drawing/2014/main" id="{74D7AAC8-1BD6-4C07-B979-66A0BBBDB3E6}"/>
                </a:ext>
              </a:extLst>
            </p:cNvPr>
            <p:cNvCxnSpPr/>
            <p:nvPr userDrawn="1"/>
          </p:nvCxnSpPr>
          <p:spPr bwMode="black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687F72D4-D5E5-4D2A-A2DB-EF12840AFE4C}"/>
                </a:ext>
              </a:extLst>
            </p:cNvPr>
            <p:cNvCxnSpPr/>
            <p:nvPr userDrawn="1"/>
          </p:nvCxnSpPr>
          <p:spPr bwMode="black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1EB03215-3361-4031-8434-704F8E154B32}"/>
                </a:ext>
              </a:extLst>
            </p:cNvPr>
            <p:cNvCxnSpPr/>
            <p:nvPr userDrawn="1"/>
          </p:nvCxnSpPr>
          <p:spPr bwMode="black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platzhalter 6"/>
          <p:cNvSpPr>
            <a:spLocks noGrp="1"/>
          </p:cNvSpPr>
          <p:nvPr>
            <p:ph type="body" sz="quarter" idx="14" hasCustomPrompt="1"/>
          </p:nvPr>
        </p:nvSpPr>
        <p:spPr bwMode="black">
          <a:xfrm>
            <a:off x="479425" y="1797053"/>
            <a:ext cx="11233150" cy="640515"/>
          </a:xfrm>
        </p:spPr>
        <p:txBody>
          <a:bodyPr wrap="square" lIns="0" tIns="360000">
            <a:spAutoFit/>
          </a:bodyPr>
          <a:lstStyle>
            <a:lvl1pPr>
              <a:spcBef>
                <a:spcPts val="267"/>
              </a:spcBef>
              <a:defRPr>
                <a:solidFill>
                  <a:schemeClr val="bg1"/>
                </a:solidFill>
                <a:latin typeface="VW Text Office" panose="020B05030402000000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noProof="0"/>
              <a:t>Contact slide</a:t>
            </a:r>
          </a:p>
        </p:txBody>
      </p:sp>
      <p:sp>
        <p:nvSpPr>
          <p:cNvPr id="9" name="Textplatzhalter 6"/>
          <p:cNvSpPr>
            <a:spLocks noGrp="1"/>
          </p:cNvSpPr>
          <p:nvPr>
            <p:ph type="body" sz="quarter" idx="16" hasCustomPrompt="1"/>
          </p:nvPr>
        </p:nvSpPr>
        <p:spPr bwMode="black">
          <a:xfrm>
            <a:off x="479425" y="4200077"/>
            <a:ext cx="11233150" cy="287259"/>
          </a:xfrm>
        </p:spPr>
        <p:txBody>
          <a:bodyPr wrap="square" lIns="0" tIns="0">
            <a:spAutoFit/>
          </a:bodyPr>
          <a:lstStyle>
            <a:lvl1pPr>
              <a:spcBef>
                <a:spcPts val="267"/>
              </a:spcBef>
              <a:defRPr lang="en-GB" dirty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r>
              <a:rPr lang="en-US" noProof="0">
                <a:latin typeface="+mj-lt"/>
              </a:rPr>
              <a:t>As of 00. Month 2019 I Version X.X</a:t>
            </a:r>
          </a:p>
        </p:txBody>
      </p:sp>
      <p:sp>
        <p:nvSpPr>
          <p:cNvPr id="5" name="Textplatzhalter 12">
            <a:extLst>
              <a:ext uri="{FF2B5EF4-FFF2-40B4-BE49-F238E27FC236}">
                <a16:creationId xmlns:a16="http://schemas.microsoft.com/office/drawing/2014/main" id="{A8F370A3-3FE8-42DA-99D5-8A312E4C6DF0}"/>
              </a:ext>
            </a:extLst>
          </p:cNvPr>
          <p:cNvSpPr txBox="1">
            <a:spLocks noChangeAspect="1"/>
          </p:cNvSpPr>
          <p:nvPr userDrawn="1"/>
        </p:nvSpPr>
        <p:spPr bwMode="black">
          <a:xfrm>
            <a:off x="11309424" y="6282904"/>
            <a:ext cx="403200" cy="402611"/>
          </a:xfrm>
          <a:prstGeom prst="ellipse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1219140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00" b="0" kern="1200">
                <a:noFill/>
                <a:latin typeface="VW Head Office Bold" panose="020B0803040200000003" pitchFamily="34" charset="0"/>
                <a:ea typeface="+mn-ea"/>
                <a:cs typeface="+mn-cs"/>
              </a:defRPr>
            </a:lvl1pPr>
            <a:lvl2pPr marL="0" indent="0" algn="l" defTabSz="1219140" rtl="0" eaLnBrk="1" latinLnBrk="0" hangingPunct="1">
              <a:spcBef>
                <a:spcPts val="1000"/>
              </a:spcBef>
              <a:buFont typeface="Arial" panose="020B06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252000" algn="l" defTabSz="1219140" rtl="0" eaLnBrk="1" latinLnBrk="0" hangingPunct="1">
              <a:spcBef>
                <a:spcPts val="400"/>
              </a:spcBef>
              <a:buFont typeface="VW Text Office" panose="020B0503040200000003" pitchFamily="34" charset="0"/>
              <a:buChar char="–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9989" indent="-239989" algn="l" defTabSz="1219140" rtl="0" eaLnBrk="1" latinLnBrk="0" hangingPunct="1">
              <a:spcBef>
                <a:spcPts val="267"/>
              </a:spcBef>
              <a:buFont typeface="Arial" panose="020B0604020202020204" pitchFamily="34" charset="0"/>
              <a:buChar char="•"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001067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olkswagen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39177" indent="-239177">
              <a:buSzPct val="100000"/>
              <a:buFont typeface="Helvetica"/>
              <a:buChar char="–"/>
            </a:lvl1pPr>
            <a:lvl2pPr marL="476239" indent="-237061">
              <a:buFont typeface="Helvetica"/>
            </a:lvl2pPr>
            <a:lvl3pPr marL="715415" indent="-239177">
              <a:buFont typeface="Helvetica"/>
            </a:lvl3pPr>
            <a:lvl4pPr marL="952476" indent="-243410">
              <a:buFont typeface="Helvetica"/>
            </a:lvl4pPr>
            <a:lvl5pPr marL="1191653" indent="-234943">
              <a:buFont typeface="Helvetica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1067162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Agenda dark blue">
    <p:bg>
      <p:bgPr>
        <a:solidFill>
          <a:srgbClr val="001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79425" y="669698"/>
            <a:ext cx="11233150" cy="360100"/>
          </a:xfrm>
          <a:prstGeom prst="rect">
            <a:avLst/>
          </a:prstGeom>
        </p:spPr>
        <p:txBody>
          <a:bodyPr lIns="0" tIns="0" rIns="0" bIns="0"/>
          <a:lstStyle>
            <a:lvl1pPr marL="0" indent="0" defTabSz="1219140">
              <a:spcBef>
                <a:spcPts val="0"/>
              </a:spcBef>
              <a:buSzTx/>
              <a:buNone/>
              <a:defRPr sz="2600" spc="1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1pPr>
            <a:lvl2pPr marL="0" indent="0" defTabSz="1219140">
              <a:spcBef>
                <a:spcPts val="0"/>
              </a:spcBef>
              <a:buSzTx/>
              <a:buNone/>
              <a:defRPr sz="2600" spc="1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2pPr>
            <a:lvl3pPr marL="0" indent="0" defTabSz="1219140">
              <a:spcBef>
                <a:spcPts val="0"/>
              </a:spcBef>
              <a:buSzTx/>
              <a:buNone/>
              <a:defRPr sz="2600" spc="1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3pPr>
            <a:lvl4pPr marL="0" indent="0" defTabSz="1219140">
              <a:spcBef>
                <a:spcPts val="0"/>
              </a:spcBef>
              <a:buSzTx/>
              <a:buNone/>
              <a:defRPr sz="2600" spc="1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4pPr>
            <a:lvl5pPr marL="0" indent="0" defTabSz="1219140">
              <a:spcBef>
                <a:spcPts val="0"/>
              </a:spcBef>
              <a:buSzTx/>
              <a:buNone/>
              <a:defRPr sz="2600" spc="1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5pPr>
          </a:lstStyle>
          <a:p>
            <a:r>
              <a:t>Placeholder subtitle (optional)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grpSp>
        <p:nvGrpSpPr>
          <p:cNvPr id="248" name="Gruppieren 9"/>
          <p:cNvGrpSpPr/>
          <p:nvPr/>
        </p:nvGrpSpPr>
        <p:grpSpPr>
          <a:xfrm>
            <a:off x="-264049" y="-187657"/>
            <a:ext cx="12649383" cy="7255564"/>
            <a:chOff x="0" y="0"/>
            <a:chExt cx="25298766" cy="14511126"/>
          </a:xfrm>
        </p:grpSpPr>
        <p:sp>
          <p:nvSpPr>
            <p:cNvPr id="236" name="Gerade Verbindung 6"/>
            <p:cNvSpPr/>
            <p:nvPr/>
          </p:nvSpPr>
          <p:spPr>
            <a:xfrm>
              <a:off x="1489507" y="0"/>
              <a:ext cx="1" cy="28800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37" name="Gerade Verbindung 7"/>
            <p:cNvSpPr/>
            <p:nvPr/>
          </p:nvSpPr>
          <p:spPr>
            <a:xfrm>
              <a:off x="23949438" y="13545"/>
              <a:ext cx="1" cy="28800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38" name="Gerade Verbindung 8"/>
            <p:cNvSpPr/>
            <p:nvPr/>
          </p:nvSpPr>
          <p:spPr>
            <a:xfrm>
              <a:off x="0" y="3348847"/>
              <a:ext cx="288001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39" name="Gerade Verbindung 9"/>
            <p:cNvSpPr/>
            <p:nvPr/>
          </p:nvSpPr>
          <p:spPr>
            <a:xfrm>
              <a:off x="25010766" y="3348847"/>
              <a:ext cx="288001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0" name="Gerade Verbindung 10"/>
            <p:cNvSpPr/>
            <p:nvPr/>
          </p:nvSpPr>
          <p:spPr>
            <a:xfrm>
              <a:off x="144000" y="12490682"/>
              <a:ext cx="288001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1" name="Gerade Verbindung 11"/>
            <p:cNvSpPr/>
            <p:nvPr/>
          </p:nvSpPr>
          <p:spPr>
            <a:xfrm>
              <a:off x="25010766" y="12490682"/>
              <a:ext cx="288001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2" name="Gerade Verbindung 12"/>
            <p:cNvSpPr/>
            <p:nvPr/>
          </p:nvSpPr>
          <p:spPr>
            <a:xfrm>
              <a:off x="1489507" y="14209578"/>
              <a:ext cx="1" cy="28800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3" name="Gerade Verbindung 13"/>
            <p:cNvSpPr/>
            <p:nvPr/>
          </p:nvSpPr>
          <p:spPr>
            <a:xfrm>
              <a:off x="23949438" y="14223126"/>
              <a:ext cx="1" cy="28800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4" name="Gerade Verbindung 18"/>
            <p:cNvSpPr/>
            <p:nvPr/>
          </p:nvSpPr>
          <p:spPr>
            <a:xfrm>
              <a:off x="12498793" y="13545"/>
              <a:ext cx="1" cy="28800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5" name="Gerade Verbindung 19"/>
            <p:cNvSpPr/>
            <p:nvPr/>
          </p:nvSpPr>
          <p:spPr>
            <a:xfrm>
              <a:off x="12938539" y="13545"/>
              <a:ext cx="1" cy="28800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6" name="Gerade Verbindung 18"/>
            <p:cNvSpPr/>
            <p:nvPr/>
          </p:nvSpPr>
          <p:spPr>
            <a:xfrm>
              <a:off x="12498793" y="14209578"/>
              <a:ext cx="1" cy="28800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  <p:sp>
          <p:nvSpPr>
            <p:cNvPr id="247" name="Gerade Verbindung 19"/>
            <p:cNvSpPr/>
            <p:nvPr/>
          </p:nvSpPr>
          <p:spPr>
            <a:xfrm>
              <a:off x="12938539" y="14209578"/>
              <a:ext cx="1" cy="28800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9" tIns="91439" rIns="91439" bIns="91439" numCol="1" anchor="t">
              <a:noAutofit/>
            </a:bodyPr>
            <a:lstStyle/>
            <a:p>
              <a:pPr algn="l" defTabSz="1219140">
                <a:defRPr sz="4800">
                  <a:solidFill>
                    <a:srgbClr val="000000"/>
                  </a:solidFill>
                  <a:latin typeface="VW Text Office"/>
                  <a:ea typeface="VW Text Office"/>
                  <a:cs typeface="VW Text Office"/>
                  <a:sym typeface="VW Text Office"/>
                </a:defRPr>
              </a:pPr>
              <a:endParaRPr sz="2400"/>
            </a:p>
          </p:txBody>
        </p:sp>
      </p:grpSp>
      <p:sp>
        <p:nvSpPr>
          <p:cNvPr id="249" name="Textplatzhalter 8"/>
          <p:cNvSpPr>
            <a:spLocks noGrp="1"/>
          </p:cNvSpPr>
          <p:nvPr>
            <p:ph type="body" idx="21" hasCustomPrompt="1"/>
          </p:nvPr>
        </p:nvSpPr>
        <p:spPr>
          <a:xfrm>
            <a:off x="479427" y="1486800"/>
            <a:ext cx="11233151" cy="4571101"/>
          </a:xfrm>
          <a:prstGeom prst="rect">
            <a:avLst/>
          </a:prstGeom>
        </p:spPr>
        <p:txBody>
          <a:bodyPr lIns="0" tIns="0" rIns="0" bIns="0"/>
          <a:lstStyle>
            <a:lvl1pPr marL="0" indent="0" defTabSz="1219140">
              <a:lnSpc>
                <a:spcPct val="100000"/>
              </a:lnSpc>
              <a:spcBef>
                <a:spcPts val="1200"/>
              </a:spcBef>
              <a:buSzTx/>
              <a:buNone/>
              <a:defRPr sz="1800" b="1">
                <a:solidFill>
                  <a:srgbClr val="FFFFFF"/>
                </a:solidFill>
                <a:latin typeface="VW Head Office"/>
                <a:ea typeface="VW Head Office"/>
                <a:cs typeface="VW Head Office"/>
                <a:sym typeface="VW Head Office"/>
              </a:defRPr>
            </a:lvl1pPr>
          </a:lstStyle>
          <a:p>
            <a:r>
              <a:t>X.X Chapter title 
X.X Sub-chapter  
X.X Sub-chapter
X.X Sub-chapter  
X.X Sub-chapter </a:t>
            </a:r>
          </a:p>
        </p:txBody>
      </p:sp>
      <p:sp>
        <p:nvSpPr>
          <p:cNvPr id="2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78802" y="6397589"/>
            <a:ext cx="146051" cy="307777"/>
          </a:xfrm>
          <a:prstGeom prst="rect">
            <a:avLst/>
          </a:prstGeom>
        </p:spPr>
        <p:txBody>
          <a:bodyPr lIns="0" tIns="0" rIns="0" bIns="0"/>
          <a:lstStyle>
            <a:lvl1pPr algn="l" defTabSz="1219140">
              <a:defRPr sz="1000">
                <a:solidFill>
                  <a:srgbClr val="FFFFFF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51" name="Gerade Verbindung 11"/>
          <p:cNvSpPr/>
          <p:nvPr/>
        </p:nvSpPr>
        <p:spPr>
          <a:xfrm>
            <a:off x="12241335" y="6057686"/>
            <a:ext cx="144001" cy="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tIns="45720" bIns="45720"/>
          <a:lstStyle/>
          <a:p>
            <a:pPr algn="l" defTabSz="1219140">
              <a:defRPr sz="4800">
                <a:solidFill>
                  <a:srgbClr val="000000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pPr>
            <a:endParaRPr sz="2400"/>
          </a:p>
        </p:txBody>
      </p:sp>
      <p:sp>
        <p:nvSpPr>
          <p:cNvPr id="252" name="Gerade Verbindung 13"/>
          <p:cNvSpPr/>
          <p:nvPr/>
        </p:nvSpPr>
        <p:spPr>
          <a:xfrm>
            <a:off x="11710670" y="6923908"/>
            <a:ext cx="1" cy="14400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tIns="45720" bIns="45720"/>
          <a:lstStyle/>
          <a:p>
            <a:pPr algn="l" defTabSz="1219140">
              <a:defRPr sz="4800">
                <a:solidFill>
                  <a:srgbClr val="000000"/>
                </a:solidFill>
                <a:latin typeface="VW Text Office"/>
                <a:ea typeface="VW Text Office"/>
                <a:cs typeface="VW Text Office"/>
                <a:sym typeface="VW Text Office"/>
              </a:defRPr>
            </a:pPr>
            <a:endParaRPr sz="2400"/>
          </a:p>
        </p:txBody>
      </p:sp>
      <p:pic>
        <p:nvPicPr>
          <p:cNvPr id="253" name="Grafik 27" descr="Grafik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9424" y="6282289"/>
            <a:ext cx="403226" cy="403226"/>
          </a:xfrm>
          <a:prstGeom prst="rect">
            <a:avLst/>
          </a:prstGeom>
          <a:ln w="12700">
            <a:miter lim="400000"/>
          </a:ln>
        </p:spPr>
      </p:pic>
      <p:sp>
        <p:nvSpPr>
          <p:cNvPr id="254" name="Agenda"/>
          <p:cNvSpPr txBox="1">
            <a:spLocks noGrp="1"/>
          </p:cNvSpPr>
          <p:nvPr>
            <p:ph type="title" hasCustomPrompt="1"/>
          </p:nvPr>
        </p:nvSpPr>
        <p:spPr>
          <a:xfrm>
            <a:off x="479425" y="309599"/>
            <a:ext cx="11233151" cy="360100"/>
          </a:xfrm>
          <a:prstGeom prst="rect">
            <a:avLst/>
          </a:prstGeom>
        </p:spPr>
        <p:txBody>
          <a:bodyPr lIns="0" tIns="0" rIns="0" bIns="0"/>
          <a:lstStyle>
            <a:lvl1pPr defTabSz="1219140">
              <a:lnSpc>
                <a:spcPct val="90000"/>
              </a:lnSpc>
              <a:defRPr sz="2600" spc="13">
                <a:solidFill>
                  <a:srgbClr val="FFFFFF"/>
                </a:solidFill>
                <a:latin typeface="VW Head Office"/>
                <a:ea typeface="VW Head Office"/>
                <a:cs typeface="VW Head Office"/>
                <a:sym typeface="VW Head Office"/>
              </a:defRPr>
            </a:lvl1pPr>
          </a:lstStyle>
          <a:p>
            <a: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46617558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tatement and dark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79425" y="1486801"/>
            <a:ext cx="5508000" cy="1440397"/>
          </a:xfrm>
          <a:prstGeom prst="rect">
            <a:avLst/>
          </a:prstGeom>
        </p:spPr>
        <p:txBody>
          <a:bodyPr lIns="91438" tIns="91438" rIns="91438" bIns="91438" anchor="t"/>
          <a:lstStyle>
            <a:lvl1pPr marL="228600" indent="-228600" defTabSz="914400">
              <a:lnSpc>
                <a:spcPct val="90000"/>
              </a:lnSpc>
              <a:spcBef>
                <a:spcPts val="0"/>
              </a:spcBef>
              <a:buSzPct val="100000"/>
              <a:buFont typeface="Arial"/>
              <a:defRPr sz="5200">
                <a:latin typeface="Calibri Light"/>
                <a:ea typeface="Calibri Light"/>
                <a:cs typeface="Calibri Light"/>
                <a:sym typeface="Calibri Light"/>
              </a:defRPr>
            </a:lvl1pPr>
            <a:lvl2pPr marL="457200" indent="-228600" defTabSz="914400">
              <a:lnSpc>
                <a:spcPct val="90000"/>
              </a:lnSpc>
              <a:spcBef>
                <a:spcPts val="0"/>
              </a:spcBef>
              <a:buSzPct val="100000"/>
              <a:buFont typeface="Arial"/>
              <a:defRPr sz="5200">
                <a:latin typeface="Calibri Light"/>
                <a:ea typeface="Calibri Light"/>
                <a:cs typeface="Calibri Light"/>
                <a:sym typeface="Calibri Light"/>
              </a:defRPr>
            </a:lvl2pPr>
            <a:lvl3pPr marL="727999" indent="-727999" defTabSz="914400">
              <a:lnSpc>
                <a:spcPct val="90000"/>
              </a:lnSpc>
              <a:spcBef>
                <a:spcPts val="0"/>
              </a:spcBef>
              <a:buSzPct val="100000"/>
              <a:buFont typeface="Arial"/>
              <a:defRPr sz="5200">
                <a:latin typeface="Calibri Light"/>
                <a:ea typeface="Calibri Light"/>
                <a:cs typeface="Calibri Light"/>
                <a:sym typeface="Calibri Light"/>
              </a:defRPr>
            </a:lvl3pPr>
            <a:lvl4pPr marL="853998" indent="-727999" defTabSz="914400">
              <a:lnSpc>
                <a:spcPct val="90000"/>
              </a:lnSpc>
              <a:spcBef>
                <a:spcPts val="0"/>
              </a:spcBef>
              <a:buSzPct val="100000"/>
              <a:buFont typeface="Arial"/>
              <a:defRPr sz="5200">
                <a:latin typeface="Calibri Light"/>
                <a:ea typeface="Calibri Light"/>
                <a:cs typeface="Calibri Light"/>
                <a:sym typeface="Calibri Light"/>
              </a:defRPr>
            </a:lvl4pPr>
            <a:lvl5pPr marL="979999" indent="-727998" defTabSz="914400">
              <a:lnSpc>
                <a:spcPct val="90000"/>
              </a:lnSpc>
              <a:spcBef>
                <a:spcPts val="0"/>
              </a:spcBef>
              <a:buSzPct val="100000"/>
              <a:buFont typeface="Arial"/>
              <a:defRPr sz="5200">
                <a:latin typeface="Calibri Light"/>
                <a:ea typeface="Calibri Light"/>
                <a:cs typeface="Calibri Light"/>
                <a:sym typeface="Calibri Light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3" name="Bildplatzhalter 2"/>
          <p:cNvSpPr>
            <a:spLocks noGrp="1"/>
          </p:cNvSpPr>
          <p:nvPr>
            <p:ph type="pic" idx="21"/>
          </p:nvPr>
        </p:nvSpPr>
        <p:spPr>
          <a:xfrm>
            <a:off x="6203950" y="2"/>
            <a:ext cx="5988052" cy="685800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24" name="Gerade Verbindung 6"/>
          <p:cNvSpPr/>
          <p:nvPr/>
        </p:nvSpPr>
        <p:spPr>
          <a:xfrm>
            <a:off x="480704" y="-187656"/>
            <a:ext cx="3" cy="14400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25" name="Gerade Verbindung 7"/>
          <p:cNvSpPr/>
          <p:nvPr/>
        </p:nvSpPr>
        <p:spPr>
          <a:xfrm>
            <a:off x="11710669" y="-180883"/>
            <a:ext cx="3" cy="14400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26" name="Gerade Verbindung 8"/>
          <p:cNvSpPr/>
          <p:nvPr/>
        </p:nvSpPr>
        <p:spPr>
          <a:xfrm>
            <a:off x="-264049" y="1486766"/>
            <a:ext cx="144001" cy="2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27" name="Gerade Verbindung 9"/>
          <p:cNvSpPr/>
          <p:nvPr/>
        </p:nvSpPr>
        <p:spPr>
          <a:xfrm>
            <a:off x="12241335" y="1486766"/>
            <a:ext cx="144003" cy="2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28" name="Gerade Verbindung 10"/>
          <p:cNvSpPr/>
          <p:nvPr/>
        </p:nvSpPr>
        <p:spPr>
          <a:xfrm>
            <a:off x="-192049" y="6057685"/>
            <a:ext cx="144003" cy="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29" name="Gerade Verbindung 11"/>
          <p:cNvSpPr/>
          <p:nvPr/>
        </p:nvSpPr>
        <p:spPr>
          <a:xfrm>
            <a:off x="12241335" y="6057685"/>
            <a:ext cx="144003" cy="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0" name="Gerade Verbindung 12"/>
          <p:cNvSpPr/>
          <p:nvPr/>
        </p:nvSpPr>
        <p:spPr>
          <a:xfrm>
            <a:off x="480702" y="6917133"/>
            <a:ext cx="4" cy="14400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1" name="Gerade Verbindung 13"/>
          <p:cNvSpPr/>
          <p:nvPr/>
        </p:nvSpPr>
        <p:spPr>
          <a:xfrm>
            <a:off x="11710668" y="6923907"/>
            <a:ext cx="3" cy="14400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2" name="Gerade Verbindung 18"/>
          <p:cNvSpPr/>
          <p:nvPr/>
        </p:nvSpPr>
        <p:spPr>
          <a:xfrm>
            <a:off x="5985348" y="-180883"/>
            <a:ext cx="3" cy="14400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3" name="Gerade Verbindung 19"/>
          <p:cNvSpPr/>
          <p:nvPr/>
        </p:nvSpPr>
        <p:spPr>
          <a:xfrm>
            <a:off x="6205221" y="-180883"/>
            <a:ext cx="3" cy="144001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4" name="Gerade Verbindung 18"/>
          <p:cNvSpPr/>
          <p:nvPr/>
        </p:nvSpPr>
        <p:spPr>
          <a:xfrm>
            <a:off x="5985348" y="6917133"/>
            <a:ext cx="3" cy="14400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5" name="Gerade Verbindung 19"/>
          <p:cNvSpPr/>
          <p:nvPr/>
        </p:nvSpPr>
        <p:spPr>
          <a:xfrm>
            <a:off x="6205221" y="6917133"/>
            <a:ext cx="3" cy="144003"/>
          </a:xfrm>
          <a:prstGeom prst="line">
            <a:avLst/>
          </a:prstGeom>
          <a:ln w="12700">
            <a:solidFill>
              <a:srgbClr val="000000"/>
            </a:solidFill>
          </a:ln>
        </p:spPr>
        <p:txBody>
          <a:bodyPr lIns="22859" tIns="22859" rIns="22859" bIns="22859"/>
          <a:lstStyle/>
          <a:p>
            <a:endParaRPr sz="1200"/>
          </a:p>
        </p:txBody>
      </p:sp>
      <p:sp>
        <p:nvSpPr>
          <p:cNvPr id="236" name="Textplatzhalter 12"/>
          <p:cNvSpPr>
            <a:spLocks noGrp="1"/>
          </p:cNvSpPr>
          <p:nvPr>
            <p:ph type="body" sz="quarter" idx="22"/>
          </p:nvPr>
        </p:nvSpPr>
        <p:spPr>
          <a:xfrm>
            <a:off x="11368470" y="6341864"/>
            <a:ext cx="285109" cy="284692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91438" tIns="91438" rIns="91438" bIns="91438" anchor="t"/>
          <a:lstStyle>
            <a:lvl1pPr marL="155575" indent="-155575" defTabSz="202248">
              <a:spcBef>
                <a:spcPts val="1400"/>
              </a:spcBef>
              <a:defRPr sz="2548"/>
            </a:lvl1pPr>
          </a:lstStyle>
          <a:p>
            <a:pPr marL="311150" indent="-311150" defTabSz="404495">
              <a:spcBef>
                <a:spcPts val="2800"/>
              </a:spcBef>
              <a:defRPr sz="2548"/>
            </a:pPr>
            <a:endParaRPr/>
          </a:p>
        </p:txBody>
      </p:sp>
      <p:sp>
        <p:nvSpPr>
          <p:cNvPr id="237" name="Textplatzhalter 6"/>
          <p:cNvSpPr>
            <a:spLocks noGrp="1"/>
          </p:cNvSpPr>
          <p:nvPr>
            <p:ph type="body" sz="quarter" idx="23"/>
          </p:nvPr>
        </p:nvSpPr>
        <p:spPr>
          <a:xfrm>
            <a:off x="478798" y="2908831"/>
            <a:ext cx="5508006" cy="2160594"/>
          </a:xfrm>
          <a:prstGeom prst="rect">
            <a:avLst/>
          </a:prstGeom>
        </p:spPr>
        <p:txBody>
          <a:bodyPr lIns="91438" tIns="91438" rIns="91438" bIns="91438" anchor="t"/>
          <a:lstStyle/>
          <a:p>
            <a:pPr>
              <a:defRPr sz="5200"/>
            </a:pPr>
            <a:endParaRPr/>
          </a:p>
        </p:txBody>
      </p:sp>
      <p:sp>
        <p:nvSpPr>
          <p:cNvPr id="2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01528" y="6215751"/>
            <a:ext cx="252273" cy="646327"/>
          </a:xfrm>
          <a:prstGeom prst="rect">
            <a:avLst/>
          </a:prstGeom>
        </p:spPr>
        <p:txBody>
          <a:bodyPr lIns="91438" tIns="91438" rIns="91438" bIns="91438" anchor="ctr"/>
          <a:lstStyle>
            <a:lvl1pPr algn="r" defTabSz="914400">
              <a:defRPr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4259439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oleObject" Target="../embeddings/oleObject1.bin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vmlDrawing" Target="../drawings/vmlDrawing1.v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Relationship Id="rId35" Type="http://schemas.openxmlformats.org/officeDocument/2006/relationships/image" Target="../media/image1.emf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7.xml"/><Relationship Id="rId26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0.xml"/><Relationship Id="rId34" Type="http://schemas.openxmlformats.org/officeDocument/2006/relationships/tags" Target="../tags/tag42.xml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6.xml"/><Relationship Id="rId25" Type="http://schemas.openxmlformats.org/officeDocument/2006/relationships/slideLayout" Target="../slideLayouts/slideLayout54.xml"/><Relationship Id="rId33" Type="http://schemas.openxmlformats.org/officeDocument/2006/relationships/tags" Target="../tags/tag41.xml"/><Relationship Id="rId2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9.xml"/><Relationship Id="rId29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53.xml"/><Relationship Id="rId32" Type="http://schemas.openxmlformats.org/officeDocument/2006/relationships/vmlDrawing" Target="../drawings/vmlDrawing28.vml"/><Relationship Id="rId37" Type="http://schemas.openxmlformats.org/officeDocument/2006/relationships/image" Target="../media/image2.emf"/><Relationship Id="rId5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44.xml"/><Relationship Id="rId23" Type="http://schemas.openxmlformats.org/officeDocument/2006/relationships/slideLayout" Target="../slideLayouts/slideLayout52.xml"/><Relationship Id="rId28" Type="http://schemas.openxmlformats.org/officeDocument/2006/relationships/slideLayout" Target="../slideLayouts/slideLayout57.xml"/><Relationship Id="rId36" Type="http://schemas.openxmlformats.org/officeDocument/2006/relationships/image" Target="../media/image1.emf"/><Relationship Id="rId10" Type="http://schemas.openxmlformats.org/officeDocument/2006/relationships/slideLayout" Target="../slideLayouts/slideLayout39.xml"/><Relationship Id="rId19" Type="http://schemas.openxmlformats.org/officeDocument/2006/relationships/slideLayout" Target="../slideLayouts/slideLayout48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slideLayout" Target="../slideLayouts/slideLayout51.xml"/><Relationship Id="rId27" Type="http://schemas.openxmlformats.org/officeDocument/2006/relationships/slideLayout" Target="../slideLayouts/slideLayout56.xml"/><Relationship Id="rId30" Type="http://schemas.openxmlformats.org/officeDocument/2006/relationships/slideLayout" Target="../slideLayouts/slideLayout59.xml"/><Relationship Id="rId35" Type="http://schemas.openxmlformats.org/officeDocument/2006/relationships/oleObject" Target="../embeddings/oleObject26.bin"/><Relationship Id="rId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kt 14" hidden="1">
            <a:extLst>
              <a:ext uri="{FF2B5EF4-FFF2-40B4-BE49-F238E27FC236}">
                <a16:creationId xmlns:a16="http://schemas.microsoft.com/office/drawing/2014/main" id="{5CF43238-0986-4AEC-A174-72A2762EC5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17494898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think-cell Folie" r:id="rId34" imgW="344" imgH="345" progId="TCLayout.ActiveDocument.1">
                  <p:embed/>
                </p:oleObj>
              </mc:Choice>
              <mc:Fallback>
                <p:oleObj name="think-cell Folie" r:id="rId34" imgW="344" imgH="345" progId="TCLayout.ActiveDocument.1">
                  <p:embed/>
                  <p:pic>
                    <p:nvPicPr>
                      <p:cNvPr id="15" name="Objekt 14" hidden="1">
                        <a:extLst>
                          <a:ext uri="{FF2B5EF4-FFF2-40B4-BE49-F238E27FC236}">
                            <a16:creationId xmlns:a16="http://schemas.microsoft.com/office/drawing/2014/main" id="{5CF43238-0986-4AEC-A174-72A2762EC5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5" hidden="1">
            <a:extLst>
              <a:ext uri="{FF2B5EF4-FFF2-40B4-BE49-F238E27FC236}">
                <a16:creationId xmlns:a16="http://schemas.microsoft.com/office/drawing/2014/main" id="{18B1CB7D-9941-469C-9F7B-3FFC02219BBB}"/>
              </a:ext>
            </a:extLst>
          </p:cNvPr>
          <p:cNvSpPr/>
          <p:nvPr userDrawn="1">
            <p:custDataLst>
              <p:tags r:id="rId3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EF66A1A6-D192-4C32-865C-70D3088B11F4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 bwMode="gray">
          <a:xfrm>
            <a:off x="11309424" y="6282289"/>
            <a:ext cx="403225" cy="403225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13B0F25-0281-4068-881A-771ACF63BA04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7" name="Gerade Verbindung 6"/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7"/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8"/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9"/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10"/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11"/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12"/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3"/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/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/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2586650C-03A9-45D1-A011-1B70BD202E99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65253E01-4D13-4D24-8B13-96C7CCC8CFD2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478801" y="309600"/>
            <a:ext cx="11233774" cy="36009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 noProof="0"/>
              <a:t>Placeholder slide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78801" y="1486048"/>
            <a:ext cx="11237595" cy="4571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</a:p>
        </p:txBody>
      </p:sp>
      <p:sp>
        <p:nvSpPr>
          <p:cNvPr id="28" name="Fußzeilenplatzhalter 27">
            <a:extLst>
              <a:ext uri="{FF2B5EF4-FFF2-40B4-BE49-F238E27FC236}">
                <a16:creationId xmlns:a16="http://schemas.microsoft.com/office/drawing/2014/main" id="{DB5CA36D-F619-49CB-BE27-07222FF59D0B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 bwMode="gray">
          <a:xfrm>
            <a:off x="864000" y="6551476"/>
            <a:ext cx="6516000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Creation date: </a:t>
            </a:r>
            <a:r>
              <a:rPr lang="en-GB" noProof="0" err="1"/>
              <a:t>mm.dd.yy</a:t>
            </a:r>
            <a:r>
              <a:rPr lang="en-GB" noProof="0"/>
              <a:t> | Responsible department for filing: </a:t>
            </a:r>
            <a:r>
              <a:rPr lang="en-GB" noProof="0" err="1"/>
              <a:t>xxxx</a:t>
            </a:r>
            <a:r>
              <a:rPr lang="en-GB" noProof="0"/>
              <a:t>-xx | CSD-Class: </a:t>
            </a:r>
            <a:r>
              <a:rPr lang="en-GB" noProof="0" err="1"/>
              <a:t>xx.x</a:t>
            </a:r>
            <a:r>
              <a:rPr lang="en-GB" noProof="0"/>
              <a:t> – xx years</a:t>
            </a:r>
            <a:endParaRPr lang="en-GB" noProof="0">
              <a:latin typeface="+mj-lt"/>
            </a:endParaRPr>
          </a:p>
        </p:txBody>
      </p:sp>
      <p:sp>
        <p:nvSpPr>
          <p:cNvPr id="29" name="Foliennummernplatzhalter 28">
            <a:extLst>
              <a:ext uri="{FF2B5EF4-FFF2-40B4-BE49-F238E27FC236}">
                <a16:creationId xmlns:a16="http://schemas.microsoft.com/office/drawing/2014/main" id="{F885C57F-AD33-4E02-982D-AFB5FBE99588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gray">
          <a:xfrm>
            <a:off x="478801" y="6551476"/>
            <a:ext cx="360040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8703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76" r:id="rId2"/>
    <p:sldLayoutId id="2147483653" r:id="rId3"/>
    <p:sldLayoutId id="2147483657" r:id="rId4"/>
    <p:sldLayoutId id="2147483678" r:id="rId5"/>
    <p:sldLayoutId id="2147483687" r:id="rId6"/>
    <p:sldLayoutId id="2147483659" r:id="rId7"/>
    <p:sldLayoutId id="2147483674" r:id="rId8"/>
    <p:sldLayoutId id="2147483662" r:id="rId9"/>
    <p:sldLayoutId id="2147483664" r:id="rId10"/>
    <p:sldLayoutId id="2147483663" r:id="rId11"/>
    <p:sldLayoutId id="2147483650" r:id="rId12"/>
    <p:sldLayoutId id="2147483688" r:id="rId13"/>
    <p:sldLayoutId id="2147483665" r:id="rId14"/>
    <p:sldLayoutId id="2147483666" r:id="rId15"/>
    <p:sldLayoutId id="2147483681" r:id="rId16"/>
    <p:sldLayoutId id="2147483682" r:id="rId17"/>
    <p:sldLayoutId id="2147483683" r:id="rId18"/>
    <p:sldLayoutId id="2147483684" r:id="rId19"/>
    <p:sldLayoutId id="2147483669" r:id="rId20"/>
    <p:sldLayoutId id="2147483689" r:id="rId21"/>
    <p:sldLayoutId id="2147483690" r:id="rId22"/>
    <p:sldLayoutId id="2147483670" r:id="rId23"/>
    <p:sldLayoutId id="2147483671" r:id="rId24"/>
    <p:sldLayoutId id="2147483672" r:id="rId25"/>
    <p:sldLayoutId id="2147483677" r:id="rId26"/>
    <p:sldLayoutId id="2147483673" r:id="rId27"/>
    <p:sldLayoutId id="2147483695" r:id="rId28"/>
    <p:sldLayoutId id="2147483727" r:id="rId29"/>
  </p:sldLayoutIdLst>
  <p:hf hdr="0" dt="0"/>
  <p:txStyles>
    <p:titleStyle>
      <a:lvl1pPr algn="l" defTabSz="1219140" rtl="0" eaLnBrk="1" latinLnBrk="0" hangingPunct="1">
        <a:lnSpc>
          <a:spcPct val="90000"/>
        </a:lnSpc>
        <a:spcBef>
          <a:spcPct val="0"/>
        </a:spcBef>
        <a:buNone/>
        <a:defRPr sz="2600" kern="1200" spc="1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40" rtl="0" eaLnBrk="1" latinLnBrk="0" hangingPunct="1">
        <a:spcBef>
          <a:spcPts val="1200"/>
        </a:spcBef>
        <a:buFont typeface="Arial" panose="020B0604020202020204" pitchFamily="34" charset="0"/>
        <a:buNone/>
        <a:defRPr lang="en-GB" sz="1800" b="0" kern="1200" noProof="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40" rtl="0" eaLnBrk="1" latinLnBrk="0" hangingPunct="1"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252000" indent="-252000" algn="l" defTabSz="1219140" rtl="0" eaLnBrk="1" latinLnBrk="0" hangingPunct="1">
        <a:spcBef>
          <a:spcPts val="400"/>
        </a:spcBef>
        <a:buFont typeface="VW Text Office" panose="020B05030402000000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04000" indent="-252000" algn="l" defTabSz="1219140" rtl="0" eaLnBrk="1" latinLnBrk="0" hangingPunct="1">
        <a:spcBef>
          <a:spcPts val="4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56000" indent="-252000" algn="l" defTabSz="1219140" rtl="0" eaLnBrk="1" latinLnBrk="0" hangingPunct="1">
        <a:spcBef>
          <a:spcPts val="4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772" userDrawn="1">
          <p15:clr>
            <a:srgbClr val="F26B43"/>
          </p15:clr>
        </p15:guide>
        <p15:guide id="2" pos="3908" userDrawn="1">
          <p15:clr>
            <a:srgbClr val="F26B43"/>
          </p15:clr>
        </p15:guide>
        <p15:guide id="4" pos="7378" userDrawn="1">
          <p15:clr>
            <a:srgbClr val="F26B43"/>
          </p15:clr>
        </p15:guide>
        <p15:guide id="6" orient="horz" pos="935" userDrawn="1">
          <p15:clr>
            <a:srgbClr val="F26B43"/>
          </p15:clr>
        </p15:guide>
        <p15:guide id="8" pos="302" userDrawn="1">
          <p15:clr>
            <a:srgbClr val="F26B43"/>
          </p15:clr>
        </p15:guide>
        <p15:guide id="9" orient="horz" pos="38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kt 14" hidden="1">
            <a:extLst>
              <a:ext uri="{FF2B5EF4-FFF2-40B4-BE49-F238E27FC236}">
                <a16:creationId xmlns:a16="http://schemas.microsoft.com/office/drawing/2014/main" id="{5CF43238-0986-4AEC-A174-72A2762EC5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think-cell Folie" r:id="rId35" imgW="344" imgH="345" progId="TCLayout.ActiveDocument.1">
                  <p:embed/>
                </p:oleObj>
              </mc:Choice>
              <mc:Fallback>
                <p:oleObj name="think-cell Folie" r:id="rId35" imgW="344" imgH="345" progId="TCLayout.ActiveDocument.1">
                  <p:embed/>
                  <p:pic>
                    <p:nvPicPr>
                      <p:cNvPr id="15" name="Objekt 14" hidden="1">
                        <a:extLst>
                          <a:ext uri="{FF2B5EF4-FFF2-40B4-BE49-F238E27FC236}">
                            <a16:creationId xmlns:a16="http://schemas.microsoft.com/office/drawing/2014/main" id="{5CF43238-0986-4AEC-A174-72A2762EC5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5" hidden="1">
            <a:extLst>
              <a:ext uri="{FF2B5EF4-FFF2-40B4-BE49-F238E27FC236}">
                <a16:creationId xmlns:a16="http://schemas.microsoft.com/office/drawing/2014/main" id="{18B1CB7D-9941-469C-9F7B-3FFC02219BBB}"/>
              </a:ext>
            </a:extLst>
          </p:cNvPr>
          <p:cNvSpPr/>
          <p:nvPr userDrawn="1">
            <p:custDataLst>
              <p:tags r:id="rId3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GB" sz="2600" b="0" i="0" baseline="0">
              <a:solidFill>
                <a:schemeClr val="tx1"/>
              </a:solidFill>
              <a:latin typeface="VW Head Office Bold" panose="020B0803040200000003" pitchFamily="34" charset="0"/>
              <a:ea typeface="+mj-ea"/>
              <a:cs typeface="+mj-cs"/>
              <a:sym typeface="VW Head Office Bold" panose="020B0803040200000003" pitchFamily="34" charset="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EF66A1A6-D192-4C32-865C-70D3088B11F4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11309425" y="6282290"/>
            <a:ext cx="403225" cy="403225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13B0F25-0281-4068-881A-771ACF63BA04}"/>
              </a:ext>
            </a:extLst>
          </p:cNvPr>
          <p:cNvGrpSpPr/>
          <p:nvPr userDrawn="1"/>
        </p:nvGrpSpPr>
        <p:grpSpPr bwMode="gray">
          <a:xfrm>
            <a:off x="-264684" y="-187656"/>
            <a:ext cx="12649383" cy="7255563"/>
            <a:chOff x="-264684" y="-187656"/>
            <a:chExt cx="12649383" cy="7255563"/>
          </a:xfrm>
        </p:grpSpPr>
        <p:cxnSp>
          <p:nvCxnSpPr>
            <p:cNvPr id="7" name="Gerade Verbindung 6"/>
            <p:cNvCxnSpPr/>
            <p:nvPr userDrawn="1"/>
          </p:nvCxnSpPr>
          <p:spPr bwMode="gray">
            <a:xfrm>
              <a:off x="480705" y="-187656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7"/>
            <p:cNvCxnSpPr/>
            <p:nvPr userDrawn="1"/>
          </p:nvCxnSpPr>
          <p:spPr bwMode="gray">
            <a:xfrm>
              <a:off x="11710670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8"/>
            <p:cNvCxnSpPr/>
            <p:nvPr userDrawn="1"/>
          </p:nvCxnSpPr>
          <p:spPr bwMode="gray">
            <a:xfrm rot="16200000">
              <a:off x="-192684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9"/>
            <p:cNvCxnSpPr/>
            <p:nvPr userDrawn="1"/>
          </p:nvCxnSpPr>
          <p:spPr bwMode="gray">
            <a:xfrm rot="16200000">
              <a:off x="12312699" y="1414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10"/>
            <p:cNvCxnSpPr/>
            <p:nvPr userDrawn="1"/>
          </p:nvCxnSpPr>
          <p:spPr bwMode="gray">
            <a:xfrm rot="16200000">
              <a:off x="-120684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11"/>
            <p:cNvCxnSpPr/>
            <p:nvPr userDrawn="1"/>
          </p:nvCxnSpPr>
          <p:spPr bwMode="gray">
            <a:xfrm rot="16200000">
              <a:off x="12312699" y="5985050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12"/>
            <p:cNvCxnSpPr/>
            <p:nvPr userDrawn="1"/>
          </p:nvCxnSpPr>
          <p:spPr bwMode="gray">
            <a:xfrm>
              <a:off x="480705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3"/>
            <p:cNvCxnSpPr/>
            <p:nvPr userDrawn="1"/>
          </p:nvCxnSpPr>
          <p:spPr bwMode="gray">
            <a:xfrm>
              <a:off x="11710670" y="6923907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18"/>
            <p:cNvCxnSpPr/>
            <p:nvPr userDrawn="1"/>
          </p:nvCxnSpPr>
          <p:spPr bwMode="gray">
            <a:xfrm>
              <a:off x="5985348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19"/>
            <p:cNvCxnSpPr/>
            <p:nvPr userDrawn="1"/>
          </p:nvCxnSpPr>
          <p:spPr bwMode="gray">
            <a:xfrm>
              <a:off x="6205221" y="-18088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18">
              <a:extLst>
                <a:ext uri="{FF2B5EF4-FFF2-40B4-BE49-F238E27FC236}">
                  <a16:creationId xmlns:a16="http://schemas.microsoft.com/office/drawing/2014/main" id="{2586650C-03A9-45D1-A011-1B70BD202E99}"/>
                </a:ext>
              </a:extLst>
            </p:cNvPr>
            <p:cNvCxnSpPr/>
            <p:nvPr userDrawn="1"/>
          </p:nvCxnSpPr>
          <p:spPr bwMode="gray">
            <a:xfrm>
              <a:off x="5985348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19">
              <a:extLst>
                <a:ext uri="{FF2B5EF4-FFF2-40B4-BE49-F238E27FC236}">
                  <a16:creationId xmlns:a16="http://schemas.microsoft.com/office/drawing/2014/main" id="{65253E01-4D13-4D24-8B13-96C7CCC8CFD2}"/>
                </a:ext>
              </a:extLst>
            </p:cNvPr>
            <p:cNvCxnSpPr/>
            <p:nvPr userDrawn="1"/>
          </p:nvCxnSpPr>
          <p:spPr bwMode="gray">
            <a:xfrm>
              <a:off x="6205221" y="6917133"/>
              <a:ext cx="0" cy="144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478801" y="309601"/>
            <a:ext cx="11233774" cy="36009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 noProof="0"/>
              <a:t>Placeholder slide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78802" y="1486048"/>
            <a:ext cx="11237595" cy="4571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Placeholder Subtitle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Third level</a:t>
            </a:r>
          </a:p>
          <a:p>
            <a:pPr lvl="4"/>
            <a:r>
              <a:rPr lang="en-GB" noProof="0"/>
              <a:t>Third level</a:t>
            </a:r>
          </a:p>
        </p:txBody>
      </p:sp>
      <p:sp>
        <p:nvSpPr>
          <p:cNvPr id="28" name="Fußzeilenplatzhalter 27">
            <a:extLst>
              <a:ext uri="{FF2B5EF4-FFF2-40B4-BE49-F238E27FC236}">
                <a16:creationId xmlns:a16="http://schemas.microsoft.com/office/drawing/2014/main" id="{DB5CA36D-F619-49CB-BE27-07222FF59D0B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 bwMode="gray">
          <a:xfrm>
            <a:off x="864000" y="6551476"/>
            <a:ext cx="6516000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Creation date: mm.dd.yy | Responsible department for filing: xxxx-xx | CSD-Class: xx.x – xx years</a:t>
            </a:r>
            <a:endParaRPr lang="en-GB" noProof="0">
              <a:latin typeface="+mj-lt"/>
            </a:endParaRPr>
          </a:p>
        </p:txBody>
      </p:sp>
      <p:sp>
        <p:nvSpPr>
          <p:cNvPr id="29" name="Foliennummernplatzhalter 28">
            <a:extLst>
              <a:ext uri="{FF2B5EF4-FFF2-40B4-BE49-F238E27FC236}">
                <a16:creationId xmlns:a16="http://schemas.microsoft.com/office/drawing/2014/main" id="{F885C57F-AD33-4E02-982D-AFB5FBE99588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gray">
          <a:xfrm>
            <a:off x="478801" y="6551476"/>
            <a:ext cx="360040" cy="15388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</a:lstStyle>
          <a:p>
            <a:fld id="{D9249B2F-9173-48D3-A5BC-90A6758C671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74545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</p:sldLayoutIdLst>
  <p:hf hdr="0" dt="0"/>
  <p:txStyles>
    <p:titleStyle>
      <a:lvl1pPr algn="l" defTabSz="1219140" rtl="0" eaLnBrk="1" latinLnBrk="0" hangingPunct="1">
        <a:lnSpc>
          <a:spcPct val="90000"/>
        </a:lnSpc>
        <a:spcBef>
          <a:spcPct val="0"/>
        </a:spcBef>
        <a:buNone/>
        <a:defRPr sz="2600" kern="1200" spc="1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40" rtl="0" eaLnBrk="1" latinLnBrk="0" hangingPunct="1">
        <a:spcBef>
          <a:spcPts val="1200"/>
        </a:spcBef>
        <a:buFont typeface="Arial" panose="020B0604020202020204" pitchFamily="34" charset="0"/>
        <a:buNone/>
        <a:defRPr lang="en-GB" sz="1800" b="0" kern="1200" noProof="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40" rtl="0" eaLnBrk="1" latinLnBrk="0" hangingPunct="1"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252000" indent="-252000" algn="l" defTabSz="1219140" rtl="0" eaLnBrk="1" latinLnBrk="0" hangingPunct="1">
        <a:spcBef>
          <a:spcPts val="400"/>
        </a:spcBef>
        <a:buFont typeface="VW Text Office" panose="020B05030402000000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04000" indent="-252000" algn="l" defTabSz="1219140" rtl="0" eaLnBrk="1" latinLnBrk="0" hangingPunct="1">
        <a:spcBef>
          <a:spcPts val="4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56000" indent="-252000" algn="l" defTabSz="1219140" rtl="0" eaLnBrk="1" latinLnBrk="0" hangingPunct="1">
        <a:spcBef>
          <a:spcPts val="4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772">
          <p15:clr>
            <a:srgbClr val="F26B43"/>
          </p15:clr>
        </p15:guide>
        <p15:guide id="2" pos="3908">
          <p15:clr>
            <a:srgbClr val="F26B43"/>
          </p15:clr>
        </p15:guide>
        <p15:guide id="4" pos="7378">
          <p15:clr>
            <a:srgbClr val="F26B43"/>
          </p15:clr>
        </p15:guide>
        <p15:guide id="6" orient="horz" pos="935">
          <p15:clr>
            <a:srgbClr val="F26B43"/>
          </p15:clr>
        </p15:guide>
        <p15:guide id="8" pos="302">
          <p15:clr>
            <a:srgbClr val="F26B43"/>
          </p15:clr>
        </p15:guide>
        <p15:guide id="9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0.png"/><Relationship Id="rId2" Type="http://schemas.openxmlformats.org/officeDocument/2006/relationships/tags" Target="../tags/tag80.xml"/><Relationship Id="rId1" Type="http://schemas.openxmlformats.org/officeDocument/2006/relationships/vmlDrawing" Target="../drawings/vmlDrawing55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51.bin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1.png"/><Relationship Id="rId2" Type="http://schemas.openxmlformats.org/officeDocument/2006/relationships/tags" Target="../tags/tag81.xml"/><Relationship Id="rId1" Type="http://schemas.openxmlformats.org/officeDocument/2006/relationships/vmlDrawing" Target="../drawings/vmlDrawing56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52.bin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3.png"/><Relationship Id="rId2" Type="http://schemas.openxmlformats.org/officeDocument/2006/relationships/tags" Target="../tags/tag82.xml"/><Relationship Id="rId1" Type="http://schemas.openxmlformats.org/officeDocument/2006/relationships/vmlDrawing" Target="../drawings/vmlDrawing57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53.bin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1.emf"/><Relationship Id="rId12" Type="http://schemas.openxmlformats.org/officeDocument/2006/relationships/image" Target="../media/image21.png"/><Relationship Id="rId2" Type="http://schemas.openxmlformats.org/officeDocument/2006/relationships/tags" Target="../tags/tag83.xml"/><Relationship Id="rId1" Type="http://schemas.openxmlformats.org/officeDocument/2006/relationships/vmlDrawing" Target="../drawings/vmlDrawing58.vml"/><Relationship Id="rId6" Type="http://schemas.openxmlformats.org/officeDocument/2006/relationships/oleObject" Target="../embeddings/oleObject54.bin"/><Relationship Id="rId11" Type="http://schemas.openxmlformats.org/officeDocument/2006/relationships/image" Target="../media/image20.pn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40292C-1B01-6B48-84CA-7B694F9F5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9F058338-5BA4-0F41-8203-E332BFE1EB83}"/>
              </a:ext>
            </a:extLst>
          </p:cNvPr>
          <p:cNvSpPr txBox="1">
            <a:spLocks/>
          </p:cNvSpPr>
          <p:nvPr/>
        </p:nvSpPr>
        <p:spPr>
          <a:xfrm>
            <a:off x="490311" y="4800604"/>
            <a:ext cx="8179621" cy="175804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GB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UK PV DCO Testing 2021</a:t>
            </a:r>
            <a:endParaRPr lang="en-GB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GB" sz="1800" i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GB" sz="1800" i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GB" sz="1800" i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lnSpc>
                <a:spcPct val="10000"/>
              </a:lnSpc>
            </a:pPr>
            <a:r>
              <a:rPr lang="en-GB" sz="1800" i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February 2021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BE6F32-8278-2E45-9E80-846308A7A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290" y="355315"/>
            <a:ext cx="1935977" cy="37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43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98898B1-1464-44CF-B33A-BFD3ACB97AC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29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98898B1-1464-44CF-B33A-BFD3ACB97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itle 1">
            <a:extLst>
              <a:ext uri="{FF2B5EF4-FFF2-40B4-BE49-F238E27FC236}">
                <a16:creationId xmlns:a16="http://schemas.microsoft.com/office/drawing/2014/main" id="{A39B6BDD-1302-CC44-BF27-CEF439C840B6}"/>
              </a:ext>
            </a:extLst>
          </p:cNvPr>
          <p:cNvSpPr txBox="1">
            <a:spLocks/>
          </p:cNvSpPr>
          <p:nvPr/>
        </p:nvSpPr>
        <p:spPr>
          <a:xfrm>
            <a:off x="413910" y="511136"/>
            <a:ext cx="1142993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  <a:lvl1pPr indent="0">
              <a:spcBef>
                <a:spcPts val="400"/>
              </a:spcBef>
              <a:buFont typeface="Arial" panose="020B0604020202020204" pitchFamily="34" charset="0"/>
              <a:buNone/>
              <a:defRPr b="1">
                <a:solidFill>
                  <a:srgbClr val="00206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28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Variant Structure Recap – </a:t>
            </a:r>
            <a:r>
              <a:rPr lang="en-US" sz="2800" b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 did we test?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4C351C8-92B1-E34F-AB99-D99F7167E2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1453" y="1610312"/>
            <a:ext cx="9609093" cy="42680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249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1CB38698-B383-5D42-94F2-AC048D42BF16}"/>
              </a:ext>
            </a:extLst>
          </p:cNvPr>
          <p:cNvSpPr txBox="1">
            <a:spLocks/>
          </p:cNvSpPr>
          <p:nvPr/>
        </p:nvSpPr>
        <p:spPr>
          <a:xfrm>
            <a:off x="413910" y="507377"/>
            <a:ext cx="1142993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  <a:lvl1pPr indent="0">
              <a:spcBef>
                <a:spcPts val="400"/>
              </a:spcBef>
              <a:buFont typeface="Arial" panose="020B0604020202020204" pitchFamily="34" charset="0"/>
              <a:buNone/>
              <a:defRPr b="1">
                <a:solidFill>
                  <a:srgbClr val="00206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28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Q4B ID.3 – We identified the best overall feature choice for ID.3</a:t>
            </a:r>
          </a:p>
        </p:txBody>
      </p:sp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98898B1-1464-44CF-B33A-BFD3ACB97AC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877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98898B1-1464-44CF-B33A-BFD3ACB97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68B832AE-CCFF-8F4D-91DA-59FE26F81E92}"/>
              </a:ext>
            </a:extLst>
          </p:cNvPr>
          <p:cNvSpPr/>
          <p:nvPr/>
        </p:nvSpPr>
        <p:spPr>
          <a:xfrm>
            <a:off x="221765" y="6392785"/>
            <a:ext cx="7883355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Date range – 01.12 -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14</a:t>
            </a: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.12.2020</a:t>
            </a:r>
          </a:p>
          <a:p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Conversion - </a:t>
            </a:r>
            <a:r>
              <a:rPr lang="en-GB" sz="700" i="1" dirty="0">
                <a:solidFill>
                  <a:srgbClr val="33434C"/>
                </a:solidFill>
              </a:rPr>
              <a:t>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Brochure Interaction, Configurator Finished, Dealer Locator, Finance Calculator, Used Car Searches</a:t>
            </a:r>
          </a:p>
          <a:p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Cost data calculated using an average overall CPM of </a:t>
            </a:r>
            <a:r>
              <a:rPr lang="en-GB" sz="700" i="1" dirty="0">
                <a:solidFill>
                  <a:srgbClr val="33434C"/>
                </a:solidFill>
              </a:rPr>
              <a:t>£4.74 for activity in Q4</a:t>
            </a:r>
            <a:endParaRPr lang="en-GB" sz="700" i="1" dirty="0">
              <a:solidFill>
                <a:srgbClr val="33434C"/>
              </a:solidFill>
              <a:latin typeface="VW Text Office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75B2B19B-8E1F-D341-AC2A-B592C8D20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959660"/>
              </p:ext>
            </p:extLst>
          </p:nvPr>
        </p:nvGraphicFramePr>
        <p:xfrm>
          <a:off x="6920278" y="1763358"/>
          <a:ext cx="4714916" cy="846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4700">
                  <a:extLst>
                    <a:ext uri="{9D8B030D-6E8A-4147-A177-3AD203B41FA5}">
                      <a16:colId xmlns:a16="http://schemas.microsoft.com/office/drawing/2014/main" val="2461561036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2798215960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3382063237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3907376745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708736004"/>
                    </a:ext>
                  </a:extLst>
                </a:gridCol>
              </a:tblGrid>
              <a:tr h="360526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Variant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CTR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CPC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CVR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CPA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786710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Range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0.15%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£3.23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0.045%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£10.63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3081122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Space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0.15%</a:t>
                      </a: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£3.27</a:t>
                      </a:r>
                      <a:endParaRPr lang="en-GB" sz="1200" u="none" strike="noStrike" kern="1200" dirty="0">
                        <a:solidFill>
                          <a:schemeClr val="dk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0.053%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0886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£8.94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55443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7937CC94-39AC-1F44-A22A-CA1E33B74B34}"/>
              </a:ext>
            </a:extLst>
          </p:cNvPr>
          <p:cNvSpPr/>
          <p:nvPr/>
        </p:nvSpPr>
        <p:spPr>
          <a:xfrm>
            <a:off x="8295774" y="5977803"/>
            <a:ext cx="31628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B5F287-23B2-C64D-8421-2FA991D793C2}"/>
              </a:ext>
            </a:extLst>
          </p:cNvPr>
          <p:cNvSpPr/>
          <p:nvPr/>
        </p:nvSpPr>
        <p:spPr>
          <a:xfrm>
            <a:off x="566084" y="1739135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Highlights: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8F171B-2502-F84E-9FDB-EB0946D7F69F}"/>
              </a:ext>
            </a:extLst>
          </p:cNvPr>
          <p:cNvSpPr/>
          <p:nvPr/>
        </p:nvSpPr>
        <p:spPr>
          <a:xfrm>
            <a:off x="566084" y="2240972"/>
            <a:ext cx="5388150" cy="25111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Variants presenting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achieved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19% higher conversions</a:t>
            </a: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and an estimated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CPA £1.69 cheaper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highlights that prospective EV purchasers still want the practical, every-day information about a vehicle in addition to the EV-centric info. 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futuristic interior of the ID.3 presented alongside space may be particularly engaging to audiences. This should be considered for future creatives &amp; ID.4 asset selection.</a:t>
            </a:r>
          </a:p>
          <a:p>
            <a:pPr algn="l">
              <a:spcBef>
                <a:spcPts val="400"/>
              </a:spcBef>
            </a:pPr>
            <a:endParaRPr lang="en-US" sz="1400" b="1" dirty="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(Space and Range were previously compared to IQ Light and EV Power in the initial phase of ID.3 feature testing in Q4A.)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6B8F16B-7C0B-1441-B1FE-08840CB2ECDC}"/>
              </a:ext>
            </a:extLst>
          </p:cNvPr>
          <p:cNvSpPr/>
          <p:nvPr/>
        </p:nvSpPr>
        <p:spPr>
          <a:xfrm>
            <a:off x="566084" y="5247211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Steps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3DBFBD-9EBA-4541-B1A3-55AC04AF649A}"/>
              </a:ext>
            </a:extLst>
          </p:cNvPr>
          <p:cNvSpPr/>
          <p:nvPr/>
        </p:nvSpPr>
        <p:spPr>
          <a:xfrm>
            <a:off x="566084" y="5700535"/>
            <a:ext cx="5529915" cy="650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145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 the Space determined to be the most impactful feature of the 4 tested, variants were </a:t>
            </a:r>
            <a:r>
              <a:rPr lang="en-US" sz="1400" err="1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optimised</a:t>
            </a: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to run this going forward.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02CC367-52E4-864D-A2C9-367E79ABAEBB}"/>
              </a:ext>
            </a:extLst>
          </p:cNvPr>
          <p:cNvSpPr/>
          <p:nvPr/>
        </p:nvSpPr>
        <p:spPr>
          <a:xfrm>
            <a:off x="9995891" y="5977803"/>
            <a:ext cx="31628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87CFCF-0F45-0649-B6E8-6E9EC5F20D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1552" y="3182219"/>
            <a:ext cx="1464732" cy="27554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4B1DC9-95DF-2D4C-BA0E-55CCE662B3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2575" y="3174747"/>
            <a:ext cx="1482921" cy="2762955"/>
          </a:xfrm>
          <a:prstGeom prst="rect">
            <a:avLst/>
          </a:prstGeom>
          <a:effectLst>
            <a:glow rad="139700">
              <a:srgbClr val="8FD156">
                <a:alpha val="40000"/>
              </a:srgbClr>
            </a:glo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856BE00-14AA-A143-8128-C1D92689959F}"/>
              </a:ext>
            </a:extLst>
          </p:cNvPr>
          <p:cNvSpPr txBox="1"/>
          <p:nvPr/>
        </p:nvSpPr>
        <p:spPr>
          <a:xfrm>
            <a:off x="7826409" y="6566352"/>
            <a:ext cx="317234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indent="0" algn="ctr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Testing on the 1</a:t>
            </a:r>
            <a:r>
              <a:rPr lang="en-GB" sz="1100" baseline="300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</a:t>
            </a: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thing of the ‘3 things’ framework</a:t>
            </a:r>
          </a:p>
        </p:txBody>
      </p:sp>
    </p:spTree>
    <p:extLst>
      <p:ext uri="{BB962C8B-B14F-4D97-AF65-F5344CB8AC3E}">
        <p14:creationId xmlns:p14="http://schemas.microsoft.com/office/powerpoint/2010/main" val="21758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1CB38698-B383-5D42-94F2-AC048D42BF16}"/>
              </a:ext>
            </a:extLst>
          </p:cNvPr>
          <p:cNvSpPr txBox="1">
            <a:spLocks/>
          </p:cNvSpPr>
          <p:nvPr/>
        </p:nvSpPr>
        <p:spPr>
          <a:xfrm>
            <a:off x="413910" y="487326"/>
            <a:ext cx="1142993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  <a:lvl1pPr indent="0">
              <a:spcBef>
                <a:spcPts val="400"/>
              </a:spcBef>
              <a:buFont typeface="Arial" panose="020B0604020202020204" pitchFamily="34" charset="0"/>
              <a:buNone/>
              <a:defRPr b="1">
                <a:solidFill>
                  <a:srgbClr val="00206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28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Q4B Tiguan – Ambient Lighting drove up to 80% more conversions</a:t>
            </a:r>
          </a:p>
        </p:txBody>
      </p:sp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98898B1-1464-44CF-B33A-BFD3ACB97AC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25" name="think-cell Folie" r:id="rId5" imgW="344" imgH="345" progId="TCLayout.ActiveDocument.1">
                  <p:embed/>
                </p:oleObj>
              </mc:Choice>
              <mc:Fallback>
                <p:oleObj name="think-cell Folie" r:id="rId5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98898B1-1464-44CF-B33A-BFD3ACB97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68B832AE-CCFF-8F4D-91DA-59FE26F81E92}"/>
              </a:ext>
            </a:extLst>
          </p:cNvPr>
          <p:cNvSpPr/>
          <p:nvPr/>
        </p:nvSpPr>
        <p:spPr>
          <a:xfrm>
            <a:off x="221765" y="6392785"/>
            <a:ext cx="7883355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Date range – 01.12 -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14</a:t>
            </a: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.12.2020</a:t>
            </a:r>
          </a:p>
          <a:p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Conversion - </a:t>
            </a:r>
            <a:r>
              <a:rPr lang="en-GB" sz="700" i="1" dirty="0">
                <a:solidFill>
                  <a:srgbClr val="33434C"/>
                </a:solidFill>
              </a:rPr>
              <a:t>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Brochure Interaction, Configurator Finished, Dealer Locator, Finance Calculator, Used Car Searches</a:t>
            </a:r>
          </a:p>
          <a:p>
            <a:r>
              <a:rPr lang="en-GB" sz="700" i="1" dirty="0">
                <a:solidFill>
                  <a:srgbClr val="33434C"/>
                </a:solidFill>
              </a:rPr>
              <a:t>Cost data calculated using an average overall CPM of £4.74 for activity in Q4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75B2B19B-8E1F-D341-AC2A-B592C8D20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630458"/>
              </p:ext>
            </p:extLst>
          </p:nvPr>
        </p:nvGraphicFramePr>
        <p:xfrm>
          <a:off x="6920278" y="1763358"/>
          <a:ext cx="4714916" cy="10895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4700">
                  <a:extLst>
                    <a:ext uri="{9D8B030D-6E8A-4147-A177-3AD203B41FA5}">
                      <a16:colId xmlns:a16="http://schemas.microsoft.com/office/drawing/2014/main" val="2461561036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2798215960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3382063237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3907376745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708736004"/>
                    </a:ext>
                  </a:extLst>
                </a:gridCol>
              </a:tblGrid>
              <a:tr h="360526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Variant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CTR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CPC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CVR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CPA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786710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App Connect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0.14%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£3.36</a:t>
                      </a:r>
                    </a:p>
                  </a:txBody>
                  <a:tcPr marL="28575" marR="28575" marT="19050" marB="1905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0.026%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£18.14</a:t>
                      </a:r>
                    </a:p>
                  </a:txBody>
                  <a:tcPr marL="28575" marR="28575" marT="19050" marB="1905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3081122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err="1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Amb</a:t>
                      </a:r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. Light.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0.13%</a:t>
                      </a: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£3.57</a:t>
                      </a:r>
                    </a:p>
                  </a:txBody>
                  <a:tcPr marL="28575" marR="28575" marT="19050" marB="19050" anchor="b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0.032%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£14.82</a:t>
                      </a:r>
                    </a:p>
                  </a:txBody>
                  <a:tcPr marL="28575" marR="28575" marT="19050" marB="19050" anchor="b">
                    <a:solidFill>
                      <a:srgbClr val="8FD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55443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Cockpit &amp; Nav</a:t>
                      </a:r>
                    </a:p>
                  </a:txBody>
                  <a:tcPr marL="6791" marR="6791" marT="6791" marB="0" anchor="ctr">
                    <a:solidFill>
                      <a:srgbClr val="CFF3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86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0.14%</a:t>
                      </a:r>
                    </a:p>
                  </a:txBody>
                  <a:tcPr marL="6791" marR="6791" marT="6791" marB="0" anchor="ctr">
                    <a:solidFill>
                      <a:srgbClr val="CFF3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£3.46</a:t>
                      </a:r>
                    </a:p>
                  </a:txBody>
                  <a:tcPr marL="28575" marR="28575" marT="19050" marB="19050" anchor="b">
                    <a:solidFill>
                      <a:srgbClr val="CFF3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0.017%</a:t>
                      </a:r>
                    </a:p>
                  </a:txBody>
                  <a:tcPr marL="6791" marR="6791" marT="6791" marB="0" anchor="ctr">
                    <a:solidFill>
                      <a:srgbClr val="CFF3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£27.21</a:t>
                      </a:r>
                    </a:p>
                  </a:txBody>
                  <a:tcPr marL="28575" marR="28575" marT="19050" marB="19050" anchor="b">
                    <a:solidFill>
                      <a:srgbClr val="CF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337583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7937CC94-39AC-1F44-A22A-CA1E33B74B34}"/>
              </a:ext>
            </a:extLst>
          </p:cNvPr>
          <p:cNvSpPr/>
          <p:nvPr/>
        </p:nvSpPr>
        <p:spPr>
          <a:xfrm>
            <a:off x="7519449" y="5957752"/>
            <a:ext cx="31628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B5F287-23B2-C64D-8421-2FA991D793C2}"/>
              </a:ext>
            </a:extLst>
          </p:cNvPr>
          <p:cNvSpPr/>
          <p:nvPr/>
        </p:nvSpPr>
        <p:spPr>
          <a:xfrm>
            <a:off x="566084" y="1739135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Highlights: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8F171B-2502-F84E-9FDB-EB0946D7F69F}"/>
              </a:ext>
            </a:extLst>
          </p:cNvPr>
          <p:cNvSpPr/>
          <p:nvPr/>
        </p:nvSpPr>
        <p:spPr>
          <a:xfrm>
            <a:off x="566083" y="2240972"/>
            <a:ext cx="5080955" cy="3167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Variants displaying Ambient Lighting achieved up to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80% higher conversions</a:t>
            </a: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and an estimated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CPA up to £12.39 cheaper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accent6">
                  <a:lumMod val="50000"/>
                </a:schemeClr>
              </a:solidFill>
              <a:highlight>
                <a:srgbClr val="FFFF00"/>
              </a:highligh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shows how audiences may be better first engaged by the flashy instead of purely practical feature selection. 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should be considered for other models which share ambient lighting as an available feature. </a:t>
            </a:r>
            <a:endParaRPr lang="en-US" sz="1400" b="1" dirty="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Image choice seemed less of a driving factor in this instance with the same used for the best &amp; worst variant. It’s possible this asset simply matched lighting best. 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6B8F16B-7C0B-1441-B1FE-08840CB2ECDC}"/>
              </a:ext>
            </a:extLst>
          </p:cNvPr>
          <p:cNvSpPr/>
          <p:nvPr/>
        </p:nvSpPr>
        <p:spPr>
          <a:xfrm>
            <a:off x="605727" y="4960979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Steps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3DBFBD-9EBA-4541-B1A3-55AC04AF649A}"/>
              </a:ext>
            </a:extLst>
          </p:cNvPr>
          <p:cNvSpPr/>
          <p:nvPr/>
        </p:nvSpPr>
        <p:spPr>
          <a:xfrm>
            <a:off x="566083" y="5297894"/>
            <a:ext cx="5080955" cy="13580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Variants were </a:t>
            </a:r>
            <a:r>
              <a:rPr lang="en-US" sz="1400" err="1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optimised</a:t>
            </a: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 to take full advantage of the CVR difference  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A phase II of feature testing on the 2</a:t>
            </a:r>
            <a:r>
              <a:rPr lang="en-US" sz="1400" baseline="300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nd</a:t>
            </a: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 thing remains a possibility going forward </a:t>
            </a:r>
            <a:endParaRPr lang="en-US" sz="140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9E014C6-9031-A846-B708-62206F63B1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4936" y="3187446"/>
            <a:ext cx="1385314" cy="2750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F2819BA-946F-6044-8906-A9DDFAFE7D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9588" y="3185359"/>
            <a:ext cx="1396297" cy="2745147"/>
          </a:xfrm>
          <a:prstGeom prst="rect">
            <a:avLst/>
          </a:prstGeom>
          <a:effectLst>
            <a:glow rad="139700">
              <a:srgbClr val="8FD156">
                <a:alpha val="40000"/>
              </a:srgbClr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6FD7662-2857-B445-8547-C7107BFA62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1146" y="3180250"/>
            <a:ext cx="1386193" cy="2750257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02CC367-52E4-864D-A2C9-367E79ABAEBB}"/>
              </a:ext>
            </a:extLst>
          </p:cNvPr>
          <p:cNvSpPr/>
          <p:nvPr/>
        </p:nvSpPr>
        <p:spPr>
          <a:xfrm>
            <a:off x="9119592" y="5957752"/>
            <a:ext cx="31628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B9CFFB-2E88-DF4A-93B7-658A5ECBB3D5}"/>
              </a:ext>
            </a:extLst>
          </p:cNvPr>
          <p:cNvSpPr/>
          <p:nvPr/>
        </p:nvSpPr>
        <p:spPr>
          <a:xfrm>
            <a:off x="10716098" y="5957752"/>
            <a:ext cx="31628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303426-CB90-AA49-9ED9-928B78CCEE60}"/>
              </a:ext>
            </a:extLst>
          </p:cNvPr>
          <p:cNvSpPr txBox="1"/>
          <p:nvPr/>
        </p:nvSpPr>
        <p:spPr>
          <a:xfrm>
            <a:off x="7826409" y="6566352"/>
            <a:ext cx="317234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indent="0" algn="ctr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Testing on the 1</a:t>
            </a:r>
            <a:r>
              <a:rPr lang="en-GB" sz="1100" baseline="300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</a:t>
            </a: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thing of the ‘3 things’ framework</a:t>
            </a:r>
          </a:p>
        </p:txBody>
      </p:sp>
    </p:spTree>
    <p:extLst>
      <p:ext uri="{BB962C8B-B14F-4D97-AF65-F5344CB8AC3E}">
        <p14:creationId xmlns:p14="http://schemas.microsoft.com/office/powerpoint/2010/main" val="2269535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7A0F8-4234-224A-94A4-19C1A24BD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474" y="4173549"/>
            <a:ext cx="871563" cy="1743125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1CB38698-B383-5D42-94F2-AC048D42BF16}"/>
              </a:ext>
            </a:extLst>
          </p:cNvPr>
          <p:cNvSpPr txBox="1">
            <a:spLocks/>
          </p:cNvSpPr>
          <p:nvPr/>
        </p:nvSpPr>
        <p:spPr>
          <a:xfrm>
            <a:off x="413910" y="487326"/>
            <a:ext cx="1142993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  <a:lvl1pPr indent="0">
              <a:spcBef>
                <a:spcPts val="400"/>
              </a:spcBef>
              <a:buFont typeface="Arial" panose="020B0604020202020204" pitchFamily="34" charset="0"/>
              <a:buNone/>
              <a:defRPr b="1">
                <a:solidFill>
                  <a:srgbClr val="00206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28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Q1 Golf – A broader selection of features performed best </a:t>
            </a:r>
          </a:p>
        </p:txBody>
      </p:sp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98898B1-1464-44CF-B33A-BFD3ACB97AC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89" name="think-cell Folie" r:id="rId6" imgW="344" imgH="345" progId="TCLayout.ActiveDocument.1">
                  <p:embed/>
                </p:oleObj>
              </mc:Choice>
              <mc:Fallback>
                <p:oleObj name="think-cell Folie" r:id="rId6" imgW="344" imgH="345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98898B1-1464-44CF-B33A-BFD3ACB97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68B832AE-CCFF-8F4D-91DA-59FE26F81E92}"/>
              </a:ext>
            </a:extLst>
          </p:cNvPr>
          <p:cNvSpPr/>
          <p:nvPr/>
        </p:nvSpPr>
        <p:spPr>
          <a:xfrm>
            <a:off x="221765" y="6392785"/>
            <a:ext cx="7883355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Date range –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22</a:t>
            </a: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.01 –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14</a:t>
            </a:r>
            <a:r>
              <a:rPr kumimoji="0" lang="en-GB" sz="700" b="0" i="1" u="none" strike="noStrike" kern="1200" cap="none" spc="0" normalizeH="0" baseline="0" noProof="0" dirty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VW Text Office"/>
                <a:ea typeface="+mn-ea"/>
                <a:cs typeface="+mn-cs"/>
              </a:rPr>
              <a:t>.02.2021 </a:t>
            </a:r>
          </a:p>
          <a:p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Conversion - </a:t>
            </a:r>
            <a:r>
              <a:rPr lang="en-GB" sz="700" i="1" dirty="0">
                <a:solidFill>
                  <a:srgbClr val="33434C"/>
                </a:solidFill>
              </a:rPr>
              <a:t> </a:t>
            </a:r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Brochure Interaction, Configurator Finished, Dealer Locator, Finance Calculator, Used Car Searches</a:t>
            </a:r>
          </a:p>
          <a:p>
            <a:r>
              <a:rPr lang="en-GB" sz="700" i="1" dirty="0">
                <a:solidFill>
                  <a:srgbClr val="33434C"/>
                </a:solidFill>
                <a:latin typeface="VW Text Office"/>
              </a:rPr>
              <a:t>Cost data calculated using an average overall CPM of </a:t>
            </a:r>
            <a:r>
              <a:rPr lang="en-GB" sz="700" i="1" dirty="0">
                <a:solidFill>
                  <a:srgbClr val="33434C"/>
                </a:solidFill>
              </a:rPr>
              <a:t>£1.38 for activity for Q1 so far</a:t>
            </a:r>
            <a:endParaRPr lang="en-GB" sz="700" i="1" dirty="0">
              <a:solidFill>
                <a:srgbClr val="33434C"/>
              </a:solidFill>
              <a:latin typeface="VW Text Office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75B2B19B-8E1F-D341-AC2A-B592C8D20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100249"/>
              </p:ext>
            </p:extLst>
          </p:nvPr>
        </p:nvGraphicFramePr>
        <p:xfrm>
          <a:off x="6920278" y="1763358"/>
          <a:ext cx="4714916" cy="10895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4700">
                  <a:extLst>
                    <a:ext uri="{9D8B030D-6E8A-4147-A177-3AD203B41FA5}">
                      <a16:colId xmlns:a16="http://schemas.microsoft.com/office/drawing/2014/main" val="2461561036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2798215960"/>
                    </a:ext>
                  </a:extLst>
                </a:gridCol>
                <a:gridCol w="940242">
                  <a:extLst>
                    <a:ext uri="{9D8B030D-6E8A-4147-A177-3AD203B41FA5}">
                      <a16:colId xmlns:a16="http://schemas.microsoft.com/office/drawing/2014/main" val="3382063237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3907376745"/>
                    </a:ext>
                  </a:extLst>
                </a:gridCol>
                <a:gridCol w="914866">
                  <a:extLst>
                    <a:ext uri="{9D8B030D-6E8A-4147-A177-3AD203B41FA5}">
                      <a16:colId xmlns:a16="http://schemas.microsoft.com/office/drawing/2014/main" val="708736004"/>
                    </a:ext>
                  </a:extLst>
                </a:gridCol>
              </a:tblGrid>
              <a:tr h="360526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Variant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CTR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CPC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CVR</a:t>
                      </a:r>
                      <a:endParaRPr lang="en-GB" sz="1100" b="1" i="0" u="none" strike="noStrike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100" b="1" i="0" u="none" strike="noStrike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Est. CPA</a:t>
                      </a:r>
                    </a:p>
                  </a:txBody>
                  <a:tcPr marL="6791" marR="6791" marT="6791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786710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Tech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0.135%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£1.02</a:t>
                      </a:r>
                    </a:p>
                  </a:txBody>
                  <a:tcPr marL="28575" marR="28575" marT="19050" marB="1905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0.042%</a:t>
                      </a:r>
                    </a:p>
                  </a:txBody>
                  <a:tcPr marL="6791" marR="6791" marT="6791" marB="0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£3.32</a:t>
                      </a:r>
                    </a:p>
                  </a:txBody>
                  <a:tcPr marL="28575" marR="28575" marT="19050" marB="1905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3081122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Driving</a:t>
                      </a: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0.131%</a:t>
                      </a: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£1.05</a:t>
                      </a:r>
                    </a:p>
                  </a:txBody>
                  <a:tcPr marL="28575" marR="28575" marT="19050" marB="19050" anchor="b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0.041%</a:t>
                      </a:r>
                    </a:p>
                  </a:txBody>
                  <a:tcPr marL="6791" marR="6791" marT="6791" marB="0" anchor="ctr">
                    <a:solidFill>
                      <a:srgbClr val="C4E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£3.36</a:t>
                      </a:r>
                    </a:p>
                  </a:txBody>
                  <a:tcPr marL="28575" marR="28575" marT="19050" marB="19050" anchor="b">
                    <a:solidFill>
                      <a:srgbClr val="C4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55443"/>
                  </a:ext>
                </a:extLst>
              </a:tr>
              <a:tr h="243013"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Control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86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0.143%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£0.96</a:t>
                      </a:r>
                    </a:p>
                  </a:txBody>
                  <a:tcPr marL="28575" marR="28575" marT="19050" marB="19050" anchor="b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0.051%</a:t>
                      </a:r>
                    </a:p>
                  </a:txBody>
                  <a:tcPr marL="6791" marR="6791" marT="6791" marB="0" anchor="ctr">
                    <a:solidFill>
                      <a:srgbClr val="8FD1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08863" rtl="0" eaLnBrk="1" fontAlgn="ctr" latinLnBrk="0" hangingPunct="1"/>
                      <a:r>
                        <a:rPr lang="en-GB" sz="1200" u="none" strike="noStrike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£2.71</a:t>
                      </a:r>
                    </a:p>
                  </a:txBody>
                  <a:tcPr marL="28575" marR="28575" marT="19050" marB="19050" anchor="b">
                    <a:solidFill>
                      <a:srgbClr val="8FD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337583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7937CC94-39AC-1F44-A22A-CA1E33B74B34}"/>
              </a:ext>
            </a:extLst>
          </p:cNvPr>
          <p:cNvSpPr/>
          <p:nvPr/>
        </p:nvSpPr>
        <p:spPr>
          <a:xfrm>
            <a:off x="6920278" y="5955692"/>
            <a:ext cx="871563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B5F287-23B2-C64D-8421-2FA991D793C2}"/>
              </a:ext>
            </a:extLst>
          </p:cNvPr>
          <p:cNvSpPr/>
          <p:nvPr/>
        </p:nvSpPr>
        <p:spPr>
          <a:xfrm>
            <a:off x="566084" y="1739135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Highlights: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8F171B-2502-F84E-9FDB-EB0946D7F69F}"/>
              </a:ext>
            </a:extLst>
          </p:cNvPr>
          <p:cNvSpPr/>
          <p:nvPr/>
        </p:nvSpPr>
        <p:spPr>
          <a:xfrm>
            <a:off x="566083" y="2240972"/>
            <a:ext cx="4827579" cy="25111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Control variant, presenting 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existing feature selection achieved a CVR up to 20% higher, CTR up to 9% higher </a:t>
            </a: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CPA up to £0.65 cheaper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saw a broader selection of features perform better than pairs with a specific focus.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Ambient lighting, again, featured in the most successful variant suggesting this feature is of particular interest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Connect, again, was less effective. 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6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Driving Assistance-related features may be harder to represent. This could have been behind lower perf. 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6B8F16B-7C0B-1441-B1FE-08840CB2ECDC}"/>
              </a:ext>
            </a:extLst>
          </p:cNvPr>
          <p:cNvSpPr/>
          <p:nvPr/>
        </p:nvSpPr>
        <p:spPr>
          <a:xfrm>
            <a:off x="605727" y="5040662"/>
            <a:ext cx="3850105" cy="447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 algn="l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US" sz="16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Steps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3DBFBD-9EBA-4541-B1A3-55AC04AF649A}"/>
              </a:ext>
            </a:extLst>
          </p:cNvPr>
          <p:cNvSpPr/>
          <p:nvPr/>
        </p:nvSpPr>
        <p:spPr>
          <a:xfrm>
            <a:off x="566083" y="5377577"/>
            <a:ext cx="4827579" cy="13580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Variants were </a:t>
            </a:r>
            <a:r>
              <a:rPr lang="en-US" sz="1400" err="1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optimised</a:t>
            </a: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 towards the top performing selection. 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6">
                    <a:lumMod val="50000"/>
                  </a:schemeClr>
                </a:solidFill>
                <a:latin typeface="Helvetica Neue"/>
                <a:ea typeface="Helvetica Neue" panose="02000503000000020004" pitchFamily="2" charset="0"/>
                <a:cs typeface="Helvetica Neue" panose="02000503000000020004" pitchFamily="2" charset="0"/>
              </a:rPr>
              <a:t>Golf will run the final frame copy test from March. </a:t>
            </a:r>
            <a:endParaRPr lang="en-US" sz="1400">
              <a:solidFill>
                <a:schemeClr val="accent6">
                  <a:lumMod val="50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B9CFFB-2E88-DF4A-93B7-658A5ECBB3D5}"/>
              </a:ext>
            </a:extLst>
          </p:cNvPr>
          <p:cNvSpPr/>
          <p:nvPr/>
        </p:nvSpPr>
        <p:spPr>
          <a:xfrm>
            <a:off x="10686224" y="5957151"/>
            <a:ext cx="851498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Control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E268F-A249-8447-8095-034FB2CA287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44959" y="4173549"/>
            <a:ext cx="871563" cy="17431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8DDF24-9489-F647-9499-3A2A184BD8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7631" y="4173549"/>
            <a:ext cx="871563" cy="17467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1EAE2A-A76B-514E-B708-0829A44D64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7160" y="4173549"/>
            <a:ext cx="871563" cy="17431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5CCEB8-A6C8-AA40-BD10-42387C27E3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4788" y="4173549"/>
            <a:ext cx="871563" cy="1743125"/>
          </a:xfrm>
          <a:prstGeom prst="rect">
            <a:avLst/>
          </a:prstGeom>
          <a:effectLst>
            <a:glow rad="139700">
              <a:srgbClr val="8FD156">
                <a:alpha val="40000"/>
              </a:srgbClr>
            </a:glo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6AAB72-4396-8C47-890F-0035B640D13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0491" y="4173549"/>
            <a:ext cx="871563" cy="1743126"/>
          </a:xfrm>
          <a:prstGeom prst="rect">
            <a:avLst/>
          </a:prstGeom>
          <a:effectLst>
            <a:glow rad="139700">
              <a:srgbClr val="8FD156">
                <a:alpha val="40000"/>
              </a:srgbClr>
            </a:glow>
          </a:effec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916F7F1-BFF3-1D4A-94C6-9B33EC88C961}"/>
              </a:ext>
            </a:extLst>
          </p:cNvPr>
          <p:cNvSpPr/>
          <p:nvPr/>
        </p:nvSpPr>
        <p:spPr>
          <a:xfrm>
            <a:off x="8803251" y="5977803"/>
            <a:ext cx="871563" cy="4149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Driving Assist.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EDC98F-6223-6F43-A905-0B5AA963E401}"/>
              </a:ext>
            </a:extLst>
          </p:cNvPr>
          <p:cNvSpPr txBox="1"/>
          <p:nvPr/>
        </p:nvSpPr>
        <p:spPr>
          <a:xfrm>
            <a:off x="8045222" y="6566352"/>
            <a:ext cx="273472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indent="0" algn="ctr">
              <a:spcBef>
                <a:spcPts val="400"/>
              </a:spcBef>
              <a:buFont typeface="Arial" panose="020B0604020202020204" pitchFamily="34" charset="0"/>
              <a:buNone/>
            </a:pP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Testing 1</a:t>
            </a:r>
            <a:r>
              <a:rPr lang="en-GB" sz="1100" baseline="300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</a:t>
            </a: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&amp; 2</a:t>
            </a:r>
            <a:r>
              <a:rPr lang="en-GB" sz="1100" baseline="300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nd</a:t>
            </a:r>
            <a:r>
              <a:rPr lang="en-GB" sz="1100">
                <a:solidFill>
                  <a:srgbClr val="00206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the ‘3 things’ framework</a:t>
            </a:r>
          </a:p>
        </p:txBody>
      </p:sp>
    </p:spTree>
    <p:extLst>
      <p:ext uri="{BB962C8B-B14F-4D97-AF65-F5344CB8AC3E}">
        <p14:creationId xmlns:p14="http://schemas.microsoft.com/office/powerpoint/2010/main" val="9328412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JaOaAn_RKm.S.y61Xs4N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2C8gvxuTtKXYgc01jiW5Q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Ur..iGOQduFsSKogLyZw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bESiuSiThmdB09qRK3rq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k5qjmZWRPefsYitTy0iV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0HwmdfwTOSPuwitQDNLv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oiYAgmwQQaGR.w8JO99y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mE65cL1R_iHHZyrYD1Y5Q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0.PUvBZRAGIbcE..556F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F1RV7F9QhW8BJ0IbGaVO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TiCgu9GQGGLbMPHMt2JH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rX2UwPTRUGGSJeTI9WsWQ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JaOaAn_RKm.S.y61Xs4N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2C8gvxuTtKXYgc01jiW5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Ur..iGOQduFsSKogLyZw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bESiuSiThmdB09qRK3rqQ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k5qjmZWRPefsYitTy0iV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0HwmdfwTOSPuwitQDNLv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oiYAgmwQQaGR.w8JO99y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mE65cL1R_iHHZyrYD1Y5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0.PUvBZRAGIbcE..556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F1RV7F9QhW8BJ0IbGaVO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TiCgu9GQGGLbMPHMt2JH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rX2UwPTRUGGSJeTI9WsW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VW Master">
  <a:themeElements>
    <a:clrScheme name="VW 7">
      <a:dk1>
        <a:sysClr val="windowText" lastClr="000000"/>
      </a:dk1>
      <a:lt1>
        <a:sysClr val="window" lastClr="FFFFFF"/>
      </a:lt1>
      <a:dk2>
        <a:srgbClr val="001E50"/>
      </a:dk2>
      <a:lt2>
        <a:srgbClr val="00B0F0"/>
      </a:lt2>
      <a:accent1>
        <a:srgbClr val="00437A"/>
      </a:accent1>
      <a:accent2>
        <a:srgbClr val="A9E3FF"/>
      </a:accent2>
      <a:accent3>
        <a:srgbClr val="0082D6"/>
      </a:accent3>
      <a:accent4>
        <a:srgbClr val="4CC7F4"/>
      </a:accent4>
      <a:accent5>
        <a:srgbClr val="6A767D"/>
      </a:accent5>
      <a:accent6>
        <a:srgbClr val="C2CACF"/>
      </a:accent6>
      <a:hlink>
        <a:srgbClr val="001E50"/>
      </a:hlink>
      <a:folHlink>
        <a:srgbClr val="00B0F0"/>
      </a:folHlink>
    </a:clrScheme>
    <a:fontScheme name="Benutzerdefiniert 5">
      <a:majorFont>
        <a:latin typeface="VW Head Office Bold"/>
        <a:ea typeface=""/>
        <a:cs typeface=""/>
      </a:majorFont>
      <a:minorFont>
        <a:latin typeface="VW Text Office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l">
          <a:spcBef>
            <a:spcPts val="400"/>
          </a:spcBef>
          <a:buFont typeface="Arial" panose="020B0604020202020204" pitchFamily="34" charset="0"/>
          <a:buNone/>
          <a:defRPr sz="18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>
          <a:spcBef>
            <a:spcPts val="400"/>
          </a:spcBef>
          <a:buFont typeface="Arial" panose="020B0604020202020204" pitchFamily="34" charset="0"/>
          <a:buNone/>
          <a:defRPr sz="1800" dirty="0" err="1" smtClean="0"/>
        </a:defPPr>
      </a:lstStyle>
    </a:txDef>
  </a:objectDefaults>
  <a:extraClrSchemeLst/>
  <a:custClrLst>
    <a:custClr name="Red">
      <a:srgbClr val="E4002C"/>
    </a:custClr>
    <a:custClr name="Yellow">
      <a:srgbClr val="FFD100"/>
    </a:custClr>
    <a:custClr name="Green">
      <a:srgbClr val="00872B"/>
    </a:custClr>
  </a:custClrLst>
  <a:extLst>
    <a:ext uri="{05A4C25C-085E-4340-85A3-A5531E510DB2}">
      <thm15:themeFamily xmlns:thm15="http://schemas.microsoft.com/office/thememl/2012/main" name="Master_scr14.potx" id="{BD7F9E0F-B6FE-45CA-945D-58720BD28236}" vid="{72A54E4A-E23A-4515-B1CF-2B8C9ECBB0F0}"/>
    </a:ext>
  </a:extLst>
</a:theme>
</file>

<file path=ppt/theme/theme2.xml><?xml version="1.0" encoding="utf-8"?>
<a:theme xmlns:a="http://schemas.openxmlformats.org/drawingml/2006/main" name="1_VW Master">
  <a:themeElements>
    <a:clrScheme name="VW 7">
      <a:dk1>
        <a:sysClr val="windowText" lastClr="000000"/>
      </a:dk1>
      <a:lt1>
        <a:sysClr val="window" lastClr="FFFFFF"/>
      </a:lt1>
      <a:dk2>
        <a:srgbClr val="001E50"/>
      </a:dk2>
      <a:lt2>
        <a:srgbClr val="00B0F0"/>
      </a:lt2>
      <a:accent1>
        <a:srgbClr val="00437A"/>
      </a:accent1>
      <a:accent2>
        <a:srgbClr val="A9E3FF"/>
      </a:accent2>
      <a:accent3>
        <a:srgbClr val="0082D6"/>
      </a:accent3>
      <a:accent4>
        <a:srgbClr val="4CC7F4"/>
      </a:accent4>
      <a:accent5>
        <a:srgbClr val="6A767D"/>
      </a:accent5>
      <a:accent6>
        <a:srgbClr val="C2CACF"/>
      </a:accent6>
      <a:hlink>
        <a:srgbClr val="001E50"/>
      </a:hlink>
      <a:folHlink>
        <a:srgbClr val="00B0F0"/>
      </a:folHlink>
    </a:clrScheme>
    <a:fontScheme name="Benutzerdefiniert 5">
      <a:majorFont>
        <a:latin typeface="VW Head Office Bold"/>
        <a:ea typeface=""/>
        <a:cs typeface=""/>
      </a:majorFont>
      <a:minorFont>
        <a:latin typeface="VW Text Office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l">
          <a:spcBef>
            <a:spcPts val="400"/>
          </a:spcBef>
          <a:buFont typeface="Arial" panose="020B0604020202020204" pitchFamily="34" charset="0"/>
          <a:buNone/>
          <a:defRPr sz="18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>
          <a:spcBef>
            <a:spcPts val="400"/>
          </a:spcBef>
          <a:buFont typeface="Arial" panose="020B0604020202020204" pitchFamily="34" charset="0"/>
          <a:buNone/>
          <a:defRPr sz="1800" dirty="0" err="1" smtClean="0"/>
        </a:defPPr>
      </a:lstStyle>
    </a:txDef>
  </a:objectDefaults>
  <a:extraClrSchemeLst/>
  <a:custClrLst>
    <a:custClr name="Red">
      <a:srgbClr val="E4002C"/>
    </a:custClr>
    <a:custClr name="Yellow">
      <a:srgbClr val="FFD100"/>
    </a:custClr>
    <a:custClr name="Green">
      <a:srgbClr val="00872B"/>
    </a:custClr>
  </a:custClrLst>
  <a:extLst>
    <a:ext uri="{05A4C25C-085E-4340-85A3-A5531E510DB2}">
      <thm15:themeFamily xmlns:thm15="http://schemas.microsoft.com/office/thememl/2012/main" name="Master_scr14.potx" id="{BD7F9E0F-B6FE-45CA-945D-58720BD28236}" vid="{72A54E4A-E23A-4515-B1CF-2B8C9ECBB0F0}"/>
    </a:ext>
  </a:extLst>
</a:theme>
</file>

<file path=ppt/theme/theme3.xml><?xml version="1.0" encoding="utf-8"?>
<a:theme xmlns:a="http://schemas.openxmlformats.org/drawingml/2006/main" name="Larissa">
  <a:themeElements>
    <a:clrScheme name="VW 5">
      <a:dk1>
        <a:sysClr val="windowText" lastClr="000000"/>
      </a:dk1>
      <a:lt1>
        <a:sysClr val="window" lastClr="FFFFFF"/>
      </a:lt1>
      <a:dk2>
        <a:srgbClr val="C2CACF"/>
      </a:dk2>
      <a:lt2>
        <a:srgbClr val="6A767D"/>
      </a:lt2>
      <a:accent1>
        <a:srgbClr val="00B0F0"/>
      </a:accent1>
      <a:accent2>
        <a:srgbClr val="001E50"/>
      </a:accent2>
      <a:accent3>
        <a:srgbClr val="0082D6"/>
      </a:accent3>
      <a:accent4>
        <a:srgbClr val="A9E3FF"/>
      </a:accent4>
      <a:accent5>
        <a:srgbClr val="B6BFC5"/>
      </a:accent5>
      <a:accent6>
        <a:srgbClr val="DFE4E8"/>
      </a:accent6>
      <a:hlink>
        <a:srgbClr val="001E50"/>
      </a:hlink>
      <a:folHlink>
        <a:srgbClr val="00B0F0"/>
      </a:folHlink>
    </a:clrScheme>
    <a:fontScheme name="Benutzerdefiniert 5">
      <a:majorFont>
        <a:latin typeface="VW Head Office Bold"/>
        <a:ea typeface=""/>
        <a:cs typeface=""/>
      </a:majorFont>
      <a:minorFont>
        <a:latin typeface="VW Text Office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VW 5">
      <a:dk1>
        <a:sysClr val="windowText" lastClr="000000"/>
      </a:dk1>
      <a:lt1>
        <a:sysClr val="window" lastClr="FFFFFF"/>
      </a:lt1>
      <a:dk2>
        <a:srgbClr val="C2CACF"/>
      </a:dk2>
      <a:lt2>
        <a:srgbClr val="6A767D"/>
      </a:lt2>
      <a:accent1>
        <a:srgbClr val="00B0F0"/>
      </a:accent1>
      <a:accent2>
        <a:srgbClr val="001E50"/>
      </a:accent2>
      <a:accent3>
        <a:srgbClr val="0082D6"/>
      </a:accent3>
      <a:accent4>
        <a:srgbClr val="A9E3FF"/>
      </a:accent4>
      <a:accent5>
        <a:srgbClr val="B6BFC5"/>
      </a:accent5>
      <a:accent6>
        <a:srgbClr val="DFE4E8"/>
      </a:accent6>
      <a:hlink>
        <a:srgbClr val="001E50"/>
      </a:hlink>
      <a:folHlink>
        <a:srgbClr val="00B0F0"/>
      </a:folHlink>
    </a:clrScheme>
    <a:fontScheme name="VW">
      <a:majorFont>
        <a:latin typeface="VW Head Office"/>
        <a:ea typeface=""/>
        <a:cs typeface=""/>
      </a:majorFont>
      <a:minorFont>
        <a:latin typeface="VW Text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65da3a-4270-421d-abe4-40e4b1a2602d">
      <UserInfo>
        <DisplayName>Elena Septelica</DisplayName>
        <AccountId>77</AccountId>
        <AccountType/>
      </UserInfo>
      <UserInfo>
        <DisplayName>Matt Holliday</DisplayName>
        <AccountId>22</AccountId>
        <AccountType/>
      </UserInfo>
      <UserInfo>
        <DisplayName>Jake Bogert</DisplayName>
        <AccountId>78</AccountId>
        <AccountType/>
      </UserInfo>
      <UserInfo>
        <DisplayName>Phil Hewitt</DisplayName>
        <AccountId>79</AccountId>
        <AccountType/>
      </UserInfo>
      <UserInfo>
        <DisplayName>Lauren Hertzenberg</DisplayName>
        <AccountId>20</AccountId>
        <AccountType/>
      </UserInfo>
      <UserInfo>
        <DisplayName>Sam Stead</DisplayName>
        <AccountId>12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1E6789C55DF448AB890A637D1620EA" ma:contentTypeVersion="13" ma:contentTypeDescription="Create a new document." ma:contentTypeScope="" ma:versionID="48a667ed44bfbf434eec7cf5d4c7ec92">
  <xsd:schema xmlns:xsd="http://www.w3.org/2001/XMLSchema" xmlns:xs="http://www.w3.org/2001/XMLSchema" xmlns:p="http://schemas.microsoft.com/office/2006/metadata/properties" xmlns:ns3="5e96f2d4-e605-4060-b613-ac0adbc62111" xmlns:ns4="7365da3a-4270-421d-abe4-40e4b1a2602d" targetNamespace="http://schemas.microsoft.com/office/2006/metadata/properties" ma:root="true" ma:fieldsID="35f76c77b4aa58269f30133759194840" ns3:_="" ns4:_="">
    <xsd:import namespace="5e96f2d4-e605-4060-b613-ac0adbc62111"/>
    <xsd:import namespace="7365da3a-4270-421d-abe4-40e4b1a2602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96f2d4-e605-4060-b613-ac0adbc621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65da3a-4270-421d-abe4-40e4b1a2602d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8C0988-EA58-49C0-BEB0-03480248E9FD}">
  <ds:schemaRefs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e96f2d4-e605-4060-b613-ac0adbc62111"/>
    <ds:schemaRef ds:uri="http://purl.org/dc/terms/"/>
    <ds:schemaRef ds:uri="http://schemas.microsoft.com/office/2006/metadata/properties"/>
    <ds:schemaRef ds:uri="http://purl.org/dc/elements/1.1/"/>
    <ds:schemaRef ds:uri="http://schemas.microsoft.com/office/2006/documentManagement/types"/>
    <ds:schemaRef ds:uri="7365da3a-4270-421d-abe4-40e4b1a2602d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26A8CF6-FE5B-46A1-8E8B-4B61DD201C27}">
  <ds:schemaRefs>
    <ds:schemaRef ds:uri="5e96f2d4-e605-4060-b613-ac0adbc62111"/>
    <ds:schemaRef ds:uri="7365da3a-4270-421d-abe4-40e4b1a2602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779D44A-09AE-4D7D-B0E2-1F4AD99509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2</TotalTime>
  <Words>681</Words>
  <Application>Microsoft Macintosh PowerPoint</Application>
  <PresentationFormat>Widescreen</PresentationFormat>
  <Paragraphs>117</Paragraphs>
  <Slides>5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7" baseType="lpstr">
      <vt:lpstr>Arial</vt:lpstr>
      <vt:lpstr>Calibri</vt:lpstr>
      <vt:lpstr>Calibri Light</vt:lpstr>
      <vt:lpstr>Helvetica</vt:lpstr>
      <vt:lpstr>Helvetica Neue</vt:lpstr>
      <vt:lpstr>Symbol</vt:lpstr>
      <vt:lpstr>VW Head Office</vt:lpstr>
      <vt:lpstr>VW Head Office Bold</vt:lpstr>
      <vt:lpstr>VW Text Office</vt:lpstr>
      <vt:lpstr>VW Master</vt:lpstr>
      <vt:lpstr>1_VW Master</vt:lpstr>
      <vt:lpstr>think-cell Folie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Name Surname</Manager>
  <Company>Volkswagen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Presentation</dc:title>
  <dc:subject/>
  <dc:creator>Name Surname</dc:creator>
  <dc:description>Optimized for PowerPoint 2010</dc:description>
  <cp:lastModifiedBy>Esmeralda Lockhart (Adylic)</cp:lastModifiedBy>
  <cp:revision>6</cp:revision>
  <cp:lastPrinted>2019-05-23T14:12:38Z</cp:lastPrinted>
  <dcterms:created xsi:type="dcterms:W3CDTF">2019-03-20T17:50:57Z</dcterms:created>
  <dcterms:modified xsi:type="dcterms:W3CDTF">2021-03-05T11:26:34Z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0x010100181E6789C55DF448AB890A637D1620EA</vt:lpwstr>
  </property>
</Properties>
</file>