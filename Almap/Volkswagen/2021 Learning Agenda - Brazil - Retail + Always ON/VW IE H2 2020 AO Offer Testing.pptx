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mov" ContentType="video/quicktime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1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3" r:id="rId5"/>
    <p:sldMasterId id="2147483699" r:id="rId6"/>
  </p:sldMasterIdLst>
  <p:notesMasterIdLst>
    <p:notesMasterId r:id="rId14"/>
  </p:notesMasterIdLst>
  <p:sldIdLst>
    <p:sldId id="18996" r:id="rId7"/>
    <p:sldId id="18672" r:id="rId8"/>
    <p:sldId id="18671" r:id="rId9"/>
    <p:sldId id="18997" r:id="rId10"/>
    <p:sldId id="18998" r:id="rId11"/>
    <p:sldId id="18995" r:id="rId12"/>
    <p:sldId id="186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EF1"/>
    <a:srgbClr val="99D5FF"/>
    <a:srgbClr val="01B1F1"/>
    <a:srgbClr val="40B0F1"/>
    <a:srgbClr val="D50C66"/>
    <a:srgbClr val="001E50"/>
    <a:srgbClr val="00002B"/>
    <a:srgbClr val="8994A0"/>
    <a:srgbClr val="009CA6"/>
    <a:srgbClr val="3D1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B6F39-023C-6D49-B4D9-04FB58B6D3A9}" v="68" dt="2021-01-18T11:57:50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5"/>
    <p:restoredTop sz="90649"/>
  </p:normalViewPr>
  <p:slideViewPr>
    <p:cSldViewPr snapToGrid="0">
      <p:cViewPr varScale="1">
        <p:scale>
          <a:sx n="101" d="100"/>
          <a:sy n="101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loe.rea/Downloads/VW%20IE%20Offer%20Test%20Data%20Q3%202020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oneomnicom-my.sharepoint.com/personal/chloe_rea_adylic_com/Documents/VW/Markets/Tier%205/Ireland/Strategy/Reporting/VW%20IE%20APR%20vs%20APR%20&amp;%20Monthly%20Pri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[VW IE Offer Test Data Q3 2020 .xlsx]New PIVOT!PivotTable6</c:name>
    <c:fmtId val="18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8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8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8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'New PIVOT'!$B$16</c:f>
              <c:strCache>
                <c:ptCount val="1"/>
                <c:pt idx="0">
                  <c:v> CTR</c:v>
                </c:pt>
              </c:strCache>
            </c:strRef>
          </c:tx>
          <c:spPr>
            <a:solidFill>
              <a:srgbClr val="99D5FF"/>
            </a:solidFill>
            <a:ln>
              <a:noFill/>
            </a:ln>
            <a:effectLst/>
          </c:spPr>
          <c:invertIfNegative val="0"/>
          <c:cat>
            <c:multiLvlStrRef>
              <c:f>'New PIVOT'!$A$17:$A$29</c:f>
              <c:multiLvlStrCache>
                <c:ptCount val="8"/>
                <c:lvl>
                  <c:pt idx="0">
                    <c:v>Monthly Price &amp; 0% APR</c:v>
                  </c:pt>
                  <c:pt idx="1">
                    <c:v>Monthly Price</c:v>
                  </c:pt>
                  <c:pt idx="2">
                    <c:v>Monthly Price &amp; 0% APR</c:v>
                  </c:pt>
                  <c:pt idx="3">
                    <c:v>Monthly Price</c:v>
                  </c:pt>
                  <c:pt idx="4">
                    <c:v>Monthly Price &amp; 0% APR</c:v>
                  </c:pt>
                  <c:pt idx="5">
                    <c:v>Monthly Price</c:v>
                  </c:pt>
                  <c:pt idx="6">
                    <c:v>Monthly Price &amp; 0% APR</c:v>
                  </c:pt>
                  <c:pt idx="7">
                    <c:v>Monthly Price</c:v>
                  </c:pt>
                </c:lvl>
                <c:lvl>
                  <c:pt idx="0">
                    <c:v>Arteon</c:v>
                  </c:pt>
                  <c:pt idx="2">
                    <c:v>E-Golf</c:v>
                  </c:pt>
                  <c:pt idx="4">
                    <c:v>Golf 8</c:v>
                  </c:pt>
                  <c:pt idx="6">
                    <c:v>Passat GTE</c:v>
                  </c:pt>
                </c:lvl>
              </c:multiLvlStrCache>
            </c:multiLvlStrRef>
          </c:cat>
          <c:val>
            <c:numRef>
              <c:f>'New PIVOT'!$B$17:$B$29</c:f>
              <c:numCache>
                <c:formatCode>0.00%</c:formatCode>
                <c:ptCount val="8"/>
                <c:pt idx="0">
                  <c:v>1.3051772661163894E-3</c:v>
                </c:pt>
                <c:pt idx="1">
                  <c:v>1.2196156419947409E-3</c:v>
                </c:pt>
                <c:pt idx="2">
                  <c:v>1.1149540894425463E-3</c:v>
                </c:pt>
                <c:pt idx="3">
                  <c:v>1.1609305090215911E-3</c:v>
                </c:pt>
                <c:pt idx="4">
                  <c:v>1.474818954399656E-3</c:v>
                </c:pt>
                <c:pt idx="5">
                  <c:v>1.4600376762556821E-3</c:v>
                </c:pt>
                <c:pt idx="6">
                  <c:v>1.0588463935557804E-3</c:v>
                </c:pt>
                <c:pt idx="7">
                  <c:v>1.1239275671222082E-3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D4-5E46-B401-2E3A0E74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8547888"/>
        <c:axId val="68797040"/>
      </c:barChart>
      <c:lineChart>
        <c:grouping val="standard"/>
        <c:varyColors val="0"/>
        <c:ser>
          <c:idx val="1"/>
          <c:order val="1"/>
          <c:tx>
            <c:strRef>
              <c:f>'New PIVOT'!$C$16</c:f>
              <c:strCache>
                <c:ptCount val="1"/>
                <c:pt idx="0">
                  <c:v> CVR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multiLvlStrRef>
              <c:f>'New PIVOT'!$A$17:$A$29</c:f>
              <c:multiLvlStrCache>
                <c:ptCount val="8"/>
                <c:lvl>
                  <c:pt idx="0">
                    <c:v>Monthly Price &amp; 0% APR</c:v>
                  </c:pt>
                  <c:pt idx="1">
                    <c:v>Monthly Price</c:v>
                  </c:pt>
                  <c:pt idx="2">
                    <c:v>Monthly Price &amp; 0% APR</c:v>
                  </c:pt>
                  <c:pt idx="3">
                    <c:v>Monthly Price</c:v>
                  </c:pt>
                  <c:pt idx="4">
                    <c:v>Monthly Price &amp; 0% APR</c:v>
                  </c:pt>
                  <c:pt idx="5">
                    <c:v>Monthly Price</c:v>
                  </c:pt>
                  <c:pt idx="6">
                    <c:v>Monthly Price &amp; 0% APR</c:v>
                  </c:pt>
                  <c:pt idx="7">
                    <c:v>Monthly Price</c:v>
                  </c:pt>
                </c:lvl>
                <c:lvl>
                  <c:pt idx="0">
                    <c:v>Arteon</c:v>
                  </c:pt>
                  <c:pt idx="2">
                    <c:v>E-Golf</c:v>
                  </c:pt>
                  <c:pt idx="4">
                    <c:v>Golf 8</c:v>
                  </c:pt>
                  <c:pt idx="6">
                    <c:v>Passat GTE</c:v>
                  </c:pt>
                </c:lvl>
              </c:multiLvlStrCache>
            </c:multiLvlStrRef>
          </c:cat>
          <c:val>
            <c:numRef>
              <c:f>'New PIVOT'!$C$17:$C$29</c:f>
              <c:numCache>
                <c:formatCode>0.00%</c:formatCode>
                <c:ptCount val="8"/>
                <c:pt idx="0">
                  <c:v>7.9330600834860138E-5</c:v>
                </c:pt>
                <c:pt idx="1">
                  <c:v>3.9585669987464537E-5</c:v>
                </c:pt>
                <c:pt idx="2">
                  <c:v>1.9047132361310165E-4</c:v>
                </c:pt>
                <c:pt idx="3">
                  <c:v>1.4395538311867727E-4</c:v>
                </c:pt>
                <c:pt idx="4">
                  <c:v>2.4139413379187195E-4</c:v>
                </c:pt>
                <c:pt idx="5">
                  <c:v>1.9202309574337768E-4</c:v>
                </c:pt>
                <c:pt idx="6">
                  <c:v>6.2547888226923744E-5</c:v>
                </c:pt>
                <c:pt idx="7">
                  <c:v>3.3583493041500239E-5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D4-5E46-B401-2E3A0E74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0986336"/>
        <c:axId val="80971600"/>
      </c:lineChart>
      <c:catAx>
        <c:axId val="68547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97040"/>
        <c:crosses val="autoZero"/>
        <c:auto val="1"/>
        <c:lblAlgn val="ctr"/>
        <c:lblOffset val="100"/>
        <c:noMultiLvlLbl val="0"/>
      </c:catAx>
      <c:valAx>
        <c:axId val="68797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547888"/>
        <c:crosses val="autoZero"/>
        <c:crossBetween val="between"/>
      </c:valAx>
      <c:valAx>
        <c:axId val="80971600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986336"/>
        <c:crosses val="max"/>
        <c:crossBetween val="between"/>
      </c:valAx>
      <c:catAx>
        <c:axId val="80986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09716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[VW IE APR vs APR &amp; Monthly Price.xlsx]Pivot Oct-Dec!PivotTable5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rgbClr val="33434C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kern="1200" dirty="0">
                <a:solidFill>
                  <a:srgbClr val="002060"/>
                </a:solidFill>
                <a:effectLst/>
                <a:latin typeface="VW Text Office"/>
                <a:ea typeface="+mn-ea"/>
                <a:cs typeface="+mn-cs"/>
              </a:rPr>
              <a:t>Overall Offer Messaging Performance</a:t>
            </a:r>
            <a:endParaRPr lang="en-GB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rgbClr val="33434C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noFill/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425402688491876"/>
          <c:y val="0.15275962143719088"/>
          <c:w val="0.72720717922930678"/>
          <c:h val="0.645867094397800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Oct-Dec'!$B$11</c:f>
              <c:strCache>
                <c:ptCount val="1"/>
                <c:pt idx="0">
                  <c:v>No. Impressions</c:v>
                </c:pt>
              </c:strCache>
            </c:strRef>
          </c:tx>
          <c:spPr>
            <a:solidFill>
              <a:schemeClr val="accent1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Oct-Dec'!$A$12:$A$14</c:f>
              <c:strCache>
                <c:ptCount val="2"/>
                <c:pt idx="0">
                  <c:v>APR</c:v>
                </c:pt>
                <c:pt idx="1">
                  <c:v>APR &amp; Monthly Price</c:v>
                </c:pt>
              </c:strCache>
            </c:strRef>
          </c:cat>
          <c:val>
            <c:numRef>
              <c:f>'Pivot Oct-Dec'!$B$12:$B$14</c:f>
              <c:numCache>
                <c:formatCode>#,##0</c:formatCode>
                <c:ptCount val="2"/>
                <c:pt idx="0">
                  <c:v>365469</c:v>
                </c:pt>
                <c:pt idx="1">
                  <c:v>361085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3C-6341-84F0-A818FBA8C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52192175"/>
        <c:axId val="1263754111"/>
      </c:barChart>
      <c:lineChart>
        <c:grouping val="standard"/>
        <c:varyColors val="0"/>
        <c:ser>
          <c:idx val="1"/>
          <c:order val="1"/>
          <c:tx>
            <c:strRef>
              <c:f>'Pivot Oct-Dec'!$C$11</c:f>
              <c:strCache>
                <c:ptCount val="1"/>
                <c:pt idx="0">
                  <c:v>CVR%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'Pivot Oct-Dec'!$A$12:$A$14</c:f>
              <c:strCache>
                <c:ptCount val="2"/>
                <c:pt idx="0">
                  <c:v>APR</c:v>
                </c:pt>
                <c:pt idx="1">
                  <c:v>APR &amp; Monthly Price</c:v>
                </c:pt>
              </c:strCache>
            </c:strRef>
          </c:cat>
          <c:val>
            <c:numRef>
              <c:f>'Pivot Oct-Dec'!$C$12:$C$14</c:f>
              <c:numCache>
                <c:formatCode>0.00%</c:formatCode>
                <c:ptCount val="2"/>
                <c:pt idx="0">
                  <c:v>3.5297111382907989E-4</c:v>
                </c:pt>
                <c:pt idx="1">
                  <c:v>5.1788360081421274E-4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3C-6341-84F0-A818FBA8C332}"/>
            </c:ext>
          </c:extLst>
        </c:ser>
        <c:ser>
          <c:idx val="2"/>
          <c:order val="2"/>
          <c:tx>
            <c:strRef>
              <c:f>'Pivot Oct-Dec'!$D$11</c:f>
              <c:strCache>
                <c:ptCount val="1"/>
                <c:pt idx="0">
                  <c:v>CTR%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8"/>
            <c:spPr>
              <a:solidFill>
                <a:schemeClr val="accent4">
                  <a:lumMod val="50000"/>
                  <a:lumOff val="50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0"/>
            <c:marker>
              <c:symbol val="circle"/>
              <c:size val="8"/>
              <c:spPr>
                <a:solidFill>
                  <a:schemeClr val="accent4">
                    <a:lumMod val="50000"/>
                    <a:lumOff val="50000"/>
                  </a:schemeClr>
                </a:solidFill>
                <a:ln w="9525">
                  <a:solidFill>
                    <a:schemeClr val="accent4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E37C-CF4F-9FAE-4A35C2F0F63B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chemeClr val="accent4">
                    <a:lumMod val="50000"/>
                    <a:lumOff val="50000"/>
                  </a:schemeClr>
                </a:solidFill>
                <a:ln w="9525">
                  <a:solidFill>
                    <a:schemeClr val="accent4">
                      <a:lumMod val="50000"/>
                      <a:lumOff val="5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E37C-CF4F-9FAE-4A35C2F0F63B}"/>
              </c:ext>
            </c:extLst>
          </c:dPt>
          <c:cat>
            <c:strRef>
              <c:f>'Pivot Oct-Dec'!$A$12:$A$14</c:f>
              <c:strCache>
                <c:ptCount val="2"/>
                <c:pt idx="0">
                  <c:v>APR</c:v>
                </c:pt>
                <c:pt idx="1">
                  <c:v>APR &amp; Monthly Price</c:v>
                </c:pt>
              </c:strCache>
            </c:strRef>
          </c:cat>
          <c:val>
            <c:numRef>
              <c:f>'Pivot Oct-Dec'!$D$12:$D$14</c:f>
              <c:numCache>
                <c:formatCode>0.00%</c:formatCode>
                <c:ptCount val="2"/>
                <c:pt idx="0">
                  <c:v>1.8250521932092736E-3</c:v>
                </c:pt>
                <c:pt idx="1">
                  <c:v>1.8942908179514519E-3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3C-6341-84F0-A818FBA8C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4843007"/>
        <c:axId val="1258791839"/>
      </c:lineChart>
      <c:catAx>
        <c:axId val="1152192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50" b="1" dirty="0"/>
                  <a:t>Message Type</a:t>
                </a:r>
              </a:p>
            </c:rich>
          </c:tx>
          <c:layout>
            <c:manualLayout>
              <c:xMode val="edge"/>
              <c:yMode val="edge"/>
              <c:x val="0.43193684839429342"/>
              <c:y val="0.8282736463117107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3754111"/>
        <c:crosses val="autoZero"/>
        <c:auto val="1"/>
        <c:lblAlgn val="ctr"/>
        <c:lblOffset val="100"/>
        <c:noMultiLvlLbl val="0"/>
      </c:catAx>
      <c:valAx>
        <c:axId val="1263754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50" b="1" dirty="0"/>
                  <a:t>No. Impressions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2192175"/>
        <c:crosses val="autoZero"/>
        <c:crossBetween val="between"/>
      </c:valAx>
      <c:valAx>
        <c:axId val="12587918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050" b="1" dirty="0"/>
                  <a:t>CTR/CVR%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4843007"/>
        <c:crosses val="max"/>
        <c:crossBetween val="between"/>
      </c:valAx>
      <c:catAx>
        <c:axId val="12648430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587918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63820-179E-4D0D-9E01-B107DF749B23}" type="datetimeFigureOut">
              <a:rPr lang="en-GB" smtClean="0"/>
              <a:t>05/03/2021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8CFC9-5379-4509-B9FE-B026FC3BB8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433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8CFC9-5379-4509-B9FE-B026FC3BB8A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376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2060"/>
                </a:solidFill>
              </a:rPr>
              <a:t>Ads with APR messaging was 33% more effective at driving conversions resulting in 575 </a:t>
            </a:r>
            <a:r>
              <a:rPr lang="en-US" sz="1200">
                <a:solidFill>
                  <a:srgbClr val="002060"/>
                </a:solidFill>
              </a:rPr>
              <a:t>euros saved </a:t>
            </a:r>
            <a:r>
              <a:rPr lang="en-US" sz="1200" dirty="0">
                <a:solidFill>
                  <a:srgbClr val="002060"/>
                </a:solidFill>
              </a:rPr>
              <a:t>in achieving campaign goals.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8CFC9-5379-4509-B9FE-B026FC3BB8A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793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8CFC9-5379-4509-B9FE-B026FC3BB8A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30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Tests across VW Group see similar results for 0% but above that needs further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8CFC9-5379-4509-B9FE-B026FC3BB8A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312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CFCA9-5A87-4C54-A0DD-FEE9B5D7103A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10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50724"/>
            <a:ext cx="9144000" cy="864000"/>
          </a:xfrm>
        </p:spPr>
        <p:txBody>
          <a:bodyPr anchor="t"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23657"/>
            <a:ext cx="9144000" cy="596411"/>
          </a:xfrm>
        </p:spPr>
        <p:txBody>
          <a:bodyPr anchor="b"/>
          <a:lstStyle>
            <a:lvl1pPr marL="0" indent="0" algn="ctr">
              <a:buNone/>
              <a:defRPr sz="2400" cap="all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0ACE3E-2B47-4C87-98AD-1D31000033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000" y="4892422"/>
            <a:ext cx="1016000" cy="421217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1333" cap="none" baseline="0" smtClean="0">
                <a:sym typeface="Helvetica Light"/>
              </a:defRPr>
            </a:lvl1pPr>
            <a:lvl2pPr>
              <a:defRPr lang="en-US" sz="2000" smtClean="0">
                <a:sym typeface="Helvetica Light"/>
              </a:defRPr>
            </a:lvl2pPr>
            <a:lvl3pPr>
              <a:defRPr lang="en-US" sz="1800" smtClean="0">
                <a:sym typeface="Helvetica Light"/>
              </a:defRPr>
            </a:lvl3pPr>
            <a:lvl4pPr>
              <a:defRPr lang="en-US" sz="1600" smtClean="0">
                <a:sym typeface="Helvetica Light"/>
              </a:defRPr>
            </a:lvl4pPr>
            <a:lvl5pPr>
              <a:defRPr lang="en-GB" sz="1600">
                <a:sym typeface="Helvetica Light"/>
              </a:defRPr>
            </a:lvl5pPr>
          </a:lstStyle>
          <a:p>
            <a:pPr lvl="0" algn="ctr"/>
            <a:r>
              <a:rPr lang="en-US"/>
              <a:t>for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70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50724"/>
            <a:ext cx="9144000" cy="864000"/>
          </a:xfrm>
        </p:spPr>
        <p:txBody>
          <a:bodyPr anchor="t"/>
          <a:lstStyle>
            <a:lvl1pPr algn="ct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23657"/>
            <a:ext cx="9144000" cy="596411"/>
          </a:xfrm>
        </p:spPr>
        <p:txBody>
          <a:bodyPr anchor="b"/>
          <a:lstStyle>
            <a:lvl1pPr marL="0" indent="0" algn="ctr">
              <a:buNone/>
              <a:defRPr sz="2400" cap="all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DEC3878-06CA-46E5-A8B8-DBBD025D5E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000" y="4892422"/>
            <a:ext cx="1016000" cy="421217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1333" cap="none" baseline="0" smtClean="0">
                <a:sym typeface="Helvetica Light"/>
              </a:defRPr>
            </a:lvl1pPr>
            <a:lvl2pPr>
              <a:defRPr lang="en-US" sz="2000" smtClean="0">
                <a:sym typeface="Helvetica Light"/>
              </a:defRPr>
            </a:lvl2pPr>
            <a:lvl3pPr>
              <a:defRPr lang="en-US" sz="1800" smtClean="0">
                <a:sym typeface="Helvetica Light"/>
              </a:defRPr>
            </a:lvl3pPr>
            <a:lvl4pPr>
              <a:defRPr lang="en-US" sz="1600" smtClean="0">
                <a:sym typeface="Helvetica Light"/>
              </a:defRPr>
            </a:lvl4pPr>
            <a:lvl5pPr>
              <a:defRPr lang="en-GB" sz="1600">
                <a:sym typeface="Helvetica Light"/>
              </a:defRPr>
            </a:lvl5pPr>
          </a:lstStyle>
          <a:p>
            <a:pPr lvl="0" algn="ctr"/>
            <a:r>
              <a:rPr lang="en-US"/>
              <a:t>for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429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3317"/>
            <a:ext cx="9144000" cy="2103187"/>
          </a:xfrm>
        </p:spPr>
        <p:txBody>
          <a:bodyPr anchor="b"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78272"/>
            <a:ext cx="9144000" cy="596411"/>
          </a:xfrm>
        </p:spPr>
        <p:txBody>
          <a:bodyPr anchor="t"/>
          <a:lstStyle>
            <a:lvl1pPr marL="0" indent="0" algn="ctr">
              <a:buNone/>
              <a:defRPr sz="2400" cap="all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45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1F6C34-BACA-4CF6-BAA0-95FD98F66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3317"/>
            <a:ext cx="9144000" cy="2103187"/>
          </a:xfrm>
        </p:spPr>
        <p:txBody>
          <a:bodyPr anchor="b"/>
          <a:lstStyle>
            <a:lvl1pPr algn="ct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26B60B1-531A-4522-BFBD-73DB8DB3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272"/>
            <a:ext cx="9144000" cy="596411"/>
          </a:xfrm>
        </p:spPr>
        <p:txBody>
          <a:bodyPr anchor="t"/>
          <a:lstStyle>
            <a:lvl1pPr marL="0" indent="0" algn="ctr">
              <a:buNone/>
              <a:defRPr sz="2400" cap="all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318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1F6C34-BACA-4CF6-BAA0-95FD98F66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8163"/>
            <a:ext cx="9144000" cy="2743200"/>
          </a:xfrm>
        </p:spPr>
        <p:txBody>
          <a:bodyPr anchor="ctr"/>
          <a:lstStyle>
            <a:lvl1pPr algn="ctr" defTabSz="6088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VW Head Office" panose="020B0504040200000003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390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4087" y="1485900"/>
            <a:ext cx="10687052" cy="4427541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10279589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2133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2133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2133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42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 - descrip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6" y="1833733"/>
            <a:ext cx="4681539" cy="40888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276976" y="1833733"/>
            <a:ext cx="4681539" cy="40888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84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4680000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6286047" y="1825627"/>
            <a:ext cx="4680000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17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4680000" cy="4087813"/>
          </a:xfrm>
        </p:spPr>
        <p:txBody>
          <a:bodyPr/>
          <a:lstStyle>
            <a:lvl1pPr marL="0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239171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6286047" y="1825627"/>
            <a:ext cx="4680000" cy="4087813"/>
          </a:xfrm>
        </p:spPr>
        <p:txBody>
          <a:bodyPr/>
          <a:lstStyle>
            <a:lvl1pPr marL="0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239171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03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193805" y="1454219"/>
            <a:ext cx="5094819" cy="4466967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algn="ctr">
              <a:defRPr sz="1467">
                <a:solidFill>
                  <a:schemeClr val="accent1"/>
                </a:solidFill>
                <a:latin typeface="VW Head Office" panose="020B0504040200000003" pitchFamily="34" charset="0"/>
                <a:cs typeface="VW Head Office" panose="020B05040402000000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L-Shape 9"/>
          <p:cNvSpPr>
            <a:spLocks noChangeAspect="1"/>
          </p:cNvSpPr>
          <p:nvPr/>
        </p:nvSpPr>
        <p:spPr>
          <a:xfrm rot="5400000">
            <a:off x="6406867" y="1454159"/>
            <a:ext cx="125884" cy="126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/>
          </p:nvPr>
        </p:nvSpPr>
        <p:spPr>
          <a:xfrm>
            <a:off x="6564528" y="1497765"/>
            <a:ext cx="4284000" cy="442341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16C1BB7F-4D65-467A-8394-9DC99E56C21B}"/>
              </a:ext>
            </a:extLst>
          </p:cNvPr>
          <p:cNvSpPr>
            <a:spLocks noChangeAspect="1"/>
          </p:cNvSpPr>
          <p:nvPr/>
        </p:nvSpPr>
        <p:spPr>
          <a:xfrm rot="5400000">
            <a:off x="6406866" y="1454159"/>
            <a:ext cx="125884" cy="126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8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344" y="347537"/>
            <a:ext cx="11599245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CC7FE-664F-49EB-891A-D8CC3A4D1CB5}"/>
              </a:ext>
            </a:extLst>
          </p:cNvPr>
          <p:cNvSpPr txBox="1"/>
          <p:nvPr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6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F9799D1-DF13-4FD5-8F05-BEA2D9158F89}"/>
              </a:ext>
            </a:extLst>
          </p:cNvPr>
          <p:cNvGrpSpPr/>
          <p:nvPr/>
        </p:nvGrpSpPr>
        <p:grpSpPr>
          <a:xfrm>
            <a:off x="302886" y="6234075"/>
            <a:ext cx="11230303" cy="350268"/>
            <a:chOff x="302885" y="6234075"/>
            <a:chExt cx="11230303" cy="35026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C8F8A0C-BA27-4AD1-AB38-05EFFA81BD8F}"/>
                </a:ext>
              </a:extLst>
            </p:cNvPr>
            <p:cNvGrpSpPr/>
            <p:nvPr/>
          </p:nvGrpSpPr>
          <p:grpSpPr>
            <a:xfrm>
              <a:off x="302885" y="6259263"/>
              <a:ext cx="11230303" cy="325080"/>
              <a:chOff x="302885" y="6259263"/>
              <a:chExt cx="11230303" cy="32508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A92B411-2F82-4774-A963-B5C9BB12E7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2885" y="6259263"/>
                <a:ext cx="493560" cy="325080"/>
              </a:xfrm>
              <a:custGeom>
                <a:avLst/>
                <a:gdLst>
                  <a:gd name="T0" fmla="*/ 846 w 914"/>
                  <a:gd name="T1" fmla="*/ 52 h 602"/>
                  <a:gd name="T2" fmla="*/ 858 w 914"/>
                  <a:gd name="T3" fmla="*/ 70 h 602"/>
                  <a:gd name="T4" fmla="*/ 850 w 914"/>
                  <a:gd name="T5" fmla="*/ 126 h 602"/>
                  <a:gd name="T6" fmla="*/ 814 w 914"/>
                  <a:gd name="T7" fmla="*/ 180 h 602"/>
                  <a:gd name="T8" fmla="*/ 830 w 914"/>
                  <a:gd name="T9" fmla="*/ 64 h 602"/>
                  <a:gd name="T10" fmla="*/ 680 w 914"/>
                  <a:gd name="T11" fmla="*/ 430 h 602"/>
                  <a:gd name="T12" fmla="*/ 626 w 914"/>
                  <a:gd name="T13" fmla="*/ 386 h 602"/>
                  <a:gd name="T14" fmla="*/ 626 w 914"/>
                  <a:gd name="T15" fmla="*/ 318 h 602"/>
                  <a:gd name="T16" fmla="*/ 678 w 914"/>
                  <a:gd name="T17" fmla="*/ 270 h 602"/>
                  <a:gd name="T18" fmla="*/ 734 w 914"/>
                  <a:gd name="T19" fmla="*/ 280 h 602"/>
                  <a:gd name="T20" fmla="*/ 770 w 914"/>
                  <a:gd name="T21" fmla="*/ 350 h 602"/>
                  <a:gd name="T22" fmla="*/ 746 w 914"/>
                  <a:gd name="T23" fmla="*/ 410 h 602"/>
                  <a:gd name="T24" fmla="*/ 148 w 914"/>
                  <a:gd name="T25" fmla="*/ 432 h 602"/>
                  <a:gd name="T26" fmla="*/ 96 w 914"/>
                  <a:gd name="T27" fmla="*/ 408 h 602"/>
                  <a:gd name="T28" fmla="*/ 74 w 914"/>
                  <a:gd name="T29" fmla="*/ 350 h 602"/>
                  <a:gd name="T30" fmla="*/ 106 w 914"/>
                  <a:gd name="T31" fmla="*/ 282 h 602"/>
                  <a:gd name="T32" fmla="*/ 164 w 914"/>
                  <a:gd name="T33" fmla="*/ 270 h 602"/>
                  <a:gd name="T34" fmla="*/ 218 w 914"/>
                  <a:gd name="T35" fmla="*/ 322 h 602"/>
                  <a:gd name="T36" fmla="*/ 218 w 914"/>
                  <a:gd name="T37" fmla="*/ 384 h 602"/>
                  <a:gd name="T38" fmla="*/ 164 w 914"/>
                  <a:gd name="T39" fmla="*/ 430 h 602"/>
                  <a:gd name="T40" fmla="*/ 880 w 914"/>
                  <a:gd name="T41" fmla="*/ 428 h 602"/>
                  <a:gd name="T42" fmla="*/ 850 w 914"/>
                  <a:gd name="T43" fmla="*/ 378 h 602"/>
                  <a:gd name="T44" fmla="*/ 876 w 914"/>
                  <a:gd name="T45" fmla="*/ 258 h 602"/>
                  <a:gd name="T46" fmla="*/ 900 w 914"/>
                  <a:gd name="T47" fmla="*/ 158 h 602"/>
                  <a:gd name="T48" fmla="*/ 894 w 914"/>
                  <a:gd name="T49" fmla="*/ 46 h 602"/>
                  <a:gd name="T50" fmla="*/ 862 w 914"/>
                  <a:gd name="T51" fmla="*/ 6 h 602"/>
                  <a:gd name="T52" fmla="*/ 820 w 914"/>
                  <a:gd name="T53" fmla="*/ 6 h 602"/>
                  <a:gd name="T54" fmla="*/ 788 w 914"/>
                  <a:gd name="T55" fmla="*/ 34 h 602"/>
                  <a:gd name="T56" fmla="*/ 756 w 914"/>
                  <a:gd name="T57" fmla="*/ 132 h 602"/>
                  <a:gd name="T58" fmla="*/ 754 w 914"/>
                  <a:gd name="T59" fmla="*/ 220 h 602"/>
                  <a:gd name="T60" fmla="*/ 684 w 914"/>
                  <a:gd name="T61" fmla="*/ 200 h 602"/>
                  <a:gd name="T62" fmla="*/ 592 w 914"/>
                  <a:gd name="T63" fmla="*/ 234 h 602"/>
                  <a:gd name="T64" fmla="*/ 556 w 914"/>
                  <a:gd name="T65" fmla="*/ 284 h 602"/>
                  <a:gd name="T66" fmla="*/ 542 w 914"/>
                  <a:gd name="T67" fmla="*/ 248 h 602"/>
                  <a:gd name="T68" fmla="*/ 476 w 914"/>
                  <a:gd name="T69" fmla="*/ 200 h 602"/>
                  <a:gd name="T70" fmla="*/ 428 w 914"/>
                  <a:gd name="T71" fmla="*/ 202 h 602"/>
                  <a:gd name="T72" fmla="*/ 288 w 914"/>
                  <a:gd name="T73" fmla="*/ 100 h 602"/>
                  <a:gd name="T74" fmla="*/ 252 w 914"/>
                  <a:gd name="T75" fmla="*/ 228 h 602"/>
                  <a:gd name="T76" fmla="*/ 162 w 914"/>
                  <a:gd name="T77" fmla="*/ 198 h 602"/>
                  <a:gd name="T78" fmla="*/ 114 w 914"/>
                  <a:gd name="T79" fmla="*/ 208 h 602"/>
                  <a:gd name="T80" fmla="*/ 74 w 914"/>
                  <a:gd name="T81" fmla="*/ 204 h 602"/>
                  <a:gd name="T82" fmla="*/ 74 w 914"/>
                  <a:gd name="T83" fmla="*/ 466 h 602"/>
                  <a:gd name="T84" fmla="*/ 162 w 914"/>
                  <a:gd name="T85" fmla="*/ 500 h 602"/>
                  <a:gd name="T86" fmla="*/ 254 w 914"/>
                  <a:gd name="T87" fmla="*/ 468 h 602"/>
                  <a:gd name="T88" fmla="*/ 366 w 914"/>
                  <a:gd name="T89" fmla="*/ 492 h 602"/>
                  <a:gd name="T90" fmla="*/ 368 w 914"/>
                  <a:gd name="T91" fmla="*/ 308 h 602"/>
                  <a:gd name="T92" fmla="*/ 402 w 914"/>
                  <a:gd name="T93" fmla="*/ 278 h 602"/>
                  <a:gd name="T94" fmla="*/ 452 w 914"/>
                  <a:gd name="T95" fmla="*/ 270 h 602"/>
                  <a:gd name="T96" fmla="*/ 482 w 914"/>
                  <a:gd name="T97" fmla="*/ 306 h 602"/>
                  <a:gd name="T98" fmla="*/ 562 w 914"/>
                  <a:gd name="T99" fmla="*/ 428 h 602"/>
                  <a:gd name="T100" fmla="*/ 584 w 914"/>
                  <a:gd name="T101" fmla="*/ 460 h 602"/>
                  <a:gd name="T102" fmla="*/ 664 w 914"/>
                  <a:gd name="T103" fmla="*/ 500 h 602"/>
                  <a:gd name="T104" fmla="*/ 732 w 914"/>
                  <a:gd name="T105" fmla="*/ 492 h 602"/>
                  <a:gd name="T106" fmla="*/ 800 w 914"/>
                  <a:gd name="T107" fmla="*/ 452 h 602"/>
                  <a:gd name="T108" fmla="*/ 848 w 914"/>
                  <a:gd name="T109" fmla="*/ 490 h 602"/>
                  <a:gd name="T110" fmla="*/ 914 w 914"/>
                  <a:gd name="T111" fmla="*/ 432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14" h="602">
                    <a:moveTo>
                      <a:pt x="838" y="54"/>
                    </a:moveTo>
                    <a:lnTo>
                      <a:pt x="838" y="54"/>
                    </a:lnTo>
                    <a:lnTo>
                      <a:pt x="842" y="54"/>
                    </a:lnTo>
                    <a:lnTo>
                      <a:pt x="846" y="52"/>
                    </a:lnTo>
                    <a:lnTo>
                      <a:pt x="846" y="52"/>
                    </a:lnTo>
                    <a:lnTo>
                      <a:pt x="850" y="54"/>
                    </a:lnTo>
                    <a:lnTo>
                      <a:pt x="852" y="54"/>
                    </a:lnTo>
                    <a:lnTo>
                      <a:pt x="852" y="54"/>
                    </a:lnTo>
                    <a:lnTo>
                      <a:pt x="856" y="60"/>
                    </a:lnTo>
                    <a:lnTo>
                      <a:pt x="858" y="70"/>
                    </a:lnTo>
                    <a:lnTo>
                      <a:pt x="858" y="80"/>
                    </a:lnTo>
                    <a:lnTo>
                      <a:pt x="858" y="92"/>
                    </a:lnTo>
                    <a:lnTo>
                      <a:pt x="854" y="108"/>
                    </a:lnTo>
                    <a:lnTo>
                      <a:pt x="850" y="126"/>
                    </a:lnTo>
                    <a:lnTo>
                      <a:pt x="850" y="126"/>
                    </a:lnTo>
                    <a:lnTo>
                      <a:pt x="832" y="186"/>
                    </a:lnTo>
                    <a:lnTo>
                      <a:pt x="818" y="228"/>
                    </a:lnTo>
                    <a:lnTo>
                      <a:pt x="818" y="228"/>
                    </a:lnTo>
                    <a:lnTo>
                      <a:pt x="816" y="206"/>
                    </a:lnTo>
                    <a:lnTo>
                      <a:pt x="814" y="180"/>
                    </a:lnTo>
                    <a:lnTo>
                      <a:pt x="814" y="152"/>
                    </a:lnTo>
                    <a:lnTo>
                      <a:pt x="816" y="126"/>
                    </a:lnTo>
                    <a:lnTo>
                      <a:pt x="820" y="100"/>
                    </a:lnTo>
                    <a:lnTo>
                      <a:pt x="824" y="80"/>
                    </a:lnTo>
                    <a:lnTo>
                      <a:pt x="830" y="64"/>
                    </a:lnTo>
                    <a:lnTo>
                      <a:pt x="834" y="58"/>
                    </a:lnTo>
                    <a:lnTo>
                      <a:pt x="838" y="54"/>
                    </a:lnTo>
                    <a:close/>
                    <a:moveTo>
                      <a:pt x="694" y="432"/>
                    </a:moveTo>
                    <a:lnTo>
                      <a:pt x="694" y="432"/>
                    </a:lnTo>
                    <a:lnTo>
                      <a:pt x="680" y="430"/>
                    </a:lnTo>
                    <a:lnTo>
                      <a:pt x="666" y="426"/>
                    </a:lnTo>
                    <a:lnTo>
                      <a:pt x="654" y="420"/>
                    </a:lnTo>
                    <a:lnTo>
                      <a:pt x="642" y="410"/>
                    </a:lnTo>
                    <a:lnTo>
                      <a:pt x="634" y="400"/>
                    </a:lnTo>
                    <a:lnTo>
                      <a:pt x="626" y="386"/>
                    </a:lnTo>
                    <a:lnTo>
                      <a:pt x="622" y="370"/>
                    </a:lnTo>
                    <a:lnTo>
                      <a:pt x="620" y="350"/>
                    </a:lnTo>
                    <a:lnTo>
                      <a:pt x="620" y="350"/>
                    </a:lnTo>
                    <a:lnTo>
                      <a:pt x="622" y="332"/>
                    </a:lnTo>
                    <a:lnTo>
                      <a:pt x="626" y="318"/>
                    </a:lnTo>
                    <a:lnTo>
                      <a:pt x="632" y="304"/>
                    </a:lnTo>
                    <a:lnTo>
                      <a:pt x="640" y="292"/>
                    </a:lnTo>
                    <a:lnTo>
                      <a:pt x="652" y="282"/>
                    </a:lnTo>
                    <a:lnTo>
                      <a:pt x="664" y="274"/>
                    </a:lnTo>
                    <a:lnTo>
                      <a:pt x="678" y="270"/>
                    </a:lnTo>
                    <a:lnTo>
                      <a:pt x="694" y="268"/>
                    </a:lnTo>
                    <a:lnTo>
                      <a:pt x="694" y="268"/>
                    </a:lnTo>
                    <a:lnTo>
                      <a:pt x="708" y="270"/>
                    </a:lnTo>
                    <a:lnTo>
                      <a:pt x="722" y="274"/>
                    </a:lnTo>
                    <a:lnTo>
                      <a:pt x="734" y="280"/>
                    </a:lnTo>
                    <a:lnTo>
                      <a:pt x="746" y="290"/>
                    </a:lnTo>
                    <a:lnTo>
                      <a:pt x="754" y="302"/>
                    </a:lnTo>
                    <a:lnTo>
                      <a:pt x="762" y="316"/>
                    </a:lnTo>
                    <a:lnTo>
                      <a:pt x="768" y="332"/>
                    </a:lnTo>
                    <a:lnTo>
                      <a:pt x="770" y="350"/>
                    </a:lnTo>
                    <a:lnTo>
                      <a:pt x="770" y="350"/>
                    </a:lnTo>
                    <a:lnTo>
                      <a:pt x="768" y="368"/>
                    </a:lnTo>
                    <a:lnTo>
                      <a:pt x="762" y="386"/>
                    </a:lnTo>
                    <a:lnTo>
                      <a:pt x="754" y="400"/>
                    </a:lnTo>
                    <a:lnTo>
                      <a:pt x="746" y="410"/>
                    </a:lnTo>
                    <a:lnTo>
                      <a:pt x="734" y="420"/>
                    </a:lnTo>
                    <a:lnTo>
                      <a:pt x="722" y="426"/>
                    </a:lnTo>
                    <a:lnTo>
                      <a:pt x="708" y="430"/>
                    </a:lnTo>
                    <a:lnTo>
                      <a:pt x="694" y="432"/>
                    </a:lnTo>
                    <a:close/>
                    <a:moveTo>
                      <a:pt x="148" y="432"/>
                    </a:moveTo>
                    <a:lnTo>
                      <a:pt x="148" y="432"/>
                    </a:lnTo>
                    <a:lnTo>
                      <a:pt x="132" y="430"/>
                    </a:lnTo>
                    <a:lnTo>
                      <a:pt x="118" y="424"/>
                    </a:lnTo>
                    <a:lnTo>
                      <a:pt x="106" y="418"/>
                    </a:lnTo>
                    <a:lnTo>
                      <a:pt x="96" y="408"/>
                    </a:lnTo>
                    <a:lnTo>
                      <a:pt x="86" y="396"/>
                    </a:lnTo>
                    <a:lnTo>
                      <a:pt x="80" y="382"/>
                    </a:lnTo>
                    <a:lnTo>
                      <a:pt x="74" y="366"/>
                    </a:lnTo>
                    <a:lnTo>
                      <a:pt x="74" y="350"/>
                    </a:lnTo>
                    <a:lnTo>
                      <a:pt x="74" y="350"/>
                    </a:lnTo>
                    <a:lnTo>
                      <a:pt x="74" y="334"/>
                    </a:lnTo>
                    <a:lnTo>
                      <a:pt x="78" y="318"/>
                    </a:lnTo>
                    <a:lnTo>
                      <a:pt x="86" y="304"/>
                    </a:lnTo>
                    <a:lnTo>
                      <a:pt x="94" y="292"/>
                    </a:lnTo>
                    <a:lnTo>
                      <a:pt x="106" y="282"/>
                    </a:lnTo>
                    <a:lnTo>
                      <a:pt x="118" y="274"/>
                    </a:lnTo>
                    <a:lnTo>
                      <a:pt x="132" y="270"/>
                    </a:lnTo>
                    <a:lnTo>
                      <a:pt x="148" y="268"/>
                    </a:lnTo>
                    <a:lnTo>
                      <a:pt x="148" y="268"/>
                    </a:lnTo>
                    <a:lnTo>
                      <a:pt x="164" y="270"/>
                    </a:lnTo>
                    <a:lnTo>
                      <a:pt x="180" y="276"/>
                    </a:lnTo>
                    <a:lnTo>
                      <a:pt x="192" y="284"/>
                    </a:lnTo>
                    <a:lnTo>
                      <a:pt x="204" y="294"/>
                    </a:lnTo>
                    <a:lnTo>
                      <a:pt x="212" y="308"/>
                    </a:lnTo>
                    <a:lnTo>
                      <a:pt x="218" y="322"/>
                    </a:lnTo>
                    <a:lnTo>
                      <a:pt x="222" y="336"/>
                    </a:lnTo>
                    <a:lnTo>
                      <a:pt x="222" y="350"/>
                    </a:lnTo>
                    <a:lnTo>
                      <a:pt x="222" y="350"/>
                    </a:lnTo>
                    <a:lnTo>
                      <a:pt x="222" y="368"/>
                    </a:lnTo>
                    <a:lnTo>
                      <a:pt x="218" y="384"/>
                    </a:lnTo>
                    <a:lnTo>
                      <a:pt x="210" y="398"/>
                    </a:lnTo>
                    <a:lnTo>
                      <a:pt x="202" y="408"/>
                    </a:lnTo>
                    <a:lnTo>
                      <a:pt x="190" y="418"/>
                    </a:lnTo>
                    <a:lnTo>
                      <a:pt x="178" y="426"/>
                    </a:lnTo>
                    <a:lnTo>
                      <a:pt x="164" y="430"/>
                    </a:lnTo>
                    <a:lnTo>
                      <a:pt x="148" y="432"/>
                    </a:lnTo>
                    <a:close/>
                    <a:moveTo>
                      <a:pt x="906" y="432"/>
                    </a:moveTo>
                    <a:lnTo>
                      <a:pt x="906" y="432"/>
                    </a:lnTo>
                    <a:lnTo>
                      <a:pt x="892" y="430"/>
                    </a:lnTo>
                    <a:lnTo>
                      <a:pt x="880" y="428"/>
                    </a:lnTo>
                    <a:lnTo>
                      <a:pt x="870" y="422"/>
                    </a:lnTo>
                    <a:lnTo>
                      <a:pt x="862" y="414"/>
                    </a:lnTo>
                    <a:lnTo>
                      <a:pt x="856" y="404"/>
                    </a:lnTo>
                    <a:lnTo>
                      <a:pt x="852" y="392"/>
                    </a:lnTo>
                    <a:lnTo>
                      <a:pt x="850" y="378"/>
                    </a:lnTo>
                    <a:lnTo>
                      <a:pt x="850" y="362"/>
                    </a:lnTo>
                    <a:lnTo>
                      <a:pt x="850" y="362"/>
                    </a:lnTo>
                    <a:lnTo>
                      <a:pt x="852" y="346"/>
                    </a:lnTo>
                    <a:lnTo>
                      <a:pt x="856" y="326"/>
                    </a:lnTo>
                    <a:lnTo>
                      <a:pt x="876" y="258"/>
                    </a:lnTo>
                    <a:lnTo>
                      <a:pt x="876" y="258"/>
                    </a:lnTo>
                    <a:lnTo>
                      <a:pt x="888" y="212"/>
                    </a:lnTo>
                    <a:lnTo>
                      <a:pt x="888" y="212"/>
                    </a:lnTo>
                    <a:lnTo>
                      <a:pt x="896" y="184"/>
                    </a:lnTo>
                    <a:lnTo>
                      <a:pt x="900" y="158"/>
                    </a:lnTo>
                    <a:lnTo>
                      <a:pt x="904" y="132"/>
                    </a:lnTo>
                    <a:lnTo>
                      <a:pt x="904" y="108"/>
                    </a:lnTo>
                    <a:lnTo>
                      <a:pt x="904" y="84"/>
                    </a:lnTo>
                    <a:lnTo>
                      <a:pt x="900" y="64"/>
                    </a:lnTo>
                    <a:lnTo>
                      <a:pt x="894" y="46"/>
                    </a:lnTo>
                    <a:lnTo>
                      <a:pt x="886" y="30"/>
                    </a:lnTo>
                    <a:lnTo>
                      <a:pt x="886" y="30"/>
                    </a:lnTo>
                    <a:lnTo>
                      <a:pt x="880" y="20"/>
                    </a:lnTo>
                    <a:lnTo>
                      <a:pt x="872" y="10"/>
                    </a:lnTo>
                    <a:lnTo>
                      <a:pt x="862" y="6"/>
                    </a:lnTo>
                    <a:lnTo>
                      <a:pt x="852" y="2"/>
                    </a:lnTo>
                    <a:lnTo>
                      <a:pt x="852" y="2"/>
                    </a:lnTo>
                    <a:lnTo>
                      <a:pt x="842" y="0"/>
                    </a:lnTo>
                    <a:lnTo>
                      <a:pt x="832" y="2"/>
                    </a:lnTo>
                    <a:lnTo>
                      <a:pt x="820" y="6"/>
                    </a:lnTo>
                    <a:lnTo>
                      <a:pt x="810" y="12"/>
                    </a:lnTo>
                    <a:lnTo>
                      <a:pt x="810" y="12"/>
                    </a:lnTo>
                    <a:lnTo>
                      <a:pt x="802" y="18"/>
                    </a:lnTo>
                    <a:lnTo>
                      <a:pt x="796" y="24"/>
                    </a:lnTo>
                    <a:lnTo>
                      <a:pt x="788" y="34"/>
                    </a:lnTo>
                    <a:lnTo>
                      <a:pt x="780" y="48"/>
                    </a:lnTo>
                    <a:lnTo>
                      <a:pt x="772" y="64"/>
                    </a:lnTo>
                    <a:lnTo>
                      <a:pt x="766" y="82"/>
                    </a:lnTo>
                    <a:lnTo>
                      <a:pt x="760" y="106"/>
                    </a:lnTo>
                    <a:lnTo>
                      <a:pt x="756" y="132"/>
                    </a:lnTo>
                    <a:lnTo>
                      <a:pt x="756" y="132"/>
                    </a:lnTo>
                    <a:lnTo>
                      <a:pt x="754" y="170"/>
                    </a:lnTo>
                    <a:lnTo>
                      <a:pt x="752" y="196"/>
                    </a:lnTo>
                    <a:lnTo>
                      <a:pt x="754" y="220"/>
                    </a:lnTo>
                    <a:lnTo>
                      <a:pt x="754" y="220"/>
                    </a:lnTo>
                    <a:lnTo>
                      <a:pt x="738" y="212"/>
                    </a:lnTo>
                    <a:lnTo>
                      <a:pt x="720" y="204"/>
                    </a:lnTo>
                    <a:lnTo>
                      <a:pt x="702" y="200"/>
                    </a:lnTo>
                    <a:lnTo>
                      <a:pt x="684" y="200"/>
                    </a:lnTo>
                    <a:lnTo>
                      <a:pt x="684" y="200"/>
                    </a:lnTo>
                    <a:lnTo>
                      <a:pt x="662" y="202"/>
                    </a:lnTo>
                    <a:lnTo>
                      <a:pt x="644" y="206"/>
                    </a:lnTo>
                    <a:lnTo>
                      <a:pt x="624" y="212"/>
                    </a:lnTo>
                    <a:lnTo>
                      <a:pt x="608" y="222"/>
                    </a:lnTo>
                    <a:lnTo>
                      <a:pt x="592" y="234"/>
                    </a:lnTo>
                    <a:lnTo>
                      <a:pt x="578" y="248"/>
                    </a:lnTo>
                    <a:lnTo>
                      <a:pt x="566" y="264"/>
                    </a:lnTo>
                    <a:lnTo>
                      <a:pt x="558" y="282"/>
                    </a:lnTo>
                    <a:lnTo>
                      <a:pt x="558" y="282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0" y="264"/>
                    </a:lnTo>
                    <a:lnTo>
                      <a:pt x="542" y="248"/>
                    </a:lnTo>
                    <a:lnTo>
                      <a:pt x="532" y="234"/>
                    </a:lnTo>
                    <a:lnTo>
                      <a:pt x="520" y="220"/>
                    </a:lnTo>
                    <a:lnTo>
                      <a:pt x="506" y="212"/>
                    </a:lnTo>
                    <a:lnTo>
                      <a:pt x="492" y="204"/>
                    </a:lnTo>
                    <a:lnTo>
                      <a:pt x="476" y="200"/>
                    </a:lnTo>
                    <a:lnTo>
                      <a:pt x="458" y="198"/>
                    </a:lnTo>
                    <a:lnTo>
                      <a:pt x="458" y="198"/>
                    </a:lnTo>
                    <a:lnTo>
                      <a:pt x="458" y="198"/>
                    </a:lnTo>
                    <a:lnTo>
                      <a:pt x="442" y="200"/>
                    </a:lnTo>
                    <a:lnTo>
                      <a:pt x="428" y="202"/>
                    </a:lnTo>
                    <a:lnTo>
                      <a:pt x="402" y="208"/>
                    </a:lnTo>
                    <a:lnTo>
                      <a:pt x="382" y="216"/>
                    </a:lnTo>
                    <a:lnTo>
                      <a:pt x="366" y="224"/>
                    </a:lnTo>
                    <a:lnTo>
                      <a:pt x="366" y="100"/>
                    </a:lnTo>
                    <a:lnTo>
                      <a:pt x="288" y="100"/>
                    </a:lnTo>
                    <a:lnTo>
                      <a:pt x="288" y="276"/>
                    </a:lnTo>
                    <a:lnTo>
                      <a:pt x="288" y="276"/>
                    </a:lnTo>
                    <a:lnTo>
                      <a:pt x="278" y="258"/>
                    </a:lnTo>
                    <a:lnTo>
                      <a:pt x="266" y="242"/>
                    </a:lnTo>
                    <a:lnTo>
                      <a:pt x="252" y="228"/>
                    </a:lnTo>
                    <a:lnTo>
                      <a:pt x="236" y="218"/>
                    </a:lnTo>
                    <a:lnTo>
                      <a:pt x="218" y="210"/>
                    </a:lnTo>
                    <a:lnTo>
                      <a:pt x="200" y="204"/>
                    </a:lnTo>
                    <a:lnTo>
                      <a:pt x="182" y="200"/>
                    </a:lnTo>
                    <a:lnTo>
                      <a:pt x="162" y="198"/>
                    </a:lnTo>
                    <a:lnTo>
                      <a:pt x="162" y="198"/>
                    </a:lnTo>
                    <a:lnTo>
                      <a:pt x="150" y="198"/>
                    </a:lnTo>
                    <a:lnTo>
                      <a:pt x="138" y="200"/>
                    </a:lnTo>
                    <a:lnTo>
                      <a:pt x="126" y="204"/>
                    </a:lnTo>
                    <a:lnTo>
                      <a:pt x="114" y="208"/>
                    </a:lnTo>
                    <a:lnTo>
                      <a:pt x="104" y="214"/>
                    </a:lnTo>
                    <a:lnTo>
                      <a:pt x="94" y="220"/>
                    </a:lnTo>
                    <a:lnTo>
                      <a:pt x="84" y="228"/>
                    </a:lnTo>
                    <a:lnTo>
                      <a:pt x="74" y="238"/>
                    </a:lnTo>
                    <a:lnTo>
                      <a:pt x="74" y="204"/>
                    </a:lnTo>
                    <a:lnTo>
                      <a:pt x="0" y="204"/>
                    </a:lnTo>
                    <a:lnTo>
                      <a:pt x="0" y="602"/>
                    </a:lnTo>
                    <a:lnTo>
                      <a:pt x="74" y="602"/>
                    </a:lnTo>
                    <a:lnTo>
                      <a:pt x="74" y="466"/>
                    </a:lnTo>
                    <a:lnTo>
                      <a:pt x="74" y="466"/>
                    </a:lnTo>
                    <a:lnTo>
                      <a:pt x="94" y="480"/>
                    </a:lnTo>
                    <a:lnTo>
                      <a:pt x="116" y="492"/>
                    </a:lnTo>
                    <a:lnTo>
                      <a:pt x="138" y="498"/>
                    </a:lnTo>
                    <a:lnTo>
                      <a:pt x="162" y="500"/>
                    </a:lnTo>
                    <a:lnTo>
                      <a:pt x="162" y="500"/>
                    </a:lnTo>
                    <a:lnTo>
                      <a:pt x="184" y="498"/>
                    </a:lnTo>
                    <a:lnTo>
                      <a:pt x="204" y="494"/>
                    </a:lnTo>
                    <a:lnTo>
                      <a:pt x="222" y="488"/>
                    </a:lnTo>
                    <a:lnTo>
                      <a:pt x="238" y="478"/>
                    </a:lnTo>
                    <a:lnTo>
                      <a:pt x="254" y="468"/>
                    </a:lnTo>
                    <a:lnTo>
                      <a:pt x="268" y="454"/>
                    </a:lnTo>
                    <a:lnTo>
                      <a:pt x="278" y="438"/>
                    </a:lnTo>
                    <a:lnTo>
                      <a:pt x="288" y="420"/>
                    </a:lnTo>
                    <a:lnTo>
                      <a:pt x="288" y="492"/>
                    </a:lnTo>
                    <a:lnTo>
                      <a:pt x="366" y="492"/>
                    </a:lnTo>
                    <a:lnTo>
                      <a:pt x="366" y="330"/>
                    </a:lnTo>
                    <a:lnTo>
                      <a:pt x="366" y="330"/>
                    </a:lnTo>
                    <a:lnTo>
                      <a:pt x="366" y="320"/>
                    </a:lnTo>
                    <a:lnTo>
                      <a:pt x="368" y="308"/>
                    </a:lnTo>
                    <a:lnTo>
                      <a:pt x="368" y="308"/>
                    </a:lnTo>
                    <a:lnTo>
                      <a:pt x="372" y="302"/>
                    </a:lnTo>
                    <a:lnTo>
                      <a:pt x="376" y="296"/>
                    </a:lnTo>
                    <a:lnTo>
                      <a:pt x="384" y="288"/>
                    </a:lnTo>
                    <a:lnTo>
                      <a:pt x="392" y="282"/>
                    </a:lnTo>
                    <a:lnTo>
                      <a:pt x="402" y="278"/>
                    </a:lnTo>
                    <a:lnTo>
                      <a:pt x="414" y="272"/>
                    </a:lnTo>
                    <a:lnTo>
                      <a:pt x="426" y="270"/>
                    </a:lnTo>
                    <a:lnTo>
                      <a:pt x="440" y="268"/>
                    </a:lnTo>
                    <a:lnTo>
                      <a:pt x="440" y="268"/>
                    </a:lnTo>
                    <a:lnTo>
                      <a:pt x="452" y="270"/>
                    </a:lnTo>
                    <a:lnTo>
                      <a:pt x="462" y="272"/>
                    </a:lnTo>
                    <a:lnTo>
                      <a:pt x="468" y="278"/>
                    </a:lnTo>
                    <a:lnTo>
                      <a:pt x="474" y="284"/>
                    </a:lnTo>
                    <a:lnTo>
                      <a:pt x="480" y="294"/>
                    </a:lnTo>
                    <a:lnTo>
                      <a:pt x="482" y="306"/>
                    </a:lnTo>
                    <a:lnTo>
                      <a:pt x="484" y="322"/>
                    </a:lnTo>
                    <a:lnTo>
                      <a:pt x="484" y="340"/>
                    </a:lnTo>
                    <a:lnTo>
                      <a:pt x="484" y="492"/>
                    </a:lnTo>
                    <a:lnTo>
                      <a:pt x="562" y="492"/>
                    </a:lnTo>
                    <a:lnTo>
                      <a:pt x="562" y="428"/>
                    </a:lnTo>
                    <a:lnTo>
                      <a:pt x="562" y="428"/>
                    </a:lnTo>
                    <a:lnTo>
                      <a:pt x="564" y="430"/>
                    </a:lnTo>
                    <a:lnTo>
                      <a:pt x="564" y="430"/>
                    </a:lnTo>
                    <a:lnTo>
                      <a:pt x="574" y="444"/>
                    </a:lnTo>
                    <a:lnTo>
                      <a:pt x="584" y="460"/>
                    </a:lnTo>
                    <a:lnTo>
                      <a:pt x="598" y="472"/>
                    </a:lnTo>
                    <a:lnTo>
                      <a:pt x="614" y="482"/>
                    </a:lnTo>
                    <a:lnTo>
                      <a:pt x="630" y="490"/>
                    </a:lnTo>
                    <a:lnTo>
                      <a:pt x="646" y="496"/>
                    </a:lnTo>
                    <a:lnTo>
                      <a:pt x="664" y="500"/>
                    </a:lnTo>
                    <a:lnTo>
                      <a:pt x="684" y="500"/>
                    </a:lnTo>
                    <a:lnTo>
                      <a:pt x="684" y="500"/>
                    </a:lnTo>
                    <a:lnTo>
                      <a:pt x="700" y="500"/>
                    </a:lnTo>
                    <a:lnTo>
                      <a:pt x="716" y="498"/>
                    </a:lnTo>
                    <a:lnTo>
                      <a:pt x="732" y="492"/>
                    </a:lnTo>
                    <a:lnTo>
                      <a:pt x="748" y="488"/>
                    </a:lnTo>
                    <a:lnTo>
                      <a:pt x="762" y="480"/>
                    </a:lnTo>
                    <a:lnTo>
                      <a:pt x="776" y="472"/>
                    </a:lnTo>
                    <a:lnTo>
                      <a:pt x="788" y="462"/>
                    </a:lnTo>
                    <a:lnTo>
                      <a:pt x="800" y="452"/>
                    </a:lnTo>
                    <a:lnTo>
                      <a:pt x="800" y="452"/>
                    </a:lnTo>
                    <a:lnTo>
                      <a:pt x="812" y="468"/>
                    </a:lnTo>
                    <a:lnTo>
                      <a:pt x="822" y="476"/>
                    </a:lnTo>
                    <a:lnTo>
                      <a:pt x="832" y="484"/>
                    </a:lnTo>
                    <a:lnTo>
                      <a:pt x="848" y="490"/>
                    </a:lnTo>
                    <a:lnTo>
                      <a:pt x="864" y="496"/>
                    </a:lnTo>
                    <a:lnTo>
                      <a:pt x="884" y="500"/>
                    </a:lnTo>
                    <a:lnTo>
                      <a:pt x="906" y="502"/>
                    </a:lnTo>
                    <a:lnTo>
                      <a:pt x="914" y="502"/>
                    </a:lnTo>
                    <a:lnTo>
                      <a:pt x="914" y="432"/>
                    </a:lnTo>
                    <a:lnTo>
                      <a:pt x="906" y="4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12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53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W Head Office" panose="020B0504040200000003" pitchFamily="34" charset="0"/>
                  <a:sym typeface="Helvetica Light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ABA05CA-07B7-4E3E-97E7-7A5FD02CC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300" y="6406043"/>
                <a:ext cx="9894888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sp>
          <p:nvSpPr>
            <p:cNvPr id="22" name="Graphic 3">
              <a:extLst>
                <a:ext uri="{FF2B5EF4-FFF2-40B4-BE49-F238E27FC236}">
                  <a16:creationId xmlns:a16="http://schemas.microsoft.com/office/drawing/2014/main" id="{6C6E46EE-A1B6-44E7-8257-1E4FB26ED6FF}"/>
                </a:ext>
              </a:extLst>
            </p:cNvPr>
            <p:cNvSpPr/>
            <p:nvPr/>
          </p:nvSpPr>
          <p:spPr>
            <a:xfrm>
              <a:off x="1045402" y="6234075"/>
              <a:ext cx="343940" cy="343940"/>
            </a:xfrm>
            <a:custGeom>
              <a:avLst/>
              <a:gdLst>
                <a:gd name="connsiteX0" fmla="*/ 3428548 w 6848952"/>
                <a:gd name="connsiteY0" fmla="*/ 0 h 6848952"/>
                <a:gd name="connsiteX1" fmla="*/ 0 w 6848952"/>
                <a:gd name="connsiteY1" fmla="*/ 3428548 h 6848952"/>
                <a:gd name="connsiteX2" fmla="*/ 3429000 w 6848952"/>
                <a:gd name="connsiteY2" fmla="*/ 6857548 h 6848952"/>
                <a:gd name="connsiteX3" fmla="*/ 6858000 w 6848952"/>
                <a:gd name="connsiteY3" fmla="*/ 3428548 h 6848952"/>
                <a:gd name="connsiteX4" fmla="*/ 3428548 w 6848952"/>
                <a:gd name="connsiteY4" fmla="*/ 0 h 6848952"/>
                <a:gd name="connsiteX5" fmla="*/ 3428548 w 6848952"/>
                <a:gd name="connsiteY5" fmla="*/ 590982 h 6848952"/>
                <a:gd name="connsiteX6" fmla="*/ 4222737 w 6848952"/>
                <a:gd name="connsiteY6" fmla="*/ 703805 h 6848952"/>
                <a:gd name="connsiteX7" fmla="*/ 3434700 w 6848952"/>
                <a:gd name="connsiteY7" fmla="*/ 2566322 h 6848952"/>
                <a:gd name="connsiteX8" fmla="*/ 2586497 w 6848952"/>
                <a:gd name="connsiteY8" fmla="*/ 718009 h 6848952"/>
                <a:gd name="connsiteX9" fmla="*/ 3428548 w 6848952"/>
                <a:gd name="connsiteY9" fmla="*/ 590982 h 6848952"/>
                <a:gd name="connsiteX10" fmla="*/ 1951002 w 6848952"/>
                <a:gd name="connsiteY10" fmla="*/ 1005629 h 6848952"/>
                <a:gd name="connsiteX11" fmla="*/ 3029915 w 6848952"/>
                <a:gd name="connsiteY11" fmla="*/ 3335449 h 6848952"/>
                <a:gd name="connsiteX12" fmla="*/ 3839485 w 6848952"/>
                <a:gd name="connsiteY12" fmla="*/ 3335449 h 6848952"/>
                <a:gd name="connsiteX13" fmla="*/ 4854614 w 6848952"/>
                <a:gd name="connsiteY13" fmla="*/ 974958 h 6848952"/>
                <a:gd name="connsiteX14" fmla="*/ 5719644 w 6848952"/>
                <a:gd name="connsiteY14" fmla="*/ 1754399 h 6848952"/>
                <a:gd name="connsiteX15" fmla="*/ 4448743 w 6848952"/>
                <a:gd name="connsiteY15" fmla="*/ 4711754 h 6848952"/>
                <a:gd name="connsiteX16" fmla="*/ 3865904 w 6848952"/>
                <a:gd name="connsiteY16" fmla="*/ 3481295 h 6848952"/>
                <a:gd name="connsiteX17" fmla="*/ 3031996 w 6848952"/>
                <a:gd name="connsiteY17" fmla="*/ 3481295 h 6848952"/>
                <a:gd name="connsiteX18" fmla="*/ 2481456 w 6848952"/>
                <a:gd name="connsiteY18" fmla="*/ 4744144 h 6848952"/>
                <a:gd name="connsiteX19" fmla="*/ 1101985 w 6848952"/>
                <a:gd name="connsiteY19" fmla="*/ 1803708 h 6848952"/>
                <a:gd name="connsiteX20" fmla="*/ 1951002 w 6848952"/>
                <a:gd name="connsiteY20" fmla="*/ 1005629 h 6848952"/>
                <a:gd name="connsiteX21" fmla="*/ 590982 w 6848952"/>
                <a:gd name="connsiteY21" fmla="*/ 3428548 h 6848952"/>
                <a:gd name="connsiteX22" fmla="*/ 713395 w 6848952"/>
                <a:gd name="connsiteY22" fmla="*/ 2601516 h 6848952"/>
                <a:gd name="connsiteX23" fmla="*/ 716652 w 6848952"/>
                <a:gd name="connsiteY23" fmla="*/ 2606854 h 6848952"/>
                <a:gd name="connsiteX24" fmla="*/ 2309644 w 6848952"/>
                <a:gd name="connsiteY24" fmla="*/ 6036850 h 6848952"/>
                <a:gd name="connsiteX25" fmla="*/ 590982 w 6848952"/>
                <a:gd name="connsiteY25" fmla="*/ 3428548 h 6848952"/>
                <a:gd name="connsiteX26" fmla="*/ 2630378 w 6848952"/>
                <a:gd name="connsiteY26" fmla="*/ 6151843 h 6848952"/>
                <a:gd name="connsiteX27" fmla="*/ 2635354 w 6848952"/>
                <a:gd name="connsiteY27" fmla="*/ 6144424 h 6848952"/>
                <a:gd name="connsiteX28" fmla="*/ 3444924 w 6848952"/>
                <a:gd name="connsiteY28" fmla="*/ 4241917 h 6848952"/>
                <a:gd name="connsiteX29" fmla="*/ 4324612 w 6848952"/>
                <a:gd name="connsiteY29" fmla="*/ 6121353 h 6848952"/>
                <a:gd name="connsiteX30" fmla="*/ 2630378 w 6848952"/>
                <a:gd name="connsiteY30" fmla="*/ 6151843 h 6848952"/>
                <a:gd name="connsiteX31" fmla="*/ 4658645 w 6848952"/>
                <a:gd name="connsiteY31" fmla="*/ 5986093 h 6848952"/>
                <a:gd name="connsiteX32" fmla="*/ 4659279 w 6848952"/>
                <a:gd name="connsiteY32" fmla="*/ 5982475 h 6848952"/>
                <a:gd name="connsiteX33" fmla="*/ 6128230 w 6848952"/>
                <a:gd name="connsiteY33" fmla="*/ 2552569 h 6848952"/>
                <a:gd name="connsiteX34" fmla="*/ 6266113 w 6848952"/>
                <a:gd name="connsiteY34" fmla="*/ 3428548 h 6848952"/>
                <a:gd name="connsiteX35" fmla="*/ 4658645 w 6848952"/>
                <a:gd name="connsiteY35" fmla="*/ 5986365 h 684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848952" h="6848952">
                  <a:moveTo>
                    <a:pt x="3428548" y="0"/>
                  </a:moveTo>
                  <a:cubicBezTo>
                    <a:pt x="1534998" y="0"/>
                    <a:pt x="0" y="1534998"/>
                    <a:pt x="0" y="3428548"/>
                  </a:cubicBezTo>
                  <a:cubicBezTo>
                    <a:pt x="0" y="5322098"/>
                    <a:pt x="1534998" y="6857548"/>
                    <a:pt x="3429000" y="6857548"/>
                  </a:cubicBezTo>
                  <a:cubicBezTo>
                    <a:pt x="5323003" y="6857548"/>
                    <a:pt x="6858000" y="5322550"/>
                    <a:pt x="6858000" y="3428548"/>
                  </a:cubicBezTo>
                  <a:cubicBezTo>
                    <a:pt x="6858000" y="1534545"/>
                    <a:pt x="5322098" y="0"/>
                    <a:pt x="3428548" y="0"/>
                  </a:cubicBezTo>
                  <a:close/>
                  <a:moveTo>
                    <a:pt x="3428548" y="590982"/>
                  </a:moveTo>
                  <a:cubicBezTo>
                    <a:pt x="3697285" y="590789"/>
                    <a:pt x="3964686" y="628776"/>
                    <a:pt x="4222737" y="703805"/>
                  </a:cubicBezTo>
                  <a:lnTo>
                    <a:pt x="3434700" y="2566322"/>
                  </a:lnTo>
                  <a:lnTo>
                    <a:pt x="2586497" y="718009"/>
                  </a:lnTo>
                  <a:cubicBezTo>
                    <a:pt x="2859197" y="633568"/>
                    <a:pt x="3143074" y="590744"/>
                    <a:pt x="3428548" y="590982"/>
                  </a:cubicBezTo>
                  <a:close/>
                  <a:moveTo>
                    <a:pt x="1951002" y="1005629"/>
                  </a:moveTo>
                  <a:lnTo>
                    <a:pt x="3029915" y="3335449"/>
                  </a:lnTo>
                  <a:lnTo>
                    <a:pt x="3839485" y="3335449"/>
                  </a:lnTo>
                  <a:lnTo>
                    <a:pt x="4854614" y="974958"/>
                  </a:lnTo>
                  <a:cubicBezTo>
                    <a:pt x="5193489" y="1172523"/>
                    <a:pt x="5487968" y="1437865"/>
                    <a:pt x="5719644" y="1754399"/>
                  </a:cubicBezTo>
                  <a:lnTo>
                    <a:pt x="4448743" y="4711754"/>
                  </a:lnTo>
                  <a:lnTo>
                    <a:pt x="3865904" y="3481295"/>
                  </a:lnTo>
                  <a:lnTo>
                    <a:pt x="3031996" y="3481295"/>
                  </a:lnTo>
                  <a:lnTo>
                    <a:pt x="2481456" y="4744144"/>
                  </a:lnTo>
                  <a:lnTo>
                    <a:pt x="1101985" y="1803708"/>
                  </a:lnTo>
                  <a:cubicBezTo>
                    <a:pt x="1327085" y="1482117"/>
                    <a:pt x="1616116" y="1210427"/>
                    <a:pt x="1951002" y="1005629"/>
                  </a:cubicBezTo>
                  <a:close/>
                  <a:moveTo>
                    <a:pt x="590982" y="3428548"/>
                  </a:moveTo>
                  <a:cubicBezTo>
                    <a:pt x="590713" y="3148337"/>
                    <a:pt x="631966" y="2869634"/>
                    <a:pt x="713395" y="2601516"/>
                  </a:cubicBezTo>
                  <a:lnTo>
                    <a:pt x="716652" y="2606854"/>
                  </a:lnTo>
                  <a:lnTo>
                    <a:pt x="2309644" y="6036850"/>
                  </a:lnTo>
                  <a:cubicBezTo>
                    <a:pt x="1298949" y="5602660"/>
                    <a:pt x="590982" y="4598389"/>
                    <a:pt x="590982" y="3428548"/>
                  </a:cubicBezTo>
                  <a:close/>
                  <a:moveTo>
                    <a:pt x="2630378" y="6151843"/>
                  </a:moveTo>
                  <a:lnTo>
                    <a:pt x="2635354" y="6144424"/>
                  </a:lnTo>
                  <a:lnTo>
                    <a:pt x="3444924" y="4241917"/>
                  </a:lnTo>
                  <a:lnTo>
                    <a:pt x="4324612" y="6121353"/>
                  </a:lnTo>
                  <a:cubicBezTo>
                    <a:pt x="3776010" y="6302993"/>
                    <a:pt x="3185161" y="6313626"/>
                    <a:pt x="2630378" y="6151843"/>
                  </a:cubicBezTo>
                  <a:close/>
                  <a:moveTo>
                    <a:pt x="4658645" y="5986093"/>
                  </a:moveTo>
                  <a:lnTo>
                    <a:pt x="4659279" y="5982475"/>
                  </a:lnTo>
                  <a:lnTo>
                    <a:pt x="6128230" y="2552569"/>
                  </a:lnTo>
                  <a:cubicBezTo>
                    <a:pt x="6219858" y="2835521"/>
                    <a:pt x="6266388" y="3131130"/>
                    <a:pt x="6266113" y="3428548"/>
                  </a:cubicBezTo>
                  <a:cubicBezTo>
                    <a:pt x="6266113" y="4554961"/>
                    <a:pt x="5609808" y="5528109"/>
                    <a:pt x="4658645" y="5986365"/>
                  </a:cubicBezTo>
                  <a:close/>
                </a:path>
              </a:pathLst>
            </a:custGeom>
            <a:solidFill>
              <a:srgbClr val="FFFFFF"/>
            </a:solidFill>
            <a:ln w="90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4095EAB-86D2-4BF2-B508-9D2942EAA935}"/>
              </a:ext>
            </a:extLst>
          </p:cNvPr>
          <p:cNvSpPr txBox="1"/>
          <p:nvPr/>
        </p:nvSpPr>
        <p:spPr>
          <a:xfrm>
            <a:off x="11641138" y="6268999"/>
            <a:ext cx="550863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R="0" lvl="0" indent="0" defTabSz="41272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VW Head Office" panose="020B0504040200000003" pitchFamily="34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7221B736-B051-4053-A5FA-E6EDE8BD9108}" type="slidenum">
              <a:rPr lang="en-GB" sz="900" smtClean="0">
                <a:solidFill>
                  <a:schemeClr val="bg1"/>
                </a:solidFill>
              </a:rPr>
              <a:pPr lvl="0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DDA02F-6110-43A8-A6E0-B9C4741BC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861278"/>
            <a:ext cx="9144000" cy="2103187"/>
          </a:xfrm>
        </p:spPr>
        <p:txBody>
          <a:bodyPr anchor="t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0E9D0-6980-459D-AD12-E5E409ADC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388" y="2694306"/>
            <a:ext cx="4273222" cy="9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828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348" y="347536"/>
            <a:ext cx="11130321" cy="7467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193800" y="1094319"/>
            <a:ext cx="10208625" cy="520991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E2B2F-D57C-4516-B2DD-66B7C983764E}"/>
              </a:ext>
            </a:extLst>
          </p:cNvPr>
          <p:cNvSpPr txBox="1"/>
          <p:nvPr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5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15952" y="1809749"/>
            <a:ext cx="3484035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3"/>
          </p:nvPr>
        </p:nvSpPr>
        <p:spPr>
          <a:xfrm>
            <a:off x="4358219" y="1809749"/>
            <a:ext cx="3479800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8104722" y="1809749"/>
            <a:ext cx="3464983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90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0DFD7-C3E7-4AEF-9346-5356E0BCBD0C}"/>
              </a:ext>
            </a:extLst>
          </p:cNvPr>
          <p:cNvSpPr txBox="1"/>
          <p:nvPr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014CFF-0E0C-44EA-9A8C-5ED997D63ABC}"/>
              </a:ext>
            </a:extLst>
          </p:cNvPr>
          <p:cNvGrpSpPr/>
          <p:nvPr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83989A14-C8E9-4DB0-A3B2-BCB21EA78D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85394A8E-DDC7-4F02-87E5-38BFA3FC5E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803178-15AF-4457-8D9F-6E375150E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2456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83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38085-16F4-4FE1-A424-E8B536CCEE54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E16533A2-E2DC-4F41-B002-908A649ACB5C}"/>
              </a:ext>
            </a:extLst>
          </p:cNvPr>
          <p:cNvSpPr/>
          <p:nvPr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555C0BC9-84AE-4284-AD8E-E865522F631A}"/>
              </a:ext>
            </a:extLst>
          </p:cNvPr>
          <p:cNvSpPr/>
          <p:nvPr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703001-2301-4703-92E9-BF29DD3FE334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8C38D63-6556-45FD-BE57-A96CF55773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7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 3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F1F34-7DAE-4B48-BE44-525D65F67F5E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28CC3EEF-F2FA-441D-A9ED-ADB7628F2785}"/>
              </a:ext>
            </a:extLst>
          </p:cNvPr>
          <p:cNvSpPr/>
          <p:nvPr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571B8B6C-454D-427B-AC96-B1319FE43648}"/>
              </a:ext>
            </a:extLst>
          </p:cNvPr>
          <p:cNvSpPr/>
          <p:nvPr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4C2DC-FF30-4184-849E-EDFE6BFCA2D2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16BB27-089D-47FE-84D1-9080EE49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lour Divide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0E51D-EE97-476B-BFC0-2BFDFDAD1B93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8EB04F7A-8016-4718-8CA8-8979DAFC4298}"/>
              </a:ext>
            </a:extLst>
          </p:cNvPr>
          <p:cNvSpPr/>
          <p:nvPr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35257120-27EC-4063-86C3-17C93390499D}"/>
              </a:ext>
            </a:extLst>
          </p:cNvPr>
          <p:cNvSpPr/>
          <p:nvPr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7362B-F0CD-419F-8443-6950D75D755F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D81AF3-7CF8-4AB7-B4EB-8C796850D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1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lour Divider 3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34FFA-A88B-49D7-8E5C-3240E6F7F0DF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A1904D3A-5B45-4E83-8268-CC4B1A8FB5F3}"/>
              </a:ext>
            </a:extLst>
          </p:cNvPr>
          <p:cNvSpPr/>
          <p:nvPr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11B7B70D-B0C7-4D1A-A77E-85B765AE0097}"/>
              </a:ext>
            </a:extLst>
          </p:cNvPr>
          <p:cNvSpPr/>
          <p:nvPr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36D36-C11C-4437-9B84-E9655F54FC0F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5FAC60-0564-40D1-8CBC-77A6B44A9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3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lour Divi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E8474-A458-4A46-A134-25C2535C764F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956E8-AC19-4769-95D9-73233270D6C8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DAEC62-05DC-47B4-8673-3D9CF1AA77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4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lour Divider 3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9F2B6-99E2-41B5-98AD-879968748D0E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5327F-496F-4A0A-B437-86624C1D6656}"/>
              </a:ext>
            </a:extLst>
          </p:cNvPr>
          <p:cNvSpPr txBox="1"/>
          <p:nvPr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ECB8C5-0A7A-4E9C-9940-C5943C80FA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2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lour Divide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45DC5-66D1-4ADD-80F1-AFB01F0907E6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B1ABC1-24A7-4E29-84B5-0C07EF9AE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1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lour Divider 3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F5FDF-F9BA-44F2-8432-21249FE634F2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82A8B-CEB8-4649-8252-36B6B119F0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4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ark Purple Colour No Fr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CD0507-57D2-43FC-9A76-600757A978FB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21047-D8EF-4865-BBAC-A92B42EA78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56" y="6282616"/>
            <a:ext cx="1520687" cy="33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B77D3-3101-42C7-B109-A8FE2C6E86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711" y="3789043"/>
            <a:ext cx="2092175" cy="463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0332D0-7841-4364-8BD9-A47249D4C0D7}"/>
              </a:ext>
            </a:extLst>
          </p:cNvPr>
          <p:cNvSpPr txBox="1"/>
          <p:nvPr/>
        </p:nvSpPr>
        <p:spPr>
          <a:xfrm>
            <a:off x="3236328" y="2024847"/>
            <a:ext cx="5013871" cy="1974828"/>
          </a:xfrm>
          <a:prstGeom prst="rect">
            <a:avLst/>
          </a:prstGeom>
          <a:noFill/>
        </p:spPr>
        <p:txBody>
          <a:bodyPr wrap="none" lIns="45711" tIns="22856" rIns="239720" bIns="22856" rtlCol="0">
            <a:spAutoFit/>
          </a:bodyPr>
          <a:lstStyle/>
          <a:p>
            <a:pPr marL="0" marR="0" lvl="0" indent="0" algn="r" defTabSz="4126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33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InterFace"/>
                <a:sym typeface="Helvetica Light"/>
              </a:rPr>
              <a:t>Thanks</a:t>
            </a: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E54D7578-4A6A-4BFD-9ED4-B5D92150D62C}"/>
              </a:ext>
            </a:extLst>
          </p:cNvPr>
          <p:cNvSpPr>
            <a:spLocks noChangeAspect="1"/>
          </p:cNvSpPr>
          <p:nvPr/>
        </p:nvSpPr>
        <p:spPr>
          <a:xfrm rot="16200000">
            <a:off x="7716549" y="3356627"/>
            <a:ext cx="791355" cy="792088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CA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67055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cov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A7E86B-A61D-4322-B09B-825BB287E8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927" y="3156319"/>
            <a:ext cx="2534149" cy="54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7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C91D337C-BD62-4FD0-91F1-8F3ED8DD6DE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Folie" r:id="rId4" imgW="344" imgH="345" progId="TCLayout.ActiveDocument.1">
                  <p:embed/>
                </p:oleObj>
              </mc:Choice>
              <mc:Fallback>
                <p:oleObj name="think-cell Folie" r:id="rId4" imgW="344" imgH="345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C91D337C-BD62-4FD0-91F1-8F3ED8DD6D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33BB50-2654-41BF-9A51-E549F385A2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669698"/>
            <a:ext cx="11233150" cy="3600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600" spc="10" baseline="0"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26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6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6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600">
                <a:latin typeface="+mn-lt"/>
              </a:defRPr>
            </a:lvl5pPr>
          </a:lstStyle>
          <a:p>
            <a:pPr lvl="0"/>
            <a:r>
              <a:rPr lang="en-US" noProof="0"/>
              <a:t>Placeholder subtitle (optional)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9425" y="1486800"/>
            <a:ext cx="11233150" cy="4571100"/>
          </a:xfrm>
        </p:spPr>
        <p:txBody>
          <a:bodyPr/>
          <a:lstStyle>
            <a:lvl1pPr>
              <a:defRPr>
                <a:latin typeface="+mj-lt"/>
              </a:defRPr>
            </a:lvl1pPr>
            <a:lvl2pPr marL="0" indent="0">
              <a:spcBef>
                <a:spcPts val="267"/>
              </a:spcBef>
              <a:defRPr sz="1800"/>
            </a:lvl2pPr>
            <a:lvl3pPr marL="431979" indent="0">
              <a:spcBef>
                <a:spcPts val="267"/>
              </a:spcBef>
              <a:buNone/>
              <a:defRPr/>
            </a:lvl3pPr>
            <a:lvl4pPr marL="0" marR="0" indent="0" algn="l" defTabSz="1219140" rtl="0" eaLnBrk="1" fontAlgn="auto" latinLnBrk="0" hangingPunct="1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4pPr>
            <a:lvl5pPr marL="431979" indent="0">
              <a:spcBef>
                <a:spcPts val="267"/>
              </a:spcBef>
              <a:buNone/>
              <a:defRPr/>
            </a:lvl5pPr>
          </a:lstStyle>
          <a:p>
            <a:pPr lvl="0"/>
            <a:r>
              <a:rPr lang="en-US" noProof="0"/>
              <a:t>X.X Chapter title 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</a:t>
            </a:r>
          </a:p>
          <a:p>
            <a:pPr lvl="1"/>
            <a:r>
              <a:rPr lang="en-US" noProof="0"/>
              <a:t>X.X Sub-chapter  </a:t>
            </a:r>
          </a:p>
          <a:p>
            <a:pPr lvl="1"/>
            <a:r>
              <a:rPr lang="en-US" noProof="0"/>
              <a:t>X.X Sub-chapter 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A448A2-CF0D-48A7-AA33-8917BBEDE8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Creation date: mm.dd.yy | Responsible department for filing: xxxx-xx | CSD-Class: xx.x – xx years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A84592-33AD-4E01-99FE-058C8D6288B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D9249B2F-9173-48D3-A5BC-90A6758C671B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79425" y="309600"/>
            <a:ext cx="11233150" cy="360099"/>
          </a:xfrm>
        </p:spPr>
        <p:txBody>
          <a:bodyPr>
            <a:spAutoFit/>
          </a:bodyPr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980486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BF984A-1176-D54C-94A3-552A40270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656118" y="6300000"/>
            <a:ext cx="879764" cy="365125"/>
          </a:xfrm>
        </p:spPr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A2E4F7D-4C21-564F-BBC9-38C4E0DCC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0000" y="1440000"/>
            <a:ext cx="5985000" cy="4011228"/>
          </a:xfrm>
          <a:prstGeom prst="rect">
            <a:avLst/>
          </a:prstGeom>
        </p:spPr>
        <p:txBody>
          <a:bodyPr/>
          <a:lstStyle>
            <a:lvl1pPr marL="257175" indent="-455175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Font typeface="+mj-lt"/>
              <a:buAutoNum type="arabicPeriod"/>
              <a:defRPr sz="1600">
                <a:cs typeface="+mn-cs"/>
              </a:defRPr>
            </a:lvl1pPr>
          </a:lstStyle>
          <a:p>
            <a:r>
              <a:rPr lang="de-DE"/>
              <a:t>Kapitel
Kapitel
Kapitel
Kapitel</a:t>
            </a:r>
          </a:p>
          <a:p>
            <a:r>
              <a:rPr lang="de-DE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337419214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BF984A-1176-D54C-94A3-552A40270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656118" y="6300000"/>
            <a:ext cx="879764" cy="365125"/>
          </a:xfrm>
        </p:spPr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A2E4F7D-4C21-564F-BBC9-38C4E0DCC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1440000"/>
            <a:ext cx="10981532" cy="4011228"/>
          </a:xfrm>
          <a:prstGeom prst="rect">
            <a:avLst/>
          </a:prstGeom>
        </p:spPr>
        <p:txBody>
          <a:bodyPr numCol="2" spcCol="360000"/>
          <a:lstStyle>
            <a:lvl1pPr marL="257175" marR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 lang="de-DE">
                <a:effectLst/>
              </a:defRPr>
            </a:lvl1pPr>
          </a:lstStyle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>
                <a:solidFill>
                  <a:srgbClr val="FFFFFF"/>
                </a:solidFill>
                <a:effectLst/>
                <a:latin typeface="VW Text Light" panose="020B0304040200000003" pitchFamily="34" charset="0"/>
              </a:rPr>
              <a:t>Kapitel</a:t>
            </a:r>
            <a:r>
              <a:rPr lang="de-DE"/>
              <a:t>
Kapitel
Kapitel
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
Kapitel
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
Kapitel
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</a:t>
            </a:r>
          </a:p>
          <a:p>
            <a:pPr marL="257175" marR="0" lvl="0" indent="-455175" algn="l" defTabSz="41275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/>
              <a:t>Kapitel</a:t>
            </a:r>
          </a:p>
        </p:txBody>
      </p:sp>
    </p:spTree>
    <p:extLst>
      <p:ext uri="{BB962C8B-B14F-4D97-AF65-F5344CB8AC3E}">
        <p14:creationId xmlns:p14="http://schemas.microsoft.com/office/powerpoint/2010/main" val="3909071639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1BF984A-1176-D54C-94A3-552A402704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656118" y="6300000"/>
            <a:ext cx="879764" cy="365125"/>
          </a:xfrm>
        </p:spPr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A2E4F7D-4C21-564F-BBC9-38C4E0DCC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0000" y="1440000"/>
            <a:ext cx="5782950" cy="40112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1350"/>
              </a:spcAft>
              <a:buFont typeface="+mj-lt"/>
              <a:buNone/>
              <a:defRPr sz="1600">
                <a:solidFill>
                  <a:schemeClr val="accent1"/>
                </a:solidFill>
                <a:cs typeface="+mn-cs"/>
              </a:defRPr>
            </a:lvl1pPr>
          </a:lstStyle>
          <a:p>
            <a:r>
              <a:rPr lang="de-DE"/>
              <a:t>Kapitel</a:t>
            </a:r>
          </a:p>
          <a:p>
            <a:r>
              <a:rPr lang="de-DE"/>
              <a:t>Kapitel</a:t>
            </a:r>
          </a:p>
          <a:p>
            <a:r>
              <a:rPr lang="de-DE"/>
              <a:t>Kapitel</a:t>
            </a:r>
          </a:p>
          <a:p>
            <a:r>
              <a:rPr lang="de-DE"/>
              <a:t>Kapitel</a:t>
            </a:r>
          </a:p>
          <a:p>
            <a:r>
              <a:rPr lang="de-DE"/>
              <a:t>Kapitel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595302B-DFFA-6C4E-A2D7-4827051FB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851" y="-1565381"/>
            <a:ext cx="2597200" cy="4478866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30000" b="0" i="0">
                <a:latin typeface="VW Head Light" panose="020B0304040200000003" pitchFamily="34" charset="0"/>
              </a:defRPr>
            </a:lvl1pPr>
          </a:lstStyle>
          <a:p>
            <a:r>
              <a:rPr lang="de-DE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95738063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_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5867A1-C8FB-8648-AF10-C7A2CA8DCA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2ECD212-4DF0-394A-B29D-D987F067D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5801" y="1449706"/>
            <a:ext cx="3200400" cy="164909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0000" b="0" i="0">
                <a:latin typeface="VW Head Light" panose="020B0304040200000003" pitchFamily="34" charset="0"/>
              </a:defRPr>
            </a:lvl1pPr>
          </a:lstStyle>
          <a:p>
            <a:r>
              <a:rPr lang="de-DE"/>
              <a:t>1.1</a:t>
            </a: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A481D1F4-AE5A-6349-BAAA-B04C126E73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39691" y="3361266"/>
            <a:ext cx="3091670" cy="871803"/>
          </a:xfrm>
          <a:prstGeom prst="rect">
            <a:avLst/>
          </a:prstGeom>
        </p:spPr>
        <p:txBody>
          <a:bodyPr rIns="0">
            <a:noAutofit/>
          </a:bodyPr>
          <a:lstStyle>
            <a:lvl1pPr marL="0" indent="0" algn="r">
              <a:buNone/>
              <a:defRPr sz="1700" b="1" i="0">
                <a:latin typeface="VW Text" panose="020B0504040200000003" pitchFamily="34" charset="0"/>
              </a:defRPr>
            </a:lvl1pPr>
          </a:lstStyle>
          <a:p>
            <a:r>
              <a:rPr lang="de-DE"/>
              <a:t>Kapitel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82B36B09-38A6-D648-BD22-A2BEC5F5AF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2140" y="3361001"/>
            <a:ext cx="3200400" cy="8718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700" b="0" i="0">
                <a:latin typeface="VW Text Light" panose="020B0304040200000003" pitchFamily="34" charset="0"/>
              </a:defRPr>
            </a:lvl1pPr>
          </a:lstStyle>
          <a:p>
            <a:r>
              <a:rPr lang="de-DE"/>
              <a:t>Unterkapitel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B18C5F3-4D57-114E-9079-434618EBC7B0}"/>
              </a:ext>
            </a:extLst>
          </p:cNvPr>
          <p:cNvSpPr txBox="1"/>
          <p:nvPr userDrawn="1"/>
        </p:nvSpPr>
        <p:spPr>
          <a:xfrm>
            <a:off x="5987427" y="3361002"/>
            <a:ext cx="139148" cy="8718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5400" tIns="25400" rIns="25400" bIns="25400" numCol="1" spcCol="38100" rtlCol="0" anchor="t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7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VW Text" panose="020B0504040200000003" pitchFamily="34" charset="0"/>
                <a:ea typeface="VW Text Light"/>
                <a:cs typeface="VW Text Light"/>
                <a:sym typeface="VW Text Light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59146741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699225-C299-1D4A-9FE2-BC4C1ED87E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5650D09-5478-614E-9F1F-3ED91676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94507"/>
            <a:ext cx="10075709" cy="702469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FBF933F-8E31-7A43-B482-DE9AF9538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7375" y="1970882"/>
            <a:ext cx="10981532" cy="3736745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22220089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50724"/>
            <a:ext cx="9144000" cy="864000"/>
          </a:xfrm>
        </p:spPr>
        <p:txBody>
          <a:bodyPr anchor="t"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23657"/>
            <a:ext cx="9144000" cy="596411"/>
          </a:xfrm>
        </p:spPr>
        <p:txBody>
          <a:bodyPr anchor="b"/>
          <a:lstStyle>
            <a:lvl1pPr marL="0" indent="0" algn="ctr">
              <a:buNone/>
              <a:defRPr sz="2400" cap="all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0ACE3E-2B47-4C87-98AD-1D31000033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000" y="4892422"/>
            <a:ext cx="1016000" cy="421217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1333" cap="none" baseline="0" smtClean="0">
                <a:sym typeface="Helvetica Light"/>
              </a:defRPr>
            </a:lvl1pPr>
            <a:lvl2pPr>
              <a:defRPr lang="en-US" sz="2000" smtClean="0">
                <a:sym typeface="Helvetica Light"/>
              </a:defRPr>
            </a:lvl2pPr>
            <a:lvl3pPr>
              <a:defRPr lang="en-US" sz="1800" smtClean="0">
                <a:sym typeface="Helvetica Light"/>
              </a:defRPr>
            </a:lvl3pPr>
            <a:lvl4pPr>
              <a:defRPr lang="en-US" sz="1600" smtClean="0">
                <a:sym typeface="Helvetica Light"/>
              </a:defRPr>
            </a:lvl4pPr>
            <a:lvl5pPr>
              <a:defRPr lang="en-GB" sz="1600">
                <a:sym typeface="Helvetica Light"/>
              </a:defRPr>
            </a:lvl5pPr>
          </a:lstStyle>
          <a:p>
            <a:pPr lvl="0" algn="ctr"/>
            <a:r>
              <a:rPr lang="en-US"/>
              <a:t>for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89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50724"/>
            <a:ext cx="9144000" cy="864000"/>
          </a:xfrm>
        </p:spPr>
        <p:txBody>
          <a:bodyPr anchor="t"/>
          <a:lstStyle>
            <a:lvl1pPr algn="ct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23657"/>
            <a:ext cx="9144000" cy="596411"/>
          </a:xfrm>
        </p:spPr>
        <p:txBody>
          <a:bodyPr anchor="b"/>
          <a:lstStyle>
            <a:lvl1pPr marL="0" indent="0" algn="ctr">
              <a:buNone/>
              <a:defRPr sz="2400" cap="all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DEC3878-06CA-46E5-A8B8-DBBD025D5E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88000" y="4892422"/>
            <a:ext cx="1016000" cy="421217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1333" cap="none" baseline="0" smtClean="0">
                <a:sym typeface="Helvetica Light"/>
              </a:defRPr>
            </a:lvl1pPr>
            <a:lvl2pPr>
              <a:defRPr lang="en-US" sz="2000" smtClean="0">
                <a:sym typeface="Helvetica Light"/>
              </a:defRPr>
            </a:lvl2pPr>
            <a:lvl3pPr>
              <a:defRPr lang="en-US" sz="1800" smtClean="0">
                <a:sym typeface="Helvetica Light"/>
              </a:defRPr>
            </a:lvl3pPr>
            <a:lvl4pPr>
              <a:defRPr lang="en-US" sz="1600" smtClean="0">
                <a:sym typeface="Helvetica Light"/>
              </a:defRPr>
            </a:lvl4pPr>
            <a:lvl5pPr>
              <a:defRPr lang="en-GB" sz="1600">
                <a:sym typeface="Helvetica Light"/>
              </a:defRPr>
            </a:lvl5pPr>
          </a:lstStyle>
          <a:p>
            <a:pPr lvl="0" algn="ctr"/>
            <a:r>
              <a:rPr lang="en-US"/>
              <a:t>for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360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 baseline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3317"/>
            <a:ext cx="9144000" cy="2103187"/>
          </a:xfrm>
        </p:spPr>
        <p:txBody>
          <a:bodyPr anchor="b"/>
          <a:lstStyle>
            <a:lvl1pPr algn="ctr"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78272"/>
            <a:ext cx="9144000" cy="596411"/>
          </a:xfrm>
        </p:spPr>
        <p:txBody>
          <a:bodyPr anchor="t"/>
          <a:lstStyle>
            <a:lvl1pPr marL="0" indent="0" algn="ctr">
              <a:buNone/>
              <a:defRPr sz="2400" cap="all" baseline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89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1F6C34-BACA-4CF6-BAA0-95FD98F66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3317"/>
            <a:ext cx="9144000" cy="2103187"/>
          </a:xfrm>
        </p:spPr>
        <p:txBody>
          <a:bodyPr anchor="b"/>
          <a:lstStyle>
            <a:lvl1pPr algn="ct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26B60B1-531A-4522-BFBD-73DB8DB3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272"/>
            <a:ext cx="9144000" cy="596411"/>
          </a:xfrm>
        </p:spPr>
        <p:txBody>
          <a:bodyPr anchor="t"/>
          <a:lstStyle>
            <a:lvl1pPr marL="0" indent="0" algn="ctr">
              <a:buNone/>
              <a:defRPr sz="2400" cap="all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52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with brackets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D1F6C34-BACA-4CF6-BAA0-95FD98F66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8163"/>
            <a:ext cx="9144000" cy="2743200"/>
          </a:xfrm>
        </p:spPr>
        <p:txBody>
          <a:bodyPr anchor="ctr"/>
          <a:lstStyle>
            <a:lvl1pPr algn="ctr" defTabSz="6088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VW Head Office" panose="020B0504040200000003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631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96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10279589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133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2133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2133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2133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21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43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 - descrip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2"/>
          </p:nvPr>
        </p:nvSpPr>
        <p:spPr>
          <a:xfrm>
            <a:off x="1235076" y="1833733"/>
            <a:ext cx="4681539" cy="40888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276976" y="1833733"/>
            <a:ext cx="4681539" cy="408887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090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4680000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6286047" y="1825627"/>
            <a:ext cx="4680000" cy="4087813"/>
          </a:xfrm>
        </p:spPr>
        <p:txBody>
          <a:bodyPr/>
          <a:lstStyle>
            <a:lvl1pPr marL="239173" indent="-239173">
              <a:spcBef>
                <a:spcPts val="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600" b="0">
                <a:solidFill>
                  <a:schemeClr val="tx1"/>
                </a:solidFill>
                <a:latin typeface="+mn-lt"/>
              </a:defRPr>
            </a:lvl1pPr>
            <a:lvl2pPr marL="495276" indent="-256104">
              <a:spcBef>
                <a:spcPts val="0"/>
              </a:spcBef>
              <a:buClr>
                <a:schemeClr val="accent1"/>
              </a:buClr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2pPr>
            <a:lvl3pPr marL="787360" indent="-273037">
              <a:spcBef>
                <a:spcPts val="0"/>
              </a:spcBef>
              <a:buClrTx/>
              <a:buFont typeface="Calibri" panose="020F0502020204030204" pitchFamily="34" charset="0"/>
              <a:buChar char="‒"/>
              <a:defRPr sz="1600">
                <a:solidFill>
                  <a:schemeClr val="tx1"/>
                </a:solidFill>
              </a:defRPr>
            </a:lvl3pPr>
            <a:lvl4pPr marL="1034999" indent="-247638">
              <a:spcBef>
                <a:spcPts val="0"/>
              </a:spcBef>
              <a:buClr>
                <a:schemeClr val="accent5"/>
              </a:buClr>
              <a:defRPr sz="1600">
                <a:solidFill>
                  <a:schemeClr val="tx1"/>
                </a:solidFill>
              </a:defRPr>
            </a:lvl4pPr>
            <a:lvl5pPr marL="1293220" indent="-230706">
              <a:spcBef>
                <a:spcPts val="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2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076" y="1825627"/>
            <a:ext cx="4680000" cy="4087813"/>
          </a:xfrm>
        </p:spPr>
        <p:txBody>
          <a:bodyPr/>
          <a:lstStyle>
            <a:lvl1pPr marL="0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239171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6286047" y="1825627"/>
            <a:ext cx="4680000" cy="4087813"/>
          </a:xfrm>
        </p:spPr>
        <p:txBody>
          <a:bodyPr/>
          <a:lstStyle>
            <a:lvl1pPr marL="0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239171" indent="0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43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193805" y="1454219"/>
            <a:ext cx="5094819" cy="4466967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algn="ctr">
              <a:defRPr sz="1467">
                <a:solidFill>
                  <a:schemeClr val="accent1"/>
                </a:solidFill>
                <a:latin typeface="VW Head Office" panose="020B0504040200000003" pitchFamily="34" charset="0"/>
                <a:cs typeface="VW Head Office" panose="020B05040402000000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L-Shape 9"/>
          <p:cNvSpPr>
            <a:spLocks noChangeAspect="1"/>
          </p:cNvSpPr>
          <p:nvPr/>
        </p:nvSpPr>
        <p:spPr>
          <a:xfrm rot="5400000">
            <a:off x="6406867" y="1454159"/>
            <a:ext cx="125884" cy="126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6"/>
          </p:nvPr>
        </p:nvSpPr>
        <p:spPr>
          <a:xfrm>
            <a:off x="6564528" y="1497765"/>
            <a:ext cx="4284000" cy="442341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-Shape 5">
            <a:extLst>
              <a:ext uri="{FF2B5EF4-FFF2-40B4-BE49-F238E27FC236}">
                <a16:creationId xmlns:a16="http://schemas.microsoft.com/office/drawing/2014/main" id="{16C1BB7F-4D65-467A-8394-9DC99E56C21B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6406866" y="1454159"/>
            <a:ext cx="125884" cy="126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1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344" y="347537"/>
            <a:ext cx="11599245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CC7FE-664F-49EB-891A-D8CC3A4D1CB5}"/>
              </a:ext>
            </a:extLst>
          </p:cNvPr>
          <p:cNvSpPr txBox="1"/>
          <p:nvPr userDrawn="1"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2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-Shape 14">
            <a:extLst>
              <a:ext uri="{FF2B5EF4-FFF2-40B4-BE49-F238E27FC236}">
                <a16:creationId xmlns:a16="http://schemas.microsoft.com/office/drawing/2014/main" id="{F61D937B-14AF-406F-BAE5-8BD743A0C9A9}"/>
              </a:ext>
            </a:extLst>
          </p:cNvPr>
          <p:cNvSpPr>
            <a:spLocks noChangeAspect="1"/>
          </p:cNvSpPr>
          <p:nvPr/>
        </p:nvSpPr>
        <p:spPr>
          <a:xfrm rot="16200000">
            <a:off x="11189890" y="607416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lIns="45711" tIns="22856" rIns="45711" bIns="22856" rtlCol="0" anchor="ctr"/>
          <a:lstStyle/>
          <a:p>
            <a:pPr marL="0" marR="0" lvl="0" indent="0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3D1152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76C478C2-AA68-4217-B83A-5819D70DEF34}"/>
              </a:ext>
            </a:extLst>
          </p:cNvPr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3CDE77-D69D-4B0A-B7B1-8118874072B7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fld id="{911DFBE0-FC53-4642-B1E5-32B3378C11F1}" type="slidenum">
              <a:rPr lang="en-GB" sz="933" smtClean="0">
                <a:solidFill>
                  <a:srgbClr val="FFFFFF"/>
                </a:solidFill>
                <a:latin typeface="VW Head Office" panose="020B0504040200000003" pitchFamily="34" charset="0"/>
              </a:rPr>
              <a:pPr/>
              <a:t>‹#›</a:t>
            </a:fld>
            <a:endParaRPr lang="en-GB" sz="933">
              <a:solidFill>
                <a:srgbClr val="FFFFFF"/>
              </a:solidFill>
              <a:latin typeface="VW Head Office" panose="020B05040402000000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4937022-EF0B-434C-BF1C-2A95D2C1577D}"/>
              </a:ext>
            </a:extLst>
          </p:cNvPr>
          <p:cNvGrpSpPr/>
          <p:nvPr/>
        </p:nvGrpSpPr>
        <p:grpSpPr>
          <a:xfrm>
            <a:off x="954087" y="6176685"/>
            <a:ext cx="509589" cy="492776"/>
            <a:chOff x="715564" y="4632514"/>
            <a:chExt cx="382192" cy="369582"/>
          </a:xfrm>
        </p:grpSpPr>
        <p:pic>
          <p:nvPicPr>
            <p:cNvPr id="19" name="Picture 8" descr="Picture 8">
              <a:extLst>
                <a:ext uri="{FF2B5EF4-FFF2-40B4-BE49-F238E27FC236}">
                  <a16:creationId xmlns:a16="http://schemas.microsoft.com/office/drawing/2014/main" id="{0BE98982-DC94-449F-A88F-A40A1505F1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" b="17273"/>
            <a:stretch/>
          </p:blipFill>
          <p:spPr>
            <a:xfrm>
              <a:off x="715564" y="4632514"/>
              <a:ext cx="382192" cy="305744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0" name="Picture 8" descr="Picture 8">
              <a:extLst>
                <a:ext uri="{FF2B5EF4-FFF2-40B4-BE49-F238E27FC236}">
                  <a16:creationId xmlns:a16="http://schemas.microsoft.com/office/drawing/2014/main" id="{17C5F621-6B18-4DE3-9FA6-9541988D56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2727"/>
            <a:stretch/>
          </p:blipFill>
          <p:spPr>
            <a:xfrm>
              <a:off x="715564" y="4938257"/>
              <a:ext cx="382192" cy="63839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86821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F9799D1-DF13-4FD5-8F05-BEA2D9158F89}"/>
              </a:ext>
            </a:extLst>
          </p:cNvPr>
          <p:cNvGrpSpPr/>
          <p:nvPr/>
        </p:nvGrpSpPr>
        <p:grpSpPr>
          <a:xfrm>
            <a:off x="302886" y="6234075"/>
            <a:ext cx="11230303" cy="350268"/>
            <a:chOff x="302885" y="6234075"/>
            <a:chExt cx="11230303" cy="35026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C8F8A0C-BA27-4AD1-AB38-05EFFA81BD8F}"/>
                </a:ext>
              </a:extLst>
            </p:cNvPr>
            <p:cNvGrpSpPr/>
            <p:nvPr/>
          </p:nvGrpSpPr>
          <p:grpSpPr>
            <a:xfrm>
              <a:off x="302885" y="6259263"/>
              <a:ext cx="11230303" cy="325080"/>
              <a:chOff x="302885" y="6259263"/>
              <a:chExt cx="11230303" cy="32508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9A92B411-2F82-4774-A963-B5C9BB12E7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2885" y="6259263"/>
                <a:ext cx="493560" cy="325080"/>
              </a:xfrm>
              <a:custGeom>
                <a:avLst/>
                <a:gdLst>
                  <a:gd name="T0" fmla="*/ 846 w 914"/>
                  <a:gd name="T1" fmla="*/ 52 h 602"/>
                  <a:gd name="T2" fmla="*/ 858 w 914"/>
                  <a:gd name="T3" fmla="*/ 70 h 602"/>
                  <a:gd name="T4" fmla="*/ 850 w 914"/>
                  <a:gd name="T5" fmla="*/ 126 h 602"/>
                  <a:gd name="T6" fmla="*/ 814 w 914"/>
                  <a:gd name="T7" fmla="*/ 180 h 602"/>
                  <a:gd name="T8" fmla="*/ 830 w 914"/>
                  <a:gd name="T9" fmla="*/ 64 h 602"/>
                  <a:gd name="T10" fmla="*/ 680 w 914"/>
                  <a:gd name="T11" fmla="*/ 430 h 602"/>
                  <a:gd name="T12" fmla="*/ 626 w 914"/>
                  <a:gd name="T13" fmla="*/ 386 h 602"/>
                  <a:gd name="T14" fmla="*/ 626 w 914"/>
                  <a:gd name="T15" fmla="*/ 318 h 602"/>
                  <a:gd name="T16" fmla="*/ 678 w 914"/>
                  <a:gd name="T17" fmla="*/ 270 h 602"/>
                  <a:gd name="T18" fmla="*/ 734 w 914"/>
                  <a:gd name="T19" fmla="*/ 280 h 602"/>
                  <a:gd name="T20" fmla="*/ 770 w 914"/>
                  <a:gd name="T21" fmla="*/ 350 h 602"/>
                  <a:gd name="T22" fmla="*/ 746 w 914"/>
                  <a:gd name="T23" fmla="*/ 410 h 602"/>
                  <a:gd name="T24" fmla="*/ 148 w 914"/>
                  <a:gd name="T25" fmla="*/ 432 h 602"/>
                  <a:gd name="T26" fmla="*/ 96 w 914"/>
                  <a:gd name="T27" fmla="*/ 408 h 602"/>
                  <a:gd name="T28" fmla="*/ 74 w 914"/>
                  <a:gd name="T29" fmla="*/ 350 h 602"/>
                  <a:gd name="T30" fmla="*/ 106 w 914"/>
                  <a:gd name="T31" fmla="*/ 282 h 602"/>
                  <a:gd name="T32" fmla="*/ 164 w 914"/>
                  <a:gd name="T33" fmla="*/ 270 h 602"/>
                  <a:gd name="T34" fmla="*/ 218 w 914"/>
                  <a:gd name="T35" fmla="*/ 322 h 602"/>
                  <a:gd name="T36" fmla="*/ 218 w 914"/>
                  <a:gd name="T37" fmla="*/ 384 h 602"/>
                  <a:gd name="T38" fmla="*/ 164 w 914"/>
                  <a:gd name="T39" fmla="*/ 430 h 602"/>
                  <a:gd name="T40" fmla="*/ 880 w 914"/>
                  <a:gd name="T41" fmla="*/ 428 h 602"/>
                  <a:gd name="T42" fmla="*/ 850 w 914"/>
                  <a:gd name="T43" fmla="*/ 378 h 602"/>
                  <a:gd name="T44" fmla="*/ 876 w 914"/>
                  <a:gd name="T45" fmla="*/ 258 h 602"/>
                  <a:gd name="T46" fmla="*/ 900 w 914"/>
                  <a:gd name="T47" fmla="*/ 158 h 602"/>
                  <a:gd name="T48" fmla="*/ 894 w 914"/>
                  <a:gd name="T49" fmla="*/ 46 h 602"/>
                  <a:gd name="T50" fmla="*/ 862 w 914"/>
                  <a:gd name="T51" fmla="*/ 6 h 602"/>
                  <a:gd name="T52" fmla="*/ 820 w 914"/>
                  <a:gd name="T53" fmla="*/ 6 h 602"/>
                  <a:gd name="T54" fmla="*/ 788 w 914"/>
                  <a:gd name="T55" fmla="*/ 34 h 602"/>
                  <a:gd name="T56" fmla="*/ 756 w 914"/>
                  <a:gd name="T57" fmla="*/ 132 h 602"/>
                  <a:gd name="T58" fmla="*/ 754 w 914"/>
                  <a:gd name="T59" fmla="*/ 220 h 602"/>
                  <a:gd name="T60" fmla="*/ 684 w 914"/>
                  <a:gd name="T61" fmla="*/ 200 h 602"/>
                  <a:gd name="T62" fmla="*/ 592 w 914"/>
                  <a:gd name="T63" fmla="*/ 234 h 602"/>
                  <a:gd name="T64" fmla="*/ 556 w 914"/>
                  <a:gd name="T65" fmla="*/ 284 h 602"/>
                  <a:gd name="T66" fmla="*/ 542 w 914"/>
                  <a:gd name="T67" fmla="*/ 248 h 602"/>
                  <a:gd name="T68" fmla="*/ 476 w 914"/>
                  <a:gd name="T69" fmla="*/ 200 h 602"/>
                  <a:gd name="T70" fmla="*/ 428 w 914"/>
                  <a:gd name="T71" fmla="*/ 202 h 602"/>
                  <a:gd name="T72" fmla="*/ 288 w 914"/>
                  <a:gd name="T73" fmla="*/ 100 h 602"/>
                  <a:gd name="T74" fmla="*/ 252 w 914"/>
                  <a:gd name="T75" fmla="*/ 228 h 602"/>
                  <a:gd name="T76" fmla="*/ 162 w 914"/>
                  <a:gd name="T77" fmla="*/ 198 h 602"/>
                  <a:gd name="T78" fmla="*/ 114 w 914"/>
                  <a:gd name="T79" fmla="*/ 208 h 602"/>
                  <a:gd name="T80" fmla="*/ 74 w 914"/>
                  <a:gd name="T81" fmla="*/ 204 h 602"/>
                  <a:gd name="T82" fmla="*/ 74 w 914"/>
                  <a:gd name="T83" fmla="*/ 466 h 602"/>
                  <a:gd name="T84" fmla="*/ 162 w 914"/>
                  <a:gd name="T85" fmla="*/ 500 h 602"/>
                  <a:gd name="T86" fmla="*/ 254 w 914"/>
                  <a:gd name="T87" fmla="*/ 468 h 602"/>
                  <a:gd name="T88" fmla="*/ 366 w 914"/>
                  <a:gd name="T89" fmla="*/ 492 h 602"/>
                  <a:gd name="T90" fmla="*/ 368 w 914"/>
                  <a:gd name="T91" fmla="*/ 308 h 602"/>
                  <a:gd name="T92" fmla="*/ 402 w 914"/>
                  <a:gd name="T93" fmla="*/ 278 h 602"/>
                  <a:gd name="T94" fmla="*/ 452 w 914"/>
                  <a:gd name="T95" fmla="*/ 270 h 602"/>
                  <a:gd name="T96" fmla="*/ 482 w 914"/>
                  <a:gd name="T97" fmla="*/ 306 h 602"/>
                  <a:gd name="T98" fmla="*/ 562 w 914"/>
                  <a:gd name="T99" fmla="*/ 428 h 602"/>
                  <a:gd name="T100" fmla="*/ 584 w 914"/>
                  <a:gd name="T101" fmla="*/ 460 h 602"/>
                  <a:gd name="T102" fmla="*/ 664 w 914"/>
                  <a:gd name="T103" fmla="*/ 500 h 602"/>
                  <a:gd name="T104" fmla="*/ 732 w 914"/>
                  <a:gd name="T105" fmla="*/ 492 h 602"/>
                  <a:gd name="T106" fmla="*/ 800 w 914"/>
                  <a:gd name="T107" fmla="*/ 452 h 602"/>
                  <a:gd name="T108" fmla="*/ 848 w 914"/>
                  <a:gd name="T109" fmla="*/ 490 h 602"/>
                  <a:gd name="T110" fmla="*/ 914 w 914"/>
                  <a:gd name="T111" fmla="*/ 432 h 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914" h="602">
                    <a:moveTo>
                      <a:pt x="838" y="54"/>
                    </a:moveTo>
                    <a:lnTo>
                      <a:pt x="838" y="54"/>
                    </a:lnTo>
                    <a:lnTo>
                      <a:pt x="842" y="54"/>
                    </a:lnTo>
                    <a:lnTo>
                      <a:pt x="846" y="52"/>
                    </a:lnTo>
                    <a:lnTo>
                      <a:pt x="846" y="52"/>
                    </a:lnTo>
                    <a:lnTo>
                      <a:pt x="850" y="54"/>
                    </a:lnTo>
                    <a:lnTo>
                      <a:pt x="852" y="54"/>
                    </a:lnTo>
                    <a:lnTo>
                      <a:pt x="852" y="54"/>
                    </a:lnTo>
                    <a:lnTo>
                      <a:pt x="856" y="60"/>
                    </a:lnTo>
                    <a:lnTo>
                      <a:pt x="858" y="70"/>
                    </a:lnTo>
                    <a:lnTo>
                      <a:pt x="858" y="80"/>
                    </a:lnTo>
                    <a:lnTo>
                      <a:pt x="858" y="92"/>
                    </a:lnTo>
                    <a:lnTo>
                      <a:pt x="854" y="108"/>
                    </a:lnTo>
                    <a:lnTo>
                      <a:pt x="850" y="126"/>
                    </a:lnTo>
                    <a:lnTo>
                      <a:pt x="850" y="126"/>
                    </a:lnTo>
                    <a:lnTo>
                      <a:pt x="832" y="186"/>
                    </a:lnTo>
                    <a:lnTo>
                      <a:pt x="818" y="228"/>
                    </a:lnTo>
                    <a:lnTo>
                      <a:pt x="818" y="228"/>
                    </a:lnTo>
                    <a:lnTo>
                      <a:pt x="816" y="206"/>
                    </a:lnTo>
                    <a:lnTo>
                      <a:pt x="814" y="180"/>
                    </a:lnTo>
                    <a:lnTo>
                      <a:pt x="814" y="152"/>
                    </a:lnTo>
                    <a:lnTo>
                      <a:pt x="816" y="126"/>
                    </a:lnTo>
                    <a:lnTo>
                      <a:pt x="820" y="100"/>
                    </a:lnTo>
                    <a:lnTo>
                      <a:pt x="824" y="80"/>
                    </a:lnTo>
                    <a:lnTo>
                      <a:pt x="830" y="64"/>
                    </a:lnTo>
                    <a:lnTo>
                      <a:pt x="834" y="58"/>
                    </a:lnTo>
                    <a:lnTo>
                      <a:pt x="838" y="54"/>
                    </a:lnTo>
                    <a:close/>
                    <a:moveTo>
                      <a:pt x="694" y="432"/>
                    </a:moveTo>
                    <a:lnTo>
                      <a:pt x="694" y="432"/>
                    </a:lnTo>
                    <a:lnTo>
                      <a:pt x="680" y="430"/>
                    </a:lnTo>
                    <a:lnTo>
                      <a:pt x="666" y="426"/>
                    </a:lnTo>
                    <a:lnTo>
                      <a:pt x="654" y="420"/>
                    </a:lnTo>
                    <a:lnTo>
                      <a:pt x="642" y="410"/>
                    </a:lnTo>
                    <a:lnTo>
                      <a:pt x="634" y="400"/>
                    </a:lnTo>
                    <a:lnTo>
                      <a:pt x="626" y="386"/>
                    </a:lnTo>
                    <a:lnTo>
                      <a:pt x="622" y="370"/>
                    </a:lnTo>
                    <a:lnTo>
                      <a:pt x="620" y="350"/>
                    </a:lnTo>
                    <a:lnTo>
                      <a:pt x="620" y="350"/>
                    </a:lnTo>
                    <a:lnTo>
                      <a:pt x="622" y="332"/>
                    </a:lnTo>
                    <a:lnTo>
                      <a:pt x="626" y="318"/>
                    </a:lnTo>
                    <a:lnTo>
                      <a:pt x="632" y="304"/>
                    </a:lnTo>
                    <a:lnTo>
                      <a:pt x="640" y="292"/>
                    </a:lnTo>
                    <a:lnTo>
                      <a:pt x="652" y="282"/>
                    </a:lnTo>
                    <a:lnTo>
                      <a:pt x="664" y="274"/>
                    </a:lnTo>
                    <a:lnTo>
                      <a:pt x="678" y="270"/>
                    </a:lnTo>
                    <a:lnTo>
                      <a:pt x="694" y="268"/>
                    </a:lnTo>
                    <a:lnTo>
                      <a:pt x="694" y="268"/>
                    </a:lnTo>
                    <a:lnTo>
                      <a:pt x="708" y="270"/>
                    </a:lnTo>
                    <a:lnTo>
                      <a:pt x="722" y="274"/>
                    </a:lnTo>
                    <a:lnTo>
                      <a:pt x="734" y="280"/>
                    </a:lnTo>
                    <a:lnTo>
                      <a:pt x="746" y="290"/>
                    </a:lnTo>
                    <a:lnTo>
                      <a:pt x="754" y="302"/>
                    </a:lnTo>
                    <a:lnTo>
                      <a:pt x="762" y="316"/>
                    </a:lnTo>
                    <a:lnTo>
                      <a:pt x="768" y="332"/>
                    </a:lnTo>
                    <a:lnTo>
                      <a:pt x="770" y="350"/>
                    </a:lnTo>
                    <a:lnTo>
                      <a:pt x="770" y="350"/>
                    </a:lnTo>
                    <a:lnTo>
                      <a:pt x="768" y="368"/>
                    </a:lnTo>
                    <a:lnTo>
                      <a:pt x="762" y="386"/>
                    </a:lnTo>
                    <a:lnTo>
                      <a:pt x="754" y="400"/>
                    </a:lnTo>
                    <a:lnTo>
                      <a:pt x="746" y="410"/>
                    </a:lnTo>
                    <a:lnTo>
                      <a:pt x="734" y="420"/>
                    </a:lnTo>
                    <a:lnTo>
                      <a:pt x="722" y="426"/>
                    </a:lnTo>
                    <a:lnTo>
                      <a:pt x="708" y="430"/>
                    </a:lnTo>
                    <a:lnTo>
                      <a:pt x="694" y="432"/>
                    </a:lnTo>
                    <a:close/>
                    <a:moveTo>
                      <a:pt x="148" y="432"/>
                    </a:moveTo>
                    <a:lnTo>
                      <a:pt x="148" y="432"/>
                    </a:lnTo>
                    <a:lnTo>
                      <a:pt x="132" y="430"/>
                    </a:lnTo>
                    <a:lnTo>
                      <a:pt x="118" y="424"/>
                    </a:lnTo>
                    <a:lnTo>
                      <a:pt x="106" y="418"/>
                    </a:lnTo>
                    <a:lnTo>
                      <a:pt x="96" y="408"/>
                    </a:lnTo>
                    <a:lnTo>
                      <a:pt x="86" y="396"/>
                    </a:lnTo>
                    <a:lnTo>
                      <a:pt x="80" y="382"/>
                    </a:lnTo>
                    <a:lnTo>
                      <a:pt x="74" y="366"/>
                    </a:lnTo>
                    <a:lnTo>
                      <a:pt x="74" y="350"/>
                    </a:lnTo>
                    <a:lnTo>
                      <a:pt x="74" y="350"/>
                    </a:lnTo>
                    <a:lnTo>
                      <a:pt x="74" y="334"/>
                    </a:lnTo>
                    <a:lnTo>
                      <a:pt x="78" y="318"/>
                    </a:lnTo>
                    <a:lnTo>
                      <a:pt x="86" y="304"/>
                    </a:lnTo>
                    <a:lnTo>
                      <a:pt x="94" y="292"/>
                    </a:lnTo>
                    <a:lnTo>
                      <a:pt x="106" y="282"/>
                    </a:lnTo>
                    <a:lnTo>
                      <a:pt x="118" y="274"/>
                    </a:lnTo>
                    <a:lnTo>
                      <a:pt x="132" y="270"/>
                    </a:lnTo>
                    <a:lnTo>
                      <a:pt x="148" y="268"/>
                    </a:lnTo>
                    <a:lnTo>
                      <a:pt x="148" y="268"/>
                    </a:lnTo>
                    <a:lnTo>
                      <a:pt x="164" y="270"/>
                    </a:lnTo>
                    <a:lnTo>
                      <a:pt x="180" y="276"/>
                    </a:lnTo>
                    <a:lnTo>
                      <a:pt x="192" y="284"/>
                    </a:lnTo>
                    <a:lnTo>
                      <a:pt x="204" y="294"/>
                    </a:lnTo>
                    <a:lnTo>
                      <a:pt x="212" y="308"/>
                    </a:lnTo>
                    <a:lnTo>
                      <a:pt x="218" y="322"/>
                    </a:lnTo>
                    <a:lnTo>
                      <a:pt x="222" y="336"/>
                    </a:lnTo>
                    <a:lnTo>
                      <a:pt x="222" y="350"/>
                    </a:lnTo>
                    <a:lnTo>
                      <a:pt x="222" y="350"/>
                    </a:lnTo>
                    <a:lnTo>
                      <a:pt x="222" y="368"/>
                    </a:lnTo>
                    <a:lnTo>
                      <a:pt x="218" y="384"/>
                    </a:lnTo>
                    <a:lnTo>
                      <a:pt x="210" y="398"/>
                    </a:lnTo>
                    <a:lnTo>
                      <a:pt x="202" y="408"/>
                    </a:lnTo>
                    <a:lnTo>
                      <a:pt x="190" y="418"/>
                    </a:lnTo>
                    <a:lnTo>
                      <a:pt x="178" y="426"/>
                    </a:lnTo>
                    <a:lnTo>
                      <a:pt x="164" y="430"/>
                    </a:lnTo>
                    <a:lnTo>
                      <a:pt x="148" y="432"/>
                    </a:lnTo>
                    <a:close/>
                    <a:moveTo>
                      <a:pt x="906" y="432"/>
                    </a:moveTo>
                    <a:lnTo>
                      <a:pt x="906" y="432"/>
                    </a:lnTo>
                    <a:lnTo>
                      <a:pt x="892" y="430"/>
                    </a:lnTo>
                    <a:lnTo>
                      <a:pt x="880" y="428"/>
                    </a:lnTo>
                    <a:lnTo>
                      <a:pt x="870" y="422"/>
                    </a:lnTo>
                    <a:lnTo>
                      <a:pt x="862" y="414"/>
                    </a:lnTo>
                    <a:lnTo>
                      <a:pt x="856" y="404"/>
                    </a:lnTo>
                    <a:lnTo>
                      <a:pt x="852" y="392"/>
                    </a:lnTo>
                    <a:lnTo>
                      <a:pt x="850" y="378"/>
                    </a:lnTo>
                    <a:lnTo>
                      <a:pt x="850" y="362"/>
                    </a:lnTo>
                    <a:lnTo>
                      <a:pt x="850" y="362"/>
                    </a:lnTo>
                    <a:lnTo>
                      <a:pt x="852" y="346"/>
                    </a:lnTo>
                    <a:lnTo>
                      <a:pt x="856" y="326"/>
                    </a:lnTo>
                    <a:lnTo>
                      <a:pt x="876" y="258"/>
                    </a:lnTo>
                    <a:lnTo>
                      <a:pt x="876" y="258"/>
                    </a:lnTo>
                    <a:lnTo>
                      <a:pt x="888" y="212"/>
                    </a:lnTo>
                    <a:lnTo>
                      <a:pt x="888" y="212"/>
                    </a:lnTo>
                    <a:lnTo>
                      <a:pt x="896" y="184"/>
                    </a:lnTo>
                    <a:lnTo>
                      <a:pt x="900" y="158"/>
                    </a:lnTo>
                    <a:lnTo>
                      <a:pt x="904" y="132"/>
                    </a:lnTo>
                    <a:lnTo>
                      <a:pt x="904" y="108"/>
                    </a:lnTo>
                    <a:lnTo>
                      <a:pt x="904" y="84"/>
                    </a:lnTo>
                    <a:lnTo>
                      <a:pt x="900" y="64"/>
                    </a:lnTo>
                    <a:lnTo>
                      <a:pt x="894" y="46"/>
                    </a:lnTo>
                    <a:lnTo>
                      <a:pt x="886" y="30"/>
                    </a:lnTo>
                    <a:lnTo>
                      <a:pt x="886" y="30"/>
                    </a:lnTo>
                    <a:lnTo>
                      <a:pt x="880" y="20"/>
                    </a:lnTo>
                    <a:lnTo>
                      <a:pt x="872" y="10"/>
                    </a:lnTo>
                    <a:lnTo>
                      <a:pt x="862" y="6"/>
                    </a:lnTo>
                    <a:lnTo>
                      <a:pt x="852" y="2"/>
                    </a:lnTo>
                    <a:lnTo>
                      <a:pt x="852" y="2"/>
                    </a:lnTo>
                    <a:lnTo>
                      <a:pt x="842" y="0"/>
                    </a:lnTo>
                    <a:lnTo>
                      <a:pt x="832" y="2"/>
                    </a:lnTo>
                    <a:lnTo>
                      <a:pt x="820" y="6"/>
                    </a:lnTo>
                    <a:lnTo>
                      <a:pt x="810" y="12"/>
                    </a:lnTo>
                    <a:lnTo>
                      <a:pt x="810" y="12"/>
                    </a:lnTo>
                    <a:lnTo>
                      <a:pt x="802" y="18"/>
                    </a:lnTo>
                    <a:lnTo>
                      <a:pt x="796" y="24"/>
                    </a:lnTo>
                    <a:lnTo>
                      <a:pt x="788" y="34"/>
                    </a:lnTo>
                    <a:lnTo>
                      <a:pt x="780" y="48"/>
                    </a:lnTo>
                    <a:lnTo>
                      <a:pt x="772" y="64"/>
                    </a:lnTo>
                    <a:lnTo>
                      <a:pt x="766" y="82"/>
                    </a:lnTo>
                    <a:lnTo>
                      <a:pt x="760" y="106"/>
                    </a:lnTo>
                    <a:lnTo>
                      <a:pt x="756" y="132"/>
                    </a:lnTo>
                    <a:lnTo>
                      <a:pt x="756" y="132"/>
                    </a:lnTo>
                    <a:lnTo>
                      <a:pt x="754" y="170"/>
                    </a:lnTo>
                    <a:lnTo>
                      <a:pt x="752" y="196"/>
                    </a:lnTo>
                    <a:lnTo>
                      <a:pt x="754" y="220"/>
                    </a:lnTo>
                    <a:lnTo>
                      <a:pt x="754" y="220"/>
                    </a:lnTo>
                    <a:lnTo>
                      <a:pt x="738" y="212"/>
                    </a:lnTo>
                    <a:lnTo>
                      <a:pt x="720" y="204"/>
                    </a:lnTo>
                    <a:lnTo>
                      <a:pt x="702" y="200"/>
                    </a:lnTo>
                    <a:lnTo>
                      <a:pt x="684" y="200"/>
                    </a:lnTo>
                    <a:lnTo>
                      <a:pt x="684" y="200"/>
                    </a:lnTo>
                    <a:lnTo>
                      <a:pt x="662" y="202"/>
                    </a:lnTo>
                    <a:lnTo>
                      <a:pt x="644" y="206"/>
                    </a:lnTo>
                    <a:lnTo>
                      <a:pt x="624" y="212"/>
                    </a:lnTo>
                    <a:lnTo>
                      <a:pt x="608" y="222"/>
                    </a:lnTo>
                    <a:lnTo>
                      <a:pt x="592" y="234"/>
                    </a:lnTo>
                    <a:lnTo>
                      <a:pt x="578" y="248"/>
                    </a:lnTo>
                    <a:lnTo>
                      <a:pt x="566" y="264"/>
                    </a:lnTo>
                    <a:lnTo>
                      <a:pt x="558" y="282"/>
                    </a:lnTo>
                    <a:lnTo>
                      <a:pt x="558" y="282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6" y="284"/>
                    </a:lnTo>
                    <a:lnTo>
                      <a:pt x="550" y="264"/>
                    </a:lnTo>
                    <a:lnTo>
                      <a:pt x="542" y="248"/>
                    </a:lnTo>
                    <a:lnTo>
                      <a:pt x="532" y="234"/>
                    </a:lnTo>
                    <a:lnTo>
                      <a:pt x="520" y="220"/>
                    </a:lnTo>
                    <a:lnTo>
                      <a:pt x="506" y="212"/>
                    </a:lnTo>
                    <a:lnTo>
                      <a:pt x="492" y="204"/>
                    </a:lnTo>
                    <a:lnTo>
                      <a:pt x="476" y="200"/>
                    </a:lnTo>
                    <a:lnTo>
                      <a:pt x="458" y="198"/>
                    </a:lnTo>
                    <a:lnTo>
                      <a:pt x="458" y="198"/>
                    </a:lnTo>
                    <a:lnTo>
                      <a:pt x="458" y="198"/>
                    </a:lnTo>
                    <a:lnTo>
                      <a:pt x="442" y="200"/>
                    </a:lnTo>
                    <a:lnTo>
                      <a:pt x="428" y="202"/>
                    </a:lnTo>
                    <a:lnTo>
                      <a:pt x="402" y="208"/>
                    </a:lnTo>
                    <a:lnTo>
                      <a:pt x="382" y="216"/>
                    </a:lnTo>
                    <a:lnTo>
                      <a:pt x="366" y="224"/>
                    </a:lnTo>
                    <a:lnTo>
                      <a:pt x="366" y="100"/>
                    </a:lnTo>
                    <a:lnTo>
                      <a:pt x="288" y="100"/>
                    </a:lnTo>
                    <a:lnTo>
                      <a:pt x="288" y="276"/>
                    </a:lnTo>
                    <a:lnTo>
                      <a:pt x="288" y="276"/>
                    </a:lnTo>
                    <a:lnTo>
                      <a:pt x="278" y="258"/>
                    </a:lnTo>
                    <a:lnTo>
                      <a:pt x="266" y="242"/>
                    </a:lnTo>
                    <a:lnTo>
                      <a:pt x="252" y="228"/>
                    </a:lnTo>
                    <a:lnTo>
                      <a:pt x="236" y="218"/>
                    </a:lnTo>
                    <a:lnTo>
                      <a:pt x="218" y="210"/>
                    </a:lnTo>
                    <a:lnTo>
                      <a:pt x="200" y="204"/>
                    </a:lnTo>
                    <a:lnTo>
                      <a:pt x="182" y="200"/>
                    </a:lnTo>
                    <a:lnTo>
                      <a:pt x="162" y="198"/>
                    </a:lnTo>
                    <a:lnTo>
                      <a:pt x="162" y="198"/>
                    </a:lnTo>
                    <a:lnTo>
                      <a:pt x="150" y="198"/>
                    </a:lnTo>
                    <a:lnTo>
                      <a:pt x="138" y="200"/>
                    </a:lnTo>
                    <a:lnTo>
                      <a:pt x="126" y="204"/>
                    </a:lnTo>
                    <a:lnTo>
                      <a:pt x="114" y="208"/>
                    </a:lnTo>
                    <a:lnTo>
                      <a:pt x="104" y="214"/>
                    </a:lnTo>
                    <a:lnTo>
                      <a:pt x="94" y="220"/>
                    </a:lnTo>
                    <a:lnTo>
                      <a:pt x="84" y="228"/>
                    </a:lnTo>
                    <a:lnTo>
                      <a:pt x="74" y="238"/>
                    </a:lnTo>
                    <a:lnTo>
                      <a:pt x="74" y="204"/>
                    </a:lnTo>
                    <a:lnTo>
                      <a:pt x="0" y="204"/>
                    </a:lnTo>
                    <a:lnTo>
                      <a:pt x="0" y="602"/>
                    </a:lnTo>
                    <a:lnTo>
                      <a:pt x="74" y="602"/>
                    </a:lnTo>
                    <a:lnTo>
                      <a:pt x="74" y="466"/>
                    </a:lnTo>
                    <a:lnTo>
                      <a:pt x="74" y="466"/>
                    </a:lnTo>
                    <a:lnTo>
                      <a:pt x="94" y="480"/>
                    </a:lnTo>
                    <a:lnTo>
                      <a:pt x="116" y="492"/>
                    </a:lnTo>
                    <a:lnTo>
                      <a:pt x="138" y="498"/>
                    </a:lnTo>
                    <a:lnTo>
                      <a:pt x="162" y="500"/>
                    </a:lnTo>
                    <a:lnTo>
                      <a:pt x="162" y="500"/>
                    </a:lnTo>
                    <a:lnTo>
                      <a:pt x="184" y="498"/>
                    </a:lnTo>
                    <a:lnTo>
                      <a:pt x="204" y="494"/>
                    </a:lnTo>
                    <a:lnTo>
                      <a:pt x="222" y="488"/>
                    </a:lnTo>
                    <a:lnTo>
                      <a:pt x="238" y="478"/>
                    </a:lnTo>
                    <a:lnTo>
                      <a:pt x="254" y="468"/>
                    </a:lnTo>
                    <a:lnTo>
                      <a:pt x="268" y="454"/>
                    </a:lnTo>
                    <a:lnTo>
                      <a:pt x="278" y="438"/>
                    </a:lnTo>
                    <a:lnTo>
                      <a:pt x="288" y="420"/>
                    </a:lnTo>
                    <a:lnTo>
                      <a:pt x="288" y="492"/>
                    </a:lnTo>
                    <a:lnTo>
                      <a:pt x="366" y="492"/>
                    </a:lnTo>
                    <a:lnTo>
                      <a:pt x="366" y="330"/>
                    </a:lnTo>
                    <a:lnTo>
                      <a:pt x="366" y="330"/>
                    </a:lnTo>
                    <a:lnTo>
                      <a:pt x="366" y="320"/>
                    </a:lnTo>
                    <a:lnTo>
                      <a:pt x="368" y="308"/>
                    </a:lnTo>
                    <a:lnTo>
                      <a:pt x="368" y="308"/>
                    </a:lnTo>
                    <a:lnTo>
                      <a:pt x="372" y="302"/>
                    </a:lnTo>
                    <a:lnTo>
                      <a:pt x="376" y="296"/>
                    </a:lnTo>
                    <a:lnTo>
                      <a:pt x="384" y="288"/>
                    </a:lnTo>
                    <a:lnTo>
                      <a:pt x="392" y="282"/>
                    </a:lnTo>
                    <a:lnTo>
                      <a:pt x="402" y="278"/>
                    </a:lnTo>
                    <a:lnTo>
                      <a:pt x="414" y="272"/>
                    </a:lnTo>
                    <a:lnTo>
                      <a:pt x="426" y="270"/>
                    </a:lnTo>
                    <a:lnTo>
                      <a:pt x="440" y="268"/>
                    </a:lnTo>
                    <a:lnTo>
                      <a:pt x="440" y="268"/>
                    </a:lnTo>
                    <a:lnTo>
                      <a:pt x="452" y="270"/>
                    </a:lnTo>
                    <a:lnTo>
                      <a:pt x="462" y="272"/>
                    </a:lnTo>
                    <a:lnTo>
                      <a:pt x="468" y="278"/>
                    </a:lnTo>
                    <a:lnTo>
                      <a:pt x="474" y="284"/>
                    </a:lnTo>
                    <a:lnTo>
                      <a:pt x="480" y="294"/>
                    </a:lnTo>
                    <a:lnTo>
                      <a:pt x="482" y="306"/>
                    </a:lnTo>
                    <a:lnTo>
                      <a:pt x="484" y="322"/>
                    </a:lnTo>
                    <a:lnTo>
                      <a:pt x="484" y="340"/>
                    </a:lnTo>
                    <a:lnTo>
                      <a:pt x="484" y="492"/>
                    </a:lnTo>
                    <a:lnTo>
                      <a:pt x="562" y="492"/>
                    </a:lnTo>
                    <a:lnTo>
                      <a:pt x="562" y="428"/>
                    </a:lnTo>
                    <a:lnTo>
                      <a:pt x="562" y="428"/>
                    </a:lnTo>
                    <a:lnTo>
                      <a:pt x="564" y="430"/>
                    </a:lnTo>
                    <a:lnTo>
                      <a:pt x="564" y="430"/>
                    </a:lnTo>
                    <a:lnTo>
                      <a:pt x="574" y="444"/>
                    </a:lnTo>
                    <a:lnTo>
                      <a:pt x="584" y="460"/>
                    </a:lnTo>
                    <a:lnTo>
                      <a:pt x="598" y="472"/>
                    </a:lnTo>
                    <a:lnTo>
                      <a:pt x="614" y="482"/>
                    </a:lnTo>
                    <a:lnTo>
                      <a:pt x="630" y="490"/>
                    </a:lnTo>
                    <a:lnTo>
                      <a:pt x="646" y="496"/>
                    </a:lnTo>
                    <a:lnTo>
                      <a:pt x="664" y="500"/>
                    </a:lnTo>
                    <a:lnTo>
                      <a:pt x="684" y="500"/>
                    </a:lnTo>
                    <a:lnTo>
                      <a:pt x="684" y="500"/>
                    </a:lnTo>
                    <a:lnTo>
                      <a:pt x="700" y="500"/>
                    </a:lnTo>
                    <a:lnTo>
                      <a:pt x="716" y="498"/>
                    </a:lnTo>
                    <a:lnTo>
                      <a:pt x="732" y="492"/>
                    </a:lnTo>
                    <a:lnTo>
                      <a:pt x="748" y="488"/>
                    </a:lnTo>
                    <a:lnTo>
                      <a:pt x="762" y="480"/>
                    </a:lnTo>
                    <a:lnTo>
                      <a:pt x="776" y="472"/>
                    </a:lnTo>
                    <a:lnTo>
                      <a:pt x="788" y="462"/>
                    </a:lnTo>
                    <a:lnTo>
                      <a:pt x="800" y="452"/>
                    </a:lnTo>
                    <a:lnTo>
                      <a:pt x="800" y="452"/>
                    </a:lnTo>
                    <a:lnTo>
                      <a:pt x="812" y="468"/>
                    </a:lnTo>
                    <a:lnTo>
                      <a:pt x="822" y="476"/>
                    </a:lnTo>
                    <a:lnTo>
                      <a:pt x="832" y="484"/>
                    </a:lnTo>
                    <a:lnTo>
                      <a:pt x="848" y="490"/>
                    </a:lnTo>
                    <a:lnTo>
                      <a:pt x="864" y="496"/>
                    </a:lnTo>
                    <a:lnTo>
                      <a:pt x="884" y="500"/>
                    </a:lnTo>
                    <a:lnTo>
                      <a:pt x="906" y="502"/>
                    </a:lnTo>
                    <a:lnTo>
                      <a:pt x="914" y="502"/>
                    </a:lnTo>
                    <a:lnTo>
                      <a:pt x="914" y="432"/>
                    </a:lnTo>
                    <a:lnTo>
                      <a:pt x="906" y="4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127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53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W Head Office" panose="020B0504040200000003" pitchFamily="34" charset="0"/>
                  <a:sym typeface="Helvetica Light"/>
                </a:endParaRP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ABA05CA-07B7-4E3E-97E7-7A5FD02CC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8300" y="6406043"/>
                <a:ext cx="9894888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sp>
          <p:nvSpPr>
            <p:cNvPr id="22" name="Graphic 3">
              <a:extLst>
                <a:ext uri="{FF2B5EF4-FFF2-40B4-BE49-F238E27FC236}">
                  <a16:creationId xmlns:a16="http://schemas.microsoft.com/office/drawing/2014/main" id="{6C6E46EE-A1B6-44E7-8257-1E4FB26ED6FF}"/>
                </a:ext>
              </a:extLst>
            </p:cNvPr>
            <p:cNvSpPr/>
            <p:nvPr/>
          </p:nvSpPr>
          <p:spPr>
            <a:xfrm>
              <a:off x="1045402" y="6234075"/>
              <a:ext cx="343940" cy="343940"/>
            </a:xfrm>
            <a:custGeom>
              <a:avLst/>
              <a:gdLst>
                <a:gd name="connsiteX0" fmla="*/ 3428548 w 6848952"/>
                <a:gd name="connsiteY0" fmla="*/ 0 h 6848952"/>
                <a:gd name="connsiteX1" fmla="*/ 0 w 6848952"/>
                <a:gd name="connsiteY1" fmla="*/ 3428548 h 6848952"/>
                <a:gd name="connsiteX2" fmla="*/ 3429000 w 6848952"/>
                <a:gd name="connsiteY2" fmla="*/ 6857548 h 6848952"/>
                <a:gd name="connsiteX3" fmla="*/ 6858000 w 6848952"/>
                <a:gd name="connsiteY3" fmla="*/ 3428548 h 6848952"/>
                <a:gd name="connsiteX4" fmla="*/ 3428548 w 6848952"/>
                <a:gd name="connsiteY4" fmla="*/ 0 h 6848952"/>
                <a:gd name="connsiteX5" fmla="*/ 3428548 w 6848952"/>
                <a:gd name="connsiteY5" fmla="*/ 590982 h 6848952"/>
                <a:gd name="connsiteX6" fmla="*/ 4222737 w 6848952"/>
                <a:gd name="connsiteY6" fmla="*/ 703805 h 6848952"/>
                <a:gd name="connsiteX7" fmla="*/ 3434700 w 6848952"/>
                <a:gd name="connsiteY7" fmla="*/ 2566322 h 6848952"/>
                <a:gd name="connsiteX8" fmla="*/ 2586497 w 6848952"/>
                <a:gd name="connsiteY8" fmla="*/ 718009 h 6848952"/>
                <a:gd name="connsiteX9" fmla="*/ 3428548 w 6848952"/>
                <a:gd name="connsiteY9" fmla="*/ 590982 h 6848952"/>
                <a:gd name="connsiteX10" fmla="*/ 1951002 w 6848952"/>
                <a:gd name="connsiteY10" fmla="*/ 1005629 h 6848952"/>
                <a:gd name="connsiteX11" fmla="*/ 3029915 w 6848952"/>
                <a:gd name="connsiteY11" fmla="*/ 3335449 h 6848952"/>
                <a:gd name="connsiteX12" fmla="*/ 3839485 w 6848952"/>
                <a:gd name="connsiteY12" fmla="*/ 3335449 h 6848952"/>
                <a:gd name="connsiteX13" fmla="*/ 4854614 w 6848952"/>
                <a:gd name="connsiteY13" fmla="*/ 974958 h 6848952"/>
                <a:gd name="connsiteX14" fmla="*/ 5719644 w 6848952"/>
                <a:gd name="connsiteY14" fmla="*/ 1754399 h 6848952"/>
                <a:gd name="connsiteX15" fmla="*/ 4448743 w 6848952"/>
                <a:gd name="connsiteY15" fmla="*/ 4711754 h 6848952"/>
                <a:gd name="connsiteX16" fmla="*/ 3865904 w 6848952"/>
                <a:gd name="connsiteY16" fmla="*/ 3481295 h 6848952"/>
                <a:gd name="connsiteX17" fmla="*/ 3031996 w 6848952"/>
                <a:gd name="connsiteY17" fmla="*/ 3481295 h 6848952"/>
                <a:gd name="connsiteX18" fmla="*/ 2481456 w 6848952"/>
                <a:gd name="connsiteY18" fmla="*/ 4744144 h 6848952"/>
                <a:gd name="connsiteX19" fmla="*/ 1101985 w 6848952"/>
                <a:gd name="connsiteY19" fmla="*/ 1803708 h 6848952"/>
                <a:gd name="connsiteX20" fmla="*/ 1951002 w 6848952"/>
                <a:gd name="connsiteY20" fmla="*/ 1005629 h 6848952"/>
                <a:gd name="connsiteX21" fmla="*/ 590982 w 6848952"/>
                <a:gd name="connsiteY21" fmla="*/ 3428548 h 6848952"/>
                <a:gd name="connsiteX22" fmla="*/ 713395 w 6848952"/>
                <a:gd name="connsiteY22" fmla="*/ 2601516 h 6848952"/>
                <a:gd name="connsiteX23" fmla="*/ 716652 w 6848952"/>
                <a:gd name="connsiteY23" fmla="*/ 2606854 h 6848952"/>
                <a:gd name="connsiteX24" fmla="*/ 2309644 w 6848952"/>
                <a:gd name="connsiteY24" fmla="*/ 6036850 h 6848952"/>
                <a:gd name="connsiteX25" fmla="*/ 590982 w 6848952"/>
                <a:gd name="connsiteY25" fmla="*/ 3428548 h 6848952"/>
                <a:gd name="connsiteX26" fmla="*/ 2630378 w 6848952"/>
                <a:gd name="connsiteY26" fmla="*/ 6151843 h 6848952"/>
                <a:gd name="connsiteX27" fmla="*/ 2635354 w 6848952"/>
                <a:gd name="connsiteY27" fmla="*/ 6144424 h 6848952"/>
                <a:gd name="connsiteX28" fmla="*/ 3444924 w 6848952"/>
                <a:gd name="connsiteY28" fmla="*/ 4241917 h 6848952"/>
                <a:gd name="connsiteX29" fmla="*/ 4324612 w 6848952"/>
                <a:gd name="connsiteY29" fmla="*/ 6121353 h 6848952"/>
                <a:gd name="connsiteX30" fmla="*/ 2630378 w 6848952"/>
                <a:gd name="connsiteY30" fmla="*/ 6151843 h 6848952"/>
                <a:gd name="connsiteX31" fmla="*/ 4658645 w 6848952"/>
                <a:gd name="connsiteY31" fmla="*/ 5986093 h 6848952"/>
                <a:gd name="connsiteX32" fmla="*/ 4659279 w 6848952"/>
                <a:gd name="connsiteY32" fmla="*/ 5982475 h 6848952"/>
                <a:gd name="connsiteX33" fmla="*/ 6128230 w 6848952"/>
                <a:gd name="connsiteY33" fmla="*/ 2552569 h 6848952"/>
                <a:gd name="connsiteX34" fmla="*/ 6266113 w 6848952"/>
                <a:gd name="connsiteY34" fmla="*/ 3428548 h 6848952"/>
                <a:gd name="connsiteX35" fmla="*/ 4658645 w 6848952"/>
                <a:gd name="connsiteY35" fmla="*/ 5986365 h 684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848952" h="6848952">
                  <a:moveTo>
                    <a:pt x="3428548" y="0"/>
                  </a:moveTo>
                  <a:cubicBezTo>
                    <a:pt x="1534998" y="0"/>
                    <a:pt x="0" y="1534998"/>
                    <a:pt x="0" y="3428548"/>
                  </a:cubicBezTo>
                  <a:cubicBezTo>
                    <a:pt x="0" y="5322098"/>
                    <a:pt x="1534998" y="6857548"/>
                    <a:pt x="3429000" y="6857548"/>
                  </a:cubicBezTo>
                  <a:cubicBezTo>
                    <a:pt x="5323003" y="6857548"/>
                    <a:pt x="6858000" y="5322550"/>
                    <a:pt x="6858000" y="3428548"/>
                  </a:cubicBezTo>
                  <a:cubicBezTo>
                    <a:pt x="6858000" y="1534545"/>
                    <a:pt x="5322098" y="0"/>
                    <a:pt x="3428548" y="0"/>
                  </a:cubicBezTo>
                  <a:close/>
                  <a:moveTo>
                    <a:pt x="3428548" y="590982"/>
                  </a:moveTo>
                  <a:cubicBezTo>
                    <a:pt x="3697285" y="590789"/>
                    <a:pt x="3964686" y="628776"/>
                    <a:pt x="4222737" y="703805"/>
                  </a:cubicBezTo>
                  <a:lnTo>
                    <a:pt x="3434700" y="2566322"/>
                  </a:lnTo>
                  <a:lnTo>
                    <a:pt x="2586497" y="718009"/>
                  </a:lnTo>
                  <a:cubicBezTo>
                    <a:pt x="2859197" y="633568"/>
                    <a:pt x="3143074" y="590744"/>
                    <a:pt x="3428548" y="590982"/>
                  </a:cubicBezTo>
                  <a:close/>
                  <a:moveTo>
                    <a:pt x="1951002" y="1005629"/>
                  </a:moveTo>
                  <a:lnTo>
                    <a:pt x="3029915" y="3335449"/>
                  </a:lnTo>
                  <a:lnTo>
                    <a:pt x="3839485" y="3335449"/>
                  </a:lnTo>
                  <a:lnTo>
                    <a:pt x="4854614" y="974958"/>
                  </a:lnTo>
                  <a:cubicBezTo>
                    <a:pt x="5193489" y="1172523"/>
                    <a:pt x="5487968" y="1437865"/>
                    <a:pt x="5719644" y="1754399"/>
                  </a:cubicBezTo>
                  <a:lnTo>
                    <a:pt x="4448743" y="4711754"/>
                  </a:lnTo>
                  <a:lnTo>
                    <a:pt x="3865904" y="3481295"/>
                  </a:lnTo>
                  <a:lnTo>
                    <a:pt x="3031996" y="3481295"/>
                  </a:lnTo>
                  <a:lnTo>
                    <a:pt x="2481456" y="4744144"/>
                  </a:lnTo>
                  <a:lnTo>
                    <a:pt x="1101985" y="1803708"/>
                  </a:lnTo>
                  <a:cubicBezTo>
                    <a:pt x="1327085" y="1482117"/>
                    <a:pt x="1616116" y="1210427"/>
                    <a:pt x="1951002" y="1005629"/>
                  </a:cubicBezTo>
                  <a:close/>
                  <a:moveTo>
                    <a:pt x="590982" y="3428548"/>
                  </a:moveTo>
                  <a:cubicBezTo>
                    <a:pt x="590713" y="3148337"/>
                    <a:pt x="631966" y="2869634"/>
                    <a:pt x="713395" y="2601516"/>
                  </a:cubicBezTo>
                  <a:lnTo>
                    <a:pt x="716652" y="2606854"/>
                  </a:lnTo>
                  <a:lnTo>
                    <a:pt x="2309644" y="6036850"/>
                  </a:lnTo>
                  <a:cubicBezTo>
                    <a:pt x="1298949" y="5602660"/>
                    <a:pt x="590982" y="4598389"/>
                    <a:pt x="590982" y="3428548"/>
                  </a:cubicBezTo>
                  <a:close/>
                  <a:moveTo>
                    <a:pt x="2630378" y="6151843"/>
                  </a:moveTo>
                  <a:lnTo>
                    <a:pt x="2635354" y="6144424"/>
                  </a:lnTo>
                  <a:lnTo>
                    <a:pt x="3444924" y="4241917"/>
                  </a:lnTo>
                  <a:lnTo>
                    <a:pt x="4324612" y="6121353"/>
                  </a:lnTo>
                  <a:cubicBezTo>
                    <a:pt x="3776010" y="6302993"/>
                    <a:pt x="3185161" y="6313626"/>
                    <a:pt x="2630378" y="6151843"/>
                  </a:cubicBezTo>
                  <a:close/>
                  <a:moveTo>
                    <a:pt x="4658645" y="5986093"/>
                  </a:moveTo>
                  <a:lnTo>
                    <a:pt x="4659279" y="5982475"/>
                  </a:lnTo>
                  <a:lnTo>
                    <a:pt x="6128230" y="2552569"/>
                  </a:lnTo>
                  <a:cubicBezTo>
                    <a:pt x="6219858" y="2835521"/>
                    <a:pt x="6266388" y="3131130"/>
                    <a:pt x="6266113" y="3428548"/>
                  </a:cubicBezTo>
                  <a:cubicBezTo>
                    <a:pt x="6266113" y="4554961"/>
                    <a:pt x="5609808" y="5528109"/>
                    <a:pt x="4658645" y="5986365"/>
                  </a:cubicBezTo>
                  <a:close/>
                </a:path>
              </a:pathLst>
            </a:custGeom>
            <a:solidFill>
              <a:srgbClr val="FFFFFF"/>
            </a:solidFill>
            <a:ln w="90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4095EAB-86D2-4BF2-B508-9D2942EAA935}"/>
              </a:ext>
            </a:extLst>
          </p:cNvPr>
          <p:cNvSpPr txBox="1"/>
          <p:nvPr/>
        </p:nvSpPr>
        <p:spPr>
          <a:xfrm>
            <a:off x="11641138" y="6268999"/>
            <a:ext cx="550863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R="0" lvl="0" indent="0" defTabSz="41272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VW Head Office" panose="020B0504040200000003" pitchFamily="34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7221B736-B051-4053-A5FA-E6EDE8BD9108}" type="slidenum">
              <a:rPr lang="en-GB" sz="900" smtClean="0">
                <a:solidFill>
                  <a:schemeClr val="bg1"/>
                </a:solidFill>
              </a:rPr>
              <a:pPr lvl="0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C676D4-4353-4BA8-B6AB-8DD39C986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2722" y="2220011"/>
            <a:ext cx="4906555" cy="150395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3DDA02F-6110-43A8-A6E0-B9C4741BC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861278"/>
            <a:ext cx="9144000" cy="2103187"/>
          </a:xfrm>
        </p:spPr>
        <p:txBody>
          <a:bodyPr anchor="t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77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161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 Onl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86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348" y="347536"/>
            <a:ext cx="11130321" cy="7467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1193800" y="1094319"/>
            <a:ext cx="10208625" cy="520991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E2B2F-D57C-4516-B2DD-66B7C983764E}"/>
              </a:ext>
            </a:extLst>
          </p:cNvPr>
          <p:cNvSpPr txBox="1"/>
          <p:nvPr userDrawn="1"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4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615952" y="1809749"/>
            <a:ext cx="3484035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3"/>
          </p:nvPr>
        </p:nvSpPr>
        <p:spPr>
          <a:xfrm>
            <a:off x="4358219" y="1809749"/>
            <a:ext cx="3479800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8104722" y="1809749"/>
            <a:ext cx="3464983" cy="411480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05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0DFD7-C3E7-4AEF-9346-5356E0BCBD0C}"/>
              </a:ext>
            </a:extLst>
          </p:cNvPr>
          <p:cNvSpPr txBox="1"/>
          <p:nvPr userDrawn="1"/>
        </p:nvSpPr>
        <p:spPr>
          <a:xfrm>
            <a:off x="10430936" y="501893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algn="l" defTabSz="608878" rtl="0"/>
            <a:endParaRPr lang="en-US" sz="2400" kern="1200">
              <a:solidFill>
                <a:srgbClr val="1399C3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6014CFF-0E0C-44EA-9A8C-5ED997D63ABC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83989A14-C8E9-4DB0-A3B2-BCB21EA78D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85394A8E-DDC7-4F02-87E5-38BFA3FC5E1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803178-15AF-4457-8D9F-6E375150EA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8035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nl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0430937" y="501894"/>
            <a:ext cx="92379" cy="415490"/>
          </a:xfrm>
          <a:prstGeom prst="rect">
            <a:avLst/>
          </a:prstGeom>
          <a:noFill/>
        </p:spPr>
        <p:txBody>
          <a:bodyPr wrap="none" lIns="45711" tIns="22856" rIns="45711" bIns="22856" rtlCol="0">
            <a:spAutoFit/>
          </a:bodyPr>
          <a:lstStyle/>
          <a:p>
            <a:pPr marL="0" marR="0" lvl="0" indent="0" algn="l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1399C3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37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38085-16F4-4FE1-A424-E8B536CCEE54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E16533A2-E2DC-4F41-B002-908A649ACB5C}"/>
              </a:ext>
            </a:extLst>
          </p:cNvPr>
          <p:cNvSpPr/>
          <p:nvPr userDrawn="1"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555C0BC9-84AE-4284-AD8E-E865522F631A}"/>
              </a:ext>
            </a:extLst>
          </p:cNvPr>
          <p:cNvSpPr/>
          <p:nvPr userDrawn="1"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703001-2301-4703-92E9-BF29DD3FE334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016233-82E0-4239-AACA-0DABA7A7054C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98382A0-4F14-45E3-BA8E-5229D76516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72FE311F-BBB1-4F44-95EC-98AC7298247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CDFAF65-A849-4DC0-BBCA-AEDE08388B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567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lour Divider 3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F1F34-7DAE-4B48-BE44-525D65F67F5E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28CC3EEF-F2FA-441D-A9ED-ADB7628F2785}"/>
              </a:ext>
            </a:extLst>
          </p:cNvPr>
          <p:cNvSpPr/>
          <p:nvPr userDrawn="1"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571B8B6C-454D-427B-AC96-B1319FE43648}"/>
              </a:ext>
            </a:extLst>
          </p:cNvPr>
          <p:cNvSpPr/>
          <p:nvPr userDrawn="1"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4C2DC-FF30-4184-849E-EDFE6BFCA2D2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7E1DC3E-FB88-45ED-87B4-2E8CCF4E3B2B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3F4858D4-3021-4C0B-9492-91EF0EE74C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53281F97-BDF3-4EBB-9175-D0645D41419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F9C22DD-97AA-40C1-92F3-8F47A4E150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5790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lour Divide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0E51D-EE97-476B-BFC0-2BFDFDAD1B93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L-Shape 14">
            <a:extLst>
              <a:ext uri="{FF2B5EF4-FFF2-40B4-BE49-F238E27FC236}">
                <a16:creationId xmlns:a16="http://schemas.microsoft.com/office/drawing/2014/main" id="{8EB04F7A-8016-4718-8CA8-8979DAFC4298}"/>
              </a:ext>
            </a:extLst>
          </p:cNvPr>
          <p:cNvSpPr/>
          <p:nvPr userDrawn="1"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35257120-27EC-4063-86C3-17C93390499D}"/>
              </a:ext>
            </a:extLst>
          </p:cNvPr>
          <p:cNvSpPr/>
          <p:nvPr userDrawn="1"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07362B-F0CD-419F-8443-6950D75D755F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72B9D0-44DA-483B-AE2A-D27207830C8B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9263E6D7-516B-4260-9AA6-7D58DB013C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E58E83EE-0AAB-4477-813F-AD60EFB73B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88D9C93-E076-4AD2-843B-810EB97369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109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lour Divider 3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34FFA-A88B-49D7-8E5C-3240E6F7F0DF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L-Shape 15">
            <a:extLst>
              <a:ext uri="{FF2B5EF4-FFF2-40B4-BE49-F238E27FC236}">
                <a16:creationId xmlns:a16="http://schemas.microsoft.com/office/drawing/2014/main" id="{A1904D3A-5B45-4E83-8268-CC4B1A8FB5F3}"/>
              </a:ext>
            </a:extLst>
          </p:cNvPr>
          <p:cNvSpPr/>
          <p:nvPr userDrawn="1"/>
        </p:nvSpPr>
        <p:spPr>
          <a:xfrm rot="16200000">
            <a:off x="11188469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11B7B70D-B0C7-4D1A-A77E-85B765AE0097}"/>
              </a:ext>
            </a:extLst>
          </p:cNvPr>
          <p:cNvSpPr/>
          <p:nvPr userDrawn="1"/>
        </p:nvSpPr>
        <p:spPr>
          <a:xfrm rot="5400000">
            <a:off x="310065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D60057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36D36-C11C-4437-9B84-E9655F54FC0F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7255D7-B2ED-4B96-9491-00A9789EBFE2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6CA97B1-2F96-4C02-8C16-363FC77F22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4251C1B6-9CC9-4F48-9DE7-741C700EE06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E573F8B-B21B-43C1-945A-200EEC349D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lour Divi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E8474-A458-4A46-A134-25C2535C764F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C956E8-AC19-4769-95D9-73233270D6C8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21B6A0-6D77-4B0D-8469-7FEC330F49E7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0910507-49A9-4F25-ABA4-94E6C83C5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336CDA0D-5476-4B7F-850C-835D16CB6F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3E02C53-3D3B-4C0B-9020-ADB95168F3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08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olour Divider 3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C9F2B6-99E2-41B5-98AD-879968748D0E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5327F-496F-4A0A-B437-86624C1D6656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solidFill>
                  <a:schemeClr val="bg1"/>
                </a:solidFill>
                <a:latin typeface="+mn-lt"/>
              </a:rPr>
              <a:pPr lvl="0"/>
              <a:t>‹#›</a:t>
            </a:fld>
            <a:endParaRPr lang="en-GB" sz="933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BD1F82-4DF3-4E1D-BE96-F66ADBDFEA57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F56FA6F-004C-4130-816B-E646B0E0D4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0B202C7A-2168-4158-A865-9E1CE51D01D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B7BEAFB-90B8-4699-A4D2-C94AD403B1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824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lour Divider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40270" y="404664"/>
            <a:ext cx="7779807" cy="3307229"/>
          </a:xfrm>
          <a:prstGeom prst="rect">
            <a:avLst/>
          </a:prstGeom>
        </p:spPr>
        <p:txBody>
          <a:bodyPr vert="horz" lIns="216000" tIns="189000" rIns="68564" bIns="34283">
            <a:noAutofit/>
          </a:bodyPr>
          <a:lstStyle>
            <a:lvl1pPr algn="l">
              <a:lnSpc>
                <a:spcPts val="6500"/>
              </a:lnSpc>
              <a:defRPr sz="6667" b="1" i="0">
                <a:solidFill>
                  <a:schemeClr val="bg2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9" name="L-Shape 8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L-Shape 9"/>
          <p:cNvSpPr/>
          <p:nvPr/>
        </p:nvSpPr>
        <p:spPr>
          <a:xfrm rot="16200000">
            <a:off x="11186630" y="6079656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45DC5-66D1-4ADD-80F1-AFB01F0907E6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284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olour Divider 3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1313" y="2828543"/>
            <a:ext cx="7355243" cy="3559364"/>
          </a:xfrm>
          <a:prstGeom prst="rect">
            <a:avLst/>
          </a:prstGeom>
        </p:spPr>
        <p:txBody>
          <a:bodyPr vert="horz" lIns="134969" tIns="0" rIns="216000" bIns="108000" anchor="b"/>
          <a:lstStyle>
            <a:lvl1pPr algn="r">
              <a:lnSpc>
                <a:spcPts val="6500"/>
              </a:lnSpc>
              <a:defRPr sz="6667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divider title 2</a:t>
            </a:r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1188470" y="607322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L-Shape 7"/>
          <p:cNvSpPr/>
          <p:nvPr/>
        </p:nvSpPr>
        <p:spPr>
          <a:xfrm rot="5400000">
            <a:off x="310066" y="282589"/>
            <a:ext cx="451041" cy="451459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D60057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F5FDF-F9BA-44F2-8432-21249FE634F2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41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ark Purple Colour No Fr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742445" y="6287343"/>
            <a:ext cx="23760" cy="95040"/>
          </a:xfrm>
          <a:custGeom>
            <a:avLst/>
            <a:gdLst>
              <a:gd name="T0" fmla="*/ 24 w 44"/>
              <a:gd name="T1" fmla="*/ 2 h 176"/>
              <a:gd name="T2" fmla="*/ 24 w 44"/>
              <a:gd name="T3" fmla="*/ 2 h 176"/>
              <a:gd name="T4" fmla="*/ 28 w 44"/>
              <a:gd name="T5" fmla="*/ 2 h 176"/>
              <a:gd name="T6" fmla="*/ 32 w 44"/>
              <a:gd name="T7" fmla="*/ 0 h 176"/>
              <a:gd name="T8" fmla="*/ 32 w 44"/>
              <a:gd name="T9" fmla="*/ 0 h 176"/>
              <a:gd name="T10" fmla="*/ 36 w 44"/>
              <a:gd name="T11" fmla="*/ 2 h 176"/>
              <a:gd name="T12" fmla="*/ 38 w 44"/>
              <a:gd name="T13" fmla="*/ 2 h 176"/>
              <a:gd name="T14" fmla="*/ 38 w 44"/>
              <a:gd name="T15" fmla="*/ 2 h 176"/>
              <a:gd name="T16" fmla="*/ 42 w 44"/>
              <a:gd name="T17" fmla="*/ 8 h 176"/>
              <a:gd name="T18" fmla="*/ 44 w 44"/>
              <a:gd name="T19" fmla="*/ 18 h 176"/>
              <a:gd name="T20" fmla="*/ 44 w 44"/>
              <a:gd name="T21" fmla="*/ 28 h 176"/>
              <a:gd name="T22" fmla="*/ 44 w 44"/>
              <a:gd name="T23" fmla="*/ 40 h 176"/>
              <a:gd name="T24" fmla="*/ 40 w 44"/>
              <a:gd name="T25" fmla="*/ 56 h 176"/>
              <a:gd name="T26" fmla="*/ 36 w 44"/>
              <a:gd name="T27" fmla="*/ 74 h 176"/>
              <a:gd name="T28" fmla="*/ 36 w 44"/>
              <a:gd name="T29" fmla="*/ 74 h 176"/>
              <a:gd name="T30" fmla="*/ 18 w 44"/>
              <a:gd name="T31" fmla="*/ 134 h 176"/>
              <a:gd name="T32" fmla="*/ 4 w 44"/>
              <a:gd name="T33" fmla="*/ 176 h 176"/>
              <a:gd name="T34" fmla="*/ 4 w 44"/>
              <a:gd name="T35" fmla="*/ 176 h 176"/>
              <a:gd name="T36" fmla="*/ 2 w 44"/>
              <a:gd name="T37" fmla="*/ 154 h 176"/>
              <a:gd name="T38" fmla="*/ 0 w 44"/>
              <a:gd name="T39" fmla="*/ 128 h 176"/>
              <a:gd name="T40" fmla="*/ 0 w 44"/>
              <a:gd name="T41" fmla="*/ 100 h 176"/>
              <a:gd name="T42" fmla="*/ 2 w 44"/>
              <a:gd name="T43" fmla="*/ 74 h 176"/>
              <a:gd name="T44" fmla="*/ 6 w 44"/>
              <a:gd name="T45" fmla="*/ 48 h 176"/>
              <a:gd name="T46" fmla="*/ 10 w 44"/>
              <a:gd name="T47" fmla="*/ 28 h 176"/>
              <a:gd name="T48" fmla="*/ 16 w 44"/>
              <a:gd name="T49" fmla="*/ 12 h 176"/>
              <a:gd name="T50" fmla="*/ 20 w 44"/>
              <a:gd name="T51" fmla="*/ 6 h 176"/>
              <a:gd name="T52" fmla="*/ 24 w 44"/>
              <a:gd name="T53" fmla="*/ 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44" h="176">
                <a:moveTo>
                  <a:pt x="24" y="2"/>
                </a:moveTo>
                <a:lnTo>
                  <a:pt x="24" y="2"/>
                </a:lnTo>
                <a:lnTo>
                  <a:pt x="28" y="2"/>
                </a:lnTo>
                <a:lnTo>
                  <a:pt x="32" y="0"/>
                </a:lnTo>
                <a:lnTo>
                  <a:pt x="32" y="0"/>
                </a:lnTo>
                <a:lnTo>
                  <a:pt x="36" y="2"/>
                </a:lnTo>
                <a:lnTo>
                  <a:pt x="38" y="2"/>
                </a:lnTo>
                <a:lnTo>
                  <a:pt x="38" y="2"/>
                </a:lnTo>
                <a:lnTo>
                  <a:pt x="42" y="8"/>
                </a:lnTo>
                <a:lnTo>
                  <a:pt x="44" y="18"/>
                </a:lnTo>
                <a:lnTo>
                  <a:pt x="44" y="28"/>
                </a:lnTo>
                <a:lnTo>
                  <a:pt x="44" y="40"/>
                </a:lnTo>
                <a:lnTo>
                  <a:pt x="40" y="56"/>
                </a:lnTo>
                <a:lnTo>
                  <a:pt x="36" y="74"/>
                </a:lnTo>
                <a:lnTo>
                  <a:pt x="36" y="74"/>
                </a:lnTo>
                <a:lnTo>
                  <a:pt x="18" y="134"/>
                </a:lnTo>
                <a:lnTo>
                  <a:pt x="4" y="176"/>
                </a:lnTo>
                <a:lnTo>
                  <a:pt x="4" y="176"/>
                </a:lnTo>
                <a:lnTo>
                  <a:pt x="2" y="154"/>
                </a:lnTo>
                <a:lnTo>
                  <a:pt x="0" y="128"/>
                </a:lnTo>
                <a:lnTo>
                  <a:pt x="0" y="100"/>
                </a:lnTo>
                <a:lnTo>
                  <a:pt x="2" y="74"/>
                </a:lnTo>
                <a:lnTo>
                  <a:pt x="6" y="48"/>
                </a:lnTo>
                <a:lnTo>
                  <a:pt x="10" y="28"/>
                </a:lnTo>
                <a:lnTo>
                  <a:pt x="16" y="12"/>
                </a:lnTo>
                <a:lnTo>
                  <a:pt x="20" y="6"/>
                </a:lnTo>
                <a:lnTo>
                  <a:pt x="24" y="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637685" y="6403983"/>
            <a:ext cx="81000" cy="88560"/>
          </a:xfrm>
          <a:custGeom>
            <a:avLst/>
            <a:gdLst>
              <a:gd name="T0" fmla="*/ 74 w 150"/>
              <a:gd name="T1" fmla="*/ 164 h 164"/>
              <a:gd name="T2" fmla="*/ 74 w 150"/>
              <a:gd name="T3" fmla="*/ 164 h 164"/>
              <a:gd name="T4" fmla="*/ 60 w 150"/>
              <a:gd name="T5" fmla="*/ 162 h 164"/>
              <a:gd name="T6" fmla="*/ 46 w 150"/>
              <a:gd name="T7" fmla="*/ 158 h 164"/>
              <a:gd name="T8" fmla="*/ 34 w 150"/>
              <a:gd name="T9" fmla="*/ 152 h 164"/>
              <a:gd name="T10" fmla="*/ 22 w 150"/>
              <a:gd name="T11" fmla="*/ 142 h 164"/>
              <a:gd name="T12" fmla="*/ 14 w 150"/>
              <a:gd name="T13" fmla="*/ 132 h 164"/>
              <a:gd name="T14" fmla="*/ 6 w 150"/>
              <a:gd name="T15" fmla="*/ 118 h 164"/>
              <a:gd name="T16" fmla="*/ 2 w 150"/>
              <a:gd name="T17" fmla="*/ 102 h 164"/>
              <a:gd name="T18" fmla="*/ 0 w 150"/>
              <a:gd name="T19" fmla="*/ 82 h 164"/>
              <a:gd name="T20" fmla="*/ 0 w 150"/>
              <a:gd name="T21" fmla="*/ 82 h 164"/>
              <a:gd name="T22" fmla="*/ 2 w 150"/>
              <a:gd name="T23" fmla="*/ 64 h 164"/>
              <a:gd name="T24" fmla="*/ 6 w 150"/>
              <a:gd name="T25" fmla="*/ 50 h 164"/>
              <a:gd name="T26" fmla="*/ 12 w 150"/>
              <a:gd name="T27" fmla="*/ 36 h 164"/>
              <a:gd name="T28" fmla="*/ 20 w 150"/>
              <a:gd name="T29" fmla="*/ 24 h 164"/>
              <a:gd name="T30" fmla="*/ 32 w 150"/>
              <a:gd name="T31" fmla="*/ 14 h 164"/>
              <a:gd name="T32" fmla="*/ 44 w 150"/>
              <a:gd name="T33" fmla="*/ 6 h 164"/>
              <a:gd name="T34" fmla="*/ 58 w 150"/>
              <a:gd name="T35" fmla="*/ 2 h 164"/>
              <a:gd name="T36" fmla="*/ 74 w 150"/>
              <a:gd name="T37" fmla="*/ 0 h 164"/>
              <a:gd name="T38" fmla="*/ 74 w 150"/>
              <a:gd name="T39" fmla="*/ 0 h 164"/>
              <a:gd name="T40" fmla="*/ 88 w 150"/>
              <a:gd name="T41" fmla="*/ 2 h 164"/>
              <a:gd name="T42" fmla="*/ 102 w 150"/>
              <a:gd name="T43" fmla="*/ 6 h 164"/>
              <a:gd name="T44" fmla="*/ 114 w 150"/>
              <a:gd name="T45" fmla="*/ 12 h 164"/>
              <a:gd name="T46" fmla="*/ 126 w 150"/>
              <a:gd name="T47" fmla="*/ 22 h 164"/>
              <a:gd name="T48" fmla="*/ 134 w 150"/>
              <a:gd name="T49" fmla="*/ 34 h 164"/>
              <a:gd name="T50" fmla="*/ 142 w 150"/>
              <a:gd name="T51" fmla="*/ 48 h 164"/>
              <a:gd name="T52" fmla="*/ 148 w 150"/>
              <a:gd name="T53" fmla="*/ 64 h 164"/>
              <a:gd name="T54" fmla="*/ 150 w 150"/>
              <a:gd name="T55" fmla="*/ 82 h 164"/>
              <a:gd name="T56" fmla="*/ 150 w 150"/>
              <a:gd name="T57" fmla="*/ 82 h 164"/>
              <a:gd name="T58" fmla="*/ 148 w 150"/>
              <a:gd name="T59" fmla="*/ 100 h 164"/>
              <a:gd name="T60" fmla="*/ 142 w 150"/>
              <a:gd name="T61" fmla="*/ 118 h 164"/>
              <a:gd name="T62" fmla="*/ 134 w 150"/>
              <a:gd name="T63" fmla="*/ 132 h 164"/>
              <a:gd name="T64" fmla="*/ 126 w 150"/>
              <a:gd name="T65" fmla="*/ 142 h 164"/>
              <a:gd name="T66" fmla="*/ 114 w 150"/>
              <a:gd name="T67" fmla="*/ 152 h 164"/>
              <a:gd name="T68" fmla="*/ 102 w 150"/>
              <a:gd name="T69" fmla="*/ 158 h 164"/>
              <a:gd name="T70" fmla="*/ 88 w 150"/>
              <a:gd name="T71" fmla="*/ 162 h 164"/>
              <a:gd name="T72" fmla="*/ 74 w 150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0" h="164">
                <a:moveTo>
                  <a:pt x="74" y="164"/>
                </a:moveTo>
                <a:lnTo>
                  <a:pt x="74" y="164"/>
                </a:lnTo>
                <a:lnTo>
                  <a:pt x="60" y="162"/>
                </a:lnTo>
                <a:lnTo>
                  <a:pt x="46" y="158"/>
                </a:lnTo>
                <a:lnTo>
                  <a:pt x="34" y="152"/>
                </a:lnTo>
                <a:lnTo>
                  <a:pt x="22" y="142"/>
                </a:lnTo>
                <a:lnTo>
                  <a:pt x="14" y="132"/>
                </a:lnTo>
                <a:lnTo>
                  <a:pt x="6" y="118"/>
                </a:lnTo>
                <a:lnTo>
                  <a:pt x="2" y="102"/>
                </a:lnTo>
                <a:lnTo>
                  <a:pt x="0" y="82"/>
                </a:lnTo>
                <a:lnTo>
                  <a:pt x="0" y="82"/>
                </a:lnTo>
                <a:lnTo>
                  <a:pt x="2" y="64"/>
                </a:lnTo>
                <a:lnTo>
                  <a:pt x="6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88" y="2"/>
                </a:lnTo>
                <a:lnTo>
                  <a:pt x="102" y="6"/>
                </a:lnTo>
                <a:lnTo>
                  <a:pt x="114" y="12"/>
                </a:lnTo>
                <a:lnTo>
                  <a:pt x="126" y="22"/>
                </a:lnTo>
                <a:lnTo>
                  <a:pt x="134" y="34"/>
                </a:lnTo>
                <a:lnTo>
                  <a:pt x="142" y="48"/>
                </a:lnTo>
                <a:lnTo>
                  <a:pt x="148" y="64"/>
                </a:lnTo>
                <a:lnTo>
                  <a:pt x="150" y="82"/>
                </a:lnTo>
                <a:lnTo>
                  <a:pt x="150" y="82"/>
                </a:lnTo>
                <a:lnTo>
                  <a:pt x="148" y="100"/>
                </a:lnTo>
                <a:lnTo>
                  <a:pt x="142" y="118"/>
                </a:lnTo>
                <a:lnTo>
                  <a:pt x="134" y="132"/>
                </a:lnTo>
                <a:lnTo>
                  <a:pt x="126" y="142"/>
                </a:lnTo>
                <a:lnTo>
                  <a:pt x="114" y="152"/>
                </a:lnTo>
                <a:lnTo>
                  <a:pt x="102" y="158"/>
                </a:lnTo>
                <a:lnTo>
                  <a:pt x="88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342845" y="6403983"/>
            <a:ext cx="79920" cy="88560"/>
          </a:xfrm>
          <a:custGeom>
            <a:avLst/>
            <a:gdLst>
              <a:gd name="T0" fmla="*/ 74 w 148"/>
              <a:gd name="T1" fmla="*/ 164 h 164"/>
              <a:gd name="T2" fmla="*/ 74 w 148"/>
              <a:gd name="T3" fmla="*/ 164 h 164"/>
              <a:gd name="T4" fmla="*/ 58 w 148"/>
              <a:gd name="T5" fmla="*/ 162 h 164"/>
              <a:gd name="T6" fmla="*/ 44 w 148"/>
              <a:gd name="T7" fmla="*/ 156 h 164"/>
              <a:gd name="T8" fmla="*/ 32 w 148"/>
              <a:gd name="T9" fmla="*/ 150 h 164"/>
              <a:gd name="T10" fmla="*/ 22 w 148"/>
              <a:gd name="T11" fmla="*/ 140 h 164"/>
              <a:gd name="T12" fmla="*/ 12 w 148"/>
              <a:gd name="T13" fmla="*/ 128 h 164"/>
              <a:gd name="T14" fmla="*/ 6 w 148"/>
              <a:gd name="T15" fmla="*/ 114 h 164"/>
              <a:gd name="T16" fmla="*/ 0 w 148"/>
              <a:gd name="T17" fmla="*/ 98 h 164"/>
              <a:gd name="T18" fmla="*/ 0 w 148"/>
              <a:gd name="T19" fmla="*/ 82 h 164"/>
              <a:gd name="T20" fmla="*/ 0 w 148"/>
              <a:gd name="T21" fmla="*/ 82 h 164"/>
              <a:gd name="T22" fmla="*/ 0 w 148"/>
              <a:gd name="T23" fmla="*/ 66 h 164"/>
              <a:gd name="T24" fmla="*/ 4 w 148"/>
              <a:gd name="T25" fmla="*/ 50 h 164"/>
              <a:gd name="T26" fmla="*/ 12 w 148"/>
              <a:gd name="T27" fmla="*/ 36 h 164"/>
              <a:gd name="T28" fmla="*/ 20 w 148"/>
              <a:gd name="T29" fmla="*/ 24 h 164"/>
              <a:gd name="T30" fmla="*/ 32 w 148"/>
              <a:gd name="T31" fmla="*/ 14 h 164"/>
              <a:gd name="T32" fmla="*/ 44 w 148"/>
              <a:gd name="T33" fmla="*/ 6 h 164"/>
              <a:gd name="T34" fmla="*/ 58 w 148"/>
              <a:gd name="T35" fmla="*/ 2 h 164"/>
              <a:gd name="T36" fmla="*/ 74 w 148"/>
              <a:gd name="T37" fmla="*/ 0 h 164"/>
              <a:gd name="T38" fmla="*/ 74 w 148"/>
              <a:gd name="T39" fmla="*/ 0 h 164"/>
              <a:gd name="T40" fmla="*/ 90 w 148"/>
              <a:gd name="T41" fmla="*/ 2 h 164"/>
              <a:gd name="T42" fmla="*/ 106 w 148"/>
              <a:gd name="T43" fmla="*/ 8 h 164"/>
              <a:gd name="T44" fmla="*/ 118 w 148"/>
              <a:gd name="T45" fmla="*/ 16 h 164"/>
              <a:gd name="T46" fmla="*/ 130 w 148"/>
              <a:gd name="T47" fmla="*/ 26 h 164"/>
              <a:gd name="T48" fmla="*/ 138 w 148"/>
              <a:gd name="T49" fmla="*/ 40 h 164"/>
              <a:gd name="T50" fmla="*/ 144 w 148"/>
              <a:gd name="T51" fmla="*/ 54 h 164"/>
              <a:gd name="T52" fmla="*/ 148 w 148"/>
              <a:gd name="T53" fmla="*/ 68 h 164"/>
              <a:gd name="T54" fmla="*/ 148 w 148"/>
              <a:gd name="T55" fmla="*/ 82 h 164"/>
              <a:gd name="T56" fmla="*/ 148 w 148"/>
              <a:gd name="T57" fmla="*/ 82 h 164"/>
              <a:gd name="T58" fmla="*/ 148 w 148"/>
              <a:gd name="T59" fmla="*/ 100 h 164"/>
              <a:gd name="T60" fmla="*/ 144 w 148"/>
              <a:gd name="T61" fmla="*/ 116 h 164"/>
              <a:gd name="T62" fmla="*/ 136 w 148"/>
              <a:gd name="T63" fmla="*/ 130 h 164"/>
              <a:gd name="T64" fmla="*/ 128 w 148"/>
              <a:gd name="T65" fmla="*/ 140 h 164"/>
              <a:gd name="T66" fmla="*/ 116 w 148"/>
              <a:gd name="T67" fmla="*/ 150 h 164"/>
              <a:gd name="T68" fmla="*/ 104 w 148"/>
              <a:gd name="T69" fmla="*/ 158 h 164"/>
              <a:gd name="T70" fmla="*/ 90 w 148"/>
              <a:gd name="T71" fmla="*/ 162 h 164"/>
              <a:gd name="T72" fmla="*/ 74 w 148"/>
              <a:gd name="T73" fmla="*/ 164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8" h="164">
                <a:moveTo>
                  <a:pt x="74" y="164"/>
                </a:moveTo>
                <a:lnTo>
                  <a:pt x="74" y="164"/>
                </a:lnTo>
                <a:lnTo>
                  <a:pt x="58" y="162"/>
                </a:lnTo>
                <a:lnTo>
                  <a:pt x="44" y="156"/>
                </a:lnTo>
                <a:lnTo>
                  <a:pt x="32" y="150"/>
                </a:lnTo>
                <a:lnTo>
                  <a:pt x="22" y="140"/>
                </a:lnTo>
                <a:lnTo>
                  <a:pt x="12" y="128"/>
                </a:lnTo>
                <a:lnTo>
                  <a:pt x="6" y="114"/>
                </a:lnTo>
                <a:lnTo>
                  <a:pt x="0" y="98"/>
                </a:lnTo>
                <a:lnTo>
                  <a:pt x="0" y="82"/>
                </a:lnTo>
                <a:lnTo>
                  <a:pt x="0" y="82"/>
                </a:lnTo>
                <a:lnTo>
                  <a:pt x="0" y="66"/>
                </a:lnTo>
                <a:lnTo>
                  <a:pt x="4" y="50"/>
                </a:lnTo>
                <a:lnTo>
                  <a:pt x="12" y="36"/>
                </a:lnTo>
                <a:lnTo>
                  <a:pt x="20" y="24"/>
                </a:lnTo>
                <a:lnTo>
                  <a:pt x="32" y="14"/>
                </a:lnTo>
                <a:lnTo>
                  <a:pt x="44" y="6"/>
                </a:lnTo>
                <a:lnTo>
                  <a:pt x="58" y="2"/>
                </a:lnTo>
                <a:lnTo>
                  <a:pt x="74" y="0"/>
                </a:lnTo>
                <a:lnTo>
                  <a:pt x="74" y="0"/>
                </a:lnTo>
                <a:lnTo>
                  <a:pt x="90" y="2"/>
                </a:lnTo>
                <a:lnTo>
                  <a:pt x="106" y="8"/>
                </a:lnTo>
                <a:lnTo>
                  <a:pt x="118" y="16"/>
                </a:lnTo>
                <a:lnTo>
                  <a:pt x="130" y="26"/>
                </a:lnTo>
                <a:lnTo>
                  <a:pt x="138" y="40"/>
                </a:lnTo>
                <a:lnTo>
                  <a:pt x="144" y="54"/>
                </a:lnTo>
                <a:lnTo>
                  <a:pt x="148" y="68"/>
                </a:lnTo>
                <a:lnTo>
                  <a:pt x="148" y="82"/>
                </a:lnTo>
                <a:lnTo>
                  <a:pt x="148" y="82"/>
                </a:lnTo>
                <a:lnTo>
                  <a:pt x="148" y="100"/>
                </a:lnTo>
                <a:lnTo>
                  <a:pt x="144" y="116"/>
                </a:lnTo>
                <a:lnTo>
                  <a:pt x="136" y="130"/>
                </a:lnTo>
                <a:lnTo>
                  <a:pt x="128" y="140"/>
                </a:lnTo>
                <a:lnTo>
                  <a:pt x="116" y="150"/>
                </a:lnTo>
                <a:lnTo>
                  <a:pt x="104" y="158"/>
                </a:lnTo>
                <a:lnTo>
                  <a:pt x="90" y="162"/>
                </a:lnTo>
                <a:lnTo>
                  <a:pt x="74" y="1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92 w 914"/>
              <a:gd name="T1" fmla="*/ 430 h 602"/>
              <a:gd name="T2" fmla="*/ 862 w 914"/>
              <a:gd name="T3" fmla="*/ 414 h 602"/>
              <a:gd name="T4" fmla="*/ 850 w 914"/>
              <a:gd name="T5" fmla="*/ 378 h 602"/>
              <a:gd name="T6" fmla="*/ 852 w 914"/>
              <a:gd name="T7" fmla="*/ 346 h 602"/>
              <a:gd name="T8" fmla="*/ 876 w 914"/>
              <a:gd name="T9" fmla="*/ 258 h 602"/>
              <a:gd name="T10" fmla="*/ 896 w 914"/>
              <a:gd name="T11" fmla="*/ 184 h 602"/>
              <a:gd name="T12" fmla="*/ 904 w 914"/>
              <a:gd name="T13" fmla="*/ 108 h 602"/>
              <a:gd name="T14" fmla="*/ 894 w 914"/>
              <a:gd name="T15" fmla="*/ 46 h 602"/>
              <a:gd name="T16" fmla="*/ 880 w 914"/>
              <a:gd name="T17" fmla="*/ 20 h 602"/>
              <a:gd name="T18" fmla="*/ 852 w 914"/>
              <a:gd name="T19" fmla="*/ 2 h 602"/>
              <a:gd name="T20" fmla="*/ 832 w 914"/>
              <a:gd name="T21" fmla="*/ 2 h 602"/>
              <a:gd name="T22" fmla="*/ 810 w 914"/>
              <a:gd name="T23" fmla="*/ 12 h 602"/>
              <a:gd name="T24" fmla="*/ 788 w 914"/>
              <a:gd name="T25" fmla="*/ 34 h 602"/>
              <a:gd name="T26" fmla="*/ 766 w 914"/>
              <a:gd name="T27" fmla="*/ 82 h 602"/>
              <a:gd name="T28" fmla="*/ 756 w 914"/>
              <a:gd name="T29" fmla="*/ 132 h 602"/>
              <a:gd name="T30" fmla="*/ 754 w 914"/>
              <a:gd name="T31" fmla="*/ 220 h 602"/>
              <a:gd name="T32" fmla="*/ 720 w 914"/>
              <a:gd name="T33" fmla="*/ 204 h 602"/>
              <a:gd name="T34" fmla="*/ 684 w 914"/>
              <a:gd name="T35" fmla="*/ 200 h 602"/>
              <a:gd name="T36" fmla="*/ 624 w 914"/>
              <a:gd name="T37" fmla="*/ 212 h 602"/>
              <a:gd name="T38" fmla="*/ 578 w 914"/>
              <a:gd name="T39" fmla="*/ 248 h 602"/>
              <a:gd name="T40" fmla="*/ 558 w 914"/>
              <a:gd name="T41" fmla="*/ 282 h 602"/>
              <a:gd name="T42" fmla="*/ 556 w 914"/>
              <a:gd name="T43" fmla="*/ 284 h 602"/>
              <a:gd name="T44" fmla="*/ 542 w 914"/>
              <a:gd name="T45" fmla="*/ 248 h 602"/>
              <a:gd name="T46" fmla="*/ 506 w 914"/>
              <a:gd name="T47" fmla="*/ 212 h 602"/>
              <a:gd name="T48" fmla="*/ 458 w 914"/>
              <a:gd name="T49" fmla="*/ 198 h 602"/>
              <a:gd name="T50" fmla="*/ 442 w 914"/>
              <a:gd name="T51" fmla="*/ 200 h 602"/>
              <a:gd name="T52" fmla="*/ 382 w 914"/>
              <a:gd name="T53" fmla="*/ 216 h 602"/>
              <a:gd name="T54" fmla="*/ 288 w 914"/>
              <a:gd name="T55" fmla="*/ 100 h 602"/>
              <a:gd name="T56" fmla="*/ 278 w 914"/>
              <a:gd name="T57" fmla="*/ 258 h 602"/>
              <a:gd name="T58" fmla="*/ 236 w 914"/>
              <a:gd name="T59" fmla="*/ 218 h 602"/>
              <a:gd name="T60" fmla="*/ 182 w 914"/>
              <a:gd name="T61" fmla="*/ 200 h 602"/>
              <a:gd name="T62" fmla="*/ 150 w 914"/>
              <a:gd name="T63" fmla="*/ 198 h 602"/>
              <a:gd name="T64" fmla="*/ 114 w 914"/>
              <a:gd name="T65" fmla="*/ 208 h 602"/>
              <a:gd name="T66" fmla="*/ 84 w 914"/>
              <a:gd name="T67" fmla="*/ 228 h 602"/>
              <a:gd name="T68" fmla="*/ 0 w 914"/>
              <a:gd name="T69" fmla="*/ 204 h 602"/>
              <a:gd name="T70" fmla="*/ 74 w 914"/>
              <a:gd name="T71" fmla="*/ 466 h 602"/>
              <a:gd name="T72" fmla="*/ 116 w 914"/>
              <a:gd name="T73" fmla="*/ 492 h 602"/>
              <a:gd name="T74" fmla="*/ 162 w 914"/>
              <a:gd name="T75" fmla="*/ 500 h 602"/>
              <a:gd name="T76" fmla="*/ 222 w 914"/>
              <a:gd name="T77" fmla="*/ 488 h 602"/>
              <a:gd name="T78" fmla="*/ 268 w 914"/>
              <a:gd name="T79" fmla="*/ 454 h 602"/>
              <a:gd name="T80" fmla="*/ 288 w 914"/>
              <a:gd name="T81" fmla="*/ 492 h 602"/>
              <a:gd name="T82" fmla="*/ 366 w 914"/>
              <a:gd name="T83" fmla="*/ 330 h 602"/>
              <a:gd name="T84" fmla="*/ 368 w 914"/>
              <a:gd name="T85" fmla="*/ 308 h 602"/>
              <a:gd name="T86" fmla="*/ 384 w 914"/>
              <a:gd name="T87" fmla="*/ 288 h 602"/>
              <a:gd name="T88" fmla="*/ 414 w 914"/>
              <a:gd name="T89" fmla="*/ 272 h 602"/>
              <a:gd name="T90" fmla="*/ 440 w 914"/>
              <a:gd name="T91" fmla="*/ 268 h 602"/>
              <a:gd name="T92" fmla="*/ 468 w 914"/>
              <a:gd name="T93" fmla="*/ 278 h 602"/>
              <a:gd name="T94" fmla="*/ 482 w 914"/>
              <a:gd name="T95" fmla="*/ 306 h 602"/>
              <a:gd name="T96" fmla="*/ 484 w 914"/>
              <a:gd name="T97" fmla="*/ 492 h 602"/>
              <a:gd name="T98" fmla="*/ 562 w 914"/>
              <a:gd name="T99" fmla="*/ 428 h 602"/>
              <a:gd name="T100" fmla="*/ 574 w 914"/>
              <a:gd name="T101" fmla="*/ 444 h 602"/>
              <a:gd name="T102" fmla="*/ 614 w 914"/>
              <a:gd name="T103" fmla="*/ 482 h 602"/>
              <a:gd name="T104" fmla="*/ 664 w 914"/>
              <a:gd name="T105" fmla="*/ 500 h 602"/>
              <a:gd name="T106" fmla="*/ 700 w 914"/>
              <a:gd name="T107" fmla="*/ 500 h 602"/>
              <a:gd name="T108" fmla="*/ 748 w 914"/>
              <a:gd name="T109" fmla="*/ 488 h 602"/>
              <a:gd name="T110" fmla="*/ 788 w 914"/>
              <a:gd name="T111" fmla="*/ 462 h 602"/>
              <a:gd name="T112" fmla="*/ 812 w 914"/>
              <a:gd name="T113" fmla="*/ 468 h 602"/>
              <a:gd name="T114" fmla="*/ 848 w 914"/>
              <a:gd name="T115" fmla="*/ 490 h 602"/>
              <a:gd name="T116" fmla="*/ 906 w 914"/>
              <a:gd name="T117" fmla="*/ 502 h 602"/>
              <a:gd name="T118" fmla="*/ 906 w 914"/>
              <a:gd name="T119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914" h="602"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D0507-57D2-43FC-9A76-600757A978FB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8005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0332D0-7841-4364-8BD9-A47249D4C0D7}"/>
              </a:ext>
            </a:extLst>
          </p:cNvPr>
          <p:cNvSpPr txBox="1"/>
          <p:nvPr/>
        </p:nvSpPr>
        <p:spPr>
          <a:xfrm>
            <a:off x="3236328" y="2024847"/>
            <a:ext cx="5013871" cy="1974828"/>
          </a:xfrm>
          <a:prstGeom prst="rect">
            <a:avLst/>
          </a:prstGeom>
          <a:noFill/>
        </p:spPr>
        <p:txBody>
          <a:bodyPr wrap="none" lIns="45711" tIns="22856" rIns="239720" bIns="22856" rtlCol="0">
            <a:spAutoFit/>
          </a:bodyPr>
          <a:lstStyle/>
          <a:p>
            <a:pPr marL="0" marR="0" lvl="0" indent="0" algn="r" defTabSz="41263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33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InterFace"/>
                <a:sym typeface="Helvetica Light"/>
              </a:rPr>
              <a:t>Thanks</a:t>
            </a: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E54D7578-4A6A-4BFD-9ED4-B5D92150D62C}"/>
              </a:ext>
            </a:extLst>
          </p:cNvPr>
          <p:cNvSpPr>
            <a:spLocks noChangeAspect="1"/>
          </p:cNvSpPr>
          <p:nvPr/>
        </p:nvSpPr>
        <p:spPr>
          <a:xfrm rot="16200000">
            <a:off x="7716549" y="3356627"/>
            <a:ext cx="791355" cy="792088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CA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pic>
        <p:nvPicPr>
          <p:cNvPr id="11" name="Picture 10" descr="phd_logo_20160209_white.wmf">
            <a:extLst>
              <a:ext uri="{FF2B5EF4-FFF2-40B4-BE49-F238E27FC236}">
                <a16:creationId xmlns:a16="http://schemas.microsoft.com/office/drawing/2014/main" id="{74C34FF9-1A43-4630-84CF-20D07EA4FF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0338" y="3789043"/>
            <a:ext cx="696375" cy="44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cov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A7E86B-A61D-4322-B09B-825BB287E84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927" y="3156319"/>
            <a:ext cx="2534149" cy="54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0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18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-Shape 3"/>
          <p:cNvSpPr/>
          <p:nvPr/>
        </p:nvSpPr>
        <p:spPr>
          <a:xfrm rot="16200000">
            <a:off x="10598260" y="5447673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858789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L-Shape 4"/>
          <p:cNvSpPr/>
          <p:nvPr/>
        </p:nvSpPr>
        <p:spPr>
          <a:xfrm rot="5400000">
            <a:off x="1159047" y="465007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858789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Media Placehold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1264358" y="564628"/>
            <a:ext cx="9596263" cy="5140856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867" baseline="0">
                <a:solidFill>
                  <a:schemeClr val="bg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Video to be placed in between frames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02885" y="6259263"/>
            <a:ext cx="493560" cy="325080"/>
            <a:chOff x="302885" y="6259263"/>
            <a:chExt cx="493560" cy="325080"/>
          </a:xfrm>
        </p:grpSpPr>
        <p:sp>
          <p:nvSpPr>
            <p:cNvPr id="82" name="Freeform 5"/>
            <p:cNvSpPr>
              <a:spLocks noEditPoints="1"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3" name="Freeform 6"/>
            <p:cNvSpPr>
              <a:spLocks/>
            </p:cNvSpPr>
            <p:nvPr userDrawn="1"/>
          </p:nvSpPr>
          <p:spPr bwMode="auto">
            <a:xfrm>
              <a:off x="742445" y="6287343"/>
              <a:ext cx="23760" cy="95040"/>
            </a:xfrm>
            <a:custGeom>
              <a:avLst/>
              <a:gdLst>
                <a:gd name="T0" fmla="*/ 24 w 44"/>
                <a:gd name="T1" fmla="*/ 2 h 176"/>
                <a:gd name="T2" fmla="*/ 24 w 44"/>
                <a:gd name="T3" fmla="*/ 2 h 176"/>
                <a:gd name="T4" fmla="*/ 28 w 44"/>
                <a:gd name="T5" fmla="*/ 2 h 176"/>
                <a:gd name="T6" fmla="*/ 32 w 44"/>
                <a:gd name="T7" fmla="*/ 0 h 176"/>
                <a:gd name="T8" fmla="*/ 32 w 44"/>
                <a:gd name="T9" fmla="*/ 0 h 176"/>
                <a:gd name="T10" fmla="*/ 36 w 44"/>
                <a:gd name="T11" fmla="*/ 2 h 176"/>
                <a:gd name="T12" fmla="*/ 38 w 44"/>
                <a:gd name="T13" fmla="*/ 2 h 176"/>
                <a:gd name="T14" fmla="*/ 38 w 44"/>
                <a:gd name="T15" fmla="*/ 2 h 176"/>
                <a:gd name="T16" fmla="*/ 42 w 44"/>
                <a:gd name="T17" fmla="*/ 8 h 176"/>
                <a:gd name="T18" fmla="*/ 44 w 44"/>
                <a:gd name="T19" fmla="*/ 18 h 176"/>
                <a:gd name="T20" fmla="*/ 44 w 44"/>
                <a:gd name="T21" fmla="*/ 28 h 176"/>
                <a:gd name="T22" fmla="*/ 44 w 44"/>
                <a:gd name="T23" fmla="*/ 40 h 176"/>
                <a:gd name="T24" fmla="*/ 40 w 44"/>
                <a:gd name="T25" fmla="*/ 56 h 176"/>
                <a:gd name="T26" fmla="*/ 36 w 44"/>
                <a:gd name="T27" fmla="*/ 74 h 176"/>
                <a:gd name="T28" fmla="*/ 36 w 44"/>
                <a:gd name="T29" fmla="*/ 74 h 176"/>
                <a:gd name="T30" fmla="*/ 18 w 44"/>
                <a:gd name="T31" fmla="*/ 134 h 176"/>
                <a:gd name="T32" fmla="*/ 4 w 44"/>
                <a:gd name="T33" fmla="*/ 176 h 176"/>
                <a:gd name="T34" fmla="*/ 4 w 44"/>
                <a:gd name="T35" fmla="*/ 176 h 176"/>
                <a:gd name="T36" fmla="*/ 2 w 44"/>
                <a:gd name="T37" fmla="*/ 154 h 176"/>
                <a:gd name="T38" fmla="*/ 0 w 44"/>
                <a:gd name="T39" fmla="*/ 128 h 176"/>
                <a:gd name="T40" fmla="*/ 0 w 44"/>
                <a:gd name="T41" fmla="*/ 100 h 176"/>
                <a:gd name="T42" fmla="*/ 2 w 44"/>
                <a:gd name="T43" fmla="*/ 74 h 176"/>
                <a:gd name="T44" fmla="*/ 6 w 44"/>
                <a:gd name="T45" fmla="*/ 48 h 176"/>
                <a:gd name="T46" fmla="*/ 10 w 44"/>
                <a:gd name="T47" fmla="*/ 28 h 176"/>
                <a:gd name="T48" fmla="*/ 16 w 44"/>
                <a:gd name="T49" fmla="*/ 12 h 176"/>
                <a:gd name="T50" fmla="*/ 20 w 44"/>
                <a:gd name="T51" fmla="*/ 6 h 176"/>
                <a:gd name="T52" fmla="*/ 24 w 44"/>
                <a:gd name="T53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" h="176">
                  <a:moveTo>
                    <a:pt x="24" y="2"/>
                  </a:moveTo>
                  <a:lnTo>
                    <a:pt x="24" y="2"/>
                  </a:lnTo>
                  <a:lnTo>
                    <a:pt x="28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6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2" y="8"/>
                  </a:lnTo>
                  <a:lnTo>
                    <a:pt x="44" y="18"/>
                  </a:lnTo>
                  <a:lnTo>
                    <a:pt x="44" y="28"/>
                  </a:lnTo>
                  <a:lnTo>
                    <a:pt x="44" y="40"/>
                  </a:lnTo>
                  <a:lnTo>
                    <a:pt x="40" y="56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18" y="134"/>
                  </a:lnTo>
                  <a:lnTo>
                    <a:pt x="4" y="176"/>
                  </a:lnTo>
                  <a:lnTo>
                    <a:pt x="4" y="176"/>
                  </a:lnTo>
                  <a:lnTo>
                    <a:pt x="2" y="154"/>
                  </a:lnTo>
                  <a:lnTo>
                    <a:pt x="0" y="128"/>
                  </a:lnTo>
                  <a:lnTo>
                    <a:pt x="0" y="100"/>
                  </a:lnTo>
                  <a:lnTo>
                    <a:pt x="2" y="74"/>
                  </a:lnTo>
                  <a:lnTo>
                    <a:pt x="6" y="48"/>
                  </a:lnTo>
                  <a:lnTo>
                    <a:pt x="10" y="28"/>
                  </a:lnTo>
                  <a:lnTo>
                    <a:pt x="16" y="12"/>
                  </a:lnTo>
                  <a:lnTo>
                    <a:pt x="20" y="6"/>
                  </a:lnTo>
                  <a:lnTo>
                    <a:pt x="2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4" name="Freeform 7"/>
            <p:cNvSpPr>
              <a:spLocks/>
            </p:cNvSpPr>
            <p:nvPr userDrawn="1"/>
          </p:nvSpPr>
          <p:spPr bwMode="auto">
            <a:xfrm>
              <a:off x="637685" y="6403983"/>
              <a:ext cx="81000" cy="88560"/>
            </a:xfrm>
            <a:custGeom>
              <a:avLst/>
              <a:gdLst>
                <a:gd name="T0" fmla="*/ 74 w 150"/>
                <a:gd name="T1" fmla="*/ 164 h 164"/>
                <a:gd name="T2" fmla="*/ 74 w 150"/>
                <a:gd name="T3" fmla="*/ 164 h 164"/>
                <a:gd name="T4" fmla="*/ 60 w 150"/>
                <a:gd name="T5" fmla="*/ 162 h 164"/>
                <a:gd name="T6" fmla="*/ 46 w 150"/>
                <a:gd name="T7" fmla="*/ 158 h 164"/>
                <a:gd name="T8" fmla="*/ 34 w 150"/>
                <a:gd name="T9" fmla="*/ 152 h 164"/>
                <a:gd name="T10" fmla="*/ 22 w 150"/>
                <a:gd name="T11" fmla="*/ 142 h 164"/>
                <a:gd name="T12" fmla="*/ 14 w 150"/>
                <a:gd name="T13" fmla="*/ 132 h 164"/>
                <a:gd name="T14" fmla="*/ 6 w 150"/>
                <a:gd name="T15" fmla="*/ 118 h 164"/>
                <a:gd name="T16" fmla="*/ 2 w 150"/>
                <a:gd name="T17" fmla="*/ 102 h 164"/>
                <a:gd name="T18" fmla="*/ 0 w 150"/>
                <a:gd name="T19" fmla="*/ 82 h 164"/>
                <a:gd name="T20" fmla="*/ 0 w 150"/>
                <a:gd name="T21" fmla="*/ 82 h 164"/>
                <a:gd name="T22" fmla="*/ 2 w 150"/>
                <a:gd name="T23" fmla="*/ 64 h 164"/>
                <a:gd name="T24" fmla="*/ 6 w 150"/>
                <a:gd name="T25" fmla="*/ 50 h 164"/>
                <a:gd name="T26" fmla="*/ 12 w 150"/>
                <a:gd name="T27" fmla="*/ 36 h 164"/>
                <a:gd name="T28" fmla="*/ 20 w 150"/>
                <a:gd name="T29" fmla="*/ 24 h 164"/>
                <a:gd name="T30" fmla="*/ 32 w 150"/>
                <a:gd name="T31" fmla="*/ 14 h 164"/>
                <a:gd name="T32" fmla="*/ 44 w 150"/>
                <a:gd name="T33" fmla="*/ 6 h 164"/>
                <a:gd name="T34" fmla="*/ 58 w 150"/>
                <a:gd name="T35" fmla="*/ 2 h 164"/>
                <a:gd name="T36" fmla="*/ 74 w 150"/>
                <a:gd name="T37" fmla="*/ 0 h 164"/>
                <a:gd name="T38" fmla="*/ 74 w 150"/>
                <a:gd name="T39" fmla="*/ 0 h 164"/>
                <a:gd name="T40" fmla="*/ 88 w 150"/>
                <a:gd name="T41" fmla="*/ 2 h 164"/>
                <a:gd name="T42" fmla="*/ 102 w 150"/>
                <a:gd name="T43" fmla="*/ 6 h 164"/>
                <a:gd name="T44" fmla="*/ 114 w 150"/>
                <a:gd name="T45" fmla="*/ 12 h 164"/>
                <a:gd name="T46" fmla="*/ 126 w 150"/>
                <a:gd name="T47" fmla="*/ 22 h 164"/>
                <a:gd name="T48" fmla="*/ 134 w 150"/>
                <a:gd name="T49" fmla="*/ 34 h 164"/>
                <a:gd name="T50" fmla="*/ 142 w 150"/>
                <a:gd name="T51" fmla="*/ 48 h 164"/>
                <a:gd name="T52" fmla="*/ 148 w 150"/>
                <a:gd name="T53" fmla="*/ 64 h 164"/>
                <a:gd name="T54" fmla="*/ 150 w 150"/>
                <a:gd name="T55" fmla="*/ 82 h 164"/>
                <a:gd name="T56" fmla="*/ 150 w 150"/>
                <a:gd name="T57" fmla="*/ 82 h 164"/>
                <a:gd name="T58" fmla="*/ 148 w 150"/>
                <a:gd name="T59" fmla="*/ 100 h 164"/>
                <a:gd name="T60" fmla="*/ 142 w 150"/>
                <a:gd name="T61" fmla="*/ 118 h 164"/>
                <a:gd name="T62" fmla="*/ 134 w 150"/>
                <a:gd name="T63" fmla="*/ 132 h 164"/>
                <a:gd name="T64" fmla="*/ 126 w 150"/>
                <a:gd name="T65" fmla="*/ 142 h 164"/>
                <a:gd name="T66" fmla="*/ 114 w 150"/>
                <a:gd name="T67" fmla="*/ 152 h 164"/>
                <a:gd name="T68" fmla="*/ 102 w 150"/>
                <a:gd name="T69" fmla="*/ 158 h 164"/>
                <a:gd name="T70" fmla="*/ 88 w 150"/>
                <a:gd name="T71" fmla="*/ 162 h 164"/>
                <a:gd name="T72" fmla="*/ 74 w 150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0" h="164">
                  <a:moveTo>
                    <a:pt x="74" y="164"/>
                  </a:moveTo>
                  <a:lnTo>
                    <a:pt x="74" y="164"/>
                  </a:lnTo>
                  <a:lnTo>
                    <a:pt x="60" y="162"/>
                  </a:lnTo>
                  <a:lnTo>
                    <a:pt x="46" y="158"/>
                  </a:lnTo>
                  <a:lnTo>
                    <a:pt x="34" y="152"/>
                  </a:lnTo>
                  <a:lnTo>
                    <a:pt x="22" y="142"/>
                  </a:lnTo>
                  <a:lnTo>
                    <a:pt x="14" y="132"/>
                  </a:lnTo>
                  <a:lnTo>
                    <a:pt x="6" y="118"/>
                  </a:lnTo>
                  <a:lnTo>
                    <a:pt x="2" y="10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6" y="22"/>
                  </a:lnTo>
                  <a:lnTo>
                    <a:pt x="134" y="34"/>
                  </a:lnTo>
                  <a:lnTo>
                    <a:pt x="142" y="48"/>
                  </a:lnTo>
                  <a:lnTo>
                    <a:pt x="148" y="64"/>
                  </a:lnTo>
                  <a:lnTo>
                    <a:pt x="150" y="82"/>
                  </a:lnTo>
                  <a:lnTo>
                    <a:pt x="150" y="82"/>
                  </a:lnTo>
                  <a:lnTo>
                    <a:pt x="148" y="100"/>
                  </a:lnTo>
                  <a:lnTo>
                    <a:pt x="142" y="118"/>
                  </a:lnTo>
                  <a:lnTo>
                    <a:pt x="134" y="132"/>
                  </a:lnTo>
                  <a:lnTo>
                    <a:pt x="126" y="142"/>
                  </a:lnTo>
                  <a:lnTo>
                    <a:pt x="114" y="152"/>
                  </a:lnTo>
                  <a:lnTo>
                    <a:pt x="102" y="158"/>
                  </a:lnTo>
                  <a:lnTo>
                    <a:pt x="88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5" name="Freeform 8"/>
            <p:cNvSpPr>
              <a:spLocks/>
            </p:cNvSpPr>
            <p:nvPr userDrawn="1"/>
          </p:nvSpPr>
          <p:spPr bwMode="auto">
            <a:xfrm>
              <a:off x="342845" y="6403983"/>
              <a:ext cx="79920" cy="88560"/>
            </a:xfrm>
            <a:custGeom>
              <a:avLst/>
              <a:gdLst>
                <a:gd name="T0" fmla="*/ 74 w 148"/>
                <a:gd name="T1" fmla="*/ 164 h 164"/>
                <a:gd name="T2" fmla="*/ 74 w 148"/>
                <a:gd name="T3" fmla="*/ 164 h 164"/>
                <a:gd name="T4" fmla="*/ 58 w 148"/>
                <a:gd name="T5" fmla="*/ 162 h 164"/>
                <a:gd name="T6" fmla="*/ 44 w 148"/>
                <a:gd name="T7" fmla="*/ 156 h 164"/>
                <a:gd name="T8" fmla="*/ 32 w 148"/>
                <a:gd name="T9" fmla="*/ 150 h 164"/>
                <a:gd name="T10" fmla="*/ 22 w 148"/>
                <a:gd name="T11" fmla="*/ 140 h 164"/>
                <a:gd name="T12" fmla="*/ 12 w 148"/>
                <a:gd name="T13" fmla="*/ 128 h 164"/>
                <a:gd name="T14" fmla="*/ 6 w 148"/>
                <a:gd name="T15" fmla="*/ 114 h 164"/>
                <a:gd name="T16" fmla="*/ 0 w 148"/>
                <a:gd name="T17" fmla="*/ 98 h 164"/>
                <a:gd name="T18" fmla="*/ 0 w 148"/>
                <a:gd name="T19" fmla="*/ 82 h 164"/>
                <a:gd name="T20" fmla="*/ 0 w 148"/>
                <a:gd name="T21" fmla="*/ 82 h 164"/>
                <a:gd name="T22" fmla="*/ 0 w 148"/>
                <a:gd name="T23" fmla="*/ 66 h 164"/>
                <a:gd name="T24" fmla="*/ 4 w 148"/>
                <a:gd name="T25" fmla="*/ 50 h 164"/>
                <a:gd name="T26" fmla="*/ 12 w 148"/>
                <a:gd name="T27" fmla="*/ 36 h 164"/>
                <a:gd name="T28" fmla="*/ 20 w 148"/>
                <a:gd name="T29" fmla="*/ 24 h 164"/>
                <a:gd name="T30" fmla="*/ 32 w 148"/>
                <a:gd name="T31" fmla="*/ 14 h 164"/>
                <a:gd name="T32" fmla="*/ 44 w 148"/>
                <a:gd name="T33" fmla="*/ 6 h 164"/>
                <a:gd name="T34" fmla="*/ 58 w 148"/>
                <a:gd name="T35" fmla="*/ 2 h 164"/>
                <a:gd name="T36" fmla="*/ 74 w 148"/>
                <a:gd name="T37" fmla="*/ 0 h 164"/>
                <a:gd name="T38" fmla="*/ 74 w 148"/>
                <a:gd name="T39" fmla="*/ 0 h 164"/>
                <a:gd name="T40" fmla="*/ 90 w 148"/>
                <a:gd name="T41" fmla="*/ 2 h 164"/>
                <a:gd name="T42" fmla="*/ 106 w 148"/>
                <a:gd name="T43" fmla="*/ 8 h 164"/>
                <a:gd name="T44" fmla="*/ 118 w 148"/>
                <a:gd name="T45" fmla="*/ 16 h 164"/>
                <a:gd name="T46" fmla="*/ 130 w 148"/>
                <a:gd name="T47" fmla="*/ 26 h 164"/>
                <a:gd name="T48" fmla="*/ 138 w 148"/>
                <a:gd name="T49" fmla="*/ 40 h 164"/>
                <a:gd name="T50" fmla="*/ 144 w 148"/>
                <a:gd name="T51" fmla="*/ 54 h 164"/>
                <a:gd name="T52" fmla="*/ 148 w 148"/>
                <a:gd name="T53" fmla="*/ 68 h 164"/>
                <a:gd name="T54" fmla="*/ 148 w 148"/>
                <a:gd name="T55" fmla="*/ 82 h 164"/>
                <a:gd name="T56" fmla="*/ 148 w 148"/>
                <a:gd name="T57" fmla="*/ 82 h 164"/>
                <a:gd name="T58" fmla="*/ 148 w 148"/>
                <a:gd name="T59" fmla="*/ 100 h 164"/>
                <a:gd name="T60" fmla="*/ 144 w 148"/>
                <a:gd name="T61" fmla="*/ 116 h 164"/>
                <a:gd name="T62" fmla="*/ 136 w 148"/>
                <a:gd name="T63" fmla="*/ 130 h 164"/>
                <a:gd name="T64" fmla="*/ 128 w 148"/>
                <a:gd name="T65" fmla="*/ 140 h 164"/>
                <a:gd name="T66" fmla="*/ 116 w 148"/>
                <a:gd name="T67" fmla="*/ 150 h 164"/>
                <a:gd name="T68" fmla="*/ 104 w 148"/>
                <a:gd name="T69" fmla="*/ 158 h 164"/>
                <a:gd name="T70" fmla="*/ 90 w 148"/>
                <a:gd name="T71" fmla="*/ 162 h 164"/>
                <a:gd name="T72" fmla="*/ 74 w 148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8" h="164">
                  <a:moveTo>
                    <a:pt x="74" y="164"/>
                  </a:moveTo>
                  <a:lnTo>
                    <a:pt x="74" y="164"/>
                  </a:lnTo>
                  <a:lnTo>
                    <a:pt x="58" y="162"/>
                  </a:lnTo>
                  <a:lnTo>
                    <a:pt x="44" y="156"/>
                  </a:lnTo>
                  <a:lnTo>
                    <a:pt x="32" y="150"/>
                  </a:lnTo>
                  <a:lnTo>
                    <a:pt x="22" y="140"/>
                  </a:lnTo>
                  <a:lnTo>
                    <a:pt x="12" y="128"/>
                  </a:lnTo>
                  <a:lnTo>
                    <a:pt x="6" y="114"/>
                  </a:lnTo>
                  <a:lnTo>
                    <a:pt x="0" y="98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66"/>
                  </a:lnTo>
                  <a:lnTo>
                    <a:pt x="4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90" y="2"/>
                  </a:lnTo>
                  <a:lnTo>
                    <a:pt x="106" y="8"/>
                  </a:lnTo>
                  <a:lnTo>
                    <a:pt x="118" y="16"/>
                  </a:lnTo>
                  <a:lnTo>
                    <a:pt x="130" y="26"/>
                  </a:lnTo>
                  <a:lnTo>
                    <a:pt x="138" y="40"/>
                  </a:lnTo>
                  <a:lnTo>
                    <a:pt x="144" y="54"/>
                  </a:lnTo>
                  <a:lnTo>
                    <a:pt x="148" y="68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48" y="100"/>
                  </a:lnTo>
                  <a:lnTo>
                    <a:pt x="144" y="116"/>
                  </a:lnTo>
                  <a:lnTo>
                    <a:pt x="136" y="130"/>
                  </a:lnTo>
                  <a:lnTo>
                    <a:pt x="128" y="140"/>
                  </a:lnTo>
                  <a:lnTo>
                    <a:pt x="116" y="150"/>
                  </a:lnTo>
                  <a:lnTo>
                    <a:pt x="104" y="158"/>
                  </a:lnTo>
                  <a:lnTo>
                    <a:pt x="90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86" name="Freeform 9"/>
            <p:cNvSpPr>
              <a:spLocks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92 w 914"/>
                <a:gd name="T1" fmla="*/ 430 h 602"/>
                <a:gd name="T2" fmla="*/ 862 w 914"/>
                <a:gd name="T3" fmla="*/ 414 h 602"/>
                <a:gd name="T4" fmla="*/ 850 w 914"/>
                <a:gd name="T5" fmla="*/ 378 h 602"/>
                <a:gd name="T6" fmla="*/ 852 w 914"/>
                <a:gd name="T7" fmla="*/ 346 h 602"/>
                <a:gd name="T8" fmla="*/ 876 w 914"/>
                <a:gd name="T9" fmla="*/ 258 h 602"/>
                <a:gd name="T10" fmla="*/ 896 w 914"/>
                <a:gd name="T11" fmla="*/ 184 h 602"/>
                <a:gd name="T12" fmla="*/ 904 w 914"/>
                <a:gd name="T13" fmla="*/ 108 h 602"/>
                <a:gd name="T14" fmla="*/ 894 w 914"/>
                <a:gd name="T15" fmla="*/ 46 h 602"/>
                <a:gd name="T16" fmla="*/ 880 w 914"/>
                <a:gd name="T17" fmla="*/ 20 h 602"/>
                <a:gd name="T18" fmla="*/ 852 w 914"/>
                <a:gd name="T19" fmla="*/ 2 h 602"/>
                <a:gd name="T20" fmla="*/ 832 w 914"/>
                <a:gd name="T21" fmla="*/ 2 h 602"/>
                <a:gd name="T22" fmla="*/ 810 w 914"/>
                <a:gd name="T23" fmla="*/ 12 h 602"/>
                <a:gd name="T24" fmla="*/ 788 w 914"/>
                <a:gd name="T25" fmla="*/ 34 h 602"/>
                <a:gd name="T26" fmla="*/ 766 w 914"/>
                <a:gd name="T27" fmla="*/ 82 h 602"/>
                <a:gd name="T28" fmla="*/ 756 w 914"/>
                <a:gd name="T29" fmla="*/ 132 h 602"/>
                <a:gd name="T30" fmla="*/ 754 w 914"/>
                <a:gd name="T31" fmla="*/ 220 h 602"/>
                <a:gd name="T32" fmla="*/ 720 w 914"/>
                <a:gd name="T33" fmla="*/ 204 h 602"/>
                <a:gd name="T34" fmla="*/ 684 w 914"/>
                <a:gd name="T35" fmla="*/ 200 h 602"/>
                <a:gd name="T36" fmla="*/ 624 w 914"/>
                <a:gd name="T37" fmla="*/ 212 h 602"/>
                <a:gd name="T38" fmla="*/ 578 w 914"/>
                <a:gd name="T39" fmla="*/ 248 h 602"/>
                <a:gd name="T40" fmla="*/ 558 w 914"/>
                <a:gd name="T41" fmla="*/ 282 h 602"/>
                <a:gd name="T42" fmla="*/ 556 w 914"/>
                <a:gd name="T43" fmla="*/ 284 h 602"/>
                <a:gd name="T44" fmla="*/ 542 w 914"/>
                <a:gd name="T45" fmla="*/ 248 h 602"/>
                <a:gd name="T46" fmla="*/ 506 w 914"/>
                <a:gd name="T47" fmla="*/ 212 h 602"/>
                <a:gd name="T48" fmla="*/ 458 w 914"/>
                <a:gd name="T49" fmla="*/ 198 h 602"/>
                <a:gd name="T50" fmla="*/ 442 w 914"/>
                <a:gd name="T51" fmla="*/ 200 h 602"/>
                <a:gd name="T52" fmla="*/ 382 w 914"/>
                <a:gd name="T53" fmla="*/ 216 h 602"/>
                <a:gd name="T54" fmla="*/ 288 w 914"/>
                <a:gd name="T55" fmla="*/ 100 h 602"/>
                <a:gd name="T56" fmla="*/ 278 w 914"/>
                <a:gd name="T57" fmla="*/ 258 h 602"/>
                <a:gd name="T58" fmla="*/ 236 w 914"/>
                <a:gd name="T59" fmla="*/ 218 h 602"/>
                <a:gd name="T60" fmla="*/ 182 w 914"/>
                <a:gd name="T61" fmla="*/ 200 h 602"/>
                <a:gd name="T62" fmla="*/ 150 w 914"/>
                <a:gd name="T63" fmla="*/ 198 h 602"/>
                <a:gd name="T64" fmla="*/ 114 w 914"/>
                <a:gd name="T65" fmla="*/ 208 h 602"/>
                <a:gd name="T66" fmla="*/ 84 w 914"/>
                <a:gd name="T67" fmla="*/ 228 h 602"/>
                <a:gd name="T68" fmla="*/ 0 w 914"/>
                <a:gd name="T69" fmla="*/ 204 h 602"/>
                <a:gd name="T70" fmla="*/ 74 w 914"/>
                <a:gd name="T71" fmla="*/ 466 h 602"/>
                <a:gd name="T72" fmla="*/ 116 w 914"/>
                <a:gd name="T73" fmla="*/ 492 h 602"/>
                <a:gd name="T74" fmla="*/ 162 w 914"/>
                <a:gd name="T75" fmla="*/ 500 h 602"/>
                <a:gd name="T76" fmla="*/ 222 w 914"/>
                <a:gd name="T77" fmla="*/ 488 h 602"/>
                <a:gd name="T78" fmla="*/ 268 w 914"/>
                <a:gd name="T79" fmla="*/ 454 h 602"/>
                <a:gd name="T80" fmla="*/ 288 w 914"/>
                <a:gd name="T81" fmla="*/ 492 h 602"/>
                <a:gd name="T82" fmla="*/ 366 w 914"/>
                <a:gd name="T83" fmla="*/ 330 h 602"/>
                <a:gd name="T84" fmla="*/ 368 w 914"/>
                <a:gd name="T85" fmla="*/ 308 h 602"/>
                <a:gd name="T86" fmla="*/ 384 w 914"/>
                <a:gd name="T87" fmla="*/ 288 h 602"/>
                <a:gd name="T88" fmla="*/ 414 w 914"/>
                <a:gd name="T89" fmla="*/ 272 h 602"/>
                <a:gd name="T90" fmla="*/ 440 w 914"/>
                <a:gd name="T91" fmla="*/ 268 h 602"/>
                <a:gd name="T92" fmla="*/ 468 w 914"/>
                <a:gd name="T93" fmla="*/ 278 h 602"/>
                <a:gd name="T94" fmla="*/ 482 w 914"/>
                <a:gd name="T95" fmla="*/ 306 h 602"/>
                <a:gd name="T96" fmla="*/ 484 w 914"/>
                <a:gd name="T97" fmla="*/ 492 h 602"/>
                <a:gd name="T98" fmla="*/ 562 w 914"/>
                <a:gd name="T99" fmla="*/ 428 h 602"/>
                <a:gd name="T100" fmla="*/ 574 w 914"/>
                <a:gd name="T101" fmla="*/ 444 h 602"/>
                <a:gd name="T102" fmla="*/ 614 w 914"/>
                <a:gd name="T103" fmla="*/ 482 h 602"/>
                <a:gd name="T104" fmla="*/ 664 w 914"/>
                <a:gd name="T105" fmla="*/ 500 h 602"/>
                <a:gd name="T106" fmla="*/ 700 w 914"/>
                <a:gd name="T107" fmla="*/ 500 h 602"/>
                <a:gd name="T108" fmla="*/ 748 w 914"/>
                <a:gd name="T109" fmla="*/ 488 h 602"/>
                <a:gd name="T110" fmla="*/ 788 w 914"/>
                <a:gd name="T111" fmla="*/ 462 h 602"/>
                <a:gd name="T112" fmla="*/ 812 w 914"/>
                <a:gd name="T113" fmla="*/ 468 h 602"/>
                <a:gd name="T114" fmla="*/ 848 w 914"/>
                <a:gd name="T115" fmla="*/ 490 h 602"/>
                <a:gd name="T116" fmla="*/ 906 w 914"/>
                <a:gd name="T117" fmla="*/ 502 h 602"/>
                <a:gd name="T118" fmla="*/ 906 w 914"/>
                <a:gd name="T119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14" h="602"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A752FF6-80CB-4B8C-A237-78D6888093EE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1ED5EBA0-52A4-4F87-9FCF-A1A8C137879D}"/>
              </a:ext>
            </a:extLst>
          </p:cNvPr>
          <p:cNvSpPr/>
          <p:nvPr userDrawn="1"/>
        </p:nvSpPr>
        <p:spPr>
          <a:xfrm rot="16200000">
            <a:off x="10598260" y="5447673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858789"/>
              </a:solidFill>
            </a:endParaRPr>
          </a:p>
        </p:txBody>
      </p:sp>
      <p:sp>
        <p:nvSpPr>
          <p:cNvPr id="14" name="L-Shape 13">
            <a:extLst>
              <a:ext uri="{FF2B5EF4-FFF2-40B4-BE49-F238E27FC236}">
                <a16:creationId xmlns:a16="http://schemas.microsoft.com/office/drawing/2014/main" id="{83BFDA7B-D43A-48B4-A504-757DBFE99C4A}"/>
              </a:ext>
            </a:extLst>
          </p:cNvPr>
          <p:cNvSpPr/>
          <p:nvPr userDrawn="1"/>
        </p:nvSpPr>
        <p:spPr>
          <a:xfrm rot="5400000">
            <a:off x="1159047" y="465007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858789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882158-43DD-4E6B-94A1-0777A4C8DC94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B725B0B-C396-47FE-94CA-A25B2A930A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F661285A-B8DB-430B-89AD-95CD866E3A8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3EB04D0-1461-4227-814F-692CD7BA47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080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-Shape 3"/>
          <p:cNvSpPr/>
          <p:nvPr/>
        </p:nvSpPr>
        <p:spPr>
          <a:xfrm rot="16200000">
            <a:off x="6117863" y="1180075"/>
            <a:ext cx="280880" cy="28114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1004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4" y="359296"/>
            <a:ext cx="6017149" cy="1026000"/>
          </a:xfrm>
        </p:spPr>
        <p:txBody>
          <a:bodyPr rIns="135000" bIns="94500" anchor="b"/>
          <a:lstStyle>
            <a:lvl1pPr algn="r">
              <a:lnSpc>
                <a:spcPct val="80000"/>
              </a:lnSpc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470936" y="1461087"/>
            <a:ext cx="4366405" cy="436034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336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31CD0B42-527F-4BC9-86FE-169A390C3275}"/>
              </a:ext>
            </a:extLst>
          </p:cNvPr>
          <p:cNvSpPr/>
          <p:nvPr userDrawn="1"/>
        </p:nvSpPr>
        <p:spPr>
          <a:xfrm rot="16200000">
            <a:off x="6117863" y="1180075"/>
            <a:ext cx="280880" cy="28114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C1004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C45167-ABFD-4FB0-8FD1-3337A347B830}"/>
              </a:ext>
            </a:extLst>
          </p:cNvPr>
          <p:cNvSpPr/>
          <p:nvPr userDrawn="1"/>
        </p:nvSpPr>
        <p:spPr>
          <a:xfrm>
            <a:off x="119336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28626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1 Column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521156" y="1827804"/>
            <a:ext cx="4316184" cy="4075767"/>
          </a:xfrm>
        </p:spPr>
        <p:txBody>
          <a:bodyPr/>
          <a:lstStyle>
            <a:lvl1pPr algn="l" defTabSz="608863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3200" b="1" kern="1200" dirty="0" smtClean="0">
                <a:solidFill>
                  <a:schemeClr val="accent2"/>
                </a:solidFill>
                <a:latin typeface="+mn-lt"/>
                <a:ea typeface="VW Head Office" panose="020B0504040200000003" pitchFamily="34" charset="0"/>
                <a:cs typeface="Calibri" panose="020F050202020403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/>
            </a:lvl3pPr>
            <a:lvl4pPr>
              <a:defRPr/>
            </a:lvl4pPr>
            <a:lvl5pPr>
              <a:defRPr sz="1867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L-Shape 9"/>
          <p:cNvSpPr/>
          <p:nvPr/>
        </p:nvSpPr>
        <p:spPr>
          <a:xfrm rot="5400000">
            <a:off x="6240147" y="1556663"/>
            <a:ext cx="280880" cy="28114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9" tIns="22859" rIns="45719" bIns="22859" rtlCol="0" anchor="ctr"/>
          <a:lstStyle/>
          <a:p>
            <a:pPr marL="0" marR="0" lvl="0" indent="0" algn="ctr" defTabSz="6089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1004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336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8688B0AB-BB44-47F0-8619-9CA0D00AF538}"/>
              </a:ext>
            </a:extLst>
          </p:cNvPr>
          <p:cNvSpPr/>
          <p:nvPr userDrawn="1"/>
        </p:nvSpPr>
        <p:spPr>
          <a:xfrm rot="5400000">
            <a:off x="6240147" y="1556663"/>
            <a:ext cx="280880" cy="28114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9" tIns="22859" rIns="45719" bIns="22859" rtlCol="0" anchor="ctr"/>
          <a:lstStyle/>
          <a:p>
            <a:pPr defTabSz="608994" rtl="0"/>
            <a:endParaRPr lang="en-US" sz="2400" kern="1200">
              <a:solidFill>
                <a:srgbClr val="C10046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ABBE0-8BF6-4CF7-B322-3075114FD230}"/>
              </a:ext>
            </a:extLst>
          </p:cNvPr>
          <p:cNvSpPr/>
          <p:nvPr userDrawn="1"/>
        </p:nvSpPr>
        <p:spPr>
          <a:xfrm>
            <a:off x="119336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783287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-Shape 2"/>
          <p:cNvSpPr>
            <a:spLocks noChangeAspect="1"/>
          </p:cNvSpPr>
          <p:nvPr/>
        </p:nvSpPr>
        <p:spPr>
          <a:xfrm rot="16200000">
            <a:off x="10632747" y="4400867"/>
            <a:ext cx="521517" cy="522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1004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4" name="L-Shape 3"/>
          <p:cNvSpPr>
            <a:spLocks noChangeAspect="1"/>
          </p:cNvSpPr>
          <p:nvPr/>
        </p:nvSpPr>
        <p:spPr>
          <a:xfrm rot="5400000">
            <a:off x="5348840" y="1164155"/>
            <a:ext cx="521517" cy="522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9CA6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9" name="Content Placeholder 5"/>
          <p:cNvSpPr>
            <a:spLocks noGrp="1"/>
          </p:cNvSpPr>
          <p:nvPr>
            <p:ph sz="quarter" idx="10"/>
          </p:nvPr>
        </p:nvSpPr>
        <p:spPr>
          <a:xfrm>
            <a:off x="5843974" y="1581298"/>
            <a:ext cx="5173985" cy="3179617"/>
          </a:xfrm>
        </p:spPr>
        <p:txBody>
          <a:bodyPr/>
          <a:lstStyle>
            <a:lvl1pPr>
              <a:lnSpc>
                <a:spcPct val="90000"/>
              </a:lnSpc>
              <a:defRPr sz="4800">
                <a:solidFill>
                  <a:schemeClr val="accent2"/>
                </a:solidFill>
                <a:latin typeface="+mn-lt"/>
              </a:defRPr>
            </a:lvl1pPr>
            <a:lvl2pPr>
              <a:lnSpc>
                <a:spcPct val="90000"/>
              </a:lnSpc>
              <a:defRPr sz="3600"/>
            </a:lvl2pPr>
            <a:lvl3pPr>
              <a:lnSpc>
                <a:spcPct val="90000"/>
              </a:lnSpc>
              <a:defRPr sz="3600"/>
            </a:lvl3pPr>
            <a:lvl4pPr>
              <a:lnSpc>
                <a:spcPct val="90000"/>
              </a:lnSpc>
              <a:defRPr sz="3600"/>
            </a:lvl4pPr>
            <a:lvl5pPr>
              <a:lnSpc>
                <a:spcPct val="90000"/>
              </a:lnSpc>
              <a:defRPr sz="4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91344" y="188640"/>
            <a:ext cx="648072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17957" y="5965623"/>
            <a:ext cx="648072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7" name="L-Shape 6">
            <a:extLst>
              <a:ext uri="{FF2B5EF4-FFF2-40B4-BE49-F238E27FC236}">
                <a16:creationId xmlns:a16="http://schemas.microsoft.com/office/drawing/2014/main" id="{563830D4-CCDD-4F7F-8431-4D8669159D5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0632747" y="4400867"/>
            <a:ext cx="521517" cy="522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C10046"/>
              </a:solidFill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8F76F9CF-48F3-48BE-917B-BD842D795363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5348840" y="1164155"/>
            <a:ext cx="521517" cy="522000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chemeClr val="accent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074980-1F50-4470-A14C-DF6E6ACE544B}"/>
              </a:ext>
            </a:extLst>
          </p:cNvPr>
          <p:cNvSpPr/>
          <p:nvPr userDrawn="1"/>
        </p:nvSpPr>
        <p:spPr>
          <a:xfrm>
            <a:off x="191344" y="188640"/>
            <a:ext cx="648072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DB3B6E-F3DE-4FC7-8545-9733CC2238C2}"/>
              </a:ext>
            </a:extLst>
          </p:cNvPr>
          <p:cNvSpPr/>
          <p:nvPr userDrawn="1"/>
        </p:nvSpPr>
        <p:spPr>
          <a:xfrm>
            <a:off x="11017957" y="5965623"/>
            <a:ext cx="648072" cy="5760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42882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image tex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140355" y="1095822"/>
            <a:ext cx="18288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302885" y="6259263"/>
            <a:ext cx="493560" cy="325080"/>
            <a:chOff x="302885" y="6259263"/>
            <a:chExt cx="493560" cy="325080"/>
          </a:xfrm>
        </p:grpSpPr>
        <p:sp>
          <p:nvSpPr>
            <p:cNvPr id="95" name="Freeform 5"/>
            <p:cNvSpPr>
              <a:spLocks noEditPoints="1"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3D11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6" name="Freeform 6"/>
            <p:cNvSpPr>
              <a:spLocks/>
            </p:cNvSpPr>
            <p:nvPr userDrawn="1"/>
          </p:nvSpPr>
          <p:spPr bwMode="auto">
            <a:xfrm>
              <a:off x="742445" y="6287343"/>
              <a:ext cx="23760" cy="95040"/>
            </a:xfrm>
            <a:custGeom>
              <a:avLst/>
              <a:gdLst>
                <a:gd name="T0" fmla="*/ 24 w 44"/>
                <a:gd name="T1" fmla="*/ 2 h 176"/>
                <a:gd name="T2" fmla="*/ 24 w 44"/>
                <a:gd name="T3" fmla="*/ 2 h 176"/>
                <a:gd name="T4" fmla="*/ 28 w 44"/>
                <a:gd name="T5" fmla="*/ 2 h 176"/>
                <a:gd name="T6" fmla="*/ 32 w 44"/>
                <a:gd name="T7" fmla="*/ 0 h 176"/>
                <a:gd name="T8" fmla="*/ 32 w 44"/>
                <a:gd name="T9" fmla="*/ 0 h 176"/>
                <a:gd name="T10" fmla="*/ 36 w 44"/>
                <a:gd name="T11" fmla="*/ 2 h 176"/>
                <a:gd name="T12" fmla="*/ 38 w 44"/>
                <a:gd name="T13" fmla="*/ 2 h 176"/>
                <a:gd name="T14" fmla="*/ 38 w 44"/>
                <a:gd name="T15" fmla="*/ 2 h 176"/>
                <a:gd name="T16" fmla="*/ 42 w 44"/>
                <a:gd name="T17" fmla="*/ 8 h 176"/>
                <a:gd name="T18" fmla="*/ 44 w 44"/>
                <a:gd name="T19" fmla="*/ 18 h 176"/>
                <a:gd name="T20" fmla="*/ 44 w 44"/>
                <a:gd name="T21" fmla="*/ 28 h 176"/>
                <a:gd name="T22" fmla="*/ 44 w 44"/>
                <a:gd name="T23" fmla="*/ 40 h 176"/>
                <a:gd name="T24" fmla="*/ 40 w 44"/>
                <a:gd name="T25" fmla="*/ 56 h 176"/>
                <a:gd name="T26" fmla="*/ 36 w 44"/>
                <a:gd name="T27" fmla="*/ 74 h 176"/>
                <a:gd name="T28" fmla="*/ 36 w 44"/>
                <a:gd name="T29" fmla="*/ 74 h 176"/>
                <a:gd name="T30" fmla="*/ 18 w 44"/>
                <a:gd name="T31" fmla="*/ 134 h 176"/>
                <a:gd name="T32" fmla="*/ 4 w 44"/>
                <a:gd name="T33" fmla="*/ 176 h 176"/>
                <a:gd name="T34" fmla="*/ 4 w 44"/>
                <a:gd name="T35" fmla="*/ 176 h 176"/>
                <a:gd name="T36" fmla="*/ 2 w 44"/>
                <a:gd name="T37" fmla="*/ 154 h 176"/>
                <a:gd name="T38" fmla="*/ 0 w 44"/>
                <a:gd name="T39" fmla="*/ 128 h 176"/>
                <a:gd name="T40" fmla="*/ 0 w 44"/>
                <a:gd name="T41" fmla="*/ 100 h 176"/>
                <a:gd name="T42" fmla="*/ 2 w 44"/>
                <a:gd name="T43" fmla="*/ 74 h 176"/>
                <a:gd name="T44" fmla="*/ 6 w 44"/>
                <a:gd name="T45" fmla="*/ 48 h 176"/>
                <a:gd name="T46" fmla="*/ 10 w 44"/>
                <a:gd name="T47" fmla="*/ 28 h 176"/>
                <a:gd name="T48" fmla="*/ 16 w 44"/>
                <a:gd name="T49" fmla="*/ 12 h 176"/>
                <a:gd name="T50" fmla="*/ 20 w 44"/>
                <a:gd name="T51" fmla="*/ 6 h 176"/>
                <a:gd name="T52" fmla="*/ 24 w 44"/>
                <a:gd name="T53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" h="176">
                  <a:moveTo>
                    <a:pt x="24" y="2"/>
                  </a:moveTo>
                  <a:lnTo>
                    <a:pt x="24" y="2"/>
                  </a:lnTo>
                  <a:lnTo>
                    <a:pt x="28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6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2" y="8"/>
                  </a:lnTo>
                  <a:lnTo>
                    <a:pt x="44" y="18"/>
                  </a:lnTo>
                  <a:lnTo>
                    <a:pt x="44" y="28"/>
                  </a:lnTo>
                  <a:lnTo>
                    <a:pt x="44" y="40"/>
                  </a:lnTo>
                  <a:lnTo>
                    <a:pt x="40" y="56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18" y="134"/>
                  </a:lnTo>
                  <a:lnTo>
                    <a:pt x="4" y="176"/>
                  </a:lnTo>
                  <a:lnTo>
                    <a:pt x="4" y="176"/>
                  </a:lnTo>
                  <a:lnTo>
                    <a:pt x="2" y="154"/>
                  </a:lnTo>
                  <a:lnTo>
                    <a:pt x="0" y="128"/>
                  </a:lnTo>
                  <a:lnTo>
                    <a:pt x="0" y="100"/>
                  </a:lnTo>
                  <a:lnTo>
                    <a:pt x="2" y="74"/>
                  </a:lnTo>
                  <a:lnTo>
                    <a:pt x="6" y="48"/>
                  </a:lnTo>
                  <a:lnTo>
                    <a:pt x="10" y="28"/>
                  </a:lnTo>
                  <a:lnTo>
                    <a:pt x="16" y="12"/>
                  </a:lnTo>
                  <a:lnTo>
                    <a:pt x="20" y="6"/>
                  </a:lnTo>
                  <a:lnTo>
                    <a:pt x="2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7" name="Freeform 7"/>
            <p:cNvSpPr>
              <a:spLocks/>
            </p:cNvSpPr>
            <p:nvPr userDrawn="1"/>
          </p:nvSpPr>
          <p:spPr bwMode="auto">
            <a:xfrm>
              <a:off x="637685" y="6403983"/>
              <a:ext cx="81000" cy="88560"/>
            </a:xfrm>
            <a:custGeom>
              <a:avLst/>
              <a:gdLst>
                <a:gd name="T0" fmla="*/ 74 w 150"/>
                <a:gd name="T1" fmla="*/ 164 h 164"/>
                <a:gd name="T2" fmla="*/ 74 w 150"/>
                <a:gd name="T3" fmla="*/ 164 h 164"/>
                <a:gd name="T4" fmla="*/ 60 w 150"/>
                <a:gd name="T5" fmla="*/ 162 h 164"/>
                <a:gd name="T6" fmla="*/ 46 w 150"/>
                <a:gd name="T7" fmla="*/ 158 h 164"/>
                <a:gd name="T8" fmla="*/ 34 w 150"/>
                <a:gd name="T9" fmla="*/ 152 h 164"/>
                <a:gd name="T10" fmla="*/ 22 w 150"/>
                <a:gd name="T11" fmla="*/ 142 h 164"/>
                <a:gd name="T12" fmla="*/ 14 w 150"/>
                <a:gd name="T13" fmla="*/ 132 h 164"/>
                <a:gd name="T14" fmla="*/ 6 w 150"/>
                <a:gd name="T15" fmla="*/ 118 h 164"/>
                <a:gd name="T16" fmla="*/ 2 w 150"/>
                <a:gd name="T17" fmla="*/ 102 h 164"/>
                <a:gd name="T18" fmla="*/ 0 w 150"/>
                <a:gd name="T19" fmla="*/ 82 h 164"/>
                <a:gd name="T20" fmla="*/ 0 w 150"/>
                <a:gd name="T21" fmla="*/ 82 h 164"/>
                <a:gd name="T22" fmla="*/ 2 w 150"/>
                <a:gd name="T23" fmla="*/ 64 h 164"/>
                <a:gd name="T24" fmla="*/ 6 w 150"/>
                <a:gd name="T25" fmla="*/ 50 h 164"/>
                <a:gd name="T26" fmla="*/ 12 w 150"/>
                <a:gd name="T27" fmla="*/ 36 h 164"/>
                <a:gd name="T28" fmla="*/ 20 w 150"/>
                <a:gd name="T29" fmla="*/ 24 h 164"/>
                <a:gd name="T30" fmla="*/ 32 w 150"/>
                <a:gd name="T31" fmla="*/ 14 h 164"/>
                <a:gd name="T32" fmla="*/ 44 w 150"/>
                <a:gd name="T33" fmla="*/ 6 h 164"/>
                <a:gd name="T34" fmla="*/ 58 w 150"/>
                <a:gd name="T35" fmla="*/ 2 h 164"/>
                <a:gd name="T36" fmla="*/ 74 w 150"/>
                <a:gd name="T37" fmla="*/ 0 h 164"/>
                <a:gd name="T38" fmla="*/ 74 w 150"/>
                <a:gd name="T39" fmla="*/ 0 h 164"/>
                <a:gd name="T40" fmla="*/ 88 w 150"/>
                <a:gd name="T41" fmla="*/ 2 h 164"/>
                <a:gd name="T42" fmla="*/ 102 w 150"/>
                <a:gd name="T43" fmla="*/ 6 h 164"/>
                <a:gd name="T44" fmla="*/ 114 w 150"/>
                <a:gd name="T45" fmla="*/ 12 h 164"/>
                <a:gd name="T46" fmla="*/ 126 w 150"/>
                <a:gd name="T47" fmla="*/ 22 h 164"/>
                <a:gd name="T48" fmla="*/ 134 w 150"/>
                <a:gd name="T49" fmla="*/ 34 h 164"/>
                <a:gd name="T50" fmla="*/ 142 w 150"/>
                <a:gd name="T51" fmla="*/ 48 h 164"/>
                <a:gd name="T52" fmla="*/ 148 w 150"/>
                <a:gd name="T53" fmla="*/ 64 h 164"/>
                <a:gd name="T54" fmla="*/ 150 w 150"/>
                <a:gd name="T55" fmla="*/ 82 h 164"/>
                <a:gd name="T56" fmla="*/ 150 w 150"/>
                <a:gd name="T57" fmla="*/ 82 h 164"/>
                <a:gd name="T58" fmla="*/ 148 w 150"/>
                <a:gd name="T59" fmla="*/ 100 h 164"/>
                <a:gd name="T60" fmla="*/ 142 w 150"/>
                <a:gd name="T61" fmla="*/ 118 h 164"/>
                <a:gd name="T62" fmla="*/ 134 w 150"/>
                <a:gd name="T63" fmla="*/ 132 h 164"/>
                <a:gd name="T64" fmla="*/ 126 w 150"/>
                <a:gd name="T65" fmla="*/ 142 h 164"/>
                <a:gd name="T66" fmla="*/ 114 w 150"/>
                <a:gd name="T67" fmla="*/ 152 h 164"/>
                <a:gd name="T68" fmla="*/ 102 w 150"/>
                <a:gd name="T69" fmla="*/ 158 h 164"/>
                <a:gd name="T70" fmla="*/ 88 w 150"/>
                <a:gd name="T71" fmla="*/ 162 h 164"/>
                <a:gd name="T72" fmla="*/ 74 w 150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0" h="164">
                  <a:moveTo>
                    <a:pt x="74" y="164"/>
                  </a:moveTo>
                  <a:lnTo>
                    <a:pt x="74" y="164"/>
                  </a:lnTo>
                  <a:lnTo>
                    <a:pt x="60" y="162"/>
                  </a:lnTo>
                  <a:lnTo>
                    <a:pt x="46" y="158"/>
                  </a:lnTo>
                  <a:lnTo>
                    <a:pt x="34" y="152"/>
                  </a:lnTo>
                  <a:lnTo>
                    <a:pt x="22" y="142"/>
                  </a:lnTo>
                  <a:lnTo>
                    <a:pt x="14" y="132"/>
                  </a:lnTo>
                  <a:lnTo>
                    <a:pt x="6" y="118"/>
                  </a:lnTo>
                  <a:lnTo>
                    <a:pt x="2" y="10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6" y="22"/>
                  </a:lnTo>
                  <a:lnTo>
                    <a:pt x="134" y="34"/>
                  </a:lnTo>
                  <a:lnTo>
                    <a:pt x="142" y="48"/>
                  </a:lnTo>
                  <a:lnTo>
                    <a:pt x="148" y="64"/>
                  </a:lnTo>
                  <a:lnTo>
                    <a:pt x="150" y="82"/>
                  </a:lnTo>
                  <a:lnTo>
                    <a:pt x="150" y="82"/>
                  </a:lnTo>
                  <a:lnTo>
                    <a:pt x="148" y="100"/>
                  </a:lnTo>
                  <a:lnTo>
                    <a:pt x="142" y="118"/>
                  </a:lnTo>
                  <a:lnTo>
                    <a:pt x="134" y="132"/>
                  </a:lnTo>
                  <a:lnTo>
                    <a:pt x="126" y="142"/>
                  </a:lnTo>
                  <a:lnTo>
                    <a:pt x="114" y="152"/>
                  </a:lnTo>
                  <a:lnTo>
                    <a:pt x="102" y="158"/>
                  </a:lnTo>
                  <a:lnTo>
                    <a:pt x="88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8" name="Freeform 8"/>
            <p:cNvSpPr>
              <a:spLocks/>
            </p:cNvSpPr>
            <p:nvPr userDrawn="1"/>
          </p:nvSpPr>
          <p:spPr bwMode="auto">
            <a:xfrm>
              <a:off x="342845" y="6403983"/>
              <a:ext cx="79920" cy="88560"/>
            </a:xfrm>
            <a:custGeom>
              <a:avLst/>
              <a:gdLst>
                <a:gd name="T0" fmla="*/ 74 w 148"/>
                <a:gd name="T1" fmla="*/ 164 h 164"/>
                <a:gd name="T2" fmla="*/ 74 w 148"/>
                <a:gd name="T3" fmla="*/ 164 h 164"/>
                <a:gd name="T4" fmla="*/ 58 w 148"/>
                <a:gd name="T5" fmla="*/ 162 h 164"/>
                <a:gd name="T6" fmla="*/ 44 w 148"/>
                <a:gd name="T7" fmla="*/ 156 h 164"/>
                <a:gd name="T8" fmla="*/ 32 w 148"/>
                <a:gd name="T9" fmla="*/ 150 h 164"/>
                <a:gd name="T10" fmla="*/ 22 w 148"/>
                <a:gd name="T11" fmla="*/ 140 h 164"/>
                <a:gd name="T12" fmla="*/ 12 w 148"/>
                <a:gd name="T13" fmla="*/ 128 h 164"/>
                <a:gd name="T14" fmla="*/ 6 w 148"/>
                <a:gd name="T15" fmla="*/ 114 h 164"/>
                <a:gd name="T16" fmla="*/ 0 w 148"/>
                <a:gd name="T17" fmla="*/ 98 h 164"/>
                <a:gd name="T18" fmla="*/ 0 w 148"/>
                <a:gd name="T19" fmla="*/ 82 h 164"/>
                <a:gd name="T20" fmla="*/ 0 w 148"/>
                <a:gd name="T21" fmla="*/ 82 h 164"/>
                <a:gd name="T22" fmla="*/ 0 w 148"/>
                <a:gd name="T23" fmla="*/ 66 h 164"/>
                <a:gd name="T24" fmla="*/ 4 w 148"/>
                <a:gd name="T25" fmla="*/ 50 h 164"/>
                <a:gd name="T26" fmla="*/ 12 w 148"/>
                <a:gd name="T27" fmla="*/ 36 h 164"/>
                <a:gd name="T28" fmla="*/ 20 w 148"/>
                <a:gd name="T29" fmla="*/ 24 h 164"/>
                <a:gd name="T30" fmla="*/ 32 w 148"/>
                <a:gd name="T31" fmla="*/ 14 h 164"/>
                <a:gd name="T32" fmla="*/ 44 w 148"/>
                <a:gd name="T33" fmla="*/ 6 h 164"/>
                <a:gd name="T34" fmla="*/ 58 w 148"/>
                <a:gd name="T35" fmla="*/ 2 h 164"/>
                <a:gd name="T36" fmla="*/ 74 w 148"/>
                <a:gd name="T37" fmla="*/ 0 h 164"/>
                <a:gd name="T38" fmla="*/ 74 w 148"/>
                <a:gd name="T39" fmla="*/ 0 h 164"/>
                <a:gd name="T40" fmla="*/ 90 w 148"/>
                <a:gd name="T41" fmla="*/ 2 h 164"/>
                <a:gd name="T42" fmla="*/ 106 w 148"/>
                <a:gd name="T43" fmla="*/ 8 h 164"/>
                <a:gd name="T44" fmla="*/ 118 w 148"/>
                <a:gd name="T45" fmla="*/ 16 h 164"/>
                <a:gd name="T46" fmla="*/ 130 w 148"/>
                <a:gd name="T47" fmla="*/ 26 h 164"/>
                <a:gd name="T48" fmla="*/ 138 w 148"/>
                <a:gd name="T49" fmla="*/ 40 h 164"/>
                <a:gd name="T50" fmla="*/ 144 w 148"/>
                <a:gd name="T51" fmla="*/ 54 h 164"/>
                <a:gd name="T52" fmla="*/ 148 w 148"/>
                <a:gd name="T53" fmla="*/ 68 h 164"/>
                <a:gd name="T54" fmla="*/ 148 w 148"/>
                <a:gd name="T55" fmla="*/ 82 h 164"/>
                <a:gd name="T56" fmla="*/ 148 w 148"/>
                <a:gd name="T57" fmla="*/ 82 h 164"/>
                <a:gd name="T58" fmla="*/ 148 w 148"/>
                <a:gd name="T59" fmla="*/ 100 h 164"/>
                <a:gd name="T60" fmla="*/ 144 w 148"/>
                <a:gd name="T61" fmla="*/ 116 h 164"/>
                <a:gd name="T62" fmla="*/ 136 w 148"/>
                <a:gd name="T63" fmla="*/ 130 h 164"/>
                <a:gd name="T64" fmla="*/ 128 w 148"/>
                <a:gd name="T65" fmla="*/ 140 h 164"/>
                <a:gd name="T66" fmla="*/ 116 w 148"/>
                <a:gd name="T67" fmla="*/ 150 h 164"/>
                <a:gd name="T68" fmla="*/ 104 w 148"/>
                <a:gd name="T69" fmla="*/ 158 h 164"/>
                <a:gd name="T70" fmla="*/ 90 w 148"/>
                <a:gd name="T71" fmla="*/ 162 h 164"/>
                <a:gd name="T72" fmla="*/ 74 w 148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8" h="164">
                  <a:moveTo>
                    <a:pt x="74" y="164"/>
                  </a:moveTo>
                  <a:lnTo>
                    <a:pt x="74" y="164"/>
                  </a:lnTo>
                  <a:lnTo>
                    <a:pt x="58" y="162"/>
                  </a:lnTo>
                  <a:lnTo>
                    <a:pt x="44" y="156"/>
                  </a:lnTo>
                  <a:lnTo>
                    <a:pt x="32" y="150"/>
                  </a:lnTo>
                  <a:lnTo>
                    <a:pt x="22" y="140"/>
                  </a:lnTo>
                  <a:lnTo>
                    <a:pt x="12" y="128"/>
                  </a:lnTo>
                  <a:lnTo>
                    <a:pt x="6" y="114"/>
                  </a:lnTo>
                  <a:lnTo>
                    <a:pt x="0" y="98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66"/>
                  </a:lnTo>
                  <a:lnTo>
                    <a:pt x="4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90" y="2"/>
                  </a:lnTo>
                  <a:lnTo>
                    <a:pt x="106" y="8"/>
                  </a:lnTo>
                  <a:lnTo>
                    <a:pt x="118" y="16"/>
                  </a:lnTo>
                  <a:lnTo>
                    <a:pt x="130" y="26"/>
                  </a:lnTo>
                  <a:lnTo>
                    <a:pt x="138" y="40"/>
                  </a:lnTo>
                  <a:lnTo>
                    <a:pt x="144" y="54"/>
                  </a:lnTo>
                  <a:lnTo>
                    <a:pt x="148" y="68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48" y="100"/>
                  </a:lnTo>
                  <a:lnTo>
                    <a:pt x="144" y="116"/>
                  </a:lnTo>
                  <a:lnTo>
                    <a:pt x="136" y="130"/>
                  </a:lnTo>
                  <a:lnTo>
                    <a:pt x="128" y="140"/>
                  </a:lnTo>
                  <a:lnTo>
                    <a:pt x="116" y="150"/>
                  </a:lnTo>
                  <a:lnTo>
                    <a:pt x="104" y="158"/>
                  </a:lnTo>
                  <a:lnTo>
                    <a:pt x="90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9" name="Freeform 9"/>
            <p:cNvSpPr>
              <a:spLocks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92 w 914"/>
                <a:gd name="T1" fmla="*/ 430 h 602"/>
                <a:gd name="T2" fmla="*/ 862 w 914"/>
                <a:gd name="T3" fmla="*/ 414 h 602"/>
                <a:gd name="T4" fmla="*/ 850 w 914"/>
                <a:gd name="T5" fmla="*/ 378 h 602"/>
                <a:gd name="T6" fmla="*/ 852 w 914"/>
                <a:gd name="T7" fmla="*/ 346 h 602"/>
                <a:gd name="T8" fmla="*/ 876 w 914"/>
                <a:gd name="T9" fmla="*/ 258 h 602"/>
                <a:gd name="T10" fmla="*/ 896 w 914"/>
                <a:gd name="T11" fmla="*/ 184 h 602"/>
                <a:gd name="T12" fmla="*/ 904 w 914"/>
                <a:gd name="T13" fmla="*/ 108 h 602"/>
                <a:gd name="T14" fmla="*/ 894 w 914"/>
                <a:gd name="T15" fmla="*/ 46 h 602"/>
                <a:gd name="T16" fmla="*/ 880 w 914"/>
                <a:gd name="T17" fmla="*/ 20 h 602"/>
                <a:gd name="T18" fmla="*/ 852 w 914"/>
                <a:gd name="T19" fmla="*/ 2 h 602"/>
                <a:gd name="T20" fmla="*/ 832 w 914"/>
                <a:gd name="T21" fmla="*/ 2 h 602"/>
                <a:gd name="T22" fmla="*/ 810 w 914"/>
                <a:gd name="T23" fmla="*/ 12 h 602"/>
                <a:gd name="T24" fmla="*/ 788 w 914"/>
                <a:gd name="T25" fmla="*/ 34 h 602"/>
                <a:gd name="T26" fmla="*/ 766 w 914"/>
                <a:gd name="T27" fmla="*/ 82 h 602"/>
                <a:gd name="T28" fmla="*/ 756 w 914"/>
                <a:gd name="T29" fmla="*/ 132 h 602"/>
                <a:gd name="T30" fmla="*/ 754 w 914"/>
                <a:gd name="T31" fmla="*/ 220 h 602"/>
                <a:gd name="T32" fmla="*/ 720 w 914"/>
                <a:gd name="T33" fmla="*/ 204 h 602"/>
                <a:gd name="T34" fmla="*/ 684 w 914"/>
                <a:gd name="T35" fmla="*/ 200 h 602"/>
                <a:gd name="T36" fmla="*/ 624 w 914"/>
                <a:gd name="T37" fmla="*/ 212 h 602"/>
                <a:gd name="T38" fmla="*/ 578 w 914"/>
                <a:gd name="T39" fmla="*/ 248 h 602"/>
                <a:gd name="T40" fmla="*/ 558 w 914"/>
                <a:gd name="T41" fmla="*/ 282 h 602"/>
                <a:gd name="T42" fmla="*/ 556 w 914"/>
                <a:gd name="T43" fmla="*/ 284 h 602"/>
                <a:gd name="T44" fmla="*/ 542 w 914"/>
                <a:gd name="T45" fmla="*/ 248 h 602"/>
                <a:gd name="T46" fmla="*/ 506 w 914"/>
                <a:gd name="T47" fmla="*/ 212 h 602"/>
                <a:gd name="T48" fmla="*/ 458 w 914"/>
                <a:gd name="T49" fmla="*/ 198 h 602"/>
                <a:gd name="T50" fmla="*/ 442 w 914"/>
                <a:gd name="T51" fmla="*/ 200 h 602"/>
                <a:gd name="T52" fmla="*/ 382 w 914"/>
                <a:gd name="T53" fmla="*/ 216 h 602"/>
                <a:gd name="T54" fmla="*/ 288 w 914"/>
                <a:gd name="T55" fmla="*/ 100 h 602"/>
                <a:gd name="T56" fmla="*/ 278 w 914"/>
                <a:gd name="T57" fmla="*/ 258 h 602"/>
                <a:gd name="T58" fmla="*/ 236 w 914"/>
                <a:gd name="T59" fmla="*/ 218 h 602"/>
                <a:gd name="T60" fmla="*/ 182 w 914"/>
                <a:gd name="T61" fmla="*/ 200 h 602"/>
                <a:gd name="T62" fmla="*/ 150 w 914"/>
                <a:gd name="T63" fmla="*/ 198 h 602"/>
                <a:gd name="T64" fmla="*/ 114 w 914"/>
                <a:gd name="T65" fmla="*/ 208 h 602"/>
                <a:gd name="T66" fmla="*/ 84 w 914"/>
                <a:gd name="T67" fmla="*/ 228 h 602"/>
                <a:gd name="T68" fmla="*/ 0 w 914"/>
                <a:gd name="T69" fmla="*/ 204 h 602"/>
                <a:gd name="T70" fmla="*/ 74 w 914"/>
                <a:gd name="T71" fmla="*/ 466 h 602"/>
                <a:gd name="T72" fmla="*/ 116 w 914"/>
                <a:gd name="T73" fmla="*/ 492 h 602"/>
                <a:gd name="T74" fmla="*/ 162 w 914"/>
                <a:gd name="T75" fmla="*/ 500 h 602"/>
                <a:gd name="T76" fmla="*/ 222 w 914"/>
                <a:gd name="T77" fmla="*/ 488 h 602"/>
                <a:gd name="T78" fmla="*/ 268 w 914"/>
                <a:gd name="T79" fmla="*/ 454 h 602"/>
                <a:gd name="T80" fmla="*/ 288 w 914"/>
                <a:gd name="T81" fmla="*/ 492 h 602"/>
                <a:gd name="T82" fmla="*/ 366 w 914"/>
                <a:gd name="T83" fmla="*/ 330 h 602"/>
                <a:gd name="T84" fmla="*/ 368 w 914"/>
                <a:gd name="T85" fmla="*/ 308 h 602"/>
                <a:gd name="T86" fmla="*/ 384 w 914"/>
                <a:gd name="T87" fmla="*/ 288 h 602"/>
                <a:gd name="T88" fmla="*/ 414 w 914"/>
                <a:gd name="T89" fmla="*/ 272 h 602"/>
                <a:gd name="T90" fmla="*/ 440 w 914"/>
                <a:gd name="T91" fmla="*/ 268 h 602"/>
                <a:gd name="T92" fmla="*/ 468 w 914"/>
                <a:gd name="T93" fmla="*/ 278 h 602"/>
                <a:gd name="T94" fmla="*/ 482 w 914"/>
                <a:gd name="T95" fmla="*/ 306 h 602"/>
                <a:gd name="T96" fmla="*/ 484 w 914"/>
                <a:gd name="T97" fmla="*/ 492 h 602"/>
                <a:gd name="T98" fmla="*/ 562 w 914"/>
                <a:gd name="T99" fmla="*/ 428 h 602"/>
                <a:gd name="T100" fmla="*/ 574 w 914"/>
                <a:gd name="T101" fmla="*/ 444 h 602"/>
                <a:gd name="T102" fmla="*/ 614 w 914"/>
                <a:gd name="T103" fmla="*/ 482 h 602"/>
                <a:gd name="T104" fmla="*/ 664 w 914"/>
                <a:gd name="T105" fmla="*/ 500 h 602"/>
                <a:gd name="T106" fmla="*/ 700 w 914"/>
                <a:gd name="T107" fmla="*/ 500 h 602"/>
                <a:gd name="T108" fmla="*/ 748 w 914"/>
                <a:gd name="T109" fmla="*/ 488 h 602"/>
                <a:gd name="T110" fmla="*/ 788 w 914"/>
                <a:gd name="T111" fmla="*/ 462 h 602"/>
                <a:gd name="T112" fmla="*/ 812 w 914"/>
                <a:gd name="T113" fmla="*/ 468 h 602"/>
                <a:gd name="T114" fmla="*/ 848 w 914"/>
                <a:gd name="T115" fmla="*/ 490 h 602"/>
                <a:gd name="T116" fmla="*/ 906 w 914"/>
                <a:gd name="T117" fmla="*/ 502 h 602"/>
                <a:gd name="T118" fmla="*/ 906 w 914"/>
                <a:gd name="T119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14" h="602"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2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381195" y="1095822"/>
            <a:ext cx="18288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7618653" y="1095822"/>
            <a:ext cx="18288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3"/>
          </p:nvPr>
        </p:nvSpPr>
        <p:spPr>
          <a:xfrm>
            <a:off x="2215492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2215492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2215492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46" name="Text Placeholder 3"/>
          <p:cNvSpPr>
            <a:spLocks noGrp="1"/>
          </p:cNvSpPr>
          <p:nvPr>
            <p:ph type="body" sz="quarter" idx="36"/>
          </p:nvPr>
        </p:nvSpPr>
        <p:spPr>
          <a:xfrm>
            <a:off x="5456332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5456332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38" hasCustomPrompt="1"/>
          </p:nvPr>
        </p:nvSpPr>
        <p:spPr>
          <a:xfrm>
            <a:off x="5456332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39"/>
          </p:nvPr>
        </p:nvSpPr>
        <p:spPr>
          <a:xfrm>
            <a:off x="8703027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8703027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41" hasCustomPrompt="1"/>
          </p:nvPr>
        </p:nvSpPr>
        <p:spPr>
          <a:xfrm>
            <a:off x="8703027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52" name="Text Placeholder 16"/>
          <p:cNvSpPr>
            <a:spLocks noGrp="1" noChangeAspect="1"/>
          </p:cNvSpPr>
          <p:nvPr>
            <p:ph type="body" sz="quarter" idx="42"/>
          </p:nvPr>
        </p:nvSpPr>
        <p:spPr>
          <a:xfrm rot="5400000">
            <a:off x="865228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3" name="Text Placeholder 16"/>
          <p:cNvSpPr>
            <a:spLocks noGrp="1" noChangeAspect="1"/>
          </p:cNvSpPr>
          <p:nvPr>
            <p:ph type="body" sz="quarter" idx="26"/>
          </p:nvPr>
        </p:nvSpPr>
        <p:spPr>
          <a:xfrm rot="5400000">
            <a:off x="541192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4" name="Text Placeholder 16"/>
          <p:cNvSpPr>
            <a:spLocks noGrp="1" noChangeAspect="1"/>
          </p:cNvSpPr>
          <p:nvPr>
            <p:ph type="body" sz="quarter" idx="25"/>
          </p:nvPr>
        </p:nvSpPr>
        <p:spPr>
          <a:xfrm rot="5400000">
            <a:off x="217156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FD0E1A-0E69-480A-A062-6C118B89EB6C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D005BE-C888-4FAC-8CF2-2A21B1714E17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latin typeface="+mn-lt"/>
              </a:rPr>
              <a:pPr lvl="0"/>
              <a:t>‹#›</a:t>
            </a:fld>
            <a:endParaRPr lang="en-GB" sz="933" b="0">
              <a:latin typeface="+mn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8AC347-9A70-4D17-AF13-9DAE44288983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36644DF4-A364-4610-AC9D-68679BB091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382422E1-64FA-4DE5-A4CC-F3CF6A7EE61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0C7DDA6-9722-43B2-B89E-8A990E8C6B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749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image tex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759191" y="1095822"/>
            <a:ext cx="22032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302885" y="6259263"/>
            <a:ext cx="493560" cy="325080"/>
            <a:chOff x="302885" y="6259263"/>
            <a:chExt cx="493560" cy="325080"/>
          </a:xfrm>
        </p:grpSpPr>
        <p:sp>
          <p:nvSpPr>
            <p:cNvPr id="95" name="Freeform 5"/>
            <p:cNvSpPr>
              <a:spLocks noEditPoints="1"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3D11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6" name="Freeform 6"/>
            <p:cNvSpPr>
              <a:spLocks/>
            </p:cNvSpPr>
            <p:nvPr userDrawn="1"/>
          </p:nvSpPr>
          <p:spPr bwMode="auto">
            <a:xfrm>
              <a:off x="742445" y="6287343"/>
              <a:ext cx="23760" cy="95040"/>
            </a:xfrm>
            <a:custGeom>
              <a:avLst/>
              <a:gdLst>
                <a:gd name="T0" fmla="*/ 24 w 44"/>
                <a:gd name="T1" fmla="*/ 2 h 176"/>
                <a:gd name="T2" fmla="*/ 24 w 44"/>
                <a:gd name="T3" fmla="*/ 2 h 176"/>
                <a:gd name="T4" fmla="*/ 28 w 44"/>
                <a:gd name="T5" fmla="*/ 2 h 176"/>
                <a:gd name="T6" fmla="*/ 32 w 44"/>
                <a:gd name="T7" fmla="*/ 0 h 176"/>
                <a:gd name="T8" fmla="*/ 32 w 44"/>
                <a:gd name="T9" fmla="*/ 0 h 176"/>
                <a:gd name="T10" fmla="*/ 36 w 44"/>
                <a:gd name="T11" fmla="*/ 2 h 176"/>
                <a:gd name="T12" fmla="*/ 38 w 44"/>
                <a:gd name="T13" fmla="*/ 2 h 176"/>
                <a:gd name="T14" fmla="*/ 38 w 44"/>
                <a:gd name="T15" fmla="*/ 2 h 176"/>
                <a:gd name="T16" fmla="*/ 42 w 44"/>
                <a:gd name="T17" fmla="*/ 8 h 176"/>
                <a:gd name="T18" fmla="*/ 44 w 44"/>
                <a:gd name="T19" fmla="*/ 18 h 176"/>
                <a:gd name="T20" fmla="*/ 44 w 44"/>
                <a:gd name="T21" fmla="*/ 28 h 176"/>
                <a:gd name="T22" fmla="*/ 44 w 44"/>
                <a:gd name="T23" fmla="*/ 40 h 176"/>
                <a:gd name="T24" fmla="*/ 40 w 44"/>
                <a:gd name="T25" fmla="*/ 56 h 176"/>
                <a:gd name="T26" fmla="*/ 36 w 44"/>
                <a:gd name="T27" fmla="*/ 74 h 176"/>
                <a:gd name="T28" fmla="*/ 36 w 44"/>
                <a:gd name="T29" fmla="*/ 74 h 176"/>
                <a:gd name="T30" fmla="*/ 18 w 44"/>
                <a:gd name="T31" fmla="*/ 134 h 176"/>
                <a:gd name="T32" fmla="*/ 4 w 44"/>
                <a:gd name="T33" fmla="*/ 176 h 176"/>
                <a:gd name="T34" fmla="*/ 4 w 44"/>
                <a:gd name="T35" fmla="*/ 176 h 176"/>
                <a:gd name="T36" fmla="*/ 2 w 44"/>
                <a:gd name="T37" fmla="*/ 154 h 176"/>
                <a:gd name="T38" fmla="*/ 0 w 44"/>
                <a:gd name="T39" fmla="*/ 128 h 176"/>
                <a:gd name="T40" fmla="*/ 0 w 44"/>
                <a:gd name="T41" fmla="*/ 100 h 176"/>
                <a:gd name="T42" fmla="*/ 2 w 44"/>
                <a:gd name="T43" fmla="*/ 74 h 176"/>
                <a:gd name="T44" fmla="*/ 6 w 44"/>
                <a:gd name="T45" fmla="*/ 48 h 176"/>
                <a:gd name="T46" fmla="*/ 10 w 44"/>
                <a:gd name="T47" fmla="*/ 28 h 176"/>
                <a:gd name="T48" fmla="*/ 16 w 44"/>
                <a:gd name="T49" fmla="*/ 12 h 176"/>
                <a:gd name="T50" fmla="*/ 20 w 44"/>
                <a:gd name="T51" fmla="*/ 6 h 176"/>
                <a:gd name="T52" fmla="*/ 24 w 44"/>
                <a:gd name="T53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" h="176">
                  <a:moveTo>
                    <a:pt x="24" y="2"/>
                  </a:moveTo>
                  <a:lnTo>
                    <a:pt x="24" y="2"/>
                  </a:lnTo>
                  <a:lnTo>
                    <a:pt x="28" y="2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6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42" y="8"/>
                  </a:lnTo>
                  <a:lnTo>
                    <a:pt x="44" y="18"/>
                  </a:lnTo>
                  <a:lnTo>
                    <a:pt x="44" y="28"/>
                  </a:lnTo>
                  <a:lnTo>
                    <a:pt x="44" y="40"/>
                  </a:lnTo>
                  <a:lnTo>
                    <a:pt x="40" y="56"/>
                  </a:lnTo>
                  <a:lnTo>
                    <a:pt x="36" y="74"/>
                  </a:lnTo>
                  <a:lnTo>
                    <a:pt x="36" y="74"/>
                  </a:lnTo>
                  <a:lnTo>
                    <a:pt x="18" y="134"/>
                  </a:lnTo>
                  <a:lnTo>
                    <a:pt x="4" y="176"/>
                  </a:lnTo>
                  <a:lnTo>
                    <a:pt x="4" y="176"/>
                  </a:lnTo>
                  <a:lnTo>
                    <a:pt x="2" y="154"/>
                  </a:lnTo>
                  <a:lnTo>
                    <a:pt x="0" y="128"/>
                  </a:lnTo>
                  <a:lnTo>
                    <a:pt x="0" y="100"/>
                  </a:lnTo>
                  <a:lnTo>
                    <a:pt x="2" y="74"/>
                  </a:lnTo>
                  <a:lnTo>
                    <a:pt x="6" y="48"/>
                  </a:lnTo>
                  <a:lnTo>
                    <a:pt x="10" y="28"/>
                  </a:lnTo>
                  <a:lnTo>
                    <a:pt x="16" y="12"/>
                  </a:lnTo>
                  <a:lnTo>
                    <a:pt x="20" y="6"/>
                  </a:lnTo>
                  <a:lnTo>
                    <a:pt x="2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7" name="Freeform 7"/>
            <p:cNvSpPr>
              <a:spLocks/>
            </p:cNvSpPr>
            <p:nvPr userDrawn="1"/>
          </p:nvSpPr>
          <p:spPr bwMode="auto">
            <a:xfrm>
              <a:off x="637685" y="6403983"/>
              <a:ext cx="81000" cy="88560"/>
            </a:xfrm>
            <a:custGeom>
              <a:avLst/>
              <a:gdLst>
                <a:gd name="T0" fmla="*/ 74 w 150"/>
                <a:gd name="T1" fmla="*/ 164 h 164"/>
                <a:gd name="T2" fmla="*/ 74 w 150"/>
                <a:gd name="T3" fmla="*/ 164 h 164"/>
                <a:gd name="T4" fmla="*/ 60 w 150"/>
                <a:gd name="T5" fmla="*/ 162 h 164"/>
                <a:gd name="T6" fmla="*/ 46 w 150"/>
                <a:gd name="T7" fmla="*/ 158 h 164"/>
                <a:gd name="T8" fmla="*/ 34 w 150"/>
                <a:gd name="T9" fmla="*/ 152 h 164"/>
                <a:gd name="T10" fmla="*/ 22 w 150"/>
                <a:gd name="T11" fmla="*/ 142 h 164"/>
                <a:gd name="T12" fmla="*/ 14 w 150"/>
                <a:gd name="T13" fmla="*/ 132 h 164"/>
                <a:gd name="T14" fmla="*/ 6 w 150"/>
                <a:gd name="T15" fmla="*/ 118 h 164"/>
                <a:gd name="T16" fmla="*/ 2 w 150"/>
                <a:gd name="T17" fmla="*/ 102 h 164"/>
                <a:gd name="T18" fmla="*/ 0 w 150"/>
                <a:gd name="T19" fmla="*/ 82 h 164"/>
                <a:gd name="T20" fmla="*/ 0 w 150"/>
                <a:gd name="T21" fmla="*/ 82 h 164"/>
                <a:gd name="T22" fmla="*/ 2 w 150"/>
                <a:gd name="T23" fmla="*/ 64 h 164"/>
                <a:gd name="T24" fmla="*/ 6 w 150"/>
                <a:gd name="T25" fmla="*/ 50 h 164"/>
                <a:gd name="T26" fmla="*/ 12 w 150"/>
                <a:gd name="T27" fmla="*/ 36 h 164"/>
                <a:gd name="T28" fmla="*/ 20 w 150"/>
                <a:gd name="T29" fmla="*/ 24 h 164"/>
                <a:gd name="T30" fmla="*/ 32 w 150"/>
                <a:gd name="T31" fmla="*/ 14 h 164"/>
                <a:gd name="T32" fmla="*/ 44 w 150"/>
                <a:gd name="T33" fmla="*/ 6 h 164"/>
                <a:gd name="T34" fmla="*/ 58 w 150"/>
                <a:gd name="T35" fmla="*/ 2 h 164"/>
                <a:gd name="T36" fmla="*/ 74 w 150"/>
                <a:gd name="T37" fmla="*/ 0 h 164"/>
                <a:gd name="T38" fmla="*/ 74 w 150"/>
                <a:gd name="T39" fmla="*/ 0 h 164"/>
                <a:gd name="T40" fmla="*/ 88 w 150"/>
                <a:gd name="T41" fmla="*/ 2 h 164"/>
                <a:gd name="T42" fmla="*/ 102 w 150"/>
                <a:gd name="T43" fmla="*/ 6 h 164"/>
                <a:gd name="T44" fmla="*/ 114 w 150"/>
                <a:gd name="T45" fmla="*/ 12 h 164"/>
                <a:gd name="T46" fmla="*/ 126 w 150"/>
                <a:gd name="T47" fmla="*/ 22 h 164"/>
                <a:gd name="T48" fmla="*/ 134 w 150"/>
                <a:gd name="T49" fmla="*/ 34 h 164"/>
                <a:gd name="T50" fmla="*/ 142 w 150"/>
                <a:gd name="T51" fmla="*/ 48 h 164"/>
                <a:gd name="T52" fmla="*/ 148 w 150"/>
                <a:gd name="T53" fmla="*/ 64 h 164"/>
                <a:gd name="T54" fmla="*/ 150 w 150"/>
                <a:gd name="T55" fmla="*/ 82 h 164"/>
                <a:gd name="T56" fmla="*/ 150 w 150"/>
                <a:gd name="T57" fmla="*/ 82 h 164"/>
                <a:gd name="T58" fmla="*/ 148 w 150"/>
                <a:gd name="T59" fmla="*/ 100 h 164"/>
                <a:gd name="T60" fmla="*/ 142 w 150"/>
                <a:gd name="T61" fmla="*/ 118 h 164"/>
                <a:gd name="T62" fmla="*/ 134 w 150"/>
                <a:gd name="T63" fmla="*/ 132 h 164"/>
                <a:gd name="T64" fmla="*/ 126 w 150"/>
                <a:gd name="T65" fmla="*/ 142 h 164"/>
                <a:gd name="T66" fmla="*/ 114 w 150"/>
                <a:gd name="T67" fmla="*/ 152 h 164"/>
                <a:gd name="T68" fmla="*/ 102 w 150"/>
                <a:gd name="T69" fmla="*/ 158 h 164"/>
                <a:gd name="T70" fmla="*/ 88 w 150"/>
                <a:gd name="T71" fmla="*/ 162 h 164"/>
                <a:gd name="T72" fmla="*/ 74 w 150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0" h="164">
                  <a:moveTo>
                    <a:pt x="74" y="164"/>
                  </a:moveTo>
                  <a:lnTo>
                    <a:pt x="74" y="164"/>
                  </a:lnTo>
                  <a:lnTo>
                    <a:pt x="60" y="162"/>
                  </a:lnTo>
                  <a:lnTo>
                    <a:pt x="46" y="158"/>
                  </a:lnTo>
                  <a:lnTo>
                    <a:pt x="34" y="152"/>
                  </a:lnTo>
                  <a:lnTo>
                    <a:pt x="22" y="142"/>
                  </a:lnTo>
                  <a:lnTo>
                    <a:pt x="14" y="132"/>
                  </a:lnTo>
                  <a:lnTo>
                    <a:pt x="6" y="118"/>
                  </a:lnTo>
                  <a:lnTo>
                    <a:pt x="2" y="10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6" y="22"/>
                  </a:lnTo>
                  <a:lnTo>
                    <a:pt x="134" y="34"/>
                  </a:lnTo>
                  <a:lnTo>
                    <a:pt x="142" y="48"/>
                  </a:lnTo>
                  <a:lnTo>
                    <a:pt x="148" y="64"/>
                  </a:lnTo>
                  <a:lnTo>
                    <a:pt x="150" y="82"/>
                  </a:lnTo>
                  <a:lnTo>
                    <a:pt x="150" y="82"/>
                  </a:lnTo>
                  <a:lnTo>
                    <a:pt x="148" y="100"/>
                  </a:lnTo>
                  <a:lnTo>
                    <a:pt x="142" y="118"/>
                  </a:lnTo>
                  <a:lnTo>
                    <a:pt x="134" y="132"/>
                  </a:lnTo>
                  <a:lnTo>
                    <a:pt x="126" y="142"/>
                  </a:lnTo>
                  <a:lnTo>
                    <a:pt x="114" y="152"/>
                  </a:lnTo>
                  <a:lnTo>
                    <a:pt x="102" y="158"/>
                  </a:lnTo>
                  <a:lnTo>
                    <a:pt x="88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8" name="Freeform 8"/>
            <p:cNvSpPr>
              <a:spLocks/>
            </p:cNvSpPr>
            <p:nvPr userDrawn="1"/>
          </p:nvSpPr>
          <p:spPr bwMode="auto">
            <a:xfrm>
              <a:off x="342845" y="6403983"/>
              <a:ext cx="79920" cy="88560"/>
            </a:xfrm>
            <a:custGeom>
              <a:avLst/>
              <a:gdLst>
                <a:gd name="T0" fmla="*/ 74 w 148"/>
                <a:gd name="T1" fmla="*/ 164 h 164"/>
                <a:gd name="T2" fmla="*/ 74 w 148"/>
                <a:gd name="T3" fmla="*/ 164 h 164"/>
                <a:gd name="T4" fmla="*/ 58 w 148"/>
                <a:gd name="T5" fmla="*/ 162 h 164"/>
                <a:gd name="T6" fmla="*/ 44 w 148"/>
                <a:gd name="T7" fmla="*/ 156 h 164"/>
                <a:gd name="T8" fmla="*/ 32 w 148"/>
                <a:gd name="T9" fmla="*/ 150 h 164"/>
                <a:gd name="T10" fmla="*/ 22 w 148"/>
                <a:gd name="T11" fmla="*/ 140 h 164"/>
                <a:gd name="T12" fmla="*/ 12 w 148"/>
                <a:gd name="T13" fmla="*/ 128 h 164"/>
                <a:gd name="T14" fmla="*/ 6 w 148"/>
                <a:gd name="T15" fmla="*/ 114 h 164"/>
                <a:gd name="T16" fmla="*/ 0 w 148"/>
                <a:gd name="T17" fmla="*/ 98 h 164"/>
                <a:gd name="T18" fmla="*/ 0 w 148"/>
                <a:gd name="T19" fmla="*/ 82 h 164"/>
                <a:gd name="T20" fmla="*/ 0 w 148"/>
                <a:gd name="T21" fmla="*/ 82 h 164"/>
                <a:gd name="T22" fmla="*/ 0 w 148"/>
                <a:gd name="T23" fmla="*/ 66 h 164"/>
                <a:gd name="T24" fmla="*/ 4 w 148"/>
                <a:gd name="T25" fmla="*/ 50 h 164"/>
                <a:gd name="T26" fmla="*/ 12 w 148"/>
                <a:gd name="T27" fmla="*/ 36 h 164"/>
                <a:gd name="T28" fmla="*/ 20 w 148"/>
                <a:gd name="T29" fmla="*/ 24 h 164"/>
                <a:gd name="T30" fmla="*/ 32 w 148"/>
                <a:gd name="T31" fmla="*/ 14 h 164"/>
                <a:gd name="T32" fmla="*/ 44 w 148"/>
                <a:gd name="T33" fmla="*/ 6 h 164"/>
                <a:gd name="T34" fmla="*/ 58 w 148"/>
                <a:gd name="T35" fmla="*/ 2 h 164"/>
                <a:gd name="T36" fmla="*/ 74 w 148"/>
                <a:gd name="T37" fmla="*/ 0 h 164"/>
                <a:gd name="T38" fmla="*/ 74 w 148"/>
                <a:gd name="T39" fmla="*/ 0 h 164"/>
                <a:gd name="T40" fmla="*/ 90 w 148"/>
                <a:gd name="T41" fmla="*/ 2 h 164"/>
                <a:gd name="T42" fmla="*/ 106 w 148"/>
                <a:gd name="T43" fmla="*/ 8 h 164"/>
                <a:gd name="T44" fmla="*/ 118 w 148"/>
                <a:gd name="T45" fmla="*/ 16 h 164"/>
                <a:gd name="T46" fmla="*/ 130 w 148"/>
                <a:gd name="T47" fmla="*/ 26 h 164"/>
                <a:gd name="T48" fmla="*/ 138 w 148"/>
                <a:gd name="T49" fmla="*/ 40 h 164"/>
                <a:gd name="T50" fmla="*/ 144 w 148"/>
                <a:gd name="T51" fmla="*/ 54 h 164"/>
                <a:gd name="T52" fmla="*/ 148 w 148"/>
                <a:gd name="T53" fmla="*/ 68 h 164"/>
                <a:gd name="T54" fmla="*/ 148 w 148"/>
                <a:gd name="T55" fmla="*/ 82 h 164"/>
                <a:gd name="T56" fmla="*/ 148 w 148"/>
                <a:gd name="T57" fmla="*/ 82 h 164"/>
                <a:gd name="T58" fmla="*/ 148 w 148"/>
                <a:gd name="T59" fmla="*/ 100 h 164"/>
                <a:gd name="T60" fmla="*/ 144 w 148"/>
                <a:gd name="T61" fmla="*/ 116 h 164"/>
                <a:gd name="T62" fmla="*/ 136 w 148"/>
                <a:gd name="T63" fmla="*/ 130 h 164"/>
                <a:gd name="T64" fmla="*/ 128 w 148"/>
                <a:gd name="T65" fmla="*/ 140 h 164"/>
                <a:gd name="T66" fmla="*/ 116 w 148"/>
                <a:gd name="T67" fmla="*/ 150 h 164"/>
                <a:gd name="T68" fmla="*/ 104 w 148"/>
                <a:gd name="T69" fmla="*/ 158 h 164"/>
                <a:gd name="T70" fmla="*/ 90 w 148"/>
                <a:gd name="T71" fmla="*/ 162 h 164"/>
                <a:gd name="T72" fmla="*/ 74 w 148"/>
                <a:gd name="T7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8" h="164">
                  <a:moveTo>
                    <a:pt x="74" y="164"/>
                  </a:moveTo>
                  <a:lnTo>
                    <a:pt x="74" y="164"/>
                  </a:lnTo>
                  <a:lnTo>
                    <a:pt x="58" y="162"/>
                  </a:lnTo>
                  <a:lnTo>
                    <a:pt x="44" y="156"/>
                  </a:lnTo>
                  <a:lnTo>
                    <a:pt x="32" y="150"/>
                  </a:lnTo>
                  <a:lnTo>
                    <a:pt x="22" y="140"/>
                  </a:lnTo>
                  <a:lnTo>
                    <a:pt x="12" y="128"/>
                  </a:lnTo>
                  <a:lnTo>
                    <a:pt x="6" y="114"/>
                  </a:lnTo>
                  <a:lnTo>
                    <a:pt x="0" y="98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0" y="66"/>
                  </a:lnTo>
                  <a:lnTo>
                    <a:pt x="4" y="50"/>
                  </a:lnTo>
                  <a:lnTo>
                    <a:pt x="12" y="36"/>
                  </a:lnTo>
                  <a:lnTo>
                    <a:pt x="20" y="24"/>
                  </a:lnTo>
                  <a:lnTo>
                    <a:pt x="32" y="14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90" y="2"/>
                  </a:lnTo>
                  <a:lnTo>
                    <a:pt x="106" y="8"/>
                  </a:lnTo>
                  <a:lnTo>
                    <a:pt x="118" y="16"/>
                  </a:lnTo>
                  <a:lnTo>
                    <a:pt x="130" y="26"/>
                  </a:lnTo>
                  <a:lnTo>
                    <a:pt x="138" y="40"/>
                  </a:lnTo>
                  <a:lnTo>
                    <a:pt x="144" y="54"/>
                  </a:lnTo>
                  <a:lnTo>
                    <a:pt x="148" y="68"/>
                  </a:lnTo>
                  <a:lnTo>
                    <a:pt x="148" y="82"/>
                  </a:lnTo>
                  <a:lnTo>
                    <a:pt x="148" y="82"/>
                  </a:lnTo>
                  <a:lnTo>
                    <a:pt x="148" y="100"/>
                  </a:lnTo>
                  <a:lnTo>
                    <a:pt x="144" y="116"/>
                  </a:lnTo>
                  <a:lnTo>
                    <a:pt x="136" y="130"/>
                  </a:lnTo>
                  <a:lnTo>
                    <a:pt x="128" y="140"/>
                  </a:lnTo>
                  <a:lnTo>
                    <a:pt x="116" y="150"/>
                  </a:lnTo>
                  <a:lnTo>
                    <a:pt x="104" y="158"/>
                  </a:lnTo>
                  <a:lnTo>
                    <a:pt x="90" y="162"/>
                  </a:lnTo>
                  <a:lnTo>
                    <a:pt x="74" y="16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  <p:sp>
          <p:nvSpPr>
            <p:cNvPr id="99" name="Freeform 9"/>
            <p:cNvSpPr>
              <a:spLocks/>
            </p:cNvSpPr>
            <p:nvPr userDrawn="1"/>
          </p:nvSpPr>
          <p:spPr bwMode="auto">
            <a:xfrm>
              <a:off x="302885" y="6259263"/>
              <a:ext cx="493560" cy="325080"/>
            </a:xfrm>
            <a:custGeom>
              <a:avLst/>
              <a:gdLst>
                <a:gd name="T0" fmla="*/ 892 w 914"/>
                <a:gd name="T1" fmla="*/ 430 h 602"/>
                <a:gd name="T2" fmla="*/ 862 w 914"/>
                <a:gd name="T3" fmla="*/ 414 h 602"/>
                <a:gd name="T4" fmla="*/ 850 w 914"/>
                <a:gd name="T5" fmla="*/ 378 h 602"/>
                <a:gd name="T6" fmla="*/ 852 w 914"/>
                <a:gd name="T7" fmla="*/ 346 h 602"/>
                <a:gd name="T8" fmla="*/ 876 w 914"/>
                <a:gd name="T9" fmla="*/ 258 h 602"/>
                <a:gd name="T10" fmla="*/ 896 w 914"/>
                <a:gd name="T11" fmla="*/ 184 h 602"/>
                <a:gd name="T12" fmla="*/ 904 w 914"/>
                <a:gd name="T13" fmla="*/ 108 h 602"/>
                <a:gd name="T14" fmla="*/ 894 w 914"/>
                <a:gd name="T15" fmla="*/ 46 h 602"/>
                <a:gd name="T16" fmla="*/ 880 w 914"/>
                <a:gd name="T17" fmla="*/ 20 h 602"/>
                <a:gd name="T18" fmla="*/ 852 w 914"/>
                <a:gd name="T19" fmla="*/ 2 h 602"/>
                <a:gd name="T20" fmla="*/ 832 w 914"/>
                <a:gd name="T21" fmla="*/ 2 h 602"/>
                <a:gd name="T22" fmla="*/ 810 w 914"/>
                <a:gd name="T23" fmla="*/ 12 h 602"/>
                <a:gd name="T24" fmla="*/ 788 w 914"/>
                <a:gd name="T25" fmla="*/ 34 h 602"/>
                <a:gd name="T26" fmla="*/ 766 w 914"/>
                <a:gd name="T27" fmla="*/ 82 h 602"/>
                <a:gd name="T28" fmla="*/ 756 w 914"/>
                <a:gd name="T29" fmla="*/ 132 h 602"/>
                <a:gd name="T30" fmla="*/ 754 w 914"/>
                <a:gd name="T31" fmla="*/ 220 h 602"/>
                <a:gd name="T32" fmla="*/ 720 w 914"/>
                <a:gd name="T33" fmla="*/ 204 h 602"/>
                <a:gd name="T34" fmla="*/ 684 w 914"/>
                <a:gd name="T35" fmla="*/ 200 h 602"/>
                <a:gd name="T36" fmla="*/ 624 w 914"/>
                <a:gd name="T37" fmla="*/ 212 h 602"/>
                <a:gd name="T38" fmla="*/ 578 w 914"/>
                <a:gd name="T39" fmla="*/ 248 h 602"/>
                <a:gd name="T40" fmla="*/ 558 w 914"/>
                <a:gd name="T41" fmla="*/ 282 h 602"/>
                <a:gd name="T42" fmla="*/ 556 w 914"/>
                <a:gd name="T43" fmla="*/ 284 h 602"/>
                <a:gd name="T44" fmla="*/ 542 w 914"/>
                <a:gd name="T45" fmla="*/ 248 h 602"/>
                <a:gd name="T46" fmla="*/ 506 w 914"/>
                <a:gd name="T47" fmla="*/ 212 h 602"/>
                <a:gd name="T48" fmla="*/ 458 w 914"/>
                <a:gd name="T49" fmla="*/ 198 h 602"/>
                <a:gd name="T50" fmla="*/ 442 w 914"/>
                <a:gd name="T51" fmla="*/ 200 h 602"/>
                <a:gd name="T52" fmla="*/ 382 w 914"/>
                <a:gd name="T53" fmla="*/ 216 h 602"/>
                <a:gd name="T54" fmla="*/ 288 w 914"/>
                <a:gd name="T55" fmla="*/ 100 h 602"/>
                <a:gd name="T56" fmla="*/ 278 w 914"/>
                <a:gd name="T57" fmla="*/ 258 h 602"/>
                <a:gd name="T58" fmla="*/ 236 w 914"/>
                <a:gd name="T59" fmla="*/ 218 h 602"/>
                <a:gd name="T60" fmla="*/ 182 w 914"/>
                <a:gd name="T61" fmla="*/ 200 h 602"/>
                <a:gd name="T62" fmla="*/ 150 w 914"/>
                <a:gd name="T63" fmla="*/ 198 h 602"/>
                <a:gd name="T64" fmla="*/ 114 w 914"/>
                <a:gd name="T65" fmla="*/ 208 h 602"/>
                <a:gd name="T66" fmla="*/ 84 w 914"/>
                <a:gd name="T67" fmla="*/ 228 h 602"/>
                <a:gd name="T68" fmla="*/ 0 w 914"/>
                <a:gd name="T69" fmla="*/ 204 h 602"/>
                <a:gd name="T70" fmla="*/ 74 w 914"/>
                <a:gd name="T71" fmla="*/ 466 h 602"/>
                <a:gd name="T72" fmla="*/ 116 w 914"/>
                <a:gd name="T73" fmla="*/ 492 h 602"/>
                <a:gd name="T74" fmla="*/ 162 w 914"/>
                <a:gd name="T75" fmla="*/ 500 h 602"/>
                <a:gd name="T76" fmla="*/ 222 w 914"/>
                <a:gd name="T77" fmla="*/ 488 h 602"/>
                <a:gd name="T78" fmla="*/ 268 w 914"/>
                <a:gd name="T79" fmla="*/ 454 h 602"/>
                <a:gd name="T80" fmla="*/ 288 w 914"/>
                <a:gd name="T81" fmla="*/ 492 h 602"/>
                <a:gd name="T82" fmla="*/ 366 w 914"/>
                <a:gd name="T83" fmla="*/ 330 h 602"/>
                <a:gd name="T84" fmla="*/ 368 w 914"/>
                <a:gd name="T85" fmla="*/ 308 h 602"/>
                <a:gd name="T86" fmla="*/ 384 w 914"/>
                <a:gd name="T87" fmla="*/ 288 h 602"/>
                <a:gd name="T88" fmla="*/ 414 w 914"/>
                <a:gd name="T89" fmla="*/ 272 h 602"/>
                <a:gd name="T90" fmla="*/ 440 w 914"/>
                <a:gd name="T91" fmla="*/ 268 h 602"/>
                <a:gd name="T92" fmla="*/ 468 w 914"/>
                <a:gd name="T93" fmla="*/ 278 h 602"/>
                <a:gd name="T94" fmla="*/ 482 w 914"/>
                <a:gd name="T95" fmla="*/ 306 h 602"/>
                <a:gd name="T96" fmla="*/ 484 w 914"/>
                <a:gd name="T97" fmla="*/ 492 h 602"/>
                <a:gd name="T98" fmla="*/ 562 w 914"/>
                <a:gd name="T99" fmla="*/ 428 h 602"/>
                <a:gd name="T100" fmla="*/ 574 w 914"/>
                <a:gd name="T101" fmla="*/ 444 h 602"/>
                <a:gd name="T102" fmla="*/ 614 w 914"/>
                <a:gd name="T103" fmla="*/ 482 h 602"/>
                <a:gd name="T104" fmla="*/ 664 w 914"/>
                <a:gd name="T105" fmla="*/ 500 h 602"/>
                <a:gd name="T106" fmla="*/ 700 w 914"/>
                <a:gd name="T107" fmla="*/ 500 h 602"/>
                <a:gd name="T108" fmla="*/ 748 w 914"/>
                <a:gd name="T109" fmla="*/ 488 h 602"/>
                <a:gd name="T110" fmla="*/ 788 w 914"/>
                <a:gd name="T111" fmla="*/ 462 h 602"/>
                <a:gd name="T112" fmla="*/ 812 w 914"/>
                <a:gd name="T113" fmla="*/ 468 h 602"/>
                <a:gd name="T114" fmla="*/ 848 w 914"/>
                <a:gd name="T115" fmla="*/ 490 h 602"/>
                <a:gd name="T116" fmla="*/ 906 w 914"/>
                <a:gd name="T117" fmla="*/ 502 h 602"/>
                <a:gd name="T118" fmla="*/ 906 w 914"/>
                <a:gd name="T119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14" h="602"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5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endParaRPr>
            </a:p>
          </p:txBody>
        </p:sp>
      </p:grpSp>
      <p:sp>
        <p:nvSpPr>
          <p:cNvPr id="2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5000031" y="1095822"/>
            <a:ext cx="22032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8237489" y="1095822"/>
            <a:ext cx="2203200" cy="1421084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3"/>
          </p:nvPr>
        </p:nvSpPr>
        <p:spPr>
          <a:xfrm>
            <a:off x="1753676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1753676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5" name="Text Placeholder 5"/>
          <p:cNvSpPr>
            <a:spLocks noGrp="1"/>
          </p:cNvSpPr>
          <p:nvPr>
            <p:ph type="body" sz="quarter" idx="35" hasCustomPrompt="1"/>
          </p:nvPr>
        </p:nvSpPr>
        <p:spPr>
          <a:xfrm>
            <a:off x="1753676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46" name="Text Placeholder 3"/>
          <p:cNvSpPr>
            <a:spLocks noGrp="1"/>
          </p:cNvSpPr>
          <p:nvPr>
            <p:ph type="body" sz="quarter" idx="36"/>
          </p:nvPr>
        </p:nvSpPr>
        <p:spPr>
          <a:xfrm>
            <a:off x="4994516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37" hasCustomPrompt="1"/>
          </p:nvPr>
        </p:nvSpPr>
        <p:spPr>
          <a:xfrm>
            <a:off x="4994516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38" hasCustomPrompt="1"/>
          </p:nvPr>
        </p:nvSpPr>
        <p:spPr>
          <a:xfrm>
            <a:off x="4994516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49" name="Text Placeholder 3"/>
          <p:cNvSpPr>
            <a:spLocks noGrp="1"/>
          </p:cNvSpPr>
          <p:nvPr>
            <p:ph type="body" sz="quarter" idx="39"/>
          </p:nvPr>
        </p:nvSpPr>
        <p:spPr>
          <a:xfrm>
            <a:off x="8241211" y="2724365"/>
            <a:ext cx="2203200" cy="283200"/>
          </a:xfrm>
        </p:spPr>
        <p:txBody>
          <a:bodyPr lIns="36000" tIns="36000" rIns="36000" bIns="36000"/>
          <a:lstStyle>
            <a:lvl1pPr>
              <a:spcBef>
                <a:spcPts val="0"/>
              </a:spcBef>
              <a:defRPr sz="1067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8241211" y="3084753"/>
            <a:ext cx="2203200" cy="1996016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0">
                <a:solidFill>
                  <a:schemeClr val="tx1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US"/>
              <a:t>This is dummy copy to show how a paragraph works when related to a picture, photo or icon.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1" name="Text Placeholder 5"/>
          <p:cNvSpPr>
            <a:spLocks noGrp="1"/>
          </p:cNvSpPr>
          <p:nvPr>
            <p:ph type="body" sz="quarter" idx="41" hasCustomPrompt="1"/>
          </p:nvPr>
        </p:nvSpPr>
        <p:spPr>
          <a:xfrm>
            <a:off x="8241211" y="5157959"/>
            <a:ext cx="2203200" cy="910527"/>
          </a:xfrm>
        </p:spPr>
        <p:txBody>
          <a:bodyPr lIns="36000" tIns="36000" rIns="36000" bIns="36000"/>
          <a:lstStyle>
            <a:lvl1pPr>
              <a:spcBef>
                <a:spcPts val="1600"/>
              </a:spcBef>
              <a:defRPr sz="1067" b="1">
                <a:solidFill>
                  <a:schemeClr val="accent5"/>
                </a:solidFill>
                <a:latin typeface="+mn-lt"/>
              </a:defRPr>
            </a:lvl1pPr>
            <a:lvl2pPr marL="304784" indent="-194723"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067"/>
            </a:lvl2pPr>
            <a:lvl3pPr marL="507974" indent="-203190">
              <a:buFont typeface="Calibri" panose="020F0502020204030204" pitchFamily="34" charset="0"/>
              <a:buChar char="‒"/>
              <a:defRPr sz="1067"/>
            </a:lvl3pPr>
            <a:lvl4pPr marL="715397" indent="-226473">
              <a:buClr>
                <a:schemeClr val="accent6"/>
              </a:buClr>
              <a:defRPr sz="1067"/>
            </a:lvl4pPr>
            <a:lvl5pPr marL="914354" indent="-194723">
              <a:buClr>
                <a:schemeClr val="accent6"/>
              </a:buClr>
              <a:defRPr sz="1067"/>
            </a:lvl5pPr>
          </a:lstStyle>
          <a:p>
            <a:pPr lvl="0"/>
            <a:r>
              <a:rPr lang="en-GB"/>
              <a:t>Key phrase to sum up</a:t>
            </a:r>
            <a:endParaRPr lang="en-US"/>
          </a:p>
        </p:txBody>
      </p:sp>
      <p:sp>
        <p:nvSpPr>
          <p:cNvPr id="27" name="Text Placeholder 16"/>
          <p:cNvSpPr>
            <a:spLocks noGrp="1" noChangeAspect="1"/>
          </p:cNvSpPr>
          <p:nvPr>
            <p:ph type="body" sz="quarter" idx="42"/>
          </p:nvPr>
        </p:nvSpPr>
        <p:spPr>
          <a:xfrm rot="5400000">
            <a:off x="820234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6"/>
          <p:cNvSpPr>
            <a:spLocks noGrp="1" noChangeAspect="1"/>
          </p:cNvSpPr>
          <p:nvPr>
            <p:ph type="body" sz="quarter" idx="26"/>
          </p:nvPr>
        </p:nvSpPr>
        <p:spPr>
          <a:xfrm rot="5400000">
            <a:off x="496198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Text Placeholder 16"/>
          <p:cNvSpPr>
            <a:spLocks noGrp="1" noChangeAspect="1"/>
          </p:cNvSpPr>
          <p:nvPr>
            <p:ph type="body" sz="quarter" idx="25"/>
          </p:nvPr>
        </p:nvSpPr>
        <p:spPr>
          <a:xfrm rot="5400000">
            <a:off x="1721624" y="2689855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7C8DB0-F643-45EC-BF95-F183A81665DC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5FBE7A-EE38-42F9-B1A6-86EA5A5DF030}"/>
              </a:ext>
            </a:extLst>
          </p:cNvPr>
          <p:cNvSpPr txBox="1"/>
          <p:nvPr userDrawn="1"/>
        </p:nvSpPr>
        <p:spPr>
          <a:xfrm>
            <a:off x="11641139" y="6323365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latin typeface="+mn-lt"/>
              </a:rPr>
              <a:pPr lvl="0"/>
              <a:t>‹#›</a:t>
            </a:fld>
            <a:endParaRPr lang="en-GB" sz="933" b="0">
              <a:latin typeface="+mn-l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C95630E-5387-4EFF-85BA-A801825503F7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221EFC48-6CF4-421D-A9AE-305652D5F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1EAAA7E0-2B5C-4E76-8BA1-0F354BECEC4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2691B5A-6B80-447D-8FE2-6B38159E86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71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tex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6"/>
          <p:cNvSpPr>
            <a:spLocks noGrp="1" noChangeAspect="1"/>
          </p:cNvSpPr>
          <p:nvPr>
            <p:ph type="body" sz="quarter" idx="25"/>
          </p:nvPr>
        </p:nvSpPr>
        <p:spPr>
          <a:xfrm rot="10800000">
            <a:off x="4369011" y="5338279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6"/>
          <p:cNvSpPr>
            <a:spLocks noGrp="1" noChangeAspect="1"/>
          </p:cNvSpPr>
          <p:nvPr>
            <p:ph type="body" sz="quarter" idx="26"/>
          </p:nvPr>
        </p:nvSpPr>
        <p:spPr>
          <a:xfrm rot="10800000">
            <a:off x="7465353" y="5338279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16"/>
          <p:cNvSpPr>
            <a:spLocks noGrp="1" noChangeAspect="1"/>
          </p:cNvSpPr>
          <p:nvPr>
            <p:ph type="body" sz="quarter" idx="27"/>
          </p:nvPr>
        </p:nvSpPr>
        <p:spPr>
          <a:xfrm rot="10800000">
            <a:off x="10525695" y="5338280"/>
            <a:ext cx="124800" cy="1248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255294" y="5363499"/>
            <a:ext cx="2201335" cy="282312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indent="0" algn="r">
              <a:buNone/>
              <a:defRPr sz="1067" b="1" i="0" cap="all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Sub header</a:t>
            </a:r>
            <a:endParaRPr lang="en-US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1487490" y="5645818"/>
            <a:ext cx="2969140" cy="303465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marR="0" indent="0" algn="r" defTabSz="6088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33" b="0" baseline="0">
                <a:solidFill>
                  <a:srgbClr val="414448"/>
                </a:solidFill>
                <a:latin typeface="+mn-lt"/>
                <a:cs typeface="VW Head Office" panose="020B0504040200000003" pitchFamily="34" charset="0"/>
              </a:defRPr>
            </a:lvl1pPr>
            <a:lvl2pPr>
              <a:defRPr sz="1600">
                <a:latin typeface="Averta"/>
                <a:cs typeface="Averta"/>
              </a:defRPr>
            </a:lvl2pPr>
            <a:lvl3pPr>
              <a:defRPr sz="1600">
                <a:latin typeface="Averta"/>
                <a:cs typeface="Averta"/>
              </a:defRPr>
            </a:lvl3pPr>
            <a:lvl4pPr>
              <a:defRPr sz="1600">
                <a:latin typeface="Averta"/>
                <a:cs typeface="Averta"/>
              </a:defRPr>
            </a:lvl4pPr>
            <a:lvl5pPr>
              <a:defRPr sz="1600">
                <a:latin typeface="Averta"/>
                <a:cs typeface="Averta"/>
              </a:defRPr>
            </a:lvl5pPr>
          </a:lstStyle>
          <a:p>
            <a:pPr lvl="0"/>
            <a:r>
              <a:rPr lang="en-US"/>
              <a:t>Description of the picture, photo or icon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1534593" y="1129365"/>
            <a:ext cx="2969683" cy="4081387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333" baseline="0">
                <a:solidFill>
                  <a:schemeClr val="accent1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Add picture here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5348450" y="5363499"/>
            <a:ext cx="2201335" cy="282312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indent="0" algn="r">
              <a:buNone/>
              <a:defRPr sz="1067" b="1" i="0" cap="all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Sub header</a:t>
            </a:r>
            <a:endParaRPr lang="en-US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4580646" y="5645818"/>
            <a:ext cx="2969140" cy="303465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marR="0" indent="0" algn="r" defTabSz="6088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33" b="0" baseline="0">
                <a:solidFill>
                  <a:srgbClr val="414448"/>
                </a:solidFill>
                <a:latin typeface="+mn-lt"/>
                <a:cs typeface="VW Head Office" panose="020B0504040200000003" pitchFamily="34" charset="0"/>
              </a:defRPr>
            </a:lvl1pPr>
            <a:lvl2pPr>
              <a:defRPr sz="1600">
                <a:latin typeface="Averta"/>
                <a:cs typeface="Averta"/>
              </a:defRPr>
            </a:lvl2pPr>
            <a:lvl3pPr>
              <a:defRPr sz="1600">
                <a:latin typeface="Averta"/>
                <a:cs typeface="Averta"/>
              </a:defRPr>
            </a:lvl3pPr>
            <a:lvl4pPr>
              <a:defRPr sz="1600">
                <a:latin typeface="Averta"/>
                <a:cs typeface="Averta"/>
              </a:defRPr>
            </a:lvl4pPr>
            <a:lvl5pPr>
              <a:defRPr sz="1600">
                <a:latin typeface="Averta"/>
                <a:cs typeface="Averta"/>
              </a:defRPr>
            </a:lvl5pPr>
          </a:lstStyle>
          <a:p>
            <a:pPr lvl="0"/>
            <a:r>
              <a:rPr lang="en-US"/>
              <a:t>Description of the picture, photo or icon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9" hasCustomPrompt="1"/>
          </p:nvPr>
        </p:nvSpPr>
        <p:spPr>
          <a:xfrm>
            <a:off x="4627745" y="1129365"/>
            <a:ext cx="2969683" cy="4081387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333" baseline="0">
                <a:solidFill>
                  <a:srgbClr val="5B1B77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Add picture here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19027" y="5363499"/>
            <a:ext cx="2201335" cy="282312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indent="0" algn="r">
              <a:buNone/>
              <a:defRPr sz="1067" b="1" i="0" cap="all" baseline="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Sub header</a:t>
            </a:r>
            <a:endParaRPr lang="en-US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7651222" y="5645818"/>
            <a:ext cx="2969140" cy="303465"/>
          </a:xfrm>
          <a:prstGeom prst="rect">
            <a:avLst/>
          </a:prstGeom>
        </p:spPr>
        <p:txBody>
          <a:bodyPr vert="horz" lIns="68564" tIns="34283" rIns="68564" bIns="34283"/>
          <a:lstStyle>
            <a:lvl1pPr marL="0" marR="0" indent="0" algn="r" defTabSz="6088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933" b="0" baseline="0">
                <a:solidFill>
                  <a:srgbClr val="414448"/>
                </a:solidFill>
                <a:latin typeface="+mn-lt"/>
                <a:cs typeface="VW Head Office" panose="020B0504040200000003" pitchFamily="34" charset="0"/>
              </a:defRPr>
            </a:lvl1pPr>
            <a:lvl2pPr>
              <a:defRPr sz="1600">
                <a:latin typeface="Averta"/>
                <a:cs typeface="Averta"/>
              </a:defRPr>
            </a:lvl2pPr>
            <a:lvl3pPr>
              <a:defRPr sz="1600">
                <a:latin typeface="Averta"/>
                <a:cs typeface="Averta"/>
              </a:defRPr>
            </a:lvl3pPr>
            <a:lvl4pPr>
              <a:defRPr sz="1600">
                <a:latin typeface="Averta"/>
                <a:cs typeface="Averta"/>
              </a:defRPr>
            </a:lvl4pPr>
            <a:lvl5pPr>
              <a:defRPr sz="1600">
                <a:latin typeface="Averta"/>
                <a:cs typeface="Averta"/>
              </a:defRPr>
            </a:lvl5pPr>
          </a:lstStyle>
          <a:p>
            <a:pPr lvl="0"/>
            <a:r>
              <a:rPr lang="en-US"/>
              <a:t>Description of the picture, photo or icon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7698325" y="1129365"/>
            <a:ext cx="2969683" cy="4081387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333" baseline="0">
                <a:solidFill>
                  <a:srgbClr val="5B1B77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Add picture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07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87269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619139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58797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200165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339823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479481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8984555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10381139" y="1547005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587269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618823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758481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199849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339507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479165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6"/>
          </p:nvPr>
        </p:nvSpPr>
        <p:spPr>
          <a:xfrm>
            <a:off x="8981397" y="2461273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58726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617358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757016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98384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338042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33"/>
          </p:nvPr>
        </p:nvSpPr>
        <p:spPr>
          <a:xfrm>
            <a:off x="477700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34"/>
          </p:nvPr>
        </p:nvSpPr>
        <p:spPr>
          <a:xfrm>
            <a:off x="8966749" y="3375541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Picture Placeholder 4"/>
          <p:cNvSpPr>
            <a:spLocks noGrp="1"/>
          </p:cNvSpPr>
          <p:nvPr>
            <p:ph type="pic" sz="quarter" idx="36"/>
          </p:nvPr>
        </p:nvSpPr>
        <p:spPr>
          <a:xfrm>
            <a:off x="58726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Picture Placeholder 4"/>
          <p:cNvSpPr>
            <a:spLocks noGrp="1"/>
          </p:cNvSpPr>
          <p:nvPr>
            <p:ph type="pic" sz="quarter" idx="37"/>
          </p:nvPr>
        </p:nvSpPr>
        <p:spPr>
          <a:xfrm>
            <a:off x="617358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Picture Placeholder 4"/>
          <p:cNvSpPr>
            <a:spLocks noGrp="1"/>
          </p:cNvSpPr>
          <p:nvPr>
            <p:ph type="pic" sz="quarter" idx="38"/>
          </p:nvPr>
        </p:nvSpPr>
        <p:spPr>
          <a:xfrm>
            <a:off x="757016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Picture Placeholder 4"/>
          <p:cNvSpPr>
            <a:spLocks noGrp="1"/>
          </p:cNvSpPr>
          <p:nvPr>
            <p:ph type="pic" sz="quarter" idx="40"/>
          </p:nvPr>
        </p:nvSpPr>
        <p:spPr>
          <a:xfrm>
            <a:off x="338042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0" name="Picture Placeholder 4"/>
          <p:cNvSpPr>
            <a:spLocks noGrp="1"/>
          </p:cNvSpPr>
          <p:nvPr>
            <p:ph type="pic" sz="quarter" idx="41"/>
          </p:nvPr>
        </p:nvSpPr>
        <p:spPr>
          <a:xfrm>
            <a:off x="477700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42"/>
          </p:nvPr>
        </p:nvSpPr>
        <p:spPr>
          <a:xfrm>
            <a:off x="8966749" y="4289809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3" name="Picture Placeholder 4"/>
          <p:cNvSpPr>
            <a:spLocks noGrp="1"/>
          </p:cNvSpPr>
          <p:nvPr>
            <p:ph type="pic" sz="quarter" idx="44"/>
          </p:nvPr>
        </p:nvSpPr>
        <p:spPr>
          <a:xfrm>
            <a:off x="587269" y="5204076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4" name="Picture Placeholder 4"/>
          <p:cNvSpPr>
            <a:spLocks noGrp="1"/>
          </p:cNvSpPr>
          <p:nvPr>
            <p:ph type="pic" sz="quarter" idx="45"/>
          </p:nvPr>
        </p:nvSpPr>
        <p:spPr>
          <a:xfrm>
            <a:off x="6190873" y="5204076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5" name="Picture Placeholder 4"/>
          <p:cNvSpPr>
            <a:spLocks noGrp="1"/>
          </p:cNvSpPr>
          <p:nvPr>
            <p:ph type="pic" sz="quarter" idx="46"/>
          </p:nvPr>
        </p:nvSpPr>
        <p:spPr>
          <a:xfrm>
            <a:off x="7587453" y="5204076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7" name="Picture Placeholder 4"/>
          <p:cNvSpPr>
            <a:spLocks noGrp="1"/>
          </p:cNvSpPr>
          <p:nvPr>
            <p:ph type="pic" sz="quarter" idx="48"/>
          </p:nvPr>
        </p:nvSpPr>
        <p:spPr>
          <a:xfrm>
            <a:off x="3397713" y="5204076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8" name="Picture Placeholder 4"/>
          <p:cNvSpPr>
            <a:spLocks noGrp="1"/>
          </p:cNvSpPr>
          <p:nvPr>
            <p:ph type="pic" sz="quarter" idx="49"/>
          </p:nvPr>
        </p:nvSpPr>
        <p:spPr>
          <a:xfrm>
            <a:off x="4794293" y="5204076"/>
            <a:ext cx="1260000" cy="709200"/>
          </a:xfr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6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82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895" y="2108743"/>
            <a:ext cx="8204391" cy="2521960"/>
          </a:xfrm>
        </p:spPr>
        <p:txBody>
          <a:bodyPr lIns="144000" tIns="108000" rIns="144000" bIns="108000" anchor="ctr" anchorCtr="0"/>
          <a:lstStyle>
            <a:lvl1pPr>
              <a:lnSpc>
                <a:spcPct val="75000"/>
              </a:lnSpc>
              <a:defRPr sz="9600"/>
            </a:lvl1pPr>
          </a:lstStyle>
          <a:p>
            <a:r>
              <a:rPr lang="en-US"/>
              <a:t>Edit</a:t>
            </a:r>
            <a:endParaRPr lang="en-GB"/>
          </a:p>
        </p:txBody>
      </p:sp>
      <p:sp>
        <p:nvSpPr>
          <p:cNvPr id="11" name="Text Placeholder 16"/>
          <p:cNvSpPr>
            <a:spLocks noGrp="1" noChangeAspect="1"/>
          </p:cNvSpPr>
          <p:nvPr>
            <p:ph type="body" sz="quarter" idx="12"/>
          </p:nvPr>
        </p:nvSpPr>
        <p:spPr>
          <a:xfrm rot="5400000">
            <a:off x="1991544" y="1340743"/>
            <a:ext cx="768000" cy="76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 noChangeAspect="1"/>
          </p:cNvSpPr>
          <p:nvPr>
            <p:ph type="body" sz="quarter" idx="13"/>
          </p:nvPr>
        </p:nvSpPr>
        <p:spPr>
          <a:xfrm rot="16200000">
            <a:off x="9844303" y="4523249"/>
            <a:ext cx="768000" cy="76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" y="284173"/>
            <a:ext cx="4977636" cy="944192"/>
          </a:xfrm>
        </p:spPr>
        <p:txBody>
          <a:bodyPr lIns="216000"/>
          <a:lstStyle>
            <a:lvl1pPr marL="0" indent="0">
              <a:buNone/>
              <a:defRPr sz="1067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92000" y="777600"/>
            <a:ext cx="768000" cy="504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72E3EE9-3C81-40AC-9504-2F5EFE0BD7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4619" y="5456767"/>
            <a:ext cx="767685" cy="442384"/>
          </a:xfrm>
        </p:spPr>
        <p:txBody>
          <a:bodyPr/>
          <a:lstStyle>
            <a:lvl1pPr algn="r">
              <a:defRPr sz="1333"/>
            </a:lvl1pPr>
          </a:lstStyle>
          <a:p>
            <a:pPr lvl="0"/>
            <a:r>
              <a:rPr lang="en-US"/>
              <a:t>for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A4F45-D181-411E-B08A-690FC6353271}"/>
              </a:ext>
            </a:extLst>
          </p:cNvPr>
          <p:cNvSpPr txBox="1"/>
          <p:nvPr userDrawn="1"/>
        </p:nvSpPr>
        <p:spPr>
          <a:xfrm>
            <a:off x="12288687" y="0"/>
            <a:ext cx="2304256" cy="25144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en-GB" sz="1067"/>
              <a:t>To place an image in the background click on the image icon, choose an image from file and then ‘send image to back’ by right clicking on it.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Or just copy and paste image onto slide and ‘send to back’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If any elements on the slide are deleted or moved click ‘RESET’ to put them back in place (found in the HOME tab, SLIDES section</a:t>
            </a:r>
          </a:p>
          <a:p>
            <a:pPr algn="l"/>
            <a:endParaRPr lang="en-GB" sz="186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3524A7-7ADE-4D02-9913-3603217F1B79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D91BA84-B05F-485A-949E-56871F99DA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3E4043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3D0692D-A36B-430F-9DB7-D43A85DF5F3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C35C81C-D47B-46DC-9D6D-6B261AE24C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273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with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16"/>
          <p:cNvSpPr>
            <a:spLocks noGrp="1" noChangeAspect="1"/>
          </p:cNvSpPr>
          <p:nvPr>
            <p:ph type="body" sz="quarter" idx="12"/>
          </p:nvPr>
        </p:nvSpPr>
        <p:spPr>
          <a:xfrm rot="5400000">
            <a:off x="1991544" y="1340743"/>
            <a:ext cx="768000" cy="76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6"/>
          <p:cNvSpPr>
            <a:spLocks noGrp="1" noChangeAspect="1"/>
          </p:cNvSpPr>
          <p:nvPr>
            <p:ph type="body" sz="quarter" idx="13"/>
          </p:nvPr>
        </p:nvSpPr>
        <p:spPr>
          <a:xfrm rot="16200000">
            <a:off x="9844303" y="4523249"/>
            <a:ext cx="768000" cy="76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" y="284173"/>
            <a:ext cx="4977636" cy="944192"/>
          </a:xfrm>
        </p:spPr>
        <p:txBody>
          <a:bodyPr lIns="216000"/>
          <a:lstStyle>
            <a:lvl1pPr marL="0" indent="0">
              <a:buNone/>
              <a:defRPr sz="1067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92000" y="777600"/>
            <a:ext cx="768000" cy="5040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90895" y="2108743"/>
            <a:ext cx="8204391" cy="2521960"/>
          </a:xfrm>
        </p:spPr>
        <p:txBody>
          <a:bodyPr lIns="144000" tIns="108000" rIns="144000" bIns="108000" anchor="ctr" anchorCtr="0"/>
          <a:lstStyle>
            <a:lvl1pPr>
              <a:lnSpc>
                <a:spcPct val="75000"/>
              </a:lnSpc>
              <a:defRPr sz="9600"/>
            </a:lvl1pPr>
          </a:lstStyle>
          <a:p>
            <a:r>
              <a:rPr lang="en-GB"/>
              <a:t>Edit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5184B97-BF9B-481E-8930-DD12080C72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4619" y="5456767"/>
            <a:ext cx="767685" cy="442384"/>
          </a:xfrm>
        </p:spPr>
        <p:txBody>
          <a:bodyPr/>
          <a:lstStyle>
            <a:lvl1pPr algn="r">
              <a:defRPr sz="1333"/>
            </a:lvl1pPr>
          </a:lstStyle>
          <a:p>
            <a:pPr lvl="0"/>
            <a:r>
              <a:rPr lang="en-US"/>
              <a:t>for</a:t>
            </a:r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75472-114F-492A-970E-2B9447E67004}"/>
              </a:ext>
            </a:extLst>
          </p:cNvPr>
          <p:cNvSpPr txBox="1"/>
          <p:nvPr userDrawn="1"/>
        </p:nvSpPr>
        <p:spPr>
          <a:xfrm>
            <a:off x="12288687" y="0"/>
            <a:ext cx="2304256" cy="25144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en-GB" sz="1067"/>
              <a:t>To place an image in the background click on the image icon, choose an image from file and then ‘send image to back’ by right clicking on it.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Or just copy and paste image onto slide and ‘send to back’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If any elements on the slide are deleted or moved click ‘RESET’ to put them back in place (found in the HOME tab, SLIDES section</a:t>
            </a:r>
          </a:p>
          <a:p>
            <a:pPr algn="l"/>
            <a:endParaRPr lang="en-GB" sz="1867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CB8943-8190-4AE5-87FD-DF39EE8BBBF1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2006C1FA-4B90-4EA3-9518-ED9BD991A4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909F1493-CF6B-4605-AA53-D38FECA60D1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1917D43-A81B-4729-9D87-7FA4217F73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123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992000" y="1324800"/>
            <a:ext cx="8611200" cy="39744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" y="284173"/>
            <a:ext cx="4977636" cy="944192"/>
          </a:xfrm>
        </p:spPr>
        <p:txBody>
          <a:bodyPr lIns="216000"/>
          <a:lstStyle>
            <a:lvl1pPr marL="0" indent="0">
              <a:buNone/>
              <a:defRPr sz="1067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92000" y="777600"/>
            <a:ext cx="768000" cy="504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346C9F4-9F27-4490-BC1E-5617B11C15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4619" y="5456767"/>
            <a:ext cx="767685" cy="442384"/>
          </a:xfrm>
        </p:spPr>
        <p:txBody>
          <a:bodyPr/>
          <a:lstStyle>
            <a:lvl1pPr algn="r">
              <a:defRPr sz="1333"/>
            </a:lvl1pPr>
          </a:lstStyle>
          <a:p>
            <a:pPr lvl="0"/>
            <a:r>
              <a:rPr lang="en-US"/>
              <a:t>for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75FD83-6A71-42FE-B22E-CB2C0EB0CCA4}"/>
              </a:ext>
            </a:extLst>
          </p:cNvPr>
          <p:cNvSpPr txBox="1"/>
          <p:nvPr userDrawn="1"/>
        </p:nvSpPr>
        <p:spPr>
          <a:xfrm>
            <a:off x="12288687" y="0"/>
            <a:ext cx="2304256" cy="25144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en-GB" sz="1067"/>
              <a:t>To place an image in the background click on the image icon, choose an image from file and then ‘send image to back’ by right clicking on it.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Or just copy and paste image onto slide and ‘send to back’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If any elements on the slide are deleted or moved click ‘RESET’ to put them back in place (found in the HOME tab, SLIDES section</a:t>
            </a:r>
          </a:p>
          <a:p>
            <a:pPr algn="l"/>
            <a:endParaRPr lang="en-GB" sz="1867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017BE1-B88A-4425-8055-5832A4475BD7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AFC26AB-DB65-4897-9530-F3B044CF9E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DA1639E0-F604-418F-B3A7-A6EBDBAF98E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E4A6B09-DEC0-409B-9F39-6981D2F7B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9106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171200" y="1454400"/>
            <a:ext cx="9844800" cy="39504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" y="284173"/>
            <a:ext cx="4977636" cy="944192"/>
          </a:xfrm>
        </p:spPr>
        <p:txBody>
          <a:bodyPr lIns="216000"/>
          <a:lstStyle>
            <a:lvl1pPr marL="0" indent="0">
              <a:buNone/>
              <a:defRPr sz="1067" b="0" cap="all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169040" y="777600"/>
            <a:ext cx="768000" cy="5040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buFontTx/>
              <a:buNone/>
              <a:defRPr sz="133">
                <a:noFill/>
              </a:defRPr>
            </a:lvl1pPr>
            <a:lvl2pPr>
              <a:buFontTx/>
              <a:buNone/>
              <a:defRPr sz="133">
                <a:noFill/>
              </a:defRPr>
            </a:lvl2pPr>
            <a:lvl3pPr marL="211656" indent="0">
              <a:buFontTx/>
              <a:buNone/>
              <a:defRPr sz="133">
                <a:noFill/>
              </a:defRPr>
            </a:lvl3pPr>
            <a:lvl4pPr marL="476225" indent="0">
              <a:buFontTx/>
              <a:buNone/>
              <a:defRPr sz="133">
                <a:noFill/>
              </a:defRPr>
            </a:lvl4pPr>
            <a:lvl5pPr marL="732330" indent="0">
              <a:buFontTx/>
              <a:buNone/>
              <a:defRPr sz="133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FA107ED-65C4-461E-8957-D0AF31855F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8316" y="5456767"/>
            <a:ext cx="767685" cy="442384"/>
          </a:xfrm>
        </p:spPr>
        <p:txBody>
          <a:bodyPr/>
          <a:lstStyle>
            <a:lvl1pPr algn="r">
              <a:defRPr sz="1333"/>
            </a:lvl1pPr>
          </a:lstStyle>
          <a:p>
            <a:pPr lvl="0"/>
            <a:r>
              <a:rPr lang="en-US"/>
              <a:t>for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CF3A08-46B9-411A-8B07-F5D51E8CCBC1}"/>
              </a:ext>
            </a:extLst>
          </p:cNvPr>
          <p:cNvSpPr txBox="1"/>
          <p:nvPr userDrawn="1"/>
        </p:nvSpPr>
        <p:spPr>
          <a:xfrm>
            <a:off x="12288687" y="0"/>
            <a:ext cx="2304256" cy="25144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en-GB" sz="1067"/>
              <a:t>To place an image in the background click on the image icon, choose an image from file and then ‘send image to back’ by right clicking on it.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Or just copy and paste image onto slide and ‘send to back’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If any elements on the slide are deleted or moved click ‘RESET’ to put them back in place (found in the HOME tab, SLIDES section</a:t>
            </a:r>
          </a:p>
          <a:p>
            <a:pPr algn="l"/>
            <a:endParaRPr lang="en-GB" sz="186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DFA33B-4CA8-4237-9063-29280C6486D7}"/>
              </a:ext>
            </a:extLst>
          </p:cNvPr>
          <p:cNvGrpSpPr/>
          <p:nvPr userDrawn="1"/>
        </p:nvGrpSpPr>
        <p:grpSpPr>
          <a:xfrm>
            <a:off x="302885" y="6196364"/>
            <a:ext cx="1821699" cy="450877"/>
            <a:chOff x="227164" y="4647273"/>
            <a:chExt cx="1366274" cy="33815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B743A3B-C668-4AF4-A25B-4A0A9426F5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7164" y="4694447"/>
              <a:ext cx="370170" cy="243810"/>
            </a:xfrm>
            <a:custGeom>
              <a:avLst/>
              <a:gdLst>
                <a:gd name="T0" fmla="*/ 846 w 914"/>
                <a:gd name="T1" fmla="*/ 52 h 602"/>
                <a:gd name="T2" fmla="*/ 858 w 914"/>
                <a:gd name="T3" fmla="*/ 70 h 602"/>
                <a:gd name="T4" fmla="*/ 850 w 914"/>
                <a:gd name="T5" fmla="*/ 126 h 602"/>
                <a:gd name="T6" fmla="*/ 814 w 914"/>
                <a:gd name="T7" fmla="*/ 180 h 602"/>
                <a:gd name="T8" fmla="*/ 830 w 914"/>
                <a:gd name="T9" fmla="*/ 64 h 602"/>
                <a:gd name="T10" fmla="*/ 680 w 914"/>
                <a:gd name="T11" fmla="*/ 430 h 602"/>
                <a:gd name="T12" fmla="*/ 626 w 914"/>
                <a:gd name="T13" fmla="*/ 386 h 602"/>
                <a:gd name="T14" fmla="*/ 626 w 914"/>
                <a:gd name="T15" fmla="*/ 318 h 602"/>
                <a:gd name="T16" fmla="*/ 678 w 914"/>
                <a:gd name="T17" fmla="*/ 270 h 602"/>
                <a:gd name="T18" fmla="*/ 734 w 914"/>
                <a:gd name="T19" fmla="*/ 280 h 602"/>
                <a:gd name="T20" fmla="*/ 770 w 914"/>
                <a:gd name="T21" fmla="*/ 350 h 602"/>
                <a:gd name="T22" fmla="*/ 746 w 914"/>
                <a:gd name="T23" fmla="*/ 410 h 602"/>
                <a:gd name="T24" fmla="*/ 148 w 914"/>
                <a:gd name="T25" fmla="*/ 432 h 602"/>
                <a:gd name="T26" fmla="*/ 96 w 914"/>
                <a:gd name="T27" fmla="*/ 408 h 602"/>
                <a:gd name="T28" fmla="*/ 74 w 914"/>
                <a:gd name="T29" fmla="*/ 350 h 602"/>
                <a:gd name="T30" fmla="*/ 106 w 914"/>
                <a:gd name="T31" fmla="*/ 282 h 602"/>
                <a:gd name="T32" fmla="*/ 164 w 914"/>
                <a:gd name="T33" fmla="*/ 270 h 602"/>
                <a:gd name="T34" fmla="*/ 218 w 914"/>
                <a:gd name="T35" fmla="*/ 322 h 602"/>
                <a:gd name="T36" fmla="*/ 218 w 914"/>
                <a:gd name="T37" fmla="*/ 384 h 602"/>
                <a:gd name="T38" fmla="*/ 164 w 914"/>
                <a:gd name="T39" fmla="*/ 430 h 602"/>
                <a:gd name="T40" fmla="*/ 880 w 914"/>
                <a:gd name="T41" fmla="*/ 428 h 602"/>
                <a:gd name="T42" fmla="*/ 850 w 914"/>
                <a:gd name="T43" fmla="*/ 378 h 602"/>
                <a:gd name="T44" fmla="*/ 876 w 914"/>
                <a:gd name="T45" fmla="*/ 258 h 602"/>
                <a:gd name="T46" fmla="*/ 900 w 914"/>
                <a:gd name="T47" fmla="*/ 158 h 602"/>
                <a:gd name="T48" fmla="*/ 894 w 914"/>
                <a:gd name="T49" fmla="*/ 46 h 602"/>
                <a:gd name="T50" fmla="*/ 862 w 914"/>
                <a:gd name="T51" fmla="*/ 6 h 602"/>
                <a:gd name="T52" fmla="*/ 820 w 914"/>
                <a:gd name="T53" fmla="*/ 6 h 602"/>
                <a:gd name="T54" fmla="*/ 788 w 914"/>
                <a:gd name="T55" fmla="*/ 34 h 602"/>
                <a:gd name="T56" fmla="*/ 756 w 914"/>
                <a:gd name="T57" fmla="*/ 132 h 602"/>
                <a:gd name="T58" fmla="*/ 754 w 914"/>
                <a:gd name="T59" fmla="*/ 220 h 602"/>
                <a:gd name="T60" fmla="*/ 684 w 914"/>
                <a:gd name="T61" fmla="*/ 200 h 602"/>
                <a:gd name="T62" fmla="*/ 592 w 914"/>
                <a:gd name="T63" fmla="*/ 234 h 602"/>
                <a:gd name="T64" fmla="*/ 556 w 914"/>
                <a:gd name="T65" fmla="*/ 284 h 602"/>
                <a:gd name="T66" fmla="*/ 542 w 914"/>
                <a:gd name="T67" fmla="*/ 248 h 602"/>
                <a:gd name="T68" fmla="*/ 476 w 914"/>
                <a:gd name="T69" fmla="*/ 200 h 602"/>
                <a:gd name="T70" fmla="*/ 428 w 914"/>
                <a:gd name="T71" fmla="*/ 202 h 602"/>
                <a:gd name="T72" fmla="*/ 288 w 914"/>
                <a:gd name="T73" fmla="*/ 100 h 602"/>
                <a:gd name="T74" fmla="*/ 252 w 914"/>
                <a:gd name="T75" fmla="*/ 228 h 602"/>
                <a:gd name="T76" fmla="*/ 162 w 914"/>
                <a:gd name="T77" fmla="*/ 198 h 602"/>
                <a:gd name="T78" fmla="*/ 114 w 914"/>
                <a:gd name="T79" fmla="*/ 208 h 602"/>
                <a:gd name="T80" fmla="*/ 74 w 914"/>
                <a:gd name="T81" fmla="*/ 204 h 602"/>
                <a:gd name="T82" fmla="*/ 74 w 914"/>
                <a:gd name="T83" fmla="*/ 466 h 602"/>
                <a:gd name="T84" fmla="*/ 162 w 914"/>
                <a:gd name="T85" fmla="*/ 500 h 602"/>
                <a:gd name="T86" fmla="*/ 254 w 914"/>
                <a:gd name="T87" fmla="*/ 468 h 602"/>
                <a:gd name="T88" fmla="*/ 366 w 914"/>
                <a:gd name="T89" fmla="*/ 492 h 602"/>
                <a:gd name="T90" fmla="*/ 368 w 914"/>
                <a:gd name="T91" fmla="*/ 308 h 602"/>
                <a:gd name="T92" fmla="*/ 402 w 914"/>
                <a:gd name="T93" fmla="*/ 278 h 602"/>
                <a:gd name="T94" fmla="*/ 452 w 914"/>
                <a:gd name="T95" fmla="*/ 270 h 602"/>
                <a:gd name="T96" fmla="*/ 482 w 914"/>
                <a:gd name="T97" fmla="*/ 306 h 602"/>
                <a:gd name="T98" fmla="*/ 562 w 914"/>
                <a:gd name="T99" fmla="*/ 428 h 602"/>
                <a:gd name="T100" fmla="*/ 584 w 914"/>
                <a:gd name="T101" fmla="*/ 460 h 602"/>
                <a:gd name="T102" fmla="*/ 664 w 914"/>
                <a:gd name="T103" fmla="*/ 500 h 602"/>
                <a:gd name="T104" fmla="*/ 732 w 914"/>
                <a:gd name="T105" fmla="*/ 492 h 602"/>
                <a:gd name="T106" fmla="*/ 800 w 914"/>
                <a:gd name="T107" fmla="*/ 452 h 602"/>
                <a:gd name="T108" fmla="*/ 848 w 914"/>
                <a:gd name="T109" fmla="*/ 490 h 602"/>
                <a:gd name="T110" fmla="*/ 914 w 914"/>
                <a:gd name="T111" fmla="*/ 43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14" h="602">
                  <a:moveTo>
                    <a:pt x="838" y="54"/>
                  </a:moveTo>
                  <a:lnTo>
                    <a:pt x="838" y="54"/>
                  </a:lnTo>
                  <a:lnTo>
                    <a:pt x="842" y="54"/>
                  </a:lnTo>
                  <a:lnTo>
                    <a:pt x="846" y="52"/>
                  </a:lnTo>
                  <a:lnTo>
                    <a:pt x="846" y="52"/>
                  </a:lnTo>
                  <a:lnTo>
                    <a:pt x="850" y="54"/>
                  </a:lnTo>
                  <a:lnTo>
                    <a:pt x="852" y="54"/>
                  </a:lnTo>
                  <a:lnTo>
                    <a:pt x="852" y="54"/>
                  </a:lnTo>
                  <a:lnTo>
                    <a:pt x="856" y="60"/>
                  </a:lnTo>
                  <a:lnTo>
                    <a:pt x="858" y="70"/>
                  </a:lnTo>
                  <a:lnTo>
                    <a:pt x="858" y="80"/>
                  </a:lnTo>
                  <a:lnTo>
                    <a:pt x="858" y="92"/>
                  </a:lnTo>
                  <a:lnTo>
                    <a:pt x="854" y="108"/>
                  </a:lnTo>
                  <a:lnTo>
                    <a:pt x="850" y="126"/>
                  </a:lnTo>
                  <a:lnTo>
                    <a:pt x="850" y="126"/>
                  </a:lnTo>
                  <a:lnTo>
                    <a:pt x="832" y="186"/>
                  </a:lnTo>
                  <a:lnTo>
                    <a:pt x="818" y="228"/>
                  </a:lnTo>
                  <a:lnTo>
                    <a:pt x="818" y="228"/>
                  </a:lnTo>
                  <a:lnTo>
                    <a:pt x="816" y="206"/>
                  </a:lnTo>
                  <a:lnTo>
                    <a:pt x="814" y="180"/>
                  </a:lnTo>
                  <a:lnTo>
                    <a:pt x="814" y="152"/>
                  </a:lnTo>
                  <a:lnTo>
                    <a:pt x="816" y="126"/>
                  </a:lnTo>
                  <a:lnTo>
                    <a:pt x="820" y="100"/>
                  </a:lnTo>
                  <a:lnTo>
                    <a:pt x="824" y="80"/>
                  </a:lnTo>
                  <a:lnTo>
                    <a:pt x="830" y="64"/>
                  </a:lnTo>
                  <a:lnTo>
                    <a:pt x="834" y="58"/>
                  </a:lnTo>
                  <a:lnTo>
                    <a:pt x="838" y="54"/>
                  </a:lnTo>
                  <a:close/>
                  <a:moveTo>
                    <a:pt x="694" y="432"/>
                  </a:moveTo>
                  <a:lnTo>
                    <a:pt x="694" y="432"/>
                  </a:lnTo>
                  <a:lnTo>
                    <a:pt x="680" y="430"/>
                  </a:lnTo>
                  <a:lnTo>
                    <a:pt x="666" y="426"/>
                  </a:lnTo>
                  <a:lnTo>
                    <a:pt x="654" y="420"/>
                  </a:lnTo>
                  <a:lnTo>
                    <a:pt x="642" y="410"/>
                  </a:lnTo>
                  <a:lnTo>
                    <a:pt x="634" y="400"/>
                  </a:lnTo>
                  <a:lnTo>
                    <a:pt x="626" y="386"/>
                  </a:lnTo>
                  <a:lnTo>
                    <a:pt x="622" y="370"/>
                  </a:lnTo>
                  <a:lnTo>
                    <a:pt x="620" y="350"/>
                  </a:lnTo>
                  <a:lnTo>
                    <a:pt x="620" y="350"/>
                  </a:lnTo>
                  <a:lnTo>
                    <a:pt x="622" y="332"/>
                  </a:lnTo>
                  <a:lnTo>
                    <a:pt x="626" y="318"/>
                  </a:lnTo>
                  <a:lnTo>
                    <a:pt x="632" y="304"/>
                  </a:lnTo>
                  <a:lnTo>
                    <a:pt x="640" y="292"/>
                  </a:lnTo>
                  <a:lnTo>
                    <a:pt x="652" y="282"/>
                  </a:lnTo>
                  <a:lnTo>
                    <a:pt x="664" y="274"/>
                  </a:lnTo>
                  <a:lnTo>
                    <a:pt x="678" y="270"/>
                  </a:lnTo>
                  <a:lnTo>
                    <a:pt x="694" y="268"/>
                  </a:lnTo>
                  <a:lnTo>
                    <a:pt x="694" y="268"/>
                  </a:lnTo>
                  <a:lnTo>
                    <a:pt x="708" y="270"/>
                  </a:lnTo>
                  <a:lnTo>
                    <a:pt x="722" y="274"/>
                  </a:lnTo>
                  <a:lnTo>
                    <a:pt x="734" y="280"/>
                  </a:lnTo>
                  <a:lnTo>
                    <a:pt x="746" y="290"/>
                  </a:lnTo>
                  <a:lnTo>
                    <a:pt x="754" y="302"/>
                  </a:lnTo>
                  <a:lnTo>
                    <a:pt x="762" y="316"/>
                  </a:lnTo>
                  <a:lnTo>
                    <a:pt x="768" y="332"/>
                  </a:lnTo>
                  <a:lnTo>
                    <a:pt x="770" y="350"/>
                  </a:lnTo>
                  <a:lnTo>
                    <a:pt x="770" y="350"/>
                  </a:lnTo>
                  <a:lnTo>
                    <a:pt x="768" y="368"/>
                  </a:lnTo>
                  <a:lnTo>
                    <a:pt x="762" y="386"/>
                  </a:lnTo>
                  <a:lnTo>
                    <a:pt x="754" y="400"/>
                  </a:lnTo>
                  <a:lnTo>
                    <a:pt x="746" y="410"/>
                  </a:lnTo>
                  <a:lnTo>
                    <a:pt x="734" y="420"/>
                  </a:lnTo>
                  <a:lnTo>
                    <a:pt x="722" y="426"/>
                  </a:lnTo>
                  <a:lnTo>
                    <a:pt x="708" y="430"/>
                  </a:lnTo>
                  <a:lnTo>
                    <a:pt x="694" y="432"/>
                  </a:lnTo>
                  <a:close/>
                  <a:moveTo>
                    <a:pt x="148" y="432"/>
                  </a:moveTo>
                  <a:lnTo>
                    <a:pt x="148" y="432"/>
                  </a:lnTo>
                  <a:lnTo>
                    <a:pt x="132" y="430"/>
                  </a:lnTo>
                  <a:lnTo>
                    <a:pt x="118" y="424"/>
                  </a:lnTo>
                  <a:lnTo>
                    <a:pt x="106" y="418"/>
                  </a:lnTo>
                  <a:lnTo>
                    <a:pt x="96" y="408"/>
                  </a:lnTo>
                  <a:lnTo>
                    <a:pt x="86" y="396"/>
                  </a:lnTo>
                  <a:lnTo>
                    <a:pt x="80" y="382"/>
                  </a:lnTo>
                  <a:lnTo>
                    <a:pt x="74" y="366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74" y="334"/>
                  </a:lnTo>
                  <a:lnTo>
                    <a:pt x="78" y="318"/>
                  </a:lnTo>
                  <a:lnTo>
                    <a:pt x="86" y="304"/>
                  </a:lnTo>
                  <a:lnTo>
                    <a:pt x="94" y="292"/>
                  </a:lnTo>
                  <a:lnTo>
                    <a:pt x="106" y="282"/>
                  </a:lnTo>
                  <a:lnTo>
                    <a:pt x="118" y="274"/>
                  </a:lnTo>
                  <a:lnTo>
                    <a:pt x="132" y="270"/>
                  </a:lnTo>
                  <a:lnTo>
                    <a:pt x="148" y="268"/>
                  </a:lnTo>
                  <a:lnTo>
                    <a:pt x="148" y="268"/>
                  </a:lnTo>
                  <a:lnTo>
                    <a:pt x="164" y="270"/>
                  </a:lnTo>
                  <a:lnTo>
                    <a:pt x="180" y="276"/>
                  </a:lnTo>
                  <a:lnTo>
                    <a:pt x="192" y="284"/>
                  </a:lnTo>
                  <a:lnTo>
                    <a:pt x="204" y="294"/>
                  </a:lnTo>
                  <a:lnTo>
                    <a:pt x="212" y="308"/>
                  </a:lnTo>
                  <a:lnTo>
                    <a:pt x="218" y="322"/>
                  </a:lnTo>
                  <a:lnTo>
                    <a:pt x="222" y="336"/>
                  </a:lnTo>
                  <a:lnTo>
                    <a:pt x="222" y="350"/>
                  </a:lnTo>
                  <a:lnTo>
                    <a:pt x="222" y="350"/>
                  </a:lnTo>
                  <a:lnTo>
                    <a:pt x="222" y="368"/>
                  </a:lnTo>
                  <a:lnTo>
                    <a:pt x="218" y="384"/>
                  </a:lnTo>
                  <a:lnTo>
                    <a:pt x="210" y="398"/>
                  </a:lnTo>
                  <a:lnTo>
                    <a:pt x="202" y="408"/>
                  </a:lnTo>
                  <a:lnTo>
                    <a:pt x="190" y="418"/>
                  </a:lnTo>
                  <a:lnTo>
                    <a:pt x="178" y="426"/>
                  </a:lnTo>
                  <a:lnTo>
                    <a:pt x="164" y="430"/>
                  </a:lnTo>
                  <a:lnTo>
                    <a:pt x="148" y="432"/>
                  </a:lnTo>
                  <a:close/>
                  <a:moveTo>
                    <a:pt x="906" y="432"/>
                  </a:moveTo>
                  <a:lnTo>
                    <a:pt x="906" y="432"/>
                  </a:lnTo>
                  <a:lnTo>
                    <a:pt x="892" y="430"/>
                  </a:lnTo>
                  <a:lnTo>
                    <a:pt x="880" y="428"/>
                  </a:lnTo>
                  <a:lnTo>
                    <a:pt x="870" y="422"/>
                  </a:lnTo>
                  <a:lnTo>
                    <a:pt x="862" y="414"/>
                  </a:lnTo>
                  <a:lnTo>
                    <a:pt x="856" y="404"/>
                  </a:lnTo>
                  <a:lnTo>
                    <a:pt x="852" y="392"/>
                  </a:lnTo>
                  <a:lnTo>
                    <a:pt x="850" y="378"/>
                  </a:lnTo>
                  <a:lnTo>
                    <a:pt x="850" y="362"/>
                  </a:lnTo>
                  <a:lnTo>
                    <a:pt x="850" y="362"/>
                  </a:lnTo>
                  <a:lnTo>
                    <a:pt x="852" y="346"/>
                  </a:lnTo>
                  <a:lnTo>
                    <a:pt x="856" y="326"/>
                  </a:lnTo>
                  <a:lnTo>
                    <a:pt x="876" y="258"/>
                  </a:lnTo>
                  <a:lnTo>
                    <a:pt x="876" y="258"/>
                  </a:lnTo>
                  <a:lnTo>
                    <a:pt x="888" y="212"/>
                  </a:lnTo>
                  <a:lnTo>
                    <a:pt x="888" y="212"/>
                  </a:lnTo>
                  <a:lnTo>
                    <a:pt x="896" y="184"/>
                  </a:lnTo>
                  <a:lnTo>
                    <a:pt x="900" y="158"/>
                  </a:lnTo>
                  <a:lnTo>
                    <a:pt x="904" y="132"/>
                  </a:lnTo>
                  <a:lnTo>
                    <a:pt x="904" y="108"/>
                  </a:lnTo>
                  <a:lnTo>
                    <a:pt x="904" y="84"/>
                  </a:lnTo>
                  <a:lnTo>
                    <a:pt x="900" y="64"/>
                  </a:lnTo>
                  <a:lnTo>
                    <a:pt x="894" y="46"/>
                  </a:lnTo>
                  <a:lnTo>
                    <a:pt x="886" y="30"/>
                  </a:lnTo>
                  <a:lnTo>
                    <a:pt x="886" y="30"/>
                  </a:lnTo>
                  <a:lnTo>
                    <a:pt x="880" y="20"/>
                  </a:lnTo>
                  <a:lnTo>
                    <a:pt x="872" y="10"/>
                  </a:lnTo>
                  <a:lnTo>
                    <a:pt x="862" y="6"/>
                  </a:lnTo>
                  <a:lnTo>
                    <a:pt x="852" y="2"/>
                  </a:lnTo>
                  <a:lnTo>
                    <a:pt x="852" y="2"/>
                  </a:lnTo>
                  <a:lnTo>
                    <a:pt x="842" y="0"/>
                  </a:lnTo>
                  <a:lnTo>
                    <a:pt x="832" y="2"/>
                  </a:lnTo>
                  <a:lnTo>
                    <a:pt x="820" y="6"/>
                  </a:lnTo>
                  <a:lnTo>
                    <a:pt x="810" y="12"/>
                  </a:lnTo>
                  <a:lnTo>
                    <a:pt x="810" y="12"/>
                  </a:lnTo>
                  <a:lnTo>
                    <a:pt x="802" y="18"/>
                  </a:lnTo>
                  <a:lnTo>
                    <a:pt x="796" y="24"/>
                  </a:lnTo>
                  <a:lnTo>
                    <a:pt x="788" y="34"/>
                  </a:lnTo>
                  <a:lnTo>
                    <a:pt x="780" y="48"/>
                  </a:lnTo>
                  <a:lnTo>
                    <a:pt x="772" y="64"/>
                  </a:lnTo>
                  <a:lnTo>
                    <a:pt x="766" y="82"/>
                  </a:lnTo>
                  <a:lnTo>
                    <a:pt x="760" y="106"/>
                  </a:lnTo>
                  <a:lnTo>
                    <a:pt x="756" y="132"/>
                  </a:lnTo>
                  <a:lnTo>
                    <a:pt x="756" y="132"/>
                  </a:lnTo>
                  <a:lnTo>
                    <a:pt x="754" y="170"/>
                  </a:lnTo>
                  <a:lnTo>
                    <a:pt x="752" y="196"/>
                  </a:lnTo>
                  <a:lnTo>
                    <a:pt x="754" y="220"/>
                  </a:lnTo>
                  <a:lnTo>
                    <a:pt x="754" y="220"/>
                  </a:lnTo>
                  <a:lnTo>
                    <a:pt x="738" y="212"/>
                  </a:lnTo>
                  <a:lnTo>
                    <a:pt x="720" y="204"/>
                  </a:lnTo>
                  <a:lnTo>
                    <a:pt x="702" y="200"/>
                  </a:lnTo>
                  <a:lnTo>
                    <a:pt x="684" y="200"/>
                  </a:lnTo>
                  <a:lnTo>
                    <a:pt x="684" y="200"/>
                  </a:lnTo>
                  <a:lnTo>
                    <a:pt x="662" y="202"/>
                  </a:lnTo>
                  <a:lnTo>
                    <a:pt x="644" y="206"/>
                  </a:lnTo>
                  <a:lnTo>
                    <a:pt x="624" y="212"/>
                  </a:lnTo>
                  <a:lnTo>
                    <a:pt x="608" y="222"/>
                  </a:lnTo>
                  <a:lnTo>
                    <a:pt x="592" y="234"/>
                  </a:lnTo>
                  <a:lnTo>
                    <a:pt x="578" y="248"/>
                  </a:lnTo>
                  <a:lnTo>
                    <a:pt x="566" y="264"/>
                  </a:lnTo>
                  <a:lnTo>
                    <a:pt x="558" y="282"/>
                  </a:lnTo>
                  <a:lnTo>
                    <a:pt x="558" y="282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6" y="284"/>
                  </a:lnTo>
                  <a:lnTo>
                    <a:pt x="550" y="264"/>
                  </a:lnTo>
                  <a:lnTo>
                    <a:pt x="542" y="248"/>
                  </a:lnTo>
                  <a:lnTo>
                    <a:pt x="532" y="234"/>
                  </a:lnTo>
                  <a:lnTo>
                    <a:pt x="520" y="220"/>
                  </a:lnTo>
                  <a:lnTo>
                    <a:pt x="506" y="212"/>
                  </a:lnTo>
                  <a:lnTo>
                    <a:pt x="492" y="204"/>
                  </a:lnTo>
                  <a:lnTo>
                    <a:pt x="476" y="200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58" y="198"/>
                  </a:lnTo>
                  <a:lnTo>
                    <a:pt x="442" y="200"/>
                  </a:lnTo>
                  <a:lnTo>
                    <a:pt x="428" y="202"/>
                  </a:lnTo>
                  <a:lnTo>
                    <a:pt x="402" y="208"/>
                  </a:lnTo>
                  <a:lnTo>
                    <a:pt x="382" y="216"/>
                  </a:lnTo>
                  <a:lnTo>
                    <a:pt x="366" y="224"/>
                  </a:lnTo>
                  <a:lnTo>
                    <a:pt x="366" y="100"/>
                  </a:lnTo>
                  <a:lnTo>
                    <a:pt x="288" y="100"/>
                  </a:lnTo>
                  <a:lnTo>
                    <a:pt x="288" y="276"/>
                  </a:lnTo>
                  <a:lnTo>
                    <a:pt x="288" y="276"/>
                  </a:lnTo>
                  <a:lnTo>
                    <a:pt x="278" y="258"/>
                  </a:lnTo>
                  <a:lnTo>
                    <a:pt x="266" y="242"/>
                  </a:lnTo>
                  <a:lnTo>
                    <a:pt x="252" y="228"/>
                  </a:lnTo>
                  <a:lnTo>
                    <a:pt x="236" y="218"/>
                  </a:lnTo>
                  <a:lnTo>
                    <a:pt x="218" y="210"/>
                  </a:lnTo>
                  <a:lnTo>
                    <a:pt x="200" y="204"/>
                  </a:lnTo>
                  <a:lnTo>
                    <a:pt x="182" y="200"/>
                  </a:lnTo>
                  <a:lnTo>
                    <a:pt x="162" y="198"/>
                  </a:lnTo>
                  <a:lnTo>
                    <a:pt x="162" y="198"/>
                  </a:lnTo>
                  <a:lnTo>
                    <a:pt x="150" y="198"/>
                  </a:lnTo>
                  <a:lnTo>
                    <a:pt x="138" y="200"/>
                  </a:lnTo>
                  <a:lnTo>
                    <a:pt x="126" y="204"/>
                  </a:lnTo>
                  <a:lnTo>
                    <a:pt x="114" y="208"/>
                  </a:lnTo>
                  <a:lnTo>
                    <a:pt x="104" y="214"/>
                  </a:lnTo>
                  <a:lnTo>
                    <a:pt x="94" y="220"/>
                  </a:lnTo>
                  <a:lnTo>
                    <a:pt x="84" y="228"/>
                  </a:lnTo>
                  <a:lnTo>
                    <a:pt x="74" y="238"/>
                  </a:lnTo>
                  <a:lnTo>
                    <a:pt x="74" y="204"/>
                  </a:lnTo>
                  <a:lnTo>
                    <a:pt x="0" y="204"/>
                  </a:lnTo>
                  <a:lnTo>
                    <a:pt x="0" y="602"/>
                  </a:lnTo>
                  <a:lnTo>
                    <a:pt x="74" y="602"/>
                  </a:lnTo>
                  <a:lnTo>
                    <a:pt x="74" y="466"/>
                  </a:lnTo>
                  <a:lnTo>
                    <a:pt x="74" y="466"/>
                  </a:lnTo>
                  <a:lnTo>
                    <a:pt x="94" y="480"/>
                  </a:lnTo>
                  <a:lnTo>
                    <a:pt x="116" y="492"/>
                  </a:lnTo>
                  <a:lnTo>
                    <a:pt x="138" y="498"/>
                  </a:lnTo>
                  <a:lnTo>
                    <a:pt x="162" y="500"/>
                  </a:lnTo>
                  <a:lnTo>
                    <a:pt x="162" y="500"/>
                  </a:lnTo>
                  <a:lnTo>
                    <a:pt x="184" y="498"/>
                  </a:lnTo>
                  <a:lnTo>
                    <a:pt x="204" y="494"/>
                  </a:lnTo>
                  <a:lnTo>
                    <a:pt x="222" y="488"/>
                  </a:lnTo>
                  <a:lnTo>
                    <a:pt x="238" y="478"/>
                  </a:lnTo>
                  <a:lnTo>
                    <a:pt x="254" y="468"/>
                  </a:lnTo>
                  <a:lnTo>
                    <a:pt x="268" y="454"/>
                  </a:lnTo>
                  <a:lnTo>
                    <a:pt x="278" y="438"/>
                  </a:lnTo>
                  <a:lnTo>
                    <a:pt x="288" y="420"/>
                  </a:lnTo>
                  <a:lnTo>
                    <a:pt x="288" y="492"/>
                  </a:lnTo>
                  <a:lnTo>
                    <a:pt x="366" y="492"/>
                  </a:lnTo>
                  <a:lnTo>
                    <a:pt x="366" y="330"/>
                  </a:lnTo>
                  <a:lnTo>
                    <a:pt x="366" y="330"/>
                  </a:lnTo>
                  <a:lnTo>
                    <a:pt x="366" y="320"/>
                  </a:lnTo>
                  <a:lnTo>
                    <a:pt x="368" y="308"/>
                  </a:lnTo>
                  <a:lnTo>
                    <a:pt x="368" y="308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4" y="288"/>
                  </a:lnTo>
                  <a:lnTo>
                    <a:pt x="392" y="282"/>
                  </a:lnTo>
                  <a:lnTo>
                    <a:pt x="402" y="278"/>
                  </a:lnTo>
                  <a:lnTo>
                    <a:pt x="414" y="272"/>
                  </a:lnTo>
                  <a:lnTo>
                    <a:pt x="426" y="270"/>
                  </a:lnTo>
                  <a:lnTo>
                    <a:pt x="440" y="268"/>
                  </a:lnTo>
                  <a:lnTo>
                    <a:pt x="440" y="268"/>
                  </a:lnTo>
                  <a:lnTo>
                    <a:pt x="452" y="270"/>
                  </a:lnTo>
                  <a:lnTo>
                    <a:pt x="462" y="272"/>
                  </a:lnTo>
                  <a:lnTo>
                    <a:pt x="468" y="278"/>
                  </a:lnTo>
                  <a:lnTo>
                    <a:pt x="474" y="284"/>
                  </a:lnTo>
                  <a:lnTo>
                    <a:pt x="480" y="294"/>
                  </a:lnTo>
                  <a:lnTo>
                    <a:pt x="482" y="306"/>
                  </a:lnTo>
                  <a:lnTo>
                    <a:pt x="484" y="322"/>
                  </a:lnTo>
                  <a:lnTo>
                    <a:pt x="484" y="340"/>
                  </a:lnTo>
                  <a:lnTo>
                    <a:pt x="484" y="492"/>
                  </a:lnTo>
                  <a:lnTo>
                    <a:pt x="562" y="492"/>
                  </a:lnTo>
                  <a:lnTo>
                    <a:pt x="562" y="428"/>
                  </a:lnTo>
                  <a:lnTo>
                    <a:pt x="562" y="428"/>
                  </a:lnTo>
                  <a:lnTo>
                    <a:pt x="564" y="430"/>
                  </a:lnTo>
                  <a:lnTo>
                    <a:pt x="564" y="430"/>
                  </a:lnTo>
                  <a:lnTo>
                    <a:pt x="574" y="444"/>
                  </a:lnTo>
                  <a:lnTo>
                    <a:pt x="584" y="460"/>
                  </a:lnTo>
                  <a:lnTo>
                    <a:pt x="598" y="472"/>
                  </a:lnTo>
                  <a:lnTo>
                    <a:pt x="614" y="482"/>
                  </a:lnTo>
                  <a:lnTo>
                    <a:pt x="630" y="490"/>
                  </a:lnTo>
                  <a:lnTo>
                    <a:pt x="646" y="496"/>
                  </a:lnTo>
                  <a:lnTo>
                    <a:pt x="664" y="500"/>
                  </a:lnTo>
                  <a:lnTo>
                    <a:pt x="684" y="500"/>
                  </a:lnTo>
                  <a:lnTo>
                    <a:pt x="684" y="500"/>
                  </a:lnTo>
                  <a:lnTo>
                    <a:pt x="700" y="500"/>
                  </a:lnTo>
                  <a:lnTo>
                    <a:pt x="716" y="498"/>
                  </a:lnTo>
                  <a:lnTo>
                    <a:pt x="732" y="492"/>
                  </a:lnTo>
                  <a:lnTo>
                    <a:pt x="748" y="488"/>
                  </a:lnTo>
                  <a:lnTo>
                    <a:pt x="762" y="480"/>
                  </a:lnTo>
                  <a:lnTo>
                    <a:pt x="776" y="472"/>
                  </a:lnTo>
                  <a:lnTo>
                    <a:pt x="788" y="462"/>
                  </a:lnTo>
                  <a:lnTo>
                    <a:pt x="800" y="452"/>
                  </a:lnTo>
                  <a:lnTo>
                    <a:pt x="800" y="452"/>
                  </a:lnTo>
                  <a:lnTo>
                    <a:pt x="812" y="468"/>
                  </a:lnTo>
                  <a:lnTo>
                    <a:pt x="822" y="476"/>
                  </a:lnTo>
                  <a:lnTo>
                    <a:pt x="832" y="484"/>
                  </a:lnTo>
                  <a:lnTo>
                    <a:pt x="848" y="490"/>
                  </a:lnTo>
                  <a:lnTo>
                    <a:pt x="864" y="496"/>
                  </a:lnTo>
                  <a:lnTo>
                    <a:pt x="884" y="500"/>
                  </a:lnTo>
                  <a:lnTo>
                    <a:pt x="906" y="502"/>
                  </a:lnTo>
                  <a:lnTo>
                    <a:pt x="914" y="502"/>
                  </a:lnTo>
                  <a:lnTo>
                    <a:pt x="914" y="432"/>
                  </a:lnTo>
                  <a:lnTo>
                    <a:pt x="906" y="43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8F88999A-7767-45CB-9215-FCF4BFB8CCD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tretch>
              <a:fillRect/>
            </a:stretch>
          </p:blipFill>
          <p:spPr bwMode="auto">
            <a:xfrm>
              <a:off x="1255280" y="4647273"/>
              <a:ext cx="338158" cy="338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EE1560F-AEAA-487B-AF33-B39602F16F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757228" y="4647273"/>
              <a:ext cx="338158" cy="3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0753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807" y="2166168"/>
            <a:ext cx="8204391" cy="1832152"/>
          </a:xfrm>
        </p:spPr>
        <p:txBody>
          <a:bodyPr lIns="144000" tIns="108000" rIns="144000" bIns="108000" anchor="ctr" anchorCtr="0"/>
          <a:lstStyle>
            <a:lvl1pPr algn="ctr">
              <a:lnSpc>
                <a:spcPct val="7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6"/>
          <p:cNvSpPr>
            <a:spLocks noGrp="1" noChangeAspect="1"/>
          </p:cNvSpPr>
          <p:nvPr>
            <p:ph type="body" sz="quarter" idx="12"/>
          </p:nvPr>
        </p:nvSpPr>
        <p:spPr>
          <a:xfrm rot="5400000">
            <a:off x="1890664" y="1734168"/>
            <a:ext cx="432000" cy="432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6"/>
          <p:cNvSpPr>
            <a:spLocks noGrp="1" noChangeAspect="1"/>
          </p:cNvSpPr>
          <p:nvPr>
            <p:ph type="body" sz="quarter" idx="13"/>
          </p:nvPr>
        </p:nvSpPr>
        <p:spPr>
          <a:xfrm rot="16200000">
            <a:off x="9902633" y="3988712"/>
            <a:ext cx="432000" cy="432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3808" y="4377431"/>
            <a:ext cx="8204389" cy="944192"/>
          </a:xfrm>
        </p:spPr>
        <p:txBody>
          <a:bodyPr lIns="0"/>
          <a:lstStyle>
            <a:lvl1pPr marL="0" indent="0" algn="ctr">
              <a:buNone/>
              <a:defRPr sz="1867" b="0" cap="none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852530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807" y="2166168"/>
            <a:ext cx="8204391" cy="1836944"/>
          </a:xfrm>
        </p:spPr>
        <p:txBody>
          <a:bodyPr lIns="144000" tIns="108000" rIns="144000" bIns="108000" anchor="ctr" anchorCtr="0"/>
          <a:lstStyle>
            <a:lvl1pPr algn="ctr">
              <a:lnSpc>
                <a:spcPct val="70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6"/>
          <p:cNvSpPr>
            <a:spLocks noGrp="1" noChangeAspect="1"/>
          </p:cNvSpPr>
          <p:nvPr>
            <p:ph type="body" sz="quarter" idx="12"/>
          </p:nvPr>
        </p:nvSpPr>
        <p:spPr>
          <a:xfrm rot="5400000">
            <a:off x="1890664" y="1734168"/>
            <a:ext cx="432000" cy="432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6"/>
          <p:cNvSpPr>
            <a:spLocks noGrp="1" noChangeAspect="1"/>
          </p:cNvSpPr>
          <p:nvPr>
            <p:ph type="body" sz="quarter" idx="13"/>
          </p:nvPr>
        </p:nvSpPr>
        <p:spPr>
          <a:xfrm rot="16200000">
            <a:off x="9902633" y="3988712"/>
            <a:ext cx="432000" cy="432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3808" y="4377431"/>
            <a:ext cx="8204389" cy="944192"/>
          </a:xfrm>
        </p:spPr>
        <p:txBody>
          <a:bodyPr lIns="0"/>
          <a:lstStyle>
            <a:lvl1pPr marL="0" indent="0" algn="ctr">
              <a:buNone/>
              <a:defRPr sz="1867" b="0" cap="none" baseline="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88687" y="1"/>
            <a:ext cx="2304256" cy="235019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place an image in the background click on the image icon, choose an image from file and then ‘send image to back’ by right clicking on it.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Or just copy and paste image onto slide and ‘send to back’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If any elements on the slide are deleted or moved click ‘RESET’ to put them back in place (found in the HOME tab, SLIDES section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73879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16"/>
          <p:cNvSpPr>
            <a:spLocks noGrp="1" noChangeAspect="1"/>
          </p:cNvSpPr>
          <p:nvPr>
            <p:ph type="body" sz="quarter" idx="15"/>
          </p:nvPr>
        </p:nvSpPr>
        <p:spPr>
          <a:xfrm rot="16200000">
            <a:off x="11181697" y="6062812"/>
            <a:ext cx="457648" cy="457648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6"/>
          <p:cNvSpPr>
            <a:spLocks noGrp="1" noChangeAspect="1"/>
          </p:cNvSpPr>
          <p:nvPr>
            <p:ph type="body" sz="quarter" idx="10"/>
          </p:nvPr>
        </p:nvSpPr>
        <p:spPr>
          <a:xfrm rot="5400000">
            <a:off x="307585" y="276020"/>
            <a:ext cx="288000" cy="28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1"/>
          </a:solid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2" y="560768"/>
            <a:ext cx="10287001" cy="1087285"/>
          </a:xfrm>
        </p:spPr>
        <p:txBody>
          <a:bodyPr lIns="144000" tIns="108000" rIns="144000" bIns="108000" anchor="b" anchorCtr="0"/>
          <a:lstStyle>
            <a:lvl1pPr algn="ctr">
              <a:lnSpc>
                <a:spcPct val="85000"/>
              </a:lnSpc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983332"/>
            <a:ext cx="10287000" cy="944192"/>
          </a:xfrm>
        </p:spPr>
        <p:txBody>
          <a:bodyPr lIns="0"/>
          <a:lstStyle>
            <a:lvl1pPr marL="0" indent="0" algn="ctr">
              <a:buNone/>
              <a:defRPr sz="2000" b="0" cap="none" baseline="0">
                <a:solidFill>
                  <a:schemeClr val="tx2"/>
                </a:solidFill>
                <a:latin typeface="+mn-lt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40363" y="1717971"/>
            <a:ext cx="511277" cy="0"/>
          </a:xfrm>
          <a:prstGeom prst="line">
            <a:avLst/>
          </a:prstGeom>
          <a:ln w="190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2F7250-28D4-4D9A-A3DF-4ED7020351D1}"/>
              </a:ext>
            </a:extLst>
          </p:cNvPr>
          <p:cNvSpPr txBox="1"/>
          <p:nvPr/>
        </p:nvSpPr>
        <p:spPr>
          <a:xfrm>
            <a:off x="11641140" y="6317603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6"/>
                </a:solidFill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DFBE0-FC53-4642-B1E5-32B3378C11F1}" type="slidenum">
              <a:rPr kumimoji="0" lang="en-GB" sz="933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W Head Office" panose="020B0504040200000003" pitchFamily="34" charset="0"/>
                <a:sym typeface="Helvetica Light"/>
              </a:rPr>
              <a:pPr marL="0" marR="0" lvl="0" indent="0" algn="l" defTabSz="4127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sym typeface="Helvetica Light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2393932-1318-414B-8592-77CBF9506A4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02885" y="6259263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GB" sz="2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2612A8-9A3E-425B-BC46-D28F88E7E75B}"/>
              </a:ext>
            </a:extLst>
          </p:cNvPr>
          <p:cNvCxnSpPr/>
          <p:nvPr userDrawn="1"/>
        </p:nvCxnSpPr>
        <p:spPr>
          <a:xfrm>
            <a:off x="5840362" y="1717971"/>
            <a:ext cx="511277" cy="0"/>
          </a:xfrm>
          <a:prstGeom prst="line">
            <a:avLst/>
          </a:prstGeom>
          <a:ln w="190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137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ds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2" y="560767"/>
            <a:ext cx="10287001" cy="1087285"/>
          </a:xfrm>
        </p:spPr>
        <p:txBody>
          <a:bodyPr lIns="144000" tIns="108000" rIns="144000" bIns="108000" anchor="b" anchorCtr="0"/>
          <a:lstStyle>
            <a:lvl1pPr algn="ctr">
              <a:lnSpc>
                <a:spcPct val="85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983331"/>
            <a:ext cx="10287000" cy="944192"/>
          </a:xfrm>
        </p:spPr>
        <p:txBody>
          <a:bodyPr lIns="0"/>
          <a:lstStyle>
            <a:lvl1pPr marL="0" indent="0" algn="ctr"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840363" y="1717969"/>
            <a:ext cx="511277" cy="0"/>
          </a:xfrm>
          <a:prstGeom prst="line">
            <a:avLst/>
          </a:prstGeom>
          <a:ln w="190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6"/>
          <p:cNvSpPr>
            <a:spLocks noGrp="1" noChangeAspect="1"/>
          </p:cNvSpPr>
          <p:nvPr>
            <p:ph type="body" sz="quarter" idx="15"/>
          </p:nvPr>
        </p:nvSpPr>
        <p:spPr>
          <a:xfrm rot="16200000">
            <a:off x="11181697" y="6062812"/>
            <a:ext cx="457648" cy="457648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16"/>
          <p:cNvSpPr>
            <a:spLocks noGrp="1" noChangeAspect="1"/>
          </p:cNvSpPr>
          <p:nvPr>
            <p:ph type="body" sz="quarter" idx="10"/>
          </p:nvPr>
        </p:nvSpPr>
        <p:spPr>
          <a:xfrm rot="5400000">
            <a:off x="307585" y="276020"/>
            <a:ext cx="288000" cy="288000"/>
          </a:xfrm>
          <a:prstGeom prst="corner">
            <a:avLst>
              <a:gd name="adj1" fmla="val 25503"/>
              <a:gd name="adj2" fmla="val 25041"/>
            </a:avLst>
          </a:prstGeom>
          <a:solidFill>
            <a:schemeClr val="tx2"/>
          </a:solid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02400" y="6259200"/>
            <a:ext cx="494400" cy="326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44277-A6EB-4288-B142-CED02ECEF8CB}"/>
              </a:ext>
            </a:extLst>
          </p:cNvPr>
          <p:cNvCxnSpPr/>
          <p:nvPr userDrawn="1"/>
        </p:nvCxnSpPr>
        <p:spPr>
          <a:xfrm>
            <a:off x="5840362" y="1717969"/>
            <a:ext cx="511277" cy="0"/>
          </a:xfrm>
          <a:prstGeom prst="line">
            <a:avLst/>
          </a:prstGeom>
          <a:ln w="19050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259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hoto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032053" y="5877272"/>
            <a:ext cx="648072" cy="8640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390654" y="674592"/>
            <a:ext cx="10250487" cy="5706736"/>
          </a:xfrm>
          <a:prstGeom prst="rect">
            <a:avLst/>
          </a:prstGeom>
        </p:spPr>
        <p:txBody>
          <a:bodyPr vert="horz" lIns="68564" tIns="34283" rIns="68564" bIns="34283" anchor="ctr" anchorCtr="0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+mn-lt"/>
                <a:cs typeface="VW Head Office" panose="020B0504040200000003" pitchFamily="34" charset="0"/>
              </a:defRPr>
            </a:lvl1pPr>
          </a:lstStyle>
          <a:p>
            <a:r>
              <a:rPr lang="en-US"/>
              <a:t>Add your picture / photo here</a:t>
            </a:r>
          </a:p>
        </p:txBody>
      </p:sp>
      <p:sp>
        <p:nvSpPr>
          <p:cNvPr id="7" name="L-Shape 6"/>
          <p:cNvSpPr>
            <a:spLocks noChangeAspect="1"/>
          </p:cNvSpPr>
          <p:nvPr/>
        </p:nvSpPr>
        <p:spPr>
          <a:xfrm rot="5400000">
            <a:off x="1159047" y="465007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marL="0" marR="0" lvl="0" indent="0" algn="ctr" defTabSz="6088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858789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1344" y="44624"/>
            <a:ext cx="648072" cy="8640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88688" y="0"/>
            <a:ext cx="2304256" cy="304814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This image is layered with text over the top. 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To replace the image in the background, right click on the right hand side of the image and select “Send to back”.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Delete the existing Cat image and click on the icon in the centre to browse to the image you want to use. Click on</a:t>
            </a:r>
            <a:r>
              <a:rPr kumimoji="0" lang="en-GB" sz="1067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 OPEN.</a:t>
            </a: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67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  <a:p>
            <a:pPr marL="0" marR="0" lvl="0" indent="0" algn="l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This will automatically be placed in front of any objects. Crop the picture as necessary, and then </a:t>
            </a:r>
            <a:r>
              <a:rPr kumimoji="0" lang="en-GB" sz="1067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right click </a:t>
            </a: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and select </a:t>
            </a:r>
            <a:r>
              <a:rPr kumimoji="0" lang="en-GB" sz="1067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send to back </a:t>
            </a:r>
            <a:r>
              <a:rPr kumimoji="0" lang="en-GB" sz="1067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W Head Office" panose="020B0504040200000003" pitchFamily="34" charset="0"/>
                <a:ea typeface="+mn-ea"/>
                <a:cs typeface="+mn-cs"/>
                <a:sym typeface="Helvetica Light"/>
              </a:rPr>
              <a:t>from the dropdown.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7D0FE1-6CEC-446E-A57E-9AA27E97991E}"/>
              </a:ext>
            </a:extLst>
          </p:cNvPr>
          <p:cNvSpPr/>
          <p:nvPr userDrawn="1"/>
        </p:nvSpPr>
        <p:spPr>
          <a:xfrm>
            <a:off x="11136560" y="5877272"/>
            <a:ext cx="648072" cy="8640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C79103BE-D6D4-44B7-9E30-4BF8FB88DC95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1159047" y="465007"/>
            <a:ext cx="362888" cy="363224"/>
          </a:xfrm>
          <a:prstGeom prst="corner">
            <a:avLst>
              <a:gd name="adj1" fmla="val 26665"/>
              <a:gd name="adj2" fmla="val 26362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11" tIns="22856" rIns="45711" bIns="22856" rtlCol="0" anchor="ctr"/>
          <a:lstStyle/>
          <a:p>
            <a:pPr defTabSz="608878" rtl="0"/>
            <a:endParaRPr lang="en-US" sz="2400" kern="1200">
              <a:solidFill>
                <a:srgbClr val="858789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16BDFC-52B3-42D2-9294-63573EA78991}"/>
              </a:ext>
            </a:extLst>
          </p:cNvPr>
          <p:cNvSpPr/>
          <p:nvPr userDrawn="1"/>
        </p:nvSpPr>
        <p:spPr>
          <a:xfrm>
            <a:off x="191344" y="44624"/>
            <a:ext cx="648072" cy="8640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GB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F7E718-406A-4E00-A09E-963B0B203CAE}"/>
              </a:ext>
            </a:extLst>
          </p:cNvPr>
          <p:cNvSpPr txBox="1"/>
          <p:nvPr userDrawn="1"/>
        </p:nvSpPr>
        <p:spPr>
          <a:xfrm>
            <a:off x="12288688" y="1"/>
            <a:ext cx="2304256" cy="304814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l"/>
            <a:r>
              <a:rPr lang="en-GB" sz="1067"/>
              <a:t>This image is layered with text over the top. 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To replace the image in the background, right click on the right hand side of the image and select “Send to back”.</a:t>
            </a:r>
          </a:p>
          <a:p>
            <a:pPr algn="l"/>
            <a:endParaRPr lang="en-GB" sz="1067"/>
          </a:p>
          <a:p>
            <a:pPr algn="l"/>
            <a:r>
              <a:rPr lang="en-GB" sz="1067"/>
              <a:t>Delete the existing Cat image and click on the icon in the centre to browse to the image you want to use. Click on</a:t>
            </a:r>
            <a:r>
              <a:rPr lang="en-GB" sz="1067" b="1"/>
              <a:t> OPEN.</a:t>
            </a:r>
          </a:p>
          <a:p>
            <a:pPr algn="l"/>
            <a:endParaRPr lang="en-GB" sz="1067" b="1"/>
          </a:p>
          <a:p>
            <a:pPr algn="l"/>
            <a:r>
              <a:rPr lang="en-GB" sz="1067"/>
              <a:t>This will automatically be placed in front of any objects.</a:t>
            </a:r>
            <a:r>
              <a:rPr lang="en-GB" sz="1067" baseline="0"/>
              <a:t> </a:t>
            </a:r>
            <a:r>
              <a:rPr lang="en-GB" sz="1067"/>
              <a:t>Crop the picture as necessary, and then </a:t>
            </a:r>
            <a:r>
              <a:rPr lang="en-GB" sz="1067" b="1"/>
              <a:t>right click </a:t>
            </a:r>
            <a:r>
              <a:rPr lang="en-GB" sz="1067"/>
              <a:t>and select </a:t>
            </a:r>
            <a:r>
              <a:rPr lang="en-GB" sz="1067" b="1"/>
              <a:t>send to back </a:t>
            </a:r>
            <a:r>
              <a:rPr lang="en-GB" sz="1067"/>
              <a:t>from the dropdown.</a:t>
            </a:r>
          </a:p>
        </p:txBody>
      </p:sp>
    </p:spTree>
    <p:extLst>
      <p:ext uri="{BB962C8B-B14F-4D97-AF65-F5344CB8AC3E}">
        <p14:creationId xmlns:p14="http://schemas.microsoft.com/office/powerpoint/2010/main" val="173694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olkswagen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4933" y="235202"/>
            <a:ext cx="10373784" cy="982700"/>
          </a:xfrm>
        </p:spPr>
        <p:txBody>
          <a:bodyPr/>
          <a:lstStyle>
            <a:lvl1pPr>
              <a:defRPr kern="100" baseline="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24933" y="1316567"/>
            <a:ext cx="10373784" cy="4800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38951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Tx/>
              <a:buNone/>
              <a:tabLst/>
              <a:defRPr sz="2000" b="0" i="0" baseline="0"/>
            </a:lvl1pPr>
            <a:lvl2pPr marL="205626" marR="0" indent="-203822" algn="l" defTabSz="1038951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Headline OT-Book" pitchFamily="34" charset="0"/>
              <a:buChar char="–"/>
              <a:tabLst/>
              <a:defRPr sz="2000" b="0" baseline="0"/>
            </a:lvl2pPr>
            <a:lvl3pPr marL="411252" marR="0" indent="-205626" algn="l" defTabSz="1038951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Headline OT-Book" pitchFamily="34" charset="0"/>
              <a:buChar char="–"/>
              <a:tabLst/>
              <a:defRPr sz="2000" b="0" baseline="0"/>
            </a:lvl3pPr>
            <a:lvl4pPr marL="616878" marR="0" indent="-205626" algn="l" defTabSz="1038951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Headline OT-Book" pitchFamily="34" charset="0"/>
              <a:buChar char="–"/>
              <a:tabLst/>
              <a:defRPr sz="2000" b="0" baseline="0"/>
            </a:lvl4pPr>
            <a:lvl5pPr marL="811680" marR="0" indent="-194803" algn="l" defTabSz="1038951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Headline OT-Book" pitchFamily="34" charset="0"/>
              <a:buChar char="–"/>
              <a:tabLst/>
              <a:defRPr sz="2000" b="0"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607395" y="6508800"/>
            <a:ext cx="7200000" cy="144000"/>
          </a:xfrm>
        </p:spPr>
        <p:txBody>
          <a:bodyPr/>
          <a:lstStyle>
            <a:lvl1pPr>
              <a:defRPr kern="100" baseline="0"/>
            </a:lvl1pPr>
          </a:lstStyle>
          <a:p>
            <a:endParaRPr lang="en-GB" noProof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1"/>
          </p:nvPr>
        </p:nvSpPr>
        <p:spPr>
          <a:xfrm>
            <a:off x="1056627" y="6508800"/>
            <a:ext cx="1329231" cy="144000"/>
          </a:xfrm>
        </p:spPr>
        <p:txBody>
          <a:bodyPr/>
          <a:lstStyle>
            <a:lvl1pPr>
              <a:defRPr kern="100" baseline="0"/>
            </a:lvl1pPr>
          </a:lstStyle>
          <a:p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524935" y="6508800"/>
            <a:ext cx="443077" cy="144000"/>
          </a:xfrm>
        </p:spPr>
        <p:txBody>
          <a:bodyPr/>
          <a:lstStyle>
            <a:lvl1pPr marL="0" marR="0" indent="0" algn="l" defTabSz="10389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0865367"/>
      </p:ext>
    </p:extLst>
  </p:cSld>
  <p:clrMapOvr>
    <a:masterClrMapping/>
  </p:clrMapOvr>
  <p:transition>
    <p:cut/>
  </p:transition>
  <p:hf hd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42471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27051" y="225600"/>
            <a:ext cx="10371667" cy="900112"/>
          </a:xfrm>
        </p:spPr>
        <p:txBody>
          <a:bodyPr/>
          <a:lstStyle>
            <a:lvl1pPr>
              <a:defRPr kern="100" baseline="0">
                <a:latin typeface="+mj-lt"/>
              </a:defRPr>
            </a:lvl1pPr>
          </a:lstStyle>
          <a:p>
            <a:r>
              <a:rPr lang="en-GB"/>
              <a:t>Copy VW Head Office Bold 20 </a:t>
            </a:r>
            <a:r>
              <a:rPr lang="en-GB" err="1"/>
              <a:t>pt</a:t>
            </a:r>
            <a:endParaRPr lang="en-GB" noProof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7051" y="1320000"/>
            <a:ext cx="10371667" cy="4894533"/>
          </a:xfrm>
          <a:prstGeom prst="rect">
            <a:avLst/>
          </a:prstGeom>
        </p:spPr>
        <p:txBody>
          <a:bodyPr>
            <a:noAutofit/>
          </a:bodyPr>
          <a:lstStyle>
            <a:lvl1pPr marL="239178" marR="0" indent="-239178" algn="l" defTabSz="103897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Text Office" panose="020B0503040200000003" pitchFamily="34" charset="0"/>
              <a:buChar char="–"/>
              <a:tabLst/>
              <a:defRPr sz="2000" b="0" i="0" baseline="0"/>
            </a:lvl1pPr>
            <a:lvl2pPr marL="476239" marR="0" indent="-237061" algn="l" defTabSz="103897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Text Office" panose="020B0503040200000003" pitchFamily="34" charset="0"/>
              <a:buChar char="–"/>
              <a:tabLst/>
              <a:defRPr sz="2000" b="0" baseline="0"/>
            </a:lvl2pPr>
            <a:lvl3pPr marL="715415" marR="0" indent="-239178" algn="l" defTabSz="103897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Text Office" panose="020B0503040200000003" pitchFamily="34" charset="0"/>
              <a:buChar char="–"/>
              <a:tabLst/>
              <a:defRPr sz="2000" b="0" baseline="0"/>
            </a:lvl3pPr>
            <a:lvl4pPr marL="952476" marR="0" indent="-243411" algn="l" defTabSz="103897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Text Office" panose="020B0503040200000003" pitchFamily="34" charset="0"/>
              <a:buChar char="–"/>
              <a:tabLst/>
              <a:defRPr sz="2000" b="0" baseline="0"/>
            </a:lvl4pPr>
            <a:lvl5pPr marL="1191654" marR="0" indent="-234945" algn="l" defTabSz="103897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lrTx/>
              <a:buSzTx/>
              <a:buFont typeface="VW Text Office" panose="020B0503040200000003" pitchFamily="34" charset="0"/>
              <a:buChar char="–"/>
              <a:tabLst/>
              <a:defRPr sz="2000" b="0" baseline="0"/>
            </a:lvl5pPr>
          </a:lstStyle>
          <a:p>
            <a:r>
              <a:rPr lang="en-GB"/>
              <a:t>VW Text Office 15 </a:t>
            </a:r>
            <a:r>
              <a:rPr lang="en-GB" err="1"/>
              <a:t>pt</a:t>
            </a:r>
            <a:r>
              <a:rPr lang="en-GB"/>
              <a:t>, line spacing 1.1 lines, spacing after 8 pt. </a:t>
            </a:r>
          </a:p>
          <a:p>
            <a:pPr lvl="1"/>
            <a:r>
              <a:rPr lang="en-GB"/>
              <a:t>First listing level with leading dash</a:t>
            </a:r>
          </a:p>
          <a:p>
            <a:pPr lvl="2"/>
            <a:r>
              <a:rPr lang="en-GB"/>
              <a:t>Second listing level with leading dash</a:t>
            </a:r>
          </a:p>
          <a:p>
            <a:pPr lvl="3"/>
            <a:r>
              <a:rPr lang="en-GB"/>
              <a:t>Third listing level with leading dash</a:t>
            </a:r>
          </a:p>
          <a:p>
            <a:pPr lvl="4"/>
            <a:r>
              <a:rPr lang="en-GB"/>
              <a:t>Fourth listing level with leading dash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BEB4-BF4D-4B75-87BF-17B61FBA2DF3}" type="datetime1">
              <a:rPr lang="en-GB" noProof="0" smtClean="0"/>
              <a:t>05/03/2021</a:t>
            </a:fld>
            <a:endParaRPr lang="en-GB" noProof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Author/Title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B97A9-7D72-4F8F-8BC5-4E547C3F4DC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78243486"/>
      </p:ext>
    </p:extLst>
  </p:cSld>
  <p:clrMapOvr>
    <a:masterClrMapping/>
  </p:clrMapOvr>
  <p:transition>
    <p:cut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FEC29-0132-493E-942F-98B878D8C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7955E-BE94-492B-96E1-283EE64DB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79D5F-5DAA-41EF-932F-00CBDD6F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30AD4-C009-4B0C-84A4-DD2950A6CDEE}" type="datetimeFigureOut">
              <a:rPr lang="en-GB" smtClean="0"/>
              <a:t>05/03/2021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A9DE9-76E7-4FCE-A82F-417611AD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4FEE3-E78C-408E-B1D3-5A4DFEA3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8D916-6F40-47A9-B9B6-130B997852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5176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699225-C299-1D4A-9FE2-BC4C1ED87E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5650D09-5478-614E-9F1F-3ED91676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94507"/>
            <a:ext cx="10075709" cy="702469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FBF933F-8E31-7A43-B482-DE9AF95386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7375" y="1970882"/>
            <a:ext cx="10981532" cy="3736745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70489272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2F4820-B801-497E-AB09-A250CF19B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259896"/>
            <a:ext cx="12192000" cy="8117896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124247" y="1549402"/>
            <a:ext cx="4680000" cy="4087813"/>
          </a:xfrm>
        </p:spPr>
        <p:txBody>
          <a:bodyPr/>
          <a:lstStyle>
            <a:lvl1pPr marL="0" indent="0" algn="ctr">
              <a:spcBef>
                <a:spcPts val="0"/>
              </a:spcBef>
              <a:buClr>
                <a:schemeClr val="accent1"/>
              </a:buClr>
              <a:buFontTx/>
              <a:buNone/>
              <a:defRPr sz="3600" b="1">
                <a:solidFill>
                  <a:schemeClr val="bg1"/>
                </a:solidFill>
                <a:latin typeface="+mn-lt"/>
              </a:defRPr>
            </a:lvl1pPr>
            <a:lvl2pPr marL="239171" indent="0" algn="ctr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 algn="ctr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 algn="ctr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 algn="ctr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4E50D15-B813-4B52-BC44-4A4B64142E1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310332" y="6084470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C0746CC-079C-4C2B-9A08-41DB802E74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9847" y="6084407"/>
            <a:ext cx="494400" cy="3264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Graphic 3">
            <a:extLst>
              <a:ext uri="{FF2B5EF4-FFF2-40B4-BE49-F238E27FC236}">
                <a16:creationId xmlns:a16="http://schemas.microsoft.com/office/drawing/2014/main" id="{1160C7E1-0B3C-4A4F-85A9-3E6B1B3DB6EC}"/>
              </a:ext>
            </a:extLst>
          </p:cNvPr>
          <p:cNvSpPr/>
          <p:nvPr userDrawn="1"/>
        </p:nvSpPr>
        <p:spPr>
          <a:xfrm>
            <a:off x="10793695" y="6084407"/>
            <a:ext cx="343940" cy="343940"/>
          </a:xfrm>
          <a:custGeom>
            <a:avLst/>
            <a:gdLst>
              <a:gd name="connsiteX0" fmla="*/ 3428548 w 6848952"/>
              <a:gd name="connsiteY0" fmla="*/ 0 h 6848952"/>
              <a:gd name="connsiteX1" fmla="*/ 0 w 6848952"/>
              <a:gd name="connsiteY1" fmla="*/ 3428548 h 6848952"/>
              <a:gd name="connsiteX2" fmla="*/ 3429000 w 6848952"/>
              <a:gd name="connsiteY2" fmla="*/ 6857548 h 6848952"/>
              <a:gd name="connsiteX3" fmla="*/ 6858000 w 6848952"/>
              <a:gd name="connsiteY3" fmla="*/ 3428548 h 6848952"/>
              <a:gd name="connsiteX4" fmla="*/ 3428548 w 6848952"/>
              <a:gd name="connsiteY4" fmla="*/ 0 h 6848952"/>
              <a:gd name="connsiteX5" fmla="*/ 3428548 w 6848952"/>
              <a:gd name="connsiteY5" fmla="*/ 590982 h 6848952"/>
              <a:gd name="connsiteX6" fmla="*/ 4222737 w 6848952"/>
              <a:gd name="connsiteY6" fmla="*/ 703805 h 6848952"/>
              <a:gd name="connsiteX7" fmla="*/ 3434700 w 6848952"/>
              <a:gd name="connsiteY7" fmla="*/ 2566322 h 6848952"/>
              <a:gd name="connsiteX8" fmla="*/ 2586497 w 6848952"/>
              <a:gd name="connsiteY8" fmla="*/ 718009 h 6848952"/>
              <a:gd name="connsiteX9" fmla="*/ 3428548 w 6848952"/>
              <a:gd name="connsiteY9" fmla="*/ 590982 h 6848952"/>
              <a:gd name="connsiteX10" fmla="*/ 1951002 w 6848952"/>
              <a:gd name="connsiteY10" fmla="*/ 1005629 h 6848952"/>
              <a:gd name="connsiteX11" fmla="*/ 3029915 w 6848952"/>
              <a:gd name="connsiteY11" fmla="*/ 3335449 h 6848952"/>
              <a:gd name="connsiteX12" fmla="*/ 3839485 w 6848952"/>
              <a:gd name="connsiteY12" fmla="*/ 3335449 h 6848952"/>
              <a:gd name="connsiteX13" fmla="*/ 4854614 w 6848952"/>
              <a:gd name="connsiteY13" fmla="*/ 974958 h 6848952"/>
              <a:gd name="connsiteX14" fmla="*/ 5719644 w 6848952"/>
              <a:gd name="connsiteY14" fmla="*/ 1754399 h 6848952"/>
              <a:gd name="connsiteX15" fmla="*/ 4448743 w 6848952"/>
              <a:gd name="connsiteY15" fmla="*/ 4711754 h 6848952"/>
              <a:gd name="connsiteX16" fmla="*/ 3865904 w 6848952"/>
              <a:gd name="connsiteY16" fmla="*/ 3481295 h 6848952"/>
              <a:gd name="connsiteX17" fmla="*/ 3031996 w 6848952"/>
              <a:gd name="connsiteY17" fmla="*/ 3481295 h 6848952"/>
              <a:gd name="connsiteX18" fmla="*/ 2481456 w 6848952"/>
              <a:gd name="connsiteY18" fmla="*/ 4744144 h 6848952"/>
              <a:gd name="connsiteX19" fmla="*/ 1101985 w 6848952"/>
              <a:gd name="connsiteY19" fmla="*/ 1803708 h 6848952"/>
              <a:gd name="connsiteX20" fmla="*/ 1951002 w 6848952"/>
              <a:gd name="connsiteY20" fmla="*/ 1005629 h 6848952"/>
              <a:gd name="connsiteX21" fmla="*/ 590982 w 6848952"/>
              <a:gd name="connsiteY21" fmla="*/ 3428548 h 6848952"/>
              <a:gd name="connsiteX22" fmla="*/ 713395 w 6848952"/>
              <a:gd name="connsiteY22" fmla="*/ 2601516 h 6848952"/>
              <a:gd name="connsiteX23" fmla="*/ 716652 w 6848952"/>
              <a:gd name="connsiteY23" fmla="*/ 2606854 h 6848952"/>
              <a:gd name="connsiteX24" fmla="*/ 2309644 w 6848952"/>
              <a:gd name="connsiteY24" fmla="*/ 6036850 h 6848952"/>
              <a:gd name="connsiteX25" fmla="*/ 590982 w 6848952"/>
              <a:gd name="connsiteY25" fmla="*/ 3428548 h 6848952"/>
              <a:gd name="connsiteX26" fmla="*/ 2630378 w 6848952"/>
              <a:gd name="connsiteY26" fmla="*/ 6151843 h 6848952"/>
              <a:gd name="connsiteX27" fmla="*/ 2635354 w 6848952"/>
              <a:gd name="connsiteY27" fmla="*/ 6144424 h 6848952"/>
              <a:gd name="connsiteX28" fmla="*/ 3444924 w 6848952"/>
              <a:gd name="connsiteY28" fmla="*/ 4241917 h 6848952"/>
              <a:gd name="connsiteX29" fmla="*/ 4324612 w 6848952"/>
              <a:gd name="connsiteY29" fmla="*/ 6121353 h 6848952"/>
              <a:gd name="connsiteX30" fmla="*/ 2630378 w 6848952"/>
              <a:gd name="connsiteY30" fmla="*/ 6151843 h 6848952"/>
              <a:gd name="connsiteX31" fmla="*/ 4658645 w 6848952"/>
              <a:gd name="connsiteY31" fmla="*/ 5986093 h 6848952"/>
              <a:gd name="connsiteX32" fmla="*/ 4659279 w 6848952"/>
              <a:gd name="connsiteY32" fmla="*/ 5982475 h 6848952"/>
              <a:gd name="connsiteX33" fmla="*/ 6128230 w 6848952"/>
              <a:gd name="connsiteY33" fmla="*/ 2552569 h 6848952"/>
              <a:gd name="connsiteX34" fmla="*/ 6266113 w 6848952"/>
              <a:gd name="connsiteY34" fmla="*/ 3428548 h 6848952"/>
              <a:gd name="connsiteX35" fmla="*/ 4658645 w 6848952"/>
              <a:gd name="connsiteY35" fmla="*/ 5986365 h 684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848952" h="6848952">
                <a:moveTo>
                  <a:pt x="3428548" y="0"/>
                </a:moveTo>
                <a:cubicBezTo>
                  <a:pt x="1534998" y="0"/>
                  <a:pt x="0" y="1534998"/>
                  <a:pt x="0" y="3428548"/>
                </a:cubicBezTo>
                <a:cubicBezTo>
                  <a:pt x="0" y="5322098"/>
                  <a:pt x="1534998" y="6857548"/>
                  <a:pt x="3429000" y="6857548"/>
                </a:cubicBezTo>
                <a:cubicBezTo>
                  <a:pt x="5323003" y="6857548"/>
                  <a:pt x="6858000" y="5322550"/>
                  <a:pt x="6858000" y="3428548"/>
                </a:cubicBezTo>
                <a:cubicBezTo>
                  <a:pt x="6858000" y="1534545"/>
                  <a:pt x="5322098" y="0"/>
                  <a:pt x="3428548" y="0"/>
                </a:cubicBezTo>
                <a:close/>
                <a:moveTo>
                  <a:pt x="3428548" y="590982"/>
                </a:moveTo>
                <a:cubicBezTo>
                  <a:pt x="3697285" y="590789"/>
                  <a:pt x="3964686" y="628776"/>
                  <a:pt x="4222737" y="703805"/>
                </a:cubicBezTo>
                <a:lnTo>
                  <a:pt x="3434700" y="2566322"/>
                </a:lnTo>
                <a:lnTo>
                  <a:pt x="2586497" y="718009"/>
                </a:lnTo>
                <a:cubicBezTo>
                  <a:pt x="2859197" y="633568"/>
                  <a:pt x="3143074" y="590744"/>
                  <a:pt x="3428548" y="590982"/>
                </a:cubicBezTo>
                <a:close/>
                <a:moveTo>
                  <a:pt x="1951002" y="1005629"/>
                </a:moveTo>
                <a:lnTo>
                  <a:pt x="3029915" y="3335449"/>
                </a:lnTo>
                <a:lnTo>
                  <a:pt x="3839485" y="3335449"/>
                </a:lnTo>
                <a:lnTo>
                  <a:pt x="4854614" y="974958"/>
                </a:lnTo>
                <a:cubicBezTo>
                  <a:pt x="5193489" y="1172523"/>
                  <a:pt x="5487968" y="1437865"/>
                  <a:pt x="5719644" y="1754399"/>
                </a:cubicBezTo>
                <a:lnTo>
                  <a:pt x="4448743" y="4711754"/>
                </a:lnTo>
                <a:lnTo>
                  <a:pt x="3865904" y="3481295"/>
                </a:lnTo>
                <a:lnTo>
                  <a:pt x="3031996" y="3481295"/>
                </a:lnTo>
                <a:lnTo>
                  <a:pt x="2481456" y="4744144"/>
                </a:lnTo>
                <a:lnTo>
                  <a:pt x="1101985" y="1803708"/>
                </a:lnTo>
                <a:cubicBezTo>
                  <a:pt x="1327085" y="1482117"/>
                  <a:pt x="1616116" y="1210427"/>
                  <a:pt x="1951002" y="1005629"/>
                </a:cubicBezTo>
                <a:close/>
                <a:moveTo>
                  <a:pt x="590982" y="3428548"/>
                </a:moveTo>
                <a:cubicBezTo>
                  <a:pt x="590713" y="3148337"/>
                  <a:pt x="631966" y="2869634"/>
                  <a:pt x="713395" y="2601516"/>
                </a:cubicBezTo>
                <a:lnTo>
                  <a:pt x="716652" y="2606854"/>
                </a:lnTo>
                <a:lnTo>
                  <a:pt x="2309644" y="6036850"/>
                </a:lnTo>
                <a:cubicBezTo>
                  <a:pt x="1298949" y="5602660"/>
                  <a:pt x="590982" y="4598389"/>
                  <a:pt x="590982" y="3428548"/>
                </a:cubicBezTo>
                <a:close/>
                <a:moveTo>
                  <a:pt x="2630378" y="6151843"/>
                </a:moveTo>
                <a:lnTo>
                  <a:pt x="2635354" y="6144424"/>
                </a:lnTo>
                <a:lnTo>
                  <a:pt x="3444924" y="4241917"/>
                </a:lnTo>
                <a:lnTo>
                  <a:pt x="4324612" y="6121353"/>
                </a:lnTo>
                <a:cubicBezTo>
                  <a:pt x="3776010" y="6302993"/>
                  <a:pt x="3185161" y="6313626"/>
                  <a:pt x="2630378" y="6151843"/>
                </a:cubicBezTo>
                <a:close/>
                <a:moveTo>
                  <a:pt x="4658645" y="5986093"/>
                </a:moveTo>
                <a:lnTo>
                  <a:pt x="4659279" y="5982475"/>
                </a:lnTo>
                <a:lnTo>
                  <a:pt x="6128230" y="2552569"/>
                </a:lnTo>
                <a:cubicBezTo>
                  <a:pt x="6219858" y="2835521"/>
                  <a:pt x="6266388" y="3131130"/>
                  <a:pt x="6266113" y="3428548"/>
                </a:cubicBezTo>
                <a:cubicBezTo>
                  <a:pt x="6266113" y="4554961"/>
                  <a:pt x="5609808" y="5528109"/>
                  <a:pt x="4658645" y="5986365"/>
                </a:cubicBezTo>
                <a:close/>
              </a:path>
            </a:pathLst>
          </a:custGeom>
          <a:solidFill>
            <a:srgbClr val="FFFFFF"/>
          </a:solidFill>
          <a:ln w="90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1532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2F4820-B801-497E-AB09-A250CF19BD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1889" t="19272" b="23188"/>
          <a:stretch/>
        </p:blipFill>
        <p:spPr>
          <a:xfrm>
            <a:off x="0" y="1"/>
            <a:ext cx="12191999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756000" y="1549402"/>
            <a:ext cx="4680000" cy="4087813"/>
          </a:xfrm>
        </p:spPr>
        <p:txBody>
          <a:bodyPr/>
          <a:lstStyle>
            <a:lvl1pPr marL="0" indent="0" algn="ctr">
              <a:spcBef>
                <a:spcPts val="0"/>
              </a:spcBef>
              <a:buClr>
                <a:schemeClr val="accent1"/>
              </a:buClr>
              <a:buFontTx/>
              <a:buNone/>
              <a:defRPr sz="3600" b="1">
                <a:solidFill>
                  <a:schemeClr val="bg1"/>
                </a:solidFill>
                <a:latin typeface="+mn-lt"/>
              </a:defRPr>
            </a:lvl1pPr>
            <a:lvl2pPr marL="239171" indent="0" algn="ctr">
              <a:spcBef>
                <a:spcPts val="0"/>
              </a:spcBef>
              <a:buClr>
                <a:schemeClr val="accent1"/>
              </a:buClr>
              <a:buFontTx/>
              <a:buNone/>
              <a:defRPr sz="1600">
                <a:solidFill>
                  <a:schemeClr val="tx1"/>
                </a:solidFill>
              </a:defRPr>
            </a:lvl2pPr>
            <a:lvl3pPr marL="514323" indent="0" algn="ctr">
              <a:spcBef>
                <a:spcPts val="0"/>
              </a:spcBef>
              <a:buClrTx/>
              <a:buFontTx/>
              <a:buNone/>
              <a:defRPr sz="1600">
                <a:solidFill>
                  <a:schemeClr val="tx1"/>
                </a:solidFill>
              </a:defRPr>
            </a:lvl3pPr>
            <a:lvl4pPr marL="787360" indent="0" algn="ctr">
              <a:spcBef>
                <a:spcPts val="0"/>
              </a:spcBef>
              <a:buClr>
                <a:schemeClr val="accent5"/>
              </a:buClr>
              <a:buFontTx/>
              <a:buNone/>
              <a:defRPr sz="1600">
                <a:solidFill>
                  <a:schemeClr val="tx1"/>
                </a:solidFill>
              </a:defRPr>
            </a:lvl4pPr>
            <a:lvl5pPr marL="1062513" indent="0" algn="ctr">
              <a:spcBef>
                <a:spcPts val="0"/>
              </a:spcBef>
              <a:buClr>
                <a:schemeClr val="accent4"/>
              </a:buClr>
              <a:buFontTx/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4E50D15-B813-4B52-BC44-4A4B64142E1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310332" y="6084470"/>
            <a:ext cx="493560" cy="325080"/>
          </a:xfrm>
          <a:custGeom>
            <a:avLst/>
            <a:gdLst>
              <a:gd name="T0" fmla="*/ 846 w 914"/>
              <a:gd name="T1" fmla="*/ 52 h 602"/>
              <a:gd name="T2" fmla="*/ 858 w 914"/>
              <a:gd name="T3" fmla="*/ 70 h 602"/>
              <a:gd name="T4" fmla="*/ 850 w 914"/>
              <a:gd name="T5" fmla="*/ 126 h 602"/>
              <a:gd name="T6" fmla="*/ 814 w 914"/>
              <a:gd name="T7" fmla="*/ 180 h 602"/>
              <a:gd name="T8" fmla="*/ 830 w 914"/>
              <a:gd name="T9" fmla="*/ 64 h 602"/>
              <a:gd name="T10" fmla="*/ 680 w 914"/>
              <a:gd name="T11" fmla="*/ 430 h 602"/>
              <a:gd name="T12" fmla="*/ 626 w 914"/>
              <a:gd name="T13" fmla="*/ 386 h 602"/>
              <a:gd name="T14" fmla="*/ 626 w 914"/>
              <a:gd name="T15" fmla="*/ 318 h 602"/>
              <a:gd name="T16" fmla="*/ 678 w 914"/>
              <a:gd name="T17" fmla="*/ 270 h 602"/>
              <a:gd name="T18" fmla="*/ 734 w 914"/>
              <a:gd name="T19" fmla="*/ 280 h 602"/>
              <a:gd name="T20" fmla="*/ 770 w 914"/>
              <a:gd name="T21" fmla="*/ 350 h 602"/>
              <a:gd name="T22" fmla="*/ 746 w 914"/>
              <a:gd name="T23" fmla="*/ 410 h 602"/>
              <a:gd name="T24" fmla="*/ 148 w 914"/>
              <a:gd name="T25" fmla="*/ 432 h 602"/>
              <a:gd name="T26" fmla="*/ 96 w 914"/>
              <a:gd name="T27" fmla="*/ 408 h 602"/>
              <a:gd name="T28" fmla="*/ 74 w 914"/>
              <a:gd name="T29" fmla="*/ 350 h 602"/>
              <a:gd name="T30" fmla="*/ 106 w 914"/>
              <a:gd name="T31" fmla="*/ 282 h 602"/>
              <a:gd name="T32" fmla="*/ 164 w 914"/>
              <a:gd name="T33" fmla="*/ 270 h 602"/>
              <a:gd name="T34" fmla="*/ 218 w 914"/>
              <a:gd name="T35" fmla="*/ 322 h 602"/>
              <a:gd name="T36" fmla="*/ 218 w 914"/>
              <a:gd name="T37" fmla="*/ 384 h 602"/>
              <a:gd name="T38" fmla="*/ 164 w 914"/>
              <a:gd name="T39" fmla="*/ 430 h 602"/>
              <a:gd name="T40" fmla="*/ 880 w 914"/>
              <a:gd name="T41" fmla="*/ 428 h 602"/>
              <a:gd name="T42" fmla="*/ 850 w 914"/>
              <a:gd name="T43" fmla="*/ 378 h 602"/>
              <a:gd name="T44" fmla="*/ 876 w 914"/>
              <a:gd name="T45" fmla="*/ 258 h 602"/>
              <a:gd name="T46" fmla="*/ 900 w 914"/>
              <a:gd name="T47" fmla="*/ 158 h 602"/>
              <a:gd name="T48" fmla="*/ 894 w 914"/>
              <a:gd name="T49" fmla="*/ 46 h 602"/>
              <a:gd name="T50" fmla="*/ 862 w 914"/>
              <a:gd name="T51" fmla="*/ 6 h 602"/>
              <a:gd name="T52" fmla="*/ 820 w 914"/>
              <a:gd name="T53" fmla="*/ 6 h 602"/>
              <a:gd name="T54" fmla="*/ 788 w 914"/>
              <a:gd name="T55" fmla="*/ 34 h 602"/>
              <a:gd name="T56" fmla="*/ 756 w 914"/>
              <a:gd name="T57" fmla="*/ 132 h 602"/>
              <a:gd name="T58" fmla="*/ 754 w 914"/>
              <a:gd name="T59" fmla="*/ 220 h 602"/>
              <a:gd name="T60" fmla="*/ 684 w 914"/>
              <a:gd name="T61" fmla="*/ 200 h 602"/>
              <a:gd name="T62" fmla="*/ 592 w 914"/>
              <a:gd name="T63" fmla="*/ 234 h 602"/>
              <a:gd name="T64" fmla="*/ 556 w 914"/>
              <a:gd name="T65" fmla="*/ 284 h 602"/>
              <a:gd name="T66" fmla="*/ 542 w 914"/>
              <a:gd name="T67" fmla="*/ 248 h 602"/>
              <a:gd name="T68" fmla="*/ 476 w 914"/>
              <a:gd name="T69" fmla="*/ 200 h 602"/>
              <a:gd name="T70" fmla="*/ 428 w 914"/>
              <a:gd name="T71" fmla="*/ 202 h 602"/>
              <a:gd name="T72" fmla="*/ 288 w 914"/>
              <a:gd name="T73" fmla="*/ 100 h 602"/>
              <a:gd name="T74" fmla="*/ 252 w 914"/>
              <a:gd name="T75" fmla="*/ 228 h 602"/>
              <a:gd name="T76" fmla="*/ 162 w 914"/>
              <a:gd name="T77" fmla="*/ 198 h 602"/>
              <a:gd name="T78" fmla="*/ 114 w 914"/>
              <a:gd name="T79" fmla="*/ 208 h 602"/>
              <a:gd name="T80" fmla="*/ 74 w 914"/>
              <a:gd name="T81" fmla="*/ 204 h 602"/>
              <a:gd name="T82" fmla="*/ 74 w 914"/>
              <a:gd name="T83" fmla="*/ 466 h 602"/>
              <a:gd name="T84" fmla="*/ 162 w 914"/>
              <a:gd name="T85" fmla="*/ 500 h 602"/>
              <a:gd name="T86" fmla="*/ 254 w 914"/>
              <a:gd name="T87" fmla="*/ 468 h 602"/>
              <a:gd name="T88" fmla="*/ 366 w 914"/>
              <a:gd name="T89" fmla="*/ 492 h 602"/>
              <a:gd name="T90" fmla="*/ 368 w 914"/>
              <a:gd name="T91" fmla="*/ 308 h 602"/>
              <a:gd name="T92" fmla="*/ 402 w 914"/>
              <a:gd name="T93" fmla="*/ 278 h 602"/>
              <a:gd name="T94" fmla="*/ 452 w 914"/>
              <a:gd name="T95" fmla="*/ 270 h 602"/>
              <a:gd name="T96" fmla="*/ 482 w 914"/>
              <a:gd name="T97" fmla="*/ 306 h 602"/>
              <a:gd name="T98" fmla="*/ 562 w 914"/>
              <a:gd name="T99" fmla="*/ 428 h 602"/>
              <a:gd name="T100" fmla="*/ 584 w 914"/>
              <a:gd name="T101" fmla="*/ 460 h 602"/>
              <a:gd name="T102" fmla="*/ 664 w 914"/>
              <a:gd name="T103" fmla="*/ 500 h 602"/>
              <a:gd name="T104" fmla="*/ 732 w 914"/>
              <a:gd name="T105" fmla="*/ 492 h 602"/>
              <a:gd name="T106" fmla="*/ 800 w 914"/>
              <a:gd name="T107" fmla="*/ 452 h 602"/>
              <a:gd name="T108" fmla="*/ 848 w 914"/>
              <a:gd name="T109" fmla="*/ 490 h 602"/>
              <a:gd name="T110" fmla="*/ 914 w 914"/>
              <a:gd name="T111" fmla="*/ 432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914" h="602">
                <a:moveTo>
                  <a:pt x="838" y="54"/>
                </a:moveTo>
                <a:lnTo>
                  <a:pt x="838" y="54"/>
                </a:lnTo>
                <a:lnTo>
                  <a:pt x="842" y="54"/>
                </a:lnTo>
                <a:lnTo>
                  <a:pt x="846" y="52"/>
                </a:lnTo>
                <a:lnTo>
                  <a:pt x="846" y="52"/>
                </a:lnTo>
                <a:lnTo>
                  <a:pt x="850" y="54"/>
                </a:lnTo>
                <a:lnTo>
                  <a:pt x="852" y="54"/>
                </a:lnTo>
                <a:lnTo>
                  <a:pt x="852" y="54"/>
                </a:lnTo>
                <a:lnTo>
                  <a:pt x="856" y="60"/>
                </a:lnTo>
                <a:lnTo>
                  <a:pt x="858" y="70"/>
                </a:lnTo>
                <a:lnTo>
                  <a:pt x="858" y="80"/>
                </a:lnTo>
                <a:lnTo>
                  <a:pt x="858" y="92"/>
                </a:lnTo>
                <a:lnTo>
                  <a:pt x="854" y="108"/>
                </a:lnTo>
                <a:lnTo>
                  <a:pt x="850" y="126"/>
                </a:lnTo>
                <a:lnTo>
                  <a:pt x="850" y="126"/>
                </a:lnTo>
                <a:lnTo>
                  <a:pt x="832" y="186"/>
                </a:lnTo>
                <a:lnTo>
                  <a:pt x="818" y="228"/>
                </a:lnTo>
                <a:lnTo>
                  <a:pt x="818" y="228"/>
                </a:lnTo>
                <a:lnTo>
                  <a:pt x="816" y="206"/>
                </a:lnTo>
                <a:lnTo>
                  <a:pt x="814" y="180"/>
                </a:lnTo>
                <a:lnTo>
                  <a:pt x="814" y="152"/>
                </a:lnTo>
                <a:lnTo>
                  <a:pt x="816" y="126"/>
                </a:lnTo>
                <a:lnTo>
                  <a:pt x="820" y="100"/>
                </a:lnTo>
                <a:lnTo>
                  <a:pt x="824" y="80"/>
                </a:lnTo>
                <a:lnTo>
                  <a:pt x="830" y="64"/>
                </a:lnTo>
                <a:lnTo>
                  <a:pt x="834" y="58"/>
                </a:lnTo>
                <a:lnTo>
                  <a:pt x="838" y="54"/>
                </a:lnTo>
                <a:close/>
                <a:moveTo>
                  <a:pt x="694" y="432"/>
                </a:moveTo>
                <a:lnTo>
                  <a:pt x="694" y="432"/>
                </a:lnTo>
                <a:lnTo>
                  <a:pt x="680" y="430"/>
                </a:lnTo>
                <a:lnTo>
                  <a:pt x="666" y="426"/>
                </a:lnTo>
                <a:lnTo>
                  <a:pt x="654" y="420"/>
                </a:lnTo>
                <a:lnTo>
                  <a:pt x="642" y="410"/>
                </a:lnTo>
                <a:lnTo>
                  <a:pt x="634" y="400"/>
                </a:lnTo>
                <a:lnTo>
                  <a:pt x="626" y="386"/>
                </a:lnTo>
                <a:lnTo>
                  <a:pt x="622" y="370"/>
                </a:lnTo>
                <a:lnTo>
                  <a:pt x="620" y="350"/>
                </a:lnTo>
                <a:lnTo>
                  <a:pt x="620" y="350"/>
                </a:lnTo>
                <a:lnTo>
                  <a:pt x="622" y="332"/>
                </a:lnTo>
                <a:lnTo>
                  <a:pt x="626" y="318"/>
                </a:lnTo>
                <a:lnTo>
                  <a:pt x="632" y="304"/>
                </a:lnTo>
                <a:lnTo>
                  <a:pt x="640" y="292"/>
                </a:lnTo>
                <a:lnTo>
                  <a:pt x="652" y="282"/>
                </a:lnTo>
                <a:lnTo>
                  <a:pt x="664" y="274"/>
                </a:lnTo>
                <a:lnTo>
                  <a:pt x="678" y="270"/>
                </a:lnTo>
                <a:lnTo>
                  <a:pt x="694" y="268"/>
                </a:lnTo>
                <a:lnTo>
                  <a:pt x="694" y="268"/>
                </a:lnTo>
                <a:lnTo>
                  <a:pt x="708" y="270"/>
                </a:lnTo>
                <a:lnTo>
                  <a:pt x="722" y="274"/>
                </a:lnTo>
                <a:lnTo>
                  <a:pt x="734" y="280"/>
                </a:lnTo>
                <a:lnTo>
                  <a:pt x="746" y="290"/>
                </a:lnTo>
                <a:lnTo>
                  <a:pt x="754" y="302"/>
                </a:lnTo>
                <a:lnTo>
                  <a:pt x="762" y="316"/>
                </a:lnTo>
                <a:lnTo>
                  <a:pt x="768" y="332"/>
                </a:lnTo>
                <a:lnTo>
                  <a:pt x="770" y="350"/>
                </a:lnTo>
                <a:lnTo>
                  <a:pt x="770" y="350"/>
                </a:lnTo>
                <a:lnTo>
                  <a:pt x="768" y="368"/>
                </a:lnTo>
                <a:lnTo>
                  <a:pt x="762" y="386"/>
                </a:lnTo>
                <a:lnTo>
                  <a:pt x="754" y="400"/>
                </a:lnTo>
                <a:lnTo>
                  <a:pt x="746" y="410"/>
                </a:lnTo>
                <a:lnTo>
                  <a:pt x="734" y="420"/>
                </a:lnTo>
                <a:lnTo>
                  <a:pt x="722" y="426"/>
                </a:lnTo>
                <a:lnTo>
                  <a:pt x="708" y="430"/>
                </a:lnTo>
                <a:lnTo>
                  <a:pt x="694" y="432"/>
                </a:lnTo>
                <a:close/>
                <a:moveTo>
                  <a:pt x="148" y="432"/>
                </a:moveTo>
                <a:lnTo>
                  <a:pt x="148" y="432"/>
                </a:lnTo>
                <a:lnTo>
                  <a:pt x="132" y="430"/>
                </a:lnTo>
                <a:lnTo>
                  <a:pt x="118" y="424"/>
                </a:lnTo>
                <a:lnTo>
                  <a:pt x="106" y="418"/>
                </a:lnTo>
                <a:lnTo>
                  <a:pt x="96" y="408"/>
                </a:lnTo>
                <a:lnTo>
                  <a:pt x="86" y="396"/>
                </a:lnTo>
                <a:lnTo>
                  <a:pt x="80" y="382"/>
                </a:lnTo>
                <a:lnTo>
                  <a:pt x="74" y="366"/>
                </a:lnTo>
                <a:lnTo>
                  <a:pt x="74" y="350"/>
                </a:lnTo>
                <a:lnTo>
                  <a:pt x="74" y="350"/>
                </a:lnTo>
                <a:lnTo>
                  <a:pt x="74" y="334"/>
                </a:lnTo>
                <a:lnTo>
                  <a:pt x="78" y="318"/>
                </a:lnTo>
                <a:lnTo>
                  <a:pt x="86" y="304"/>
                </a:lnTo>
                <a:lnTo>
                  <a:pt x="94" y="292"/>
                </a:lnTo>
                <a:lnTo>
                  <a:pt x="106" y="282"/>
                </a:lnTo>
                <a:lnTo>
                  <a:pt x="118" y="274"/>
                </a:lnTo>
                <a:lnTo>
                  <a:pt x="132" y="270"/>
                </a:lnTo>
                <a:lnTo>
                  <a:pt x="148" y="268"/>
                </a:lnTo>
                <a:lnTo>
                  <a:pt x="148" y="268"/>
                </a:lnTo>
                <a:lnTo>
                  <a:pt x="164" y="270"/>
                </a:lnTo>
                <a:lnTo>
                  <a:pt x="180" y="276"/>
                </a:lnTo>
                <a:lnTo>
                  <a:pt x="192" y="284"/>
                </a:lnTo>
                <a:lnTo>
                  <a:pt x="204" y="294"/>
                </a:lnTo>
                <a:lnTo>
                  <a:pt x="212" y="308"/>
                </a:lnTo>
                <a:lnTo>
                  <a:pt x="218" y="322"/>
                </a:lnTo>
                <a:lnTo>
                  <a:pt x="222" y="336"/>
                </a:lnTo>
                <a:lnTo>
                  <a:pt x="222" y="350"/>
                </a:lnTo>
                <a:lnTo>
                  <a:pt x="222" y="350"/>
                </a:lnTo>
                <a:lnTo>
                  <a:pt x="222" y="368"/>
                </a:lnTo>
                <a:lnTo>
                  <a:pt x="218" y="384"/>
                </a:lnTo>
                <a:lnTo>
                  <a:pt x="210" y="398"/>
                </a:lnTo>
                <a:lnTo>
                  <a:pt x="202" y="408"/>
                </a:lnTo>
                <a:lnTo>
                  <a:pt x="190" y="418"/>
                </a:lnTo>
                <a:lnTo>
                  <a:pt x="178" y="426"/>
                </a:lnTo>
                <a:lnTo>
                  <a:pt x="164" y="430"/>
                </a:lnTo>
                <a:lnTo>
                  <a:pt x="148" y="432"/>
                </a:lnTo>
                <a:close/>
                <a:moveTo>
                  <a:pt x="906" y="432"/>
                </a:moveTo>
                <a:lnTo>
                  <a:pt x="906" y="432"/>
                </a:lnTo>
                <a:lnTo>
                  <a:pt x="892" y="430"/>
                </a:lnTo>
                <a:lnTo>
                  <a:pt x="880" y="428"/>
                </a:lnTo>
                <a:lnTo>
                  <a:pt x="870" y="422"/>
                </a:lnTo>
                <a:lnTo>
                  <a:pt x="862" y="414"/>
                </a:lnTo>
                <a:lnTo>
                  <a:pt x="856" y="404"/>
                </a:lnTo>
                <a:lnTo>
                  <a:pt x="852" y="392"/>
                </a:lnTo>
                <a:lnTo>
                  <a:pt x="850" y="378"/>
                </a:lnTo>
                <a:lnTo>
                  <a:pt x="850" y="362"/>
                </a:lnTo>
                <a:lnTo>
                  <a:pt x="850" y="362"/>
                </a:lnTo>
                <a:lnTo>
                  <a:pt x="852" y="346"/>
                </a:lnTo>
                <a:lnTo>
                  <a:pt x="856" y="326"/>
                </a:lnTo>
                <a:lnTo>
                  <a:pt x="876" y="258"/>
                </a:lnTo>
                <a:lnTo>
                  <a:pt x="876" y="258"/>
                </a:lnTo>
                <a:lnTo>
                  <a:pt x="888" y="212"/>
                </a:lnTo>
                <a:lnTo>
                  <a:pt x="888" y="212"/>
                </a:lnTo>
                <a:lnTo>
                  <a:pt x="896" y="184"/>
                </a:lnTo>
                <a:lnTo>
                  <a:pt x="900" y="158"/>
                </a:lnTo>
                <a:lnTo>
                  <a:pt x="904" y="132"/>
                </a:lnTo>
                <a:lnTo>
                  <a:pt x="904" y="108"/>
                </a:lnTo>
                <a:lnTo>
                  <a:pt x="904" y="84"/>
                </a:lnTo>
                <a:lnTo>
                  <a:pt x="900" y="64"/>
                </a:lnTo>
                <a:lnTo>
                  <a:pt x="894" y="46"/>
                </a:lnTo>
                <a:lnTo>
                  <a:pt x="886" y="30"/>
                </a:lnTo>
                <a:lnTo>
                  <a:pt x="886" y="30"/>
                </a:lnTo>
                <a:lnTo>
                  <a:pt x="880" y="20"/>
                </a:lnTo>
                <a:lnTo>
                  <a:pt x="872" y="10"/>
                </a:lnTo>
                <a:lnTo>
                  <a:pt x="862" y="6"/>
                </a:lnTo>
                <a:lnTo>
                  <a:pt x="852" y="2"/>
                </a:lnTo>
                <a:lnTo>
                  <a:pt x="852" y="2"/>
                </a:lnTo>
                <a:lnTo>
                  <a:pt x="842" y="0"/>
                </a:lnTo>
                <a:lnTo>
                  <a:pt x="832" y="2"/>
                </a:lnTo>
                <a:lnTo>
                  <a:pt x="820" y="6"/>
                </a:lnTo>
                <a:lnTo>
                  <a:pt x="810" y="12"/>
                </a:lnTo>
                <a:lnTo>
                  <a:pt x="810" y="12"/>
                </a:lnTo>
                <a:lnTo>
                  <a:pt x="802" y="18"/>
                </a:lnTo>
                <a:lnTo>
                  <a:pt x="796" y="24"/>
                </a:lnTo>
                <a:lnTo>
                  <a:pt x="788" y="34"/>
                </a:lnTo>
                <a:lnTo>
                  <a:pt x="780" y="48"/>
                </a:lnTo>
                <a:lnTo>
                  <a:pt x="772" y="64"/>
                </a:lnTo>
                <a:lnTo>
                  <a:pt x="766" y="82"/>
                </a:lnTo>
                <a:lnTo>
                  <a:pt x="760" y="106"/>
                </a:lnTo>
                <a:lnTo>
                  <a:pt x="756" y="132"/>
                </a:lnTo>
                <a:lnTo>
                  <a:pt x="756" y="132"/>
                </a:lnTo>
                <a:lnTo>
                  <a:pt x="754" y="170"/>
                </a:lnTo>
                <a:lnTo>
                  <a:pt x="752" y="196"/>
                </a:lnTo>
                <a:lnTo>
                  <a:pt x="754" y="220"/>
                </a:lnTo>
                <a:lnTo>
                  <a:pt x="754" y="220"/>
                </a:lnTo>
                <a:lnTo>
                  <a:pt x="738" y="212"/>
                </a:lnTo>
                <a:lnTo>
                  <a:pt x="720" y="204"/>
                </a:lnTo>
                <a:lnTo>
                  <a:pt x="702" y="200"/>
                </a:lnTo>
                <a:lnTo>
                  <a:pt x="684" y="200"/>
                </a:lnTo>
                <a:lnTo>
                  <a:pt x="684" y="200"/>
                </a:lnTo>
                <a:lnTo>
                  <a:pt x="662" y="202"/>
                </a:lnTo>
                <a:lnTo>
                  <a:pt x="644" y="206"/>
                </a:lnTo>
                <a:lnTo>
                  <a:pt x="624" y="212"/>
                </a:lnTo>
                <a:lnTo>
                  <a:pt x="608" y="222"/>
                </a:lnTo>
                <a:lnTo>
                  <a:pt x="592" y="234"/>
                </a:lnTo>
                <a:lnTo>
                  <a:pt x="578" y="248"/>
                </a:lnTo>
                <a:lnTo>
                  <a:pt x="566" y="264"/>
                </a:lnTo>
                <a:lnTo>
                  <a:pt x="558" y="282"/>
                </a:lnTo>
                <a:lnTo>
                  <a:pt x="558" y="282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6" y="284"/>
                </a:lnTo>
                <a:lnTo>
                  <a:pt x="550" y="264"/>
                </a:lnTo>
                <a:lnTo>
                  <a:pt x="542" y="248"/>
                </a:lnTo>
                <a:lnTo>
                  <a:pt x="532" y="234"/>
                </a:lnTo>
                <a:lnTo>
                  <a:pt x="520" y="220"/>
                </a:lnTo>
                <a:lnTo>
                  <a:pt x="506" y="212"/>
                </a:lnTo>
                <a:lnTo>
                  <a:pt x="492" y="204"/>
                </a:lnTo>
                <a:lnTo>
                  <a:pt x="476" y="200"/>
                </a:lnTo>
                <a:lnTo>
                  <a:pt x="458" y="198"/>
                </a:lnTo>
                <a:lnTo>
                  <a:pt x="458" y="198"/>
                </a:lnTo>
                <a:lnTo>
                  <a:pt x="458" y="198"/>
                </a:lnTo>
                <a:lnTo>
                  <a:pt x="442" y="200"/>
                </a:lnTo>
                <a:lnTo>
                  <a:pt x="428" y="202"/>
                </a:lnTo>
                <a:lnTo>
                  <a:pt x="402" y="208"/>
                </a:lnTo>
                <a:lnTo>
                  <a:pt x="382" y="216"/>
                </a:lnTo>
                <a:lnTo>
                  <a:pt x="366" y="224"/>
                </a:lnTo>
                <a:lnTo>
                  <a:pt x="366" y="100"/>
                </a:lnTo>
                <a:lnTo>
                  <a:pt x="288" y="100"/>
                </a:lnTo>
                <a:lnTo>
                  <a:pt x="288" y="276"/>
                </a:lnTo>
                <a:lnTo>
                  <a:pt x="288" y="276"/>
                </a:lnTo>
                <a:lnTo>
                  <a:pt x="278" y="258"/>
                </a:lnTo>
                <a:lnTo>
                  <a:pt x="266" y="242"/>
                </a:lnTo>
                <a:lnTo>
                  <a:pt x="252" y="228"/>
                </a:lnTo>
                <a:lnTo>
                  <a:pt x="236" y="218"/>
                </a:lnTo>
                <a:lnTo>
                  <a:pt x="218" y="210"/>
                </a:lnTo>
                <a:lnTo>
                  <a:pt x="200" y="204"/>
                </a:lnTo>
                <a:lnTo>
                  <a:pt x="182" y="200"/>
                </a:lnTo>
                <a:lnTo>
                  <a:pt x="162" y="198"/>
                </a:lnTo>
                <a:lnTo>
                  <a:pt x="162" y="198"/>
                </a:lnTo>
                <a:lnTo>
                  <a:pt x="150" y="198"/>
                </a:lnTo>
                <a:lnTo>
                  <a:pt x="138" y="200"/>
                </a:lnTo>
                <a:lnTo>
                  <a:pt x="126" y="204"/>
                </a:lnTo>
                <a:lnTo>
                  <a:pt x="114" y="208"/>
                </a:lnTo>
                <a:lnTo>
                  <a:pt x="104" y="214"/>
                </a:lnTo>
                <a:lnTo>
                  <a:pt x="94" y="220"/>
                </a:lnTo>
                <a:lnTo>
                  <a:pt x="84" y="228"/>
                </a:lnTo>
                <a:lnTo>
                  <a:pt x="74" y="238"/>
                </a:lnTo>
                <a:lnTo>
                  <a:pt x="74" y="204"/>
                </a:lnTo>
                <a:lnTo>
                  <a:pt x="0" y="204"/>
                </a:lnTo>
                <a:lnTo>
                  <a:pt x="0" y="602"/>
                </a:lnTo>
                <a:lnTo>
                  <a:pt x="74" y="602"/>
                </a:lnTo>
                <a:lnTo>
                  <a:pt x="74" y="466"/>
                </a:lnTo>
                <a:lnTo>
                  <a:pt x="74" y="466"/>
                </a:lnTo>
                <a:lnTo>
                  <a:pt x="94" y="480"/>
                </a:lnTo>
                <a:lnTo>
                  <a:pt x="116" y="492"/>
                </a:lnTo>
                <a:lnTo>
                  <a:pt x="138" y="498"/>
                </a:lnTo>
                <a:lnTo>
                  <a:pt x="162" y="500"/>
                </a:lnTo>
                <a:lnTo>
                  <a:pt x="162" y="500"/>
                </a:lnTo>
                <a:lnTo>
                  <a:pt x="184" y="498"/>
                </a:lnTo>
                <a:lnTo>
                  <a:pt x="204" y="494"/>
                </a:lnTo>
                <a:lnTo>
                  <a:pt x="222" y="488"/>
                </a:lnTo>
                <a:lnTo>
                  <a:pt x="238" y="478"/>
                </a:lnTo>
                <a:lnTo>
                  <a:pt x="254" y="468"/>
                </a:lnTo>
                <a:lnTo>
                  <a:pt x="268" y="454"/>
                </a:lnTo>
                <a:lnTo>
                  <a:pt x="278" y="438"/>
                </a:lnTo>
                <a:lnTo>
                  <a:pt x="288" y="420"/>
                </a:lnTo>
                <a:lnTo>
                  <a:pt x="288" y="492"/>
                </a:lnTo>
                <a:lnTo>
                  <a:pt x="366" y="492"/>
                </a:lnTo>
                <a:lnTo>
                  <a:pt x="366" y="330"/>
                </a:lnTo>
                <a:lnTo>
                  <a:pt x="366" y="330"/>
                </a:lnTo>
                <a:lnTo>
                  <a:pt x="366" y="320"/>
                </a:lnTo>
                <a:lnTo>
                  <a:pt x="368" y="308"/>
                </a:lnTo>
                <a:lnTo>
                  <a:pt x="368" y="308"/>
                </a:lnTo>
                <a:lnTo>
                  <a:pt x="372" y="302"/>
                </a:lnTo>
                <a:lnTo>
                  <a:pt x="376" y="296"/>
                </a:lnTo>
                <a:lnTo>
                  <a:pt x="384" y="288"/>
                </a:lnTo>
                <a:lnTo>
                  <a:pt x="392" y="282"/>
                </a:lnTo>
                <a:lnTo>
                  <a:pt x="402" y="278"/>
                </a:lnTo>
                <a:lnTo>
                  <a:pt x="414" y="272"/>
                </a:lnTo>
                <a:lnTo>
                  <a:pt x="426" y="270"/>
                </a:lnTo>
                <a:lnTo>
                  <a:pt x="440" y="268"/>
                </a:lnTo>
                <a:lnTo>
                  <a:pt x="440" y="268"/>
                </a:lnTo>
                <a:lnTo>
                  <a:pt x="452" y="270"/>
                </a:lnTo>
                <a:lnTo>
                  <a:pt x="462" y="272"/>
                </a:lnTo>
                <a:lnTo>
                  <a:pt x="468" y="278"/>
                </a:lnTo>
                <a:lnTo>
                  <a:pt x="474" y="284"/>
                </a:lnTo>
                <a:lnTo>
                  <a:pt x="480" y="294"/>
                </a:lnTo>
                <a:lnTo>
                  <a:pt x="482" y="306"/>
                </a:lnTo>
                <a:lnTo>
                  <a:pt x="484" y="322"/>
                </a:lnTo>
                <a:lnTo>
                  <a:pt x="484" y="340"/>
                </a:lnTo>
                <a:lnTo>
                  <a:pt x="484" y="492"/>
                </a:lnTo>
                <a:lnTo>
                  <a:pt x="562" y="492"/>
                </a:lnTo>
                <a:lnTo>
                  <a:pt x="562" y="428"/>
                </a:lnTo>
                <a:lnTo>
                  <a:pt x="562" y="428"/>
                </a:lnTo>
                <a:lnTo>
                  <a:pt x="564" y="430"/>
                </a:lnTo>
                <a:lnTo>
                  <a:pt x="564" y="430"/>
                </a:lnTo>
                <a:lnTo>
                  <a:pt x="574" y="444"/>
                </a:lnTo>
                <a:lnTo>
                  <a:pt x="584" y="460"/>
                </a:lnTo>
                <a:lnTo>
                  <a:pt x="598" y="472"/>
                </a:lnTo>
                <a:lnTo>
                  <a:pt x="614" y="482"/>
                </a:lnTo>
                <a:lnTo>
                  <a:pt x="630" y="490"/>
                </a:lnTo>
                <a:lnTo>
                  <a:pt x="646" y="496"/>
                </a:lnTo>
                <a:lnTo>
                  <a:pt x="664" y="500"/>
                </a:lnTo>
                <a:lnTo>
                  <a:pt x="684" y="500"/>
                </a:lnTo>
                <a:lnTo>
                  <a:pt x="684" y="500"/>
                </a:lnTo>
                <a:lnTo>
                  <a:pt x="700" y="500"/>
                </a:lnTo>
                <a:lnTo>
                  <a:pt x="716" y="498"/>
                </a:lnTo>
                <a:lnTo>
                  <a:pt x="732" y="492"/>
                </a:lnTo>
                <a:lnTo>
                  <a:pt x="748" y="488"/>
                </a:lnTo>
                <a:lnTo>
                  <a:pt x="762" y="480"/>
                </a:lnTo>
                <a:lnTo>
                  <a:pt x="776" y="472"/>
                </a:lnTo>
                <a:lnTo>
                  <a:pt x="788" y="462"/>
                </a:lnTo>
                <a:lnTo>
                  <a:pt x="800" y="452"/>
                </a:lnTo>
                <a:lnTo>
                  <a:pt x="800" y="452"/>
                </a:lnTo>
                <a:lnTo>
                  <a:pt x="812" y="468"/>
                </a:lnTo>
                <a:lnTo>
                  <a:pt x="822" y="476"/>
                </a:lnTo>
                <a:lnTo>
                  <a:pt x="832" y="484"/>
                </a:lnTo>
                <a:lnTo>
                  <a:pt x="848" y="490"/>
                </a:lnTo>
                <a:lnTo>
                  <a:pt x="864" y="496"/>
                </a:lnTo>
                <a:lnTo>
                  <a:pt x="884" y="500"/>
                </a:lnTo>
                <a:lnTo>
                  <a:pt x="906" y="502"/>
                </a:lnTo>
                <a:lnTo>
                  <a:pt x="914" y="502"/>
                </a:lnTo>
                <a:lnTo>
                  <a:pt x="914" y="432"/>
                </a:lnTo>
                <a:lnTo>
                  <a:pt x="906" y="4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127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3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W Head Office" panose="020B0504040200000003" pitchFamily="34" charset="0"/>
              <a:ea typeface="+mn-ea"/>
              <a:cs typeface="+mn-cs"/>
              <a:sym typeface="Helvetica Light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C0746CC-079C-4C2B-9A08-41DB802E74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09847" y="6084407"/>
            <a:ext cx="494400" cy="3264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 sz="133"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Graphic 3">
            <a:extLst>
              <a:ext uri="{FF2B5EF4-FFF2-40B4-BE49-F238E27FC236}">
                <a16:creationId xmlns:a16="http://schemas.microsoft.com/office/drawing/2014/main" id="{1160C7E1-0B3C-4A4F-85A9-3E6B1B3DB6EC}"/>
              </a:ext>
            </a:extLst>
          </p:cNvPr>
          <p:cNvSpPr/>
          <p:nvPr userDrawn="1"/>
        </p:nvSpPr>
        <p:spPr>
          <a:xfrm>
            <a:off x="10793695" y="6084407"/>
            <a:ext cx="343940" cy="343940"/>
          </a:xfrm>
          <a:custGeom>
            <a:avLst/>
            <a:gdLst>
              <a:gd name="connsiteX0" fmla="*/ 3428548 w 6848952"/>
              <a:gd name="connsiteY0" fmla="*/ 0 h 6848952"/>
              <a:gd name="connsiteX1" fmla="*/ 0 w 6848952"/>
              <a:gd name="connsiteY1" fmla="*/ 3428548 h 6848952"/>
              <a:gd name="connsiteX2" fmla="*/ 3429000 w 6848952"/>
              <a:gd name="connsiteY2" fmla="*/ 6857548 h 6848952"/>
              <a:gd name="connsiteX3" fmla="*/ 6858000 w 6848952"/>
              <a:gd name="connsiteY3" fmla="*/ 3428548 h 6848952"/>
              <a:gd name="connsiteX4" fmla="*/ 3428548 w 6848952"/>
              <a:gd name="connsiteY4" fmla="*/ 0 h 6848952"/>
              <a:gd name="connsiteX5" fmla="*/ 3428548 w 6848952"/>
              <a:gd name="connsiteY5" fmla="*/ 590982 h 6848952"/>
              <a:gd name="connsiteX6" fmla="*/ 4222737 w 6848952"/>
              <a:gd name="connsiteY6" fmla="*/ 703805 h 6848952"/>
              <a:gd name="connsiteX7" fmla="*/ 3434700 w 6848952"/>
              <a:gd name="connsiteY7" fmla="*/ 2566322 h 6848952"/>
              <a:gd name="connsiteX8" fmla="*/ 2586497 w 6848952"/>
              <a:gd name="connsiteY8" fmla="*/ 718009 h 6848952"/>
              <a:gd name="connsiteX9" fmla="*/ 3428548 w 6848952"/>
              <a:gd name="connsiteY9" fmla="*/ 590982 h 6848952"/>
              <a:gd name="connsiteX10" fmla="*/ 1951002 w 6848952"/>
              <a:gd name="connsiteY10" fmla="*/ 1005629 h 6848952"/>
              <a:gd name="connsiteX11" fmla="*/ 3029915 w 6848952"/>
              <a:gd name="connsiteY11" fmla="*/ 3335449 h 6848952"/>
              <a:gd name="connsiteX12" fmla="*/ 3839485 w 6848952"/>
              <a:gd name="connsiteY12" fmla="*/ 3335449 h 6848952"/>
              <a:gd name="connsiteX13" fmla="*/ 4854614 w 6848952"/>
              <a:gd name="connsiteY13" fmla="*/ 974958 h 6848952"/>
              <a:gd name="connsiteX14" fmla="*/ 5719644 w 6848952"/>
              <a:gd name="connsiteY14" fmla="*/ 1754399 h 6848952"/>
              <a:gd name="connsiteX15" fmla="*/ 4448743 w 6848952"/>
              <a:gd name="connsiteY15" fmla="*/ 4711754 h 6848952"/>
              <a:gd name="connsiteX16" fmla="*/ 3865904 w 6848952"/>
              <a:gd name="connsiteY16" fmla="*/ 3481295 h 6848952"/>
              <a:gd name="connsiteX17" fmla="*/ 3031996 w 6848952"/>
              <a:gd name="connsiteY17" fmla="*/ 3481295 h 6848952"/>
              <a:gd name="connsiteX18" fmla="*/ 2481456 w 6848952"/>
              <a:gd name="connsiteY18" fmla="*/ 4744144 h 6848952"/>
              <a:gd name="connsiteX19" fmla="*/ 1101985 w 6848952"/>
              <a:gd name="connsiteY19" fmla="*/ 1803708 h 6848952"/>
              <a:gd name="connsiteX20" fmla="*/ 1951002 w 6848952"/>
              <a:gd name="connsiteY20" fmla="*/ 1005629 h 6848952"/>
              <a:gd name="connsiteX21" fmla="*/ 590982 w 6848952"/>
              <a:gd name="connsiteY21" fmla="*/ 3428548 h 6848952"/>
              <a:gd name="connsiteX22" fmla="*/ 713395 w 6848952"/>
              <a:gd name="connsiteY22" fmla="*/ 2601516 h 6848952"/>
              <a:gd name="connsiteX23" fmla="*/ 716652 w 6848952"/>
              <a:gd name="connsiteY23" fmla="*/ 2606854 h 6848952"/>
              <a:gd name="connsiteX24" fmla="*/ 2309644 w 6848952"/>
              <a:gd name="connsiteY24" fmla="*/ 6036850 h 6848952"/>
              <a:gd name="connsiteX25" fmla="*/ 590982 w 6848952"/>
              <a:gd name="connsiteY25" fmla="*/ 3428548 h 6848952"/>
              <a:gd name="connsiteX26" fmla="*/ 2630378 w 6848952"/>
              <a:gd name="connsiteY26" fmla="*/ 6151843 h 6848952"/>
              <a:gd name="connsiteX27" fmla="*/ 2635354 w 6848952"/>
              <a:gd name="connsiteY27" fmla="*/ 6144424 h 6848952"/>
              <a:gd name="connsiteX28" fmla="*/ 3444924 w 6848952"/>
              <a:gd name="connsiteY28" fmla="*/ 4241917 h 6848952"/>
              <a:gd name="connsiteX29" fmla="*/ 4324612 w 6848952"/>
              <a:gd name="connsiteY29" fmla="*/ 6121353 h 6848952"/>
              <a:gd name="connsiteX30" fmla="*/ 2630378 w 6848952"/>
              <a:gd name="connsiteY30" fmla="*/ 6151843 h 6848952"/>
              <a:gd name="connsiteX31" fmla="*/ 4658645 w 6848952"/>
              <a:gd name="connsiteY31" fmla="*/ 5986093 h 6848952"/>
              <a:gd name="connsiteX32" fmla="*/ 4659279 w 6848952"/>
              <a:gd name="connsiteY32" fmla="*/ 5982475 h 6848952"/>
              <a:gd name="connsiteX33" fmla="*/ 6128230 w 6848952"/>
              <a:gd name="connsiteY33" fmla="*/ 2552569 h 6848952"/>
              <a:gd name="connsiteX34" fmla="*/ 6266113 w 6848952"/>
              <a:gd name="connsiteY34" fmla="*/ 3428548 h 6848952"/>
              <a:gd name="connsiteX35" fmla="*/ 4658645 w 6848952"/>
              <a:gd name="connsiteY35" fmla="*/ 5986365 h 684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848952" h="6848952">
                <a:moveTo>
                  <a:pt x="3428548" y="0"/>
                </a:moveTo>
                <a:cubicBezTo>
                  <a:pt x="1534998" y="0"/>
                  <a:pt x="0" y="1534998"/>
                  <a:pt x="0" y="3428548"/>
                </a:cubicBezTo>
                <a:cubicBezTo>
                  <a:pt x="0" y="5322098"/>
                  <a:pt x="1534998" y="6857548"/>
                  <a:pt x="3429000" y="6857548"/>
                </a:cubicBezTo>
                <a:cubicBezTo>
                  <a:pt x="5323003" y="6857548"/>
                  <a:pt x="6858000" y="5322550"/>
                  <a:pt x="6858000" y="3428548"/>
                </a:cubicBezTo>
                <a:cubicBezTo>
                  <a:pt x="6858000" y="1534545"/>
                  <a:pt x="5322098" y="0"/>
                  <a:pt x="3428548" y="0"/>
                </a:cubicBezTo>
                <a:close/>
                <a:moveTo>
                  <a:pt x="3428548" y="590982"/>
                </a:moveTo>
                <a:cubicBezTo>
                  <a:pt x="3697285" y="590789"/>
                  <a:pt x="3964686" y="628776"/>
                  <a:pt x="4222737" y="703805"/>
                </a:cubicBezTo>
                <a:lnTo>
                  <a:pt x="3434700" y="2566322"/>
                </a:lnTo>
                <a:lnTo>
                  <a:pt x="2586497" y="718009"/>
                </a:lnTo>
                <a:cubicBezTo>
                  <a:pt x="2859197" y="633568"/>
                  <a:pt x="3143074" y="590744"/>
                  <a:pt x="3428548" y="590982"/>
                </a:cubicBezTo>
                <a:close/>
                <a:moveTo>
                  <a:pt x="1951002" y="1005629"/>
                </a:moveTo>
                <a:lnTo>
                  <a:pt x="3029915" y="3335449"/>
                </a:lnTo>
                <a:lnTo>
                  <a:pt x="3839485" y="3335449"/>
                </a:lnTo>
                <a:lnTo>
                  <a:pt x="4854614" y="974958"/>
                </a:lnTo>
                <a:cubicBezTo>
                  <a:pt x="5193489" y="1172523"/>
                  <a:pt x="5487968" y="1437865"/>
                  <a:pt x="5719644" y="1754399"/>
                </a:cubicBezTo>
                <a:lnTo>
                  <a:pt x="4448743" y="4711754"/>
                </a:lnTo>
                <a:lnTo>
                  <a:pt x="3865904" y="3481295"/>
                </a:lnTo>
                <a:lnTo>
                  <a:pt x="3031996" y="3481295"/>
                </a:lnTo>
                <a:lnTo>
                  <a:pt x="2481456" y="4744144"/>
                </a:lnTo>
                <a:lnTo>
                  <a:pt x="1101985" y="1803708"/>
                </a:lnTo>
                <a:cubicBezTo>
                  <a:pt x="1327085" y="1482117"/>
                  <a:pt x="1616116" y="1210427"/>
                  <a:pt x="1951002" y="1005629"/>
                </a:cubicBezTo>
                <a:close/>
                <a:moveTo>
                  <a:pt x="590982" y="3428548"/>
                </a:moveTo>
                <a:cubicBezTo>
                  <a:pt x="590713" y="3148337"/>
                  <a:pt x="631966" y="2869634"/>
                  <a:pt x="713395" y="2601516"/>
                </a:cubicBezTo>
                <a:lnTo>
                  <a:pt x="716652" y="2606854"/>
                </a:lnTo>
                <a:lnTo>
                  <a:pt x="2309644" y="6036850"/>
                </a:lnTo>
                <a:cubicBezTo>
                  <a:pt x="1298949" y="5602660"/>
                  <a:pt x="590982" y="4598389"/>
                  <a:pt x="590982" y="3428548"/>
                </a:cubicBezTo>
                <a:close/>
                <a:moveTo>
                  <a:pt x="2630378" y="6151843"/>
                </a:moveTo>
                <a:lnTo>
                  <a:pt x="2635354" y="6144424"/>
                </a:lnTo>
                <a:lnTo>
                  <a:pt x="3444924" y="4241917"/>
                </a:lnTo>
                <a:lnTo>
                  <a:pt x="4324612" y="6121353"/>
                </a:lnTo>
                <a:cubicBezTo>
                  <a:pt x="3776010" y="6302993"/>
                  <a:pt x="3185161" y="6313626"/>
                  <a:pt x="2630378" y="6151843"/>
                </a:cubicBezTo>
                <a:close/>
                <a:moveTo>
                  <a:pt x="4658645" y="5986093"/>
                </a:moveTo>
                <a:lnTo>
                  <a:pt x="4659279" y="5982475"/>
                </a:lnTo>
                <a:lnTo>
                  <a:pt x="6128230" y="2552569"/>
                </a:lnTo>
                <a:cubicBezTo>
                  <a:pt x="6219858" y="2835521"/>
                  <a:pt x="6266388" y="3131130"/>
                  <a:pt x="6266113" y="3428548"/>
                </a:cubicBezTo>
                <a:cubicBezTo>
                  <a:pt x="6266113" y="4554961"/>
                  <a:pt x="5609808" y="5528109"/>
                  <a:pt x="4658645" y="5986365"/>
                </a:cubicBezTo>
                <a:close/>
              </a:path>
            </a:pathLst>
          </a:custGeom>
          <a:solidFill>
            <a:srgbClr val="FFFFFF"/>
          </a:solidFill>
          <a:ln w="90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080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42" Type="http://schemas.openxmlformats.org/officeDocument/2006/relationships/slideLayout" Target="../slideLayouts/slideLayout77.xml"/><Relationship Id="rId47" Type="http://schemas.openxmlformats.org/officeDocument/2006/relationships/slideLayout" Target="../slideLayouts/slideLayout82.xml"/><Relationship Id="rId50" Type="http://schemas.openxmlformats.org/officeDocument/2006/relationships/slideLayout" Target="../slideLayouts/slideLayout85.xml"/><Relationship Id="rId55" Type="http://schemas.openxmlformats.org/officeDocument/2006/relationships/slideLayout" Target="../slideLayouts/slideLayout90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5.xml"/><Relationship Id="rId45" Type="http://schemas.openxmlformats.org/officeDocument/2006/relationships/slideLayout" Target="../slideLayouts/slideLayout80.xml"/><Relationship Id="rId53" Type="http://schemas.openxmlformats.org/officeDocument/2006/relationships/slideLayout" Target="../slideLayouts/slideLayout88.xml"/><Relationship Id="rId58" Type="http://schemas.openxmlformats.org/officeDocument/2006/relationships/image" Target="../media/image10.png"/><Relationship Id="rId5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Relationship Id="rId43" Type="http://schemas.openxmlformats.org/officeDocument/2006/relationships/slideLayout" Target="../slideLayouts/slideLayout78.xml"/><Relationship Id="rId48" Type="http://schemas.openxmlformats.org/officeDocument/2006/relationships/slideLayout" Target="../slideLayouts/slideLayout83.xml"/><Relationship Id="rId56" Type="http://schemas.openxmlformats.org/officeDocument/2006/relationships/slideLayout" Target="../slideLayouts/slideLayout91.xml"/><Relationship Id="rId8" Type="http://schemas.openxmlformats.org/officeDocument/2006/relationships/slideLayout" Target="../slideLayouts/slideLayout43.xml"/><Relationship Id="rId51" Type="http://schemas.openxmlformats.org/officeDocument/2006/relationships/slideLayout" Target="../slideLayouts/slideLayout86.xml"/><Relationship Id="rId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slideLayout" Target="../slideLayouts/slideLayout73.xml"/><Relationship Id="rId4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55.xml"/><Relationship Id="rId41" Type="http://schemas.openxmlformats.org/officeDocument/2006/relationships/slideLayout" Target="../slideLayouts/slideLayout76.xml"/><Relationship Id="rId54" Type="http://schemas.openxmlformats.org/officeDocument/2006/relationships/slideLayout" Target="../slideLayouts/slideLayout89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49" Type="http://schemas.openxmlformats.org/officeDocument/2006/relationships/slideLayout" Target="../slideLayouts/slideLayout84.xml"/><Relationship Id="rId57" Type="http://schemas.openxmlformats.org/officeDocument/2006/relationships/theme" Target="../theme/theme3.xml"/><Relationship Id="rId10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6.xml"/><Relationship Id="rId44" Type="http://schemas.openxmlformats.org/officeDocument/2006/relationships/slideLayout" Target="../slideLayouts/slideLayout79.xml"/><Relationship Id="rId52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84345" y="347537"/>
            <a:ext cx="11630507" cy="1020889"/>
          </a:xfrm>
          <a:prstGeom prst="rect">
            <a:avLst/>
          </a:prstGeom>
        </p:spPr>
        <p:txBody>
          <a:bodyPr vert="horz" lIns="162000" tIns="94500" rIns="68580" bIns="3429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954087" y="1368426"/>
            <a:ext cx="10687052" cy="45450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682C68-7433-43EC-9996-7E0E01C50D02}"/>
              </a:ext>
            </a:extLst>
          </p:cNvPr>
          <p:cNvGrpSpPr/>
          <p:nvPr/>
        </p:nvGrpSpPr>
        <p:grpSpPr>
          <a:xfrm>
            <a:off x="206923" y="6249777"/>
            <a:ext cx="9754109" cy="343940"/>
            <a:chOff x="206922" y="6249777"/>
            <a:chExt cx="9754109" cy="343940"/>
          </a:xfrm>
        </p:grpSpPr>
        <p:sp>
          <p:nvSpPr>
            <p:cNvPr id="15" name="Graphic 3">
              <a:extLst>
                <a:ext uri="{FF2B5EF4-FFF2-40B4-BE49-F238E27FC236}">
                  <a16:creationId xmlns:a16="http://schemas.microsoft.com/office/drawing/2014/main" id="{5A78FDFE-D2F6-4DBB-BDC0-7736488A0F88}"/>
                </a:ext>
              </a:extLst>
            </p:cNvPr>
            <p:cNvSpPr/>
            <p:nvPr/>
          </p:nvSpPr>
          <p:spPr>
            <a:xfrm>
              <a:off x="206922" y="6249777"/>
              <a:ext cx="343939" cy="343940"/>
            </a:xfrm>
            <a:custGeom>
              <a:avLst/>
              <a:gdLst>
                <a:gd name="connsiteX0" fmla="*/ 3428548 w 6848952"/>
                <a:gd name="connsiteY0" fmla="*/ 0 h 6848952"/>
                <a:gd name="connsiteX1" fmla="*/ 0 w 6848952"/>
                <a:gd name="connsiteY1" fmla="*/ 3428548 h 6848952"/>
                <a:gd name="connsiteX2" fmla="*/ 3429000 w 6848952"/>
                <a:gd name="connsiteY2" fmla="*/ 6857548 h 6848952"/>
                <a:gd name="connsiteX3" fmla="*/ 6858000 w 6848952"/>
                <a:gd name="connsiteY3" fmla="*/ 3428548 h 6848952"/>
                <a:gd name="connsiteX4" fmla="*/ 3428548 w 6848952"/>
                <a:gd name="connsiteY4" fmla="*/ 0 h 6848952"/>
                <a:gd name="connsiteX5" fmla="*/ 3428548 w 6848952"/>
                <a:gd name="connsiteY5" fmla="*/ 590982 h 6848952"/>
                <a:gd name="connsiteX6" fmla="*/ 4222737 w 6848952"/>
                <a:gd name="connsiteY6" fmla="*/ 703805 h 6848952"/>
                <a:gd name="connsiteX7" fmla="*/ 3434700 w 6848952"/>
                <a:gd name="connsiteY7" fmla="*/ 2566322 h 6848952"/>
                <a:gd name="connsiteX8" fmla="*/ 2586497 w 6848952"/>
                <a:gd name="connsiteY8" fmla="*/ 718009 h 6848952"/>
                <a:gd name="connsiteX9" fmla="*/ 3428548 w 6848952"/>
                <a:gd name="connsiteY9" fmla="*/ 590982 h 6848952"/>
                <a:gd name="connsiteX10" fmla="*/ 1951002 w 6848952"/>
                <a:gd name="connsiteY10" fmla="*/ 1005629 h 6848952"/>
                <a:gd name="connsiteX11" fmla="*/ 3029915 w 6848952"/>
                <a:gd name="connsiteY11" fmla="*/ 3335449 h 6848952"/>
                <a:gd name="connsiteX12" fmla="*/ 3839485 w 6848952"/>
                <a:gd name="connsiteY12" fmla="*/ 3335449 h 6848952"/>
                <a:gd name="connsiteX13" fmla="*/ 4854614 w 6848952"/>
                <a:gd name="connsiteY13" fmla="*/ 974958 h 6848952"/>
                <a:gd name="connsiteX14" fmla="*/ 5719644 w 6848952"/>
                <a:gd name="connsiteY14" fmla="*/ 1754399 h 6848952"/>
                <a:gd name="connsiteX15" fmla="*/ 4448743 w 6848952"/>
                <a:gd name="connsiteY15" fmla="*/ 4711754 h 6848952"/>
                <a:gd name="connsiteX16" fmla="*/ 3865904 w 6848952"/>
                <a:gd name="connsiteY16" fmla="*/ 3481295 h 6848952"/>
                <a:gd name="connsiteX17" fmla="*/ 3031996 w 6848952"/>
                <a:gd name="connsiteY17" fmla="*/ 3481295 h 6848952"/>
                <a:gd name="connsiteX18" fmla="*/ 2481456 w 6848952"/>
                <a:gd name="connsiteY18" fmla="*/ 4744144 h 6848952"/>
                <a:gd name="connsiteX19" fmla="*/ 1101985 w 6848952"/>
                <a:gd name="connsiteY19" fmla="*/ 1803708 h 6848952"/>
                <a:gd name="connsiteX20" fmla="*/ 1951002 w 6848952"/>
                <a:gd name="connsiteY20" fmla="*/ 1005629 h 6848952"/>
                <a:gd name="connsiteX21" fmla="*/ 590982 w 6848952"/>
                <a:gd name="connsiteY21" fmla="*/ 3428548 h 6848952"/>
                <a:gd name="connsiteX22" fmla="*/ 713395 w 6848952"/>
                <a:gd name="connsiteY22" fmla="*/ 2601516 h 6848952"/>
                <a:gd name="connsiteX23" fmla="*/ 716652 w 6848952"/>
                <a:gd name="connsiteY23" fmla="*/ 2606854 h 6848952"/>
                <a:gd name="connsiteX24" fmla="*/ 2309644 w 6848952"/>
                <a:gd name="connsiteY24" fmla="*/ 6036850 h 6848952"/>
                <a:gd name="connsiteX25" fmla="*/ 590982 w 6848952"/>
                <a:gd name="connsiteY25" fmla="*/ 3428548 h 6848952"/>
                <a:gd name="connsiteX26" fmla="*/ 2630378 w 6848952"/>
                <a:gd name="connsiteY26" fmla="*/ 6151843 h 6848952"/>
                <a:gd name="connsiteX27" fmla="*/ 2635354 w 6848952"/>
                <a:gd name="connsiteY27" fmla="*/ 6144424 h 6848952"/>
                <a:gd name="connsiteX28" fmla="*/ 3444924 w 6848952"/>
                <a:gd name="connsiteY28" fmla="*/ 4241917 h 6848952"/>
                <a:gd name="connsiteX29" fmla="*/ 4324612 w 6848952"/>
                <a:gd name="connsiteY29" fmla="*/ 6121353 h 6848952"/>
                <a:gd name="connsiteX30" fmla="*/ 2630378 w 6848952"/>
                <a:gd name="connsiteY30" fmla="*/ 6151843 h 6848952"/>
                <a:gd name="connsiteX31" fmla="*/ 4658645 w 6848952"/>
                <a:gd name="connsiteY31" fmla="*/ 5986093 h 6848952"/>
                <a:gd name="connsiteX32" fmla="*/ 4659279 w 6848952"/>
                <a:gd name="connsiteY32" fmla="*/ 5982475 h 6848952"/>
                <a:gd name="connsiteX33" fmla="*/ 6128230 w 6848952"/>
                <a:gd name="connsiteY33" fmla="*/ 2552569 h 6848952"/>
                <a:gd name="connsiteX34" fmla="*/ 6266113 w 6848952"/>
                <a:gd name="connsiteY34" fmla="*/ 3428548 h 6848952"/>
                <a:gd name="connsiteX35" fmla="*/ 4658645 w 6848952"/>
                <a:gd name="connsiteY35" fmla="*/ 5986365 h 684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848952" h="6848952">
                  <a:moveTo>
                    <a:pt x="3428548" y="0"/>
                  </a:moveTo>
                  <a:cubicBezTo>
                    <a:pt x="1534998" y="0"/>
                    <a:pt x="0" y="1534998"/>
                    <a:pt x="0" y="3428548"/>
                  </a:cubicBezTo>
                  <a:cubicBezTo>
                    <a:pt x="0" y="5322098"/>
                    <a:pt x="1534998" y="6857548"/>
                    <a:pt x="3429000" y="6857548"/>
                  </a:cubicBezTo>
                  <a:cubicBezTo>
                    <a:pt x="5323003" y="6857548"/>
                    <a:pt x="6858000" y="5322550"/>
                    <a:pt x="6858000" y="3428548"/>
                  </a:cubicBezTo>
                  <a:cubicBezTo>
                    <a:pt x="6858000" y="1534545"/>
                    <a:pt x="5322098" y="0"/>
                    <a:pt x="3428548" y="0"/>
                  </a:cubicBezTo>
                  <a:close/>
                  <a:moveTo>
                    <a:pt x="3428548" y="590982"/>
                  </a:moveTo>
                  <a:cubicBezTo>
                    <a:pt x="3697285" y="590789"/>
                    <a:pt x="3964686" y="628776"/>
                    <a:pt x="4222737" y="703805"/>
                  </a:cubicBezTo>
                  <a:lnTo>
                    <a:pt x="3434700" y="2566322"/>
                  </a:lnTo>
                  <a:lnTo>
                    <a:pt x="2586497" y="718009"/>
                  </a:lnTo>
                  <a:cubicBezTo>
                    <a:pt x="2859197" y="633568"/>
                    <a:pt x="3143074" y="590744"/>
                    <a:pt x="3428548" y="590982"/>
                  </a:cubicBezTo>
                  <a:close/>
                  <a:moveTo>
                    <a:pt x="1951002" y="1005629"/>
                  </a:moveTo>
                  <a:lnTo>
                    <a:pt x="3029915" y="3335449"/>
                  </a:lnTo>
                  <a:lnTo>
                    <a:pt x="3839485" y="3335449"/>
                  </a:lnTo>
                  <a:lnTo>
                    <a:pt x="4854614" y="974958"/>
                  </a:lnTo>
                  <a:cubicBezTo>
                    <a:pt x="5193489" y="1172523"/>
                    <a:pt x="5487968" y="1437865"/>
                    <a:pt x="5719644" y="1754399"/>
                  </a:cubicBezTo>
                  <a:lnTo>
                    <a:pt x="4448743" y="4711754"/>
                  </a:lnTo>
                  <a:lnTo>
                    <a:pt x="3865904" y="3481295"/>
                  </a:lnTo>
                  <a:lnTo>
                    <a:pt x="3031996" y="3481295"/>
                  </a:lnTo>
                  <a:lnTo>
                    <a:pt x="2481456" y="4744144"/>
                  </a:lnTo>
                  <a:lnTo>
                    <a:pt x="1101985" y="1803708"/>
                  </a:lnTo>
                  <a:cubicBezTo>
                    <a:pt x="1327085" y="1482117"/>
                    <a:pt x="1616116" y="1210427"/>
                    <a:pt x="1951002" y="1005629"/>
                  </a:cubicBezTo>
                  <a:close/>
                  <a:moveTo>
                    <a:pt x="590982" y="3428548"/>
                  </a:moveTo>
                  <a:cubicBezTo>
                    <a:pt x="590713" y="3148337"/>
                    <a:pt x="631966" y="2869634"/>
                    <a:pt x="713395" y="2601516"/>
                  </a:cubicBezTo>
                  <a:lnTo>
                    <a:pt x="716652" y="2606854"/>
                  </a:lnTo>
                  <a:lnTo>
                    <a:pt x="2309644" y="6036850"/>
                  </a:lnTo>
                  <a:cubicBezTo>
                    <a:pt x="1298949" y="5602660"/>
                    <a:pt x="590982" y="4598389"/>
                    <a:pt x="590982" y="3428548"/>
                  </a:cubicBezTo>
                  <a:close/>
                  <a:moveTo>
                    <a:pt x="2630378" y="6151843"/>
                  </a:moveTo>
                  <a:lnTo>
                    <a:pt x="2635354" y="6144424"/>
                  </a:lnTo>
                  <a:lnTo>
                    <a:pt x="3444924" y="4241917"/>
                  </a:lnTo>
                  <a:lnTo>
                    <a:pt x="4324612" y="6121353"/>
                  </a:lnTo>
                  <a:cubicBezTo>
                    <a:pt x="3776010" y="6302993"/>
                    <a:pt x="3185161" y="6313626"/>
                    <a:pt x="2630378" y="6151843"/>
                  </a:cubicBezTo>
                  <a:close/>
                  <a:moveTo>
                    <a:pt x="4658645" y="5986093"/>
                  </a:moveTo>
                  <a:lnTo>
                    <a:pt x="4659279" y="5982475"/>
                  </a:lnTo>
                  <a:lnTo>
                    <a:pt x="6128230" y="2552569"/>
                  </a:lnTo>
                  <a:cubicBezTo>
                    <a:pt x="6219858" y="2835521"/>
                    <a:pt x="6266388" y="3131130"/>
                    <a:pt x="6266113" y="3428548"/>
                  </a:cubicBezTo>
                  <a:cubicBezTo>
                    <a:pt x="6266113" y="4554961"/>
                    <a:pt x="5609808" y="5528109"/>
                    <a:pt x="4658645" y="5986365"/>
                  </a:cubicBezTo>
                  <a:close/>
                </a:path>
              </a:pathLst>
            </a:custGeom>
            <a:solidFill>
              <a:schemeClr val="tx1"/>
            </a:solidFill>
            <a:ln w="90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80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A363D31-E43B-448D-A678-92FB03B81A74}"/>
                </a:ext>
              </a:extLst>
            </p:cNvPr>
            <p:cNvCxnSpPr>
              <a:cxnSpLocks/>
            </p:cNvCxnSpPr>
            <p:nvPr/>
          </p:nvCxnSpPr>
          <p:spPr>
            <a:xfrm>
              <a:off x="817031" y="6406043"/>
              <a:ext cx="9144000" cy="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3BD02E-0012-497F-AB4B-B21D2BFEE726}"/>
              </a:ext>
            </a:extLst>
          </p:cNvPr>
          <p:cNvSpPr txBox="1"/>
          <p:nvPr/>
        </p:nvSpPr>
        <p:spPr>
          <a:xfrm>
            <a:off x="11641138" y="6268999"/>
            <a:ext cx="550863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R="0" lvl="0" indent="0" defTabSz="41272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VW Head Office" panose="020B0504040200000003" pitchFamily="34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7221B736-B051-4053-A5FA-E6EDE8BD9108}" type="slidenum">
              <a:rPr lang="en-GB" sz="900" smtClean="0"/>
              <a:pPr lvl="0"/>
              <a:t>‹#›</a:t>
            </a:fld>
            <a:endParaRPr lang="en-GB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D4037-B60B-4463-87E4-462E000BBD31}"/>
              </a:ext>
            </a:extLst>
          </p:cNvPr>
          <p:cNvSpPr txBox="1"/>
          <p:nvPr/>
        </p:nvSpPr>
        <p:spPr>
          <a:xfrm>
            <a:off x="5766199" y="6456734"/>
            <a:ext cx="550861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700">
                <a:latin typeface="Averta Regular" panose="00000500000000000000" pitchFamily="50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2A069468-4BFA-4547-8535-224FF0C8F38A}" type="slidenum">
              <a:rPr lang="en-GB" sz="933" b="0" smtClean="0">
                <a:latin typeface="+mn-lt"/>
              </a:rPr>
              <a:pPr lvl="0"/>
              <a:t>‹#›</a:t>
            </a:fld>
            <a:endParaRPr lang="en-GB" sz="933" b="0">
              <a:latin typeface="+mn-lt"/>
            </a:endParaRP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58AF04F-28CC-E749-8C6D-6DC950E20730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405" y="6241373"/>
            <a:ext cx="1532733" cy="29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9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760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08863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1pPr>
    </p:titleStyle>
    <p:bodyStyle>
      <a:lvl1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/>
        <a:buNone/>
        <a:defRPr sz="1600" b="1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1pPr>
      <a:lvl2pPr marL="13494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/>
        <a:buNone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2pPr>
      <a:lvl3pPr marL="467760" indent="-256104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100000"/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3pPr>
      <a:lvl4pPr marL="715397" indent="-239173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Calibri" panose="020F0502020204030204" pitchFamily="34" charset="0"/>
        <a:buChar char="‒"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4pPr>
      <a:lvl5pPr marL="1007483" indent="-275153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Calibri" panose="020F0502020204030204" pitchFamily="34" charset="0"/>
        <a:buChar char="‒"/>
        <a:tabLst/>
        <a:defRPr sz="1600" b="0" i="0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5pPr>
      <a:lvl6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476227" indent="-247638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649785" indent="-173558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63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24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88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50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311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71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033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97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67">
          <p15:clr>
            <a:srgbClr val="F26B43"/>
          </p15:clr>
        </p15:guide>
        <p15:guide id="2" pos="5440">
          <p15:clr>
            <a:srgbClr val="F26B43"/>
          </p15:clr>
        </p15:guide>
        <p15:guide id="3" pos="7333">
          <p15:clr>
            <a:srgbClr val="F26B43"/>
          </p15:clr>
        </p15:guide>
        <p15:guide id="4" pos="6834">
          <p15:clr>
            <a:srgbClr val="F26B43"/>
          </p15:clr>
        </p15:guide>
        <p15:guide id="6" pos="2880">
          <p15:clr>
            <a:srgbClr val="F26B43"/>
          </p15:clr>
        </p15:guide>
        <p15:guide id="10" orient="horz" pos="3725">
          <p15:clr>
            <a:srgbClr val="F26B43"/>
          </p15:clr>
        </p15:guide>
        <p15:guide id="11" orient="horz" pos="4111">
          <p15:clr>
            <a:srgbClr val="F26B43"/>
          </p15:clr>
        </p15:guide>
        <p15:guide id="12" orient="horz" pos="164">
          <p15:clr>
            <a:srgbClr val="F26B43"/>
          </p15:clr>
        </p15:guide>
        <p15:guide id="13" orient="horz" pos="862">
          <p15:clr>
            <a:srgbClr val="F26B43"/>
          </p15:clr>
        </p15:guide>
        <p15:guide id="14" pos="7492">
          <p15:clr>
            <a:srgbClr val="F26B43"/>
          </p15:clr>
        </p15:guide>
        <p15:guide id="15" pos="143">
          <p15:clr>
            <a:srgbClr val="F26B43"/>
          </p15:clr>
        </p15:guide>
        <p15:guide id="16" orient="horz" pos="411">
          <p15:clr>
            <a:srgbClr val="F26B43"/>
          </p15:clr>
        </p15:guide>
        <p15:guide id="17" pos="272">
          <p15:clr>
            <a:srgbClr val="F26B43"/>
          </p15:clr>
        </p15:guide>
        <p15:guide id="19" orient="horz" pos="260">
          <p15:clr>
            <a:srgbClr val="F26B43"/>
          </p15:clr>
        </p15:guide>
        <p15:guide id="21" pos="7265">
          <p15:clr>
            <a:srgbClr val="F26B43"/>
          </p15:clr>
        </p15:guide>
        <p15:guide id="22" pos="580">
          <p15:clr>
            <a:srgbClr val="F26B43"/>
          </p15:clr>
        </p15:guide>
        <p15:guide id="23" orient="horz" pos="528">
          <p15:clr>
            <a:srgbClr val="F26B43"/>
          </p15:clr>
        </p15:guide>
        <p15:guide id="24" pos="3840">
          <p15:clr>
            <a:srgbClr val="F26B43"/>
          </p15:clr>
        </p15:guide>
        <p15:guide id="25" orient="horz" pos="1139">
          <p15:clr>
            <a:srgbClr val="F26B43"/>
          </p15:clr>
        </p15:guide>
        <p15:guide id="26" pos="589">
          <p15:clr>
            <a:srgbClr val="F26B43"/>
          </p15:clr>
        </p15:guide>
        <p15:guide id="27" pos="52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0E3D79"/>
            </a:gs>
            <a:gs pos="100000">
              <a:srgbClr val="18315C"/>
            </a:gs>
          </a:gsLst>
          <a:path path="shape">
            <a:fillToRect l="37285" t="27332" r="62714" b="72667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id"/>
          <p:cNvGrpSpPr/>
          <p:nvPr/>
        </p:nvGrpSpPr>
        <p:grpSpPr>
          <a:xfrm>
            <a:off x="609262" y="-727891"/>
            <a:ext cx="10973477" cy="271677"/>
            <a:chOff x="0" y="0"/>
            <a:chExt cx="21946952" cy="543353"/>
          </a:xfrm>
          <a:solidFill>
            <a:schemeClr val="accent4"/>
          </a:solidFill>
        </p:grpSpPr>
        <p:sp>
          <p:nvSpPr>
            <p:cNvPr id="3" name="Rechteck"/>
            <p:cNvSpPr/>
            <p:nvPr/>
          </p:nvSpPr>
          <p:spPr>
            <a:xfrm>
              <a:off x="0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4" name="Rechteck"/>
            <p:cNvSpPr/>
            <p:nvPr/>
          </p:nvSpPr>
          <p:spPr>
            <a:xfrm>
              <a:off x="1865490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5" name="Rechteck"/>
            <p:cNvSpPr/>
            <p:nvPr/>
          </p:nvSpPr>
          <p:spPr>
            <a:xfrm>
              <a:off x="3730979" y="0"/>
              <a:ext cx="1426566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6" name="Rechteck"/>
            <p:cNvSpPr/>
            <p:nvPr/>
          </p:nvSpPr>
          <p:spPr>
            <a:xfrm>
              <a:off x="5596469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7" name="Rechteck"/>
            <p:cNvSpPr/>
            <p:nvPr/>
          </p:nvSpPr>
          <p:spPr>
            <a:xfrm>
              <a:off x="7461959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8" name="Rechteck"/>
            <p:cNvSpPr/>
            <p:nvPr/>
          </p:nvSpPr>
          <p:spPr>
            <a:xfrm>
              <a:off x="9327449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9" name="Rechteck"/>
            <p:cNvSpPr/>
            <p:nvPr/>
          </p:nvSpPr>
          <p:spPr>
            <a:xfrm>
              <a:off x="11192939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10" name="Rechteck"/>
            <p:cNvSpPr/>
            <p:nvPr/>
          </p:nvSpPr>
          <p:spPr>
            <a:xfrm>
              <a:off x="13058429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11" name="Rechteck"/>
            <p:cNvSpPr/>
            <p:nvPr/>
          </p:nvSpPr>
          <p:spPr>
            <a:xfrm>
              <a:off x="14923918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12" name="Rechteck"/>
            <p:cNvSpPr/>
            <p:nvPr/>
          </p:nvSpPr>
          <p:spPr>
            <a:xfrm>
              <a:off x="16789407" y="0"/>
              <a:ext cx="1426566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13" name="Rechteck"/>
            <p:cNvSpPr/>
            <p:nvPr/>
          </p:nvSpPr>
          <p:spPr>
            <a:xfrm>
              <a:off x="18654898" y="0"/>
              <a:ext cx="1426565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  <p:sp>
          <p:nvSpPr>
            <p:cNvPr id="14" name="Rechteck"/>
            <p:cNvSpPr/>
            <p:nvPr/>
          </p:nvSpPr>
          <p:spPr>
            <a:xfrm>
              <a:off x="20520387" y="0"/>
              <a:ext cx="1426566" cy="543354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3200" b="1">
                  <a:solidFill>
                    <a:schemeClr val="accent6"/>
                  </a:solidFill>
                  <a:latin typeface="VW Text"/>
                  <a:ea typeface="VW Text"/>
                  <a:cs typeface="VW Text"/>
                  <a:sym typeface="VW Text"/>
                </a:defRPr>
              </a:pPr>
              <a:endParaRPr sz="1600">
                <a:solidFill>
                  <a:schemeClr val="accent4"/>
                </a:solidFill>
              </a:endParaRPr>
            </a:p>
          </p:txBody>
        </p:sp>
      </p:grpSp>
      <p:sp>
        <p:nvSpPr>
          <p:cNvPr id="17" name="Rechteck"/>
          <p:cNvSpPr/>
          <p:nvPr/>
        </p:nvSpPr>
        <p:spPr>
          <a:xfrm>
            <a:off x="-740089" y="5971247"/>
            <a:ext cx="273051" cy="9155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defRPr sz="3200" b="1">
                <a:solidFill>
                  <a:schemeClr val="accent6"/>
                </a:solidFill>
                <a:latin typeface="VW Text"/>
                <a:ea typeface="VW Text"/>
                <a:cs typeface="VW Text"/>
                <a:sym typeface="VW Text"/>
              </a:defRPr>
            </a:pPr>
            <a:endParaRPr sz="1600"/>
          </a:p>
        </p:txBody>
      </p:sp>
      <p:sp>
        <p:nvSpPr>
          <p:cNvPr id="18" name="Please use this grid for placing your elements on the slide."/>
          <p:cNvSpPr txBox="1"/>
          <p:nvPr/>
        </p:nvSpPr>
        <p:spPr>
          <a:xfrm>
            <a:off x="593038" y="-1105778"/>
            <a:ext cx="3869777" cy="264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lnSpc>
                <a:spcPct val="130000"/>
              </a:lnSpc>
              <a:spcBef>
                <a:spcPts val="3200"/>
              </a:spcBef>
              <a:defRPr sz="2400">
                <a:solidFill>
                  <a:schemeClr val="accent2"/>
                </a:solidFill>
              </a:defRPr>
            </a:lvl1pPr>
          </a:lstStyle>
          <a:p>
            <a:r>
              <a:rPr sz="1200"/>
              <a:t>Please use this grid for placing your elements on the slide.</a:t>
            </a:r>
          </a:p>
        </p:txBody>
      </p:sp>
      <p:sp>
        <p:nvSpPr>
          <p:cNvPr id="19" name="Please keep your elements as often  as possible above this rectangle."/>
          <p:cNvSpPr txBox="1"/>
          <p:nvPr/>
        </p:nvSpPr>
        <p:spPr>
          <a:xfrm>
            <a:off x="-3323728" y="6154102"/>
            <a:ext cx="2427075" cy="50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/>
          <a:p>
            <a:pPr>
              <a:lnSpc>
                <a:spcPct val="130000"/>
              </a:lnSpc>
              <a:spcBef>
                <a:spcPts val="1600"/>
              </a:spcBef>
              <a:defRPr sz="2400">
                <a:solidFill>
                  <a:schemeClr val="accent2"/>
                </a:solidFill>
              </a:defRPr>
            </a:pPr>
            <a:r>
              <a:rPr sz="1200"/>
              <a:t>Please keep your elements as often </a:t>
            </a:r>
            <a:br>
              <a:rPr sz="1200"/>
            </a:br>
            <a:r>
              <a:rPr sz="1200"/>
              <a:t>as possible above this rectangle.</a:t>
            </a:r>
          </a:p>
        </p:txBody>
      </p:sp>
      <p:pic>
        <p:nvPicPr>
          <p:cNvPr id="20" name="logo.png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1743" y="5873262"/>
            <a:ext cx="684161" cy="70582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7B6E10-DA23-744C-8BDE-B06D98FDE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6387" y="6342496"/>
            <a:ext cx="8797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cs typeface="+mn-cs"/>
              </a:defRPr>
            </a:lvl1pPr>
          </a:lstStyle>
          <a:p>
            <a:fld id="{D3FC63E3-50FF-CA44-B2D7-00F097EEDEB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264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ln>
            <a:noFill/>
          </a:ln>
          <a:solidFill>
            <a:schemeClr val="bg1"/>
          </a:solidFill>
          <a:uFillTx/>
          <a:latin typeface="VW Head" panose="020B0504040200000003" pitchFamily="34" charset="0"/>
          <a:ea typeface="VW Head" panose="020B0504040200000003" pitchFamily="34" charset="0"/>
          <a:cs typeface="VW Head" panose="020B0504040200000003" pitchFamily="34" charset="0"/>
          <a:sym typeface="VW Text Light"/>
        </a:defRPr>
      </a:lvl1pPr>
      <a:lvl2pPr marL="0" marR="0" indent="1143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2pPr>
      <a:lvl3pPr marL="0" marR="0" indent="2286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3pPr>
      <a:lvl4pPr marL="0" marR="0" indent="3429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4pPr>
      <a:lvl5pPr marL="0" marR="0" indent="4572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5pPr>
      <a:lvl6pPr marL="0" marR="0" indent="5715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6pPr>
      <a:lvl7pPr marL="0" marR="0" indent="6858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7pPr>
      <a:lvl8pPr marL="0" marR="0" indent="8001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8pPr>
      <a:lvl9pPr marL="0" marR="0" indent="9144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9pPr>
    </p:titleStyle>
    <p:bodyStyle>
      <a:lvl1pPr marL="171450" marR="0" indent="-17145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500" b="0" i="0" u="none" strike="noStrike" cap="none" spc="0" baseline="0">
          <a:ln>
            <a:noFill/>
          </a:ln>
          <a:solidFill>
            <a:schemeClr val="bg1"/>
          </a:solidFill>
          <a:uFillTx/>
          <a:latin typeface="VW Text Light" panose="020B0304040200000003" pitchFamily="34" charset="0"/>
          <a:ea typeface="VW Text Light" panose="020B0304040200000003" pitchFamily="34" charset="0"/>
          <a:cs typeface="VW Text Light" panose="020B0304040200000003" pitchFamily="34" charset="0"/>
          <a:sym typeface="VW Text Light"/>
        </a:defRPr>
      </a:lvl1pPr>
      <a:lvl2pPr marL="0" marR="0" indent="1143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2pPr>
      <a:lvl3pPr marL="0" marR="0" indent="2286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3pPr>
      <a:lvl4pPr marL="0" marR="0" indent="3429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4pPr>
      <a:lvl5pPr marL="0" marR="0" indent="4572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5pPr>
      <a:lvl6pPr marL="0" marR="0" indent="5715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6pPr>
      <a:lvl7pPr marL="0" marR="0" indent="6858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7pPr>
      <a:lvl8pPr marL="0" marR="0" indent="8001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8pPr>
      <a:lvl9pPr marL="0" marR="0" indent="914400" algn="l" defTabSz="412750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accent5">
              <a:hueOff val="12126316"/>
              <a:satOff val="8225"/>
              <a:lumOff val="-54705"/>
            </a:schemeClr>
          </a:solidFill>
          <a:uFillTx/>
          <a:latin typeface="VW Text Light"/>
          <a:ea typeface="VW Text Light"/>
          <a:cs typeface="VW Text Light"/>
          <a:sym typeface="VW Text Light"/>
        </a:defRPr>
      </a:lvl9pPr>
    </p:bodyStyle>
    <p:other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W Text Light"/>
        </a:defRPr>
      </a:lvl9pPr>
    </p:otherStyle>
  </p:txStyles>
  <p:extLst>
    <p:ext uri="{27BBF7A9-308A-43DC-89C8-2F10F3537804}">
      <p15:sldGuideLst xmlns:p15="http://schemas.microsoft.com/office/powerpoint/2012/main">
        <p15:guide id="1" pos="740">
          <p15:clr>
            <a:srgbClr val="F26B43"/>
          </p15:clr>
        </p15:guide>
        <p15:guide id="2" orient="horz" pos="7518">
          <p15:clr>
            <a:srgbClr val="F26B43"/>
          </p15:clr>
        </p15:guide>
        <p15:guide id="3" pos="14575">
          <p15:clr>
            <a:srgbClr val="F26B43"/>
          </p15:clr>
        </p15:guide>
        <p15:guide id="4" pos="11059">
          <p15:clr>
            <a:srgbClr val="F26B43"/>
          </p15:clr>
        </p15:guide>
        <p15:guide id="5" orient="horz" pos="1508">
          <p15:clr>
            <a:srgbClr val="F26B43"/>
          </p15:clr>
        </p15:guide>
        <p15:guide id="6" orient="horz" pos="248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3BD02E-0012-497F-AB4B-B21D2BFEE726}"/>
              </a:ext>
            </a:extLst>
          </p:cNvPr>
          <p:cNvSpPr txBox="1"/>
          <p:nvPr/>
        </p:nvSpPr>
        <p:spPr>
          <a:xfrm>
            <a:off x="11441113" y="6195180"/>
            <a:ext cx="550863" cy="266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R="0" lvl="0" indent="0" defTabSz="41272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VW Head Office" panose="020B0504040200000003" pitchFamily="34" charset="0"/>
                <a:ea typeface="Averta Regular" panose="00000500000000000000" pitchFamily="50" charset="0"/>
                <a:cs typeface="Averta Regular" panose="00000500000000000000" pitchFamily="50" charset="0"/>
              </a:defRPr>
            </a:lvl1pPr>
          </a:lstStyle>
          <a:p>
            <a:pPr lvl="0"/>
            <a:fld id="{7221B736-B051-4053-A5FA-E6EDE8BD9108}" type="slidenum">
              <a:rPr lang="en-GB" sz="900" smtClean="0"/>
              <a:pPr lvl="0"/>
              <a:t>‹#›</a:t>
            </a:fld>
            <a:endParaRPr lang="en-GB" sz="900"/>
          </a:p>
        </p:txBody>
      </p:sp>
      <p:pic>
        <p:nvPicPr>
          <p:cNvPr id="6146" name="Picture 2" descr="Image result for volkswagen logo">
            <a:extLst>
              <a:ext uri="{FF2B5EF4-FFF2-40B4-BE49-F238E27FC236}">
                <a16:creationId xmlns:a16="http://schemas.microsoft.com/office/drawing/2014/main" id="{DBF36FE8-A29D-434C-B214-62822B1C72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6979" y="6064050"/>
            <a:ext cx="610938" cy="62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384345" y="347537"/>
            <a:ext cx="11630507" cy="1020889"/>
          </a:xfrm>
          <a:prstGeom prst="rect">
            <a:avLst/>
          </a:prstGeom>
        </p:spPr>
        <p:txBody>
          <a:bodyPr vert="horz" lIns="162000" tIns="94500" rIns="68580" bIns="3429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954087" y="1368426"/>
            <a:ext cx="10687052" cy="45450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190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  <p:sldLayoutId id="2147483748" r:id="rId49"/>
    <p:sldLayoutId id="2147483749" r:id="rId50"/>
    <p:sldLayoutId id="2147483750" r:id="rId51"/>
    <p:sldLayoutId id="2147483751" r:id="rId52"/>
    <p:sldLayoutId id="2147483752" r:id="rId53"/>
    <p:sldLayoutId id="2147483753" r:id="rId54"/>
    <p:sldLayoutId id="2147483754" r:id="rId55"/>
    <p:sldLayoutId id="2147483757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08863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1pPr>
    </p:titleStyle>
    <p:bodyStyle>
      <a:lvl1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/>
        <a:buNone/>
        <a:defRPr sz="1600" b="1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1pPr>
      <a:lvl2pPr marL="13494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/>
        <a:buNone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2pPr>
      <a:lvl3pPr marL="467760" indent="-256104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SzPct val="100000"/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3pPr>
      <a:lvl4pPr marL="715397" indent="-239173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Calibri" panose="020F0502020204030204" pitchFamily="34" charset="0"/>
        <a:buChar char="‒"/>
        <a:tabLst/>
        <a:defRPr sz="1600" kern="1200">
          <a:solidFill>
            <a:schemeClr val="tx1"/>
          </a:solidFill>
          <a:latin typeface="+mn-lt"/>
          <a:ea typeface="VW Head Office" panose="020B0504040200000003" pitchFamily="34" charset="0"/>
          <a:cs typeface="VW Head Office" panose="020B0504040200000003" pitchFamily="34" charset="0"/>
        </a:defRPr>
      </a:lvl4pPr>
      <a:lvl5pPr marL="1007483" indent="-275153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Calibri" panose="020F0502020204030204" pitchFamily="34" charset="0"/>
        <a:buChar char="‒"/>
        <a:tabLst/>
        <a:defRPr sz="1600" b="0" i="0" kern="1200">
          <a:solidFill>
            <a:schemeClr val="tx1"/>
          </a:solidFill>
          <a:latin typeface="+mn-lt"/>
          <a:ea typeface="VW Head Office" panose="020B0504040200000003" pitchFamily="34" charset="0"/>
          <a:cs typeface="Calibri" panose="020F0502020204030204" pitchFamily="34" charset="0"/>
        </a:defRPr>
      </a:lvl5pPr>
      <a:lvl6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476227" indent="-247638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649785" indent="-173558" algn="l" defTabSz="608863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63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24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88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50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311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71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2033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97" algn="l" defTabSz="60886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67">
          <p15:clr>
            <a:srgbClr val="F26B43"/>
          </p15:clr>
        </p15:guide>
        <p15:guide id="2" pos="5440">
          <p15:clr>
            <a:srgbClr val="F26B43"/>
          </p15:clr>
        </p15:guide>
        <p15:guide id="3" pos="7333">
          <p15:clr>
            <a:srgbClr val="F26B43"/>
          </p15:clr>
        </p15:guide>
        <p15:guide id="4" pos="6834">
          <p15:clr>
            <a:srgbClr val="F26B43"/>
          </p15:clr>
        </p15:guide>
        <p15:guide id="6" pos="2880">
          <p15:clr>
            <a:srgbClr val="F26B43"/>
          </p15:clr>
        </p15:guide>
        <p15:guide id="10" orient="horz" pos="3725">
          <p15:clr>
            <a:srgbClr val="F26B43"/>
          </p15:clr>
        </p15:guide>
        <p15:guide id="11" orient="horz" pos="4111">
          <p15:clr>
            <a:srgbClr val="F26B43"/>
          </p15:clr>
        </p15:guide>
        <p15:guide id="12" orient="horz" pos="164">
          <p15:clr>
            <a:srgbClr val="F26B43"/>
          </p15:clr>
        </p15:guide>
        <p15:guide id="13" orient="horz" pos="862">
          <p15:clr>
            <a:srgbClr val="F26B43"/>
          </p15:clr>
        </p15:guide>
        <p15:guide id="14" pos="7492">
          <p15:clr>
            <a:srgbClr val="F26B43"/>
          </p15:clr>
        </p15:guide>
        <p15:guide id="15" pos="143">
          <p15:clr>
            <a:srgbClr val="F26B43"/>
          </p15:clr>
        </p15:guide>
        <p15:guide id="16" orient="horz" pos="411">
          <p15:clr>
            <a:srgbClr val="F26B43"/>
          </p15:clr>
        </p15:guide>
        <p15:guide id="17" pos="272">
          <p15:clr>
            <a:srgbClr val="F26B43"/>
          </p15:clr>
        </p15:guide>
        <p15:guide id="19" orient="horz" pos="260">
          <p15:clr>
            <a:srgbClr val="F26B43"/>
          </p15:clr>
        </p15:guide>
        <p15:guide id="21" pos="7265">
          <p15:clr>
            <a:srgbClr val="F26B43"/>
          </p15:clr>
        </p15:guide>
        <p15:guide id="22" pos="580">
          <p15:clr>
            <a:srgbClr val="F26B43"/>
          </p15:clr>
        </p15:guide>
        <p15:guide id="23" orient="horz" pos="528">
          <p15:clr>
            <a:srgbClr val="F26B43"/>
          </p15:clr>
        </p15:guide>
        <p15:guide id="24" pos="3840">
          <p15:clr>
            <a:srgbClr val="F26B43"/>
          </p15:clr>
        </p15:guide>
        <p15:guide id="25" orient="horz" pos="1139">
          <p15:clr>
            <a:srgbClr val="F26B43"/>
          </p15:clr>
        </p15:guide>
        <p15:guide id="26" pos="589">
          <p15:clr>
            <a:srgbClr val="F26B43"/>
          </p15:clr>
        </p15:guide>
        <p15:guide id="27" pos="52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media" Target="../media/media2.mov"/><Relationship Id="rId7" Type="http://schemas.openxmlformats.org/officeDocument/2006/relationships/image" Target="../media/image21.png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2.mov"/><Relationship Id="rId9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media" Target="../media/media4.mov"/><Relationship Id="rId7" Type="http://schemas.openxmlformats.org/officeDocument/2006/relationships/chart" Target="../charts/chart2.xml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4.mov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ideo" Target="../media/media2.mov"/><Relationship Id="rId13" Type="http://schemas.openxmlformats.org/officeDocument/2006/relationships/image" Target="../media/image23.png"/><Relationship Id="rId3" Type="http://schemas.microsoft.com/office/2007/relationships/media" Target="../media/media3.mov"/><Relationship Id="rId7" Type="http://schemas.microsoft.com/office/2007/relationships/media" Target="../media/media2.mov"/><Relationship Id="rId12" Type="http://schemas.openxmlformats.org/officeDocument/2006/relationships/image" Target="../media/image22.png"/><Relationship Id="rId2" Type="http://schemas.openxmlformats.org/officeDocument/2006/relationships/video" Target="../media/media4.mov"/><Relationship Id="rId1" Type="http://schemas.microsoft.com/office/2007/relationships/media" Target="../media/media4.mov"/><Relationship Id="rId6" Type="http://schemas.openxmlformats.org/officeDocument/2006/relationships/video" Target="../media/media1.mov"/><Relationship Id="rId11" Type="http://schemas.openxmlformats.org/officeDocument/2006/relationships/image" Target="../media/image21.png"/><Relationship Id="rId5" Type="http://schemas.microsoft.com/office/2007/relationships/media" Target="../media/media1.mov"/><Relationship Id="rId10" Type="http://schemas.openxmlformats.org/officeDocument/2006/relationships/notesSlide" Target="../notesSlides/notesSlide3.xml"/><Relationship Id="rId4" Type="http://schemas.openxmlformats.org/officeDocument/2006/relationships/video" Target="../media/media3.mov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standing next to a car&#10;&#10;Description automatically generated with medium confidence">
            <a:extLst>
              <a:ext uri="{FF2B5EF4-FFF2-40B4-BE49-F238E27FC236}">
                <a16:creationId xmlns:a16="http://schemas.microsoft.com/office/drawing/2014/main" id="{0D1B2910-42F5-8E4A-8CE7-48C1FCFC342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D3E76F-74D4-BA43-BB80-BDDA3A06662B}"/>
              </a:ext>
            </a:extLst>
          </p:cNvPr>
          <p:cNvSpPr txBox="1">
            <a:spLocks/>
          </p:cNvSpPr>
          <p:nvPr/>
        </p:nvSpPr>
        <p:spPr>
          <a:xfrm>
            <a:off x="385510" y="4928012"/>
            <a:ext cx="8194939" cy="148759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VW Text Office"/>
              </a:rPr>
              <a:t>VW IE H2 2020 -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VW Text Office"/>
              </a:rPr>
              <a:t>Always On Offer Testing</a:t>
            </a:r>
            <a:endParaRPr kumimoji="0" lang="en-GB" sz="4400" b="1" i="0" u="none" strike="noStrike" kern="1200" cap="none" spc="0" normalizeH="0" baseline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VW Text Office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308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567CED-E73D-4DB5-AA02-81F521750C13}"/>
              </a:ext>
            </a:extLst>
          </p:cNvPr>
          <p:cNvSpPr/>
          <p:nvPr/>
        </p:nvSpPr>
        <p:spPr>
          <a:xfrm>
            <a:off x="232618" y="1162782"/>
            <a:ext cx="11734106" cy="50214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VW Text Offic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1A603-6682-419B-AD07-BEE2EDFB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46" y="185994"/>
            <a:ext cx="11630507" cy="1020889"/>
          </a:xfrm>
        </p:spPr>
        <p:txBody>
          <a:bodyPr/>
          <a:lstStyle/>
          <a:p>
            <a:r>
              <a:rPr lang="en-GB" sz="2400" dirty="0">
                <a:solidFill>
                  <a:srgbClr val="0070C0"/>
                </a:solidFill>
              </a:rPr>
              <a:t>Ads with the % APR messaging included, were 33% more effective at driving completed conversions vs ads with only the monthly price.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8A56DD-4AA5-4DAE-A7DD-EE691938D9E2}"/>
              </a:ext>
            </a:extLst>
          </p:cNvPr>
          <p:cNvCxnSpPr>
            <a:cxnSpLocks/>
          </p:cNvCxnSpPr>
          <p:nvPr/>
        </p:nvCxnSpPr>
        <p:spPr>
          <a:xfrm>
            <a:off x="6415878" y="1450819"/>
            <a:ext cx="0" cy="4594178"/>
          </a:xfrm>
          <a:prstGeom prst="line">
            <a:avLst/>
          </a:prstGeom>
          <a:ln w="25400" cap="rnd">
            <a:solidFill>
              <a:schemeClr val="accent3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D46AA9-91B0-024C-870A-878349EAB93B}"/>
              </a:ext>
            </a:extLst>
          </p:cNvPr>
          <p:cNvSpPr/>
          <p:nvPr/>
        </p:nvSpPr>
        <p:spPr>
          <a:xfrm>
            <a:off x="744852" y="1206883"/>
            <a:ext cx="5556696" cy="43972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Offer Messaging Performance per Model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B9B735C-E88B-0341-8009-56D23F5133B4}"/>
              </a:ext>
            </a:extLst>
          </p:cNvPr>
          <p:cNvGrpSpPr/>
          <p:nvPr/>
        </p:nvGrpSpPr>
        <p:grpSpPr>
          <a:xfrm>
            <a:off x="9274600" y="1628827"/>
            <a:ext cx="2569245" cy="2496587"/>
            <a:chOff x="9191380" y="1173643"/>
            <a:chExt cx="2792209" cy="26096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0F96820-B2D2-D743-A707-70DC318AC5A7}"/>
                </a:ext>
              </a:extLst>
            </p:cNvPr>
            <p:cNvSpPr/>
            <p:nvPr/>
          </p:nvSpPr>
          <p:spPr>
            <a:xfrm>
              <a:off x="9213171" y="3386000"/>
              <a:ext cx="2770418" cy="39730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rgbClr val="002060"/>
                  </a:solidFill>
                </a:rPr>
                <a:t>Price per Month &amp; 0% APR</a:t>
              </a:r>
            </a:p>
          </p:txBody>
        </p:sp>
        <p:pic>
          <p:nvPicPr>
            <p:cNvPr id="31" name="VW IE Monthly Price &amp; APR.mov" descr="VW IE Monthly Price &amp; APR.mov">
              <a:hlinkClick r:id="" action="ppaction://media"/>
              <a:extLst>
                <a:ext uri="{FF2B5EF4-FFF2-40B4-BE49-F238E27FC236}">
                  <a16:creationId xmlns:a16="http://schemas.microsoft.com/office/drawing/2014/main" id="{4683E3D0-3F69-F648-8D73-F4297B2CFBE6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7"/>
            <a:stretch>
              <a:fillRect/>
            </a:stretch>
          </p:blipFill>
          <p:spPr>
            <a:xfrm>
              <a:off x="9191380" y="1173643"/>
              <a:ext cx="2726843" cy="2288956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66C092-5253-6D4F-AEB4-F29196644C55}"/>
              </a:ext>
            </a:extLst>
          </p:cNvPr>
          <p:cNvGrpSpPr/>
          <p:nvPr/>
        </p:nvGrpSpPr>
        <p:grpSpPr>
          <a:xfrm>
            <a:off x="6634038" y="1627539"/>
            <a:ext cx="2610303" cy="2497876"/>
            <a:chOff x="6291076" y="1173643"/>
            <a:chExt cx="2770418" cy="259479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813A6B4-FC94-AB4A-BFB4-454EFDB59B09}"/>
                </a:ext>
              </a:extLst>
            </p:cNvPr>
            <p:cNvSpPr/>
            <p:nvPr/>
          </p:nvSpPr>
          <p:spPr>
            <a:xfrm>
              <a:off x="6291076" y="3400863"/>
              <a:ext cx="2770418" cy="36757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rgbClr val="002060"/>
                  </a:solidFill>
                </a:rPr>
                <a:t>Price per Month</a:t>
              </a:r>
            </a:p>
          </p:txBody>
        </p:sp>
        <p:pic>
          <p:nvPicPr>
            <p:cNvPr id="34" name="VW IE Monthly Price.mov" descr="VW IE Monthly Price.mov">
              <a:hlinkClick r:id="" action="ppaction://media"/>
              <a:extLst>
                <a:ext uri="{FF2B5EF4-FFF2-40B4-BE49-F238E27FC236}">
                  <a16:creationId xmlns:a16="http://schemas.microsoft.com/office/drawing/2014/main" id="{0036EFF2-137B-1641-8DD5-8350A36C3555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6312862" y="1173643"/>
              <a:ext cx="2726843" cy="2288956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77D0167-913A-8440-A44B-822CEF320AF5}"/>
              </a:ext>
            </a:extLst>
          </p:cNvPr>
          <p:cNvSpPr/>
          <p:nvPr/>
        </p:nvSpPr>
        <p:spPr>
          <a:xfrm>
            <a:off x="6383794" y="1230958"/>
            <a:ext cx="5556696" cy="3973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2060"/>
                </a:solidFill>
              </a:rPr>
              <a:t>Example of Monthly Price vs Monthly Price &amp; 0% APR Messaging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9C65C0-D8CB-B443-92B6-4E05D114E617}"/>
              </a:ext>
            </a:extLst>
          </p:cNvPr>
          <p:cNvSpPr/>
          <p:nvPr/>
        </p:nvSpPr>
        <p:spPr>
          <a:xfrm>
            <a:off x="6601875" y="4079236"/>
            <a:ext cx="5338615" cy="199882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Overview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This creative test ran across 7 models displaying the price of the model per month vs 0% APR. The aim of the test was to identify if 0% APR was important in influencing consumers to act.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  <a:p>
            <a:pPr algn="ctr"/>
            <a:r>
              <a:rPr lang="en-US" sz="1400" b="1" dirty="0">
                <a:solidFill>
                  <a:srgbClr val="002060"/>
                </a:solidFill>
              </a:rPr>
              <a:t>Findings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The impact on CTR was minimal across the models however, conversion rates were consistently greater across models when the ad included the APR messaging*.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This indicates the 0% offer is significant in influencing consumer consideration and pushing them further down the consumer funnel.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C54031C-6EDA-814B-A5C8-4B429DB738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0704766"/>
              </p:ext>
            </p:extLst>
          </p:nvPr>
        </p:nvGraphicFramePr>
        <p:xfrm>
          <a:off x="235501" y="1539433"/>
          <a:ext cx="6128817" cy="389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EAD76ED8-7865-404E-AFCE-0161CF4B0F4F}"/>
              </a:ext>
            </a:extLst>
          </p:cNvPr>
          <p:cNvGraphicFramePr>
            <a:graphicFrameLocks noGrp="1"/>
          </p:cNvGraphicFramePr>
          <p:nvPr/>
        </p:nvGraphicFramePr>
        <p:xfrm>
          <a:off x="412706" y="5370672"/>
          <a:ext cx="547625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109">
                  <a:extLst>
                    <a:ext uri="{9D8B030D-6E8A-4147-A177-3AD203B41FA5}">
                      <a16:colId xmlns:a16="http://schemas.microsoft.com/office/drawing/2014/main" val="3954570640"/>
                    </a:ext>
                  </a:extLst>
                </a:gridCol>
                <a:gridCol w="598867">
                  <a:extLst>
                    <a:ext uri="{9D8B030D-6E8A-4147-A177-3AD203B41FA5}">
                      <a16:colId xmlns:a16="http://schemas.microsoft.com/office/drawing/2014/main" val="2224668619"/>
                    </a:ext>
                  </a:extLst>
                </a:gridCol>
                <a:gridCol w="566707">
                  <a:extLst>
                    <a:ext uri="{9D8B030D-6E8A-4147-A177-3AD203B41FA5}">
                      <a16:colId xmlns:a16="http://schemas.microsoft.com/office/drawing/2014/main" val="3257716678"/>
                    </a:ext>
                  </a:extLst>
                </a:gridCol>
                <a:gridCol w="592347">
                  <a:extLst>
                    <a:ext uri="{9D8B030D-6E8A-4147-A177-3AD203B41FA5}">
                      <a16:colId xmlns:a16="http://schemas.microsoft.com/office/drawing/2014/main" val="1102029660"/>
                    </a:ext>
                  </a:extLst>
                </a:gridCol>
                <a:gridCol w="580845">
                  <a:extLst>
                    <a:ext uri="{9D8B030D-6E8A-4147-A177-3AD203B41FA5}">
                      <a16:colId xmlns:a16="http://schemas.microsoft.com/office/drawing/2014/main" val="2370413068"/>
                    </a:ext>
                  </a:extLst>
                </a:gridCol>
                <a:gridCol w="620571">
                  <a:extLst>
                    <a:ext uri="{9D8B030D-6E8A-4147-A177-3AD203B41FA5}">
                      <a16:colId xmlns:a16="http://schemas.microsoft.com/office/drawing/2014/main" val="1870214757"/>
                    </a:ext>
                  </a:extLst>
                </a:gridCol>
                <a:gridCol w="558373">
                  <a:extLst>
                    <a:ext uri="{9D8B030D-6E8A-4147-A177-3AD203B41FA5}">
                      <a16:colId xmlns:a16="http://schemas.microsoft.com/office/drawing/2014/main" val="1425547098"/>
                    </a:ext>
                  </a:extLst>
                </a:gridCol>
                <a:gridCol w="563592">
                  <a:extLst>
                    <a:ext uri="{9D8B030D-6E8A-4147-A177-3AD203B41FA5}">
                      <a16:colId xmlns:a16="http://schemas.microsoft.com/office/drawing/2014/main" val="1534387219"/>
                    </a:ext>
                  </a:extLst>
                </a:gridCol>
                <a:gridCol w="603848">
                  <a:extLst>
                    <a:ext uri="{9D8B030D-6E8A-4147-A177-3AD203B41FA5}">
                      <a16:colId xmlns:a16="http://schemas.microsoft.com/office/drawing/2014/main" val="3174766864"/>
                    </a:ext>
                  </a:extLst>
                </a:gridCol>
              </a:tblGrid>
              <a:tr h="206203">
                <a:tc>
                  <a:txBody>
                    <a:bodyPr/>
                    <a:lstStyle/>
                    <a:p>
                      <a:r>
                        <a:rPr lang="en-GB" sz="900" dirty="0"/>
                        <a:t>Conversions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GB" sz="5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5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77804"/>
                  </a:ext>
                </a:extLst>
              </a:tr>
              <a:tr h="206203">
                <a:tc>
                  <a:txBody>
                    <a:bodyPr/>
                    <a:lstStyle/>
                    <a:p>
                      <a:r>
                        <a:rPr lang="en-GB" sz="900" b="1" i="0" u="none" strike="noStrike" kern="1200" baseline="0" dirty="0">
                          <a:solidFill>
                            <a:srgbClr val="01B1F1"/>
                          </a:solidFill>
                          <a:latin typeface="+mn-lt"/>
                          <a:ea typeface="+mn-ea"/>
                          <a:cs typeface="+mn-cs"/>
                        </a:rPr>
                        <a:t>CTR 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0.13%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0.12%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0.11%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0.12%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0.15%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0.15%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0.12%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0.11%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044676"/>
                  </a:ext>
                </a:extLst>
              </a:tr>
              <a:tr h="206203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accent1"/>
                          </a:solidFill>
                        </a:rPr>
                        <a:t>CVR 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0.008 %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 dirty="0">
                          <a:effectLst/>
                        </a:rPr>
                        <a:t>0.004 %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0.019%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0.014%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900" dirty="0"/>
                        <a:t>0.024%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0.019%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/>
                        <a:t>0.006%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88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/>
                        <a:t>0.003%</a:t>
                      </a:r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35171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7D978784-8643-734D-9B68-046AB731BA9F}"/>
              </a:ext>
            </a:extLst>
          </p:cNvPr>
          <p:cNvSpPr/>
          <p:nvPr/>
        </p:nvSpPr>
        <p:spPr>
          <a:xfrm>
            <a:off x="719094" y="6432470"/>
            <a:ext cx="78833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Date – 13.08 – 13.09.2020</a:t>
            </a:r>
          </a:p>
          <a:p>
            <a:pPr>
              <a:defRPr/>
            </a:pPr>
            <a:r>
              <a:rPr lang="en-GB" sz="1100" i="1" dirty="0">
                <a:solidFill>
                  <a:srgbClr val="33434C"/>
                </a:solidFill>
                <a:latin typeface="VW Text Office"/>
              </a:rPr>
              <a:t>Conversion - </a:t>
            </a:r>
            <a:r>
              <a:rPr lang="en-GB" sz="1100" i="1" dirty="0">
                <a:solidFill>
                  <a:srgbClr val="33434C"/>
                </a:solidFill>
              </a:rPr>
              <a:t> Start Configurations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E61EA9-1E5D-444A-AAFA-E014001258B8}"/>
              </a:ext>
            </a:extLst>
          </p:cNvPr>
          <p:cNvSpPr/>
          <p:nvPr/>
        </p:nvSpPr>
        <p:spPr>
          <a:xfrm>
            <a:off x="6601875" y="6416777"/>
            <a:ext cx="364195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33434C"/>
                </a:solidFill>
              </a:rPr>
              <a:t>*Across models where the data was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249865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567CED-E73D-4DB5-AA02-81F521750C13}"/>
              </a:ext>
            </a:extLst>
          </p:cNvPr>
          <p:cNvSpPr/>
          <p:nvPr/>
        </p:nvSpPr>
        <p:spPr>
          <a:xfrm>
            <a:off x="232618" y="1162782"/>
            <a:ext cx="11734106" cy="50214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VW Text Offic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1A603-6682-419B-AD07-BEE2EDFB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33" y="185195"/>
            <a:ext cx="11630507" cy="965381"/>
          </a:xfrm>
        </p:spPr>
        <p:txBody>
          <a:bodyPr/>
          <a:lstStyle/>
          <a:p>
            <a:r>
              <a:rPr lang="en-GB" sz="2400" dirty="0">
                <a:solidFill>
                  <a:srgbClr val="0070C0"/>
                </a:solidFill>
              </a:rPr>
              <a:t>Ads with both % APR and Monthly Price messaging, were 46% more effective at driving completed conversions vs ads with only the APR %.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18A56DD-4AA5-4DAE-A7DD-EE691938D9E2}"/>
              </a:ext>
            </a:extLst>
          </p:cNvPr>
          <p:cNvCxnSpPr>
            <a:cxnSpLocks/>
          </p:cNvCxnSpPr>
          <p:nvPr/>
        </p:nvCxnSpPr>
        <p:spPr>
          <a:xfrm>
            <a:off x="6415878" y="1450819"/>
            <a:ext cx="0" cy="4594178"/>
          </a:xfrm>
          <a:prstGeom prst="line">
            <a:avLst/>
          </a:prstGeom>
          <a:ln w="25400" cap="rnd">
            <a:solidFill>
              <a:schemeClr val="accent3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877D0167-913A-8440-A44B-822CEF320AF5}"/>
              </a:ext>
            </a:extLst>
          </p:cNvPr>
          <p:cNvSpPr/>
          <p:nvPr/>
        </p:nvSpPr>
        <p:spPr>
          <a:xfrm>
            <a:off x="6383794" y="1230958"/>
            <a:ext cx="5556696" cy="39730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2060"/>
                </a:solidFill>
              </a:rPr>
              <a:t>Example of Monthly Price vs Monthly Price &amp; 0% APR Messaging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9C65C0-D8CB-B443-92B6-4E05D114E617}"/>
              </a:ext>
            </a:extLst>
          </p:cNvPr>
          <p:cNvSpPr/>
          <p:nvPr/>
        </p:nvSpPr>
        <p:spPr>
          <a:xfrm>
            <a:off x="6601875" y="4195387"/>
            <a:ext cx="5338615" cy="18496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Overview</a:t>
            </a: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This test ran as an extension of the Q3 test across Golf and Passat, with the aim of identifying whether price per month messaging is important in a consumer's decision to act. Offer messaging this time displayed 0% APR vs 0% APR and monthly price.</a:t>
            </a:r>
          </a:p>
          <a:p>
            <a:pPr algn="ctr"/>
            <a:endParaRPr lang="en-US" sz="1400" b="1" dirty="0">
              <a:solidFill>
                <a:srgbClr val="002060"/>
              </a:solidFill>
            </a:endParaRPr>
          </a:p>
          <a:p>
            <a:pPr algn="ctr"/>
            <a:r>
              <a:rPr lang="en-US" sz="1400" b="1" dirty="0">
                <a:solidFill>
                  <a:srgbClr val="002060"/>
                </a:solidFill>
              </a:rPr>
              <a:t>Findings</a:t>
            </a:r>
            <a:endParaRPr lang="en-US" sz="1400" dirty="0">
              <a:solidFill>
                <a:srgbClr val="002060"/>
              </a:solidFill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The impact on CTR again was minimal across both models however, conversions were greater when the ad showed both the 0% APR and monthly price messaging.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F63C3E-ADCE-534B-8ABC-06006F80B76F}"/>
              </a:ext>
            </a:extLst>
          </p:cNvPr>
          <p:cNvSpPr/>
          <p:nvPr/>
        </p:nvSpPr>
        <p:spPr>
          <a:xfrm>
            <a:off x="718115" y="6431603"/>
            <a:ext cx="78833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Date – 31.10 – </a:t>
            </a:r>
            <a:r>
              <a:rPr lang="en-GB" sz="1100" i="1" dirty="0">
                <a:solidFill>
                  <a:srgbClr val="33434C"/>
                </a:solidFill>
                <a:latin typeface="VW Text Office"/>
              </a:rPr>
              <a:t>31</a:t>
            </a:r>
            <a:r>
              <a: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.12.2020</a:t>
            </a:r>
          </a:p>
          <a:p>
            <a:pPr>
              <a:defRPr/>
            </a:pPr>
            <a:r>
              <a:rPr lang="en-GB" sz="1100" i="1" dirty="0">
                <a:solidFill>
                  <a:srgbClr val="33434C"/>
                </a:solidFill>
                <a:latin typeface="VW Text Office"/>
              </a:rPr>
              <a:t>Conversion - </a:t>
            </a:r>
            <a:r>
              <a:rPr lang="en-GB" sz="1100" i="1" dirty="0">
                <a:solidFill>
                  <a:srgbClr val="33434C"/>
                </a:solidFill>
              </a:rPr>
              <a:t> Start Configurations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408DE6C0-BEFE-D048-9C19-DC39E1467D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56807"/>
              </p:ext>
            </p:extLst>
          </p:nvPr>
        </p:nvGraphicFramePr>
        <p:xfrm>
          <a:off x="432319" y="1230959"/>
          <a:ext cx="5834721" cy="3226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CB0084-496F-6E4B-8DCA-BF24E794C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12783"/>
              </p:ext>
            </p:extLst>
          </p:nvPr>
        </p:nvGraphicFramePr>
        <p:xfrm>
          <a:off x="524932" y="4401347"/>
          <a:ext cx="5514375" cy="1591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1433">
                  <a:extLst>
                    <a:ext uri="{9D8B030D-6E8A-4147-A177-3AD203B41FA5}">
                      <a16:colId xmlns:a16="http://schemas.microsoft.com/office/drawing/2014/main" val="2295529583"/>
                    </a:ext>
                  </a:extLst>
                </a:gridCol>
                <a:gridCol w="1296457">
                  <a:extLst>
                    <a:ext uri="{9D8B030D-6E8A-4147-A177-3AD203B41FA5}">
                      <a16:colId xmlns:a16="http://schemas.microsoft.com/office/drawing/2014/main" val="312648244"/>
                    </a:ext>
                  </a:extLst>
                </a:gridCol>
                <a:gridCol w="800801">
                  <a:extLst>
                    <a:ext uri="{9D8B030D-6E8A-4147-A177-3AD203B41FA5}">
                      <a16:colId xmlns:a16="http://schemas.microsoft.com/office/drawing/2014/main" val="266155295"/>
                    </a:ext>
                  </a:extLst>
                </a:gridCol>
                <a:gridCol w="661421">
                  <a:extLst>
                    <a:ext uri="{9D8B030D-6E8A-4147-A177-3AD203B41FA5}">
                      <a16:colId xmlns:a16="http://schemas.microsoft.com/office/drawing/2014/main" val="1539447135"/>
                    </a:ext>
                  </a:extLst>
                </a:gridCol>
                <a:gridCol w="661421">
                  <a:extLst>
                    <a:ext uri="{9D8B030D-6E8A-4147-A177-3AD203B41FA5}">
                      <a16:colId xmlns:a16="http://schemas.microsoft.com/office/drawing/2014/main" val="2731001426"/>
                    </a:ext>
                  </a:extLst>
                </a:gridCol>
                <a:gridCol w="661421">
                  <a:extLst>
                    <a:ext uri="{9D8B030D-6E8A-4147-A177-3AD203B41FA5}">
                      <a16:colId xmlns:a16="http://schemas.microsoft.com/office/drawing/2014/main" val="1854907103"/>
                    </a:ext>
                  </a:extLst>
                </a:gridCol>
                <a:gridCol w="661421">
                  <a:extLst>
                    <a:ext uri="{9D8B030D-6E8A-4147-A177-3AD203B41FA5}">
                      <a16:colId xmlns:a16="http://schemas.microsoft.com/office/drawing/2014/main" val="706532094"/>
                    </a:ext>
                  </a:extLst>
                </a:gridCol>
              </a:tblGrid>
              <a:tr h="254165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No. Impressions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No. Clicks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Config Start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CTR %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CVR %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95394"/>
                  </a:ext>
                </a:extLst>
              </a:tr>
              <a:tr h="198428">
                <a:tc rowSpan="2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r>
                        <a:rPr lang="en-GB" sz="11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r>
                        <a:rPr lang="en-GB" sz="11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365,469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667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129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0.18%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0.04%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837478"/>
                  </a:ext>
                </a:extLst>
              </a:tr>
              <a:tr h="254165">
                <a:tc vMerge="1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endParaRPr lang="en-GB" sz="1100" b="1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r>
                        <a:rPr lang="en-GB" sz="11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 &amp; Monthly Price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361,085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684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187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0.19%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0.05%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246788"/>
                  </a:ext>
                </a:extLst>
              </a:tr>
              <a:tr h="198428">
                <a:tc rowSpan="2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r>
                        <a:rPr lang="en-GB" sz="11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Golf 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APR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231,428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113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327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0.05%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0.14%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24910"/>
                  </a:ext>
                </a:extLst>
              </a:tr>
              <a:tr h="198428">
                <a:tc vMerge="1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endParaRPr lang="en-GB" sz="1100" b="1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lnB w="12700" cmpd="sng"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APR &amp; Monthly Price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227,493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164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338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0.07%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0.15%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873215"/>
                  </a:ext>
                </a:extLst>
              </a:tr>
              <a:tr h="198428">
                <a:tc rowSpan="2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r>
                        <a:rPr lang="en-GB" sz="1100" b="1" u="none" strike="noStrike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Passat</a:t>
                      </a: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APR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134,041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16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340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0.01%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0.25%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521665"/>
                  </a:ext>
                </a:extLst>
              </a:tr>
              <a:tr h="198428">
                <a:tc vMerge="1">
                  <a:txBody>
                    <a:bodyPr/>
                    <a:lstStyle/>
                    <a:p>
                      <a:pPr marL="0" algn="ctr" defTabSz="608863" rtl="0" eaLnBrk="1" fontAlgn="b" latinLnBrk="0" hangingPunct="1"/>
                      <a:endParaRPr lang="en-GB" sz="1100" b="1" u="none" strike="noStrike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12700" cmpd="sng">
                      <a:noFill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APR &amp; Monthly Price</a:t>
                      </a:r>
                      <a:endParaRPr lang="en-GB" sz="1100" b="1" i="0" u="none" strike="noStrike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0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133,592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346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0.02%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0.26%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EB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736811"/>
                  </a:ext>
                </a:extLst>
              </a:tr>
            </a:tbl>
          </a:graphicData>
        </a:graphic>
      </p:graphicFrame>
      <p:pic>
        <p:nvPicPr>
          <p:cNvPr id="7" name="VW IE APR Golf 8.mov" descr="VW IE APR Golf 8.mov">
            <a:hlinkClick r:id="" action="ppaction://media"/>
            <a:extLst>
              <a:ext uri="{FF2B5EF4-FFF2-40B4-BE49-F238E27FC236}">
                <a16:creationId xmlns:a16="http://schemas.microsoft.com/office/drawing/2014/main" id="{1496713F-9626-C241-B7F2-9B5204B74FD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01876" y="1621426"/>
            <a:ext cx="2538813" cy="2115678"/>
          </a:xfrm>
          <a:prstGeom prst="rect">
            <a:avLst/>
          </a:prstGeom>
        </p:spPr>
      </p:pic>
      <p:pic>
        <p:nvPicPr>
          <p:cNvPr id="8" name="VW IE MP Golf 8.mov" descr="VW IE MP Golf 8.mov">
            <a:hlinkClick r:id="" action="ppaction://media"/>
            <a:extLst>
              <a:ext uri="{FF2B5EF4-FFF2-40B4-BE49-F238E27FC236}">
                <a16:creationId xmlns:a16="http://schemas.microsoft.com/office/drawing/2014/main" id="{936D868D-8E0B-0342-89B8-6B29D10869A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257441" y="1627756"/>
            <a:ext cx="2538815" cy="211567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02C9DD2-BF6F-F14B-A51B-2B21ED67CA21}"/>
              </a:ext>
            </a:extLst>
          </p:cNvPr>
          <p:cNvSpPr/>
          <p:nvPr/>
        </p:nvSpPr>
        <p:spPr>
          <a:xfrm>
            <a:off x="6601875" y="3774470"/>
            <a:ext cx="2538805" cy="3178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0% APR Messaging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6999E9-39E5-E54D-A553-B0D809B3AC3C}"/>
              </a:ext>
            </a:extLst>
          </p:cNvPr>
          <p:cNvSpPr/>
          <p:nvPr/>
        </p:nvSpPr>
        <p:spPr>
          <a:xfrm>
            <a:off x="9271183" y="3755641"/>
            <a:ext cx="2538805" cy="330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APR &amp; Monthly Price Messaging</a:t>
            </a:r>
          </a:p>
        </p:txBody>
      </p:sp>
    </p:spTree>
    <p:extLst>
      <p:ext uri="{BB962C8B-B14F-4D97-AF65-F5344CB8AC3E}">
        <p14:creationId xmlns:p14="http://schemas.microsoft.com/office/powerpoint/2010/main" val="229579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9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71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92FEF5A-65A0-C245-BA59-F3BBAC55CB44}"/>
              </a:ext>
            </a:extLst>
          </p:cNvPr>
          <p:cNvSpPr/>
          <p:nvPr/>
        </p:nvSpPr>
        <p:spPr>
          <a:xfrm>
            <a:off x="232618" y="1162782"/>
            <a:ext cx="11734106" cy="50214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VW Text Office"/>
              <a:ea typeface="+mn-ea"/>
              <a:cs typeface="+mn-cs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50C3A67-B78C-484E-A6A7-E04FCF089615}"/>
              </a:ext>
            </a:extLst>
          </p:cNvPr>
          <p:cNvSpPr txBox="1">
            <a:spLocks/>
          </p:cNvSpPr>
          <p:nvPr/>
        </p:nvSpPr>
        <p:spPr>
          <a:xfrm>
            <a:off x="336217" y="227936"/>
            <a:ext cx="11630507" cy="910555"/>
          </a:xfrm>
          <a:prstGeom prst="rect">
            <a:avLst/>
          </a:prstGeom>
        </p:spPr>
        <p:txBody>
          <a:bodyPr/>
          <a:lstStyle>
            <a:lvl1pPr algn="l" defTabSz="6088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VW Head Office" panose="020B0504040200000003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2400" dirty="0">
                <a:solidFill>
                  <a:schemeClr val="accent1"/>
                </a:solidFill>
                <a:latin typeface="+mj-lt"/>
              </a:rPr>
              <a:t>Overall, optimisations were 38% more effective at driving completed conversions, resulting in a 27% average CPL reduction.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F75E1D-EDC7-D547-B02E-2FFDD18F82F3}"/>
              </a:ext>
            </a:extLst>
          </p:cNvPr>
          <p:cNvGrpSpPr/>
          <p:nvPr/>
        </p:nvGrpSpPr>
        <p:grpSpPr>
          <a:xfrm>
            <a:off x="3066842" y="2057053"/>
            <a:ext cx="2385299" cy="2052464"/>
            <a:chOff x="3187806" y="2351716"/>
            <a:chExt cx="2385299" cy="20524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D2DAF3-BAC5-504F-9815-7381BD24FB81}"/>
                </a:ext>
              </a:extLst>
            </p:cNvPr>
            <p:cNvSpPr/>
            <p:nvPr/>
          </p:nvSpPr>
          <p:spPr>
            <a:xfrm>
              <a:off x="3187806" y="4068718"/>
              <a:ext cx="2385299" cy="33546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</a:rPr>
                <a:t>Price per Month &amp; 0% APR</a:t>
              </a:r>
            </a:p>
          </p:txBody>
        </p:sp>
        <p:pic>
          <p:nvPicPr>
            <p:cNvPr id="7" name="VW IE Monthly Price &amp; APR.mov" descr="VW IE Monthly Price &amp; APR.mov">
              <a:hlinkClick r:id="" action="ppaction://media"/>
              <a:extLst>
                <a:ext uri="{FF2B5EF4-FFF2-40B4-BE49-F238E27FC236}">
                  <a16:creationId xmlns:a16="http://schemas.microsoft.com/office/drawing/2014/main" id="{ADC5307A-E252-4147-85CA-A80ECBE91830}"/>
                </a:ext>
              </a:extLst>
            </p:cNvPr>
            <p:cNvPicPr>
              <a:picLocks noChangeAspect="1"/>
            </p:cNvPicPr>
            <p:nvPr>
              <a:videoFile r:link="rId8"/>
              <p:extLst>
                <p:ext uri="{DAA4B4D4-6D71-4841-9C94-3DE7FCFB9230}">
                  <p14:media xmlns:p14="http://schemas.microsoft.com/office/powerpoint/2010/main" r:embed="rId7"/>
                </p:ext>
              </p:extLst>
            </p:nvPr>
          </p:nvPicPr>
          <p:blipFill>
            <a:blip r:embed="rId11"/>
            <a:stretch>
              <a:fillRect/>
            </a:stretch>
          </p:blipFill>
          <p:spPr>
            <a:xfrm>
              <a:off x="3273843" y="2351716"/>
              <a:ext cx="2186613" cy="18000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8A38C4-2E46-1340-B4FF-8067CB5C652D}"/>
              </a:ext>
            </a:extLst>
          </p:cNvPr>
          <p:cNvGrpSpPr/>
          <p:nvPr/>
        </p:nvGrpSpPr>
        <p:grpSpPr>
          <a:xfrm>
            <a:off x="719245" y="2057053"/>
            <a:ext cx="2372715" cy="2040805"/>
            <a:chOff x="840209" y="2351716"/>
            <a:chExt cx="2372715" cy="20408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75283A-11D8-5742-B803-609D38C3A950}"/>
                </a:ext>
              </a:extLst>
            </p:cNvPr>
            <p:cNvSpPr/>
            <p:nvPr/>
          </p:nvSpPr>
          <p:spPr>
            <a:xfrm>
              <a:off x="840209" y="4080380"/>
              <a:ext cx="2372715" cy="31214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</a:rPr>
                <a:t>Price per Month</a:t>
              </a:r>
            </a:p>
          </p:txBody>
        </p:sp>
        <p:pic>
          <p:nvPicPr>
            <p:cNvPr id="10" name="VW IE Monthly Price.mov" descr="VW IE Monthly Price.mov">
              <a:hlinkClick r:id="" action="ppaction://media"/>
              <a:extLst>
                <a:ext uri="{FF2B5EF4-FFF2-40B4-BE49-F238E27FC236}">
                  <a16:creationId xmlns:a16="http://schemas.microsoft.com/office/drawing/2014/main" id="{3531635D-4EBA-1940-B6F0-0BF8B7A2D026}"/>
                </a:ext>
              </a:extLst>
            </p:cNvPr>
            <p:cNvPicPr>
              <a:picLocks noChangeAspect="1"/>
            </p:cNvPicPr>
            <p:nvPr>
              <a:videoFile r:link="rId6"/>
              <p:extLst>
                <p:ext uri="{DAA4B4D4-6D71-4841-9C94-3DE7FCFB9230}">
                  <p14:media xmlns:p14="http://schemas.microsoft.com/office/powerpoint/2010/main" r:embed="rId5"/>
                </p:ext>
              </p:extLst>
            </p:nvPr>
          </p:nvPicPr>
          <p:blipFill>
            <a:blip r:embed="rId12"/>
            <a:stretch>
              <a:fillRect/>
            </a:stretch>
          </p:blipFill>
          <p:spPr>
            <a:xfrm>
              <a:off x="943878" y="2351716"/>
              <a:ext cx="2162689" cy="1800000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56CF9F4D-4835-EE4F-A475-A4B96CC91398}"/>
              </a:ext>
            </a:extLst>
          </p:cNvPr>
          <p:cNvSpPr/>
          <p:nvPr/>
        </p:nvSpPr>
        <p:spPr>
          <a:xfrm>
            <a:off x="822914" y="1632020"/>
            <a:ext cx="4516578" cy="4890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A/B Testing Finance Creative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BA516F-E69A-F441-B9B4-0DB2F614B92C}"/>
              </a:ext>
            </a:extLst>
          </p:cNvPr>
          <p:cNvSpPr/>
          <p:nvPr/>
        </p:nvSpPr>
        <p:spPr>
          <a:xfrm>
            <a:off x="6268984" y="1632020"/>
            <a:ext cx="5510379" cy="48909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accent1"/>
                </a:solidFill>
              </a:rPr>
              <a:t>Insights drove improved results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284CD6-4C54-BE47-B9F6-189B0F4F716D}"/>
              </a:ext>
            </a:extLst>
          </p:cNvPr>
          <p:cNvGrpSpPr/>
          <p:nvPr/>
        </p:nvGrpSpPr>
        <p:grpSpPr>
          <a:xfrm>
            <a:off x="6227541" y="2152498"/>
            <a:ext cx="2679107" cy="2207938"/>
            <a:chOff x="6227541" y="2364769"/>
            <a:chExt cx="2679107" cy="220793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0F9F7E-7C18-114C-B8D1-E082CC02A2B2}"/>
                </a:ext>
              </a:extLst>
            </p:cNvPr>
            <p:cNvSpPr/>
            <p:nvPr/>
          </p:nvSpPr>
          <p:spPr>
            <a:xfrm>
              <a:off x="6276090" y="2364769"/>
              <a:ext cx="2615905" cy="220793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FF85ECBE-06C8-DE4C-AA12-CA0D9913EE5B}"/>
                </a:ext>
              </a:extLst>
            </p:cNvPr>
            <p:cNvSpPr txBox="1">
              <a:spLocks/>
            </p:cNvSpPr>
            <p:nvPr/>
          </p:nvSpPr>
          <p:spPr>
            <a:xfrm>
              <a:off x="6429543" y="3877122"/>
              <a:ext cx="2399969" cy="60517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400" b="1" kern="1200" cap="all" baseline="0" dirty="0">
                  <a:solidFill>
                    <a:srgbClr val="1B3F55"/>
                  </a:solidFill>
                  <a:latin typeface="Helvetica Neue"/>
                  <a:ea typeface="Gill Sans" charset="0"/>
                  <a:cs typeface="Helvetica Neue"/>
                </a:defRPr>
              </a:lvl1pPr>
            </a:lstStyle>
            <a:p>
              <a:pPr algn="ctr"/>
              <a:r>
                <a:rPr lang="en-GB" sz="1050" cap="none" dirty="0">
                  <a:solidFill>
                    <a:schemeClr val="bg1"/>
                  </a:solidFill>
                  <a:latin typeface="+mn-lt"/>
                  <a:ea typeface="Helvetica Neue Thin" panose="020B0403020202020204" pitchFamily="34" charset="0"/>
                </a:rPr>
                <a:t>Ads with the % APR and price per month messaging were 38% more effective at driving completed conversions.</a:t>
              </a:r>
            </a:p>
          </p:txBody>
        </p:sp>
        <p:sp>
          <p:nvSpPr>
            <p:cNvPr id="15" name="Arrow: Pentagon 27">
              <a:extLst>
                <a:ext uri="{FF2B5EF4-FFF2-40B4-BE49-F238E27FC236}">
                  <a16:creationId xmlns:a16="http://schemas.microsoft.com/office/drawing/2014/main" id="{34F20242-A784-B147-B8D7-46A6D42304DB}"/>
                </a:ext>
              </a:extLst>
            </p:cNvPr>
            <p:cNvSpPr/>
            <p:nvPr/>
          </p:nvSpPr>
          <p:spPr>
            <a:xfrm rot="16200000">
              <a:off x="7178834" y="2015521"/>
              <a:ext cx="811623" cy="2644005"/>
            </a:xfrm>
            <a:prstGeom prst="homePlate">
              <a:avLst>
                <a:gd name="adj" fmla="val 3626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9406F47-E00A-BD42-97A3-0663F35D6DA8}"/>
                </a:ext>
              </a:extLst>
            </p:cNvPr>
            <p:cNvSpPr/>
            <p:nvPr/>
          </p:nvSpPr>
          <p:spPr>
            <a:xfrm>
              <a:off x="7006849" y="3002374"/>
              <a:ext cx="1377301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4400" b="1" dirty="0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38%</a:t>
              </a:r>
            </a:p>
          </p:txBody>
        </p:sp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4FFDA21E-2443-BE4E-A8AC-17412A88664A}"/>
                </a:ext>
              </a:extLst>
            </p:cNvPr>
            <p:cNvSpPr txBox="1">
              <a:spLocks/>
            </p:cNvSpPr>
            <p:nvPr/>
          </p:nvSpPr>
          <p:spPr>
            <a:xfrm>
              <a:off x="6227541" y="2499778"/>
              <a:ext cx="2615905" cy="30258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400" b="1" kern="1200" cap="all" baseline="0" dirty="0">
                  <a:solidFill>
                    <a:srgbClr val="1B3F55"/>
                  </a:solidFill>
                  <a:latin typeface="Helvetica Neue"/>
                  <a:ea typeface="Gill Sans" charset="0"/>
                  <a:cs typeface="Helvetica Neue"/>
                </a:defRPr>
              </a:lvl1pPr>
            </a:lstStyle>
            <a:p>
              <a:pPr algn="ctr"/>
              <a:r>
                <a:rPr lang="en-GB" sz="1400" cap="none" dirty="0">
                  <a:solidFill>
                    <a:schemeClr val="bg1"/>
                  </a:solidFill>
                  <a:latin typeface="+mn-lt"/>
                  <a:ea typeface="Helvetica Neue" panose="02000503000000020004" pitchFamily="2" charset="0"/>
                  <a:cs typeface="Helvetica Neue" panose="02000503000000020004" pitchFamily="2" charset="0"/>
                </a:rPr>
                <a:t>CONVERSIONS INCREASED BY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1B63A8-6E0B-E541-B6BE-318416D9FEFD}"/>
              </a:ext>
            </a:extLst>
          </p:cNvPr>
          <p:cNvGrpSpPr/>
          <p:nvPr/>
        </p:nvGrpSpPr>
        <p:grpSpPr>
          <a:xfrm>
            <a:off x="9103333" y="2151507"/>
            <a:ext cx="2644006" cy="2207938"/>
            <a:chOff x="9151882" y="2834825"/>
            <a:chExt cx="2644006" cy="220793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869D9FB-9D66-624E-893D-DE1514DF6B7C}"/>
                </a:ext>
              </a:extLst>
            </p:cNvPr>
            <p:cNvSpPr/>
            <p:nvPr/>
          </p:nvSpPr>
          <p:spPr>
            <a:xfrm>
              <a:off x="9163458" y="2834825"/>
              <a:ext cx="2615905" cy="2207938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1347D9E-F21D-0C43-9B6E-2EFC8A111BA3}"/>
                </a:ext>
              </a:extLst>
            </p:cNvPr>
            <p:cNvSpPr txBox="1">
              <a:spLocks/>
            </p:cNvSpPr>
            <p:nvPr/>
          </p:nvSpPr>
          <p:spPr>
            <a:xfrm>
              <a:off x="9285475" y="4383796"/>
              <a:ext cx="2399969" cy="60517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400" b="1" kern="1200" cap="all" baseline="0" dirty="0">
                  <a:solidFill>
                    <a:srgbClr val="1B3F55"/>
                  </a:solidFill>
                  <a:latin typeface="Helvetica Neue"/>
                  <a:ea typeface="Gill Sans" charset="0"/>
                  <a:cs typeface="Helvetica Neue"/>
                </a:defRPr>
              </a:lvl1pPr>
            </a:lstStyle>
            <a:p>
              <a:pPr algn="ctr"/>
              <a:r>
                <a:rPr lang="en-GB" sz="1050" cap="none" dirty="0">
                  <a:solidFill>
                    <a:schemeClr val="bg1"/>
                  </a:solidFill>
                  <a:latin typeface="+mn-lt"/>
                  <a:ea typeface="Helvetica Neue Thin" panose="020B0403020202020204" pitchFamily="34" charset="0"/>
                </a:rPr>
                <a:t>After optimising to the monthly price with 0% offer, we were able to reduce average CPL by 27%</a:t>
              </a:r>
            </a:p>
          </p:txBody>
        </p:sp>
        <p:sp>
          <p:nvSpPr>
            <p:cNvPr id="19" name="Arrow: Pentagon 32">
              <a:extLst>
                <a:ext uri="{FF2B5EF4-FFF2-40B4-BE49-F238E27FC236}">
                  <a16:creationId xmlns:a16="http://schemas.microsoft.com/office/drawing/2014/main" id="{1EE79538-0E5F-CD43-B97E-38AC16C71381}"/>
                </a:ext>
              </a:extLst>
            </p:cNvPr>
            <p:cNvSpPr/>
            <p:nvPr/>
          </p:nvSpPr>
          <p:spPr>
            <a:xfrm rot="5400000">
              <a:off x="10068073" y="2556239"/>
              <a:ext cx="811623" cy="2644006"/>
            </a:xfrm>
            <a:prstGeom prst="homePlate">
              <a:avLst>
                <a:gd name="adj" fmla="val 36261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901AA0E-4967-1847-B473-9ABDB1F5588C}"/>
                </a:ext>
              </a:extLst>
            </p:cNvPr>
            <p:cNvSpPr/>
            <p:nvPr/>
          </p:nvSpPr>
          <p:spPr>
            <a:xfrm>
              <a:off x="9796808" y="3423849"/>
              <a:ext cx="1377301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4400" b="1" dirty="0">
                  <a:solidFill>
                    <a:schemeClr val="accent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27%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E50CDA59-0703-814A-8589-1B342AACAE8E}"/>
                </a:ext>
              </a:extLst>
            </p:cNvPr>
            <p:cNvSpPr txBox="1">
              <a:spLocks/>
            </p:cNvSpPr>
            <p:nvPr/>
          </p:nvSpPr>
          <p:spPr>
            <a:xfrm>
              <a:off x="9163458" y="2965899"/>
              <a:ext cx="2615905" cy="302585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400" b="1" kern="1200" cap="all" baseline="0" dirty="0">
                  <a:solidFill>
                    <a:srgbClr val="1B3F55"/>
                  </a:solidFill>
                  <a:latin typeface="Helvetica Neue"/>
                  <a:ea typeface="Gill Sans" charset="0"/>
                  <a:cs typeface="Helvetica Neue"/>
                </a:defRPr>
              </a:lvl1pPr>
            </a:lstStyle>
            <a:p>
              <a:pPr algn="ctr"/>
              <a:r>
                <a:rPr lang="en-GB" sz="1400" cap="none" dirty="0">
                  <a:solidFill>
                    <a:schemeClr val="bg1"/>
                  </a:solidFill>
                  <a:latin typeface="+mn-lt"/>
                  <a:ea typeface="Helvetica Neue" panose="02000503000000020004" pitchFamily="2" charset="0"/>
                  <a:cs typeface="Helvetica Neue" panose="02000503000000020004" pitchFamily="2" charset="0"/>
                </a:rPr>
                <a:t>REDUCED AVERAGE CPL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2FA789B-3208-8548-BDF6-5A4884D3A331}"/>
              </a:ext>
            </a:extLst>
          </p:cNvPr>
          <p:cNvSpPr txBox="1"/>
          <p:nvPr/>
        </p:nvSpPr>
        <p:spPr>
          <a:xfrm>
            <a:off x="840209" y="6478283"/>
            <a:ext cx="9054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accent1"/>
                </a:solidFill>
              </a:rPr>
              <a:t>Ireland, 13/08/2020 – 13/09/2020, Conversions – SIZMEK Adserver Data, and Cost calculations – DSP data (DBM) </a:t>
            </a:r>
            <a:r>
              <a:rPr lang="en-GB" sz="1200" i="1" dirty="0">
                <a:solidFill>
                  <a:schemeClr val="accent1"/>
                </a:solidFill>
              </a:rPr>
              <a:t>Ave. for period.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1647C3-B6A0-1F49-B88E-9594BACAF775}"/>
              </a:ext>
            </a:extLst>
          </p:cNvPr>
          <p:cNvGrpSpPr/>
          <p:nvPr/>
        </p:nvGrpSpPr>
        <p:grpSpPr>
          <a:xfrm>
            <a:off x="654429" y="4088927"/>
            <a:ext cx="2538805" cy="2067502"/>
            <a:chOff x="775393" y="4383590"/>
            <a:chExt cx="2538805" cy="2067502"/>
          </a:xfrm>
        </p:grpSpPr>
        <p:pic>
          <p:nvPicPr>
            <p:cNvPr id="24" name="VW IE APR Golf 8.mov" descr="VW IE APR Golf 8.mov">
              <a:hlinkClick r:id="" action="ppaction://media"/>
              <a:extLst>
                <a:ext uri="{FF2B5EF4-FFF2-40B4-BE49-F238E27FC236}">
                  <a16:creationId xmlns:a16="http://schemas.microsoft.com/office/drawing/2014/main" id="{317019F0-478A-4D42-9BA9-F8706E11726C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13"/>
            <a:stretch>
              <a:fillRect/>
            </a:stretch>
          </p:blipFill>
          <p:spPr>
            <a:xfrm>
              <a:off x="946568" y="4383590"/>
              <a:ext cx="2159999" cy="1800000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2340F2-AD10-1C46-A316-6DC6F9479126}"/>
                </a:ext>
              </a:extLst>
            </p:cNvPr>
            <p:cNvSpPr/>
            <p:nvPr/>
          </p:nvSpPr>
          <p:spPr>
            <a:xfrm>
              <a:off x="775393" y="6133207"/>
              <a:ext cx="2538805" cy="31788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</a:rPr>
                <a:t>0% APR Messaging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66C2E1-50E9-2D40-9589-DE05501801F1}"/>
              </a:ext>
            </a:extLst>
          </p:cNvPr>
          <p:cNvGrpSpPr/>
          <p:nvPr/>
        </p:nvGrpSpPr>
        <p:grpSpPr>
          <a:xfrm>
            <a:off x="2967107" y="4088927"/>
            <a:ext cx="2538805" cy="2077246"/>
            <a:chOff x="3088071" y="4383590"/>
            <a:chExt cx="2538805" cy="2077246"/>
          </a:xfrm>
        </p:grpSpPr>
        <p:pic>
          <p:nvPicPr>
            <p:cNvPr id="25" name="VW IE MP Golf 8.mov" descr="VW IE MP Golf 8.mov">
              <a:hlinkClick r:id="" action="ppaction://media"/>
              <a:extLst>
                <a:ext uri="{FF2B5EF4-FFF2-40B4-BE49-F238E27FC236}">
                  <a16:creationId xmlns:a16="http://schemas.microsoft.com/office/drawing/2014/main" id="{8227A9FE-B997-9C4E-94A2-CAD700F592C0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14"/>
            <a:stretch>
              <a:fillRect/>
            </a:stretch>
          </p:blipFill>
          <p:spPr>
            <a:xfrm>
              <a:off x="3300456" y="4383590"/>
              <a:ext cx="2160000" cy="1800000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37931B9-C016-B44F-83A2-7EC16DFFC29F}"/>
                </a:ext>
              </a:extLst>
            </p:cNvPr>
            <p:cNvSpPr/>
            <p:nvPr/>
          </p:nvSpPr>
          <p:spPr>
            <a:xfrm>
              <a:off x="3088071" y="6130467"/>
              <a:ext cx="2538805" cy="33036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002060"/>
                  </a:solidFill>
                </a:rPr>
                <a:t>APR &amp; Monthly Price Messaging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452C37E-DF49-E542-8815-DA3122006BC4}"/>
              </a:ext>
            </a:extLst>
          </p:cNvPr>
          <p:cNvSpPr/>
          <p:nvPr/>
        </p:nvSpPr>
        <p:spPr>
          <a:xfrm>
            <a:off x="217660" y="2677707"/>
            <a:ext cx="622549" cy="330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Test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B47B9C-B403-0C45-880D-B0313338F5FA}"/>
              </a:ext>
            </a:extLst>
          </p:cNvPr>
          <p:cNvSpPr/>
          <p:nvPr/>
        </p:nvSpPr>
        <p:spPr>
          <a:xfrm>
            <a:off x="216001" y="4803428"/>
            <a:ext cx="622549" cy="330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Test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961ACE-0028-D246-AF65-73EF4F84B408}"/>
              </a:ext>
            </a:extLst>
          </p:cNvPr>
          <p:cNvSpPr/>
          <p:nvPr/>
        </p:nvSpPr>
        <p:spPr>
          <a:xfrm>
            <a:off x="6354865" y="4573155"/>
            <a:ext cx="5338615" cy="14350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Insight</a:t>
            </a:r>
            <a:endParaRPr lang="en-US" sz="1200" dirty="0">
              <a:solidFill>
                <a:srgbClr val="002060"/>
              </a:solidFill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These findings, indicate that both components of the offer are important in influencing a consumer to act. 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  <a:p>
            <a:pPr algn="ctr"/>
            <a:r>
              <a:rPr lang="en-US" sz="1200" dirty="0">
                <a:solidFill>
                  <a:srgbClr val="002060"/>
                </a:solidFill>
              </a:rPr>
              <a:t>They suggest providing greater financial information within the ad pushes drives consumers further down the funnel due to having knowledge of the full offer prior to website visits.</a:t>
            </a:r>
          </a:p>
        </p:txBody>
      </p:sp>
    </p:spTree>
    <p:extLst>
      <p:ext uri="{BB962C8B-B14F-4D97-AF65-F5344CB8AC3E}">
        <p14:creationId xmlns:p14="http://schemas.microsoft.com/office/powerpoint/2010/main" val="233388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0F3DB24-0D64-5648-95C6-D96BE6D9A3EF}"/>
              </a:ext>
            </a:extLst>
          </p:cNvPr>
          <p:cNvSpPr/>
          <p:nvPr/>
        </p:nvSpPr>
        <p:spPr>
          <a:xfrm>
            <a:off x="232618" y="1034316"/>
            <a:ext cx="11734106" cy="5149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100" b="0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VW Text Office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961ACE-0028-D246-AF65-73EF4F84B408}"/>
              </a:ext>
            </a:extLst>
          </p:cNvPr>
          <p:cNvSpPr/>
          <p:nvPr/>
        </p:nvSpPr>
        <p:spPr>
          <a:xfrm>
            <a:off x="672007" y="1398667"/>
            <a:ext cx="8308764" cy="2998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Other Considerations</a:t>
            </a:r>
            <a:endParaRPr lang="en-US" sz="16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Findings from these tests could be directly linked to the fact that the offer was 0% APR.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This in combination with price per month is explicit easy to understand.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Price per month is a tangible number the consumer can use to work out affordability and 0% APR contributes to 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1600" b="1" dirty="0">
                <a:solidFill>
                  <a:srgbClr val="002060"/>
                </a:solidFill>
              </a:rPr>
              <a:t>Future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It may be that when the APR is higher than 0% the message is harder to understand and therefore may not be as important to the consumer.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Future testing could include a combination of higher APR % and price per month messaging vs price per month to determine if APR % is still relevant when above 0%.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3" name="Picture 2" descr="A car parked in a parking lot&#10;&#10;Description automatically generated with low confidence">
            <a:extLst>
              <a:ext uri="{FF2B5EF4-FFF2-40B4-BE49-F238E27FC236}">
                <a16:creationId xmlns:a16="http://schemas.microsoft.com/office/drawing/2014/main" id="{0EDF5214-2B83-974F-B2C5-71B252D06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123" y="1334273"/>
            <a:ext cx="2289870" cy="4550001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050C3A67-B78C-484E-A6A7-E04FCF089615}"/>
              </a:ext>
            </a:extLst>
          </p:cNvPr>
          <p:cNvSpPr txBox="1">
            <a:spLocks/>
          </p:cNvSpPr>
          <p:nvPr/>
        </p:nvSpPr>
        <p:spPr>
          <a:xfrm>
            <a:off x="280746" y="264104"/>
            <a:ext cx="11630507" cy="770212"/>
          </a:xfrm>
          <a:prstGeom prst="rect">
            <a:avLst/>
          </a:prstGeom>
        </p:spPr>
        <p:txBody>
          <a:bodyPr/>
          <a:lstStyle>
            <a:lvl1pPr algn="l" defTabSz="60887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VW Head Office" panose="020B0504040200000003" pitchFamily="34" charset="0"/>
                <a:cs typeface="Calibri" panose="020F0502020204030204" pitchFamily="34" charset="0"/>
              </a:defRPr>
            </a:lvl1pPr>
          </a:lstStyle>
          <a:p>
            <a:r>
              <a:rPr lang="en-GB" sz="3200" dirty="0">
                <a:solidFill>
                  <a:schemeClr val="accent1"/>
                </a:solidFill>
                <a:latin typeface="+mj-lt"/>
              </a:rPr>
              <a:t>Future Testing Opportunities</a:t>
            </a:r>
          </a:p>
        </p:txBody>
      </p:sp>
    </p:spTree>
    <p:extLst>
      <p:ext uri="{BB962C8B-B14F-4D97-AF65-F5344CB8AC3E}">
        <p14:creationId xmlns:p14="http://schemas.microsoft.com/office/powerpoint/2010/main" val="336926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 with its doors open&#10;&#10;Description automatically generated with low confidence">
            <a:extLst>
              <a:ext uri="{FF2B5EF4-FFF2-40B4-BE49-F238E27FC236}">
                <a16:creationId xmlns:a16="http://schemas.microsoft.com/office/drawing/2014/main" id="{BD42BA25-2F80-1247-B615-39C715D002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33699" y="5243"/>
            <a:ext cx="12225699" cy="6876956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454F6655-15E4-2B44-ADCD-B959468B27F4}"/>
              </a:ext>
            </a:extLst>
          </p:cNvPr>
          <p:cNvSpPr txBox="1">
            <a:spLocks/>
          </p:cNvSpPr>
          <p:nvPr/>
        </p:nvSpPr>
        <p:spPr>
          <a:xfrm>
            <a:off x="668173" y="2827829"/>
            <a:ext cx="10855653" cy="1221297"/>
          </a:xfrm>
          <a:prstGeom prst="rect">
            <a:avLst/>
          </a:prstGeom>
          <a:solidFill>
            <a:srgbClr val="002060">
              <a:alpha val="62000"/>
            </a:srgb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VW Text Office"/>
                <a:ea typeface="+mj-ea"/>
                <a:cs typeface="+mj-cs"/>
              </a:rPr>
              <a:t>Appendix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EC29A3-DF81-F44C-A786-73D26C73B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290" y="262326"/>
            <a:ext cx="1935977" cy="37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0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A603-6682-419B-AD07-BEE2EDFB2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i="1" dirty="0">
                <a:solidFill>
                  <a:srgbClr val="0070C0"/>
                </a:solidFill>
              </a:rPr>
              <a:t>Appendix – Q3 Monthly Price vs Monthly Price &amp; APR Data detailed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E1169-9863-4789-91AE-763B8E2EC014}"/>
              </a:ext>
            </a:extLst>
          </p:cNvPr>
          <p:cNvSpPr/>
          <p:nvPr/>
        </p:nvSpPr>
        <p:spPr>
          <a:xfrm>
            <a:off x="540754" y="5863768"/>
            <a:ext cx="78833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1" u="none" strike="noStrike" kern="1200" cap="none" spc="0" normalizeH="0" baseline="0" noProof="0" dirty="0">
                <a:ln>
                  <a:noFill/>
                </a:ln>
                <a:solidFill>
                  <a:srgbClr val="33434C"/>
                </a:solidFill>
                <a:effectLst/>
                <a:uLnTx/>
                <a:uFillTx/>
                <a:latin typeface="VW Text Office"/>
                <a:ea typeface="+mn-ea"/>
                <a:cs typeface="+mn-cs"/>
              </a:rPr>
              <a:t>Date – 13.08 – 13.09.2020</a:t>
            </a:r>
          </a:p>
          <a:p>
            <a:pPr>
              <a:defRPr/>
            </a:pPr>
            <a:r>
              <a:rPr lang="en-GB" sz="1100" i="1" dirty="0">
                <a:solidFill>
                  <a:srgbClr val="33434C"/>
                </a:solidFill>
                <a:latin typeface="VW Text Office"/>
              </a:rPr>
              <a:t>Conversion - </a:t>
            </a:r>
            <a:r>
              <a:rPr lang="en-GB" sz="1100" i="1" dirty="0">
                <a:solidFill>
                  <a:srgbClr val="33434C"/>
                </a:solidFill>
              </a:rPr>
              <a:t> Start Configurations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A4C95B-1B1D-3B48-BA1B-001B6664AAA3}"/>
              </a:ext>
            </a:extLst>
          </p:cNvPr>
          <p:cNvGraphicFramePr>
            <a:graphicFrameLocks noGrp="1"/>
          </p:cNvGraphicFramePr>
          <p:nvPr/>
        </p:nvGraphicFramePr>
        <p:xfrm>
          <a:off x="1266923" y="1040742"/>
          <a:ext cx="9480252" cy="4400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8190">
                  <a:extLst>
                    <a:ext uri="{9D8B030D-6E8A-4147-A177-3AD203B41FA5}">
                      <a16:colId xmlns:a16="http://schemas.microsoft.com/office/drawing/2014/main" val="4227954785"/>
                    </a:ext>
                  </a:extLst>
                </a:gridCol>
                <a:gridCol w="1978308">
                  <a:extLst>
                    <a:ext uri="{9D8B030D-6E8A-4147-A177-3AD203B41FA5}">
                      <a16:colId xmlns:a16="http://schemas.microsoft.com/office/drawing/2014/main" val="2461561036"/>
                    </a:ext>
                  </a:extLst>
                </a:gridCol>
                <a:gridCol w="1093574">
                  <a:extLst>
                    <a:ext uri="{9D8B030D-6E8A-4147-A177-3AD203B41FA5}">
                      <a16:colId xmlns:a16="http://schemas.microsoft.com/office/drawing/2014/main" val="2654036788"/>
                    </a:ext>
                  </a:extLst>
                </a:gridCol>
                <a:gridCol w="987889">
                  <a:extLst>
                    <a:ext uri="{9D8B030D-6E8A-4147-A177-3AD203B41FA5}">
                      <a16:colId xmlns:a16="http://schemas.microsoft.com/office/drawing/2014/main" val="2798215960"/>
                    </a:ext>
                  </a:extLst>
                </a:gridCol>
                <a:gridCol w="961227">
                  <a:extLst>
                    <a:ext uri="{9D8B030D-6E8A-4147-A177-3AD203B41FA5}">
                      <a16:colId xmlns:a16="http://schemas.microsoft.com/office/drawing/2014/main" val="3907376745"/>
                    </a:ext>
                  </a:extLst>
                </a:gridCol>
                <a:gridCol w="1191127">
                  <a:extLst>
                    <a:ext uri="{9D8B030D-6E8A-4147-A177-3AD203B41FA5}">
                      <a16:colId xmlns:a16="http://schemas.microsoft.com/office/drawing/2014/main" val="663479406"/>
                    </a:ext>
                  </a:extLst>
                </a:gridCol>
                <a:gridCol w="1399937">
                  <a:extLst>
                    <a:ext uri="{9D8B030D-6E8A-4147-A177-3AD203B41FA5}">
                      <a16:colId xmlns:a16="http://schemas.microsoft.com/office/drawing/2014/main" val="1078960283"/>
                    </a:ext>
                  </a:extLst>
                </a:gridCol>
              </a:tblGrid>
              <a:tr h="180642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 Model Comparison </a:t>
                      </a:r>
                      <a:endParaRPr lang="en-GB" sz="1200" b="1" i="0" u="none" strike="noStrike" dirty="0">
                        <a:solidFill>
                          <a:schemeClr val="bg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008027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Model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VW Test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Impressions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>
                          <a:effectLst/>
                        </a:rPr>
                        <a:t>CTR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CVR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Clicks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 dirty="0">
                          <a:effectLst/>
                        </a:rPr>
                        <a:t>Total Conversions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2133786710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 err="1">
                          <a:effectLst/>
                        </a:rPr>
                        <a:t>Arteon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530,495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0.12 %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0.004 %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647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21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81122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 err="1">
                          <a:effectLst/>
                        </a:rPr>
                        <a:t>Arteon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529,430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0.13 %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0.008 %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691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3529955443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Passat GTE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446,648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0.11 %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0.003 %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502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912634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Passat GTE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447,657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0.11 %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0.006 %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474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28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606235930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E-Golf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Monthly Price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430,689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0.12 %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0.014 %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500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62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390452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E-Golf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430,511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0.11 %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0.019 %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480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82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1879779861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Golf 8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302,047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0.15 %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0.019 %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441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58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152413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Golf 8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302,410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0.15 %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0.024 %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446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73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2384935923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Tiguan </a:t>
                      </a:r>
                      <a:r>
                        <a:rPr lang="en-GB" sz="1200" u="none" strike="noStrike" dirty="0" err="1">
                          <a:effectLst/>
                        </a:rPr>
                        <a:t>Allspace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176,537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0.12 %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0.011 %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220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19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60327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Tiguan Allspace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176,225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0.13 %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0.009 %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222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1886932046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Passat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38,304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0.29 %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0.016 %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112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6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580622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Passat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38,310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0.27 %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0.013 %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105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3492926782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Tiguan</a:t>
                      </a:r>
                      <a:endParaRPr lang="en-GB" sz="1200" b="1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23,416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0.23 %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0.030 %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53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36094"/>
                  </a:ext>
                </a:extLst>
              </a:tr>
              <a:tr h="2806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Tiguan</a:t>
                      </a:r>
                      <a:endParaRPr lang="en-GB" sz="1200" b="1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Monthly Price &amp; 0% APR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23,427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0.34 %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0.017 %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79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4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6791" marR="6791" marT="6791" marB="0" anchor="ctr"/>
                </a:tc>
                <a:extLst>
                  <a:ext uri="{0D108BD9-81ED-4DB2-BD59-A6C34878D82A}">
                    <a16:rowId xmlns:a16="http://schemas.microsoft.com/office/drawing/2014/main" val="4064021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96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W engine - Theme1">
  <a:themeElements>
    <a:clrScheme name="Volkswagen">
      <a:dk1>
        <a:srgbClr val="33434C"/>
      </a:dk1>
      <a:lt1>
        <a:srgbClr val="FFFFFF"/>
      </a:lt1>
      <a:dk2>
        <a:srgbClr val="73B1DD"/>
      </a:dk2>
      <a:lt2>
        <a:srgbClr val="CFD7D9"/>
      </a:lt2>
      <a:accent1>
        <a:srgbClr val="003C65"/>
      </a:accent1>
      <a:accent2>
        <a:srgbClr val="2274AC"/>
      </a:accent2>
      <a:accent3>
        <a:srgbClr val="8994A0"/>
      </a:accent3>
      <a:accent4>
        <a:srgbClr val="005D4D"/>
      </a:accent4>
      <a:accent5>
        <a:srgbClr val="730019"/>
      </a:accent5>
      <a:accent6>
        <a:srgbClr val="FF871F"/>
      </a:accent6>
      <a:hlink>
        <a:srgbClr val="33434C"/>
      </a:hlink>
      <a:folHlink>
        <a:srgbClr val="8994A0"/>
      </a:folHlink>
    </a:clrScheme>
    <a:fontScheme name="Volkswagen">
      <a:majorFont>
        <a:latin typeface="VW Head Office"/>
        <a:ea typeface=""/>
        <a:cs typeface=""/>
      </a:majorFont>
      <a:minorFont>
        <a:latin typeface="VW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W engine - Theme1" id="{FD0E4DAC-6959-465C-974E-8CDDD41BBA2A}" vid="{C3498513-7CFF-49C4-BE72-53F4C6282EDF}"/>
    </a:ext>
  </a:extLst>
</a:theme>
</file>

<file path=ppt/theme/theme2.xml><?xml version="1.0" encoding="utf-8"?>
<a:theme xmlns:a="http://schemas.openxmlformats.org/drawingml/2006/main" name="Basic_Blue_Two">
  <a:themeElements>
    <a:clrScheme name="VW One Hub">
      <a:dk1>
        <a:srgbClr val="003389"/>
      </a:dk1>
      <a:lt1>
        <a:srgbClr val="FFFFFF"/>
      </a:lt1>
      <a:dk2>
        <a:srgbClr val="003389"/>
      </a:dk2>
      <a:lt2>
        <a:srgbClr val="FFFFFF"/>
      </a:lt2>
      <a:accent1>
        <a:srgbClr val="00AFF0"/>
      </a:accent1>
      <a:accent2>
        <a:srgbClr val="004279"/>
      </a:accent2>
      <a:accent3>
        <a:srgbClr val="DEE4E8"/>
      </a:accent3>
      <a:accent4>
        <a:srgbClr val="C1C9CF"/>
      </a:accent4>
      <a:accent5>
        <a:srgbClr val="95A3A7"/>
      </a:accent5>
      <a:accent6>
        <a:srgbClr val="3B484C"/>
      </a:accent6>
      <a:hlink>
        <a:srgbClr val="00AFF0"/>
      </a:hlink>
      <a:folHlink>
        <a:srgbClr val="C1C9CF"/>
      </a:folHlink>
    </a:clrScheme>
    <a:fontScheme name="White">
      <a:majorFont>
        <a:latin typeface="VW Head Light"/>
        <a:ea typeface="VW Head Light"/>
        <a:cs typeface="VW Head Light"/>
      </a:majorFont>
      <a:minorFont>
        <a:latin typeface="VW Head Light"/>
        <a:ea typeface="VW Head Light"/>
        <a:cs typeface="VW Head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13230457"/>
            <a:satOff val="100000"/>
            <a:lumOff val="-6137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203200" algn="l" defTabSz="825500" rtl="0" fontAlgn="auto" latinLnBrk="0" hangingPunct="0">
          <a:lnSpc>
            <a:spcPct val="13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chemeClr val="accent6"/>
            </a:solidFill>
            <a:effectLst/>
            <a:uFillTx/>
            <a:latin typeface="VW Text Light"/>
            <a:ea typeface="VW Text Light"/>
            <a:cs typeface="VW Text Light"/>
            <a:sym typeface="VW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4">
              <a:hueOff val="11928358"/>
              <a:satOff val="100000"/>
              <a:lumOff val="-6058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chemeClr val="accent5">
                <a:hueOff val="12126316"/>
                <a:satOff val="8225"/>
                <a:lumOff val="-54705"/>
              </a:schemeClr>
            </a:solidFill>
            <a:effectLst/>
            <a:uFillTx/>
            <a:latin typeface="VW Text Light"/>
            <a:ea typeface="VW Text Light"/>
            <a:cs typeface="VW Text Light"/>
            <a:sym typeface="VW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ne_hub_template_test" id="{A39EB704-F9CE-7541-B9C3-4CA00FEF8E3D}" vid="{99BC1A76-2EEA-4F4D-862E-DDDA9FB55535}"/>
    </a:ext>
  </a:extLst>
</a:theme>
</file>

<file path=ppt/theme/theme3.xml><?xml version="1.0" encoding="utf-8"?>
<a:theme xmlns:a="http://schemas.openxmlformats.org/drawingml/2006/main" name="PHD with VW">
  <a:themeElements>
    <a:clrScheme name="Volkswagen">
      <a:dk1>
        <a:srgbClr val="33434C"/>
      </a:dk1>
      <a:lt1>
        <a:srgbClr val="FFFFFF"/>
      </a:lt1>
      <a:dk2>
        <a:srgbClr val="73B1DD"/>
      </a:dk2>
      <a:lt2>
        <a:srgbClr val="CFD7D9"/>
      </a:lt2>
      <a:accent1>
        <a:srgbClr val="003C65"/>
      </a:accent1>
      <a:accent2>
        <a:srgbClr val="2274AC"/>
      </a:accent2>
      <a:accent3>
        <a:srgbClr val="8994A0"/>
      </a:accent3>
      <a:accent4>
        <a:srgbClr val="005D4D"/>
      </a:accent4>
      <a:accent5>
        <a:srgbClr val="730019"/>
      </a:accent5>
      <a:accent6>
        <a:srgbClr val="FF871F"/>
      </a:accent6>
      <a:hlink>
        <a:srgbClr val="33434C"/>
      </a:hlink>
      <a:folHlink>
        <a:srgbClr val="8994A0"/>
      </a:folHlink>
    </a:clrScheme>
    <a:fontScheme name="Volkswagen">
      <a:majorFont>
        <a:latin typeface="VW Head Office"/>
        <a:ea typeface=""/>
        <a:cs typeface=""/>
      </a:majorFont>
      <a:minorFont>
        <a:latin typeface="VW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A904988DFCE4459D645C4E90357B74" ma:contentTypeVersion="14" ma:contentTypeDescription="Create a new document." ma:contentTypeScope="" ma:versionID="8cdbdeb83ea66f9b0e598903536f2050">
  <xsd:schema xmlns:xsd="http://www.w3.org/2001/XMLSchema" xmlns:xs="http://www.w3.org/2001/XMLSchema" xmlns:p="http://schemas.microsoft.com/office/2006/metadata/properties" xmlns:ns2="036fd196-ce08-47a2-968b-11c72b673ecc" xmlns:ns3="15ff63fb-87cd-46bc-962e-142d7f607ab5" targetNamespace="http://schemas.microsoft.com/office/2006/metadata/properties" ma:root="true" ma:fieldsID="fcc58d1b70f3d599084ff86ac8f2d347" ns2:_="" ns3:_="">
    <xsd:import namespace="036fd196-ce08-47a2-968b-11c72b673ecc"/>
    <xsd:import namespace="15ff63fb-87cd-46bc-962e-142d7f607a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6fd196-ce08-47a2-968b-11c72b673e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ff63fb-87cd-46bc-962e-142d7f607ab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13E97A-7E84-439C-88DB-4FBEA3E07B8D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036fd196-ce08-47a2-968b-11c72b673ecc"/>
    <ds:schemaRef ds:uri="http://schemas.microsoft.com/office/2006/documentManagement/types"/>
    <ds:schemaRef ds:uri="15ff63fb-87cd-46bc-962e-142d7f607ab5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7729027-99E6-40B2-89E6-2D4CE30B6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6fd196-ce08-47a2-968b-11c72b673ecc"/>
    <ds:schemaRef ds:uri="15ff63fb-87cd-46bc-962e-142d7f607a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71CFC4-7843-4496-8C7B-C87EFDBE6C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VW engine - Theme1</Template>
  <TotalTime>5195</TotalTime>
  <Words>982</Words>
  <Application>Microsoft Macintosh PowerPoint</Application>
  <PresentationFormat>Widescreen</PresentationFormat>
  <Paragraphs>241</Paragraphs>
  <Slides>7</Slides>
  <Notes>5</Notes>
  <HiddenSlides>0</HiddenSlides>
  <MMClips>8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Arial</vt:lpstr>
      <vt:lpstr>Averta</vt:lpstr>
      <vt:lpstr>Calibri</vt:lpstr>
      <vt:lpstr>Helvetica Neue</vt:lpstr>
      <vt:lpstr>VW Head</vt:lpstr>
      <vt:lpstr>VW Head Light</vt:lpstr>
      <vt:lpstr>VW Head Office</vt:lpstr>
      <vt:lpstr>VW Headline OT-Book</vt:lpstr>
      <vt:lpstr>VW Text</vt:lpstr>
      <vt:lpstr>VW Text Light</vt:lpstr>
      <vt:lpstr>VW Text Office</vt:lpstr>
      <vt:lpstr>Wingdings</vt:lpstr>
      <vt:lpstr>VW engine - Theme1</vt:lpstr>
      <vt:lpstr>Basic_Blue_Two</vt:lpstr>
      <vt:lpstr>PHD with VW</vt:lpstr>
      <vt:lpstr>think-cell Folie</vt:lpstr>
      <vt:lpstr>PowerPoint Presentation</vt:lpstr>
      <vt:lpstr>Ads with the % APR messaging included, were 33% more effective at driving completed conversions vs ads with only the monthly price.</vt:lpstr>
      <vt:lpstr>Ads with both % APR and Monthly Price messaging, were 46% more effective at driving completed conversions vs ads with only the APR %.</vt:lpstr>
      <vt:lpstr>PowerPoint Presentation</vt:lpstr>
      <vt:lpstr>PowerPoint Presentation</vt:lpstr>
      <vt:lpstr>PowerPoint Presentation</vt:lpstr>
      <vt:lpstr>Appendix – Q3 Monthly Price vs Monthly Price &amp; APR Data detailed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Yann Abbott</dc:creator>
  <cp:lastModifiedBy>Esmeralda Lockhart (Adylic)</cp:lastModifiedBy>
  <cp:revision>124</cp:revision>
  <dcterms:created xsi:type="dcterms:W3CDTF">2019-04-16T16:04:11Z</dcterms:created>
  <dcterms:modified xsi:type="dcterms:W3CDTF">2021-03-05T11:28:06Z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0x01010028A904988DFCE4459D645C4E90357B74</vt:lpwstr>
  </property>
  <property fmtid="{D5CDD505-2E9C-101B-9397-08002B2CF9AE}" pid="3" name="AuthorIds_UIVersion_512">
    <vt:lpwstr>1874</vt:lpwstr>
  </property>
</Properties>
</file>