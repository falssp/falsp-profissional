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mov" ContentType="video/quicktime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1.xml" ContentType="application/vnd.openxmlformats-officedocument.presentationml.tags+xml"/>
  <Override PartName="/ppt/notesSlides/notesSlide1.xml" ContentType="application/vnd.openxmlformats-officedocument.presentationml.notesSlide+xml"/>
  <Override PartName="/ppt/tags/tag4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18941" r:id="rId5"/>
    <p:sldId id="18942" r:id="rId6"/>
  </p:sldIdLst>
  <p:sldSz cx="12192000" cy="6858000"/>
  <p:notesSz cx="6858000" cy="9144000"/>
  <p:custDataLst>
    <p:tags r:id="rId9"/>
  </p:custDataLst>
  <p:defaultTextStyle>
    <a:defPPr>
      <a:defRPr lang="de-DE"/>
    </a:defPPr>
    <a:lvl1pPr marL="0" algn="l" defTabSz="12191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70" algn="l" defTabSz="12191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40" algn="l" defTabSz="12191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09" algn="l" defTabSz="12191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278" algn="l" defTabSz="12191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848" algn="l" defTabSz="12191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418" algn="l" defTabSz="12191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987" algn="l" defTabSz="12191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557" algn="l" defTabSz="12191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302" userDrawn="1">
          <p15:clr>
            <a:srgbClr val="A4A3A4"/>
          </p15:clr>
        </p15:guide>
        <p15:guide id="8" pos="7378" userDrawn="1">
          <p15:clr>
            <a:srgbClr val="A4A3A4"/>
          </p15:clr>
        </p15:guide>
        <p15:guide id="9" orient="horz" pos="935" userDrawn="1">
          <p15:clr>
            <a:srgbClr val="A4A3A4"/>
          </p15:clr>
        </p15:guide>
        <p15:guide id="10" orient="horz" pos="3816" userDrawn="1">
          <p15:clr>
            <a:srgbClr val="A4A3A4"/>
          </p15:clr>
        </p15:guide>
        <p15:guide id="11" pos="3908" userDrawn="1">
          <p15:clr>
            <a:srgbClr val="A4A3A4"/>
          </p15:clr>
        </p15:guide>
        <p15:guide id="12" pos="37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m Stead" initials="SS" lastIdx="1" clrIdx="0">
    <p:extLst>
      <p:ext uri="{19B8F6BF-5375-455C-9EA6-DF929625EA0E}">
        <p15:presenceInfo xmlns:p15="http://schemas.microsoft.com/office/powerpoint/2012/main" userId="S::Sam.Stead@phdmedia.com::e987c46a-56a2-4ca3-ba52-f6e7c3c0fd32" providerId="AD"/>
      </p:ext>
    </p:extLst>
  </p:cmAuthor>
  <p:cmAuthor id="2" name="Gabriel Meurer-Wilde (Adylic)" initials="GMW(" lastIdx="3" clrIdx="1">
    <p:extLst>
      <p:ext uri="{19B8F6BF-5375-455C-9EA6-DF929625EA0E}">
        <p15:presenceInfo xmlns:p15="http://schemas.microsoft.com/office/powerpoint/2012/main" userId="S::gabriel.meurer-wilde@adylic.com::e5047aa5-2159-4311-89cf-f4fcd758299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8AD0FF"/>
    <a:srgbClr val="C4E8FF"/>
    <a:srgbClr val="8FD156"/>
    <a:srgbClr val="D1D1D1"/>
    <a:srgbClr val="EDEDED"/>
    <a:srgbClr val="BDC7D8"/>
    <a:srgbClr val="B1BACA"/>
    <a:srgbClr val="F9FAFC"/>
    <a:srgbClr val="FF9331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8"/>
  </p:normalViewPr>
  <p:slideViewPr>
    <p:cSldViewPr snapToGrid="0" snapToObjects="1">
      <p:cViewPr varScale="1">
        <p:scale>
          <a:sx n="105" d="100"/>
          <a:sy n="105" d="100"/>
        </p:scale>
        <p:origin x="840" y="200"/>
      </p:cViewPr>
      <p:guideLst>
        <p:guide pos="302"/>
        <p:guide pos="7378"/>
        <p:guide orient="horz" pos="935"/>
        <p:guide orient="horz" pos="3816"/>
        <p:guide pos="3908"/>
        <p:guide pos="37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1A42D99-180A-46D1-9559-FD6496BA38A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849" y="8856000"/>
            <a:ext cx="2971800" cy="153888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lvl1pPr algn="r">
              <a:defRPr sz="1200"/>
            </a:lvl1pPr>
          </a:lstStyle>
          <a:p>
            <a:pPr algn="l"/>
            <a:fld id="{5A74B7D8-3527-4146-850B-13A8891B2144}" type="slidenum">
              <a:rPr lang="en-GB" sz="1000" smtClean="0"/>
              <a:pPr algn="l"/>
              <a:t>‹#›</a:t>
            </a:fld>
            <a:endParaRPr lang="en-GB" sz="100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8666D39-E20F-412B-AD2F-B9AA0502D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6607" y="8633978"/>
            <a:ext cx="354544" cy="35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147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1000" y="8856476"/>
            <a:ext cx="43908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1000">
                <a:latin typeface="VW Text Office" panose="020B0503040200000003" pitchFamily="34" charset="0"/>
              </a:defRPr>
            </a:lvl1pPr>
          </a:lstStyle>
          <a:p>
            <a:fld id="{E0ACFCA9-5A87-4C54-A0DD-FEE9B5D7103A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0137379-F1A6-4BE5-A3E6-7D10969D7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2456" y="8633978"/>
            <a:ext cx="354544" cy="35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347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40" rtl="0" eaLnBrk="1" latinLnBrk="0" hangingPunct="1">
      <a:spcBef>
        <a:spcPts val="1200"/>
      </a:spcBef>
      <a:defRPr sz="1600" kern="1200">
        <a:solidFill>
          <a:schemeClr val="tx1"/>
        </a:solidFill>
        <a:latin typeface="+mj-lt"/>
        <a:ea typeface="+mn-ea"/>
        <a:cs typeface="+mn-cs"/>
      </a:defRPr>
    </a:lvl1pPr>
    <a:lvl2pPr marL="0" indent="0" algn="l" defTabSz="1219140" rtl="0" eaLnBrk="1" latinLnBrk="0" hangingPunct="1">
      <a:spcBef>
        <a:spcPts val="1000"/>
      </a:spcBef>
      <a:defRPr sz="1600" kern="1200">
        <a:solidFill>
          <a:schemeClr val="tx1"/>
        </a:solidFill>
        <a:latin typeface="VW Text Office" panose="020B0503040200000003" pitchFamily="34" charset="0"/>
        <a:ea typeface="+mn-ea"/>
        <a:cs typeface="+mn-cs"/>
      </a:defRPr>
    </a:lvl2pPr>
    <a:lvl3pPr marL="252000" indent="-252000" algn="l" defTabSz="1219140" rtl="0" eaLnBrk="1" latinLnBrk="0" hangingPunct="1">
      <a:spcBef>
        <a:spcPts val="400"/>
      </a:spcBef>
      <a:buFont typeface="Arial" panose="020B0604020202020204" pitchFamily="34" charset="0"/>
      <a:buChar char="•"/>
      <a:defRPr sz="1600" kern="1200">
        <a:solidFill>
          <a:schemeClr val="tx1"/>
        </a:solidFill>
        <a:latin typeface="VW Text Office" panose="020B0503040200000003" pitchFamily="34" charset="0"/>
        <a:ea typeface="+mn-ea"/>
        <a:cs typeface="+mn-cs"/>
      </a:defRPr>
    </a:lvl3pPr>
    <a:lvl4pPr marL="252000" indent="-252000" algn="l" defTabSz="1219140" rtl="0" eaLnBrk="1" latinLnBrk="0" hangingPunct="1">
      <a:spcBef>
        <a:spcPts val="400"/>
      </a:spcBef>
      <a:buFont typeface="Arial" panose="020B0604020202020204" pitchFamily="34" charset="0"/>
      <a:buChar char="•"/>
      <a:defRPr sz="1600" kern="1200">
        <a:solidFill>
          <a:schemeClr val="tx1"/>
        </a:solidFill>
        <a:latin typeface="VW Text Office" panose="020B0503040200000003" pitchFamily="34" charset="0"/>
        <a:ea typeface="+mn-ea"/>
        <a:cs typeface="+mn-cs"/>
      </a:defRPr>
    </a:lvl4pPr>
    <a:lvl5pPr marL="252000" indent="-252000" algn="l" defTabSz="1219140" rtl="0" eaLnBrk="1" latinLnBrk="0" hangingPunct="1">
      <a:spcBef>
        <a:spcPts val="400"/>
      </a:spcBef>
      <a:buFont typeface="Arial" panose="020B0604020202020204" pitchFamily="34" charset="0"/>
      <a:buChar char="•"/>
      <a:defRPr sz="1600" kern="1200">
        <a:solidFill>
          <a:schemeClr val="tx1"/>
        </a:solidFill>
        <a:latin typeface="VW Text Office" panose="020B0503040200000003" pitchFamily="34" charset="0"/>
        <a:ea typeface="+mn-ea"/>
        <a:cs typeface="+mn-cs"/>
      </a:defRPr>
    </a:lvl5pPr>
    <a:lvl6pPr marL="3047848" algn="l" defTabSz="121914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418" algn="l" defTabSz="121914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987" algn="l" defTabSz="121914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557" algn="l" defTabSz="121914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CFCA9-5A87-4C54-A0DD-FEE9B5D7103A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5767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CFCA9-5A87-4C54-A0DD-FEE9B5D7103A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104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7" Type="http://schemas.openxmlformats.org/officeDocument/2006/relationships/image" Target="../media/image3.emf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4.emf"/><Relationship Id="rId2" Type="http://schemas.openxmlformats.org/officeDocument/2006/relationships/tags" Target="../tags/tag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2.emf"/><Relationship Id="rId2" Type="http://schemas.openxmlformats.org/officeDocument/2006/relationships/tags" Target="../tags/tag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1.bin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2.bin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3.bin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4.bin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16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6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17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2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18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8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4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19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9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4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20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4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1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1.bin"/><Relationship Id="rId4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2.bin"/><Relationship Id="rId4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3.bin"/><Relationship Id="rId4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4.bin"/><Relationship Id="rId4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0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4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25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 blue ">
    <p:bg bwMode="grayWhite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A44C3760-6291-451D-9ECB-A0BAF6F8DA5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860813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think-cell Folie" r:id="rId5" imgW="344" imgH="345" progId="TCLayout.ActiveDocument.1">
                  <p:embed/>
                </p:oleObj>
              </mc:Choice>
              <mc:Fallback>
                <p:oleObj name="think-cell Folie" r:id="rId5" imgW="344" imgH="345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A44C3760-6291-451D-9ECB-A0BAF6F8DA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>
            <a:extLst>
              <a:ext uri="{FF2B5EF4-FFF2-40B4-BE49-F238E27FC236}">
                <a16:creationId xmlns:a16="http://schemas.microsoft.com/office/drawing/2014/main" id="{364AEBC5-6305-4EF7-A8BD-79CA33291FC6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GB" sz="4800" b="0" i="0" baseline="0">
              <a:solidFill>
                <a:schemeClr val="tx1"/>
              </a:solidFill>
              <a:latin typeface="VW Head Office Bold" panose="020B0803040200000003" pitchFamily="34" charset="0"/>
              <a:ea typeface="+mj-ea"/>
              <a:cs typeface="+mj-cs"/>
              <a:sym typeface="VW Head Office Bold" panose="020B0803040200000003" pitchFamily="34" charset="0"/>
            </a:endParaRP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EA63D9C3-4D98-44E0-90AD-13EEAB0F2BCB}"/>
              </a:ext>
            </a:extLst>
          </p:cNvPr>
          <p:cNvGrpSpPr/>
          <p:nvPr userDrawn="1"/>
        </p:nvGrpSpPr>
        <p:grpSpPr bwMode="gray">
          <a:xfrm>
            <a:off x="-264684" y="-187656"/>
            <a:ext cx="12649383" cy="7255563"/>
            <a:chOff x="-264684" y="-187656"/>
            <a:chExt cx="12649383" cy="7255563"/>
          </a:xfrm>
        </p:grpSpPr>
        <p:cxnSp>
          <p:nvCxnSpPr>
            <p:cNvPr id="18" name="Gerade Verbindung 6">
              <a:extLst>
                <a:ext uri="{FF2B5EF4-FFF2-40B4-BE49-F238E27FC236}">
                  <a16:creationId xmlns:a16="http://schemas.microsoft.com/office/drawing/2014/main" id="{717C255D-BABE-4648-8C80-372B53E03E45}"/>
                </a:ext>
              </a:extLst>
            </p:cNvPr>
            <p:cNvCxnSpPr/>
            <p:nvPr userDrawn="1"/>
          </p:nvCxnSpPr>
          <p:spPr bwMode="gray">
            <a:xfrm>
              <a:off x="480705" y="-187656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7">
              <a:extLst>
                <a:ext uri="{FF2B5EF4-FFF2-40B4-BE49-F238E27FC236}">
                  <a16:creationId xmlns:a16="http://schemas.microsoft.com/office/drawing/2014/main" id="{DF2D56B2-9C0A-494A-8FDB-1525C742F7A8}"/>
                </a:ext>
              </a:extLst>
            </p:cNvPr>
            <p:cNvCxnSpPr/>
            <p:nvPr userDrawn="1"/>
          </p:nvCxnSpPr>
          <p:spPr bwMode="gray">
            <a:xfrm>
              <a:off x="11710670" y="-18088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 Verbindung 8">
              <a:extLst>
                <a:ext uri="{FF2B5EF4-FFF2-40B4-BE49-F238E27FC236}">
                  <a16:creationId xmlns:a16="http://schemas.microsoft.com/office/drawing/2014/main" id="{4F8EE169-4B8D-44C3-8070-817B163B3AC4}"/>
                </a:ext>
              </a:extLst>
            </p:cNvPr>
            <p:cNvCxnSpPr/>
            <p:nvPr userDrawn="1"/>
          </p:nvCxnSpPr>
          <p:spPr bwMode="gray">
            <a:xfrm rot="16200000">
              <a:off x="-192684" y="1414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9">
              <a:extLst>
                <a:ext uri="{FF2B5EF4-FFF2-40B4-BE49-F238E27FC236}">
                  <a16:creationId xmlns:a16="http://schemas.microsoft.com/office/drawing/2014/main" id="{1A79CC8B-9B1A-4872-A719-E8054CF0E25E}"/>
                </a:ext>
              </a:extLst>
            </p:cNvPr>
            <p:cNvCxnSpPr/>
            <p:nvPr userDrawn="1"/>
          </p:nvCxnSpPr>
          <p:spPr bwMode="gray">
            <a:xfrm rot="16200000">
              <a:off x="12312699" y="1414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 Verbindung 10">
              <a:extLst>
                <a:ext uri="{FF2B5EF4-FFF2-40B4-BE49-F238E27FC236}">
                  <a16:creationId xmlns:a16="http://schemas.microsoft.com/office/drawing/2014/main" id="{0F87EEF9-7CAD-4322-9E4C-70C0B2B9CB2A}"/>
                </a:ext>
              </a:extLst>
            </p:cNvPr>
            <p:cNvCxnSpPr/>
            <p:nvPr userDrawn="1"/>
          </p:nvCxnSpPr>
          <p:spPr bwMode="gray">
            <a:xfrm rot="16200000">
              <a:off x="-120684" y="5985050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11">
              <a:extLst>
                <a:ext uri="{FF2B5EF4-FFF2-40B4-BE49-F238E27FC236}">
                  <a16:creationId xmlns:a16="http://schemas.microsoft.com/office/drawing/2014/main" id="{8710359C-B205-4E56-B70A-EDB07151A0A2}"/>
                </a:ext>
              </a:extLst>
            </p:cNvPr>
            <p:cNvCxnSpPr/>
            <p:nvPr userDrawn="1"/>
          </p:nvCxnSpPr>
          <p:spPr bwMode="gray">
            <a:xfrm rot="16200000">
              <a:off x="12312699" y="5985050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12">
              <a:extLst>
                <a:ext uri="{FF2B5EF4-FFF2-40B4-BE49-F238E27FC236}">
                  <a16:creationId xmlns:a16="http://schemas.microsoft.com/office/drawing/2014/main" id="{C101394D-6017-44CB-95C4-E3F8761BD30E}"/>
                </a:ext>
              </a:extLst>
            </p:cNvPr>
            <p:cNvCxnSpPr/>
            <p:nvPr userDrawn="1"/>
          </p:nvCxnSpPr>
          <p:spPr bwMode="gray">
            <a:xfrm>
              <a:off x="480705" y="6917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13">
              <a:extLst>
                <a:ext uri="{FF2B5EF4-FFF2-40B4-BE49-F238E27FC236}">
                  <a16:creationId xmlns:a16="http://schemas.microsoft.com/office/drawing/2014/main" id="{1AA95557-170F-4C93-B803-D024C1735374}"/>
                </a:ext>
              </a:extLst>
            </p:cNvPr>
            <p:cNvCxnSpPr/>
            <p:nvPr userDrawn="1"/>
          </p:nvCxnSpPr>
          <p:spPr bwMode="gray">
            <a:xfrm>
              <a:off x="11710670" y="6923907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 Verbindung 18">
              <a:extLst>
                <a:ext uri="{FF2B5EF4-FFF2-40B4-BE49-F238E27FC236}">
                  <a16:creationId xmlns:a16="http://schemas.microsoft.com/office/drawing/2014/main" id="{D34859A9-A08C-4F54-A8E7-C649A06E7D0B}"/>
                </a:ext>
              </a:extLst>
            </p:cNvPr>
            <p:cNvCxnSpPr/>
            <p:nvPr userDrawn="1"/>
          </p:nvCxnSpPr>
          <p:spPr bwMode="gray">
            <a:xfrm>
              <a:off x="5985348" y="-18088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19">
              <a:extLst>
                <a:ext uri="{FF2B5EF4-FFF2-40B4-BE49-F238E27FC236}">
                  <a16:creationId xmlns:a16="http://schemas.microsoft.com/office/drawing/2014/main" id="{FED57F7F-3F19-47B4-BF44-87FEEA73B148}"/>
                </a:ext>
              </a:extLst>
            </p:cNvPr>
            <p:cNvCxnSpPr/>
            <p:nvPr userDrawn="1"/>
          </p:nvCxnSpPr>
          <p:spPr bwMode="gray">
            <a:xfrm>
              <a:off x="6205221" y="-18088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 Verbindung 18">
              <a:extLst>
                <a:ext uri="{FF2B5EF4-FFF2-40B4-BE49-F238E27FC236}">
                  <a16:creationId xmlns:a16="http://schemas.microsoft.com/office/drawing/2014/main" id="{036BF247-2633-4001-8765-CEEE5E02AB2A}"/>
                </a:ext>
              </a:extLst>
            </p:cNvPr>
            <p:cNvCxnSpPr/>
            <p:nvPr userDrawn="1"/>
          </p:nvCxnSpPr>
          <p:spPr bwMode="gray">
            <a:xfrm>
              <a:off x="5985348" y="6917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19">
              <a:extLst>
                <a:ext uri="{FF2B5EF4-FFF2-40B4-BE49-F238E27FC236}">
                  <a16:creationId xmlns:a16="http://schemas.microsoft.com/office/drawing/2014/main" id="{E761532C-E0C5-4F30-B32F-6C7438945037}"/>
                </a:ext>
              </a:extLst>
            </p:cNvPr>
            <p:cNvCxnSpPr/>
            <p:nvPr userDrawn="1"/>
          </p:nvCxnSpPr>
          <p:spPr bwMode="gray">
            <a:xfrm>
              <a:off x="6205221" y="6917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878480" y="2227343"/>
            <a:ext cx="9144000" cy="664797"/>
          </a:xfrm>
        </p:spPr>
        <p:txBody>
          <a:bodyPr wrap="square" anchor="b">
            <a:spAutoFit/>
          </a:bodyPr>
          <a:lstStyle>
            <a:lvl1pPr>
              <a:spcBef>
                <a:spcPts val="0"/>
              </a:spcBef>
              <a:defRPr sz="4800" spc="0" baseline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Presentation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878480" y="2862000"/>
            <a:ext cx="9144000" cy="738664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+mn-lt"/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Subtitle</a:t>
            </a:r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878478" y="5524239"/>
            <a:ext cx="6696000" cy="287867"/>
          </a:xfrm>
        </p:spPr>
        <p:txBody>
          <a:bodyPr/>
          <a:lstStyle>
            <a:lvl1pPr>
              <a:spcBef>
                <a:spcPts val="0"/>
              </a:spcBef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Location | Month Day, Year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BCE1438A-B796-4A1A-9F81-30F3E1522672}"/>
              </a:ext>
            </a:extLst>
          </p:cNvPr>
          <p:cNvSpPr/>
          <p:nvPr userDrawn="1"/>
        </p:nvSpPr>
        <p:spPr bwMode="black">
          <a:xfrm>
            <a:off x="11074800" y="1485753"/>
            <a:ext cx="637200" cy="21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52000" indent="-252000" algn="l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GB" sz="100" noProof="0">
              <a:solidFill>
                <a:schemeClr val="tx1"/>
              </a:solidFill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35FB287A-7FCB-462B-9C36-CC12A288D936}"/>
              </a:ext>
            </a:extLst>
          </p:cNvPr>
          <p:cNvSpPr/>
          <p:nvPr userDrawn="1"/>
        </p:nvSpPr>
        <p:spPr bwMode="black">
          <a:xfrm>
            <a:off x="479376" y="1485753"/>
            <a:ext cx="9360000" cy="21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52000" indent="-252000" algn="l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GB" sz="100" noProof="0">
              <a:solidFill>
                <a:schemeClr val="tx1"/>
              </a:solidFill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C5B517CC-F5FC-4F7C-8D7B-48606653431B}"/>
              </a:ext>
            </a:extLst>
          </p:cNvPr>
          <p:cNvSpPr/>
          <p:nvPr userDrawn="1"/>
        </p:nvSpPr>
        <p:spPr bwMode="black">
          <a:xfrm>
            <a:off x="480000" y="6036831"/>
            <a:ext cx="11232000" cy="21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52000" indent="-252000" algn="l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GB" sz="100" noProof="0">
              <a:solidFill>
                <a:schemeClr val="tx1"/>
              </a:solidFill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04162C2E-0C88-4C8D-B1FF-27F6880EC20D}"/>
              </a:ext>
            </a:extLst>
          </p:cNvPr>
          <p:cNvSpPr/>
          <p:nvPr userDrawn="1"/>
        </p:nvSpPr>
        <p:spPr bwMode="black">
          <a:xfrm rot="16200000">
            <a:off x="-1796163" y="3761292"/>
            <a:ext cx="4572678" cy="21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52000" indent="-252000" algn="l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GB" sz="100" noProof="0">
              <a:solidFill>
                <a:schemeClr val="tx1"/>
              </a:solidFill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EEEBBBA5-6A9C-4A59-891D-6F99C4E1EB95}"/>
              </a:ext>
            </a:extLst>
          </p:cNvPr>
          <p:cNvSpPr/>
          <p:nvPr userDrawn="1"/>
        </p:nvSpPr>
        <p:spPr bwMode="black">
          <a:xfrm rot="16200000">
            <a:off x="9414861" y="3761292"/>
            <a:ext cx="4572678" cy="21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52000" indent="-252000" algn="l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GB" sz="100" noProof="0">
              <a:solidFill>
                <a:schemeClr val="tx1"/>
              </a:solidFill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7A63ABA2-1135-49A5-AC8B-436A7A7F018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 bwMode="black">
          <a:xfrm>
            <a:off x="10031517" y="1069101"/>
            <a:ext cx="850900" cy="850900"/>
          </a:xfrm>
          <a:prstGeom prst="rect">
            <a:avLst/>
          </a:prstGeom>
        </p:spPr>
      </p:pic>
      <p:sp>
        <p:nvSpPr>
          <p:cNvPr id="31" name="Textplatzhalter 14">
            <a:extLst>
              <a:ext uri="{FF2B5EF4-FFF2-40B4-BE49-F238E27FC236}">
                <a16:creationId xmlns:a16="http://schemas.microsoft.com/office/drawing/2014/main" id="{BAC79A11-F944-443B-A5E2-E8FDAD4CED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black">
          <a:xfrm>
            <a:off x="8375114" y="5537367"/>
            <a:ext cx="3011669" cy="261610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17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Data classification: Internal </a:t>
            </a:r>
          </a:p>
        </p:txBody>
      </p:sp>
    </p:spTree>
    <p:extLst>
      <p:ext uri="{BB962C8B-B14F-4D97-AF65-F5344CB8AC3E}">
        <p14:creationId xmlns:p14="http://schemas.microsoft.com/office/powerpoint/2010/main" val="6773364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dark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E0108E20-3D50-48B2-A7D3-126EEB019C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841600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think-cell Folie" r:id="rId5" imgW="344" imgH="345" progId="TCLayout.ActiveDocument.1">
                  <p:embed/>
                </p:oleObj>
              </mc:Choice>
              <mc:Fallback>
                <p:oleObj name="think-cell Folie" r:id="rId5" imgW="344" imgH="345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E0108E20-3D50-48B2-A7D3-126EEB019C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>
            <a:extLst>
              <a:ext uri="{FF2B5EF4-FFF2-40B4-BE49-F238E27FC236}">
                <a16:creationId xmlns:a16="http://schemas.microsoft.com/office/drawing/2014/main" id="{6353EDE4-DA50-49EB-82CD-E7CD2214E38E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GB" sz="4800" b="0" i="0" baseline="0">
              <a:solidFill>
                <a:schemeClr val="tx1"/>
              </a:solidFill>
              <a:latin typeface="VW Head Office Bold" panose="020B0803040200000003" pitchFamily="34" charset="0"/>
              <a:ea typeface="+mj-ea"/>
              <a:cs typeface="+mj-cs"/>
              <a:sym typeface="VW Head Office Bold" panose="020B0803040200000003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67382B6F-475E-456F-965A-43B280637598}"/>
              </a:ext>
            </a:extLst>
          </p:cNvPr>
          <p:cNvSpPr/>
          <p:nvPr userDrawn="1"/>
        </p:nvSpPr>
        <p:spPr bwMode="gray">
          <a:xfrm>
            <a:off x="11272956" y="6059224"/>
            <a:ext cx="849600" cy="754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52000" indent="-252000" algn="l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GB" sz="1800" noProof="0">
              <a:solidFill>
                <a:schemeClr val="tx1"/>
              </a:solidFill>
            </a:endParaRPr>
          </a:p>
        </p:txBody>
      </p:sp>
      <p:sp>
        <p:nvSpPr>
          <p:cNvPr id="24" name="Bildplatzhalter 23">
            <a:extLst>
              <a:ext uri="{FF2B5EF4-FFF2-40B4-BE49-F238E27FC236}">
                <a16:creationId xmlns:a16="http://schemas.microsoft.com/office/drawing/2014/main" id="{ADB9A897-0861-428E-87F0-B38AF633940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2" y="2"/>
            <a:ext cx="12191999" cy="6857999"/>
          </a:xfrm>
          <a:custGeom>
            <a:avLst/>
            <a:gdLst>
              <a:gd name="connsiteX0" fmla="*/ 479375 w 12191999"/>
              <a:gd name="connsiteY0" fmla="*/ 1485752 h 6857999"/>
              <a:gd name="connsiteX1" fmla="*/ 479375 w 12191999"/>
              <a:gd name="connsiteY1" fmla="*/ 6058430 h 6857999"/>
              <a:gd name="connsiteX2" fmla="*/ 479999 w 12191999"/>
              <a:gd name="connsiteY2" fmla="*/ 6058430 h 6857999"/>
              <a:gd name="connsiteX3" fmla="*/ 500975 w 12191999"/>
              <a:gd name="connsiteY3" fmla="*/ 6058430 h 6857999"/>
              <a:gd name="connsiteX4" fmla="*/ 11690399 w 12191999"/>
              <a:gd name="connsiteY4" fmla="*/ 6058430 h 6857999"/>
              <a:gd name="connsiteX5" fmla="*/ 11711999 w 12191999"/>
              <a:gd name="connsiteY5" fmla="*/ 6058430 h 6857999"/>
              <a:gd name="connsiteX6" fmla="*/ 11711999 w 12191999"/>
              <a:gd name="connsiteY6" fmla="*/ 6036830 h 6857999"/>
              <a:gd name="connsiteX7" fmla="*/ 11711999 w 12191999"/>
              <a:gd name="connsiteY7" fmla="*/ 1507353 h 6857999"/>
              <a:gd name="connsiteX8" fmla="*/ 11711999 w 12191999"/>
              <a:gd name="connsiteY8" fmla="*/ 1485752 h 6857999"/>
              <a:gd name="connsiteX9" fmla="*/ 11690399 w 12191999"/>
              <a:gd name="connsiteY9" fmla="*/ 1485752 h 6857999"/>
              <a:gd name="connsiteX10" fmla="*/ 11074799 w 12191999"/>
              <a:gd name="connsiteY10" fmla="*/ 1485752 h 6857999"/>
              <a:gd name="connsiteX11" fmla="*/ 11074799 w 12191999"/>
              <a:gd name="connsiteY11" fmla="*/ 1507353 h 6857999"/>
              <a:gd name="connsiteX12" fmla="*/ 11690399 w 12191999"/>
              <a:gd name="connsiteY12" fmla="*/ 1507353 h 6857999"/>
              <a:gd name="connsiteX13" fmla="*/ 11690399 w 12191999"/>
              <a:gd name="connsiteY13" fmla="*/ 6036830 h 6857999"/>
              <a:gd name="connsiteX14" fmla="*/ 500975 w 12191999"/>
              <a:gd name="connsiteY14" fmla="*/ 6036830 h 6857999"/>
              <a:gd name="connsiteX15" fmla="*/ 500975 w 12191999"/>
              <a:gd name="connsiteY15" fmla="*/ 1507352 h 6857999"/>
              <a:gd name="connsiteX16" fmla="*/ 9839375 w 12191999"/>
              <a:gd name="connsiteY16" fmla="*/ 1507352 h 6857999"/>
              <a:gd name="connsiteX17" fmla="*/ 9839375 w 12191999"/>
              <a:gd name="connsiteY17" fmla="*/ 1485752 h 6857999"/>
              <a:gd name="connsiteX18" fmla="*/ 500975 w 12191999"/>
              <a:gd name="connsiteY18" fmla="*/ 1485752 h 6857999"/>
              <a:gd name="connsiteX19" fmla="*/ 500975 w 12191999"/>
              <a:gd name="connsiteY19" fmla="*/ 1485752 h 6857999"/>
              <a:gd name="connsiteX20" fmla="*/ 0 w 12191999"/>
              <a:gd name="connsiteY20" fmla="*/ 0 h 6857999"/>
              <a:gd name="connsiteX21" fmla="*/ 12191999 w 12191999"/>
              <a:gd name="connsiteY21" fmla="*/ 0 h 6857999"/>
              <a:gd name="connsiteX22" fmla="*/ 12191999 w 12191999"/>
              <a:gd name="connsiteY22" fmla="*/ 6857999 h 6857999"/>
              <a:gd name="connsiteX23" fmla="*/ 0 w 12191999"/>
              <a:gd name="connsiteY2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191999" h="6857999">
                <a:moveTo>
                  <a:pt x="479375" y="1485752"/>
                </a:moveTo>
                <a:lnTo>
                  <a:pt x="479375" y="6058430"/>
                </a:lnTo>
                <a:lnTo>
                  <a:pt x="479999" y="6058430"/>
                </a:lnTo>
                <a:lnTo>
                  <a:pt x="500975" y="6058430"/>
                </a:lnTo>
                <a:lnTo>
                  <a:pt x="11690399" y="6058430"/>
                </a:lnTo>
                <a:lnTo>
                  <a:pt x="11711999" y="6058430"/>
                </a:lnTo>
                <a:lnTo>
                  <a:pt x="11711999" y="6036830"/>
                </a:lnTo>
                <a:lnTo>
                  <a:pt x="11711999" y="1507353"/>
                </a:lnTo>
                <a:lnTo>
                  <a:pt x="11711999" y="1485752"/>
                </a:lnTo>
                <a:lnTo>
                  <a:pt x="11690399" y="1485752"/>
                </a:lnTo>
                <a:lnTo>
                  <a:pt x="11074799" y="1485752"/>
                </a:lnTo>
                <a:lnTo>
                  <a:pt x="11074799" y="1507353"/>
                </a:lnTo>
                <a:lnTo>
                  <a:pt x="11690399" y="1507353"/>
                </a:lnTo>
                <a:lnTo>
                  <a:pt x="11690399" y="6036830"/>
                </a:lnTo>
                <a:lnTo>
                  <a:pt x="500975" y="6036830"/>
                </a:lnTo>
                <a:lnTo>
                  <a:pt x="500975" y="1507352"/>
                </a:lnTo>
                <a:lnTo>
                  <a:pt x="9839375" y="1507352"/>
                </a:lnTo>
                <a:lnTo>
                  <a:pt x="9839375" y="1485752"/>
                </a:lnTo>
                <a:lnTo>
                  <a:pt x="500975" y="1485752"/>
                </a:lnTo>
                <a:lnTo>
                  <a:pt x="500975" y="1485752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close/>
              </a:path>
            </a:pathLst>
          </a:custGeom>
          <a:pattFill prst="wdUpDiag">
            <a:fgClr>
              <a:schemeClr val="accent6"/>
            </a:fgClr>
            <a:bgClr>
              <a:schemeClr val="accent6">
                <a:lumMod val="20000"/>
                <a:lumOff val="80000"/>
              </a:schemeClr>
            </a:bgClr>
          </a:pattFill>
        </p:spPr>
        <p:txBody>
          <a:bodyPr wrap="square" lIns="720000" rIns="720000">
            <a:noAutofit/>
          </a:bodyPr>
          <a:lstStyle>
            <a:lvl1pPr marL="0" indent="0" algn="ctr" defTabSz="1219140" rtl="0" eaLnBrk="1" latinLnBrk="0" hangingPunct="1">
              <a:spcBef>
                <a:spcPts val="1200"/>
              </a:spcBef>
              <a:buFont typeface="Arial" panose="020B0604020202020204" pitchFamily="34" charset="0"/>
              <a:buNone/>
              <a:defRPr lang="en-GB" sz="1800" b="0" kern="1200" noProof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noProof="0"/>
              <a:t>To insert a dark background image: Please click on the image placeholder and then select an image by clicking on the “Insert“ tab and choosing the “Pictures“ command.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878400" y="2860831"/>
            <a:ext cx="9142036" cy="738664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+mn-lt"/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Subtitle</a:t>
            </a:r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78399" y="5526000"/>
            <a:ext cx="6696000" cy="287867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Location | Month Day, Year</a:t>
            </a:r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878400" y="2227343"/>
            <a:ext cx="9142036" cy="664797"/>
          </a:xfrm>
        </p:spPr>
        <p:txBody>
          <a:bodyPr wrap="square" anchor="b">
            <a:spAutoFit/>
          </a:bodyPr>
          <a:lstStyle>
            <a:lvl1pPr>
              <a:spcBef>
                <a:spcPts val="0"/>
              </a:spcBef>
              <a:defRPr sz="4800" spc="0" baseline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Presentation title</a:t>
            </a:r>
          </a:p>
        </p:txBody>
      </p:sp>
      <p:sp>
        <p:nvSpPr>
          <p:cNvPr id="9" name="Textplatzhalter 13">
            <a:extLst>
              <a:ext uri="{FF2B5EF4-FFF2-40B4-BE49-F238E27FC236}">
                <a16:creationId xmlns:a16="http://schemas.microsoft.com/office/drawing/2014/main" id="{0BA3D426-F735-4E52-AD99-38EBABD550F7}"/>
              </a:ext>
            </a:extLst>
          </p:cNvPr>
          <p:cNvSpPr>
            <a:spLocks noGrp="1" noChangeAspect="1"/>
          </p:cNvSpPr>
          <p:nvPr>
            <p:ph type="body" sz="quarter" idx="17"/>
          </p:nvPr>
        </p:nvSpPr>
        <p:spPr bwMode="gray">
          <a:xfrm>
            <a:off x="10031463" y="1070455"/>
            <a:ext cx="849600" cy="849600"/>
          </a:xfrm>
          <a:prstGeom prst="ellipse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txBody>
          <a:bodyPr/>
          <a:lstStyle>
            <a:lvl1pPr>
              <a:spcBef>
                <a:spcPts val="0"/>
              </a:spcBef>
              <a:defRPr sz="133">
                <a:noFill/>
              </a:defRPr>
            </a:lvl1pPr>
          </a:lstStyle>
          <a:p>
            <a:pPr lvl="0"/>
            <a:endParaRPr lang="en-GB" noProof="0"/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6D407CAE-53F4-49CB-AA46-8BBB0CB7ABC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8375114" y="5537367"/>
            <a:ext cx="3011669" cy="261610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17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Data classification: Internal </a:t>
            </a:r>
          </a:p>
        </p:txBody>
      </p:sp>
    </p:spTree>
    <p:extLst>
      <p:ext uri="{BB962C8B-B14F-4D97-AF65-F5344CB8AC3E}">
        <p14:creationId xmlns:p14="http://schemas.microsoft.com/office/powerpoint/2010/main" val="1213410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light picture">
    <p:bg bwMode="gray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4D92B341-60D0-47CD-85EA-6F11DA7ADF4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1" y="1"/>
            <a:ext cx="12191999" cy="6857852"/>
          </a:xfrm>
          <a:custGeom>
            <a:avLst/>
            <a:gdLst>
              <a:gd name="connsiteX0" fmla="*/ 479375 w 12191999"/>
              <a:gd name="connsiteY0" fmla="*/ 1485752 h 6857852"/>
              <a:gd name="connsiteX1" fmla="*/ 479375 w 12191999"/>
              <a:gd name="connsiteY1" fmla="*/ 6058430 h 6857852"/>
              <a:gd name="connsiteX2" fmla="*/ 479999 w 12191999"/>
              <a:gd name="connsiteY2" fmla="*/ 6058430 h 6857852"/>
              <a:gd name="connsiteX3" fmla="*/ 500975 w 12191999"/>
              <a:gd name="connsiteY3" fmla="*/ 6058430 h 6857852"/>
              <a:gd name="connsiteX4" fmla="*/ 11690399 w 12191999"/>
              <a:gd name="connsiteY4" fmla="*/ 6058430 h 6857852"/>
              <a:gd name="connsiteX5" fmla="*/ 11711999 w 12191999"/>
              <a:gd name="connsiteY5" fmla="*/ 6058430 h 6857852"/>
              <a:gd name="connsiteX6" fmla="*/ 11711999 w 12191999"/>
              <a:gd name="connsiteY6" fmla="*/ 6036830 h 6857852"/>
              <a:gd name="connsiteX7" fmla="*/ 11711999 w 12191999"/>
              <a:gd name="connsiteY7" fmla="*/ 1507353 h 6857852"/>
              <a:gd name="connsiteX8" fmla="*/ 11711999 w 12191999"/>
              <a:gd name="connsiteY8" fmla="*/ 1485753 h 6857852"/>
              <a:gd name="connsiteX9" fmla="*/ 11711999 w 12191999"/>
              <a:gd name="connsiteY9" fmla="*/ 1485752 h 6857852"/>
              <a:gd name="connsiteX10" fmla="*/ 11690399 w 12191999"/>
              <a:gd name="connsiteY10" fmla="*/ 1485752 h 6857852"/>
              <a:gd name="connsiteX11" fmla="*/ 11690399 w 12191999"/>
              <a:gd name="connsiteY11" fmla="*/ 1485753 h 6857852"/>
              <a:gd name="connsiteX12" fmla="*/ 11074799 w 12191999"/>
              <a:gd name="connsiteY12" fmla="*/ 1485753 h 6857852"/>
              <a:gd name="connsiteX13" fmla="*/ 11074799 w 12191999"/>
              <a:gd name="connsiteY13" fmla="*/ 1507353 h 6857852"/>
              <a:gd name="connsiteX14" fmla="*/ 11690399 w 12191999"/>
              <a:gd name="connsiteY14" fmla="*/ 1507353 h 6857852"/>
              <a:gd name="connsiteX15" fmla="*/ 11690399 w 12191999"/>
              <a:gd name="connsiteY15" fmla="*/ 6036830 h 6857852"/>
              <a:gd name="connsiteX16" fmla="*/ 500975 w 12191999"/>
              <a:gd name="connsiteY16" fmla="*/ 6036830 h 6857852"/>
              <a:gd name="connsiteX17" fmla="*/ 500975 w 12191999"/>
              <a:gd name="connsiteY17" fmla="*/ 1507353 h 6857852"/>
              <a:gd name="connsiteX18" fmla="*/ 9839375 w 12191999"/>
              <a:gd name="connsiteY18" fmla="*/ 1507353 h 6857852"/>
              <a:gd name="connsiteX19" fmla="*/ 9839375 w 12191999"/>
              <a:gd name="connsiteY19" fmla="*/ 1485753 h 6857852"/>
              <a:gd name="connsiteX20" fmla="*/ 500975 w 12191999"/>
              <a:gd name="connsiteY20" fmla="*/ 1485753 h 6857852"/>
              <a:gd name="connsiteX21" fmla="*/ 500975 w 12191999"/>
              <a:gd name="connsiteY21" fmla="*/ 1485752 h 6857852"/>
              <a:gd name="connsiteX22" fmla="*/ 0 w 12191999"/>
              <a:gd name="connsiteY22" fmla="*/ 0 h 6857852"/>
              <a:gd name="connsiteX23" fmla="*/ 12191999 w 12191999"/>
              <a:gd name="connsiteY23" fmla="*/ 0 h 6857852"/>
              <a:gd name="connsiteX24" fmla="*/ 12191999 w 12191999"/>
              <a:gd name="connsiteY24" fmla="*/ 6857852 h 6857852"/>
              <a:gd name="connsiteX25" fmla="*/ 0 w 12191999"/>
              <a:gd name="connsiteY25" fmla="*/ 6857852 h 6857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1999" h="6857852">
                <a:moveTo>
                  <a:pt x="479375" y="1485752"/>
                </a:moveTo>
                <a:lnTo>
                  <a:pt x="479375" y="6058430"/>
                </a:lnTo>
                <a:lnTo>
                  <a:pt x="479999" y="6058430"/>
                </a:lnTo>
                <a:lnTo>
                  <a:pt x="500975" y="6058430"/>
                </a:lnTo>
                <a:lnTo>
                  <a:pt x="11690399" y="6058430"/>
                </a:lnTo>
                <a:lnTo>
                  <a:pt x="11711999" y="6058430"/>
                </a:lnTo>
                <a:lnTo>
                  <a:pt x="11711999" y="6036830"/>
                </a:lnTo>
                <a:lnTo>
                  <a:pt x="11711999" y="1507353"/>
                </a:lnTo>
                <a:lnTo>
                  <a:pt x="11711999" y="1485753"/>
                </a:lnTo>
                <a:lnTo>
                  <a:pt x="11711999" y="1485752"/>
                </a:lnTo>
                <a:lnTo>
                  <a:pt x="11690399" y="1485752"/>
                </a:lnTo>
                <a:lnTo>
                  <a:pt x="11690399" y="1485753"/>
                </a:lnTo>
                <a:lnTo>
                  <a:pt x="11074799" y="1485753"/>
                </a:lnTo>
                <a:lnTo>
                  <a:pt x="11074799" y="1507353"/>
                </a:lnTo>
                <a:lnTo>
                  <a:pt x="11690399" y="1507353"/>
                </a:lnTo>
                <a:lnTo>
                  <a:pt x="11690399" y="6036830"/>
                </a:lnTo>
                <a:lnTo>
                  <a:pt x="500975" y="6036830"/>
                </a:lnTo>
                <a:lnTo>
                  <a:pt x="500975" y="1507353"/>
                </a:lnTo>
                <a:lnTo>
                  <a:pt x="9839375" y="1507353"/>
                </a:lnTo>
                <a:lnTo>
                  <a:pt x="9839375" y="1485753"/>
                </a:lnTo>
                <a:lnTo>
                  <a:pt x="500975" y="1485753"/>
                </a:lnTo>
                <a:lnTo>
                  <a:pt x="500975" y="1485752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7852"/>
                </a:lnTo>
                <a:lnTo>
                  <a:pt x="0" y="6857852"/>
                </a:lnTo>
                <a:close/>
              </a:path>
            </a:pathLst>
          </a:custGeom>
          <a:pattFill prst="wdUpDiag">
            <a:fgClr>
              <a:schemeClr val="accent6"/>
            </a:fgClr>
            <a:bgClr>
              <a:schemeClr val="accent6">
                <a:lumMod val="20000"/>
                <a:lumOff val="80000"/>
              </a:schemeClr>
            </a:bgClr>
          </a:pattFill>
        </p:spPr>
        <p:txBody>
          <a:bodyPr wrap="square" lIns="720000" rIns="720000">
            <a:noAutofit/>
          </a:bodyPr>
          <a:lstStyle>
            <a:lvl1pPr algn="ctr">
              <a:defRPr>
                <a:latin typeface="+mj-lt"/>
              </a:defRPr>
            </a:lvl1pPr>
          </a:lstStyle>
          <a:p>
            <a:r>
              <a:rPr lang="en-GB" noProof="0"/>
              <a:t>To insert a light background image: Please click on the image placeholder and then select an image by clicking on the “Insert“ tab and choosing the “Pictures“ command.</a:t>
            </a:r>
          </a:p>
        </p:txBody>
      </p:sp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E2F48416-3769-4EAF-AC0C-818B51E4E53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349040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name="think-cell Folie" r:id="rId5" imgW="344" imgH="345" progId="TCLayout.ActiveDocument.1">
                  <p:embed/>
                </p:oleObj>
              </mc:Choice>
              <mc:Fallback>
                <p:oleObj name="think-cell Folie" r:id="rId5" imgW="344" imgH="345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E2F48416-3769-4EAF-AC0C-818B51E4E5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>
            <a:extLst>
              <a:ext uri="{FF2B5EF4-FFF2-40B4-BE49-F238E27FC236}">
                <a16:creationId xmlns:a16="http://schemas.microsoft.com/office/drawing/2014/main" id="{FD04C1F2-6677-45AA-938B-D2CF4E26B966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GB" sz="4800" b="0" i="0" baseline="0">
              <a:solidFill>
                <a:schemeClr val="tx1"/>
              </a:solidFill>
              <a:latin typeface="VW Head Office Bold" panose="020B0803040200000003" pitchFamily="34" charset="0"/>
              <a:ea typeface="+mj-ea"/>
              <a:cs typeface="+mj-cs"/>
              <a:sym typeface="VW Head Office Bold" panose="020B0803040200000003" pitchFamily="34" charset="0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878400" y="2862000"/>
            <a:ext cx="9142036" cy="738664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4800">
                <a:solidFill>
                  <a:schemeClr val="tx2"/>
                </a:solidFill>
                <a:latin typeface="+mn-lt"/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Subtitle</a:t>
            </a:r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78400" y="5526000"/>
            <a:ext cx="6696000" cy="287867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Location | Month Day, Year</a:t>
            </a:r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878400" y="2227343"/>
            <a:ext cx="9142036" cy="664797"/>
          </a:xfrm>
        </p:spPr>
        <p:txBody>
          <a:bodyPr wrap="square" anchor="b">
            <a:spAutoFit/>
          </a:bodyPr>
          <a:lstStyle>
            <a:lvl1pPr>
              <a:spcBef>
                <a:spcPts val="0"/>
              </a:spcBef>
              <a:defRPr sz="4800" spc="0" baseline="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Presentation title</a:t>
            </a:r>
          </a:p>
        </p:txBody>
      </p:sp>
      <p:sp>
        <p:nvSpPr>
          <p:cNvPr id="28" name="Textplatzhalter 13">
            <a:extLst>
              <a:ext uri="{FF2B5EF4-FFF2-40B4-BE49-F238E27FC236}">
                <a16:creationId xmlns:a16="http://schemas.microsoft.com/office/drawing/2014/main" id="{C7C2C4CF-0DC6-4DE2-AED3-0CEEB81E3BF0}"/>
              </a:ext>
            </a:extLst>
          </p:cNvPr>
          <p:cNvSpPr>
            <a:spLocks noGrp="1" noChangeAspect="1"/>
          </p:cNvSpPr>
          <p:nvPr>
            <p:ph type="body" sz="quarter" idx="17"/>
          </p:nvPr>
        </p:nvSpPr>
        <p:spPr bwMode="gray">
          <a:xfrm>
            <a:off x="10031463" y="1069101"/>
            <a:ext cx="850954" cy="850954"/>
          </a:xfrm>
          <a:prstGeom prst="ellipse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txBody>
          <a:bodyPr/>
          <a:lstStyle>
            <a:lvl1pPr>
              <a:spcBef>
                <a:spcPts val="0"/>
              </a:spcBef>
              <a:defRPr sz="133">
                <a:noFill/>
              </a:defRPr>
            </a:lvl1pPr>
          </a:lstStyle>
          <a:p>
            <a:pPr lvl="0"/>
            <a:endParaRPr lang="en-GB" noProof="0"/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10BF1FDD-9643-441E-979A-D60F4FB0889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8375114" y="5537367"/>
            <a:ext cx="3011669" cy="261610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17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Data classification: Internal </a:t>
            </a:r>
          </a:p>
        </p:txBody>
      </p:sp>
    </p:spTree>
    <p:extLst>
      <p:ext uri="{BB962C8B-B14F-4D97-AF65-F5344CB8AC3E}">
        <p14:creationId xmlns:p14="http://schemas.microsoft.com/office/powerpoint/2010/main" val="670964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with dark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13352F42-8138-4C9A-982D-B566B6143DB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601909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"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13352F42-8138-4C9A-982D-B566B6143D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C94C3513-E0BF-4E40-B55D-750F56BD358D}"/>
              </a:ext>
            </a:extLst>
          </p:cNvPr>
          <p:cNvGrpSpPr/>
          <p:nvPr userDrawn="1"/>
        </p:nvGrpSpPr>
        <p:grpSpPr bwMode="gray">
          <a:xfrm>
            <a:off x="-264684" y="-187656"/>
            <a:ext cx="12649383" cy="7255563"/>
            <a:chOff x="-264684" y="-187656"/>
            <a:chExt cx="12649383" cy="7255563"/>
          </a:xfrm>
        </p:grpSpPr>
        <p:cxnSp>
          <p:nvCxnSpPr>
            <p:cNvPr id="10" name="Gerade Verbindung 6">
              <a:extLst>
                <a:ext uri="{FF2B5EF4-FFF2-40B4-BE49-F238E27FC236}">
                  <a16:creationId xmlns:a16="http://schemas.microsoft.com/office/drawing/2014/main" id="{D6D93960-AB18-4E88-9BF3-D43049352919}"/>
                </a:ext>
              </a:extLst>
            </p:cNvPr>
            <p:cNvCxnSpPr/>
            <p:nvPr userDrawn="1"/>
          </p:nvCxnSpPr>
          <p:spPr bwMode="gray">
            <a:xfrm>
              <a:off x="480705" y="-187656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 Verbindung 7">
              <a:extLst>
                <a:ext uri="{FF2B5EF4-FFF2-40B4-BE49-F238E27FC236}">
                  <a16:creationId xmlns:a16="http://schemas.microsoft.com/office/drawing/2014/main" id="{FCA382C2-9265-4B84-9369-265CE6C6B303}"/>
                </a:ext>
              </a:extLst>
            </p:cNvPr>
            <p:cNvCxnSpPr/>
            <p:nvPr userDrawn="1"/>
          </p:nvCxnSpPr>
          <p:spPr bwMode="gray">
            <a:xfrm>
              <a:off x="11710670" y="-18088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8">
              <a:extLst>
                <a:ext uri="{FF2B5EF4-FFF2-40B4-BE49-F238E27FC236}">
                  <a16:creationId xmlns:a16="http://schemas.microsoft.com/office/drawing/2014/main" id="{E740232D-0571-4A4A-B683-66BB82153CA7}"/>
                </a:ext>
              </a:extLst>
            </p:cNvPr>
            <p:cNvCxnSpPr/>
            <p:nvPr userDrawn="1"/>
          </p:nvCxnSpPr>
          <p:spPr bwMode="gray">
            <a:xfrm rot="16200000">
              <a:off x="-192684" y="1414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9">
              <a:extLst>
                <a:ext uri="{FF2B5EF4-FFF2-40B4-BE49-F238E27FC236}">
                  <a16:creationId xmlns:a16="http://schemas.microsoft.com/office/drawing/2014/main" id="{F78359BB-1D17-4D59-8BC7-9E8894170944}"/>
                </a:ext>
              </a:extLst>
            </p:cNvPr>
            <p:cNvCxnSpPr/>
            <p:nvPr userDrawn="1"/>
          </p:nvCxnSpPr>
          <p:spPr bwMode="gray">
            <a:xfrm rot="16200000">
              <a:off x="12312699" y="1414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10">
              <a:extLst>
                <a:ext uri="{FF2B5EF4-FFF2-40B4-BE49-F238E27FC236}">
                  <a16:creationId xmlns:a16="http://schemas.microsoft.com/office/drawing/2014/main" id="{F4110EDE-09FF-449E-B60F-A6439AAF6920}"/>
                </a:ext>
              </a:extLst>
            </p:cNvPr>
            <p:cNvCxnSpPr/>
            <p:nvPr userDrawn="1"/>
          </p:nvCxnSpPr>
          <p:spPr bwMode="gray">
            <a:xfrm rot="16200000">
              <a:off x="-120684" y="5985050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11">
              <a:extLst>
                <a:ext uri="{FF2B5EF4-FFF2-40B4-BE49-F238E27FC236}">
                  <a16:creationId xmlns:a16="http://schemas.microsoft.com/office/drawing/2014/main" id="{A3A3B7D4-44AA-497B-9334-7C7E5E88C625}"/>
                </a:ext>
              </a:extLst>
            </p:cNvPr>
            <p:cNvCxnSpPr/>
            <p:nvPr userDrawn="1"/>
          </p:nvCxnSpPr>
          <p:spPr bwMode="gray">
            <a:xfrm rot="16200000">
              <a:off x="12312699" y="5985050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 Verbindung 12">
              <a:extLst>
                <a:ext uri="{FF2B5EF4-FFF2-40B4-BE49-F238E27FC236}">
                  <a16:creationId xmlns:a16="http://schemas.microsoft.com/office/drawing/2014/main" id="{4981A131-371C-4CB9-B8F2-1AF2A3CFCA35}"/>
                </a:ext>
              </a:extLst>
            </p:cNvPr>
            <p:cNvCxnSpPr/>
            <p:nvPr userDrawn="1"/>
          </p:nvCxnSpPr>
          <p:spPr bwMode="gray">
            <a:xfrm>
              <a:off x="480705" y="6917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13">
              <a:extLst>
                <a:ext uri="{FF2B5EF4-FFF2-40B4-BE49-F238E27FC236}">
                  <a16:creationId xmlns:a16="http://schemas.microsoft.com/office/drawing/2014/main" id="{50741E15-E504-4C47-AFD8-9649640132DB}"/>
                </a:ext>
              </a:extLst>
            </p:cNvPr>
            <p:cNvCxnSpPr/>
            <p:nvPr userDrawn="1"/>
          </p:nvCxnSpPr>
          <p:spPr bwMode="gray">
            <a:xfrm>
              <a:off x="11710670" y="6923907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18">
              <a:extLst>
                <a:ext uri="{FF2B5EF4-FFF2-40B4-BE49-F238E27FC236}">
                  <a16:creationId xmlns:a16="http://schemas.microsoft.com/office/drawing/2014/main" id="{9D92C037-550C-43B3-B2D5-85688AD484A3}"/>
                </a:ext>
              </a:extLst>
            </p:cNvPr>
            <p:cNvCxnSpPr/>
            <p:nvPr userDrawn="1"/>
          </p:nvCxnSpPr>
          <p:spPr bwMode="gray">
            <a:xfrm>
              <a:off x="5985348" y="-18088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 Verbindung 19">
              <a:extLst>
                <a:ext uri="{FF2B5EF4-FFF2-40B4-BE49-F238E27FC236}">
                  <a16:creationId xmlns:a16="http://schemas.microsoft.com/office/drawing/2014/main" id="{13865562-809D-47E2-A66F-2A99A83B9585}"/>
                </a:ext>
              </a:extLst>
            </p:cNvPr>
            <p:cNvCxnSpPr/>
            <p:nvPr userDrawn="1"/>
          </p:nvCxnSpPr>
          <p:spPr bwMode="gray">
            <a:xfrm>
              <a:off x="6205221" y="-18088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18">
              <a:extLst>
                <a:ext uri="{FF2B5EF4-FFF2-40B4-BE49-F238E27FC236}">
                  <a16:creationId xmlns:a16="http://schemas.microsoft.com/office/drawing/2014/main" id="{DECD4A31-3E48-4F2A-851C-281FF4619AB3}"/>
                </a:ext>
              </a:extLst>
            </p:cNvPr>
            <p:cNvCxnSpPr/>
            <p:nvPr userDrawn="1"/>
          </p:nvCxnSpPr>
          <p:spPr bwMode="gray">
            <a:xfrm>
              <a:off x="5985348" y="6917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 Verbindung 19">
              <a:extLst>
                <a:ext uri="{FF2B5EF4-FFF2-40B4-BE49-F238E27FC236}">
                  <a16:creationId xmlns:a16="http://schemas.microsoft.com/office/drawing/2014/main" id="{E32D9135-9F10-45DB-9D02-C91DB225FBD8}"/>
                </a:ext>
              </a:extLst>
            </p:cNvPr>
            <p:cNvCxnSpPr/>
            <p:nvPr userDrawn="1"/>
          </p:nvCxnSpPr>
          <p:spPr bwMode="gray">
            <a:xfrm>
              <a:off x="6205221" y="6917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D332341-79D1-4311-BC9B-4C3E106038B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-1"/>
            <a:ext cx="12192000" cy="6858000"/>
          </a:xfrm>
          <a:pattFill prst="wdUpDiag">
            <a:fgClr>
              <a:schemeClr val="accent6"/>
            </a:fgClr>
            <a:bgClr>
              <a:schemeClr val="accent6">
                <a:lumMod val="20000"/>
                <a:lumOff val="80000"/>
              </a:schemeClr>
            </a:bgClr>
          </a:pattFill>
        </p:spPr>
        <p:txBody>
          <a:bodyPr lIns="720000" rIns="720000"/>
          <a:lstStyle>
            <a:lvl1pPr algn="ctr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To insert a dark background image: Please click on the image placeholder and then select an image by clicking on the “Insert“ tab and choosing the “Pictures“ command.</a:t>
            </a:r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479425" y="2227343"/>
            <a:ext cx="11233150" cy="664797"/>
          </a:xfrm>
        </p:spPr>
        <p:txBody>
          <a:bodyPr wrap="square" anchor="b">
            <a:spAutoFit/>
          </a:bodyPr>
          <a:lstStyle>
            <a:lvl1pPr>
              <a:spcBef>
                <a:spcPts val="0"/>
              </a:spcBef>
              <a:defRPr sz="4800" spc="0" baseline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</a:t>
            </a:r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9425" y="2834901"/>
            <a:ext cx="11233150" cy="738664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+mn-lt"/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Subline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674F971-C7A1-477D-8AE0-F62741280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Creation date: mm.dd.yy | Responsible department for filing: xxxx-xx | CSD-Class: xx.x – xx years</a:t>
            </a:r>
            <a:endParaRPr lang="en-GB" noProof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2EC2808-3D34-4DD5-BCA0-8DE0E99DD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249B2F-9173-48D3-A5BC-90A6758C671B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9CF4A3-0026-44AC-AFCD-103721FD442C}"/>
              </a:ext>
            </a:extLst>
          </p:cNvPr>
          <p:cNvSpPr>
            <a:spLocks noGrp="1" noChangeAspect="1"/>
          </p:cNvSpPr>
          <p:nvPr>
            <p:ph type="body" sz="quarter" idx="13"/>
          </p:nvPr>
        </p:nvSpPr>
        <p:spPr bwMode="gray">
          <a:xfrm>
            <a:off x="11309424" y="6282903"/>
            <a:ext cx="403200" cy="402611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56397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with light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B15E4F81-BF99-43CC-A760-0249283C31A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642621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4"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B15E4F81-BF99-43CC-A760-0249283C31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B98716A3-4317-49A4-A516-0CAB7EE9EADA}"/>
              </a:ext>
            </a:extLst>
          </p:cNvPr>
          <p:cNvGrpSpPr/>
          <p:nvPr userDrawn="1"/>
        </p:nvGrpSpPr>
        <p:grpSpPr bwMode="gray">
          <a:xfrm>
            <a:off x="-264684" y="-187656"/>
            <a:ext cx="12649383" cy="7255563"/>
            <a:chOff x="-264684" y="-187656"/>
            <a:chExt cx="12649383" cy="7255563"/>
          </a:xfrm>
        </p:grpSpPr>
        <p:cxnSp>
          <p:nvCxnSpPr>
            <p:cNvPr id="12" name="Gerade Verbindung 6">
              <a:extLst>
                <a:ext uri="{FF2B5EF4-FFF2-40B4-BE49-F238E27FC236}">
                  <a16:creationId xmlns:a16="http://schemas.microsoft.com/office/drawing/2014/main" id="{968259DA-C4F4-42AE-AA1E-4FCA4BFD2F74}"/>
                </a:ext>
              </a:extLst>
            </p:cNvPr>
            <p:cNvCxnSpPr/>
            <p:nvPr userDrawn="1"/>
          </p:nvCxnSpPr>
          <p:spPr bwMode="gray">
            <a:xfrm>
              <a:off x="480705" y="-187656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7">
              <a:extLst>
                <a:ext uri="{FF2B5EF4-FFF2-40B4-BE49-F238E27FC236}">
                  <a16:creationId xmlns:a16="http://schemas.microsoft.com/office/drawing/2014/main" id="{D584E2B3-1B07-400A-834E-C84919DD4AED}"/>
                </a:ext>
              </a:extLst>
            </p:cNvPr>
            <p:cNvCxnSpPr/>
            <p:nvPr userDrawn="1"/>
          </p:nvCxnSpPr>
          <p:spPr bwMode="gray">
            <a:xfrm>
              <a:off x="11710670" y="-18088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8">
              <a:extLst>
                <a:ext uri="{FF2B5EF4-FFF2-40B4-BE49-F238E27FC236}">
                  <a16:creationId xmlns:a16="http://schemas.microsoft.com/office/drawing/2014/main" id="{8D147300-2B5E-4928-945F-AF9187208EE7}"/>
                </a:ext>
              </a:extLst>
            </p:cNvPr>
            <p:cNvCxnSpPr/>
            <p:nvPr userDrawn="1"/>
          </p:nvCxnSpPr>
          <p:spPr bwMode="gray">
            <a:xfrm rot="16200000">
              <a:off x="-192684" y="1414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9">
              <a:extLst>
                <a:ext uri="{FF2B5EF4-FFF2-40B4-BE49-F238E27FC236}">
                  <a16:creationId xmlns:a16="http://schemas.microsoft.com/office/drawing/2014/main" id="{00096ED0-8C02-4E4F-A9D5-896D2531765F}"/>
                </a:ext>
              </a:extLst>
            </p:cNvPr>
            <p:cNvCxnSpPr/>
            <p:nvPr userDrawn="1"/>
          </p:nvCxnSpPr>
          <p:spPr bwMode="gray">
            <a:xfrm rot="16200000">
              <a:off x="12312699" y="1414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10">
              <a:extLst>
                <a:ext uri="{FF2B5EF4-FFF2-40B4-BE49-F238E27FC236}">
                  <a16:creationId xmlns:a16="http://schemas.microsoft.com/office/drawing/2014/main" id="{0343AD15-AA2D-4FA3-A7A4-0F3B9B2D46E0}"/>
                </a:ext>
              </a:extLst>
            </p:cNvPr>
            <p:cNvCxnSpPr/>
            <p:nvPr userDrawn="1"/>
          </p:nvCxnSpPr>
          <p:spPr bwMode="gray">
            <a:xfrm rot="16200000">
              <a:off x="-120684" y="5985050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 Verbindung 11">
              <a:extLst>
                <a:ext uri="{FF2B5EF4-FFF2-40B4-BE49-F238E27FC236}">
                  <a16:creationId xmlns:a16="http://schemas.microsoft.com/office/drawing/2014/main" id="{3BC863F9-C281-4C65-995F-7DA22245A8CE}"/>
                </a:ext>
              </a:extLst>
            </p:cNvPr>
            <p:cNvCxnSpPr/>
            <p:nvPr userDrawn="1"/>
          </p:nvCxnSpPr>
          <p:spPr bwMode="gray">
            <a:xfrm rot="16200000">
              <a:off x="12312699" y="5985050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12">
              <a:extLst>
                <a:ext uri="{FF2B5EF4-FFF2-40B4-BE49-F238E27FC236}">
                  <a16:creationId xmlns:a16="http://schemas.microsoft.com/office/drawing/2014/main" id="{395D0265-0A40-4776-A0A6-9945A258C019}"/>
                </a:ext>
              </a:extLst>
            </p:cNvPr>
            <p:cNvCxnSpPr/>
            <p:nvPr userDrawn="1"/>
          </p:nvCxnSpPr>
          <p:spPr bwMode="gray">
            <a:xfrm>
              <a:off x="480705" y="6917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13">
              <a:extLst>
                <a:ext uri="{FF2B5EF4-FFF2-40B4-BE49-F238E27FC236}">
                  <a16:creationId xmlns:a16="http://schemas.microsoft.com/office/drawing/2014/main" id="{F51B9021-1044-4419-9F74-E7069B9197BE}"/>
                </a:ext>
              </a:extLst>
            </p:cNvPr>
            <p:cNvCxnSpPr/>
            <p:nvPr userDrawn="1"/>
          </p:nvCxnSpPr>
          <p:spPr bwMode="gray">
            <a:xfrm>
              <a:off x="11710670" y="6923907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 Verbindung 18">
              <a:extLst>
                <a:ext uri="{FF2B5EF4-FFF2-40B4-BE49-F238E27FC236}">
                  <a16:creationId xmlns:a16="http://schemas.microsoft.com/office/drawing/2014/main" id="{834A74C2-6628-40E1-9DA8-3F00E08C9CAA}"/>
                </a:ext>
              </a:extLst>
            </p:cNvPr>
            <p:cNvCxnSpPr/>
            <p:nvPr userDrawn="1"/>
          </p:nvCxnSpPr>
          <p:spPr bwMode="gray">
            <a:xfrm>
              <a:off x="5985348" y="-18088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19">
              <a:extLst>
                <a:ext uri="{FF2B5EF4-FFF2-40B4-BE49-F238E27FC236}">
                  <a16:creationId xmlns:a16="http://schemas.microsoft.com/office/drawing/2014/main" id="{7AE4E1E1-93D4-43A4-AB5E-7DDBFF946DF7}"/>
                </a:ext>
              </a:extLst>
            </p:cNvPr>
            <p:cNvCxnSpPr/>
            <p:nvPr userDrawn="1"/>
          </p:nvCxnSpPr>
          <p:spPr bwMode="gray">
            <a:xfrm>
              <a:off x="6205221" y="-18088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 Verbindung 18">
              <a:extLst>
                <a:ext uri="{FF2B5EF4-FFF2-40B4-BE49-F238E27FC236}">
                  <a16:creationId xmlns:a16="http://schemas.microsoft.com/office/drawing/2014/main" id="{4ABF7A17-2A90-47F9-9E6F-7C2A1133BF82}"/>
                </a:ext>
              </a:extLst>
            </p:cNvPr>
            <p:cNvCxnSpPr/>
            <p:nvPr userDrawn="1"/>
          </p:nvCxnSpPr>
          <p:spPr bwMode="gray">
            <a:xfrm>
              <a:off x="5985348" y="6917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19">
              <a:extLst>
                <a:ext uri="{FF2B5EF4-FFF2-40B4-BE49-F238E27FC236}">
                  <a16:creationId xmlns:a16="http://schemas.microsoft.com/office/drawing/2014/main" id="{6153BE47-17AD-4A9F-AF96-DD1D516D4F70}"/>
                </a:ext>
              </a:extLst>
            </p:cNvPr>
            <p:cNvCxnSpPr/>
            <p:nvPr userDrawn="1"/>
          </p:nvCxnSpPr>
          <p:spPr bwMode="gray">
            <a:xfrm>
              <a:off x="6205221" y="6917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1D05A838-DB24-4E30-9B4B-D34C31F0CA2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-1"/>
            <a:ext cx="12192000" cy="6858000"/>
          </a:xfrm>
          <a:pattFill prst="wdUpDiag">
            <a:fgClr>
              <a:schemeClr val="accent6"/>
            </a:fgClr>
            <a:bgClr>
              <a:schemeClr val="accent6">
                <a:lumMod val="20000"/>
                <a:lumOff val="80000"/>
              </a:schemeClr>
            </a:bgClr>
          </a:pattFill>
        </p:spPr>
        <p:txBody>
          <a:bodyPr lIns="720000" rIns="720000"/>
          <a:lstStyle>
            <a:lvl1pPr algn="ctr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To insert a light background image: Please click on the image placeholder and then select an image by clicking on the “Insert“ tab and choosing the “Pictures“ command.</a:t>
            </a:r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479425" y="2227343"/>
            <a:ext cx="11233150" cy="664797"/>
          </a:xfrm>
        </p:spPr>
        <p:txBody>
          <a:bodyPr wrap="square" anchor="b">
            <a:spAutoFit/>
          </a:bodyPr>
          <a:lstStyle>
            <a:lvl1pPr>
              <a:spcBef>
                <a:spcPts val="0"/>
              </a:spcBef>
              <a:defRPr sz="4800" spc="0" baseline="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Divider</a:t>
            </a:r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9425" y="2834901"/>
            <a:ext cx="11233150" cy="738664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4800">
                <a:solidFill>
                  <a:schemeClr val="tx2"/>
                </a:solidFill>
                <a:latin typeface="+mn-lt"/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Subline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674F971-C7A1-477D-8AE0-F62741280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Creation date: mm.dd.yy | Responsible department for filing: xxxx-xx | CSD-Class: xx.x – xx years</a:t>
            </a:r>
            <a:endParaRPr lang="en-GB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2EC2808-3D34-4DD5-BCA0-8DE0E99DD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9249B2F-9173-48D3-A5BC-90A6758C671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EA41DBAB-5A5B-4798-8BF6-4FBA9FD4B3C3}"/>
              </a:ext>
            </a:extLst>
          </p:cNvPr>
          <p:cNvSpPr>
            <a:spLocks noGrp="1" noChangeAspect="1"/>
          </p:cNvSpPr>
          <p:nvPr>
            <p:ph type="body" sz="quarter" idx="13"/>
          </p:nvPr>
        </p:nvSpPr>
        <p:spPr bwMode="gray">
          <a:xfrm>
            <a:off x="11309424" y="6282903"/>
            <a:ext cx="403200" cy="402611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84671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 bwMode="grayWhite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8DBB61B-A8E6-4F9E-B132-8DD282EBE4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603241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8"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8DBB61B-A8E6-4F9E-B132-8DD282EBE4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B3D3C332-3566-4AF8-95A0-87B10D9CF6CC}"/>
              </a:ext>
            </a:extLst>
          </p:cNvPr>
          <p:cNvGrpSpPr/>
          <p:nvPr userDrawn="1"/>
        </p:nvGrpSpPr>
        <p:grpSpPr>
          <a:xfrm>
            <a:off x="-264684" y="-187656"/>
            <a:ext cx="12649383" cy="7255563"/>
            <a:chOff x="-264684" y="-187656"/>
            <a:chExt cx="12649383" cy="7255563"/>
          </a:xfrm>
        </p:grpSpPr>
        <p:cxnSp>
          <p:nvCxnSpPr>
            <p:cNvPr id="10" name="Gerade Verbindung 6">
              <a:extLst>
                <a:ext uri="{FF2B5EF4-FFF2-40B4-BE49-F238E27FC236}">
                  <a16:creationId xmlns:a16="http://schemas.microsoft.com/office/drawing/2014/main" id="{9072E5FD-0A29-42D6-A601-43724E0F3B40}"/>
                </a:ext>
              </a:extLst>
            </p:cNvPr>
            <p:cNvCxnSpPr/>
            <p:nvPr userDrawn="1"/>
          </p:nvCxnSpPr>
          <p:spPr bwMode="gray">
            <a:xfrm>
              <a:off x="480705" y="-187656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7">
              <a:extLst>
                <a:ext uri="{FF2B5EF4-FFF2-40B4-BE49-F238E27FC236}">
                  <a16:creationId xmlns:a16="http://schemas.microsoft.com/office/drawing/2014/main" id="{8AFA7438-C6E2-4019-9E05-F5BD11C9744F}"/>
                </a:ext>
              </a:extLst>
            </p:cNvPr>
            <p:cNvCxnSpPr/>
            <p:nvPr userDrawn="1"/>
          </p:nvCxnSpPr>
          <p:spPr bwMode="gray">
            <a:xfrm>
              <a:off x="11710670" y="-18088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8">
              <a:extLst>
                <a:ext uri="{FF2B5EF4-FFF2-40B4-BE49-F238E27FC236}">
                  <a16:creationId xmlns:a16="http://schemas.microsoft.com/office/drawing/2014/main" id="{EB82C1D4-A9FF-4DF6-B6C1-A5FF499BB76C}"/>
                </a:ext>
              </a:extLst>
            </p:cNvPr>
            <p:cNvCxnSpPr/>
            <p:nvPr userDrawn="1"/>
          </p:nvCxnSpPr>
          <p:spPr bwMode="gray">
            <a:xfrm rot="16200000">
              <a:off x="-192684" y="1414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9">
              <a:extLst>
                <a:ext uri="{FF2B5EF4-FFF2-40B4-BE49-F238E27FC236}">
                  <a16:creationId xmlns:a16="http://schemas.microsoft.com/office/drawing/2014/main" id="{739C2C77-99D5-4E4D-AAF2-11C29C46D9DD}"/>
                </a:ext>
              </a:extLst>
            </p:cNvPr>
            <p:cNvCxnSpPr/>
            <p:nvPr userDrawn="1"/>
          </p:nvCxnSpPr>
          <p:spPr bwMode="gray">
            <a:xfrm rot="16200000">
              <a:off x="12312699" y="1414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10">
              <a:extLst>
                <a:ext uri="{FF2B5EF4-FFF2-40B4-BE49-F238E27FC236}">
                  <a16:creationId xmlns:a16="http://schemas.microsoft.com/office/drawing/2014/main" id="{B15BA0E2-AEE8-4F85-A4F7-6B6504DA5487}"/>
                </a:ext>
              </a:extLst>
            </p:cNvPr>
            <p:cNvCxnSpPr/>
            <p:nvPr userDrawn="1"/>
          </p:nvCxnSpPr>
          <p:spPr bwMode="gray">
            <a:xfrm rot="16200000">
              <a:off x="-120684" y="5985050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 Verbindung 11">
              <a:extLst>
                <a:ext uri="{FF2B5EF4-FFF2-40B4-BE49-F238E27FC236}">
                  <a16:creationId xmlns:a16="http://schemas.microsoft.com/office/drawing/2014/main" id="{CD316D5F-DE29-4426-805F-85CE4A3CD4D9}"/>
                </a:ext>
              </a:extLst>
            </p:cNvPr>
            <p:cNvCxnSpPr/>
            <p:nvPr userDrawn="1"/>
          </p:nvCxnSpPr>
          <p:spPr bwMode="gray">
            <a:xfrm rot="16200000">
              <a:off x="12312699" y="5985050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12">
              <a:extLst>
                <a:ext uri="{FF2B5EF4-FFF2-40B4-BE49-F238E27FC236}">
                  <a16:creationId xmlns:a16="http://schemas.microsoft.com/office/drawing/2014/main" id="{725E3CCB-1EFB-4949-9256-2BF995240F8B}"/>
                </a:ext>
              </a:extLst>
            </p:cNvPr>
            <p:cNvCxnSpPr/>
            <p:nvPr userDrawn="1"/>
          </p:nvCxnSpPr>
          <p:spPr bwMode="gray">
            <a:xfrm>
              <a:off x="480705" y="6917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13">
              <a:extLst>
                <a:ext uri="{FF2B5EF4-FFF2-40B4-BE49-F238E27FC236}">
                  <a16:creationId xmlns:a16="http://schemas.microsoft.com/office/drawing/2014/main" id="{822FC784-1CDB-41A3-8F2C-FD41C979073C}"/>
                </a:ext>
              </a:extLst>
            </p:cNvPr>
            <p:cNvCxnSpPr/>
            <p:nvPr userDrawn="1"/>
          </p:nvCxnSpPr>
          <p:spPr bwMode="gray">
            <a:xfrm>
              <a:off x="11710670" y="6923907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18">
              <a:extLst>
                <a:ext uri="{FF2B5EF4-FFF2-40B4-BE49-F238E27FC236}">
                  <a16:creationId xmlns:a16="http://schemas.microsoft.com/office/drawing/2014/main" id="{9BCDF87C-94DB-4B73-BC59-6C97C8315878}"/>
                </a:ext>
              </a:extLst>
            </p:cNvPr>
            <p:cNvCxnSpPr/>
            <p:nvPr userDrawn="1"/>
          </p:nvCxnSpPr>
          <p:spPr bwMode="gray">
            <a:xfrm>
              <a:off x="5985348" y="-18088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19">
              <a:extLst>
                <a:ext uri="{FF2B5EF4-FFF2-40B4-BE49-F238E27FC236}">
                  <a16:creationId xmlns:a16="http://schemas.microsoft.com/office/drawing/2014/main" id="{E1E36290-5C89-4002-86C9-CB9239E0312A}"/>
                </a:ext>
              </a:extLst>
            </p:cNvPr>
            <p:cNvCxnSpPr/>
            <p:nvPr userDrawn="1"/>
          </p:nvCxnSpPr>
          <p:spPr bwMode="gray">
            <a:xfrm>
              <a:off x="6205221" y="-18088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 Verbindung 18">
              <a:extLst>
                <a:ext uri="{FF2B5EF4-FFF2-40B4-BE49-F238E27FC236}">
                  <a16:creationId xmlns:a16="http://schemas.microsoft.com/office/drawing/2014/main" id="{789674D5-5F1B-4CC2-B6EC-76B6BAEAB437}"/>
                </a:ext>
              </a:extLst>
            </p:cNvPr>
            <p:cNvCxnSpPr/>
            <p:nvPr userDrawn="1"/>
          </p:nvCxnSpPr>
          <p:spPr bwMode="gray">
            <a:xfrm>
              <a:off x="5985348" y="6917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 Verbindung 19">
              <a:extLst>
                <a:ext uri="{FF2B5EF4-FFF2-40B4-BE49-F238E27FC236}">
                  <a16:creationId xmlns:a16="http://schemas.microsoft.com/office/drawing/2014/main" id="{2B134A6E-2A49-4836-B7E8-ECDEDC8EF244}"/>
                </a:ext>
              </a:extLst>
            </p:cNvPr>
            <p:cNvCxnSpPr/>
            <p:nvPr userDrawn="1"/>
          </p:nvCxnSpPr>
          <p:spPr bwMode="gray">
            <a:xfrm>
              <a:off x="6205221" y="6917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478801" y="2227343"/>
            <a:ext cx="11233774" cy="664797"/>
          </a:xfrm>
        </p:spPr>
        <p:txBody>
          <a:bodyPr wrap="square" anchor="b">
            <a:spAutoFit/>
          </a:bodyPr>
          <a:lstStyle>
            <a:lvl1pPr>
              <a:spcBef>
                <a:spcPts val="0"/>
              </a:spcBef>
              <a:defRPr sz="4800" spc="0" baseline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</a:t>
            </a:r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478801" y="2834901"/>
            <a:ext cx="11233774" cy="738664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+mn-lt"/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Subline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31DB818-884B-46E0-91DE-94DE3BEC4E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Creation date: mm.dd.yy | Responsible department for filing: xxxx-xx | CSD-Class: xx.x – xx years</a:t>
            </a:r>
            <a:endParaRPr lang="en-GB" noProof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9E0CF16-41E8-42B8-87C5-1227165EDB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249B2F-9173-48D3-A5BC-90A6758C671B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1" name="Textplatzhalter 12">
            <a:extLst>
              <a:ext uri="{FF2B5EF4-FFF2-40B4-BE49-F238E27FC236}">
                <a16:creationId xmlns:a16="http://schemas.microsoft.com/office/drawing/2014/main" id="{6B3A6CC6-409A-41F4-9355-208F3E0C0A12}"/>
              </a:ext>
            </a:extLst>
          </p:cNvPr>
          <p:cNvSpPr txBox="1">
            <a:spLocks noChangeAspect="1"/>
          </p:cNvSpPr>
          <p:nvPr userDrawn="1"/>
        </p:nvSpPr>
        <p:spPr bwMode="black">
          <a:xfrm>
            <a:off x="11309424" y="6282903"/>
            <a:ext cx="403200" cy="402611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>
            <a:lvl1pPr marL="0" indent="0" algn="l" defTabSz="1219140" rtl="0" eaLnBrk="1" latinLnBrk="0" hangingPunct="1">
              <a:spcBef>
                <a:spcPts val="1200"/>
              </a:spcBef>
              <a:buFont typeface="Arial" panose="020B0604020202020204" pitchFamily="34" charset="0"/>
              <a:buNone/>
              <a:defRPr sz="100" b="0" kern="1200">
                <a:noFill/>
                <a:latin typeface="VW Head Office Bold" panose="020B0803040200000003" pitchFamily="34" charset="0"/>
                <a:ea typeface="+mn-ea"/>
                <a:cs typeface="+mn-cs"/>
              </a:defRPr>
            </a:lvl1pPr>
            <a:lvl2pPr marL="0" indent="0" algn="l" defTabSz="1219140" rtl="0" eaLnBrk="1" latinLnBrk="0" hangingPunct="1">
              <a:spcBef>
                <a:spcPts val="10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1219140" rtl="0" eaLnBrk="1" latinLnBrk="0" hangingPunct="1">
              <a:spcBef>
                <a:spcPts val="400"/>
              </a:spcBef>
              <a:buFont typeface="VW Text Office" panose="020B0503040200000003" pitchFamily="34" charset="0"/>
              <a:buChar char="–"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9989" indent="-239989" algn="l" defTabSz="1219140" rtl="0" eaLnBrk="1" latinLnBrk="0" hangingPunct="1">
              <a:spcBef>
                <a:spcPts val="267"/>
              </a:spcBef>
              <a:buFont typeface="Arial" panose="020B0604020202020204" pitchFamily="34" charset="0"/>
              <a:buChar char="•"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989" indent="-239989" algn="l" defTabSz="1219140" rtl="0" eaLnBrk="1" latinLnBrk="0" hangingPunct="1">
              <a:spcBef>
                <a:spcPts val="267"/>
              </a:spcBef>
              <a:buFont typeface="Arial" panose="020B0604020202020204" pitchFamily="34" charset="0"/>
              <a:buChar char="•"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76094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">
    <p:bg bwMode="grayWhite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FF089649-AAF3-4798-ADF3-6C3E2E0AC1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09205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2"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FF089649-AAF3-4798-ADF3-6C3E2E0AC1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31C9870B-D3ED-4F26-BDDA-8441ED50FB99}"/>
              </a:ext>
            </a:extLst>
          </p:cNvPr>
          <p:cNvGrpSpPr/>
          <p:nvPr userDrawn="1"/>
        </p:nvGrpSpPr>
        <p:grpSpPr bwMode="black">
          <a:xfrm>
            <a:off x="-264684" y="-187656"/>
            <a:ext cx="12649383" cy="7255563"/>
            <a:chOff x="-264684" y="-187656"/>
            <a:chExt cx="12649383" cy="7255563"/>
          </a:xfrm>
        </p:grpSpPr>
        <p:cxnSp>
          <p:nvCxnSpPr>
            <p:cNvPr id="10" name="Gerade Verbindung 6">
              <a:extLst>
                <a:ext uri="{FF2B5EF4-FFF2-40B4-BE49-F238E27FC236}">
                  <a16:creationId xmlns:a16="http://schemas.microsoft.com/office/drawing/2014/main" id="{9072E5FD-0A29-42D6-A601-43724E0F3B40}"/>
                </a:ext>
              </a:extLst>
            </p:cNvPr>
            <p:cNvCxnSpPr/>
            <p:nvPr userDrawn="1"/>
          </p:nvCxnSpPr>
          <p:spPr bwMode="black">
            <a:xfrm>
              <a:off x="480705" y="-187656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7">
              <a:extLst>
                <a:ext uri="{FF2B5EF4-FFF2-40B4-BE49-F238E27FC236}">
                  <a16:creationId xmlns:a16="http://schemas.microsoft.com/office/drawing/2014/main" id="{8AFA7438-C6E2-4019-9E05-F5BD11C9744F}"/>
                </a:ext>
              </a:extLst>
            </p:cNvPr>
            <p:cNvCxnSpPr/>
            <p:nvPr userDrawn="1"/>
          </p:nvCxnSpPr>
          <p:spPr bwMode="black">
            <a:xfrm>
              <a:off x="11710670" y="-18088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8">
              <a:extLst>
                <a:ext uri="{FF2B5EF4-FFF2-40B4-BE49-F238E27FC236}">
                  <a16:creationId xmlns:a16="http://schemas.microsoft.com/office/drawing/2014/main" id="{EB82C1D4-A9FF-4DF6-B6C1-A5FF499BB76C}"/>
                </a:ext>
              </a:extLst>
            </p:cNvPr>
            <p:cNvCxnSpPr/>
            <p:nvPr userDrawn="1"/>
          </p:nvCxnSpPr>
          <p:spPr bwMode="black">
            <a:xfrm rot="16200000">
              <a:off x="-192684" y="1414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9">
              <a:extLst>
                <a:ext uri="{FF2B5EF4-FFF2-40B4-BE49-F238E27FC236}">
                  <a16:creationId xmlns:a16="http://schemas.microsoft.com/office/drawing/2014/main" id="{739C2C77-99D5-4E4D-AAF2-11C29C46D9DD}"/>
                </a:ext>
              </a:extLst>
            </p:cNvPr>
            <p:cNvCxnSpPr/>
            <p:nvPr userDrawn="1"/>
          </p:nvCxnSpPr>
          <p:spPr bwMode="black">
            <a:xfrm rot="16200000">
              <a:off x="12312699" y="1414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10">
              <a:extLst>
                <a:ext uri="{FF2B5EF4-FFF2-40B4-BE49-F238E27FC236}">
                  <a16:creationId xmlns:a16="http://schemas.microsoft.com/office/drawing/2014/main" id="{B15BA0E2-AEE8-4F85-A4F7-6B6504DA5487}"/>
                </a:ext>
              </a:extLst>
            </p:cNvPr>
            <p:cNvCxnSpPr/>
            <p:nvPr userDrawn="1"/>
          </p:nvCxnSpPr>
          <p:spPr bwMode="black">
            <a:xfrm rot="16200000">
              <a:off x="-120684" y="5985050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12">
              <a:extLst>
                <a:ext uri="{FF2B5EF4-FFF2-40B4-BE49-F238E27FC236}">
                  <a16:creationId xmlns:a16="http://schemas.microsoft.com/office/drawing/2014/main" id="{725E3CCB-1EFB-4949-9256-2BF995240F8B}"/>
                </a:ext>
              </a:extLst>
            </p:cNvPr>
            <p:cNvCxnSpPr/>
            <p:nvPr userDrawn="1"/>
          </p:nvCxnSpPr>
          <p:spPr bwMode="black">
            <a:xfrm>
              <a:off x="480705" y="6917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13">
              <a:extLst>
                <a:ext uri="{FF2B5EF4-FFF2-40B4-BE49-F238E27FC236}">
                  <a16:creationId xmlns:a16="http://schemas.microsoft.com/office/drawing/2014/main" id="{822FC784-1CDB-41A3-8F2C-FD41C979073C}"/>
                </a:ext>
              </a:extLst>
            </p:cNvPr>
            <p:cNvCxnSpPr/>
            <p:nvPr userDrawn="1"/>
          </p:nvCxnSpPr>
          <p:spPr bwMode="black">
            <a:xfrm>
              <a:off x="11710670" y="6923907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18">
              <a:extLst>
                <a:ext uri="{FF2B5EF4-FFF2-40B4-BE49-F238E27FC236}">
                  <a16:creationId xmlns:a16="http://schemas.microsoft.com/office/drawing/2014/main" id="{9BCDF87C-94DB-4B73-BC59-6C97C8315878}"/>
                </a:ext>
              </a:extLst>
            </p:cNvPr>
            <p:cNvCxnSpPr/>
            <p:nvPr userDrawn="1"/>
          </p:nvCxnSpPr>
          <p:spPr bwMode="black">
            <a:xfrm>
              <a:off x="5985348" y="-18088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19">
              <a:extLst>
                <a:ext uri="{FF2B5EF4-FFF2-40B4-BE49-F238E27FC236}">
                  <a16:creationId xmlns:a16="http://schemas.microsoft.com/office/drawing/2014/main" id="{E1E36290-5C89-4002-86C9-CB9239E0312A}"/>
                </a:ext>
              </a:extLst>
            </p:cNvPr>
            <p:cNvCxnSpPr/>
            <p:nvPr userDrawn="1"/>
          </p:nvCxnSpPr>
          <p:spPr bwMode="black">
            <a:xfrm>
              <a:off x="6205221" y="-18088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 Verbindung 18">
              <a:extLst>
                <a:ext uri="{FF2B5EF4-FFF2-40B4-BE49-F238E27FC236}">
                  <a16:creationId xmlns:a16="http://schemas.microsoft.com/office/drawing/2014/main" id="{789674D5-5F1B-4CC2-B6EC-76B6BAEAB437}"/>
                </a:ext>
              </a:extLst>
            </p:cNvPr>
            <p:cNvCxnSpPr/>
            <p:nvPr userDrawn="1"/>
          </p:nvCxnSpPr>
          <p:spPr bwMode="black">
            <a:xfrm>
              <a:off x="5985348" y="6917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 Verbindung 19">
              <a:extLst>
                <a:ext uri="{FF2B5EF4-FFF2-40B4-BE49-F238E27FC236}">
                  <a16:creationId xmlns:a16="http://schemas.microsoft.com/office/drawing/2014/main" id="{2B134A6E-2A49-4836-B7E8-ECDEDC8EF244}"/>
                </a:ext>
              </a:extLst>
            </p:cNvPr>
            <p:cNvCxnSpPr/>
            <p:nvPr userDrawn="1"/>
          </p:nvCxnSpPr>
          <p:spPr bwMode="black">
            <a:xfrm>
              <a:off x="6205221" y="6917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11">
              <a:extLst>
                <a:ext uri="{FF2B5EF4-FFF2-40B4-BE49-F238E27FC236}">
                  <a16:creationId xmlns:a16="http://schemas.microsoft.com/office/drawing/2014/main" id="{F65194E7-A29C-439F-A904-73436FCAEF61}"/>
                </a:ext>
              </a:extLst>
            </p:cNvPr>
            <p:cNvCxnSpPr/>
            <p:nvPr userDrawn="1"/>
          </p:nvCxnSpPr>
          <p:spPr bwMode="black">
            <a:xfrm rot="16200000">
              <a:off x="12312699" y="5985050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 Verbindung 13">
              <a:extLst>
                <a:ext uri="{FF2B5EF4-FFF2-40B4-BE49-F238E27FC236}">
                  <a16:creationId xmlns:a16="http://schemas.microsoft.com/office/drawing/2014/main" id="{A7FB9BA9-8681-4D03-8460-60B678CAE425}"/>
                </a:ext>
              </a:extLst>
            </p:cNvPr>
            <p:cNvCxnSpPr/>
            <p:nvPr userDrawn="1"/>
          </p:nvCxnSpPr>
          <p:spPr bwMode="black">
            <a:xfrm>
              <a:off x="11710670" y="6923907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478801" y="2227343"/>
            <a:ext cx="11233774" cy="664797"/>
          </a:xfrm>
        </p:spPr>
        <p:txBody>
          <a:bodyPr wrap="square" anchor="b">
            <a:spAutoFit/>
          </a:bodyPr>
          <a:lstStyle>
            <a:lvl1pPr>
              <a:spcBef>
                <a:spcPts val="0"/>
              </a:spcBef>
              <a:defRPr sz="4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Chapter title</a:t>
            </a:r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478801" y="2834901"/>
            <a:ext cx="11233774" cy="738664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+mn-lt"/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Subline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31DB818-884B-46E0-91DE-94DE3BEC4E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Creation date: mm.dd.yy | Responsible department for filing: xxxx-xx | CSD-Class: xx.x – xx years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9E0CF16-41E8-42B8-87C5-1227165EDB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249B2F-9173-48D3-A5BC-90A6758C671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Textplatzhalter 12">
            <a:extLst>
              <a:ext uri="{FF2B5EF4-FFF2-40B4-BE49-F238E27FC236}">
                <a16:creationId xmlns:a16="http://schemas.microsoft.com/office/drawing/2014/main" id="{E8C9E690-1D5D-496D-A370-5CA832174105}"/>
              </a:ext>
            </a:extLst>
          </p:cNvPr>
          <p:cNvSpPr txBox="1">
            <a:spLocks noChangeAspect="1"/>
          </p:cNvSpPr>
          <p:nvPr userDrawn="1"/>
        </p:nvSpPr>
        <p:spPr bwMode="black">
          <a:xfrm>
            <a:off x="11309424" y="6282903"/>
            <a:ext cx="403200" cy="402611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>
            <a:lvl1pPr marL="0" indent="0" algn="l" defTabSz="1219140" rtl="0" eaLnBrk="1" latinLnBrk="0" hangingPunct="1">
              <a:spcBef>
                <a:spcPts val="1200"/>
              </a:spcBef>
              <a:buFont typeface="Arial" panose="020B0604020202020204" pitchFamily="34" charset="0"/>
              <a:buNone/>
              <a:defRPr sz="100" b="0" kern="1200">
                <a:noFill/>
                <a:latin typeface="VW Head Office Bold" panose="020B0803040200000003" pitchFamily="34" charset="0"/>
                <a:ea typeface="+mn-ea"/>
                <a:cs typeface="+mn-cs"/>
              </a:defRPr>
            </a:lvl1pPr>
            <a:lvl2pPr marL="0" indent="0" algn="l" defTabSz="1219140" rtl="0" eaLnBrk="1" latinLnBrk="0" hangingPunct="1">
              <a:spcBef>
                <a:spcPts val="10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1219140" rtl="0" eaLnBrk="1" latinLnBrk="0" hangingPunct="1">
              <a:spcBef>
                <a:spcPts val="400"/>
              </a:spcBef>
              <a:buFont typeface="VW Text Office" panose="020B0503040200000003" pitchFamily="34" charset="0"/>
              <a:buChar char="–"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9989" indent="-239989" algn="l" defTabSz="1219140" rtl="0" eaLnBrk="1" latinLnBrk="0" hangingPunct="1">
              <a:spcBef>
                <a:spcPts val="267"/>
              </a:spcBef>
              <a:buFont typeface="Arial" panose="020B0604020202020204" pitchFamily="34" charset="0"/>
              <a:buChar char="•"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989" indent="-239989" algn="l" defTabSz="1219140" rtl="0" eaLnBrk="1" latinLnBrk="0" hangingPunct="1">
              <a:spcBef>
                <a:spcPts val="267"/>
              </a:spcBef>
              <a:buFont typeface="Arial" panose="020B0604020202020204" pitchFamily="34" charset="0"/>
              <a:buChar char="•"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82716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ark blue">
    <p:bg bwMode="grayWhite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AADBCD95-BFED-4115-AA60-D9D1DBA151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407351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"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AADBCD95-BFED-4115-AA60-D9D1DBA151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platzhalter 7">
            <a:extLst>
              <a:ext uri="{FF2B5EF4-FFF2-40B4-BE49-F238E27FC236}">
                <a16:creationId xmlns:a16="http://schemas.microsoft.com/office/drawing/2014/main" id="{44ED68A1-5BB8-4B29-874A-27495F4C6F5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479425" y="669698"/>
            <a:ext cx="11233150" cy="3600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spc="10" baseline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2600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600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600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600">
                <a:latin typeface="+mn-lt"/>
              </a:defRPr>
            </a:lvl5pPr>
          </a:lstStyle>
          <a:p>
            <a:pPr lvl="0"/>
            <a:r>
              <a:rPr lang="en-US" noProof="0"/>
              <a:t>Placeholder subtitle (optional)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37FD5F09-8D0F-4A89-829D-96012BC6E97E}"/>
              </a:ext>
            </a:extLst>
          </p:cNvPr>
          <p:cNvGrpSpPr/>
          <p:nvPr userDrawn="1"/>
        </p:nvGrpSpPr>
        <p:grpSpPr bwMode="black">
          <a:xfrm>
            <a:off x="-264684" y="-187656"/>
            <a:ext cx="12649383" cy="7255563"/>
            <a:chOff x="-264684" y="-187656"/>
            <a:chExt cx="12649383" cy="7255563"/>
          </a:xfrm>
        </p:grpSpPr>
        <p:cxnSp>
          <p:nvCxnSpPr>
            <p:cNvPr id="13" name="Gerade Verbindung 6">
              <a:extLst>
                <a:ext uri="{FF2B5EF4-FFF2-40B4-BE49-F238E27FC236}">
                  <a16:creationId xmlns:a16="http://schemas.microsoft.com/office/drawing/2014/main" id="{B80B410E-C623-4748-B35F-B762E2156B59}"/>
                </a:ext>
              </a:extLst>
            </p:cNvPr>
            <p:cNvCxnSpPr/>
            <p:nvPr userDrawn="1"/>
          </p:nvCxnSpPr>
          <p:spPr bwMode="black">
            <a:xfrm>
              <a:off x="480705" y="-187656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7">
              <a:extLst>
                <a:ext uri="{FF2B5EF4-FFF2-40B4-BE49-F238E27FC236}">
                  <a16:creationId xmlns:a16="http://schemas.microsoft.com/office/drawing/2014/main" id="{BBF77FFD-EFDD-4D19-89C5-3BCDAA4C012D}"/>
                </a:ext>
              </a:extLst>
            </p:cNvPr>
            <p:cNvCxnSpPr/>
            <p:nvPr userDrawn="1"/>
          </p:nvCxnSpPr>
          <p:spPr bwMode="black">
            <a:xfrm>
              <a:off x="11710670" y="-18088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8">
              <a:extLst>
                <a:ext uri="{FF2B5EF4-FFF2-40B4-BE49-F238E27FC236}">
                  <a16:creationId xmlns:a16="http://schemas.microsoft.com/office/drawing/2014/main" id="{8F990CDA-40B2-4D63-88EF-7B8EEEED7238}"/>
                </a:ext>
              </a:extLst>
            </p:cNvPr>
            <p:cNvCxnSpPr/>
            <p:nvPr userDrawn="1"/>
          </p:nvCxnSpPr>
          <p:spPr bwMode="black">
            <a:xfrm rot="16200000">
              <a:off x="-192684" y="1414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9">
              <a:extLst>
                <a:ext uri="{FF2B5EF4-FFF2-40B4-BE49-F238E27FC236}">
                  <a16:creationId xmlns:a16="http://schemas.microsoft.com/office/drawing/2014/main" id="{4D0B6189-4DCD-4748-91BC-099537DA1E35}"/>
                </a:ext>
              </a:extLst>
            </p:cNvPr>
            <p:cNvCxnSpPr/>
            <p:nvPr userDrawn="1"/>
          </p:nvCxnSpPr>
          <p:spPr bwMode="black">
            <a:xfrm rot="16200000">
              <a:off x="12312699" y="1414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 Verbindung 10">
              <a:extLst>
                <a:ext uri="{FF2B5EF4-FFF2-40B4-BE49-F238E27FC236}">
                  <a16:creationId xmlns:a16="http://schemas.microsoft.com/office/drawing/2014/main" id="{02629D81-4B4D-4AA8-BB96-E77BD402C645}"/>
                </a:ext>
              </a:extLst>
            </p:cNvPr>
            <p:cNvCxnSpPr/>
            <p:nvPr userDrawn="1"/>
          </p:nvCxnSpPr>
          <p:spPr bwMode="black">
            <a:xfrm rot="16200000">
              <a:off x="-120684" y="5985050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11">
              <a:extLst>
                <a:ext uri="{FF2B5EF4-FFF2-40B4-BE49-F238E27FC236}">
                  <a16:creationId xmlns:a16="http://schemas.microsoft.com/office/drawing/2014/main" id="{5026B329-92B3-430A-966F-95B5884AEF9B}"/>
                </a:ext>
              </a:extLst>
            </p:cNvPr>
            <p:cNvCxnSpPr/>
            <p:nvPr userDrawn="1"/>
          </p:nvCxnSpPr>
          <p:spPr bwMode="black">
            <a:xfrm rot="16200000">
              <a:off x="12312699" y="5985050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12">
              <a:extLst>
                <a:ext uri="{FF2B5EF4-FFF2-40B4-BE49-F238E27FC236}">
                  <a16:creationId xmlns:a16="http://schemas.microsoft.com/office/drawing/2014/main" id="{6D7F807D-3F20-44ED-9873-6A34F52F0FE7}"/>
                </a:ext>
              </a:extLst>
            </p:cNvPr>
            <p:cNvCxnSpPr/>
            <p:nvPr userDrawn="1"/>
          </p:nvCxnSpPr>
          <p:spPr bwMode="black">
            <a:xfrm>
              <a:off x="480705" y="6917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 Verbindung 13">
              <a:extLst>
                <a:ext uri="{FF2B5EF4-FFF2-40B4-BE49-F238E27FC236}">
                  <a16:creationId xmlns:a16="http://schemas.microsoft.com/office/drawing/2014/main" id="{27540E05-F77E-477B-B80E-295FD088C37A}"/>
                </a:ext>
              </a:extLst>
            </p:cNvPr>
            <p:cNvCxnSpPr/>
            <p:nvPr userDrawn="1"/>
          </p:nvCxnSpPr>
          <p:spPr bwMode="black">
            <a:xfrm>
              <a:off x="11710670" y="6923907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18">
              <a:extLst>
                <a:ext uri="{FF2B5EF4-FFF2-40B4-BE49-F238E27FC236}">
                  <a16:creationId xmlns:a16="http://schemas.microsoft.com/office/drawing/2014/main" id="{33297432-4987-439C-AA75-0FC59FF1274E}"/>
                </a:ext>
              </a:extLst>
            </p:cNvPr>
            <p:cNvCxnSpPr/>
            <p:nvPr userDrawn="1"/>
          </p:nvCxnSpPr>
          <p:spPr bwMode="black">
            <a:xfrm>
              <a:off x="5985348" y="-18088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 Verbindung 19">
              <a:extLst>
                <a:ext uri="{FF2B5EF4-FFF2-40B4-BE49-F238E27FC236}">
                  <a16:creationId xmlns:a16="http://schemas.microsoft.com/office/drawing/2014/main" id="{76EA895E-1075-4252-B0F7-B44F54AC3746}"/>
                </a:ext>
              </a:extLst>
            </p:cNvPr>
            <p:cNvCxnSpPr/>
            <p:nvPr userDrawn="1"/>
          </p:nvCxnSpPr>
          <p:spPr bwMode="black">
            <a:xfrm>
              <a:off x="6205221" y="-18088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18">
              <a:extLst>
                <a:ext uri="{FF2B5EF4-FFF2-40B4-BE49-F238E27FC236}">
                  <a16:creationId xmlns:a16="http://schemas.microsoft.com/office/drawing/2014/main" id="{A57ED76C-E4FC-4ED2-ACC3-9BB30C370EC3}"/>
                </a:ext>
              </a:extLst>
            </p:cNvPr>
            <p:cNvCxnSpPr/>
            <p:nvPr userDrawn="1"/>
          </p:nvCxnSpPr>
          <p:spPr bwMode="black">
            <a:xfrm>
              <a:off x="5985348" y="6917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19">
              <a:extLst>
                <a:ext uri="{FF2B5EF4-FFF2-40B4-BE49-F238E27FC236}">
                  <a16:creationId xmlns:a16="http://schemas.microsoft.com/office/drawing/2014/main" id="{51316E67-ECDB-4EF9-AABC-3C9BA516BE4D}"/>
                </a:ext>
              </a:extLst>
            </p:cNvPr>
            <p:cNvCxnSpPr/>
            <p:nvPr userDrawn="1"/>
          </p:nvCxnSpPr>
          <p:spPr bwMode="black">
            <a:xfrm>
              <a:off x="6205221" y="6917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platzhalter 8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479426" y="1486800"/>
            <a:ext cx="11233150" cy="45711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267"/>
              </a:spcBef>
              <a:defRPr sz="1800">
                <a:solidFill>
                  <a:schemeClr val="bg1"/>
                </a:solidFill>
              </a:defRPr>
            </a:lvl2pPr>
            <a:lvl3pPr marL="431979" indent="0">
              <a:spcBef>
                <a:spcPts val="267"/>
              </a:spcBef>
              <a:buNone/>
              <a:defRPr/>
            </a:lvl3pPr>
            <a:lvl4pPr marL="0" marR="0" indent="0" algn="l" defTabSz="1219140" rtl="0" eaLnBrk="1" fontAlgn="auto" latinLnBrk="0" hangingPunct="1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4pPr>
            <a:lvl5pPr marL="431979" indent="0">
              <a:spcBef>
                <a:spcPts val="267"/>
              </a:spcBef>
              <a:buNone/>
              <a:defRPr/>
            </a:lvl5pPr>
          </a:lstStyle>
          <a:p>
            <a:pPr lvl="0"/>
            <a:r>
              <a:rPr lang="en-US" noProof="0"/>
              <a:t>X.X Chapter title </a:t>
            </a:r>
          </a:p>
          <a:p>
            <a:pPr lvl="1"/>
            <a:r>
              <a:rPr lang="en-US" noProof="0"/>
              <a:t>X.X Sub-chapter  </a:t>
            </a:r>
          </a:p>
          <a:p>
            <a:pPr lvl="1"/>
            <a:r>
              <a:rPr lang="en-US" noProof="0"/>
              <a:t>X.X Sub-chapter</a:t>
            </a:r>
          </a:p>
          <a:p>
            <a:pPr lvl="1"/>
            <a:r>
              <a:rPr lang="en-US" noProof="0"/>
              <a:t>X.X Sub-chapter  </a:t>
            </a:r>
          </a:p>
          <a:p>
            <a:pPr lvl="1"/>
            <a:r>
              <a:rPr lang="en-US" noProof="0"/>
              <a:t>X.X Sub-chapter 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7421D23-CC4C-4E11-AB51-A134A52084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Creation date: mm.dd.yy | Responsible department for filing: xxxx-xx | CSD-Class: xx.x – xx years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05B5823-E8F4-49AD-A087-2E4E3E9680A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249B2F-9173-48D3-A5BC-90A6758C671B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8" name="Gerade Verbindung 11">
            <a:extLst>
              <a:ext uri="{FF2B5EF4-FFF2-40B4-BE49-F238E27FC236}">
                <a16:creationId xmlns:a16="http://schemas.microsoft.com/office/drawing/2014/main" id="{0EC9E8B0-35EA-48D7-92E3-8BBACED9A569}"/>
              </a:ext>
            </a:extLst>
          </p:cNvPr>
          <p:cNvCxnSpPr/>
          <p:nvPr userDrawn="1"/>
        </p:nvCxnSpPr>
        <p:spPr bwMode="black">
          <a:xfrm rot="16200000">
            <a:off x="12312699" y="5985050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3">
            <a:extLst>
              <a:ext uri="{FF2B5EF4-FFF2-40B4-BE49-F238E27FC236}">
                <a16:creationId xmlns:a16="http://schemas.microsoft.com/office/drawing/2014/main" id="{C73206DE-BAF5-4B72-8F26-9D64D9296A9A}"/>
              </a:ext>
            </a:extLst>
          </p:cNvPr>
          <p:cNvCxnSpPr/>
          <p:nvPr userDrawn="1"/>
        </p:nvCxnSpPr>
        <p:spPr bwMode="black">
          <a:xfrm>
            <a:off x="11710670" y="6923907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rafik 27">
            <a:extLst>
              <a:ext uri="{FF2B5EF4-FFF2-40B4-BE49-F238E27FC236}">
                <a16:creationId xmlns:a16="http://schemas.microsoft.com/office/drawing/2014/main" id="{82298DA2-0F5F-44C0-BFA3-A27EB8DF8EE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 bwMode="black">
          <a:xfrm>
            <a:off x="11309424" y="6282289"/>
            <a:ext cx="403225" cy="40322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black">
          <a:xfrm>
            <a:off x="479425" y="309600"/>
            <a:ext cx="11233151" cy="360099"/>
          </a:xfrm>
        </p:spPr>
        <p:txBody>
          <a:bodyPr>
            <a:spAutoFit/>
          </a:bodyPr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041108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C91D337C-BD62-4FD0-91F1-8F3ED8DD6DE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320732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"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C91D337C-BD62-4FD0-91F1-8F3ED8DD6D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133BB50-2654-41BF-9A51-E549F385A2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669698"/>
            <a:ext cx="11233150" cy="3600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spc="10" baseline="0"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2600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600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600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600">
                <a:latin typeface="+mn-lt"/>
              </a:defRPr>
            </a:lvl5pPr>
          </a:lstStyle>
          <a:p>
            <a:pPr lvl="0"/>
            <a:r>
              <a:rPr lang="en-US" noProof="0"/>
              <a:t>Placeholder subtitle (optional)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9425" y="1486800"/>
            <a:ext cx="11233150" cy="4571100"/>
          </a:xfrm>
        </p:spPr>
        <p:txBody>
          <a:bodyPr/>
          <a:lstStyle>
            <a:lvl1pPr>
              <a:defRPr>
                <a:latin typeface="+mj-lt"/>
              </a:defRPr>
            </a:lvl1pPr>
            <a:lvl2pPr marL="0" indent="0">
              <a:spcBef>
                <a:spcPts val="267"/>
              </a:spcBef>
              <a:defRPr sz="1800"/>
            </a:lvl2pPr>
            <a:lvl3pPr marL="431979" indent="0">
              <a:spcBef>
                <a:spcPts val="267"/>
              </a:spcBef>
              <a:buNone/>
              <a:defRPr/>
            </a:lvl3pPr>
            <a:lvl4pPr marL="0" marR="0" indent="0" algn="l" defTabSz="1219140" rtl="0" eaLnBrk="1" fontAlgn="auto" latinLnBrk="0" hangingPunct="1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4pPr>
            <a:lvl5pPr marL="431979" indent="0">
              <a:spcBef>
                <a:spcPts val="267"/>
              </a:spcBef>
              <a:buNone/>
              <a:defRPr/>
            </a:lvl5pPr>
          </a:lstStyle>
          <a:p>
            <a:pPr lvl="0"/>
            <a:r>
              <a:rPr lang="en-US" noProof="0"/>
              <a:t>X.X Chapter title </a:t>
            </a:r>
          </a:p>
          <a:p>
            <a:pPr lvl="1"/>
            <a:r>
              <a:rPr lang="en-US" noProof="0"/>
              <a:t>X.X Sub-chapter  </a:t>
            </a:r>
          </a:p>
          <a:p>
            <a:pPr lvl="1"/>
            <a:r>
              <a:rPr lang="en-US" noProof="0"/>
              <a:t>X.X Sub-chapter</a:t>
            </a:r>
          </a:p>
          <a:p>
            <a:pPr lvl="1"/>
            <a:r>
              <a:rPr lang="en-US" noProof="0"/>
              <a:t>X.X Sub-chapter  </a:t>
            </a:r>
          </a:p>
          <a:p>
            <a:pPr lvl="1"/>
            <a:r>
              <a:rPr lang="en-US" noProof="0"/>
              <a:t>X.X Sub-chapter 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8A448A2-CF0D-48A7-AA33-8917BBEDE8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 noProof="0"/>
              <a:t>Creation date: mm.dd.yy | Responsible department for filing: xxxx-xx | CSD-Class: xx.x – xx years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A84592-33AD-4E01-99FE-058C8D6288B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D9249B2F-9173-48D3-A5BC-90A6758C671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79425" y="309600"/>
            <a:ext cx="11233150" cy="360099"/>
          </a:xfrm>
        </p:spPr>
        <p:txBody>
          <a:bodyPr>
            <a:spAutoFit/>
          </a:bodyPr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431173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 points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AA6E4A92-0E3B-4752-9F11-B5F2ED2D35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434997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" name="think-cell Folie" r:id="rId5" imgW="344" imgH="345" progId="TCLayout.ActiveDocument.1">
                  <p:embed/>
                </p:oleObj>
              </mc:Choice>
              <mc:Fallback>
                <p:oleObj name="think-cell Folie" r:id="rId5" imgW="344" imgH="345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AA6E4A92-0E3B-4752-9F11-B5F2ED2D35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>
            <a:extLst>
              <a:ext uri="{FF2B5EF4-FFF2-40B4-BE49-F238E27FC236}">
                <a16:creationId xmlns:a16="http://schemas.microsoft.com/office/drawing/2014/main" id="{13C18F00-6AEC-4566-B9A4-C09826D8DF1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600" b="0" i="0" baseline="0">
              <a:solidFill>
                <a:schemeClr val="tx1"/>
              </a:solidFill>
              <a:latin typeface="VW Head Office Bold" panose="020B0803040200000003" pitchFamily="34" charset="0"/>
              <a:ea typeface="+mj-ea"/>
              <a:cs typeface="+mj-cs"/>
              <a:sym typeface="VW Head Office Bold" panose="020B0803040200000003" pitchFamily="34" charset="0"/>
            </a:endParaRP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BDB83B6-6043-46C4-81FA-7D14164298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669698"/>
            <a:ext cx="11233150" cy="3600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spc="10" baseline="0"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2600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600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600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600">
                <a:latin typeface="+mn-lt"/>
              </a:defRPr>
            </a:lvl5pPr>
          </a:lstStyle>
          <a:p>
            <a:pPr lvl="0"/>
            <a:r>
              <a:rPr lang="en-US" noProof="0"/>
              <a:t>Placeholder subtitle (optional)</a:t>
            </a:r>
          </a:p>
        </p:txBody>
      </p:sp>
      <p:sp>
        <p:nvSpPr>
          <p:cNvPr id="8" name="Textplatzhalter 6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424" y="1486800"/>
            <a:ext cx="11236177" cy="4571100"/>
          </a:xfrm>
        </p:spPr>
        <p:txBody>
          <a:bodyPr/>
          <a:lstStyle>
            <a:lvl1pPr marL="360363" indent="-360363">
              <a:spcBef>
                <a:spcPts val="0"/>
              </a:spcBef>
              <a:buSzPct val="100000"/>
              <a:buFont typeface="VW Text Office" panose="020B0503040200000003" pitchFamily="34" charset="0"/>
              <a:buChar char="–"/>
              <a:defRPr sz="2800">
                <a:latin typeface="+mn-lt"/>
              </a:defRPr>
            </a:lvl1pPr>
            <a:lvl2pPr marL="360363" indent="-360363">
              <a:spcBef>
                <a:spcPts val="0"/>
              </a:spcBef>
              <a:buSzPct val="100000"/>
              <a:buFont typeface="VW Text Office" panose="020B0503040200000003" pitchFamily="34" charset="0"/>
              <a:buChar char="–"/>
              <a:defRPr sz="2800">
                <a:latin typeface="+mn-lt"/>
              </a:defRPr>
            </a:lvl2pPr>
            <a:lvl3pPr marL="360363" indent="-360363">
              <a:spcBef>
                <a:spcPts val="0"/>
              </a:spcBef>
              <a:buSzPct val="100000"/>
              <a:buFont typeface="VW Text Office" panose="020B0503040200000003" pitchFamily="34" charset="0"/>
              <a:buChar char="–"/>
              <a:defRPr sz="2800">
                <a:latin typeface="+mn-lt"/>
              </a:defRPr>
            </a:lvl3pPr>
            <a:lvl4pPr marL="360363" indent="-360363">
              <a:spcBef>
                <a:spcPts val="0"/>
              </a:spcBef>
              <a:buSzPct val="100000"/>
              <a:buFont typeface="VW Text Office" panose="020B0503040200000003" pitchFamily="34" charset="0"/>
              <a:buChar char="–"/>
              <a:defRPr sz="2800">
                <a:latin typeface="+mn-lt"/>
              </a:defRPr>
            </a:lvl4pPr>
          </a:lstStyle>
          <a:p>
            <a:pPr lvl="2"/>
            <a:r>
              <a:rPr lang="en-US" noProof="0"/>
              <a:t>First level</a:t>
            </a:r>
          </a:p>
          <a:p>
            <a:pPr lvl="1"/>
            <a:r>
              <a:rPr lang="en-US" noProof="0"/>
              <a:t>First level</a:t>
            </a:r>
          </a:p>
          <a:p>
            <a:pPr lvl="2"/>
            <a:r>
              <a:rPr lang="en-US" noProof="0"/>
              <a:t>First level</a:t>
            </a:r>
          </a:p>
          <a:p>
            <a:pPr lvl="3"/>
            <a:r>
              <a:rPr lang="en-US" noProof="0"/>
              <a:t>First level</a:t>
            </a:r>
          </a:p>
          <a:p>
            <a:pPr lvl="2"/>
            <a:r>
              <a:rPr lang="en-US" noProof="0"/>
              <a:t>First level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C16119A-26FC-4219-9DF8-5A5F5D953C0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 noProof="0"/>
              <a:t>Creation date: mm.dd.yy | Responsible department for filing: xxxx-xx | CSD-Class: xx.x – xx years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EEE1F8F-8B92-45FC-B45E-7E8D3E6D904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D9249B2F-9173-48D3-A5BC-90A6758C671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78801" y="309600"/>
            <a:ext cx="11236801" cy="360099"/>
          </a:xfrm>
        </p:spPr>
        <p:txBody>
          <a:bodyPr>
            <a:spAutoFit/>
          </a:bodyPr>
          <a:lstStyle>
            <a:lvl1pPr>
              <a:defRPr b="0"/>
            </a:lvl1pPr>
          </a:lstStyle>
          <a:p>
            <a:r>
              <a:rPr lang="en-US" noProof="0"/>
              <a:t>Placeholder slide title</a:t>
            </a:r>
          </a:p>
        </p:txBody>
      </p:sp>
    </p:spTree>
    <p:extLst>
      <p:ext uri="{BB962C8B-B14F-4D97-AF65-F5344CB8AC3E}">
        <p14:creationId xmlns:p14="http://schemas.microsoft.com/office/powerpoint/2010/main" val="568571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and Tex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9571ABA2-A5E0-4675-9288-E832905D514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133753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8" name="think-cell Folie" r:id="rId5" imgW="344" imgH="345" progId="TCLayout.ActiveDocument.1">
                  <p:embed/>
                </p:oleObj>
              </mc:Choice>
              <mc:Fallback>
                <p:oleObj name="think-cell Folie" r:id="rId5" imgW="344" imgH="345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9571ABA2-A5E0-4675-9288-E832905D51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>
            <a:extLst>
              <a:ext uri="{FF2B5EF4-FFF2-40B4-BE49-F238E27FC236}">
                <a16:creationId xmlns:a16="http://schemas.microsoft.com/office/drawing/2014/main" id="{77676C33-8EDE-4125-AB0E-757CC6A1F9C6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600" b="0" i="0" baseline="0">
              <a:solidFill>
                <a:schemeClr val="tx1"/>
              </a:solidFill>
              <a:latin typeface="VW Head Office Bold" panose="020B0803040200000003" pitchFamily="34" charset="0"/>
              <a:ea typeface="+mj-ea"/>
              <a:cs typeface="+mj-cs"/>
              <a:sym typeface="VW Head Office Bold" panose="020B0803040200000003" pitchFamily="34" charset="0"/>
            </a:endParaRP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50CEAC35-718A-42D0-9570-3F6A350F5E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669698"/>
            <a:ext cx="11233150" cy="3600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spc="10" baseline="0"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2600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600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600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600">
                <a:latin typeface="+mn-lt"/>
              </a:defRPr>
            </a:lvl5pPr>
          </a:lstStyle>
          <a:p>
            <a:pPr lvl="0"/>
            <a:r>
              <a:rPr lang="en-US" noProof="0"/>
              <a:t>Placeholder subtitle (optional)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8BC9BD7-B3E3-458E-86D3-8FB80588B1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 noProof="0"/>
              <a:t>Creation date: mm.dd.yy | Responsible department for filing: xxxx-xx | CSD-Class: xx.x – xx years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FA9CAE6-6CD7-4DC8-8C6F-48AA1C88B30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D9249B2F-9173-48D3-A5BC-90A6758C671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79425" y="309600"/>
            <a:ext cx="11233150" cy="360099"/>
          </a:xfrm>
        </p:spPr>
        <p:txBody>
          <a:bodyPr>
            <a:spAutoFit/>
          </a:bodyPr>
          <a:lstStyle>
            <a:lvl1pPr>
              <a:defRPr b="0"/>
            </a:lvl1pPr>
          </a:lstStyle>
          <a:p>
            <a:r>
              <a:rPr lang="en-US" noProof="0"/>
              <a:t>Placeholder slide title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4876B7B5-41C7-45A0-BA80-3013501395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486800"/>
            <a:ext cx="9685338" cy="45711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Placeholder Subtitle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Third level</a:t>
            </a:r>
          </a:p>
          <a:p>
            <a:pPr lvl="4"/>
            <a:r>
              <a:rPr lang="en-GB" noProof="0"/>
              <a:t>Third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9932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03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and Text (two columns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A9FE66A3-4409-4D25-8FFE-EA50DD95B6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190092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2" name="think-cell Folie" r:id="rId5" imgW="344" imgH="345" progId="TCLayout.ActiveDocument.1">
                  <p:embed/>
                </p:oleObj>
              </mc:Choice>
              <mc:Fallback>
                <p:oleObj name="think-cell Folie" r:id="rId5" imgW="344" imgH="345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A9FE66A3-4409-4D25-8FFE-EA50DD95B6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>
            <a:extLst>
              <a:ext uri="{FF2B5EF4-FFF2-40B4-BE49-F238E27FC236}">
                <a16:creationId xmlns:a16="http://schemas.microsoft.com/office/drawing/2014/main" id="{57442D48-80E3-44A4-ADD0-965EB5F1A6BB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600" b="0" i="0" baseline="0">
              <a:solidFill>
                <a:schemeClr val="tx1"/>
              </a:solidFill>
              <a:latin typeface="VW Head Office Bold" panose="020B0803040200000003" pitchFamily="34" charset="0"/>
              <a:ea typeface="+mj-ea"/>
              <a:cs typeface="+mj-cs"/>
              <a:sym typeface="VW Head Office Bold" panose="020B0803040200000003" pitchFamily="34" charset="0"/>
            </a:endParaRP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EF7F83A2-76F6-4705-9F77-89F7B698CAD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669698"/>
            <a:ext cx="11233150" cy="3600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spc="10" baseline="0"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2600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600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600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600">
                <a:latin typeface="+mn-lt"/>
              </a:defRPr>
            </a:lvl5pPr>
          </a:lstStyle>
          <a:p>
            <a:pPr lvl="0"/>
            <a:r>
              <a:rPr lang="en-US" noProof="0"/>
              <a:t>Placeholder subtitle (optional)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29A9924-46BA-4271-B7B0-0BB0854A09E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 noProof="0"/>
              <a:t>Creation date: mm.dd.yy | Responsible department for filing: xxxx-xx | CSD-Class: xx.x – xx years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9494AB-F984-4B4A-8268-3EDD29D9FF8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D9249B2F-9173-48D3-A5BC-90A6758C671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 b="0"/>
            </a:lvl1pPr>
          </a:lstStyle>
          <a:p>
            <a:r>
              <a:rPr lang="en-US" noProof="0"/>
              <a:t>Placeholder slide title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1E507019-BD35-4632-9AE5-FD2EF11CE4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9425" y="1486800"/>
            <a:ext cx="5508625" cy="45711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Placeholder Subtitle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Third level</a:t>
            </a:r>
          </a:p>
          <a:p>
            <a:pPr lvl="4"/>
            <a:r>
              <a:rPr lang="en-GB" noProof="0"/>
              <a:t>Third level</a:t>
            </a:r>
            <a:endParaRPr lang="en-GB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B86F7DE-BC3C-4818-935D-88EC42DA9C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03950" y="1486800"/>
            <a:ext cx="5508625" cy="45711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Placeholder Subtitle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Third level</a:t>
            </a:r>
          </a:p>
          <a:p>
            <a:pPr lvl="4"/>
            <a:r>
              <a:rPr lang="en-GB" noProof="0"/>
              <a:t>Third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1797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only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7FC7FFD1-6D32-4B02-9850-3BC5FE828E8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912841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6" name="think-cell Folie" r:id="rId5" imgW="344" imgH="345" progId="TCLayout.ActiveDocument.1">
                  <p:embed/>
                </p:oleObj>
              </mc:Choice>
              <mc:Fallback>
                <p:oleObj name="think-cell Folie" r:id="rId5" imgW="344" imgH="345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7FC7FFD1-6D32-4B02-9850-3BC5FE828E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>
            <a:extLst>
              <a:ext uri="{FF2B5EF4-FFF2-40B4-BE49-F238E27FC236}">
                <a16:creationId xmlns:a16="http://schemas.microsoft.com/office/drawing/2014/main" id="{BC680795-43FC-4537-AA8B-EE9F9657A9C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600" b="0" i="0" baseline="0">
              <a:solidFill>
                <a:schemeClr val="tx1"/>
              </a:solidFill>
              <a:latin typeface="VW Head Office Bold" panose="020B0803040200000003" pitchFamily="34" charset="0"/>
              <a:ea typeface="+mj-ea"/>
              <a:cs typeface="+mj-cs"/>
              <a:sym typeface="VW Head Office Bold" panose="020B0803040200000003" pitchFamily="34" charset="0"/>
            </a:endParaRPr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F1541FED-60FA-4A6C-9455-E501F5CACB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669698"/>
            <a:ext cx="11233150" cy="3600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spc="10" baseline="0"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2600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600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600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600">
                <a:latin typeface="+mn-lt"/>
              </a:defRPr>
            </a:lvl5pPr>
          </a:lstStyle>
          <a:p>
            <a:pPr lvl="0"/>
            <a:r>
              <a:rPr lang="en-US" noProof="0"/>
              <a:t>Placeholder subtitle (optional)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8BC9BD7-B3E3-458E-86D3-8FB80588B1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 noProof="0"/>
              <a:t>Creation date: mm.dd.yy | Responsible department for filing: xxxx-xx | CSD-Class: xx.x – xx years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FA9CAE6-6CD7-4DC8-8C6F-48AA1C88B30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D9249B2F-9173-48D3-A5BC-90A6758C671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79425" y="309600"/>
            <a:ext cx="11233150" cy="360099"/>
          </a:xfrm>
        </p:spPr>
        <p:txBody>
          <a:bodyPr>
            <a:spAutoFit/>
          </a:bodyPr>
          <a:lstStyle>
            <a:lvl1pPr>
              <a:defRPr b="0"/>
            </a:lvl1pPr>
          </a:lstStyle>
          <a:p>
            <a:r>
              <a:rPr lang="en-US" noProof="0"/>
              <a:t>Placeholder slide title</a:t>
            </a:r>
          </a:p>
        </p:txBody>
      </p:sp>
    </p:spTree>
    <p:extLst>
      <p:ext uri="{BB962C8B-B14F-4D97-AF65-F5344CB8AC3E}">
        <p14:creationId xmlns:p14="http://schemas.microsoft.com/office/powerpoint/2010/main" val="6772942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light blue ">
    <p:bg bwMode="grayWhite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>
            <a:extLst>
              <a:ext uri="{FF2B5EF4-FFF2-40B4-BE49-F238E27FC236}">
                <a16:creationId xmlns:a16="http://schemas.microsoft.com/office/drawing/2014/main" id="{AD14386E-0E29-4B56-8F78-B4C3BA76DBF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659986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0"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2" name="Objekt 1" hidden="1">
                        <a:extLst>
                          <a:ext uri="{FF2B5EF4-FFF2-40B4-BE49-F238E27FC236}">
                            <a16:creationId xmlns:a16="http://schemas.microsoft.com/office/drawing/2014/main" id="{AD14386E-0E29-4B56-8F78-B4C3BA76DB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A3E8B5A2-2FEF-4968-9A2F-DBFBFFE94D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8801" y="2462796"/>
            <a:ext cx="11233774" cy="1994392"/>
          </a:xfrm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Describing Copy in</a:t>
            </a:r>
            <a:br>
              <a:rPr lang="en-US" noProof="0"/>
            </a:br>
            <a:r>
              <a:rPr lang="en-US" noProof="0"/>
              <a:t>VW Text Office 72 pt</a:t>
            </a: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EBD77B1D-145A-41BC-889E-71FD204B5F1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Creation date: mm.dd.yy | Responsible department for filing: xxxx-xx | CSD-Class: xx.x – xx years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49CCD52-DEF5-4214-BB2D-D627AFE9B30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249B2F-9173-48D3-A5BC-90A6758C671B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9" name="Gerade Verbindung 6">
            <a:extLst>
              <a:ext uri="{FF2B5EF4-FFF2-40B4-BE49-F238E27FC236}">
                <a16:creationId xmlns:a16="http://schemas.microsoft.com/office/drawing/2014/main" id="{2D27F19A-02B5-4B3A-B1F7-1983C6E78FB7}"/>
              </a:ext>
            </a:extLst>
          </p:cNvPr>
          <p:cNvCxnSpPr/>
          <p:nvPr userDrawn="1"/>
        </p:nvCxnSpPr>
        <p:spPr bwMode="black">
          <a:xfrm>
            <a:off x="480705" y="-187656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7">
            <a:extLst>
              <a:ext uri="{FF2B5EF4-FFF2-40B4-BE49-F238E27FC236}">
                <a16:creationId xmlns:a16="http://schemas.microsoft.com/office/drawing/2014/main" id="{4739F779-27AF-44C9-B417-49572B3AEB83}"/>
              </a:ext>
            </a:extLst>
          </p:cNvPr>
          <p:cNvCxnSpPr/>
          <p:nvPr userDrawn="1"/>
        </p:nvCxnSpPr>
        <p:spPr bwMode="black">
          <a:xfrm>
            <a:off x="11710670" y="-18088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8">
            <a:extLst>
              <a:ext uri="{FF2B5EF4-FFF2-40B4-BE49-F238E27FC236}">
                <a16:creationId xmlns:a16="http://schemas.microsoft.com/office/drawing/2014/main" id="{21699CE5-3ED9-489F-A10F-28D4E7F0C4E9}"/>
              </a:ext>
            </a:extLst>
          </p:cNvPr>
          <p:cNvCxnSpPr/>
          <p:nvPr userDrawn="1"/>
        </p:nvCxnSpPr>
        <p:spPr bwMode="black">
          <a:xfrm rot="16200000">
            <a:off x="-192684" y="1414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9">
            <a:extLst>
              <a:ext uri="{FF2B5EF4-FFF2-40B4-BE49-F238E27FC236}">
                <a16:creationId xmlns:a16="http://schemas.microsoft.com/office/drawing/2014/main" id="{E5A01179-7CBF-4569-9F7C-E313EFADAF18}"/>
              </a:ext>
            </a:extLst>
          </p:cNvPr>
          <p:cNvCxnSpPr/>
          <p:nvPr userDrawn="1"/>
        </p:nvCxnSpPr>
        <p:spPr bwMode="black">
          <a:xfrm rot="16200000">
            <a:off x="12312699" y="1414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0">
            <a:extLst>
              <a:ext uri="{FF2B5EF4-FFF2-40B4-BE49-F238E27FC236}">
                <a16:creationId xmlns:a16="http://schemas.microsoft.com/office/drawing/2014/main" id="{69CBB15F-2671-480D-8B19-A904654E2D89}"/>
              </a:ext>
            </a:extLst>
          </p:cNvPr>
          <p:cNvCxnSpPr/>
          <p:nvPr userDrawn="1"/>
        </p:nvCxnSpPr>
        <p:spPr bwMode="black">
          <a:xfrm rot="16200000">
            <a:off x="-120684" y="5985050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11">
            <a:extLst>
              <a:ext uri="{FF2B5EF4-FFF2-40B4-BE49-F238E27FC236}">
                <a16:creationId xmlns:a16="http://schemas.microsoft.com/office/drawing/2014/main" id="{50EAF6B6-6124-408A-9E77-D61BC07CECBD}"/>
              </a:ext>
            </a:extLst>
          </p:cNvPr>
          <p:cNvCxnSpPr/>
          <p:nvPr userDrawn="1"/>
        </p:nvCxnSpPr>
        <p:spPr bwMode="black">
          <a:xfrm rot="16200000">
            <a:off x="12312699" y="5985050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12">
            <a:extLst>
              <a:ext uri="{FF2B5EF4-FFF2-40B4-BE49-F238E27FC236}">
                <a16:creationId xmlns:a16="http://schemas.microsoft.com/office/drawing/2014/main" id="{406A00F8-4935-450A-AFD4-64D14D499B63}"/>
              </a:ext>
            </a:extLst>
          </p:cNvPr>
          <p:cNvCxnSpPr/>
          <p:nvPr userDrawn="1"/>
        </p:nvCxnSpPr>
        <p:spPr bwMode="black">
          <a:xfrm>
            <a:off x="480705" y="6917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13">
            <a:extLst>
              <a:ext uri="{FF2B5EF4-FFF2-40B4-BE49-F238E27FC236}">
                <a16:creationId xmlns:a16="http://schemas.microsoft.com/office/drawing/2014/main" id="{E810F51C-3785-44ED-87F3-07BBDAD2CB29}"/>
              </a:ext>
            </a:extLst>
          </p:cNvPr>
          <p:cNvCxnSpPr/>
          <p:nvPr userDrawn="1"/>
        </p:nvCxnSpPr>
        <p:spPr bwMode="black">
          <a:xfrm>
            <a:off x="11710670" y="6923907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18">
            <a:extLst>
              <a:ext uri="{FF2B5EF4-FFF2-40B4-BE49-F238E27FC236}">
                <a16:creationId xmlns:a16="http://schemas.microsoft.com/office/drawing/2014/main" id="{D6808B54-3E5D-436B-83B9-518A4132601C}"/>
              </a:ext>
            </a:extLst>
          </p:cNvPr>
          <p:cNvCxnSpPr/>
          <p:nvPr userDrawn="1"/>
        </p:nvCxnSpPr>
        <p:spPr bwMode="black">
          <a:xfrm>
            <a:off x="5985348" y="-18088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19">
            <a:extLst>
              <a:ext uri="{FF2B5EF4-FFF2-40B4-BE49-F238E27FC236}">
                <a16:creationId xmlns:a16="http://schemas.microsoft.com/office/drawing/2014/main" id="{0DBF4752-CC46-427B-9D69-5B1AB73CBBBF}"/>
              </a:ext>
            </a:extLst>
          </p:cNvPr>
          <p:cNvCxnSpPr/>
          <p:nvPr userDrawn="1"/>
        </p:nvCxnSpPr>
        <p:spPr bwMode="black">
          <a:xfrm>
            <a:off x="6205221" y="-18088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18">
            <a:extLst>
              <a:ext uri="{FF2B5EF4-FFF2-40B4-BE49-F238E27FC236}">
                <a16:creationId xmlns:a16="http://schemas.microsoft.com/office/drawing/2014/main" id="{C39179A2-2D78-4995-8DE3-6CAD5AA99342}"/>
              </a:ext>
            </a:extLst>
          </p:cNvPr>
          <p:cNvCxnSpPr/>
          <p:nvPr userDrawn="1"/>
        </p:nvCxnSpPr>
        <p:spPr bwMode="black">
          <a:xfrm>
            <a:off x="5985348" y="6917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19">
            <a:extLst>
              <a:ext uri="{FF2B5EF4-FFF2-40B4-BE49-F238E27FC236}">
                <a16:creationId xmlns:a16="http://schemas.microsoft.com/office/drawing/2014/main" id="{2DC8EFFB-1676-4D98-95FE-5BCA19291077}"/>
              </a:ext>
            </a:extLst>
          </p:cNvPr>
          <p:cNvCxnSpPr/>
          <p:nvPr userDrawn="1"/>
        </p:nvCxnSpPr>
        <p:spPr bwMode="black">
          <a:xfrm>
            <a:off x="6205221" y="6917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11">
            <a:extLst>
              <a:ext uri="{FF2B5EF4-FFF2-40B4-BE49-F238E27FC236}">
                <a16:creationId xmlns:a16="http://schemas.microsoft.com/office/drawing/2014/main" id="{1DEDC508-21B9-44E3-993F-775B6B1D1565}"/>
              </a:ext>
            </a:extLst>
          </p:cNvPr>
          <p:cNvCxnSpPr/>
          <p:nvPr userDrawn="1"/>
        </p:nvCxnSpPr>
        <p:spPr bwMode="black">
          <a:xfrm rot="16200000">
            <a:off x="12312699" y="5985050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13">
            <a:extLst>
              <a:ext uri="{FF2B5EF4-FFF2-40B4-BE49-F238E27FC236}">
                <a16:creationId xmlns:a16="http://schemas.microsoft.com/office/drawing/2014/main" id="{01DB8B62-9545-4F83-AB0A-E72AA2169356}"/>
              </a:ext>
            </a:extLst>
          </p:cNvPr>
          <p:cNvCxnSpPr/>
          <p:nvPr userDrawn="1"/>
        </p:nvCxnSpPr>
        <p:spPr bwMode="black">
          <a:xfrm>
            <a:off x="11710670" y="6923907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platzhalter 12">
            <a:extLst>
              <a:ext uri="{FF2B5EF4-FFF2-40B4-BE49-F238E27FC236}">
                <a16:creationId xmlns:a16="http://schemas.microsoft.com/office/drawing/2014/main" id="{952DBB7C-33E9-4D32-88D1-EEDD7F0B53B7}"/>
              </a:ext>
            </a:extLst>
          </p:cNvPr>
          <p:cNvSpPr txBox="1">
            <a:spLocks noChangeAspect="1"/>
          </p:cNvSpPr>
          <p:nvPr userDrawn="1"/>
        </p:nvSpPr>
        <p:spPr bwMode="black">
          <a:xfrm>
            <a:off x="11309424" y="6282903"/>
            <a:ext cx="403200" cy="402611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>
            <a:lvl1pPr marL="0" indent="0" algn="l" defTabSz="1219140" rtl="0" eaLnBrk="1" latinLnBrk="0" hangingPunct="1">
              <a:spcBef>
                <a:spcPts val="1200"/>
              </a:spcBef>
              <a:buFont typeface="Arial" panose="020B0604020202020204" pitchFamily="34" charset="0"/>
              <a:buNone/>
              <a:defRPr sz="100" b="0" kern="1200">
                <a:noFill/>
                <a:latin typeface="VW Head Office Bold" panose="020B0803040200000003" pitchFamily="34" charset="0"/>
                <a:ea typeface="+mn-ea"/>
                <a:cs typeface="+mn-cs"/>
              </a:defRPr>
            </a:lvl1pPr>
            <a:lvl2pPr marL="0" indent="0" algn="l" defTabSz="1219140" rtl="0" eaLnBrk="1" latinLnBrk="0" hangingPunct="1">
              <a:spcBef>
                <a:spcPts val="10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1219140" rtl="0" eaLnBrk="1" latinLnBrk="0" hangingPunct="1">
              <a:spcBef>
                <a:spcPts val="400"/>
              </a:spcBef>
              <a:buFont typeface="VW Text Office" panose="020B0503040200000003" pitchFamily="34" charset="0"/>
              <a:buChar char="–"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9989" indent="-239989" algn="l" defTabSz="1219140" rtl="0" eaLnBrk="1" latinLnBrk="0" hangingPunct="1">
              <a:spcBef>
                <a:spcPts val="267"/>
              </a:spcBef>
              <a:buFont typeface="Arial" panose="020B0604020202020204" pitchFamily="34" charset="0"/>
              <a:buChar char="•"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989" indent="-239989" algn="l" defTabSz="1219140" rtl="0" eaLnBrk="1" latinLnBrk="0" hangingPunct="1">
              <a:spcBef>
                <a:spcPts val="267"/>
              </a:spcBef>
              <a:buFont typeface="Arial" panose="020B0604020202020204" pitchFamily="34" charset="0"/>
              <a:buChar char="•"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 </a:t>
            </a:r>
          </a:p>
        </p:txBody>
      </p:sp>
      <p:sp>
        <p:nvSpPr>
          <p:cNvPr id="8" name="Textplatzhalter 6"/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478801" y="1484313"/>
            <a:ext cx="11233774" cy="997196"/>
          </a:xfrm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7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VW Head Office Bold 72 pt</a:t>
            </a:r>
          </a:p>
        </p:txBody>
      </p:sp>
    </p:spTree>
    <p:extLst>
      <p:ext uri="{BB962C8B-B14F-4D97-AF65-F5344CB8AC3E}">
        <p14:creationId xmlns:p14="http://schemas.microsoft.com/office/powerpoint/2010/main" val="40378943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dark blue">
    <p:bg bwMode="grayWhite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ECED6F0C-9CB4-49DC-B418-B1E46CCF80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538654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4"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ECED6F0C-9CB4-49DC-B418-B1E46CCF80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platzhalter 6">
            <a:extLst>
              <a:ext uri="{FF2B5EF4-FFF2-40B4-BE49-F238E27FC236}">
                <a16:creationId xmlns:a16="http://schemas.microsoft.com/office/drawing/2014/main" id="{25904729-F970-4E8A-9537-BB16FECBCA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8801" y="2462796"/>
            <a:ext cx="11233774" cy="1994392"/>
          </a:xfrm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Describing Copy in</a:t>
            </a:r>
            <a:br>
              <a:rPr lang="en-US" noProof="0"/>
            </a:br>
            <a:r>
              <a:rPr lang="en-US" noProof="0"/>
              <a:t>VW Text Office 72 pt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F3631CD-0448-4FC8-B44F-66C3074C4D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Creation date: mm.dd.yy | Responsible department for filing: xxxx-xx | CSD-Class: xx.x – xx years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644A2AE-C307-4113-B955-6036184E5F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249B2F-9173-48D3-A5BC-90A6758C671B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9" name="Gerade Verbindung 6">
            <a:extLst>
              <a:ext uri="{FF2B5EF4-FFF2-40B4-BE49-F238E27FC236}">
                <a16:creationId xmlns:a16="http://schemas.microsoft.com/office/drawing/2014/main" id="{B13F2F1D-142F-46A2-B88F-16D1FAFD3FBE}"/>
              </a:ext>
            </a:extLst>
          </p:cNvPr>
          <p:cNvCxnSpPr/>
          <p:nvPr userDrawn="1"/>
        </p:nvCxnSpPr>
        <p:spPr bwMode="black">
          <a:xfrm>
            <a:off x="480705" y="-187656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7">
            <a:extLst>
              <a:ext uri="{FF2B5EF4-FFF2-40B4-BE49-F238E27FC236}">
                <a16:creationId xmlns:a16="http://schemas.microsoft.com/office/drawing/2014/main" id="{A9D322D1-3670-418C-BFCF-775FD2BBC992}"/>
              </a:ext>
            </a:extLst>
          </p:cNvPr>
          <p:cNvCxnSpPr/>
          <p:nvPr userDrawn="1"/>
        </p:nvCxnSpPr>
        <p:spPr bwMode="black">
          <a:xfrm>
            <a:off x="11710670" y="-18088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8">
            <a:extLst>
              <a:ext uri="{FF2B5EF4-FFF2-40B4-BE49-F238E27FC236}">
                <a16:creationId xmlns:a16="http://schemas.microsoft.com/office/drawing/2014/main" id="{70C40AE6-B1C1-4B1A-B9DF-7AA6FC2EFA3E}"/>
              </a:ext>
            </a:extLst>
          </p:cNvPr>
          <p:cNvCxnSpPr/>
          <p:nvPr userDrawn="1"/>
        </p:nvCxnSpPr>
        <p:spPr bwMode="black">
          <a:xfrm rot="16200000">
            <a:off x="-192684" y="1414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9">
            <a:extLst>
              <a:ext uri="{FF2B5EF4-FFF2-40B4-BE49-F238E27FC236}">
                <a16:creationId xmlns:a16="http://schemas.microsoft.com/office/drawing/2014/main" id="{FE864D00-583E-485B-8FF3-DFEC5A1965ED}"/>
              </a:ext>
            </a:extLst>
          </p:cNvPr>
          <p:cNvCxnSpPr/>
          <p:nvPr userDrawn="1"/>
        </p:nvCxnSpPr>
        <p:spPr bwMode="black">
          <a:xfrm rot="16200000">
            <a:off x="12312699" y="1414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0">
            <a:extLst>
              <a:ext uri="{FF2B5EF4-FFF2-40B4-BE49-F238E27FC236}">
                <a16:creationId xmlns:a16="http://schemas.microsoft.com/office/drawing/2014/main" id="{AEAAACC8-EB7F-423F-AA87-317D37875927}"/>
              </a:ext>
            </a:extLst>
          </p:cNvPr>
          <p:cNvCxnSpPr/>
          <p:nvPr userDrawn="1"/>
        </p:nvCxnSpPr>
        <p:spPr bwMode="black">
          <a:xfrm rot="16200000">
            <a:off x="-120684" y="5985050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11">
            <a:extLst>
              <a:ext uri="{FF2B5EF4-FFF2-40B4-BE49-F238E27FC236}">
                <a16:creationId xmlns:a16="http://schemas.microsoft.com/office/drawing/2014/main" id="{766CD0E4-C6D7-4335-922B-EF6C22BF2877}"/>
              </a:ext>
            </a:extLst>
          </p:cNvPr>
          <p:cNvCxnSpPr/>
          <p:nvPr userDrawn="1"/>
        </p:nvCxnSpPr>
        <p:spPr bwMode="black">
          <a:xfrm rot="16200000">
            <a:off x="12312699" y="5985050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2">
            <a:extLst>
              <a:ext uri="{FF2B5EF4-FFF2-40B4-BE49-F238E27FC236}">
                <a16:creationId xmlns:a16="http://schemas.microsoft.com/office/drawing/2014/main" id="{1013BB6C-2ED2-493B-ABDD-69A649518C22}"/>
              </a:ext>
            </a:extLst>
          </p:cNvPr>
          <p:cNvCxnSpPr/>
          <p:nvPr userDrawn="1"/>
        </p:nvCxnSpPr>
        <p:spPr bwMode="black">
          <a:xfrm>
            <a:off x="480705" y="6917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13">
            <a:extLst>
              <a:ext uri="{FF2B5EF4-FFF2-40B4-BE49-F238E27FC236}">
                <a16:creationId xmlns:a16="http://schemas.microsoft.com/office/drawing/2014/main" id="{84D3224A-4385-4610-8305-A992EA1EBC43}"/>
              </a:ext>
            </a:extLst>
          </p:cNvPr>
          <p:cNvCxnSpPr/>
          <p:nvPr userDrawn="1"/>
        </p:nvCxnSpPr>
        <p:spPr bwMode="black">
          <a:xfrm>
            <a:off x="11710670" y="6923907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18">
            <a:extLst>
              <a:ext uri="{FF2B5EF4-FFF2-40B4-BE49-F238E27FC236}">
                <a16:creationId xmlns:a16="http://schemas.microsoft.com/office/drawing/2014/main" id="{6DBE71F3-1AFA-4DC0-A110-F252DA0B8483}"/>
              </a:ext>
            </a:extLst>
          </p:cNvPr>
          <p:cNvCxnSpPr/>
          <p:nvPr userDrawn="1"/>
        </p:nvCxnSpPr>
        <p:spPr bwMode="black">
          <a:xfrm>
            <a:off x="5985348" y="-18088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19">
            <a:extLst>
              <a:ext uri="{FF2B5EF4-FFF2-40B4-BE49-F238E27FC236}">
                <a16:creationId xmlns:a16="http://schemas.microsoft.com/office/drawing/2014/main" id="{A47E4ED5-EF11-4F7A-9C7D-66B14DC23752}"/>
              </a:ext>
            </a:extLst>
          </p:cNvPr>
          <p:cNvCxnSpPr/>
          <p:nvPr userDrawn="1"/>
        </p:nvCxnSpPr>
        <p:spPr bwMode="black">
          <a:xfrm>
            <a:off x="6205221" y="-18088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18">
            <a:extLst>
              <a:ext uri="{FF2B5EF4-FFF2-40B4-BE49-F238E27FC236}">
                <a16:creationId xmlns:a16="http://schemas.microsoft.com/office/drawing/2014/main" id="{A6E538F1-0D9E-4094-BC94-DDFDA59276BD}"/>
              </a:ext>
            </a:extLst>
          </p:cNvPr>
          <p:cNvCxnSpPr/>
          <p:nvPr userDrawn="1"/>
        </p:nvCxnSpPr>
        <p:spPr bwMode="black">
          <a:xfrm>
            <a:off x="5985348" y="6917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19">
            <a:extLst>
              <a:ext uri="{FF2B5EF4-FFF2-40B4-BE49-F238E27FC236}">
                <a16:creationId xmlns:a16="http://schemas.microsoft.com/office/drawing/2014/main" id="{3B10BD48-3E54-42B6-B79B-B0E1D895137F}"/>
              </a:ext>
            </a:extLst>
          </p:cNvPr>
          <p:cNvCxnSpPr/>
          <p:nvPr userDrawn="1"/>
        </p:nvCxnSpPr>
        <p:spPr bwMode="black">
          <a:xfrm>
            <a:off x="6205221" y="6917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11">
            <a:extLst>
              <a:ext uri="{FF2B5EF4-FFF2-40B4-BE49-F238E27FC236}">
                <a16:creationId xmlns:a16="http://schemas.microsoft.com/office/drawing/2014/main" id="{4238C2EA-ED7F-471E-87BB-48D4B2FE7004}"/>
              </a:ext>
            </a:extLst>
          </p:cNvPr>
          <p:cNvCxnSpPr/>
          <p:nvPr userDrawn="1"/>
        </p:nvCxnSpPr>
        <p:spPr bwMode="black">
          <a:xfrm rot="16200000">
            <a:off x="12312699" y="5985050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13">
            <a:extLst>
              <a:ext uri="{FF2B5EF4-FFF2-40B4-BE49-F238E27FC236}">
                <a16:creationId xmlns:a16="http://schemas.microsoft.com/office/drawing/2014/main" id="{A8D070A0-B8A7-46B6-96BB-10CE161D33E9}"/>
              </a:ext>
            </a:extLst>
          </p:cNvPr>
          <p:cNvCxnSpPr/>
          <p:nvPr userDrawn="1"/>
        </p:nvCxnSpPr>
        <p:spPr bwMode="black">
          <a:xfrm>
            <a:off x="11710670" y="6923907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platzhalter 12">
            <a:extLst>
              <a:ext uri="{FF2B5EF4-FFF2-40B4-BE49-F238E27FC236}">
                <a16:creationId xmlns:a16="http://schemas.microsoft.com/office/drawing/2014/main" id="{B201DF26-9DF0-4BC9-A37D-CDE01CD9C478}"/>
              </a:ext>
            </a:extLst>
          </p:cNvPr>
          <p:cNvSpPr txBox="1">
            <a:spLocks noChangeAspect="1"/>
          </p:cNvSpPr>
          <p:nvPr userDrawn="1"/>
        </p:nvSpPr>
        <p:spPr bwMode="black">
          <a:xfrm>
            <a:off x="11309424" y="6282903"/>
            <a:ext cx="403200" cy="402611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>
            <a:lvl1pPr marL="0" indent="0" algn="l" defTabSz="1219140" rtl="0" eaLnBrk="1" latinLnBrk="0" hangingPunct="1">
              <a:spcBef>
                <a:spcPts val="1200"/>
              </a:spcBef>
              <a:buFont typeface="Arial" panose="020B0604020202020204" pitchFamily="34" charset="0"/>
              <a:buNone/>
              <a:defRPr sz="100" b="0" kern="1200">
                <a:noFill/>
                <a:latin typeface="VW Head Office Bold" panose="020B0803040200000003" pitchFamily="34" charset="0"/>
                <a:ea typeface="+mn-ea"/>
                <a:cs typeface="+mn-cs"/>
              </a:defRPr>
            </a:lvl1pPr>
            <a:lvl2pPr marL="0" indent="0" algn="l" defTabSz="1219140" rtl="0" eaLnBrk="1" latinLnBrk="0" hangingPunct="1">
              <a:spcBef>
                <a:spcPts val="10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1219140" rtl="0" eaLnBrk="1" latinLnBrk="0" hangingPunct="1">
              <a:spcBef>
                <a:spcPts val="400"/>
              </a:spcBef>
              <a:buFont typeface="VW Text Office" panose="020B0503040200000003" pitchFamily="34" charset="0"/>
              <a:buChar char="–"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9989" indent="-239989" algn="l" defTabSz="1219140" rtl="0" eaLnBrk="1" latinLnBrk="0" hangingPunct="1">
              <a:spcBef>
                <a:spcPts val="267"/>
              </a:spcBef>
              <a:buFont typeface="Arial" panose="020B0604020202020204" pitchFamily="34" charset="0"/>
              <a:buChar char="•"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989" indent="-239989" algn="l" defTabSz="1219140" rtl="0" eaLnBrk="1" latinLnBrk="0" hangingPunct="1">
              <a:spcBef>
                <a:spcPts val="267"/>
              </a:spcBef>
              <a:buFont typeface="Arial" panose="020B0604020202020204" pitchFamily="34" charset="0"/>
              <a:buChar char="•"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 </a:t>
            </a:r>
          </a:p>
        </p:txBody>
      </p:sp>
      <p:sp>
        <p:nvSpPr>
          <p:cNvPr id="8" name="Textplatzhalter 6"/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479425" y="1484313"/>
            <a:ext cx="11233150" cy="997196"/>
          </a:xfrm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7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VW Head Office Bold 72 pt</a:t>
            </a:r>
          </a:p>
        </p:txBody>
      </p:sp>
    </p:spTree>
    <p:extLst>
      <p:ext uri="{BB962C8B-B14F-4D97-AF65-F5344CB8AC3E}">
        <p14:creationId xmlns:p14="http://schemas.microsoft.com/office/powerpoint/2010/main" val="14319152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and dark picture fullscreen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638E0913-285A-473B-B842-CF5D482E5B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313924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8"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638E0913-285A-473B-B842-CF5D482E5B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Bildplatzhalter 2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0" y="1"/>
            <a:ext cx="12192000" cy="6858000"/>
          </a:xfrm>
          <a:pattFill prst="wdUpDiag">
            <a:fgClr>
              <a:schemeClr val="accent6"/>
            </a:fgClr>
            <a:bgClr>
              <a:schemeClr val="accent6">
                <a:lumMod val="20000"/>
                <a:lumOff val="80000"/>
              </a:schemeClr>
            </a:bgClr>
          </a:pattFill>
        </p:spPr>
        <p:txBody>
          <a:bodyPr vert="horz" wrap="square" lIns="5760000" tIns="0" rIns="0" bIns="0" rtlCol="0" anchor="ctr">
            <a:noAutofit/>
          </a:bodyPr>
          <a:lstStyle>
            <a:lvl1pPr algn="ctr">
              <a:defRPr lang="en-US" sz="1700" noProof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 noProof="0"/>
              <a:t>Insert a dark image by clicking on symbol on the left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98645C0-6A6B-47AB-AFED-F4AEB8CFD7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>
          <a:xfrm>
            <a:off x="864000" y="6551476"/>
            <a:ext cx="6516000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Creation date: mm.dd.yy | Responsible department for filing: xxxx-xx | CSD-Class: xx.x – xx years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EAD713-8F9A-4C67-8A5A-5C20AFA22C0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>
          <a:xfrm>
            <a:off x="478801" y="6551476"/>
            <a:ext cx="360040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249B2F-9173-48D3-A5BC-90A6758C671B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11" name="Gerade Verbindung 6">
            <a:extLst>
              <a:ext uri="{FF2B5EF4-FFF2-40B4-BE49-F238E27FC236}">
                <a16:creationId xmlns:a16="http://schemas.microsoft.com/office/drawing/2014/main" id="{08081944-A579-44D7-9595-E46591CA6237}"/>
              </a:ext>
            </a:extLst>
          </p:cNvPr>
          <p:cNvCxnSpPr/>
          <p:nvPr userDrawn="1"/>
        </p:nvCxnSpPr>
        <p:spPr bwMode="gray">
          <a:xfrm>
            <a:off x="480705" y="-187656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7">
            <a:extLst>
              <a:ext uri="{FF2B5EF4-FFF2-40B4-BE49-F238E27FC236}">
                <a16:creationId xmlns:a16="http://schemas.microsoft.com/office/drawing/2014/main" id="{DC1F0DBE-AEAD-415C-9C0B-7409EFDA444D}"/>
              </a:ext>
            </a:extLst>
          </p:cNvPr>
          <p:cNvCxnSpPr/>
          <p:nvPr userDrawn="1"/>
        </p:nvCxnSpPr>
        <p:spPr bwMode="gray">
          <a:xfrm>
            <a:off x="11710670" y="-18088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8">
            <a:extLst>
              <a:ext uri="{FF2B5EF4-FFF2-40B4-BE49-F238E27FC236}">
                <a16:creationId xmlns:a16="http://schemas.microsoft.com/office/drawing/2014/main" id="{9C2BBB53-1E3F-49EE-B71A-FBF2E1B7A3E1}"/>
              </a:ext>
            </a:extLst>
          </p:cNvPr>
          <p:cNvCxnSpPr/>
          <p:nvPr userDrawn="1"/>
        </p:nvCxnSpPr>
        <p:spPr bwMode="gray">
          <a:xfrm rot="16200000">
            <a:off x="-192684" y="1414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9">
            <a:extLst>
              <a:ext uri="{FF2B5EF4-FFF2-40B4-BE49-F238E27FC236}">
                <a16:creationId xmlns:a16="http://schemas.microsoft.com/office/drawing/2014/main" id="{29FB8B4B-FB23-4F04-8FD2-F3BD2EFDF84E}"/>
              </a:ext>
            </a:extLst>
          </p:cNvPr>
          <p:cNvCxnSpPr/>
          <p:nvPr userDrawn="1"/>
        </p:nvCxnSpPr>
        <p:spPr bwMode="gray">
          <a:xfrm rot="16200000">
            <a:off x="12312699" y="1414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0">
            <a:extLst>
              <a:ext uri="{FF2B5EF4-FFF2-40B4-BE49-F238E27FC236}">
                <a16:creationId xmlns:a16="http://schemas.microsoft.com/office/drawing/2014/main" id="{BE4E8380-67FB-475B-BC59-2FA194E83D55}"/>
              </a:ext>
            </a:extLst>
          </p:cNvPr>
          <p:cNvCxnSpPr/>
          <p:nvPr userDrawn="1"/>
        </p:nvCxnSpPr>
        <p:spPr bwMode="gray">
          <a:xfrm rot="16200000">
            <a:off x="-120684" y="5985050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11">
            <a:extLst>
              <a:ext uri="{FF2B5EF4-FFF2-40B4-BE49-F238E27FC236}">
                <a16:creationId xmlns:a16="http://schemas.microsoft.com/office/drawing/2014/main" id="{18F7817E-2CF7-415C-A54D-44262B5762F6}"/>
              </a:ext>
            </a:extLst>
          </p:cNvPr>
          <p:cNvCxnSpPr/>
          <p:nvPr userDrawn="1"/>
        </p:nvCxnSpPr>
        <p:spPr bwMode="gray">
          <a:xfrm rot="16200000">
            <a:off x="12312699" y="5985050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2">
            <a:extLst>
              <a:ext uri="{FF2B5EF4-FFF2-40B4-BE49-F238E27FC236}">
                <a16:creationId xmlns:a16="http://schemas.microsoft.com/office/drawing/2014/main" id="{A491F78E-FB9E-4A13-A923-825F6F9128B9}"/>
              </a:ext>
            </a:extLst>
          </p:cNvPr>
          <p:cNvCxnSpPr/>
          <p:nvPr userDrawn="1"/>
        </p:nvCxnSpPr>
        <p:spPr bwMode="gray">
          <a:xfrm>
            <a:off x="480705" y="6917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13">
            <a:extLst>
              <a:ext uri="{FF2B5EF4-FFF2-40B4-BE49-F238E27FC236}">
                <a16:creationId xmlns:a16="http://schemas.microsoft.com/office/drawing/2014/main" id="{ED017947-F763-4F3B-B95A-F5DB17729929}"/>
              </a:ext>
            </a:extLst>
          </p:cNvPr>
          <p:cNvCxnSpPr/>
          <p:nvPr userDrawn="1"/>
        </p:nvCxnSpPr>
        <p:spPr bwMode="gray">
          <a:xfrm>
            <a:off x="11710670" y="6923907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18">
            <a:extLst>
              <a:ext uri="{FF2B5EF4-FFF2-40B4-BE49-F238E27FC236}">
                <a16:creationId xmlns:a16="http://schemas.microsoft.com/office/drawing/2014/main" id="{5EB88D79-C037-4F8A-A522-16FB0236ABBF}"/>
              </a:ext>
            </a:extLst>
          </p:cNvPr>
          <p:cNvCxnSpPr/>
          <p:nvPr userDrawn="1"/>
        </p:nvCxnSpPr>
        <p:spPr bwMode="gray">
          <a:xfrm>
            <a:off x="5985348" y="-18088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19">
            <a:extLst>
              <a:ext uri="{FF2B5EF4-FFF2-40B4-BE49-F238E27FC236}">
                <a16:creationId xmlns:a16="http://schemas.microsoft.com/office/drawing/2014/main" id="{D78A2862-D717-457A-9114-144AE47DD168}"/>
              </a:ext>
            </a:extLst>
          </p:cNvPr>
          <p:cNvCxnSpPr/>
          <p:nvPr userDrawn="1"/>
        </p:nvCxnSpPr>
        <p:spPr bwMode="gray">
          <a:xfrm>
            <a:off x="6205221" y="-18088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18">
            <a:extLst>
              <a:ext uri="{FF2B5EF4-FFF2-40B4-BE49-F238E27FC236}">
                <a16:creationId xmlns:a16="http://schemas.microsoft.com/office/drawing/2014/main" id="{C9417BAD-EF0C-47C6-B08F-64C432483BB6}"/>
              </a:ext>
            </a:extLst>
          </p:cNvPr>
          <p:cNvCxnSpPr/>
          <p:nvPr userDrawn="1"/>
        </p:nvCxnSpPr>
        <p:spPr bwMode="gray">
          <a:xfrm>
            <a:off x="5985348" y="6917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19">
            <a:extLst>
              <a:ext uri="{FF2B5EF4-FFF2-40B4-BE49-F238E27FC236}">
                <a16:creationId xmlns:a16="http://schemas.microsoft.com/office/drawing/2014/main" id="{21D27EE5-74E1-4A6D-9932-2B5608F14496}"/>
              </a:ext>
            </a:extLst>
          </p:cNvPr>
          <p:cNvCxnSpPr/>
          <p:nvPr userDrawn="1"/>
        </p:nvCxnSpPr>
        <p:spPr bwMode="gray">
          <a:xfrm>
            <a:off x="6205221" y="6917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12">
            <a:extLst>
              <a:ext uri="{FF2B5EF4-FFF2-40B4-BE49-F238E27FC236}">
                <a16:creationId xmlns:a16="http://schemas.microsoft.com/office/drawing/2014/main" id="{8631AFFD-3BB8-497C-AD19-6BB71F481264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 bwMode="gray">
          <a:xfrm>
            <a:off x="11309424" y="6282903"/>
            <a:ext cx="403200" cy="402611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28197616-2DE1-4988-8EFC-19E376D56B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78801" y="2908833"/>
            <a:ext cx="5508000" cy="2160591"/>
          </a:xfrm>
        </p:spPr>
        <p:txBody>
          <a:bodyPr tIns="0" bIns="0" anchor="t" anchorCtr="0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5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Describing Copy </a:t>
            </a:r>
            <a:br>
              <a:rPr lang="en-US" noProof="0"/>
            </a:br>
            <a:r>
              <a:rPr lang="en-US" noProof="0"/>
              <a:t>in VW Text Office 52 pt</a:t>
            </a:r>
          </a:p>
        </p:txBody>
      </p:sp>
      <p:sp>
        <p:nvSpPr>
          <p:cNvPr id="8" name="Textplatzhalter 6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8801" y="1465263"/>
            <a:ext cx="5508000" cy="1440394"/>
          </a:xfrm>
        </p:spPr>
        <p:txBody>
          <a:bodyPr tIns="0" bIns="0" anchor="t" anchorCtr="0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5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VW Head Office Bold 52 pt</a:t>
            </a:r>
          </a:p>
        </p:txBody>
      </p:sp>
    </p:spTree>
    <p:extLst>
      <p:ext uri="{BB962C8B-B14F-4D97-AF65-F5344CB8AC3E}">
        <p14:creationId xmlns:p14="http://schemas.microsoft.com/office/powerpoint/2010/main" val="1776883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and light picture fullscreen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C1B32287-2612-4E62-9CC9-0CE18E44C2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287295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2"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C1B32287-2612-4E62-9CC9-0CE18E44C2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Bildplatzhalter 2">
            <a:extLst>
              <a:ext uri="{FF2B5EF4-FFF2-40B4-BE49-F238E27FC236}">
                <a16:creationId xmlns:a16="http://schemas.microsoft.com/office/drawing/2014/main" id="{C6E581E0-1C33-417C-BED0-C70FADD502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0" y="1"/>
            <a:ext cx="12192000" cy="6858000"/>
          </a:xfrm>
          <a:pattFill prst="wdUpDiag">
            <a:fgClr>
              <a:schemeClr val="accent6"/>
            </a:fgClr>
            <a:bgClr>
              <a:schemeClr val="accent6">
                <a:lumMod val="20000"/>
                <a:lumOff val="80000"/>
              </a:schemeClr>
            </a:bgClr>
          </a:pattFill>
        </p:spPr>
        <p:txBody>
          <a:bodyPr vert="horz" wrap="square" lIns="5760000" tIns="0" rIns="0" bIns="0" rtlCol="0" anchor="ctr">
            <a:noAutofit/>
          </a:bodyPr>
          <a:lstStyle>
            <a:lvl1pPr algn="ctr">
              <a:defRPr lang="en-US" sz="1700" noProof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 noProof="0"/>
              <a:t>Insert a light image by clicking on symbol on the left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98645C0-6A6B-47AB-AFED-F4AEB8CFD7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Creation date: mm.dd.yy | Responsible department for filing: xxxx-xx | CSD-Class: xx.x – xx years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EAD713-8F9A-4C67-8A5A-5C20AFA22C0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249B2F-9173-48D3-A5BC-90A6758C67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Gerade Verbindung 6">
            <a:extLst>
              <a:ext uri="{FF2B5EF4-FFF2-40B4-BE49-F238E27FC236}">
                <a16:creationId xmlns:a16="http://schemas.microsoft.com/office/drawing/2014/main" id="{8DB0EDB8-F580-4526-8854-FE2273953073}"/>
              </a:ext>
            </a:extLst>
          </p:cNvPr>
          <p:cNvCxnSpPr/>
          <p:nvPr userDrawn="1"/>
        </p:nvCxnSpPr>
        <p:spPr bwMode="gray">
          <a:xfrm>
            <a:off x="480705" y="-187656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7">
            <a:extLst>
              <a:ext uri="{FF2B5EF4-FFF2-40B4-BE49-F238E27FC236}">
                <a16:creationId xmlns:a16="http://schemas.microsoft.com/office/drawing/2014/main" id="{5B7B125C-964B-4824-86C1-584341B88B3F}"/>
              </a:ext>
            </a:extLst>
          </p:cNvPr>
          <p:cNvCxnSpPr/>
          <p:nvPr userDrawn="1"/>
        </p:nvCxnSpPr>
        <p:spPr bwMode="gray">
          <a:xfrm>
            <a:off x="11710670" y="-18088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8">
            <a:extLst>
              <a:ext uri="{FF2B5EF4-FFF2-40B4-BE49-F238E27FC236}">
                <a16:creationId xmlns:a16="http://schemas.microsoft.com/office/drawing/2014/main" id="{B56341D5-6904-4188-9D5C-91A9F7688FEC}"/>
              </a:ext>
            </a:extLst>
          </p:cNvPr>
          <p:cNvCxnSpPr/>
          <p:nvPr userDrawn="1"/>
        </p:nvCxnSpPr>
        <p:spPr bwMode="gray">
          <a:xfrm rot="16200000">
            <a:off x="-192684" y="1414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9">
            <a:extLst>
              <a:ext uri="{FF2B5EF4-FFF2-40B4-BE49-F238E27FC236}">
                <a16:creationId xmlns:a16="http://schemas.microsoft.com/office/drawing/2014/main" id="{909CD9F8-47A8-4033-9467-296A8A580AFE}"/>
              </a:ext>
            </a:extLst>
          </p:cNvPr>
          <p:cNvCxnSpPr/>
          <p:nvPr userDrawn="1"/>
        </p:nvCxnSpPr>
        <p:spPr bwMode="gray">
          <a:xfrm rot="16200000">
            <a:off x="12312699" y="1414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0">
            <a:extLst>
              <a:ext uri="{FF2B5EF4-FFF2-40B4-BE49-F238E27FC236}">
                <a16:creationId xmlns:a16="http://schemas.microsoft.com/office/drawing/2014/main" id="{95013FB6-EE23-4F48-8163-BF4F9B060A14}"/>
              </a:ext>
            </a:extLst>
          </p:cNvPr>
          <p:cNvCxnSpPr/>
          <p:nvPr userDrawn="1"/>
        </p:nvCxnSpPr>
        <p:spPr bwMode="gray">
          <a:xfrm rot="16200000">
            <a:off x="-120684" y="5985050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11">
            <a:extLst>
              <a:ext uri="{FF2B5EF4-FFF2-40B4-BE49-F238E27FC236}">
                <a16:creationId xmlns:a16="http://schemas.microsoft.com/office/drawing/2014/main" id="{062EB65B-2AB0-4575-9B53-28C0C48CDA25}"/>
              </a:ext>
            </a:extLst>
          </p:cNvPr>
          <p:cNvCxnSpPr/>
          <p:nvPr userDrawn="1"/>
        </p:nvCxnSpPr>
        <p:spPr bwMode="gray">
          <a:xfrm rot="16200000">
            <a:off x="12312699" y="5985050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2">
            <a:extLst>
              <a:ext uri="{FF2B5EF4-FFF2-40B4-BE49-F238E27FC236}">
                <a16:creationId xmlns:a16="http://schemas.microsoft.com/office/drawing/2014/main" id="{8CA569A0-3438-4DB7-BBAC-1D47BA73B461}"/>
              </a:ext>
            </a:extLst>
          </p:cNvPr>
          <p:cNvCxnSpPr/>
          <p:nvPr userDrawn="1"/>
        </p:nvCxnSpPr>
        <p:spPr bwMode="gray">
          <a:xfrm>
            <a:off x="480705" y="6917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13">
            <a:extLst>
              <a:ext uri="{FF2B5EF4-FFF2-40B4-BE49-F238E27FC236}">
                <a16:creationId xmlns:a16="http://schemas.microsoft.com/office/drawing/2014/main" id="{7F1C9F92-EFB7-4E4C-9622-2B5535B07C0A}"/>
              </a:ext>
            </a:extLst>
          </p:cNvPr>
          <p:cNvCxnSpPr/>
          <p:nvPr userDrawn="1"/>
        </p:nvCxnSpPr>
        <p:spPr bwMode="gray">
          <a:xfrm>
            <a:off x="11710670" y="6923907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18">
            <a:extLst>
              <a:ext uri="{FF2B5EF4-FFF2-40B4-BE49-F238E27FC236}">
                <a16:creationId xmlns:a16="http://schemas.microsoft.com/office/drawing/2014/main" id="{B78C8A8D-DF26-4E2D-9975-FDCAEAF7FD86}"/>
              </a:ext>
            </a:extLst>
          </p:cNvPr>
          <p:cNvCxnSpPr/>
          <p:nvPr userDrawn="1"/>
        </p:nvCxnSpPr>
        <p:spPr bwMode="gray">
          <a:xfrm>
            <a:off x="5985348" y="-18088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19">
            <a:extLst>
              <a:ext uri="{FF2B5EF4-FFF2-40B4-BE49-F238E27FC236}">
                <a16:creationId xmlns:a16="http://schemas.microsoft.com/office/drawing/2014/main" id="{EA82357A-75CB-400A-97D1-BB9B3F392D19}"/>
              </a:ext>
            </a:extLst>
          </p:cNvPr>
          <p:cNvCxnSpPr/>
          <p:nvPr userDrawn="1"/>
        </p:nvCxnSpPr>
        <p:spPr bwMode="gray">
          <a:xfrm>
            <a:off x="6205221" y="-18088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18">
            <a:extLst>
              <a:ext uri="{FF2B5EF4-FFF2-40B4-BE49-F238E27FC236}">
                <a16:creationId xmlns:a16="http://schemas.microsoft.com/office/drawing/2014/main" id="{D99A875F-7F8A-48B4-9220-CFF01457D9DE}"/>
              </a:ext>
            </a:extLst>
          </p:cNvPr>
          <p:cNvCxnSpPr/>
          <p:nvPr userDrawn="1"/>
        </p:nvCxnSpPr>
        <p:spPr bwMode="gray">
          <a:xfrm>
            <a:off x="5985348" y="6917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19">
            <a:extLst>
              <a:ext uri="{FF2B5EF4-FFF2-40B4-BE49-F238E27FC236}">
                <a16:creationId xmlns:a16="http://schemas.microsoft.com/office/drawing/2014/main" id="{3AC0962B-AC61-4F22-BEB6-3705D667565C}"/>
              </a:ext>
            </a:extLst>
          </p:cNvPr>
          <p:cNvCxnSpPr/>
          <p:nvPr userDrawn="1"/>
        </p:nvCxnSpPr>
        <p:spPr bwMode="gray">
          <a:xfrm>
            <a:off x="6205221" y="6917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platzhalter 12">
            <a:extLst>
              <a:ext uri="{FF2B5EF4-FFF2-40B4-BE49-F238E27FC236}">
                <a16:creationId xmlns:a16="http://schemas.microsoft.com/office/drawing/2014/main" id="{FE11090B-B4DB-4572-B8AF-A65AFD6F226D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 bwMode="gray">
          <a:xfrm>
            <a:off x="11309424" y="6282903"/>
            <a:ext cx="403200" cy="402611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8" name="Textplatzhalter 6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425" y="1484313"/>
            <a:ext cx="5508000" cy="1440394"/>
          </a:xfrm>
        </p:spPr>
        <p:txBody>
          <a:bodyPr tIns="0" bIns="0" anchor="t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5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VW Head Office Bold 52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28D9A4EA-59C9-4016-B6A6-C12978B6E68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78801" y="2908833"/>
            <a:ext cx="5508000" cy="2160591"/>
          </a:xfrm>
        </p:spPr>
        <p:txBody>
          <a:bodyPr tIns="0" bIns="0" anchor="t" anchorCtr="0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52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Describing Copy </a:t>
            </a:r>
            <a:br>
              <a:rPr lang="en-US" noProof="0"/>
            </a:br>
            <a:r>
              <a:rPr lang="en-US" noProof="0"/>
              <a:t>in VW Text Office 52 pt</a:t>
            </a:r>
          </a:p>
        </p:txBody>
      </p:sp>
    </p:spTree>
    <p:extLst>
      <p:ext uri="{BB962C8B-B14F-4D97-AF65-F5344CB8AC3E}">
        <p14:creationId xmlns:p14="http://schemas.microsoft.com/office/powerpoint/2010/main" val="16722533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and dark pictur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476E317-5A12-469D-9719-4E9681E531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126522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6"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476E317-5A12-469D-9719-4E9681E531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platzhalter 6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425" y="1486800"/>
            <a:ext cx="5508000" cy="1440394"/>
          </a:xfrm>
        </p:spPr>
        <p:txBody>
          <a:bodyPr tIns="0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5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VW Head Office Bold 52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03950" y="1"/>
            <a:ext cx="5988051" cy="6858000"/>
          </a:xfrm>
          <a:pattFill prst="wdUpDiag">
            <a:fgClr>
              <a:schemeClr val="accent6"/>
            </a:fgClr>
            <a:bgClr>
              <a:schemeClr val="accent6">
                <a:lumMod val="20000"/>
                <a:lumOff val="80000"/>
              </a:schemeClr>
            </a:bgClr>
          </a:pattFill>
        </p:spPr>
        <p:txBody>
          <a:bodyPr vert="horz" wrap="square" lIns="0" tIns="2880000" rIns="0" bIns="0" rtlCol="0">
            <a:noAutofit/>
          </a:bodyPr>
          <a:lstStyle>
            <a:lvl1pPr algn="ctr">
              <a:defRPr lang="en-US" sz="1800" b="0" kern="1200" noProof="0" dirty="0">
                <a:solidFill>
                  <a:schemeClr val="tx1"/>
                </a:solidFill>
                <a:latin typeface="VW Head Office Bold" panose="020B0803040200000003" pitchFamily="34" charset="0"/>
                <a:ea typeface="+mn-ea"/>
                <a:cs typeface="+mn-cs"/>
              </a:defRPr>
            </a:lvl1pPr>
          </a:lstStyle>
          <a:p>
            <a:pPr lvl="0" algn="ctr"/>
            <a:r>
              <a:rPr lang="en-US" noProof="0"/>
              <a:t>Insert a dark image by clicking on symbol below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23660A8-9009-4329-B153-0A7341E0F4F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 noProof="0"/>
              <a:t>Creation date: mm.dd.yy | Responsible department for filing: xxxx-xx | CSD-Class: xx.x – xx years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6A35339-0541-440F-B8C0-BA66AF56154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D9249B2F-9173-48D3-A5BC-90A6758C671B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11" name="Gerade Verbindung 6">
            <a:extLst>
              <a:ext uri="{FF2B5EF4-FFF2-40B4-BE49-F238E27FC236}">
                <a16:creationId xmlns:a16="http://schemas.microsoft.com/office/drawing/2014/main" id="{53BFA271-7750-44E0-ACDA-CD4FF4F1570D}"/>
              </a:ext>
            </a:extLst>
          </p:cNvPr>
          <p:cNvCxnSpPr/>
          <p:nvPr userDrawn="1"/>
        </p:nvCxnSpPr>
        <p:spPr bwMode="gray">
          <a:xfrm>
            <a:off x="480705" y="-187656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7">
            <a:extLst>
              <a:ext uri="{FF2B5EF4-FFF2-40B4-BE49-F238E27FC236}">
                <a16:creationId xmlns:a16="http://schemas.microsoft.com/office/drawing/2014/main" id="{8EFEEDF7-1EB4-4FD6-8B3F-02DF9E80D6D3}"/>
              </a:ext>
            </a:extLst>
          </p:cNvPr>
          <p:cNvCxnSpPr/>
          <p:nvPr userDrawn="1"/>
        </p:nvCxnSpPr>
        <p:spPr bwMode="gray">
          <a:xfrm>
            <a:off x="11710670" y="-18088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8">
            <a:extLst>
              <a:ext uri="{FF2B5EF4-FFF2-40B4-BE49-F238E27FC236}">
                <a16:creationId xmlns:a16="http://schemas.microsoft.com/office/drawing/2014/main" id="{B20E414F-883F-4B7A-99F2-27FFA1A0679A}"/>
              </a:ext>
            </a:extLst>
          </p:cNvPr>
          <p:cNvCxnSpPr/>
          <p:nvPr userDrawn="1"/>
        </p:nvCxnSpPr>
        <p:spPr bwMode="gray">
          <a:xfrm rot="16200000">
            <a:off x="-192684" y="1414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9">
            <a:extLst>
              <a:ext uri="{FF2B5EF4-FFF2-40B4-BE49-F238E27FC236}">
                <a16:creationId xmlns:a16="http://schemas.microsoft.com/office/drawing/2014/main" id="{169853A5-51B0-46C9-B58A-002DC6CBAB6A}"/>
              </a:ext>
            </a:extLst>
          </p:cNvPr>
          <p:cNvCxnSpPr/>
          <p:nvPr userDrawn="1"/>
        </p:nvCxnSpPr>
        <p:spPr bwMode="gray">
          <a:xfrm rot="16200000">
            <a:off x="12312699" y="1414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0">
            <a:extLst>
              <a:ext uri="{FF2B5EF4-FFF2-40B4-BE49-F238E27FC236}">
                <a16:creationId xmlns:a16="http://schemas.microsoft.com/office/drawing/2014/main" id="{6FCF1F0C-5330-4C5C-A2BC-F79A014484D4}"/>
              </a:ext>
            </a:extLst>
          </p:cNvPr>
          <p:cNvCxnSpPr/>
          <p:nvPr userDrawn="1"/>
        </p:nvCxnSpPr>
        <p:spPr bwMode="gray">
          <a:xfrm rot="16200000">
            <a:off x="-120684" y="5985050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11">
            <a:extLst>
              <a:ext uri="{FF2B5EF4-FFF2-40B4-BE49-F238E27FC236}">
                <a16:creationId xmlns:a16="http://schemas.microsoft.com/office/drawing/2014/main" id="{6659A203-AD6D-479B-A517-44E570C9839E}"/>
              </a:ext>
            </a:extLst>
          </p:cNvPr>
          <p:cNvCxnSpPr/>
          <p:nvPr userDrawn="1"/>
        </p:nvCxnSpPr>
        <p:spPr bwMode="gray">
          <a:xfrm rot="16200000">
            <a:off x="12312699" y="5985050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2">
            <a:extLst>
              <a:ext uri="{FF2B5EF4-FFF2-40B4-BE49-F238E27FC236}">
                <a16:creationId xmlns:a16="http://schemas.microsoft.com/office/drawing/2014/main" id="{B9AE40AE-D636-4820-8498-BBAED0602E14}"/>
              </a:ext>
            </a:extLst>
          </p:cNvPr>
          <p:cNvCxnSpPr/>
          <p:nvPr userDrawn="1"/>
        </p:nvCxnSpPr>
        <p:spPr bwMode="gray">
          <a:xfrm>
            <a:off x="480705" y="6917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13">
            <a:extLst>
              <a:ext uri="{FF2B5EF4-FFF2-40B4-BE49-F238E27FC236}">
                <a16:creationId xmlns:a16="http://schemas.microsoft.com/office/drawing/2014/main" id="{D15D84F2-1385-4013-86DF-6215575DD39F}"/>
              </a:ext>
            </a:extLst>
          </p:cNvPr>
          <p:cNvCxnSpPr/>
          <p:nvPr userDrawn="1"/>
        </p:nvCxnSpPr>
        <p:spPr bwMode="gray">
          <a:xfrm>
            <a:off x="11710670" y="6923907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18">
            <a:extLst>
              <a:ext uri="{FF2B5EF4-FFF2-40B4-BE49-F238E27FC236}">
                <a16:creationId xmlns:a16="http://schemas.microsoft.com/office/drawing/2014/main" id="{8517E339-DD65-4390-ABBB-61B848055B3A}"/>
              </a:ext>
            </a:extLst>
          </p:cNvPr>
          <p:cNvCxnSpPr/>
          <p:nvPr userDrawn="1"/>
        </p:nvCxnSpPr>
        <p:spPr bwMode="gray">
          <a:xfrm>
            <a:off x="5985348" y="-18088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19">
            <a:extLst>
              <a:ext uri="{FF2B5EF4-FFF2-40B4-BE49-F238E27FC236}">
                <a16:creationId xmlns:a16="http://schemas.microsoft.com/office/drawing/2014/main" id="{DBB476FA-D40F-4BC4-B268-59EA7EF48185}"/>
              </a:ext>
            </a:extLst>
          </p:cNvPr>
          <p:cNvCxnSpPr/>
          <p:nvPr userDrawn="1"/>
        </p:nvCxnSpPr>
        <p:spPr bwMode="gray">
          <a:xfrm>
            <a:off x="6205221" y="-18088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18">
            <a:extLst>
              <a:ext uri="{FF2B5EF4-FFF2-40B4-BE49-F238E27FC236}">
                <a16:creationId xmlns:a16="http://schemas.microsoft.com/office/drawing/2014/main" id="{23BAA1BC-4B6A-4BED-A369-BE47D4F802FE}"/>
              </a:ext>
            </a:extLst>
          </p:cNvPr>
          <p:cNvCxnSpPr/>
          <p:nvPr userDrawn="1"/>
        </p:nvCxnSpPr>
        <p:spPr bwMode="gray">
          <a:xfrm>
            <a:off x="5985348" y="6917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19">
            <a:extLst>
              <a:ext uri="{FF2B5EF4-FFF2-40B4-BE49-F238E27FC236}">
                <a16:creationId xmlns:a16="http://schemas.microsoft.com/office/drawing/2014/main" id="{702D7F65-2032-4EA1-AF74-1F4692976A3B}"/>
              </a:ext>
            </a:extLst>
          </p:cNvPr>
          <p:cNvCxnSpPr/>
          <p:nvPr userDrawn="1"/>
        </p:nvCxnSpPr>
        <p:spPr bwMode="gray">
          <a:xfrm>
            <a:off x="6205221" y="6917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12">
            <a:extLst>
              <a:ext uri="{FF2B5EF4-FFF2-40B4-BE49-F238E27FC236}">
                <a16:creationId xmlns:a16="http://schemas.microsoft.com/office/drawing/2014/main" id="{125632B8-340F-4E1B-A379-5AAC2CF8532E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 bwMode="gray">
          <a:xfrm>
            <a:off x="11309424" y="6282903"/>
            <a:ext cx="403200" cy="402611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6E0D5AE7-4B0F-423D-B2E7-BC44A9A679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78801" y="2908833"/>
            <a:ext cx="5508000" cy="2160591"/>
          </a:xfrm>
        </p:spPr>
        <p:txBody>
          <a:bodyPr tIns="0" bIns="0" anchor="t" anchorCtr="0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5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Describing Copy</a:t>
            </a:r>
            <a:br>
              <a:rPr lang="en-US" noProof="0"/>
            </a:br>
            <a:r>
              <a:rPr lang="en-US" noProof="0"/>
              <a:t>in VW Text Office 52 pt</a:t>
            </a:r>
          </a:p>
        </p:txBody>
      </p:sp>
    </p:spTree>
    <p:extLst>
      <p:ext uri="{BB962C8B-B14F-4D97-AF65-F5344CB8AC3E}">
        <p14:creationId xmlns:p14="http://schemas.microsoft.com/office/powerpoint/2010/main" val="31632302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and light pictur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6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425" y="1486800"/>
            <a:ext cx="5508000" cy="1440394"/>
          </a:xfrm>
        </p:spPr>
        <p:txBody>
          <a:bodyPr tIns="0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5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VW Head Office Bold 52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03955" y="1"/>
            <a:ext cx="5988046" cy="6858000"/>
          </a:xfrm>
          <a:pattFill prst="wdUpDiag">
            <a:fgClr>
              <a:schemeClr val="accent6"/>
            </a:fgClr>
            <a:bgClr>
              <a:schemeClr val="accent6">
                <a:lumMod val="20000"/>
                <a:lumOff val="80000"/>
              </a:schemeClr>
            </a:bgClr>
          </a:pattFill>
        </p:spPr>
        <p:txBody>
          <a:bodyPr vert="horz" wrap="square" lIns="0" tIns="2880000" rIns="0" bIns="0" rtlCol="0">
            <a:noAutofit/>
          </a:bodyPr>
          <a:lstStyle>
            <a:lvl1pPr algn="ctr">
              <a:defRPr lang="en-US" noProof="0">
                <a:latin typeface="+mj-lt"/>
              </a:defRPr>
            </a:lvl1pPr>
          </a:lstStyle>
          <a:p>
            <a:pPr lvl="0" algn="ctr"/>
            <a:r>
              <a:rPr lang="en-US" noProof="0"/>
              <a:t>Insert a light image by clicking on symbol below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23660A8-9009-4329-B153-0A7341E0F4F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 noProof="0"/>
              <a:t>Creation date: mm.dd.yy | Responsible department for filing: xxxx-xx | CSD-Class: xx.x – xx years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6A35339-0541-440F-B8C0-BA66AF56154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D9249B2F-9173-48D3-A5BC-90A6758C671B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11" name="Gerade Verbindung 6">
            <a:extLst>
              <a:ext uri="{FF2B5EF4-FFF2-40B4-BE49-F238E27FC236}">
                <a16:creationId xmlns:a16="http://schemas.microsoft.com/office/drawing/2014/main" id="{8E1F3405-6DCA-41A1-8149-DAD38D0565F5}"/>
              </a:ext>
            </a:extLst>
          </p:cNvPr>
          <p:cNvCxnSpPr/>
          <p:nvPr userDrawn="1"/>
        </p:nvCxnSpPr>
        <p:spPr bwMode="gray">
          <a:xfrm>
            <a:off x="480705" y="-187656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7">
            <a:extLst>
              <a:ext uri="{FF2B5EF4-FFF2-40B4-BE49-F238E27FC236}">
                <a16:creationId xmlns:a16="http://schemas.microsoft.com/office/drawing/2014/main" id="{EF6D904A-4396-4BF8-A706-C52AB291F60F}"/>
              </a:ext>
            </a:extLst>
          </p:cNvPr>
          <p:cNvCxnSpPr/>
          <p:nvPr userDrawn="1"/>
        </p:nvCxnSpPr>
        <p:spPr bwMode="gray">
          <a:xfrm>
            <a:off x="11710670" y="-18088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8">
            <a:extLst>
              <a:ext uri="{FF2B5EF4-FFF2-40B4-BE49-F238E27FC236}">
                <a16:creationId xmlns:a16="http://schemas.microsoft.com/office/drawing/2014/main" id="{ADEB8BA7-983C-4D79-BB18-3787F3E95FDA}"/>
              </a:ext>
            </a:extLst>
          </p:cNvPr>
          <p:cNvCxnSpPr/>
          <p:nvPr userDrawn="1"/>
        </p:nvCxnSpPr>
        <p:spPr bwMode="gray">
          <a:xfrm rot="16200000">
            <a:off x="-192684" y="1414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9">
            <a:extLst>
              <a:ext uri="{FF2B5EF4-FFF2-40B4-BE49-F238E27FC236}">
                <a16:creationId xmlns:a16="http://schemas.microsoft.com/office/drawing/2014/main" id="{E6DF490B-22CE-4DA9-9C6C-BBDFA190AA71}"/>
              </a:ext>
            </a:extLst>
          </p:cNvPr>
          <p:cNvCxnSpPr/>
          <p:nvPr userDrawn="1"/>
        </p:nvCxnSpPr>
        <p:spPr bwMode="gray">
          <a:xfrm rot="16200000">
            <a:off x="12312699" y="1414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0">
            <a:extLst>
              <a:ext uri="{FF2B5EF4-FFF2-40B4-BE49-F238E27FC236}">
                <a16:creationId xmlns:a16="http://schemas.microsoft.com/office/drawing/2014/main" id="{E5311266-210D-48BB-AA39-B584B1C7AA61}"/>
              </a:ext>
            </a:extLst>
          </p:cNvPr>
          <p:cNvCxnSpPr/>
          <p:nvPr userDrawn="1"/>
        </p:nvCxnSpPr>
        <p:spPr bwMode="gray">
          <a:xfrm rot="16200000">
            <a:off x="-120684" y="5985050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11">
            <a:extLst>
              <a:ext uri="{FF2B5EF4-FFF2-40B4-BE49-F238E27FC236}">
                <a16:creationId xmlns:a16="http://schemas.microsoft.com/office/drawing/2014/main" id="{7CB6A96E-0C3C-4EA4-8657-57CAAA6583B1}"/>
              </a:ext>
            </a:extLst>
          </p:cNvPr>
          <p:cNvCxnSpPr/>
          <p:nvPr userDrawn="1"/>
        </p:nvCxnSpPr>
        <p:spPr bwMode="gray">
          <a:xfrm rot="16200000">
            <a:off x="12312699" y="5985050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2">
            <a:extLst>
              <a:ext uri="{FF2B5EF4-FFF2-40B4-BE49-F238E27FC236}">
                <a16:creationId xmlns:a16="http://schemas.microsoft.com/office/drawing/2014/main" id="{B92EA564-4D7D-4877-8E65-13CEBAE1A04B}"/>
              </a:ext>
            </a:extLst>
          </p:cNvPr>
          <p:cNvCxnSpPr/>
          <p:nvPr userDrawn="1"/>
        </p:nvCxnSpPr>
        <p:spPr bwMode="gray">
          <a:xfrm>
            <a:off x="480705" y="6917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13">
            <a:extLst>
              <a:ext uri="{FF2B5EF4-FFF2-40B4-BE49-F238E27FC236}">
                <a16:creationId xmlns:a16="http://schemas.microsoft.com/office/drawing/2014/main" id="{84E930E6-0BD6-4607-9802-7FB85E8C47B6}"/>
              </a:ext>
            </a:extLst>
          </p:cNvPr>
          <p:cNvCxnSpPr/>
          <p:nvPr userDrawn="1"/>
        </p:nvCxnSpPr>
        <p:spPr bwMode="gray">
          <a:xfrm>
            <a:off x="11710670" y="6923907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18">
            <a:extLst>
              <a:ext uri="{FF2B5EF4-FFF2-40B4-BE49-F238E27FC236}">
                <a16:creationId xmlns:a16="http://schemas.microsoft.com/office/drawing/2014/main" id="{86332F09-93F3-4511-9491-7E7D1453868E}"/>
              </a:ext>
            </a:extLst>
          </p:cNvPr>
          <p:cNvCxnSpPr/>
          <p:nvPr userDrawn="1"/>
        </p:nvCxnSpPr>
        <p:spPr bwMode="gray">
          <a:xfrm>
            <a:off x="5985348" y="-18088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19">
            <a:extLst>
              <a:ext uri="{FF2B5EF4-FFF2-40B4-BE49-F238E27FC236}">
                <a16:creationId xmlns:a16="http://schemas.microsoft.com/office/drawing/2014/main" id="{51A3B875-D736-415F-AE5B-7DC357BB54F6}"/>
              </a:ext>
            </a:extLst>
          </p:cNvPr>
          <p:cNvCxnSpPr/>
          <p:nvPr userDrawn="1"/>
        </p:nvCxnSpPr>
        <p:spPr bwMode="gray">
          <a:xfrm>
            <a:off x="6205221" y="-18088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18">
            <a:extLst>
              <a:ext uri="{FF2B5EF4-FFF2-40B4-BE49-F238E27FC236}">
                <a16:creationId xmlns:a16="http://schemas.microsoft.com/office/drawing/2014/main" id="{CD2742BE-22FB-46B1-9114-9B8BF5D64641}"/>
              </a:ext>
            </a:extLst>
          </p:cNvPr>
          <p:cNvCxnSpPr/>
          <p:nvPr userDrawn="1"/>
        </p:nvCxnSpPr>
        <p:spPr bwMode="gray">
          <a:xfrm>
            <a:off x="5985348" y="6917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19">
            <a:extLst>
              <a:ext uri="{FF2B5EF4-FFF2-40B4-BE49-F238E27FC236}">
                <a16:creationId xmlns:a16="http://schemas.microsoft.com/office/drawing/2014/main" id="{FDA2EA14-B09F-446C-BBA7-987252A447AE}"/>
              </a:ext>
            </a:extLst>
          </p:cNvPr>
          <p:cNvCxnSpPr/>
          <p:nvPr userDrawn="1"/>
        </p:nvCxnSpPr>
        <p:spPr bwMode="gray">
          <a:xfrm>
            <a:off x="6205221" y="6917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12">
            <a:extLst>
              <a:ext uri="{FF2B5EF4-FFF2-40B4-BE49-F238E27FC236}">
                <a16:creationId xmlns:a16="http://schemas.microsoft.com/office/drawing/2014/main" id="{30EDAD0F-B3FB-4B1F-A1E8-4B0E941CD102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 bwMode="gray">
          <a:xfrm>
            <a:off x="11309424" y="6282903"/>
            <a:ext cx="403200" cy="402611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74AA5E0-8138-4EC5-B95F-146E720630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78801" y="2908833"/>
            <a:ext cx="5508000" cy="2160591"/>
          </a:xfrm>
        </p:spPr>
        <p:txBody>
          <a:bodyPr tIns="0" bIns="0" anchor="t" anchorCtr="0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5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Describing Copy </a:t>
            </a:r>
            <a:br>
              <a:rPr lang="en-US" noProof="0"/>
            </a:br>
            <a:r>
              <a:rPr lang="en-US" noProof="0"/>
              <a:t>in VW Text Office 52 pt</a:t>
            </a:r>
          </a:p>
        </p:txBody>
      </p:sp>
    </p:spTree>
    <p:extLst>
      <p:ext uri="{BB962C8B-B14F-4D97-AF65-F5344CB8AC3E}">
        <p14:creationId xmlns:p14="http://schemas.microsoft.com/office/powerpoint/2010/main" val="40623374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and statement ">
    <p:bg bwMode="grayWhite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9CCF6193-AE18-4D60-89F0-0E153ABF37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703673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0"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9CCF6193-AE18-4D60-89F0-0E153ABF37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Bildplatzhalter 2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2" y="3"/>
            <a:ext cx="6203948" cy="6857997"/>
          </a:xfrm>
          <a:pattFill prst="wdUpDiag">
            <a:fgClr>
              <a:schemeClr val="accent6"/>
            </a:fgClr>
            <a:bgClr>
              <a:schemeClr val="accent6">
                <a:lumMod val="20000"/>
                <a:lumOff val="80000"/>
              </a:schemeClr>
            </a:bgClr>
          </a:pattFill>
        </p:spPr>
        <p:txBody>
          <a:bodyPr vert="horz" wrap="square" lIns="0" tIns="2880000" rIns="0" bIns="0" rtlCol="0">
            <a:noAutofit/>
          </a:bodyPr>
          <a:lstStyle>
            <a:lvl1pPr algn="ctr">
              <a:defRPr lang="en-US" noProof="0">
                <a:latin typeface="+mj-lt"/>
              </a:defRPr>
            </a:lvl1pPr>
          </a:lstStyle>
          <a:p>
            <a:pPr lvl="0" algn="ctr"/>
            <a:r>
              <a:rPr lang="en-US" noProof="0"/>
              <a:t>Insert an image by clicking on symbol below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1EB315F-64EE-44F3-ADD3-8935DCEA7EE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r>
              <a:rPr lang="en-US" noProof="0"/>
              <a:t>Creation date: mm.dd.yy | Responsible department for filing: xxxx-xx | CSD-Class: xx.x – xx years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0F73E69-3FE3-484D-8C0D-82B2FADCE5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fld id="{D9249B2F-9173-48D3-A5BC-90A6758C671B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9" name="Gerade Verbindung 6">
            <a:extLst>
              <a:ext uri="{FF2B5EF4-FFF2-40B4-BE49-F238E27FC236}">
                <a16:creationId xmlns:a16="http://schemas.microsoft.com/office/drawing/2014/main" id="{BA627361-3118-4827-BCC9-EB693141A697}"/>
              </a:ext>
            </a:extLst>
          </p:cNvPr>
          <p:cNvCxnSpPr/>
          <p:nvPr userDrawn="1"/>
        </p:nvCxnSpPr>
        <p:spPr bwMode="black">
          <a:xfrm>
            <a:off x="480705" y="-187656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7">
            <a:extLst>
              <a:ext uri="{FF2B5EF4-FFF2-40B4-BE49-F238E27FC236}">
                <a16:creationId xmlns:a16="http://schemas.microsoft.com/office/drawing/2014/main" id="{C340557D-21BC-4B3A-843E-8BDBFFC8162F}"/>
              </a:ext>
            </a:extLst>
          </p:cNvPr>
          <p:cNvCxnSpPr/>
          <p:nvPr userDrawn="1"/>
        </p:nvCxnSpPr>
        <p:spPr bwMode="black">
          <a:xfrm>
            <a:off x="11710670" y="-18088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8">
            <a:extLst>
              <a:ext uri="{FF2B5EF4-FFF2-40B4-BE49-F238E27FC236}">
                <a16:creationId xmlns:a16="http://schemas.microsoft.com/office/drawing/2014/main" id="{35ED13F3-FC56-4DE6-B0C4-84047F8B841C}"/>
              </a:ext>
            </a:extLst>
          </p:cNvPr>
          <p:cNvCxnSpPr/>
          <p:nvPr userDrawn="1"/>
        </p:nvCxnSpPr>
        <p:spPr bwMode="black">
          <a:xfrm rot="16200000">
            <a:off x="-192684" y="1414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0">
            <a:extLst>
              <a:ext uri="{FF2B5EF4-FFF2-40B4-BE49-F238E27FC236}">
                <a16:creationId xmlns:a16="http://schemas.microsoft.com/office/drawing/2014/main" id="{79BC122D-D90A-4E32-A53E-10F05E53A5A1}"/>
              </a:ext>
            </a:extLst>
          </p:cNvPr>
          <p:cNvCxnSpPr/>
          <p:nvPr userDrawn="1"/>
        </p:nvCxnSpPr>
        <p:spPr bwMode="black">
          <a:xfrm rot="16200000">
            <a:off x="-120684" y="5985050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2">
            <a:extLst>
              <a:ext uri="{FF2B5EF4-FFF2-40B4-BE49-F238E27FC236}">
                <a16:creationId xmlns:a16="http://schemas.microsoft.com/office/drawing/2014/main" id="{E72E964C-B59F-4C08-AD7A-01331E4FFD41}"/>
              </a:ext>
            </a:extLst>
          </p:cNvPr>
          <p:cNvCxnSpPr/>
          <p:nvPr userDrawn="1"/>
        </p:nvCxnSpPr>
        <p:spPr bwMode="black">
          <a:xfrm>
            <a:off x="480705" y="6917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13">
            <a:extLst>
              <a:ext uri="{FF2B5EF4-FFF2-40B4-BE49-F238E27FC236}">
                <a16:creationId xmlns:a16="http://schemas.microsoft.com/office/drawing/2014/main" id="{60C36F8F-7ACA-4A39-BAD5-CF6A01E6C812}"/>
              </a:ext>
            </a:extLst>
          </p:cNvPr>
          <p:cNvCxnSpPr/>
          <p:nvPr userDrawn="1"/>
        </p:nvCxnSpPr>
        <p:spPr bwMode="black">
          <a:xfrm>
            <a:off x="11710670" y="6923907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18">
            <a:extLst>
              <a:ext uri="{FF2B5EF4-FFF2-40B4-BE49-F238E27FC236}">
                <a16:creationId xmlns:a16="http://schemas.microsoft.com/office/drawing/2014/main" id="{0592266D-8A8C-4FDD-B9AC-02F082A1A988}"/>
              </a:ext>
            </a:extLst>
          </p:cNvPr>
          <p:cNvCxnSpPr/>
          <p:nvPr userDrawn="1"/>
        </p:nvCxnSpPr>
        <p:spPr bwMode="black">
          <a:xfrm>
            <a:off x="5985348" y="-18088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19">
            <a:extLst>
              <a:ext uri="{FF2B5EF4-FFF2-40B4-BE49-F238E27FC236}">
                <a16:creationId xmlns:a16="http://schemas.microsoft.com/office/drawing/2014/main" id="{AB7F9677-99FF-483C-89AF-E52B0442377C}"/>
              </a:ext>
            </a:extLst>
          </p:cNvPr>
          <p:cNvCxnSpPr/>
          <p:nvPr userDrawn="1"/>
        </p:nvCxnSpPr>
        <p:spPr bwMode="black">
          <a:xfrm>
            <a:off x="6205221" y="-18088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18">
            <a:extLst>
              <a:ext uri="{FF2B5EF4-FFF2-40B4-BE49-F238E27FC236}">
                <a16:creationId xmlns:a16="http://schemas.microsoft.com/office/drawing/2014/main" id="{79FE2731-D692-4530-85CF-F1CB5B548FEF}"/>
              </a:ext>
            </a:extLst>
          </p:cNvPr>
          <p:cNvCxnSpPr/>
          <p:nvPr userDrawn="1"/>
        </p:nvCxnSpPr>
        <p:spPr bwMode="black">
          <a:xfrm>
            <a:off x="5985348" y="6917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19">
            <a:extLst>
              <a:ext uri="{FF2B5EF4-FFF2-40B4-BE49-F238E27FC236}">
                <a16:creationId xmlns:a16="http://schemas.microsoft.com/office/drawing/2014/main" id="{1592936D-A264-452D-A69A-10FA59127DEB}"/>
              </a:ext>
            </a:extLst>
          </p:cNvPr>
          <p:cNvCxnSpPr/>
          <p:nvPr userDrawn="1"/>
        </p:nvCxnSpPr>
        <p:spPr bwMode="black">
          <a:xfrm>
            <a:off x="6205221" y="6917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12">
            <a:extLst>
              <a:ext uri="{FF2B5EF4-FFF2-40B4-BE49-F238E27FC236}">
                <a16:creationId xmlns:a16="http://schemas.microsoft.com/office/drawing/2014/main" id="{64D4DB19-67F0-418B-89DF-B685BA92E41F}"/>
              </a:ext>
            </a:extLst>
          </p:cNvPr>
          <p:cNvSpPr txBox="1">
            <a:spLocks noChangeAspect="1"/>
          </p:cNvSpPr>
          <p:nvPr userDrawn="1"/>
        </p:nvSpPr>
        <p:spPr bwMode="black">
          <a:xfrm>
            <a:off x="11309424" y="6282903"/>
            <a:ext cx="403200" cy="402611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>
            <a:lvl1pPr marL="0" indent="0" algn="l" defTabSz="1219140" rtl="0" eaLnBrk="1" latinLnBrk="0" hangingPunct="1">
              <a:spcBef>
                <a:spcPts val="1200"/>
              </a:spcBef>
              <a:buFont typeface="Arial" panose="020B0604020202020204" pitchFamily="34" charset="0"/>
              <a:buNone/>
              <a:defRPr sz="100" b="0" kern="1200">
                <a:noFill/>
                <a:latin typeface="VW Head Office Bold" panose="020B0803040200000003" pitchFamily="34" charset="0"/>
                <a:ea typeface="+mn-ea"/>
                <a:cs typeface="+mn-cs"/>
              </a:defRPr>
            </a:lvl1pPr>
            <a:lvl2pPr marL="0" indent="0" algn="l" defTabSz="1219140" rtl="0" eaLnBrk="1" latinLnBrk="0" hangingPunct="1">
              <a:spcBef>
                <a:spcPts val="10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1219140" rtl="0" eaLnBrk="1" latinLnBrk="0" hangingPunct="1">
              <a:spcBef>
                <a:spcPts val="400"/>
              </a:spcBef>
              <a:buFont typeface="VW Text Office" panose="020B0503040200000003" pitchFamily="34" charset="0"/>
              <a:buChar char="–"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9989" indent="-239989" algn="l" defTabSz="1219140" rtl="0" eaLnBrk="1" latinLnBrk="0" hangingPunct="1">
              <a:spcBef>
                <a:spcPts val="267"/>
              </a:spcBef>
              <a:buFont typeface="Arial" panose="020B0604020202020204" pitchFamily="34" charset="0"/>
              <a:buChar char="•"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989" indent="-239989" algn="l" defTabSz="1219140" rtl="0" eaLnBrk="1" latinLnBrk="0" hangingPunct="1">
              <a:spcBef>
                <a:spcPts val="267"/>
              </a:spcBef>
              <a:buFont typeface="Arial" panose="020B0604020202020204" pitchFamily="34" charset="0"/>
              <a:buChar char="•"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 </a:t>
            </a:r>
          </a:p>
        </p:txBody>
      </p:sp>
      <p:cxnSp>
        <p:nvCxnSpPr>
          <p:cNvPr id="14" name="Gerade Verbindung 9">
            <a:extLst>
              <a:ext uri="{FF2B5EF4-FFF2-40B4-BE49-F238E27FC236}">
                <a16:creationId xmlns:a16="http://schemas.microsoft.com/office/drawing/2014/main" id="{A7D76875-25BB-4EA9-8592-1277975D1090}"/>
              </a:ext>
            </a:extLst>
          </p:cNvPr>
          <p:cNvCxnSpPr/>
          <p:nvPr userDrawn="1"/>
        </p:nvCxnSpPr>
        <p:spPr bwMode="black">
          <a:xfrm rot="16200000">
            <a:off x="12312699" y="1414133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11">
            <a:extLst>
              <a:ext uri="{FF2B5EF4-FFF2-40B4-BE49-F238E27FC236}">
                <a16:creationId xmlns:a16="http://schemas.microsoft.com/office/drawing/2014/main" id="{31F69A75-3E85-4CF8-A42C-BDAE0230125D}"/>
              </a:ext>
            </a:extLst>
          </p:cNvPr>
          <p:cNvCxnSpPr/>
          <p:nvPr userDrawn="1"/>
        </p:nvCxnSpPr>
        <p:spPr bwMode="black">
          <a:xfrm rot="16200000">
            <a:off x="12312699" y="5985050"/>
            <a:ext cx="0" cy="144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A308C538-8D7C-4BC1-A16A-DE222BCE712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04575" y="3365345"/>
            <a:ext cx="5508000" cy="2160591"/>
          </a:xfrm>
        </p:spPr>
        <p:txBody>
          <a:bodyPr lIns="360000" tIns="0" bIns="0" anchor="t" anchorCtr="0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5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Describing Copy in VW Text Office 52 pt</a:t>
            </a:r>
          </a:p>
        </p:txBody>
      </p:sp>
      <p:sp>
        <p:nvSpPr>
          <p:cNvPr id="8" name="Textplatzhalter 6"/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6203950" y="1939237"/>
            <a:ext cx="5508625" cy="1440394"/>
          </a:xfrm>
        </p:spPr>
        <p:txBody>
          <a:bodyPr lIns="360000" tIns="0" bIns="0" anchor="t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5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VW Head Office Bold 52 </a:t>
            </a:r>
            <a:r>
              <a:rPr lang="en-US" noProof="0" err="1"/>
              <a:t>pt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020240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creen picture dark 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13352F42-8138-4C9A-982D-B566B6143DB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4"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13352F42-8138-4C9A-982D-B566B6143D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C94C3513-E0BF-4E40-B55D-750F56BD358D}"/>
              </a:ext>
            </a:extLst>
          </p:cNvPr>
          <p:cNvGrpSpPr/>
          <p:nvPr userDrawn="1"/>
        </p:nvGrpSpPr>
        <p:grpSpPr bwMode="gray">
          <a:xfrm>
            <a:off x="-264684" y="-187656"/>
            <a:ext cx="12649383" cy="7255563"/>
            <a:chOff x="-264684" y="-187656"/>
            <a:chExt cx="12649383" cy="7255563"/>
          </a:xfrm>
        </p:grpSpPr>
        <p:cxnSp>
          <p:nvCxnSpPr>
            <p:cNvPr id="10" name="Gerade Verbindung 6">
              <a:extLst>
                <a:ext uri="{FF2B5EF4-FFF2-40B4-BE49-F238E27FC236}">
                  <a16:creationId xmlns:a16="http://schemas.microsoft.com/office/drawing/2014/main" id="{D6D93960-AB18-4E88-9BF3-D43049352919}"/>
                </a:ext>
              </a:extLst>
            </p:cNvPr>
            <p:cNvCxnSpPr/>
            <p:nvPr userDrawn="1"/>
          </p:nvCxnSpPr>
          <p:spPr bwMode="gray">
            <a:xfrm>
              <a:off x="480705" y="-187656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 Verbindung 7">
              <a:extLst>
                <a:ext uri="{FF2B5EF4-FFF2-40B4-BE49-F238E27FC236}">
                  <a16:creationId xmlns:a16="http://schemas.microsoft.com/office/drawing/2014/main" id="{FCA382C2-9265-4B84-9369-265CE6C6B303}"/>
                </a:ext>
              </a:extLst>
            </p:cNvPr>
            <p:cNvCxnSpPr/>
            <p:nvPr userDrawn="1"/>
          </p:nvCxnSpPr>
          <p:spPr bwMode="gray">
            <a:xfrm>
              <a:off x="11710670" y="-18088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8">
              <a:extLst>
                <a:ext uri="{FF2B5EF4-FFF2-40B4-BE49-F238E27FC236}">
                  <a16:creationId xmlns:a16="http://schemas.microsoft.com/office/drawing/2014/main" id="{E740232D-0571-4A4A-B683-66BB82153CA7}"/>
                </a:ext>
              </a:extLst>
            </p:cNvPr>
            <p:cNvCxnSpPr/>
            <p:nvPr userDrawn="1"/>
          </p:nvCxnSpPr>
          <p:spPr bwMode="gray">
            <a:xfrm rot="16200000">
              <a:off x="-192684" y="1414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9">
              <a:extLst>
                <a:ext uri="{FF2B5EF4-FFF2-40B4-BE49-F238E27FC236}">
                  <a16:creationId xmlns:a16="http://schemas.microsoft.com/office/drawing/2014/main" id="{F78359BB-1D17-4D59-8BC7-9E8894170944}"/>
                </a:ext>
              </a:extLst>
            </p:cNvPr>
            <p:cNvCxnSpPr/>
            <p:nvPr userDrawn="1"/>
          </p:nvCxnSpPr>
          <p:spPr bwMode="gray">
            <a:xfrm rot="16200000">
              <a:off x="12312699" y="1414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10">
              <a:extLst>
                <a:ext uri="{FF2B5EF4-FFF2-40B4-BE49-F238E27FC236}">
                  <a16:creationId xmlns:a16="http://schemas.microsoft.com/office/drawing/2014/main" id="{F4110EDE-09FF-449E-B60F-A6439AAF6920}"/>
                </a:ext>
              </a:extLst>
            </p:cNvPr>
            <p:cNvCxnSpPr/>
            <p:nvPr userDrawn="1"/>
          </p:nvCxnSpPr>
          <p:spPr bwMode="gray">
            <a:xfrm rot="16200000">
              <a:off x="-120684" y="5985050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11">
              <a:extLst>
                <a:ext uri="{FF2B5EF4-FFF2-40B4-BE49-F238E27FC236}">
                  <a16:creationId xmlns:a16="http://schemas.microsoft.com/office/drawing/2014/main" id="{A3A3B7D4-44AA-497B-9334-7C7E5E88C625}"/>
                </a:ext>
              </a:extLst>
            </p:cNvPr>
            <p:cNvCxnSpPr/>
            <p:nvPr userDrawn="1"/>
          </p:nvCxnSpPr>
          <p:spPr bwMode="gray">
            <a:xfrm rot="16200000">
              <a:off x="12312699" y="5985050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 Verbindung 12">
              <a:extLst>
                <a:ext uri="{FF2B5EF4-FFF2-40B4-BE49-F238E27FC236}">
                  <a16:creationId xmlns:a16="http://schemas.microsoft.com/office/drawing/2014/main" id="{4981A131-371C-4CB9-B8F2-1AF2A3CFCA35}"/>
                </a:ext>
              </a:extLst>
            </p:cNvPr>
            <p:cNvCxnSpPr/>
            <p:nvPr userDrawn="1"/>
          </p:nvCxnSpPr>
          <p:spPr bwMode="gray">
            <a:xfrm>
              <a:off x="480705" y="6917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13">
              <a:extLst>
                <a:ext uri="{FF2B5EF4-FFF2-40B4-BE49-F238E27FC236}">
                  <a16:creationId xmlns:a16="http://schemas.microsoft.com/office/drawing/2014/main" id="{50741E15-E504-4C47-AFD8-9649640132DB}"/>
                </a:ext>
              </a:extLst>
            </p:cNvPr>
            <p:cNvCxnSpPr/>
            <p:nvPr userDrawn="1"/>
          </p:nvCxnSpPr>
          <p:spPr bwMode="gray">
            <a:xfrm>
              <a:off x="11710670" y="6923907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18">
              <a:extLst>
                <a:ext uri="{FF2B5EF4-FFF2-40B4-BE49-F238E27FC236}">
                  <a16:creationId xmlns:a16="http://schemas.microsoft.com/office/drawing/2014/main" id="{9D92C037-550C-43B3-B2D5-85688AD484A3}"/>
                </a:ext>
              </a:extLst>
            </p:cNvPr>
            <p:cNvCxnSpPr/>
            <p:nvPr userDrawn="1"/>
          </p:nvCxnSpPr>
          <p:spPr bwMode="gray">
            <a:xfrm>
              <a:off x="5985348" y="-18088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 Verbindung 19">
              <a:extLst>
                <a:ext uri="{FF2B5EF4-FFF2-40B4-BE49-F238E27FC236}">
                  <a16:creationId xmlns:a16="http://schemas.microsoft.com/office/drawing/2014/main" id="{13865562-809D-47E2-A66F-2A99A83B9585}"/>
                </a:ext>
              </a:extLst>
            </p:cNvPr>
            <p:cNvCxnSpPr/>
            <p:nvPr userDrawn="1"/>
          </p:nvCxnSpPr>
          <p:spPr bwMode="gray">
            <a:xfrm>
              <a:off x="6205221" y="-18088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18">
              <a:extLst>
                <a:ext uri="{FF2B5EF4-FFF2-40B4-BE49-F238E27FC236}">
                  <a16:creationId xmlns:a16="http://schemas.microsoft.com/office/drawing/2014/main" id="{DECD4A31-3E48-4F2A-851C-281FF4619AB3}"/>
                </a:ext>
              </a:extLst>
            </p:cNvPr>
            <p:cNvCxnSpPr/>
            <p:nvPr userDrawn="1"/>
          </p:nvCxnSpPr>
          <p:spPr bwMode="gray">
            <a:xfrm>
              <a:off x="5985348" y="6917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 Verbindung 19">
              <a:extLst>
                <a:ext uri="{FF2B5EF4-FFF2-40B4-BE49-F238E27FC236}">
                  <a16:creationId xmlns:a16="http://schemas.microsoft.com/office/drawing/2014/main" id="{E32D9135-9F10-45DB-9D02-C91DB225FBD8}"/>
                </a:ext>
              </a:extLst>
            </p:cNvPr>
            <p:cNvCxnSpPr/>
            <p:nvPr userDrawn="1"/>
          </p:nvCxnSpPr>
          <p:spPr bwMode="gray">
            <a:xfrm>
              <a:off x="6205221" y="6917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D332341-79D1-4311-BC9B-4C3E106038B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-1"/>
            <a:ext cx="12192000" cy="6858000"/>
          </a:xfrm>
          <a:pattFill prst="wdUpDiag">
            <a:fgClr>
              <a:schemeClr val="accent6"/>
            </a:fgClr>
            <a:bgClr>
              <a:schemeClr val="accent6">
                <a:lumMod val="20000"/>
                <a:lumOff val="80000"/>
              </a:schemeClr>
            </a:bgClr>
          </a:pattFill>
        </p:spPr>
        <p:txBody>
          <a:bodyPr lIns="720000" rIns="720000"/>
          <a:lstStyle>
            <a:lvl1pPr algn="ctr">
              <a:spcBef>
                <a:spcPts val="0"/>
              </a:spcBef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To insert a dark background image: Please click on the image placeholder and then select an image by clicking on the “Insert“ tab and choosing the “Pictures“ command.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674F971-C7A1-477D-8AE0-F62741280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Creation date: mm.dd.yy | Responsible department for filing: xxxx-xx | CSD-Class: xx.x – xx years</a:t>
            </a:r>
            <a:endParaRPr lang="en-GB" noProof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2EC2808-3D34-4DD5-BCA0-8DE0E99DD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249B2F-9173-48D3-A5BC-90A6758C671B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9CF4A3-0026-44AC-AFCD-103721FD442C}"/>
              </a:ext>
            </a:extLst>
          </p:cNvPr>
          <p:cNvSpPr>
            <a:spLocks noGrp="1" noChangeAspect="1"/>
          </p:cNvSpPr>
          <p:nvPr>
            <p:ph type="body" sz="quarter" idx="13"/>
          </p:nvPr>
        </p:nvSpPr>
        <p:spPr bwMode="gray">
          <a:xfrm>
            <a:off x="11309424" y="6282903"/>
            <a:ext cx="403200" cy="402611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12309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creen picture light 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B15E4F81-BF99-43CC-A760-0249283C31A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8"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B15E4F81-BF99-43CC-A760-0249283C31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B98716A3-4317-49A4-A516-0CAB7EE9EADA}"/>
              </a:ext>
            </a:extLst>
          </p:cNvPr>
          <p:cNvGrpSpPr/>
          <p:nvPr userDrawn="1"/>
        </p:nvGrpSpPr>
        <p:grpSpPr bwMode="gray">
          <a:xfrm>
            <a:off x="-264684" y="-187656"/>
            <a:ext cx="12649383" cy="7255563"/>
            <a:chOff x="-264684" y="-187656"/>
            <a:chExt cx="12649383" cy="7255563"/>
          </a:xfrm>
        </p:grpSpPr>
        <p:cxnSp>
          <p:nvCxnSpPr>
            <p:cNvPr id="12" name="Gerade Verbindung 6">
              <a:extLst>
                <a:ext uri="{FF2B5EF4-FFF2-40B4-BE49-F238E27FC236}">
                  <a16:creationId xmlns:a16="http://schemas.microsoft.com/office/drawing/2014/main" id="{968259DA-C4F4-42AE-AA1E-4FCA4BFD2F74}"/>
                </a:ext>
              </a:extLst>
            </p:cNvPr>
            <p:cNvCxnSpPr/>
            <p:nvPr userDrawn="1"/>
          </p:nvCxnSpPr>
          <p:spPr bwMode="gray">
            <a:xfrm>
              <a:off x="480705" y="-187656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7">
              <a:extLst>
                <a:ext uri="{FF2B5EF4-FFF2-40B4-BE49-F238E27FC236}">
                  <a16:creationId xmlns:a16="http://schemas.microsoft.com/office/drawing/2014/main" id="{D584E2B3-1B07-400A-834E-C84919DD4AED}"/>
                </a:ext>
              </a:extLst>
            </p:cNvPr>
            <p:cNvCxnSpPr/>
            <p:nvPr userDrawn="1"/>
          </p:nvCxnSpPr>
          <p:spPr bwMode="gray">
            <a:xfrm>
              <a:off x="11710670" y="-18088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8">
              <a:extLst>
                <a:ext uri="{FF2B5EF4-FFF2-40B4-BE49-F238E27FC236}">
                  <a16:creationId xmlns:a16="http://schemas.microsoft.com/office/drawing/2014/main" id="{8D147300-2B5E-4928-945F-AF9187208EE7}"/>
                </a:ext>
              </a:extLst>
            </p:cNvPr>
            <p:cNvCxnSpPr/>
            <p:nvPr userDrawn="1"/>
          </p:nvCxnSpPr>
          <p:spPr bwMode="gray">
            <a:xfrm rot="16200000">
              <a:off x="-192684" y="1414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9">
              <a:extLst>
                <a:ext uri="{FF2B5EF4-FFF2-40B4-BE49-F238E27FC236}">
                  <a16:creationId xmlns:a16="http://schemas.microsoft.com/office/drawing/2014/main" id="{00096ED0-8C02-4E4F-A9D5-896D2531765F}"/>
                </a:ext>
              </a:extLst>
            </p:cNvPr>
            <p:cNvCxnSpPr/>
            <p:nvPr userDrawn="1"/>
          </p:nvCxnSpPr>
          <p:spPr bwMode="gray">
            <a:xfrm rot="16200000">
              <a:off x="12312699" y="1414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10">
              <a:extLst>
                <a:ext uri="{FF2B5EF4-FFF2-40B4-BE49-F238E27FC236}">
                  <a16:creationId xmlns:a16="http://schemas.microsoft.com/office/drawing/2014/main" id="{0343AD15-AA2D-4FA3-A7A4-0F3B9B2D46E0}"/>
                </a:ext>
              </a:extLst>
            </p:cNvPr>
            <p:cNvCxnSpPr/>
            <p:nvPr userDrawn="1"/>
          </p:nvCxnSpPr>
          <p:spPr bwMode="gray">
            <a:xfrm rot="16200000">
              <a:off x="-120684" y="5985050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 Verbindung 11">
              <a:extLst>
                <a:ext uri="{FF2B5EF4-FFF2-40B4-BE49-F238E27FC236}">
                  <a16:creationId xmlns:a16="http://schemas.microsoft.com/office/drawing/2014/main" id="{3BC863F9-C281-4C65-995F-7DA22245A8CE}"/>
                </a:ext>
              </a:extLst>
            </p:cNvPr>
            <p:cNvCxnSpPr/>
            <p:nvPr userDrawn="1"/>
          </p:nvCxnSpPr>
          <p:spPr bwMode="gray">
            <a:xfrm rot="16200000">
              <a:off x="12312699" y="5985050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12">
              <a:extLst>
                <a:ext uri="{FF2B5EF4-FFF2-40B4-BE49-F238E27FC236}">
                  <a16:creationId xmlns:a16="http://schemas.microsoft.com/office/drawing/2014/main" id="{395D0265-0A40-4776-A0A6-9945A258C019}"/>
                </a:ext>
              </a:extLst>
            </p:cNvPr>
            <p:cNvCxnSpPr/>
            <p:nvPr userDrawn="1"/>
          </p:nvCxnSpPr>
          <p:spPr bwMode="gray">
            <a:xfrm>
              <a:off x="480705" y="6917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13">
              <a:extLst>
                <a:ext uri="{FF2B5EF4-FFF2-40B4-BE49-F238E27FC236}">
                  <a16:creationId xmlns:a16="http://schemas.microsoft.com/office/drawing/2014/main" id="{F51B9021-1044-4419-9F74-E7069B9197BE}"/>
                </a:ext>
              </a:extLst>
            </p:cNvPr>
            <p:cNvCxnSpPr/>
            <p:nvPr userDrawn="1"/>
          </p:nvCxnSpPr>
          <p:spPr bwMode="gray">
            <a:xfrm>
              <a:off x="11710670" y="6923907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 Verbindung 18">
              <a:extLst>
                <a:ext uri="{FF2B5EF4-FFF2-40B4-BE49-F238E27FC236}">
                  <a16:creationId xmlns:a16="http://schemas.microsoft.com/office/drawing/2014/main" id="{834A74C2-6628-40E1-9DA8-3F00E08C9CAA}"/>
                </a:ext>
              </a:extLst>
            </p:cNvPr>
            <p:cNvCxnSpPr/>
            <p:nvPr userDrawn="1"/>
          </p:nvCxnSpPr>
          <p:spPr bwMode="gray">
            <a:xfrm>
              <a:off x="5985348" y="-18088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19">
              <a:extLst>
                <a:ext uri="{FF2B5EF4-FFF2-40B4-BE49-F238E27FC236}">
                  <a16:creationId xmlns:a16="http://schemas.microsoft.com/office/drawing/2014/main" id="{7AE4E1E1-93D4-43A4-AB5E-7DDBFF946DF7}"/>
                </a:ext>
              </a:extLst>
            </p:cNvPr>
            <p:cNvCxnSpPr/>
            <p:nvPr userDrawn="1"/>
          </p:nvCxnSpPr>
          <p:spPr bwMode="gray">
            <a:xfrm>
              <a:off x="6205221" y="-18088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 Verbindung 18">
              <a:extLst>
                <a:ext uri="{FF2B5EF4-FFF2-40B4-BE49-F238E27FC236}">
                  <a16:creationId xmlns:a16="http://schemas.microsoft.com/office/drawing/2014/main" id="{4ABF7A17-2A90-47F9-9E6F-7C2A1133BF82}"/>
                </a:ext>
              </a:extLst>
            </p:cNvPr>
            <p:cNvCxnSpPr/>
            <p:nvPr userDrawn="1"/>
          </p:nvCxnSpPr>
          <p:spPr bwMode="gray">
            <a:xfrm>
              <a:off x="5985348" y="6917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19">
              <a:extLst>
                <a:ext uri="{FF2B5EF4-FFF2-40B4-BE49-F238E27FC236}">
                  <a16:creationId xmlns:a16="http://schemas.microsoft.com/office/drawing/2014/main" id="{6153BE47-17AD-4A9F-AF96-DD1D516D4F70}"/>
                </a:ext>
              </a:extLst>
            </p:cNvPr>
            <p:cNvCxnSpPr/>
            <p:nvPr userDrawn="1"/>
          </p:nvCxnSpPr>
          <p:spPr bwMode="gray">
            <a:xfrm>
              <a:off x="6205221" y="6917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1D05A838-DB24-4E30-9B4B-D34C31F0CA2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-1"/>
            <a:ext cx="12192000" cy="6858000"/>
          </a:xfrm>
          <a:pattFill prst="wdUpDiag">
            <a:fgClr>
              <a:schemeClr val="accent6"/>
            </a:fgClr>
            <a:bgClr>
              <a:schemeClr val="accent6">
                <a:lumMod val="20000"/>
                <a:lumOff val="80000"/>
              </a:schemeClr>
            </a:bgClr>
          </a:pattFill>
        </p:spPr>
        <p:txBody>
          <a:bodyPr lIns="720000" rIns="720000"/>
          <a:lstStyle>
            <a:lvl1pPr algn="ctr">
              <a:spcBef>
                <a:spcPts val="0"/>
              </a:spcBef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To insert a light background image: Please click on the image placeholder and then select an image by clicking on the “Insert“ tab and choosing the “Pictures“ command.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674F971-C7A1-477D-8AE0-F62741280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Creation date: mm.dd.yy | Responsible department for filing: xxxx-xx | CSD-Class: xx.x – xx years</a:t>
            </a:r>
            <a:endParaRPr lang="en-GB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2EC2808-3D34-4DD5-BCA0-8DE0E99DD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9249B2F-9173-48D3-A5BC-90A6758C671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EA41DBAB-5A5B-4798-8BF6-4FBA9FD4B3C3}"/>
              </a:ext>
            </a:extLst>
          </p:cNvPr>
          <p:cNvSpPr>
            <a:spLocks noGrp="1" noChangeAspect="1"/>
          </p:cNvSpPr>
          <p:nvPr>
            <p:ph type="body" sz="quarter" idx="13"/>
          </p:nvPr>
        </p:nvSpPr>
        <p:spPr bwMode="gray">
          <a:xfrm>
            <a:off x="11309424" y="6282903"/>
            <a:ext cx="403200" cy="402611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17562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 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B826A5FE-8328-4984-86FC-5897F3313DD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403109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2" name="think-cell Folie" r:id="rId5" imgW="344" imgH="345" progId="TCLayout.ActiveDocument.1">
                  <p:embed/>
                </p:oleObj>
              </mc:Choice>
              <mc:Fallback>
                <p:oleObj name="think-cell Folie" r:id="rId5" imgW="344" imgH="345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B826A5FE-8328-4984-86FC-5897F3313D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>
            <a:extLst>
              <a:ext uri="{FF2B5EF4-FFF2-40B4-BE49-F238E27FC236}">
                <a16:creationId xmlns:a16="http://schemas.microsoft.com/office/drawing/2014/main" id="{E29FC3BB-E621-4F70-9DD0-5E6F47FA3B0A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600" b="0" i="0" baseline="0">
              <a:solidFill>
                <a:schemeClr val="tx1"/>
              </a:solidFill>
              <a:latin typeface="VW Head Office Bold" panose="020B0803040200000003" pitchFamily="34" charset="0"/>
              <a:ea typeface="+mj-ea"/>
              <a:cs typeface="+mj-cs"/>
              <a:sym typeface="VW Head Office Bold" panose="020B0803040200000003" pitchFamily="34" charset="0"/>
            </a:endParaRP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CC7BE88F-0B1D-454F-A992-9F899926A4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669698"/>
            <a:ext cx="11233150" cy="3600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spc="10" baseline="0"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2600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600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600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600">
                <a:latin typeface="+mn-lt"/>
              </a:defRPr>
            </a:lvl5pPr>
          </a:lstStyle>
          <a:p>
            <a:pPr lvl="0"/>
            <a:r>
              <a:rPr lang="en-US" noProof="0"/>
              <a:t>Placeholder subtitle (optional)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 b="0"/>
            </a:lvl1pPr>
          </a:lstStyle>
          <a:p>
            <a:r>
              <a:rPr lang="en-US" noProof="0"/>
              <a:t>Placeholder slide title</a:t>
            </a:r>
          </a:p>
        </p:txBody>
      </p:sp>
      <p:sp>
        <p:nvSpPr>
          <p:cNvPr id="8" name="Textplatzhalter 6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8094575" y="1486800"/>
            <a:ext cx="3618000" cy="45711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 marL="252000" indent="-252000">
              <a:spcBef>
                <a:spcPts val="400"/>
              </a:spcBef>
              <a:buFont typeface="VW Text Office" panose="020B0503040200000003" pitchFamily="34" charset="0"/>
              <a:buChar char="–"/>
              <a:defRPr sz="1800"/>
            </a:lvl3pPr>
            <a:lvl4pPr marL="252000" indent="-252000">
              <a:spcBef>
                <a:spcPts val="400"/>
              </a:spcBef>
              <a:buFont typeface="VW Text Office" panose="020B0503040200000003" pitchFamily="34" charset="0"/>
              <a:buChar char="–"/>
              <a:defRPr sz="1800"/>
            </a:lvl4pPr>
          </a:lstStyle>
          <a:p>
            <a:pPr lvl="0"/>
            <a:r>
              <a:rPr lang="en-US" noProof="0"/>
              <a:t>Placeholder Subtitle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Third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78801" y="1486800"/>
            <a:ext cx="7423940" cy="4571100"/>
          </a:xfrm>
          <a:pattFill prst="wdUpDiag">
            <a:fgClr>
              <a:schemeClr val="accent6"/>
            </a:fgClr>
            <a:bgClr>
              <a:schemeClr val="accent6">
                <a:lumMod val="20000"/>
                <a:lumOff val="80000"/>
              </a:schemeClr>
            </a:bgClr>
          </a:pattFill>
        </p:spPr>
        <p:txBody>
          <a:bodyPr vert="horz" wrap="square" lIns="0" tIns="1692000" rIns="0" bIns="0" rtlCol="0">
            <a:noAutofit/>
          </a:bodyPr>
          <a:lstStyle>
            <a:lvl1pPr algn="ctr">
              <a:defRPr lang="en-US" dirty="0">
                <a:latin typeface="+mj-lt"/>
              </a:defRPr>
            </a:lvl1pPr>
          </a:lstStyle>
          <a:p>
            <a:pPr lvl="0" algn="ctr"/>
            <a:r>
              <a:rPr lang="en-US" noProof="0"/>
              <a:t>Insert an image by clicking on symbol below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BA20E7A-8262-4FB8-9C89-14C4811BC6E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 noProof="0"/>
              <a:t>Creation date: mm.dd.yy | Responsible department for filing: xxxx-xx | CSD-Class: xx.x – xx years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729934-6A43-41FB-9235-7C7F5730E6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D9249B2F-9173-48D3-A5BC-90A6758C671B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435595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bullets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19525EAE-C26C-4A66-9F38-94E8B71BC77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73624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6" name="think-cell Folie" r:id="rId5" imgW="344" imgH="345" progId="TCLayout.ActiveDocument.1">
                  <p:embed/>
                </p:oleObj>
              </mc:Choice>
              <mc:Fallback>
                <p:oleObj name="think-cell Folie" r:id="rId5" imgW="344" imgH="345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19525EAE-C26C-4A66-9F38-94E8B71BC7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>
            <a:extLst>
              <a:ext uri="{FF2B5EF4-FFF2-40B4-BE49-F238E27FC236}">
                <a16:creationId xmlns:a16="http://schemas.microsoft.com/office/drawing/2014/main" id="{FFEAA369-5E34-43AB-B74B-B1CD17475BE6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600" b="0" i="0" baseline="0">
              <a:solidFill>
                <a:schemeClr val="tx1"/>
              </a:solidFill>
              <a:latin typeface="VW Head Office Bold" panose="020B0803040200000003" pitchFamily="34" charset="0"/>
              <a:ea typeface="+mj-ea"/>
              <a:cs typeface="+mj-cs"/>
              <a:sym typeface="VW Head Office Bold" panose="020B0803040200000003" pitchFamily="34" charset="0"/>
            </a:endParaRP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B365DD1F-E103-4D8F-81A3-7E80E5BAAF2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9425" y="669698"/>
            <a:ext cx="11233150" cy="3600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spc="10" baseline="0"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2600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600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600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600">
                <a:latin typeface="+mn-lt"/>
              </a:defRPr>
            </a:lvl5pPr>
          </a:lstStyle>
          <a:p>
            <a:pPr lvl="0"/>
            <a:r>
              <a:rPr lang="en-US" noProof="0"/>
              <a:t>Placeholder subtitle (optional)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 b="0"/>
            </a:lvl1pPr>
          </a:lstStyle>
          <a:p>
            <a:r>
              <a:rPr lang="en-US" noProof="0"/>
              <a:t>Placeholder slide title</a:t>
            </a:r>
          </a:p>
        </p:txBody>
      </p:sp>
      <p:sp>
        <p:nvSpPr>
          <p:cNvPr id="9" name="Textplatzhalter 6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9424" y="4389108"/>
            <a:ext cx="5508000" cy="1668792"/>
          </a:xfrm>
        </p:spPr>
        <p:txBody>
          <a:bodyPr/>
          <a:lstStyle>
            <a:lvl1pPr marL="252000" indent="-252000">
              <a:spcBef>
                <a:spcPts val="400"/>
              </a:spcBef>
              <a:buFont typeface="VW Text Office" panose="020B0503040200000003" pitchFamily="34" charset="0"/>
              <a:buChar char="–"/>
              <a:defRPr sz="1800">
                <a:latin typeface="+mn-lt"/>
              </a:defRPr>
            </a:lvl1pPr>
            <a:lvl2pPr marL="252000" indent="-252000">
              <a:spcBef>
                <a:spcPts val="400"/>
              </a:spcBef>
              <a:buFont typeface="VW Text Office" panose="020B0503040200000003" pitchFamily="34" charset="0"/>
              <a:buChar char="–"/>
              <a:defRPr sz="1800">
                <a:latin typeface="+mn-lt"/>
              </a:defRPr>
            </a:lvl2pPr>
            <a:lvl3pPr marL="252000" indent="-252000">
              <a:spcBef>
                <a:spcPts val="400"/>
              </a:spcBef>
              <a:buFont typeface="VW Text Office" panose="020B0503040200000003" pitchFamily="34" charset="0"/>
              <a:buChar char="–"/>
              <a:defRPr sz="1800">
                <a:latin typeface="+mn-lt"/>
              </a:defRPr>
            </a:lvl3pPr>
            <a:lvl4pPr marL="252000" indent="-252000">
              <a:spcBef>
                <a:spcPts val="400"/>
              </a:spcBef>
              <a:buFont typeface="VW Text Office" panose="020B0503040200000003" pitchFamily="34" charset="0"/>
              <a:buChar char="–"/>
              <a:defRPr sz="1800">
                <a:latin typeface="+mn-lt"/>
              </a:defRPr>
            </a:lvl4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 noProof="0"/>
              <a:t>First level</a:t>
            </a:r>
          </a:p>
          <a:p>
            <a:pPr lvl="2"/>
            <a:r>
              <a:rPr lang="en-US" noProof="0"/>
              <a:t>First level</a:t>
            </a:r>
          </a:p>
          <a:p>
            <a:pPr lvl="3"/>
            <a:r>
              <a:rPr lang="en-US" noProof="0"/>
              <a:t>First level</a:t>
            </a:r>
          </a:p>
          <a:p>
            <a:pPr lvl="2"/>
            <a:r>
              <a:rPr lang="en-US" noProof="0"/>
              <a:t>First level</a:t>
            </a:r>
          </a:p>
        </p:txBody>
      </p:sp>
      <p:sp>
        <p:nvSpPr>
          <p:cNvPr id="11" name="Bildplatzhalter 3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79425" y="1486800"/>
            <a:ext cx="5508000" cy="2737486"/>
          </a:xfrm>
          <a:pattFill prst="wdUpDiag">
            <a:fgClr>
              <a:schemeClr val="accent6"/>
            </a:fgClr>
            <a:bgClr>
              <a:schemeClr val="accent6">
                <a:lumMod val="20000"/>
                <a:lumOff val="80000"/>
              </a:schemeClr>
            </a:bgClr>
          </a:pattFill>
        </p:spPr>
        <p:txBody>
          <a:bodyPr vert="horz" wrap="square" lIns="0" tIns="792000" rIns="0" bIns="0" rtlCol="0">
            <a:noAutofit/>
          </a:bodyPr>
          <a:lstStyle>
            <a:lvl1pPr algn="ctr">
              <a:defRPr lang="en-US" dirty="0">
                <a:latin typeface="+mj-lt"/>
              </a:defRPr>
            </a:lvl1pPr>
          </a:lstStyle>
          <a:p>
            <a:pPr lvl="0" algn="ctr"/>
            <a:r>
              <a:rPr lang="en-US" noProof="0"/>
              <a:t>Insert an image by clicking on symbol below</a:t>
            </a:r>
          </a:p>
        </p:txBody>
      </p:sp>
      <p:sp>
        <p:nvSpPr>
          <p:cNvPr id="12" name="Bildplatzhalter 3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203950" y="1486800"/>
            <a:ext cx="5508625" cy="2737486"/>
          </a:xfrm>
          <a:pattFill prst="wdUpDiag">
            <a:fgClr>
              <a:schemeClr val="accent6"/>
            </a:fgClr>
            <a:bgClr>
              <a:schemeClr val="accent6">
                <a:lumMod val="20000"/>
                <a:lumOff val="80000"/>
              </a:schemeClr>
            </a:bgClr>
          </a:pattFill>
        </p:spPr>
        <p:txBody>
          <a:bodyPr vert="horz" wrap="square" lIns="0" tIns="792000" rIns="0" bIns="0" rtlCol="0">
            <a:noAutofit/>
          </a:bodyPr>
          <a:lstStyle>
            <a:lvl1pPr algn="ctr">
              <a:defRPr lang="en-US" dirty="0">
                <a:latin typeface="+mj-lt"/>
              </a:defRPr>
            </a:lvl1pPr>
          </a:lstStyle>
          <a:p>
            <a:pPr lvl="0" algn="ctr"/>
            <a:r>
              <a:rPr lang="en-US" noProof="0"/>
              <a:t>Insert an image by clicking on symbol below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A6925FD-1D02-4673-B015-E36AC91B0D2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gray"/>
        <p:txBody>
          <a:bodyPr/>
          <a:lstStyle/>
          <a:p>
            <a:r>
              <a:rPr lang="en-US" noProof="0"/>
              <a:t>Creation date: mm.dd.yy | Responsible department for filing: xxxx-xx | CSD-Class: xx.x – xx years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2B971F-4CF5-4893-9C89-D3BFDF94463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 bwMode="gray"/>
        <p:txBody>
          <a:bodyPr/>
          <a:lstStyle/>
          <a:p>
            <a:fld id="{D9249B2F-9173-48D3-A5BC-90A6758C671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C5932EDF-8463-4A4F-B073-ED3490C1F03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6204575" y="4389108"/>
            <a:ext cx="5508000" cy="1668792"/>
          </a:xfrm>
        </p:spPr>
        <p:txBody>
          <a:bodyPr/>
          <a:lstStyle>
            <a:lvl1pPr marL="252000" indent="-252000">
              <a:spcBef>
                <a:spcPts val="400"/>
              </a:spcBef>
              <a:buFont typeface="VW Text Office" panose="020B0503040200000003" pitchFamily="34" charset="0"/>
              <a:buChar char="–"/>
              <a:defRPr sz="1800">
                <a:latin typeface="+mn-lt"/>
              </a:defRPr>
            </a:lvl1pPr>
            <a:lvl2pPr marL="252000" indent="-252000">
              <a:spcBef>
                <a:spcPts val="400"/>
              </a:spcBef>
              <a:buFont typeface="VW Text Office" panose="020B0503040200000003" pitchFamily="34" charset="0"/>
              <a:buChar char="–"/>
              <a:defRPr sz="1800">
                <a:latin typeface="+mn-lt"/>
              </a:defRPr>
            </a:lvl2pPr>
            <a:lvl3pPr marL="252000" indent="-252000">
              <a:spcBef>
                <a:spcPts val="400"/>
              </a:spcBef>
              <a:buFont typeface="VW Text Office" panose="020B0503040200000003" pitchFamily="34" charset="0"/>
              <a:buChar char="–"/>
              <a:defRPr sz="1800">
                <a:latin typeface="+mn-lt"/>
              </a:defRPr>
            </a:lvl3pPr>
            <a:lvl4pPr marL="252000" indent="-252000">
              <a:spcBef>
                <a:spcPts val="400"/>
              </a:spcBef>
              <a:buFont typeface="VW Text Office" panose="020B0503040200000003" pitchFamily="34" charset="0"/>
              <a:buChar char="–"/>
              <a:defRPr sz="1800">
                <a:latin typeface="+mn-lt"/>
              </a:defRPr>
            </a:lvl4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 noProof="0"/>
              <a:t>First level</a:t>
            </a:r>
          </a:p>
          <a:p>
            <a:pPr lvl="2"/>
            <a:r>
              <a:rPr lang="en-US" noProof="0"/>
              <a:t>First level</a:t>
            </a:r>
          </a:p>
          <a:p>
            <a:pPr lvl="3"/>
            <a:r>
              <a:rPr lang="en-US" noProof="0"/>
              <a:t>First level</a:t>
            </a:r>
          </a:p>
          <a:p>
            <a:pPr lvl="2"/>
            <a:r>
              <a:rPr lang="en-US" noProof="0"/>
              <a:t>First level</a:t>
            </a:r>
          </a:p>
        </p:txBody>
      </p:sp>
    </p:spTree>
    <p:extLst>
      <p:ext uri="{BB962C8B-B14F-4D97-AF65-F5344CB8AC3E}">
        <p14:creationId xmlns:p14="http://schemas.microsoft.com/office/powerpoint/2010/main" val="35561347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and bullets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352E5FD6-8629-4E5E-9082-A8583932218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468061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0" name="think-cell Folie" r:id="rId5" imgW="344" imgH="345" progId="TCLayout.ActiveDocument.1">
                  <p:embed/>
                </p:oleObj>
              </mc:Choice>
              <mc:Fallback>
                <p:oleObj name="think-cell Folie" r:id="rId5" imgW="344" imgH="345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352E5FD6-8629-4E5E-9082-A858393221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>
            <a:extLst>
              <a:ext uri="{FF2B5EF4-FFF2-40B4-BE49-F238E27FC236}">
                <a16:creationId xmlns:a16="http://schemas.microsoft.com/office/drawing/2014/main" id="{C5616770-D3B7-4783-AED4-2194F08FB8DE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600" b="0" i="0" baseline="0">
              <a:solidFill>
                <a:schemeClr val="tx1"/>
              </a:solidFill>
              <a:latin typeface="VW Head Office Bold" panose="020B0803040200000003" pitchFamily="34" charset="0"/>
              <a:ea typeface="+mj-ea"/>
              <a:cs typeface="+mj-cs"/>
              <a:sym typeface="VW Head Office Bold" panose="020B0803040200000003" pitchFamily="34" charset="0"/>
            </a:endParaRPr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CF1180AD-4747-4BD8-B429-434156C144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669698"/>
            <a:ext cx="11233150" cy="3600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spc="10" baseline="0"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2600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600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600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600">
                <a:latin typeface="+mn-lt"/>
              </a:defRPr>
            </a:lvl5pPr>
          </a:lstStyle>
          <a:p>
            <a:pPr lvl="0"/>
            <a:r>
              <a:rPr lang="en-US" noProof="0"/>
              <a:t>Placeholder subtitle (optional)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 b="0"/>
            </a:lvl1pPr>
          </a:lstStyle>
          <a:p>
            <a:r>
              <a:rPr lang="en-US" noProof="0"/>
              <a:t>Placeholder slide title</a:t>
            </a:r>
          </a:p>
        </p:txBody>
      </p:sp>
      <p:sp>
        <p:nvSpPr>
          <p:cNvPr id="13" name="Bildplatzhalter 3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479425" y="1486800"/>
            <a:ext cx="3616720" cy="2736738"/>
          </a:xfrm>
          <a:pattFill prst="wdUpDiag">
            <a:fgClr>
              <a:schemeClr val="accent6"/>
            </a:fgClr>
            <a:bgClr>
              <a:schemeClr val="accent6">
                <a:lumMod val="20000"/>
                <a:lumOff val="80000"/>
              </a:schemeClr>
            </a:bgClr>
          </a:pattFill>
        </p:spPr>
        <p:txBody>
          <a:bodyPr vert="horz" wrap="square" lIns="0" tIns="504000" rIns="0" bIns="0" rtlCol="0">
            <a:noAutofit/>
          </a:bodyPr>
          <a:lstStyle>
            <a:lvl1pPr algn="ctr">
              <a:defRPr lang="en-US" dirty="0">
                <a:latin typeface="+mj-lt"/>
              </a:defRPr>
            </a:lvl1pPr>
          </a:lstStyle>
          <a:p>
            <a:pPr lvl="0" algn="ctr"/>
            <a:r>
              <a:rPr lang="en-US" noProof="0"/>
              <a:t>Insert an image by clicking on symbol below</a:t>
            </a:r>
          </a:p>
        </p:txBody>
      </p:sp>
      <p:sp>
        <p:nvSpPr>
          <p:cNvPr id="14" name="Bildplatzhalter 3"/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4286021" y="1486800"/>
            <a:ext cx="3616720" cy="2736738"/>
          </a:xfrm>
          <a:pattFill prst="wdUpDiag">
            <a:fgClr>
              <a:schemeClr val="accent6"/>
            </a:fgClr>
            <a:bgClr>
              <a:schemeClr val="accent6">
                <a:lumMod val="20000"/>
                <a:lumOff val="80000"/>
              </a:schemeClr>
            </a:bgClr>
          </a:pattFill>
        </p:spPr>
        <p:txBody>
          <a:bodyPr vert="horz" wrap="square" lIns="0" tIns="504000" rIns="0" bIns="0" rtlCol="0">
            <a:noAutofit/>
          </a:bodyPr>
          <a:lstStyle>
            <a:lvl1pPr algn="ctr">
              <a:defRPr lang="en-US" dirty="0">
                <a:latin typeface="+mj-lt"/>
              </a:defRPr>
            </a:lvl1pPr>
          </a:lstStyle>
          <a:p>
            <a:pPr lvl="0" algn="ctr"/>
            <a:r>
              <a:rPr lang="en-US" noProof="0"/>
              <a:t>Insert an image by clicking on symbol below</a:t>
            </a:r>
          </a:p>
        </p:txBody>
      </p:sp>
      <p:sp>
        <p:nvSpPr>
          <p:cNvPr id="15" name="Bildplatzhalter 3"/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8098470" y="1486800"/>
            <a:ext cx="3618000" cy="2736738"/>
          </a:xfrm>
          <a:pattFill prst="wdUpDiag">
            <a:fgClr>
              <a:schemeClr val="accent6"/>
            </a:fgClr>
            <a:bgClr>
              <a:schemeClr val="accent6">
                <a:lumMod val="20000"/>
                <a:lumOff val="80000"/>
              </a:schemeClr>
            </a:bgClr>
          </a:pattFill>
        </p:spPr>
        <p:txBody>
          <a:bodyPr vert="horz" wrap="square" lIns="0" tIns="504000" rIns="0" bIns="0" rtlCol="0">
            <a:noAutofit/>
          </a:bodyPr>
          <a:lstStyle>
            <a:lvl1pPr algn="ctr">
              <a:defRPr lang="en-US" dirty="0">
                <a:latin typeface="+mj-lt"/>
              </a:defRPr>
            </a:lvl1pPr>
          </a:lstStyle>
          <a:p>
            <a:pPr lvl="0" algn="ctr"/>
            <a:r>
              <a:rPr lang="en-US" noProof="0"/>
              <a:t>Insert an image by clicking on symbol below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B4597746-4CFC-4AD5-A9BC-19E64941D86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 bwMode="gray"/>
        <p:txBody>
          <a:bodyPr/>
          <a:lstStyle/>
          <a:p>
            <a:r>
              <a:rPr lang="en-US" noProof="0"/>
              <a:t>Creation date: mm.dd.yy | Responsible department for filing: xxxx-xx | CSD-Class: xx.x – xx years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9EE4FCD-AFA3-4CE3-A67B-5E188964557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 bwMode="gray"/>
        <p:txBody>
          <a:bodyPr/>
          <a:lstStyle/>
          <a:p>
            <a:fld id="{D9249B2F-9173-48D3-A5BC-90A6758C671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97DDB8A1-E4BF-4FC7-B158-50F2CA4C3B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9424" y="4389108"/>
            <a:ext cx="3616720" cy="1668792"/>
          </a:xfrm>
        </p:spPr>
        <p:txBody>
          <a:bodyPr/>
          <a:lstStyle>
            <a:lvl1pPr marL="252000" indent="-252000">
              <a:spcBef>
                <a:spcPts val="400"/>
              </a:spcBef>
              <a:buFont typeface="VW Text Office" panose="020B0503040200000003" pitchFamily="34" charset="0"/>
              <a:buChar char="–"/>
              <a:defRPr sz="1800">
                <a:latin typeface="+mn-lt"/>
              </a:defRPr>
            </a:lvl1pPr>
            <a:lvl2pPr marL="252000" indent="-252000">
              <a:spcBef>
                <a:spcPts val="400"/>
              </a:spcBef>
              <a:buFont typeface="VW Text Office" panose="020B0503040200000003" pitchFamily="34" charset="0"/>
              <a:buChar char="–"/>
              <a:defRPr sz="1800">
                <a:latin typeface="+mn-lt"/>
              </a:defRPr>
            </a:lvl2pPr>
            <a:lvl3pPr marL="252000" indent="-252000">
              <a:spcBef>
                <a:spcPts val="400"/>
              </a:spcBef>
              <a:buFont typeface="VW Text Office" panose="020B0503040200000003" pitchFamily="34" charset="0"/>
              <a:buChar char="–"/>
              <a:defRPr sz="1800">
                <a:latin typeface="+mn-lt"/>
              </a:defRPr>
            </a:lvl3pPr>
            <a:lvl4pPr marL="252000" indent="-252000">
              <a:spcBef>
                <a:spcPts val="400"/>
              </a:spcBef>
              <a:buFont typeface="VW Text Office" panose="020B0503040200000003" pitchFamily="34" charset="0"/>
              <a:buChar char="–"/>
              <a:defRPr sz="1800">
                <a:latin typeface="+mn-lt"/>
              </a:defRPr>
            </a:lvl4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 noProof="0"/>
              <a:t>First level</a:t>
            </a:r>
          </a:p>
          <a:p>
            <a:pPr lvl="2"/>
            <a:r>
              <a:rPr lang="en-US" noProof="0"/>
              <a:t>First level</a:t>
            </a:r>
          </a:p>
          <a:p>
            <a:pPr lvl="3"/>
            <a:r>
              <a:rPr lang="en-US" noProof="0"/>
              <a:t>First level</a:t>
            </a:r>
          </a:p>
          <a:p>
            <a:pPr lvl="2"/>
            <a:r>
              <a:rPr lang="en-US" noProof="0"/>
              <a:t>First level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DAF48C35-A1AE-4084-A511-7E133A688B9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4286021" y="4389108"/>
            <a:ext cx="3616720" cy="1668792"/>
          </a:xfrm>
        </p:spPr>
        <p:txBody>
          <a:bodyPr/>
          <a:lstStyle>
            <a:lvl1pPr marL="252000" indent="-252000">
              <a:spcBef>
                <a:spcPts val="400"/>
              </a:spcBef>
              <a:buFont typeface="VW Text Office" panose="020B0503040200000003" pitchFamily="34" charset="0"/>
              <a:buChar char="–"/>
              <a:defRPr sz="1800">
                <a:latin typeface="+mn-lt"/>
              </a:defRPr>
            </a:lvl1pPr>
            <a:lvl2pPr marL="252000" indent="-252000">
              <a:spcBef>
                <a:spcPts val="400"/>
              </a:spcBef>
              <a:buFont typeface="VW Text Office" panose="020B0503040200000003" pitchFamily="34" charset="0"/>
              <a:buChar char="–"/>
              <a:defRPr sz="1800">
                <a:latin typeface="+mn-lt"/>
              </a:defRPr>
            </a:lvl2pPr>
            <a:lvl3pPr marL="252000" indent="-252000">
              <a:spcBef>
                <a:spcPts val="400"/>
              </a:spcBef>
              <a:buFont typeface="VW Text Office" panose="020B0503040200000003" pitchFamily="34" charset="0"/>
              <a:buChar char="–"/>
              <a:defRPr sz="1800">
                <a:latin typeface="+mn-lt"/>
              </a:defRPr>
            </a:lvl3pPr>
            <a:lvl4pPr marL="252000" indent="-252000">
              <a:spcBef>
                <a:spcPts val="400"/>
              </a:spcBef>
              <a:buFont typeface="VW Text Office" panose="020B0503040200000003" pitchFamily="34" charset="0"/>
              <a:buChar char="–"/>
              <a:defRPr sz="1800">
                <a:latin typeface="+mn-lt"/>
              </a:defRPr>
            </a:lvl4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 noProof="0"/>
              <a:t>First level</a:t>
            </a:r>
          </a:p>
          <a:p>
            <a:pPr lvl="2"/>
            <a:r>
              <a:rPr lang="en-US" noProof="0"/>
              <a:t>First level</a:t>
            </a:r>
          </a:p>
          <a:p>
            <a:pPr lvl="3"/>
            <a:r>
              <a:rPr lang="en-US" noProof="0"/>
              <a:t>First level</a:t>
            </a:r>
          </a:p>
          <a:p>
            <a:pPr lvl="2"/>
            <a:r>
              <a:rPr lang="en-US" noProof="0"/>
              <a:t>First level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9B1CFAFA-008F-4583-A31B-2D0CFC378FE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8099750" y="4389108"/>
            <a:ext cx="3616720" cy="1668792"/>
          </a:xfrm>
        </p:spPr>
        <p:txBody>
          <a:bodyPr/>
          <a:lstStyle>
            <a:lvl1pPr marL="252000" indent="-252000">
              <a:spcBef>
                <a:spcPts val="400"/>
              </a:spcBef>
              <a:buFont typeface="VW Text Office" panose="020B0503040200000003" pitchFamily="34" charset="0"/>
              <a:buChar char="–"/>
              <a:defRPr sz="1800">
                <a:latin typeface="+mn-lt"/>
              </a:defRPr>
            </a:lvl1pPr>
            <a:lvl2pPr marL="252000" indent="-252000">
              <a:spcBef>
                <a:spcPts val="400"/>
              </a:spcBef>
              <a:buFont typeface="VW Text Office" panose="020B0503040200000003" pitchFamily="34" charset="0"/>
              <a:buChar char="–"/>
              <a:defRPr sz="1800">
                <a:latin typeface="+mn-lt"/>
              </a:defRPr>
            </a:lvl2pPr>
            <a:lvl3pPr marL="252000" indent="-252000">
              <a:spcBef>
                <a:spcPts val="400"/>
              </a:spcBef>
              <a:buFont typeface="VW Text Office" panose="020B0503040200000003" pitchFamily="34" charset="0"/>
              <a:buChar char="–"/>
              <a:defRPr sz="1800">
                <a:latin typeface="+mn-lt"/>
              </a:defRPr>
            </a:lvl3pPr>
            <a:lvl4pPr marL="252000" indent="-252000">
              <a:spcBef>
                <a:spcPts val="400"/>
              </a:spcBef>
              <a:buFont typeface="VW Text Office" panose="020B0503040200000003" pitchFamily="34" charset="0"/>
              <a:buChar char="–"/>
              <a:defRPr sz="1800">
                <a:latin typeface="+mn-lt"/>
              </a:defRPr>
            </a:lvl4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 noProof="0"/>
              <a:t>First level</a:t>
            </a:r>
          </a:p>
          <a:p>
            <a:pPr lvl="2"/>
            <a:r>
              <a:rPr lang="en-US" noProof="0"/>
              <a:t>First level</a:t>
            </a:r>
          </a:p>
          <a:p>
            <a:pPr lvl="3"/>
            <a:r>
              <a:rPr lang="en-US" noProof="0"/>
              <a:t>First level</a:t>
            </a:r>
          </a:p>
          <a:p>
            <a:pPr lvl="2"/>
            <a:r>
              <a:rPr lang="en-US" noProof="0"/>
              <a:t>First level</a:t>
            </a:r>
          </a:p>
        </p:txBody>
      </p:sp>
    </p:spTree>
    <p:extLst>
      <p:ext uri="{BB962C8B-B14F-4D97-AF65-F5344CB8AC3E}">
        <p14:creationId xmlns:p14="http://schemas.microsoft.com/office/powerpoint/2010/main" val="34785767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graph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79598C81-C499-4E66-9C1F-31A1B8E0C0F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675985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4" name="think-cell Folie" r:id="rId5" imgW="344" imgH="345" progId="TCLayout.ActiveDocument.1">
                  <p:embed/>
                </p:oleObj>
              </mc:Choice>
              <mc:Fallback>
                <p:oleObj name="think-cell Folie" r:id="rId5" imgW="344" imgH="345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79598C81-C499-4E66-9C1F-31A1B8E0C0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>
            <a:extLst>
              <a:ext uri="{FF2B5EF4-FFF2-40B4-BE49-F238E27FC236}">
                <a16:creationId xmlns:a16="http://schemas.microsoft.com/office/drawing/2014/main" id="{9F4F20C6-B8F2-460A-B37B-DC849180103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600" b="0" i="0" baseline="0">
              <a:solidFill>
                <a:schemeClr val="tx1"/>
              </a:solidFill>
              <a:latin typeface="VW Head Office Bold" panose="020B0803040200000003" pitchFamily="34" charset="0"/>
              <a:ea typeface="+mj-ea"/>
              <a:cs typeface="+mj-cs"/>
              <a:sym typeface="VW Head Office Bold" panose="020B0803040200000003" pitchFamily="34" charset="0"/>
            </a:endParaRP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C87FD146-0C97-47F2-8F72-DB128B20BF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9425" y="669698"/>
            <a:ext cx="11233150" cy="3600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spc="10" baseline="0"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2600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600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600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600">
                <a:latin typeface="+mn-lt"/>
              </a:defRPr>
            </a:lvl5pPr>
          </a:lstStyle>
          <a:p>
            <a:pPr lvl="0"/>
            <a:r>
              <a:rPr lang="en-US" noProof="0"/>
              <a:t>Placeholder subtitle (optional)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79425" y="309600"/>
            <a:ext cx="11233150" cy="360099"/>
          </a:xfrm>
        </p:spPr>
        <p:txBody>
          <a:bodyPr>
            <a:spAutoFit/>
          </a:bodyPr>
          <a:lstStyle>
            <a:lvl1pPr>
              <a:defRPr b="0"/>
            </a:lvl1pPr>
          </a:lstStyle>
          <a:p>
            <a:r>
              <a:rPr lang="en-US" noProof="0"/>
              <a:t>Placeholder slide title</a:t>
            </a:r>
          </a:p>
        </p:txBody>
      </p:sp>
      <p:sp>
        <p:nvSpPr>
          <p:cNvPr id="8" name="Textplatzhalter 6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8800" y="1486800"/>
            <a:ext cx="11233150" cy="287259"/>
          </a:xfrm>
        </p:spPr>
        <p:txBody>
          <a:bodyPr wrap="square">
            <a:sp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Graph headline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446BE373-CBB6-412E-B05C-0A164925AD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800" y="1828429"/>
            <a:ext cx="11233150" cy="205184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1333" b="0">
                <a:latin typeface="+mn-lt"/>
              </a:defRPr>
            </a:lvl1pPr>
          </a:lstStyle>
          <a:p>
            <a:pPr lvl="0"/>
            <a:r>
              <a:rPr lang="en-US" noProof="0"/>
              <a:t>Value unit</a:t>
            </a:r>
          </a:p>
        </p:txBody>
      </p:sp>
      <p:sp>
        <p:nvSpPr>
          <p:cNvPr id="4" name="Diagrammplatzhalter 3">
            <a:extLst>
              <a:ext uri="{FF2B5EF4-FFF2-40B4-BE49-F238E27FC236}">
                <a16:creationId xmlns:a16="http://schemas.microsoft.com/office/drawing/2014/main" id="{8E40377A-F96B-46AF-BFDC-C3709E357D01}"/>
              </a:ext>
            </a:extLst>
          </p:cNvPr>
          <p:cNvSpPr>
            <a:spLocks noGrp="1"/>
          </p:cNvSpPr>
          <p:nvPr>
            <p:ph type="chart" sz="quarter" idx="16" hasCustomPrompt="1"/>
          </p:nvPr>
        </p:nvSpPr>
        <p:spPr bwMode="gray">
          <a:xfrm>
            <a:off x="478801" y="2348880"/>
            <a:ext cx="11233774" cy="3483102"/>
          </a:xfrm>
        </p:spPr>
        <p:txBody>
          <a:bodyPr tIns="1152000"/>
          <a:lstStyle>
            <a:lvl1pPr algn="ctr">
              <a:spcBef>
                <a:spcPts val="0"/>
              </a:spcBef>
              <a:defRPr>
                <a:latin typeface="+mn-lt"/>
              </a:defRPr>
            </a:lvl1pPr>
          </a:lstStyle>
          <a:p>
            <a:r>
              <a:rPr lang="en-US" noProof="0"/>
              <a:t>Insert a graph by clicking on symbol below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82A8F1D1-5EDA-4D11-80EC-E7437F5C2E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78801" y="5903404"/>
            <a:ext cx="11233150" cy="153888"/>
          </a:xfrm>
        </p:spPr>
        <p:txBody>
          <a:bodyPr wrap="square" anchor="b">
            <a:spAutoFit/>
          </a:bodyPr>
          <a:lstStyle>
            <a:lvl1pPr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pPr lvl="0"/>
            <a:r>
              <a:rPr lang="en-US" noProof="0"/>
              <a:t>* Space for Footnotes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BA6BB72-9F96-4521-83C5-C8202BDECDA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 bwMode="gray"/>
        <p:txBody>
          <a:bodyPr/>
          <a:lstStyle/>
          <a:p>
            <a:r>
              <a:rPr lang="en-US" noProof="0"/>
              <a:t>Creation date: mm.dd.yy | Responsible department for filing: xxxx-xx | CSD-Class: xx.x – xx years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5384AF-BAE1-4968-8830-F9A817BA96A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 bwMode="gray"/>
        <p:txBody>
          <a:bodyPr/>
          <a:lstStyle/>
          <a:p>
            <a:fld id="{D9249B2F-9173-48D3-A5BC-90A6758C671B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921852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">
    <p:bg bwMode="grayWhite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>
            <a:extLst>
              <a:ext uri="{FF2B5EF4-FFF2-40B4-BE49-F238E27FC236}">
                <a16:creationId xmlns:a16="http://schemas.microsoft.com/office/drawing/2014/main" id="{5DC8F6D9-31E0-48BE-922D-9DD19DDB3AA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896706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8"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2" name="Objekt 1" hidden="1">
                        <a:extLst>
                          <a:ext uri="{FF2B5EF4-FFF2-40B4-BE49-F238E27FC236}">
                            <a16:creationId xmlns:a16="http://schemas.microsoft.com/office/drawing/2014/main" id="{5DC8F6D9-31E0-48BE-922D-9DD19DDB3A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3F48B80C-05D9-497D-AABF-276FE584D9B2}"/>
              </a:ext>
            </a:extLst>
          </p:cNvPr>
          <p:cNvGrpSpPr/>
          <p:nvPr userDrawn="1"/>
        </p:nvGrpSpPr>
        <p:grpSpPr bwMode="black">
          <a:xfrm>
            <a:off x="-264684" y="-187656"/>
            <a:ext cx="12649383" cy="7255563"/>
            <a:chOff x="-264684" y="-187656"/>
            <a:chExt cx="12649383" cy="7255563"/>
          </a:xfrm>
        </p:grpSpPr>
        <p:cxnSp>
          <p:nvCxnSpPr>
            <p:cNvPr id="7" name="Gerade Verbindung 6">
              <a:extLst>
                <a:ext uri="{FF2B5EF4-FFF2-40B4-BE49-F238E27FC236}">
                  <a16:creationId xmlns:a16="http://schemas.microsoft.com/office/drawing/2014/main" id="{B5D30CB3-8DCE-46D4-97E1-433214D3DA8B}"/>
                </a:ext>
              </a:extLst>
            </p:cNvPr>
            <p:cNvCxnSpPr/>
            <p:nvPr userDrawn="1"/>
          </p:nvCxnSpPr>
          <p:spPr bwMode="black">
            <a:xfrm>
              <a:off x="480705" y="-187656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 Verbindung 7">
              <a:extLst>
                <a:ext uri="{FF2B5EF4-FFF2-40B4-BE49-F238E27FC236}">
                  <a16:creationId xmlns:a16="http://schemas.microsoft.com/office/drawing/2014/main" id="{2B0DA408-6F55-4CEE-B138-E0F8D54E8634}"/>
                </a:ext>
              </a:extLst>
            </p:cNvPr>
            <p:cNvCxnSpPr/>
            <p:nvPr userDrawn="1"/>
          </p:nvCxnSpPr>
          <p:spPr bwMode="black">
            <a:xfrm>
              <a:off x="11710670" y="-18088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 Verbindung 8">
              <a:extLst>
                <a:ext uri="{FF2B5EF4-FFF2-40B4-BE49-F238E27FC236}">
                  <a16:creationId xmlns:a16="http://schemas.microsoft.com/office/drawing/2014/main" id="{BD15980B-96EB-416D-9686-5DC14A7E4295}"/>
                </a:ext>
              </a:extLst>
            </p:cNvPr>
            <p:cNvCxnSpPr/>
            <p:nvPr userDrawn="1"/>
          </p:nvCxnSpPr>
          <p:spPr bwMode="black">
            <a:xfrm rot="16200000">
              <a:off x="-192684" y="1414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9">
              <a:extLst>
                <a:ext uri="{FF2B5EF4-FFF2-40B4-BE49-F238E27FC236}">
                  <a16:creationId xmlns:a16="http://schemas.microsoft.com/office/drawing/2014/main" id="{55B6DFA9-2A5E-4216-B385-ED4653DE7EF3}"/>
                </a:ext>
              </a:extLst>
            </p:cNvPr>
            <p:cNvCxnSpPr/>
            <p:nvPr userDrawn="1"/>
          </p:nvCxnSpPr>
          <p:spPr bwMode="black">
            <a:xfrm rot="16200000">
              <a:off x="12312699" y="1414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10">
              <a:extLst>
                <a:ext uri="{FF2B5EF4-FFF2-40B4-BE49-F238E27FC236}">
                  <a16:creationId xmlns:a16="http://schemas.microsoft.com/office/drawing/2014/main" id="{78C50E1E-999F-487D-AE03-C3F5E8BD9614}"/>
                </a:ext>
              </a:extLst>
            </p:cNvPr>
            <p:cNvCxnSpPr/>
            <p:nvPr userDrawn="1"/>
          </p:nvCxnSpPr>
          <p:spPr bwMode="black">
            <a:xfrm rot="16200000">
              <a:off x="-120684" y="5985050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11">
              <a:extLst>
                <a:ext uri="{FF2B5EF4-FFF2-40B4-BE49-F238E27FC236}">
                  <a16:creationId xmlns:a16="http://schemas.microsoft.com/office/drawing/2014/main" id="{174311A6-19DC-4DBF-AE75-457DB8F1C528}"/>
                </a:ext>
              </a:extLst>
            </p:cNvPr>
            <p:cNvCxnSpPr/>
            <p:nvPr userDrawn="1"/>
          </p:nvCxnSpPr>
          <p:spPr bwMode="black">
            <a:xfrm rot="16200000">
              <a:off x="12312699" y="5985050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12">
              <a:extLst>
                <a:ext uri="{FF2B5EF4-FFF2-40B4-BE49-F238E27FC236}">
                  <a16:creationId xmlns:a16="http://schemas.microsoft.com/office/drawing/2014/main" id="{9F35A458-21F3-418D-887A-69587105507B}"/>
                </a:ext>
              </a:extLst>
            </p:cNvPr>
            <p:cNvCxnSpPr/>
            <p:nvPr userDrawn="1"/>
          </p:nvCxnSpPr>
          <p:spPr bwMode="black">
            <a:xfrm>
              <a:off x="480705" y="6917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13">
              <a:extLst>
                <a:ext uri="{FF2B5EF4-FFF2-40B4-BE49-F238E27FC236}">
                  <a16:creationId xmlns:a16="http://schemas.microsoft.com/office/drawing/2014/main" id="{DF76FF84-1817-43D6-8D3D-E892DF6962E7}"/>
                </a:ext>
              </a:extLst>
            </p:cNvPr>
            <p:cNvCxnSpPr/>
            <p:nvPr userDrawn="1"/>
          </p:nvCxnSpPr>
          <p:spPr bwMode="black">
            <a:xfrm>
              <a:off x="11710670" y="6923907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 Verbindung 18">
              <a:extLst>
                <a:ext uri="{FF2B5EF4-FFF2-40B4-BE49-F238E27FC236}">
                  <a16:creationId xmlns:a16="http://schemas.microsoft.com/office/drawing/2014/main" id="{D1D289C6-584D-4CF9-B5D1-6409C57CAA64}"/>
                </a:ext>
              </a:extLst>
            </p:cNvPr>
            <p:cNvCxnSpPr/>
            <p:nvPr userDrawn="1"/>
          </p:nvCxnSpPr>
          <p:spPr bwMode="black">
            <a:xfrm>
              <a:off x="5985348" y="-18088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19">
              <a:extLst>
                <a:ext uri="{FF2B5EF4-FFF2-40B4-BE49-F238E27FC236}">
                  <a16:creationId xmlns:a16="http://schemas.microsoft.com/office/drawing/2014/main" id="{74D7AAC8-1BD6-4C07-B979-66A0BBBDB3E6}"/>
                </a:ext>
              </a:extLst>
            </p:cNvPr>
            <p:cNvCxnSpPr/>
            <p:nvPr userDrawn="1"/>
          </p:nvCxnSpPr>
          <p:spPr bwMode="black">
            <a:xfrm>
              <a:off x="6205221" y="-18088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18">
              <a:extLst>
                <a:ext uri="{FF2B5EF4-FFF2-40B4-BE49-F238E27FC236}">
                  <a16:creationId xmlns:a16="http://schemas.microsoft.com/office/drawing/2014/main" id="{687F72D4-D5E5-4D2A-A2DB-EF12840AFE4C}"/>
                </a:ext>
              </a:extLst>
            </p:cNvPr>
            <p:cNvCxnSpPr/>
            <p:nvPr userDrawn="1"/>
          </p:nvCxnSpPr>
          <p:spPr bwMode="black">
            <a:xfrm>
              <a:off x="5985348" y="6917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 Verbindung 19">
              <a:extLst>
                <a:ext uri="{FF2B5EF4-FFF2-40B4-BE49-F238E27FC236}">
                  <a16:creationId xmlns:a16="http://schemas.microsoft.com/office/drawing/2014/main" id="{1EB03215-3361-4031-8434-704F8E154B32}"/>
                </a:ext>
              </a:extLst>
            </p:cNvPr>
            <p:cNvCxnSpPr/>
            <p:nvPr userDrawn="1"/>
          </p:nvCxnSpPr>
          <p:spPr bwMode="black">
            <a:xfrm>
              <a:off x="6205221" y="6917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platzhalter 6"/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479425" y="1797053"/>
            <a:ext cx="11233150" cy="650838"/>
          </a:xfrm>
        </p:spPr>
        <p:txBody>
          <a:bodyPr wrap="square" lIns="0" tIns="360000">
            <a:spAutoFit/>
          </a:bodyPr>
          <a:lstStyle>
            <a:lvl1pPr>
              <a:spcBef>
                <a:spcPts val="267"/>
              </a:spcBef>
              <a:defRPr>
                <a:solidFill>
                  <a:schemeClr val="bg1"/>
                </a:solidFill>
                <a:latin typeface="VW Text Office" panose="020B05030402000000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Contact slide</a:t>
            </a:r>
          </a:p>
        </p:txBody>
      </p:sp>
      <p:sp>
        <p:nvSpPr>
          <p:cNvPr id="9" name="Textplatzhalter 6"/>
          <p:cNvSpPr>
            <a:spLocks noGrp="1"/>
          </p:cNvSpPr>
          <p:nvPr>
            <p:ph type="body" sz="quarter" idx="16" hasCustomPrompt="1"/>
          </p:nvPr>
        </p:nvSpPr>
        <p:spPr bwMode="black">
          <a:xfrm>
            <a:off x="479425" y="4200076"/>
            <a:ext cx="11233150" cy="287259"/>
          </a:xfrm>
        </p:spPr>
        <p:txBody>
          <a:bodyPr wrap="square" lIns="0" tIns="0">
            <a:spAutoFit/>
          </a:bodyPr>
          <a:lstStyle>
            <a:lvl1pPr>
              <a:spcBef>
                <a:spcPts val="267"/>
              </a:spcBef>
              <a:defRPr lang="en-GB" dirty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r>
              <a:rPr lang="en-US" noProof="0">
                <a:latin typeface="+mj-lt"/>
              </a:rPr>
              <a:t>As of 00. Month 2019 I Version X.X</a:t>
            </a:r>
          </a:p>
        </p:txBody>
      </p:sp>
      <p:sp>
        <p:nvSpPr>
          <p:cNvPr id="5" name="Textplatzhalter 12">
            <a:extLst>
              <a:ext uri="{FF2B5EF4-FFF2-40B4-BE49-F238E27FC236}">
                <a16:creationId xmlns:a16="http://schemas.microsoft.com/office/drawing/2014/main" id="{A8F370A3-3FE8-42DA-99D5-8A312E4C6DF0}"/>
              </a:ext>
            </a:extLst>
          </p:cNvPr>
          <p:cNvSpPr txBox="1">
            <a:spLocks noChangeAspect="1"/>
          </p:cNvSpPr>
          <p:nvPr userDrawn="1"/>
        </p:nvSpPr>
        <p:spPr bwMode="black">
          <a:xfrm>
            <a:off x="11309424" y="6282903"/>
            <a:ext cx="403200" cy="402611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>
            <a:lvl1pPr marL="0" indent="0" algn="l" defTabSz="1219140" rtl="0" eaLnBrk="1" latinLnBrk="0" hangingPunct="1">
              <a:spcBef>
                <a:spcPts val="1200"/>
              </a:spcBef>
              <a:buFont typeface="Arial" panose="020B0604020202020204" pitchFamily="34" charset="0"/>
              <a:buNone/>
              <a:defRPr sz="100" b="0" kern="1200">
                <a:noFill/>
                <a:latin typeface="VW Head Office Bold" panose="020B0803040200000003" pitchFamily="34" charset="0"/>
                <a:ea typeface="+mn-ea"/>
                <a:cs typeface="+mn-cs"/>
              </a:defRPr>
            </a:lvl1pPr>
            <a:lvl2pPr marL="0" indent="0" algn="l" defTabSz="1219140" rtl="0" eaLnBrk="1" latinLnBrk="0" hangingPunct="1">
              <a:spcBef>
                <a:spcPts val="10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1219140" rtl="0" eaLnBrk="1" latinLnBrk="0" hangingPunct="1">
              <a:spcBef>
                <a:spcPts val="400"/>
              </a:spcBef>
              <a:buFont typeface="VW Text Office" panose="020B0503040200000003" pitchFamily="34" charset="0"/>
              <a:buChar char="–"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9989" indent="-239989" algn="l" defTabSz="1219140" rtl="0" eaLnBrk="1" latinLnBrk="0" hangingPunct="1">
              <a:spcBef>
                <a:spcPts val="267"/>
              </a:spcBef>
              <a:buFont typeface="Arial" panose="020B0604020202020204" pitchFamily="34" charset="0"/>
              <a:buChar char="•"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989" indent="-239989" algn="l" defTabSz="1219140" rtl="0" eaLnBrk="1" latinLnBrk="0" hangingPunct="1">
              <a:spcBef>
                <a:spcPts val="267"/>
              </a:spcBef>
              <a:buFont typeface="Arial" panose="020B0604020202020204" pitchFamily="34" charset="0"/>
              <a:buChar char="•"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4851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vmlDrawing" Target="../drawings/vmlDrawing1.v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ags" Target="../tags/tag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ags" Target="../tags/tag2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kt 14" hidden="1">
            <a:extLst>
              <a:ext uri="{FF2B5EF4-FFF2-40B4-BE49-F238E27FC236}">
                <a16:creationId xmlns:a16="http://schemas.microsoft.com/office/drawing/2014/main" id="{5CF43238-0986-4AEC-A174-72A2762EC5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0"/>
            </p:custDataLst>
            <p:extLst>
              <p:ext uri="{D42A27DB-BD31-4B8C-83A1-F6EECF244321}">
                <p14:modId xmlns:p14="http://schemas.microsoft.com/office/powerpoint/2010/main" val="17494898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think-cell Folie" r:id="rId32" imgW="344" imgH="345" progId="TCLayout.ActiveDocument.1">
                  <p:embed/>
                </p:oleObj>
              </mc:Choice>
              <mc:Fallback>
                <p:oleObj name="think-cell Folie" r:id="rId32" imgW="344" imgH="345" progId="TCLayout.ActiveDocument.1">
                  <p:embed/>
                  <p:pic>
                    <p:nvPicPr>
                      <p:cNvPr id="15" name="Objekt 14" hidden="1">
                        <a:extLst>
                          <a:ext uri="{FF2B5EF4-FFF2-40B4-BE49-F238E27FC236}">
                            <a16:creationId xmlns:a16="http://schemas.microsoft.com/office/drawing/2014/main" id="{5CF43238-0986-4AEC-A174-72A2762EC5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 hidden="1">
            <a:extLst>
              <a:ext uri="{FF2B5EF4-FFF2-40B4-BE49-F238E27FC236}">
                <a16:creationId xmlns:a16="http://schemas.microsoft.com/office/drawing/2014/main" id="{18B1CB7D-9941-469C-9F7B-3FFC02219BBB}"/>
              </a:ext>
            </a:extLst>
          </p:cNvPr>
          <p:cNvSpPr/>
          <p:nvPr userDrawn="1">
            <p:custDataLst>
              <p:tags r:id="rId3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GB" sz="2600" b="0" i="0" baseline="0">
              <a:solidFill>
                <a:schemeClr val="tx1"/>
              </a:solidFill>
              <a:latin typeface="VW Head Office Bold" panose="020B0803040200000003" pitchFamily="34" charset="0"/>
              <a:ea typeface="+mj-ea"/>
              <a:cs typeface="+mj-cs"/>
              <a:sym typeface="VW Head Office Bold" panose="020B0803040200000003" pitchFamily="34" charset="0"/>
            </a:endParaRPr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EF66A1A6-D192-4C32-865C-70D3088B11F4}"/>
              </a:ext>
            </a:extLst>
          </p:cNvPr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 bwMode="gray">
          <a:xfrm>
            <a:off x="11309424" y="6282289"/>
            <a:ext cx="403225" cy="403225"/>
          </a:xfrm>
          <a:prstGeom prst="rect">
            <a:avLst/>
          </a:prstGeom>
        </p:spPr>
      </p:pic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013B0F25-0281-4068-881A-771ACF63BA04}"/>
              </a:ext>
            </a:extLst>
          </p:cNvPr>
          <p:cNvGrpSpPr/>
          <p:nvPr userDrawn="1"/>
        </p:nvGrpSpPr>
        <p:grpSpPr bwMode="gray">
          <a:xfrm>
            <a:off x="-264684" y="-187656"/>
            <a:ext cx="12649383" cy="7255563"/>
            <a:chOff x="-264684" y="-187656"/>
            <a:chExt cx="12649383" cy="7255563"/>
          </a:xfrm>
        </p:grpSpPr>
        <p:cxnSp>
          <p:nvCxnSpPr>
            <p:cNvPr id="7" name="Gerade Verbindung 6"/>
            <p:cNvCxnSpPr/>
            <p:nvPr userDrawn="1"/>
          </p:nvCxnSpPr>
          <p:spPr bwMode="gray">
            <a:xfrm>
              <a:off x="480705" y="-187656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 Verbindung 7"/>
            <p:cNvCxnSpPr/>
            <p:nvPr userDrawn="1"/>
          </p:nvCxnSpPr>
          <p:spPr bwMode="gray">
            <a:xfrm>
              <a:off x="11710670" y="-18088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 Verbindung 8"/>
            <p:cNvCxnSpPr/>
            <p:nvPr userDrawn="1"/>
          </p:nvCxnSpPr>
          <p:spPr bwMode="gray">
            <a:xfrm rot="16200000">
              <a:off x="-192684" y="1414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 Verbindung 9"/>
            <p:cNvCxnSpPr/>
            <p:nvPr userDrawn="1"/>
          </p:nvCxnSpPr>
          <p:spPr bwMode="gray">
            <a:xfrm rot="16200000">
              <a:off x="12312699" y="1414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 Verbindung 10"/>
            <p:cNvCxnSpPr/>
            <p:nvPr userDrawn="1"/>
          </p:nvCxnSpPr>
          <p:spPr bwMode="gray">
            <a:xfrm rot="16200000">
              <a:off x="-120684" y="5985050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11"/>
            <p:cNvCxnSpPr/>
            <p:nvPr userDrawn="1"/>
          </p:nvCxnSpPr>
          <p:spPr bwMode="gray">
            <a:xfrm rot="16200000">
              <a:off x="12312699" y="5985050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12"/>
            <p:cNvCxnSpPr/>
            <p:nvPr userDrawn="1"/>
          </p:nvCxnSpPr>
          <p:spPr bwMode="gray">
            <a:xfrm>
              <a:off x="480705" y="6917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13"/>
            <p:cNvCxnSpPr/>
            <p:nvPr userDrawn="1"/>
          </p:nvCxnSpPr>
          <p:spPr bwMode="gray">
            <a:xfrm>
              <a:off x="11710670" y="6923907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18"/>
            <p:cNvCxnSpPr/>
            <p:nvPr userDrawn="1"/>
          </p:nvCxnSpPr>
          <p:spPr bwMode="gray">
            <a:xfrm>
              <a:off x="5985348" y="-18088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 Verbindung 19"/>
            <p:cNvCxnSpPr/>
            <p:nvPr userDrawn="1"/>
          </p:nvCxnSpPr>
          <p:spPr bwMode="gray">
            <a:xfrm>
              <a:off x="6205221" y="-18088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18">
              <a:extLst>
                <a:ext uri="{FF2B5EF4-FFF2-40B4-BE49-F238E27FC236}">
                  <a16:creationId xmlns:a16="http://schemas.microsoft.com/office/drawing/2014/main" id="{2586650C-03A9-45D1-A011-1B70BD202E99}"/>
                </a:ext>
              </a:extLst>
            </p:cNvPr>
            <p:cNvCxnSpPr/>
            <p:nvPr userDrawn="1"/>
          </p:nvCxnSpPr>
          <p:spPr bwMode="gray">
            <a:xfrm>
              <a:off x="5985348" y="6917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19">
              <a:extLst>
                <a:ext uri="{FF2B5EF4-FFF2-40B4-BE49-F238E27FC236}">
                  <a16:creationId xmlns:a16="http://schemas.microsoft.com/office/drawing/2014/main" id="{65253E01-4D13-4D24-8B13-96C7CCC8CFD2}"/>
                </a:ext>
              </a:extLst>
            </p:cNvPr>
            <p:cNvCxnSpPr/>
            <p:nvPr userDrawn="1"/>
          </p:nvCxnSpPr>
          <p:spPr bwMode="gray">
            <a:xfrm>
              <a:off x="6205221" y="6917133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478801" y="309600"/>
            <a:ext cx="11233774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 noProof="0"/>
              <a:t>Placeholder slide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78801" y="1486048"/>
            <a:ext cx="11237595" cy="45718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Placeholder Subtitle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Third level</a:t>
            </a:r>
          </a:p>
          <a:p>
            <a:pPr lvl="4"/>
            <a:r>
              <a:rPr lang="en-GB" noProof="0"/>
              <a:t>Third level</a:t>
            </a:r>
          </a:p>
        </p:txBody>
      </p:sp>
      <p:sp>
        <p:nvSpPr>
          <p:cNvPr id="28" name="Fußzeilenplatzhalter 27">
            <a:extLst>
              <a:ext uri="{FF2B5EF4-FFF2-40B4-BE49-F238E27FC236}">
                <a16:creationId xmlns:a16="http://schemas.microsoft.com/office/drawing/2014/main" id="{DB5CA36D-F619-49CB-BE27-07222FF59D0B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 bwMode="gray">
          <a:xfrm>
            <a:off x="864000" y="6551476"/>
            <a:ext cx="6516000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Creation date: </a:t>
            </a:r>
            <a:r>
              <a:rPr lang="en-GB" noProof="0" err="1"/>
              <a:t>mm.dd.yy</a:t>
            </a:r>
            <a:r>
              <a:rPr lang="en-GB" noProof="0"/>
              <a:t> | Responsible department for filing: </a:t>
            </a:r>
            <a:r>
              <a:rPr lang="en-GB" noProof="0" err="1"/>
              <a:t>xxxx</a:t>
            </a:r>
            <a:r>
              <a:rPr lang="en-GB" noProof="0"/>
              <a:t>-xx | CSD-Class: </a:t>
            </a:r>
            <a:r>
              <a:rPr lang="en-GB" noProof="0" err="1"/>
              <a:t>xx.x</a:t>
            </a:r>
            <a:r>
              <a:rPr lang="en-GB" noProof="0"/>
              <a:t> – xx years</a:t>
            </a:r>
            <a:endParaRPr lang="en-GB" noProof="0">
              <a:latin typeface="+mj-lt"/>
            </a:endParaRPr>
          </a:p>
        </p:txBody>
      </p:sp>
      <p:sp>
        <p:nvSpPr>
          <p:cNvPr id="29" name="Foliennummernplatzhalter 28">
            <a:extLst>
              <a:ext uri="{FF2B5EF4-FFF2-40B4-BE49-F238E27FC236}">
                <a16:creationId xmlns:a16="http://schemas.microsoft.com/office/drawing/2014/main" id="{F885C57F-AD33-4E02-982D-AFB5FBE99588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 bwMode="gray">
          <a:xfrm>
            <a:off x="478801" y="6551476"/>
            <a:ext cx="360040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</a:lstStyle>
          <a:p>
            <a:fld id="{D9249B2F-9173-48D3-A5BC-90A6758C671B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87031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76" r:id="rId2"/>
    <p:sldLayoutId id="2147483653" r:id="rId3"/>
    <p:sldLayoutId id="2147483657" r:id="rId4"/>
    <p:sldLayoutId id="2147483678" r:id="rId5"/>
    <p:sldLayoutId id="2147483687" r:id="rId6"/>
    <p:sldLayoutId id="2147483659" r:id="rId7"/>
    <p:sldLayoutId id="2147483674" r:id="rId8"/>
    <p:sldLayoutId id="2147483662" r:id="rId9"/>
    <p:sldLayoutId id="2147483664" r:id="rId10"/>
    <p:sldLayoutId id="2147483663" r:id="rId11"/>
    <p:sldLayoutId id="2147483650" r:id="rId12"/>
    <p:sldLayoutId id="2147483688" r:id="rId13"/>
    <p:sldLayoutId id="2147483665" r:id="rId14"/>
    <p:sldLayoutId id="2147483666" r:id="rId15"/>
    <p:sldLayoutId id="2147483681" r:id="rId16"/>
    <p:sldLayoutId id="2147483682" r:id="rId17"/>
    <p:sldLayoutId id="2147483683" r:id="rId18"/>
    <p:sldLayoutId id="2147483684" r:id="rId19"/>
    <p:sldLayoutId id="2147483669" r:id="rId20"/>
    <p:sldLayoutId id="2147483689" r:id="rId21"/>
    <p:sldLayoutId id="2147483690" r:id="rId22"/>
    <p:sldLayoutId id="2147483670" r:id="rId23"/>
    <p:sldLayoutId id="2147483671" r:id="rId24"/>
    <p:sldLayoutId id="2147483672" r:id="rId25"/>
    <p:sldLayoutId id="2147483677" r:id="rId26"/>
    <p:sldLayoutId id="2147483673" r:id="rId27"/>
  </p:sldLayoutIdLst>
  <p:hf hdr="0" dt="0"/>
  <p:txStyles>
    <p:titleStyle>
      <a:lvl1pPr algn="l" defTabSz="1219140" rtl="0" eaLnBrk="1" latinLnBrk="0" hangingPunct="1">
        <a:lnSpc>
          <a:spcPct val="90000"/>
        </a:lnSpc>
        <a:spcBef>
          <a:spcPct val="0"/>
        </a:spcBef>
        <a:buNone/>
        <a:defRPr sz="2600" kern="1200" spc="13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40" rtl="0" eaLnBrk="1" latinLnBrk="0" hangingPunct="1">
        <a:spcBef>
          <a:spcPts val="1200"/>
        </a:spcBef>
        <a:buFont typeface="Arial" panose="020B0604020202020204" pitchFamily="34" charset="0"/>
        <a:buNone/>
        <a:defRPr lang="en-GB" sz="1800" b="0" kern="1200" noProof="0" dirty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1219140" rtl="0" eaLnBrk="1" latinLnBrk="0" hangingPunct="1"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52000" indent="-252000" algn="l" defTabSz="1219140" rtl="0" eaLnBrk="1" latinLnBrk="0" hangingPunct="1">
        <a:spcBef>
          <a:spcPts val="400"/>
        </a:spcBef>
        <a:buFont typeface="VW Text Office" panose="020B05030402000000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04000" indent="-252000" algn="l" defTabSz="1219140" rtl="0" eaLnBrk="1" latinLnBrk="0" hangingPunct="1">
        <a:spcBef>
          <a:spcPts val="4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56000" indent="-252000" algn="l" defTabSz="1219140" rtl="0" eaLnBrk="1" latinLnBrk="0" hangingPunct="1">
        <a:spcBef>
          <a:spcPts val="4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772" userDrawn="1">
          <p15:clr>
            <a:srgbClr val="F26B43"/>
          </p15:clr>
        </p15:guide>
        <p15:guide id="2" pos="3908" userDrawn="1">
          <p15:clr>
            <a:srgbClr val="F26B43"/>
          </p15:clr>
        </p15:guide>
        <p15:guide id="4" pos="7378" userDrawn="1">
          <p15:clr>
            <a:srgbClr val="F26B43"/>
          </p15:clr>
        </p15:guide>
        <p15:guide id="6" orient="horz" pos="935" userDrawn="1">
          <p15:clr>
            <a:srgbClr val="F26B43"/>
          </p15:clr>
        </p15:guide>
        <p15:guide id="8" pos="302" userDrawn="1">
          <p15:clr>
            <a:srgbClr val="F26B43"/>
          </p15:clr>
        </p15:guide>
        <p15:guide id="9" orient="horz" pos="38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microsoft.com/office/2007/relationships/media" Target="../media/media1.mov"/><Relationship Id="rId7" Type="http://schemas.openxmlformats.org/officeDocument/2006/relationships/slideLayout" Target="../slideLayouts/slideLayout10.xml"/><Relationship Id="rId12" Type="http://schemas.openxmlformats.org/officeDocument/2006/relationships/image" Target="../media/image7.png"/><Relationship Id="rId2" Type="http://schemas.openxmlformats.org/officeDocument/2006/relationships/tags" Target="../tags/tag41.xml"/><Relationship Id="rId1" Type="http://schemas.openxmlformats.org/officeDocument/2006/relationships/vmlDrawing" Target="../drawings/vmlDrawing28.vml"/><Relationship Id="rId6" Type="http://schemas.openxmlformats.org/officeDocument/2006/relationships/video" Target="../media/media2.mov"/><Relationship Id="rId11" Type="http://schemas.openxmlformats.org/officeDocument/2006/relationships/image" Target="../media/image6.png"/><Relationship Id="rId5" Type="http://schemas.microsoft.com/office/2007/relationships/media" Target="../media/media2.mov"/><Relationship Id="rId10" Type="http://schemas.openxmlformats.org/officeDocument/2006/relationships/image" Target="../media/image1.emf"/><Relationship Id="rId4" Type="http://schemas.openxmlformats.org/officeDocument/2006/relationships/video" Target="../media/media1.mov"/><Relationship Id="rId9" Type="http://schemas.openxmlformats.org/officeDocument/2006/relationships/oleObject" Target="../embeddings/oleObject26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3" Type="http://schemas.microsoft.com/office/2007/relationships/media" Target="../media/media3.mov"/><Relationship Id="rId7" Type="http://schemas.openxmlformats.org/officeDocument/2006/relationships/slideLayout" Target="../slideLayouts/slideLayout10.xml"/><Relationship Id="rId12" Type="http://schemas.openxmlformats.org/officeDocument/2006/relationships/image" Target="../media/image9.png"/><Relationship Id="rId2" Type="http://schemas.openxmlformats.org/officeDocument/2006/relationships/tags" Target="../tags/tag42.xml"/><Relationship Id="rId1" Type="http://schemas.openxmlformats.org/officeDocument/2006/relationships/vmlDrawing" Target="../drawings/vmlDrawing29.vml"/><Relationship Id="rId6" Type="http://schemas.openxmlformats.org/officeDocument/2006/relationships/video" Target="../media/media4.mov"/><Relationship Id="rId11" Type="http://schemas.openxmlformats.org/officeDocument/2006/relationships/image" Target="../media/image8.png"/><Relationship Id="rId5" Type="http://schemas.microsoft.com/office/2007/relationships/media" Target="../media/media4.mov"/><Relationship Id="rId10" Type="http://schemas.openxmlformats.org/officeDocument/2006/relationships/image" Target="../media/image1.emf"/><Relationship Id="rId4" Type="http://schemas.openxmlformats.org/officeDocument/2006/relationships/video" Target="../media/media3.mov"/><Relationship Id="rId9" Type="http://schemas.openxmlformats.org/officeDocument/2006/relationships/oleObject" Target="../embeddings/oleObject2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C98898B1-1464-44CF-B33A-BFD3ACB97AC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1" name="think-cell Folie" r:id="rId9" imgW="344" imgH="345" progId="TCLayout.ActiveDocument.1">
                  <p:embed/>
                </p:oleObj>
              </mc:Choice>
              <mc:Fallback>
                <p:oleObj name="think-cell Folie" r:id="rId9" imgW="344" imgH="345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C98898B1-1464-44CF-B33A-BFD3ACB97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68B832AE-CCFF-8F4D-91DA-59FE26F81E92}"/>
              </a:ext>
            </a:extLst>
          </p:cNvPr>
          <p:cNvSpPr/>
          <p:nvPr/>
        </p:nvSpPr>
        <p:spPr>
          <a:xfrm>
            <a:off x="221765" y="6392785"/>
            <a:ext cx="788335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1" u="none" strike="noStrike" kern="1200" cap="none" spc="0" normalizeH="0" baseline="0" noProof="0" dirty="0">
                <a:ln>
                  <a:noFill/>
                </a:ln>
                <a:solidFill>
                  <a:srgbClr val="33434C"/>
                </a:solidFill>
                <a:effectLst/>
                <a:uLnTx/>
                <a:uFillTx/>
                <a:latin typeface="VW Text Office"/>
                <a:ea typeface="+mn-ea"/>
                <a:cs typeface="+mn-cs"/>
              </a:rPr>
              <a:t>Date range – </a:t>
            </a:r>
            <a:r>
              <a:rPr lang="en-GB" sz="700" i="1" dirty="0">
                <a:solidFill>
                  <a:srgbClr val="33434C"/>
                </a:solidFill>
                <a:latin typeface="VW Text Office"/>
              </a:rPr>
              <a:t>26</a:t>
            </a:r>
            <a:r>
              <a:rPr kumimoji="0" lang="en-GB" sz="700" b="0" i="1" u="none" strike="noStrike" kern="1200" cap="none" spc="0" normalizeH="0" baseline="0" noProof="0" dirty="0">
                <a:ln>
                  <a:noFill/>
                </a:ln>
                <a:solidFill>
                  <a:srgbClr val="33434C"/>
                </a:solidFill>
                <a:effectLst/>
                <a:uLnTx/>
                <a:uFillTx/>
                <a:latin typeface="VW Text Office"/>
                <a:ea typeface="+mn-ea"/>
                <a:cs typeface="+mn-cs"/>
              </a:rPr>
              <a:t>.01.21 - .21.02.21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i="1" dirty="0">
                <a:solidFill>
                  <a:srgbClr val="33434C"/>
                </a:solidFill>
                <a:latin typeface="VW Text Office"/>
              </a:rPr>
              <a:t>Conversions - </a:t>
            </a:r>
            <a:r>
              <a:rPr lang="en-GB" sz="700" i="1" dirty="0">
                <a:solidFill>
                  <a:srgbClr val="33434C"/>
                </a:solidFill>
              </a:rPr>
              <a:t> </a:t>
            </a:r>
            <a:r>
              <a:rPr lang="en-GB" sz="700" i="1" dirty="0">
                <a:solidFill>
                  <a:srgbClr val="33434C"/>
                </a:solidFill>
                <a:latin typeface="VW Text Office"/>
              </a:rPr>
              <a:t>Brochure Interaction, Configurator Finished, Dealer Locator, Finance Calculator, Used Car Searches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1CB38698-B383-5D42-94F2-AC048D42BF16}"/>
              </a:ext>
            </a:extLst>
          </p:cNvPr>
          <p:cNvSpPr txBox="1">
            <a:spLocks/>
          </p:cNvSpPr>
          <p:nvPr/>
        </p:nvSpPr>
        <p:spPr>
          <a:xfrm>
            <a:off x="381032" y="280433"/>
            <a:ext cx="11429935" cy="1325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indent="0">
              <a:spcBef>
                <a:spcPts val="400"/>
              </a:spcBef>
              <a:buFont typeface="Arial" panose="020B0604020202020204" pitchFamily="34" charset="0"/>
              <a:buNone/>
              <a:defRPr b="1">
                <a:solidFill>
                  <a:srgbClr val="00206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Transporter results echo Q4 findings that BCH offers can drive more conversions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75B2B19B-8E1F-D341-AC2A-B592C8D20C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214512"/>
              </p:ext>
            </p:extLst>
          </p:nvPr>
        </p:nvGraphicFramePr>
        <p:xfrm>
          <a:off x="7316403" y="2252974"/>
          <a:ext cx="3774674" cy="84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4700">
                  <a:extLst>
                    <a:ext uri="{9D8B030D-6E8A-4147-A177-3AD203B41FA5}">
                      <a16:colId xmlns:a16="http://schemas.microsoft.com/office/drawing/2014/main" val="2461561036"/>
                    </a:ext>
                  </a:extLst>
                </a:gridCol>
                <a:gridCol w="940242">
                  <a:extLst>
                    <a:ext uri="{9D8B030D-6E8A-4147-A177-3AD203B41FA5}">
                      <a16:colId xmlns:a16="http://schemas.microsoft.com/office/drawing/2014/main" val="2798215960"/>
                    </a:ext>
                  </a:extLst>
                </a:gridCol>
                <a:gridCol w="914866">
                  <a:extLst>
                    <a:ext uri="{9D8B030D-6E8A-4147-A177-3AD203B41FA5}">
                      <a16:colId xmlns:a16="http://schemas.microsoft.com/office/drawing/2014/main" val="3907376745"/>
                    </a:ext>
                  </a:extLst>
                </a:gridCol>
                <a:gridCol w="914866">
                  <a:extLst>
                    <a:ext uri="{9D8B030D-6E8A-4147-A177-3AD203B41FA5}">
                      <a16:colId xmlns:a16="http://schemas.microsoft.com/office/drawing/2014/main" val="708736004"/>
                    </a:ext>
                  </a:extLst>
                </a:gridCol>
              </a:tblGrid>
              <a:tr h="36052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1" u="none" strike="noStrike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Offer</a:t>
                      </a:r>
                      <a:endParaRPr lang="en-GB" sz="1100" b="1" i="0" u="none" strike="noStrike">
                        <a:solidFill>
                          <a:schemeClr val="bg1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1" u="none" strike="noStrike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Impressions</a:t>
                      </a:r>
                      <a:endParaRPr lang="en-GB" sz="1100" b="1" i="0" u="none" strike="noStrike" dirty="0">
                        <a:solidFill>
                          <a:schemeClr val="bg1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1" u="none" strike="noStrike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CTR</a:t>
                      </a:r>
                      <a:endParaRPr lang="en-GB" sz="1100" b="1" i="0" u="none" strike="noStrike" dirty="0">
                        <a:solidFill>
                          <a:schemeClr val="bg1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1" u="none" strike="noStrike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CVR</a:t>
                      </a:r>
                      <a:endParaRPr lang="en-GB" sz="1100" b="1" i="0" u="none" strike="noStrike" dirty="0">
                        <a:solidFill>
                          <a:schemeClr val="bg1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786710"/>
                  </a:ext>
                </a:extLst>
              </a:tr>
              <a:tr h="243013">
                <a:tc>
                  <a:txBody>
                    <a:bodyPr/>
                    <a:lstStyle/>
                    <a:p>
                      <a:pPr marL="0" algn="ctr" defTabSz="608863" rtl="0" eaLnBrk="1" fontAlgn="ctr" latinLnBrk="0" hangingPunct="1"/>
                      <a:r>
                        <a:rPr lang="en-GB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BCH</a:t>
                      </a: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8863" rtl="0" eaLnBrk="1" fontAlgn="ctr" latinLnBrk="0" hangingPunct="1"/>
                      <a:r>
                        <a:rPr lang="en-GB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465,928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8863" rtl="0" eaLnBrk="1" fontAlgn="ctr" latinLnBrk="0" hangingPunct="1"/>
                      <a:r>
                        <a:rPr lang="en-GB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0.13%</a:t>
                      </a: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8863" rtl="0" eaLnBrk="1" fontAlgn="ctr" latinLnBrk="0" hangingPunct="1"/>
                      <a:r>
                        <a:rPr lang="en-GB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0.027%</a:t>
                      </a:r>
                    </a:p>
                  </a:txBody>
                  <a:tcPr marL="6791" marR="6791" marT="6791" marB="0" anchor="ctr">
                    <a:solidFill>
                      <a:srgbClr val="8FD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081122"/>
                  </a:ext>
                </a:extLst>
              </a:tr>
              <a:tr h="243013">
                <a:tc>
                  <a:txBody>
                    <a:bodyPr/>
                    <a:lstStyle/>
                    <a:p>
                      <a:pPr marL="0" algn="ctr" defTabSz="608863" rtl="0" eaLnBrk="1" fontAlgn="ctr" latinLnBrk="0" hangingPunct="1"/>
                      <a:r>
                        <a:rPr lang="en-GB" sz="120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PCP</a:t>
                      </a:r>
                    </a:p>
                  </a:txBody>
                  <a:tcPr marL="6791" marR="6791" marT="6791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464,982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C4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8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0.13%</a:t>
                      </a:r>
                    </a:p>
                  </a:txBody>
                  <a:tcPr marL="6791" marR="6791" marT="6791" marB="0" anchor="ctr">
                    <a:solidFill>
                      <a:srgbClr val="C4E8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8863" rtl="0" eaLnBrk="1" fontAlgn="ctr" latinLnBrk="0" hangingPunct="1"/>
                      <a:r>
                        <a:rPr lang="en-GB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0.022%</a:t>
                      </a:r>
                    </a:p>
                  </a:txBody>
                  <a:tcPr marL="6791" marR="6791" marT="6791" marB="0" anchor="ctr">
                    <a:solidFill>
                      <a:srgbClr val="C4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55443"/>
                  </a:ext>
                </a:extLst>
              </a:tr>
            </a:tbl>
          </a:graphicData>
        </a:graphic>
      </p:graphicFrame>
      <p:sp>
        <p:nvSpPr>
          <p:cNvPr id="31" name="Rectangle 30">
            <a:extLst>
              <a:ext uri="{FF2B5EF4-FFF2-40B4-BE49-F238E27FC236}">
                <a16:creationId xmlns:a16="http://schemas.microsoft.com/office/drawing/2014/main" id="{949B8929-12B8-454E-807F-5A363BF56D01}"/>
              </a:ext>
            </a:extLst>
          </p:cNvPr>
          <p:cNvSpPr/>
          <p:nvPr/>
        </p:nvSpPr>
        <p:spPr>
          <a:xfrm>
            <a:off x="9401448" y="5500770"/>
            <a:ext cx="2289602" cy="4259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rgbClr val="00206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Transporter</a:t>
            </a:r>
          </a:p>
          <a:p>
            <a:pPr algn="ctr"/>
            <a:r>
              <a:rPr lang="en-GB" sz="1200" b="1" dirty="0">
                <a:solidFill>
                  <a:srgbClr val="00206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Business Contract Hire</a:t>
            </a:r>
          </a:p>
          <a:p>
            <a:pPr algn="ctr"/>
            <a:r>
              <a:rPr lang="en-GB" sz="1200" b="1" dirty="0">
                <a:solidFill>
                  <a:srgbClr val="00206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(BCH)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937CC94-39AC-1F44-A22A-CA1E33B74B34}"/>
              </a:ext>
            </a:extLst>
          </p:cNvPr>
          <p:cNvSpPr/>
          <p:nvPr/>
        </p:nvSpPr>
        <p:spPr>
          <a:xfrm>
            <a:off x="6785623" y="5511765"/>
            <a:ext cx="2289602" cy="4149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rgbClr val="00206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Transporter</a:t>
            </a:r>
          </a:p>
          <a:p>
            <a:pPr algn="ctr"/>
            <a:r>
              <a:rPr lang="en-GB" sz="1200" b="1" dirty="0">
                <a:solidFill>
                  <a:srgbClr val="00206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Personal Contract Purchase</a:t>
            </a:r>
          </a:p>
          <a:p>
            <a:pPr algn="ctr"/>
            <a:r>
              <a:rPr lang="en-GB" sz="1200" b="1" dirty="0">
                <a:solidFill>
                  <a:srgbClr val="00206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(PCP)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7B5F287-23B2-C64D-8421-2FA991D793C2}"/>
              </a:ext>
            </a:extLst>
          </p:cNvPr>
          <p:cNvSpPr/>
          <p:nvPr/>
        </p:nvSpPr>
        <p:spPr>
          <a:xfrm>
            <a:off x="566084" y="1666470"/>
            <a:ext cx="3850105" cy="447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sz="1600" b="1" dirty="0">
                <a:solidFill>
                  <a:srgbClr val="00206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Highlights: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8F171B-2502-F84E-9FDB-EB0946D7F69F}"/>
              </a:ext>
            </a:extLst>
          </p:cNvPr>
          <p:cNvSpPr/>
          <p:nvPr/>
        </p:nvSpPr>
        <p:spPr>
          <a:xfrm>
            <a:off x="571383" y="2021567"/>
            <a:ext cx="6091097" cy="29499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</a:t>
            </a: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BCH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offer achieved a </a:t>
            </a: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21% higher CVR 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overall. </a:t>
            </a:r>
            <a:endParaRPr lang="en-US" sz="1400" b="1" dirty="0">
              <a:solidFill>
                <a:schemeClr val="accent6">
                  <a:lumMod val="50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These findings reflect those identified in Q4 and add further weight to the observation that calling out </a:t>
            </a: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tangible price over a finance rate may be a more engaging way to translate cost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</a:t>
            </a: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encouraging more high-value site interactions.</a:t>
            </a:r>
          </a:p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400" b="1" dirty="0">
              <a:solidFill>
                <a:schemeClr val="accent6">
                  <a:lumMod val="50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Due to the nature of the offers tested an exact clinical comparison is not feasible but on balance BCH does seem more impactful. </a:t>
            </a:r>
          </a:p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closer CVR difference was observed than in Q4, possibly due to the £1,000 worth of factory options incentive offered for PCP. </a:t>
            </a:r>
          </a:p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accent6">
                  <a:lumMod val="50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and PCP vs BCH test for </a:t>
            </a:r>
            <a:r>
              <a:rPr lang="en-US" sz="1400" dirty="0" err="1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Caravelle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and BCH vs HP test for Crafter have not yet achieved statistically significant results.</a:t>
            </a:r>
          </a:p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accent6">
                  <a:lumMod val="50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6B8F16B-7C0B-1441-B1FE-08840CB2ECDC}"/>
              </a:ext>
            </a:extLst>
          </p:cNvPr>
          <p:cNvSpPr/>
          <p:nvPr/>
        </p:nvSpPr>
        <p:spPr>
          <a:xfrm>
            <a:off x="566084" y="5245301"/>
            <a:ext cx="3850105" cy="447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sz="1600" b="1" dirty="0">
                <a:solidFill>
                  <a:srgbClr val="00206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Next Steps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73DBFBD-9EBA-4541-B1A3-55AC04AF649A}"/>
              </a:ext>
            </a:extLst>
          </p:cNvPr>
          <p:cNvSpPr/>
          <p:nvPr/>
        </p:nvSpPr>
        <p:spPr>
          <a:xfrm>
            <a:off x="566083" y="5612039"/>
            <a:ext cx="6206857" cy="135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400"/>
              </a:spcBef>
              <a:buFont typeface="Wingdings" pitchFamily="2" charset="2"/>
              <a:buChar char="à"/>
            </a:pPr>
            <a:r>
              <a:rPr lang="en-GB" sz="1400" b="1" dirty="0">
                <a:solidFill>
                  <a:schemeClr val="accent6">
                    <a:lumMod val="50000"/>
                  </a:schemeClr>
                </a:solidFill>
                <a:latin typeface="Helvetica Neue"/>
                <a:ea typeface="Helvetica Neue" panose="02000503000000020004" pitchFamily="2" charset="0"/>
                <a:cs typeface="Helvetica Neue" panose="02000503000000020004" pitchFamily="2" charset="0"/>
              </a:rPr>
              <a:t>Optimise Transporter variants towards the more successful BCH</a:t>
            </a:r>
          </a:p>
          <a:p>
            <a:pPr marL="285750" indent="-285750">
              <a:spcBef>
                <a:spcPts val="400"/>
              </a:spcBef>
              <a:buFont typeface="Wingdings" pitchFamily="2" charset="2"/>
              <a:buChar char="à"/>
            </a:pPr>
            <a:r>
              <a:rPr lang="en-GB" sz="1400" b="1" dirty="0">
                <a:solidFill>
                  <a:schemeClr val="accent6">
                    <a:lumMod val="50000"/>
                  </a:schemeClr>
                </a:solidFill>
                <a:latin typeface="Helvetica Neue"/>
                <a:ea typeface="Helvetica Neue" panose="02000503000000020004" pitchFamily="2" charset="0"/>
                <a:cs typeface="Helvetica Neue" panose="02000503000000020004" pitchFamily="2" charset="0"/>
              </a:rPr>
              <a:t> Continue to monitor the Crafter &amp; </a:t>
            </a:r>
            <a:r>
              <a:rPr lang="en-GB" sz="1400" b="1" dirty="0" err="1">
                <a:solidFill>
                  <a:schemeClr val="accent6">
                    <a:lumMod val="50000"/>
                  </a:schemeClr>
                </a:solidFill>
                <a:latin typeface="Helvetica Neue"/>
                <a:ea typeface="Helvetica Neue" panose="02000503000000020004" pitchFamily="2" charset="0"/>
                <a:cs typeface="Helvetica Neue" panose="02000503000000020004" pitchFamily="2" charset="0"/>
              </a:rPr>
              <a:t>Caravelle</a:t>
            </a:r>
            <a:r>
              <a:rPr lang="en-GB" sz="1400" b="1" dirty="0">
                <a:solidFill>
                  <a:schemeClr val="accent6">
                    <a:lumMod val="50000"/>
                  </a:schemeClr>
                </a:solidFill>
                <a:latin typeface="Helvetica Neue"/>
                <a:ea typeface="Helvetica Neue" panose="02000503000000020004" pitchFamily="2" charset="0"/>
                <a:cs typeface="Helvetica Neue" panose="02000503000000020004" pitchFamily="2" charset="0"/>
              </a:rPr>
              <a:t> tests</a:t>
            </a:r>
            <a:endParaRPr lang="en-GB" sz="1400" b="1" dirty="0">
              <a:solidFill>
                <a:schemeClr val="accent6">
                  <a:lumMod val="50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" name="Q1-2021 VWCV TransporterOrange GoogleAudiences BCH-Test V1 .mov" descr="Q1-2021 VWCV TransporterOrange GoogleAudiences BCH-Test V1 .mov">
            <a:hlinkClick r:id="" action="ppaction://media"/>
            <a:extLst>
              <a:ext uri="{FF2B5EF4-FFF2-40B4-BE49-F238E27FC236}">
                <a16:creationId xmlns:a16="http://schemas.microsoft.com/office/drawing/2014/main" id="{73166E27-45A8-3849-B0EA-6CAB665A6DE8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9401448" y="3496564"/>
            <a:ext cx="2289602" cy="1904795"/>
          </a:xfrm>
          <a:prstGeom prst="rect">
            <a:avLst/>
          </a:prstGeom>
        </p:spPr>
      </p:pic>
      <p:pic>
        <p:nvPicPr>
          <p:cNvPr id="3" name="Q1-2021 VWCV TransporterOrange GoogleAudiences PCP-test V1.mov" descr="Q1-2021 VWCV TransporterOrange GoogleAudiences PCP-test V1.mov">
            <a:hlinkClick r:id="" action="ppaction://media"/>
            <a:extLst>
              <a:ext uri="{FF2B5EF4-FFF2-40B4-BE49-F238E27FC236}">
                <a16:creationId xmlns:a16="http://schemas.microsoft.com/office/drawing/2014/main" id="{15A049B9-B4E8-0C48-BF55-FBE37866FC32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785623" y="3496564"/>
            <a:ext cx="2289602" cy="190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535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07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211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C98898B1-1464-44CF-B33A-BFD3ACB97AC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0" name="think-cell Folie" r:id="rId9" imgW="344" imgH="345" progId="TCLayout.ActiveDocument.1">
                  <p:embed/>
                </p:oleObj>
              </mc:Choice>
              <mc:Fallback>
                <p:oleObj name="think-cell Folie" r:id="rId9" imgW="344" imgH="345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C98898B1-1464-44CF-B33A-BFD3ACB97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68B832AE-CCFF-8F4D-91DA-59FE26F81E92}"/>
              </a:ext>
            </a:extLst>
          </p:cNvPr>
          <p:cNvSpPr/>
          <p:nvPr/>
        </p:nvSpPr>
        <p:spPr>
          <a:xfrm>
            <a:off x="221765" y="6392785"/>
            <a:ext cx="788335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1" u="none" strike="noStrike" kern="1200" cap="none" spc="0" normalizeH="0" baseline="0" noProof="0">
                <a:ln>
                  <a:noFill/>
                </a:ln>
                <a:solidFill>
                  <a:srgbClr val="33434C"/>
                </a:solidFill>
                <a:effectLst/>
                <a:uLnTx/>
                <a:uFillTx/>
                <a:latin typeface="VW Text Office"/>
                <a:ea typeface="+mn-ea"/>
                <a:cs typeface="+mn-cs"/>
              </a:rPr>
              <a:t>Date range – 01.09 - 06.10.2020</a:t>
            </a:r>
          </a:p>
          <a:p>
            <a:r>
              <a:rPr lang="en-GB" sz="700" i="1">
                <a:solidFill>
                  <a:srgbClr val="33434C"/>
                </a:solidFill>
                <a:latin typeface="VW Text Office"/>
              </a:rPr>
              <a:t>Conversion - </a:t>
            </a:r>
            <a:r>
              <a:rPr lang="en-GB" sz="700" i="1">
                <a:solidFill>
                  <a:srgbClr val="33434C"/>
                </a:solidFill>
              </a:rPr>
              <a:t> </a:t>
            </a:r>
            <a:r>
              <a:rPr lang="en-GB" sz="700" i="1">
                <a:solidFill>
                  <a:srgbClr val="33434C"/>
                </a:solidFill>
                <a:latin typeface="VW Text Office"/>
              </a:rPr>
              <a:t>Brochure Interaction, Configurator Finished, Dealer Locator, Finance Calculator, Used Car Searches</a:t>
            </a:r>
          </a:p>
          <a:p>
            <a:r>
              <a:rPr lang="en-GB" sz="700" i="1">
                <a:solidFill>
                  <a:srgbClr val="33434C"/>
                </a:solidFill>
                <a:latin typeface="VW Text Office"/>
              </a:rPr>
              <a:t>Cost data calculated using an average overall CPM of £3.90 </a:t>
            </a:r>
            <a:r>
              <a:rPr lang="en-GB" sz="700" i="1">
                <a:solidFill>
                  <a:srgbClr val="33434C"/>
                </a:solidFill>
              </a:rPr>
              <a:t>for activity between 01/09 and 06/10</a:t>
            </a:r>
            <a:endParaRPr lang="en-GB" sz="700" i="1">
              <a:solidFill>
                <a:srgbClr val="33434C"/>
              </a:solidFill>
              <a:latin typeface="VW Text Office"/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1CB38698-B383-5D42-94F2-AC048D42BF16}"/>
              </a:ext>
            </a:extLst>
          </p:cNvPr>
          <p:cNvSpPr txBox="1">
            <a:spLocks/>
          </p:cNvSpPr>
          <p:nvPr/>
        </p:nvSpPr>
        <p:spPr>
          <a:xfrm>
            <a:off x="381032" y="280433"/>
            <a:ext cx="11429935" cy="1325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indent="0">
              <a:spcBef>
                <a:spcPts val="400"/>
              </a:spcBef>
              <a:buFont typeface="Arial" panose="020B0604020202020204" pitchFamily="34" charset="0"/>
              <a:buNone/>
              <a:defRPr b="1">
                <a:solidFill>
                  <a:srgbClr val="00206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BCH offer messaging was 57% more effective at driving conversion than PCP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75B2B19B-8E1F-D341-AC2A-B592C8D20C4D}"/>
              </a:ext>
            </a:extLst>
          </p:cNvPr>
          <p:cNvGraphicFramePr>
            <a:graphicFrameLocks noGrp="1"/>
          </p:cNvGraphicFramePr>
          <p:nvPr/>
        </p:nvGraphicFramePr>
        <p:xfrm>
          <a:off x="6911000" y="2240972"/>
          <a:ext cx="4714916" cy="84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4700">
                  <a:extLst>
                    <a:ext uri="{9D8B030D-6E8A-4147-A177-3AD203B41FA5}">
                      <a16:colId xmlns:a16="http://schemas.microsoft.com/office/drawing/2014/main" val="2461561036"/>
                    </a:ext>
                  </a:extLst>
                </a:gridCol>
                <a:gridCol w="940242">
                  <a:extLst>
                    <a:ext uri="{9D8B030D-6E8A-4147-A177-3AD203B41FA5}">
                      <a16:colId xmlns:a16="http://schemas.microsoft.com/office/drawing/2014/main" val="2798215960"/>
                    </a:ext>
                  </a:extLst>
                </a:gridCol>
                <a:gridCol w="940242">
                  <a:extLst>
                    <a:ext uri="{9D8B030D-6E8A-4147-A177-3AD203B41FA5}">
                      <a16:colId xmlns:a16="http://schemas.microsoft.com/office/drawing/2014/main" val="3382063237"/>
                    </a:ext>
                  </a:extLst>
                </a:gridCol>
                <a:gridCol w="914866">
                  <a:extLst>
                    <a:ext uri="{9D8B030D-6E8A-4147-A177-3AD203B41FA5}">
                      <a16:colId xmlns:a16="http://schemas.microsoft.com/office/drawing/2014/main" val="3907376745"/>
                    </a:ext>
                  </a:extLst>
                </a:gridCol>
                <a:gridCol w="914866">
                  <a:extLst>
                    <a:ext uri="{9D8B030D-6E8A-4147-A177-3AD203B41FA5}">
                      <a16:colId xmlns:a16="http://schemas.microsoft.com/office/drawing/2014/main" val="708736004"/>
                    </a:ext>
                  </a:extLst>
                </a:gridCol>
              </a:tblGrid>
              <a:tr h="36052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1" u="none" strike="noStrike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Offer</a:t>
                      </a:r>
                      <a:endParaRPr lang="en-GB" sz="1100" b="1" i="0" u="none" strike="noStrike">
                        <a:solidFill>
                          <a:schemeClr val="bg1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1" u="none" strike="noStrike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CTR</a:t>
                      </a:r>
                      <a:endParaRPr lang="en-GB" sz="1100" b="1" i="0" u="none" strike="noStrike">
                        <a:solidFill>
                          <a:schemeClr val="bg1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1" i="0" u="none" strike="noStrike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Est. CPC</a:t>
                      </a:r>
                    </a:p>
                  </a:txBody>
                  <a:tcPr marL="6791" marR="6791" marT="6791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1" u="none" strike="noStrike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CVR</a:t>
                      </a:r>
                      <a:endParaRPr lang="en-GB" sz="1100" b="1" i="0" u="none" strike="noStrike">
                        <a:solidFill>
                          <a:schemeClr val="bg1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1" i="0" u="none" strike="noStrike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Est. CPA</a:t>
                      </a:r>
                    </a:p>
                  </a:txBody>
                  <a:tcPr marL="6791" marR="6791" marT="6791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786710"/>
                  </a:ext>
                </a:extLst>
              </a:tr>
              <a:tr h="243013">
                <a:tc>
                  <a:txBody>
                    <a:bodyPr/>
                    <a:lstStyle/>
                    <a:p>
                      <a:pPr marL="0" algn="ctr" defTabSz="608863" rtl="0" eaLnBrk="1" fontAlgn="ctr" latinLnBrk="0" hangingPunct="1"/>
                      <a:r>
                        <a:rPr lang="en-GB" sz="120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BCH</a:t>
                      </a: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8863" rtl="0" eaLnBrk="1" fontAlgn="ctr" latinLnBrk="0" hangingPunct="1"/>
                      <a:r>
                        <a:rPr lang="en-GB" sz="120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0.17%</a:t>
                      </a: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8863" rtl="0" eaLnBrk="1" fontAlgn="ctr" latinLnBrk="0" hangingPunct="1"/>
                      <a:r>
                        <a:rPr lang="en-GB" sz="120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£2.32</a:t>
                      </a: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8863" rtl="0" eaLnBrk="1" fontAlgn="ctr" latinLnBrk="0" hangingPunct="1"/>
                      <a:r>
                        <a:rPr lang="en-GB" sz="120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0.072%</a:t>
                      </a:r>
                    </a:p>
                  </a:txBody>
                  <a:tcPr marL="6791" marR="6791" marT="6791" marB="0" anchor="ctr">
                    <a:solidFill>
                      <a:srgbClr val="8FD15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8863" rtl="0" eaLnBrk="1" fontAlgn="ctr" latinLnBrk="0" hangingPunct="1"/>
                      <a:r>
                        <a:rPr lang="en-GB" sz="120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£5.44</a:t>
                      </a:r>
                    </a:p>
                  </a:txBody>
                  <a:tcPr marL="6791" marR="6791" marT="6791" marB="0" anchor="ctr">
                    <a:solidFill>
                      <a:srgbClr val="8FD1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081122"/>
                  </a:ext>
                </a:extLst>
              </a:tr>
              <a:tr h="243013">
                <a:tc>
                  <a:txBody>
                    <a:bodyPr/>
                    <a:lstStyle/>
                    <a:p>
                      <a:pPr marL="0" algn="ctr" defTabSz="608863" rtl="0" eaLnBrk="1" fontAlgn="ctr" latinLnBrk="0" hangingPunct="1"/>
                      <a:r>
                        <a:rPr lang="en-GB" sz="120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PCP</a:t>
                      </a:r>
                    </a:p>
                  </a:txBody>
                  <a:tcPr marL="6791" marR="6791" marT="6791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8863" rtl="0" eaLnBrk="1" fontAlgn="ctr" latinLnBrk="0" hangingPunct="1"/>
                      <a:r>
                        <a:rPr lang="en-GB" sz="120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0.19%</a:t>
                      </a:r>
                    </a:p>
                  </a:txBody>
                  <a:tcPr marL="6791" marR="6791" marT="6791" marB="0" anchor="ctr">
                    <a:solidFill>
                      <a:srgbClr val="C4E8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8863" rtl="0" eaLnBrk="1" fontAlgn="ctr" latinLnBrk="0" hangingPunct="1"/>
                      <a:r>
                        <a:rPr lang="en-GB" sz="120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£2.05</a:t>
                      </a:r>
                    </a:p>
                  </a:txBody>
                  <a:tcPr marL="6791" marR="6791" marT="6791" marB="0" anchor="ctr">
                    <a:solidFill>
                      <a:srgbClr val="C4E8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8863" rtl="0" eaLnBrk="1" fontAlgn="ctr" latinLnBrk="0" hangingPunct="1"/>
                      <a:r>
                        <a:rPr lang="en-GB" sz="120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0.046%</a:t>
                      </a:r>
                    </a:p>
                  </a:txBody>
                  <a:tcPr marL="6791" marR="6791" marT="6791" marB="0" anchor="ctr">
                    <a:solidFill>
                      <a:srgbClr val="C4E8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8863" rtl="0" eaLnBrk="1" fontAlgn="ctr" latinLnBrk="0" hangingPunct="1"/>
                      <a:r>
                        <a:rPr lang="en-GB" sz="120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£8.54</a:t>
                      </a:r>
                    </a:p>
                  </a:txBody>
                  <a:tcPr marL="6791" marR="6791" marT="6791" marB="0" anchor="ctr">
                    <a:solidFill>
                      <a:srgbClr val="C4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55443"/>
                  </a:ext>
                </a:extLst>
              </a:tr>
            </a:tbl>
          </a:graphicData>
        </a:graphic>
      </p:graphicFrame>
      <p:pic>
        <p:nvPicPr>
          <p:cNvPr id="29" name="Transporter PCP Offer Q4 2020.mov" descr="Transporter PCP Offer Q4 2020.mov">
            <a:hlinkClick r:id="" action="ppaction://media"/>
            <a:extLst>
              <a:ext uri="{FF2B5EF4-FFF2-40B4-BE49-F238E27FC236}">
                <a16:creationId xmlns:a16="http://schemas.microsoft.com/office/drawing/2014/main" id="{F4370527-A569-214F-9BE6-74911BF286B2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911002" y="3539206"/>
            <a:ext cx="2199807" cy="1841699"/>
          </a:xfrm>
          <a:prstGeom prst="rect">
            <a:avLst/>
          </a:prstGeom>
        </p:spPr>
      </p:pic>
      <p:pic>
        <p:nvPicPr>
          <p:cNvPr id="30" name="Transporter BCH Offer Q4 2020.mov" descr="Transporter BCH Offer Q4 2020.mov">
            <a:hlinkClick r:id="" action="ppaction://media"/>
            <a:extLst>
              <a:ext uri="{FF2B5EF4-FFF2-40B4-BE49-F238E27FC236}">
                <a16:creationId xmlns:a16="http://schemas.microsoft.com/office/drawing/2014/main" id="{23731994-9540-3F48-9A0F-0BEEB6AB8E20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9426110" y="3539206"/>
            <a:ext cx="2199807" cy="1841699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949B8929-12B8-454E-807F-5A363BF56D01}"/>
              </a:ext>
            </a:extLst>
          </p:cNvPr>
          <p:cNvSpPr/>
          <p:nvPr/>
        </p:nvSpPr>
        <p:spPr>
          <a:xfrm>
            <a:off x="9401448" y="5445779"/>
            <a:ext cx="2289602" cy="4259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rgbClr val="00206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Business Contract Hire</a:t>
            </a:r>
          </a:p>
          <a:p>
            <a:pPr algn="ctr"/>
            <a:r>
              <a:rPr lang="en-GB" sz="1200" b="1">
                <a:solidFill>
                  <a:srgbClr val="00206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(BCH)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937CC94-39AC-1F44-A22A-CA1E33B74B34}"/>
              </a:ext>
            </a:extLst>
          </p:cNvPr>
          <p:cNvSpPr/>
          <p:nvPr/>
        </p:nvSpPr>
        <p:spPr>
          <a:xfrm>
            <a:off x="6866104" y="5451277"/>
            <a:ext cx="2289602" cy="4149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rgbClr val="00206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Personal Contract Purchase</a:t>
            </a:r>
          </a:p>
          <a:p>
            <a:pPr algn="ctr"/>
            <a:r>
              <a:rPr lang="en-GB" sz="1200" b="1">
                <a:solidFill>
                  <a:srgbClr val="00206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(PCP)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7B5F287-23B2-C64D-8421-2FA991D793C2}"/>
              </a:ext>
            </a:extLst>
          </p:cNvPr>
          <p:cNvSpPr/>
          <p:nvPr/>
        </p:nvSpPr>
        <p:spPr>
          <a:xfrm>
            <a:off x="566084" y="1739135"/>
            <a:ext cx="3850105" cy="447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sz="1600" b="1">
                <a:solidFill>
                  <a:srgbClr val="00206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Highlights: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8F171B-2502-F84E-9FDB-EB0946D7F69F}"/>
              </a:ext>
            </a:extLst>
          </p:cNvPr>
          <p:cNvSpPr/>
          <p:nvPr/>
        </p:nvSpPr>
        <p:spPr>
          <a:xfrm>
            <a:off x="566083" y="2240972"/>
            <a:ext cx="6091097" cy="2511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</a:t>
            </a: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BCH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offer achieved </a:t>
            </a: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57% higher conversions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and an estimated </a:t>
            </a: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CPA £3.10 cheaper</a:t>
            </a:r>
          </a:p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400" b="1" dirty="0">
              <a:solidFill>
                <a:schemeClr val="accent6">
                  <a:lumMod val="50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These findings highlight the success of presenting a price breakdown over a finance rate, as previously observed in other VW markets (AUS)</a:t>
            </a:r>
          </a:p>
          <a:p>
            <a:pPr>
              <a:spcBef>
                <a:spcPts val="400"/>
              </a:spcBef>
            </a:pPr>
            <a:endParaRPr lang="en-US" sz="1400" b="1" dirty="0">
              <a:solidFill>
                <a:schemeClr val="accent6">
                  <a:lumMod val="50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emotive copy that introduces BCH – “3 months on us” may have been a factor in its success over PCP, suggesting that the effectiveness of offer messaging may depend on more than just the offer itself.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6B8F16B-7C0B-1441-B1FE-08840CB2ECDC}"/>
              </a:ext>
            </a:extLst>
          </p:cNvPr>
          <p:cNvSpPr/>
          <p:nvPr/>
        </p:nvSpPr>
        <p:spPr>
          <a:xfrm>
            <a:off x="605727" y="4697818"/>
            <a:ext cx="3850105" cy="447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sz="1600" b="1">
                <a:solidFill>
                  <a:srgbClr val="00206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Next Steps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73DBFBD-9EBA-4541-B1A3-55AC04AF649A}"/>
              </a:ext>
            </a:extLst>
          </p:cNvPr>
          <p:cNvSpPr/>
          <p:nvPr/>
        </p:nvSpPr>
        <p:spPr>
          <a:xfrm>
            <a:off x="566083" y="5034733"/>
            <a:ext cx="6206857" cy="135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Helvetica Neue"/>
                <a:ea typeface="Helvetica Neue" panose="02000503000000020004" pitchFamily="2" charset="0"/>
                <a:cs typeface="Helvetica Neue" panose="02000503000000020004" pitchFamily="2" charset="0"/>
              </a:rPr>
              <a:t>This test demonstrates financial messaging has the power to impact engagement</a:t>
            </a:r>
          </a:p>
          <a:p>
            <a:pPr marL="894715" lvl="1" indent="-285750">
              <a:spcBef>
                <a:spcPts val="400"/>
              </a:spcBef>
              <a:buFont typeface="Wingdings" pitchFamily="2" charset="2"/>
              <a:buChar char="à"/>
            </a:pPr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Helvetica Neue"/>
                <a:ea typeface="Helvetica Neue" panose="02000503000000020004" pitchFamily="2" charset="0"/>
                <a:cs typeface="Helvetica Neue" panose="02000503000000020004" pitchFamily="2" charset="0"/>
              </a:rPr>
              <a:t>With the “3 months” incentive no longer running post Q4, further offer testing could reveal whether the updated BCH offer still outperforms PCP</a:t>
            </a:r>
            <a:endParaRPr lang="en-US" sz="1400" b="1">
              <a:solidFill>
                <a:schemeClr val="accent6">
                  <a:lumMod val="50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841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569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2484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30"/>
                </p:tgtEl>
              </p:cMediaNode>
            </p:vide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aOaAn_RKm.S.y61Xs4N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2C8gvxuTtKXYgc01jiW5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Ur..iGOQduFsSKogLyZw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bESiuSiThmdB09qRK3rq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5qjmZWRPefsYitTy0iV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0HwmdfwTOSPuwitQDNLv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oiYAgmwQQaGR.w8JO99y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mE65cL1R_iHHZyrYD1Y5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0.PUvBZRAGIbcE..556F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1RV7F9QhW8BJ0IbGaVO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iCgu9GQGGLbMPHMt2JH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rX2UwPTRUGGSJeTI9WsW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VW Master">
  <a:themeElements>
    <a:clrScheme name="VW 7">
      <a:dk1>
        <a:sysClr val="windowText" lastClr="000000"/>
      </a:dk1>
      <a:lt1>
        <a:sysClr val="window" lastClr="FFFFFF"/>
      </a:lt1>
      <a:dk2>
        <a:srgbClr val="001E50"/>
      </a:dk2>
      <a:lt2>
        <a:srgbClr val="00B0F0"/>
      </a:lt2>
      <a:accent1>
        <a:srgbClr val="00437A"/>
      </a:accent1>
      <a:accent2>
        <a:srgbClr val="A9E3FF"/>
      </a:accent2>
      <a:accent3>
        <a:srgbClr val="0082D6"/>
      </a:accent3>
      <a:accent4>
        <a:srgbClr val="4CC7F4"/>
      </a:accent4>
      <a:accent5>
        <a:srgbClr val="6A767D"/>
      </a:accent5>
      <a:accent6>
        <a:srgbClr val="C2CACF"/>
      </a:accent6>
      <a:hlink>
        <a:srgbClr val="001E50"/>
      </a:hlink>
      <a:folHlink>
        <a:srgbClr val="00B0F0"/>
      </a:folHlink>
    </a:clrScheme>
    <a:fontScheme name="Benutzerdefiniert 5">
      <a:majorFont>
        <a:latin typeface="VW Head Office Bold"/>
        <a:ea typeface=""/>
        <a:cs typeface=""/>
      </a:majorFont>
      <a:minorFont>
        <a:latin typeface="VW Text Office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indent="0" algn="l">
          <a:spcBef>
            <a:spcPts val="400"/>
          </a:spcBef>
          <a:buFont typeface="Arial" panose="020B0604020202020204" pitchFamily="34" charset="0"/>
          <a:buNone/>
          <a:defRPr sz="18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indent="0" algn="l">
          <a:spcBef>
            <a:spcPts val="400"/>
          </a:spcBef>
          <a:buFont typeface="Arial" panose="020B0604020202020204" pitchFamily="34" charset="0"/>
          <a:buNone/>
          <a:defRPr sz="1800" dirty="0" err="1" smtClean="0"/>
        </a:defPPr>
      </a:lstStyle>
    </a:txDef>
  </a:objectDefaults>
  <a:extraClrSchemeLst/>
  <a:custClrLst>
    <a:custClr name="Red">
      <a:srgbClr val="E4002C"/>
    </a:custClr>
    <a:custClr name="Yellow">
      <a:srgbClr val="FFD100"/>
    </a:custClr>
    <a:custClr name="Green">
      <a:srgbClr val="00872B"/>
    </a:custClr>
  </a:custClrLst>
  <a:extLst>
    <a:ext uri="{05A4C25C-085E-4340-85A3-A5531E510DB2}">
      <thm15:themeFamily xmlns:thm15="http://schemas.microsoft.com/office/thememl/2012/main" name="Master_scr14.potx" id="{BD7F9E0F-B6FE-45CA-945D-58720BD28236}" vid="{72A54E4A-E23A-4515-B1CF-2B8C9ECBB0F0}"/>
    </a:ext>
  </a:extLst>
</a:theme>
</file>

<file path=ppt/theme/theme2.xml><?xml version="1.0" encoding="utf-8"?>
<a:theme xmlns:a="http://schemas.openxmlformats.org/drawingml/2006/main" name="Larissa">
  <a:themeElements>
    <a:clrScheme name="VW 5">
      <a:dk1>
        <a:sysClr val="windowText" lastClr="000000"/>
      </a:dk1>
      <a:lt1>
        <a:sysClr val="window" lastClr="FFFFFF"/>
      </a:lt1>
      <a:dk2>
        <a:srgbClr val="C2CACF"/>
      </a:dk2>
      <a:lt2>
        <a:srgbClr val="6A767D"/>
      </a:lt2>
      <a:accent1>
        <a:srgbClr val="00B0F0"/>
      </a:accent1>
      <a:accent2>
        <a:srgbClr val="001E50"/>
      </a:accent2>
      <a:accent3>
        <a:srgbClr val="0082D6"/>
      </a:accent3>
      <a:accent4>
        <a:srgbClr val="A9E3FF"/>
      </a:accent4>
      <a:accent5>
        <a:srgbClr val="B6BFC5"/>
      </a:accent5>
      <a:accent6>
        <a:srgbClr val="DFE4E8"/>
      </a:accent6>
      <a:hlink>
        <a:srgbClr val="001E50"/>
      </a:hlink>
      <a:folHlink>
        <a:srgbClr val="00B0F0"/>
      </a:folHlink>
    </a:clrScheme>
    <a:fontScheme name="Benutzerdefiniert 5">
      <a:majorFont>
        <a:latin typeface="VW Head Office Bold"/>
        <a:ea typeface=""/>
        <a:cs typeface=""/>
      </a:majorFont>
      <a:minorFont>
        <a:latin typeface="VW Text Office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VW 5">
      <a:dk1>
        <a:sysClr val="windowText" lastClr="000000"/>
      </a:dk1>
      <a:lt1>
        <a:sysClr val="window" lastClr="FFFFFF"/>
      </a:lt1>
      <a:dk2>
        <a:srgbClr val="C2CACF"/>
      </a:dk2>
      <a:lt2>
        <a:srgbClr val="6A767D"/>
      </a:lt2>
      <a:accent1>
        <a:srgbClr val="00B0F0"/>
      </a:accent1>
      <a:accent2>
        <a:srgbClr val="001E50"/>
      </a:accent2>
      <a:accent3>
        <a:srgbClr val="0082D6"/>
      </a:accent3>
      <a:accent4>
        <a:srgbClr val="A9E3FF"/>
      </a:accent4>
      <a:accent5>
        <a:srgbClr val="B6BFC5"/>
      </a:accent5>
      <a:accent6>
        <a:srgbClr val="DFE4E8"/>
      </a:accent6>
      <a:hlink>
        <a:srgbClr val="001E50"/>
      </a:hlink>
      <a:folHlink>
        <a:srgbClr val="00B0F0"/>
      </a:folHlink>
    </a:clrScheme>
    <a:fontScheme name="VW">
      <a:majorFont>
        <a:latin typeface="VW Head Office"/>
        <a:ea typeface=""/>
        <a:cs typeface=""/>
      </a:majorFont>
      <a:minorFont>
        <a:latin typeface="VW Text Offi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365da3a-4270-421d-abe4-40e4b1a2602d">
      <UserInfo>
        <DisplayName>Elena Septelica</DisplayName>
        <AccountId>77</AccountId>
        <AccountType/>
      </UserInfo>
      <UserInfo>
        <DisplayName>Matt Holliday</DisplayName>
        <AccountId>22</AccountId>
        <AccountType/>
      </UserInfo>
      <UserInfo>
        <DisplayName>Jake Bogert</DisplayName>
        <AccountId>78</AccountId>
        <AccountType/>
      </UserInfo>
      <UserInfo>
        <DisplayName>Phil Hewitt</DisplayName>
        <AccountId>79</AccountId>
        <AccountType/>
      </UserInfo>
      <UserInfo>
        <DisplayName>Lauren Hertzenberg</DisplayName>
        <AccountId>20</AccountId>
        <AccountType/>
      </UserInfo>
      <UserInfo>
        <DisplayName>Sam Stead</DisplayName>
        <AccountId>12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1E6789C55DF448AB890A637D1620EA" ma:contentTypeVersion="13" ma:contentTypeDescription="Create a new document." ma:contentTypeScope="" ma:versionID="48a667ed44bfbf434eec7cf5d4c7ec92">
  <xsd:schema xmlns:xsd="http://www.w3.org/2001/XMLSchema" xmlns:xs="http://www.w3.org/2001/XMLSchema" xmlns:p="http://schemas.microsoft.com/office/2006/metadata/properties" xmlns:ns3="5e96f2d4-e605-4060-b613-ac0adbc62111" xmlns:ns4="7365da3a-4270-421d-abe4-40e4b1a2602d" targetNamespace="http://schemas.microsoft.com/office/2006/metadata/properties" ma:root="true" ma:fieldsID="35f76c77b4aa58269f30133759194840" ns3:_="" ns4:_="">
    <xsd:import namespace="5e96f2d4-e605-4060-b613-ac0adbc62111"/>
    <xsd:import namespace="7365da3a-4270-421d-abe4-40e4b1a2602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96f2d4-e605-4060-b613-ac0adbc621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65da3a-4270-421d-abe4-40e4b1a2602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8C0988-EA58-49C0-BEB0-03480248E9FD}">
  <ds:schemaRefs>
    <ds:schemaRef ds:uri="http://schemas.microsoft.com/office/2006/documentManagement/types"/>
    <ds:schemaRef ds:uri="http://purl.org/dc/dcmitype/"/>
    <ds:schemaRef ds:uri="http://www.w3.org/XML/1998/namespace"/>
    <ds:schemaRef ds:uri="http://schemas.microsoft.com/office/2006/metadata/properties"/>
    <ds:schemaRef ds:uri="7365da3a-4270-421d-abe4-40e4b1a2602d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5e96f2d4-e605-4060-b613-ac0adbc62111"/>
  </ds:schemaRefs>
</ds:datastoreItem>
</file>

<file path=customXml/itemProps2.xml><?xml version="1.0" encoding="utf-8"?>
<ds:datastoreItem xmlns:ds="http://schemas.openxmlformats.org/officeDocument/2006/customXml" ds:itemID="{626A8CF6-FE5B-46A1-8E8B-4B61DD201C27}">
  <ds:schemaRefs>
    <ds:schemaRef ds:uri="5e96f2d4-e605-4060-b613-ac0adbc62111"/>
    <ds:schemaRef ds:uri="7365da3a-4270-421d-abe4-40e4b1a2602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779D44A-09AE-4D7D-B0E2-1F4AD995096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Master</Template>
  <TotalTime>218</TotalTime>
  <Words>427</Words>
  <Application>Microsoft Macintosh PowerPoint</Application>
  <PresentationFormat>Widescreen</PresentationFormat>
  <Paragraphs>66</Paragraphs>
  <Slides>2</Slides>
  <Notes>2</Notes>
  <HiddenSlides>1</HiddenSlides>
  <MMClips>4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Arial</vt:lpstr>
      <vt:lpstr>Calibri</vt:lpstr>
      <vt:lpstr>Helvetica Neue</vt:lpstr>
      <vt:lpstr>Symbol</vt:lpstr>
      <vt:lpstr>VW Head Office Bold</vt:lpstr>
      <vt:lpstr>VW Text Office</vt:lpstr>
      <vt:lpstr>Wingdings</vt:lpstr>
      <vt:lpstr>VW Master</vt:lpstr>
      <vt:lpstr>think-cell Folie</vt:lpstr>
      <vt:lpstr>PowerPoint Presentation</vt:lpstr>
      <vt:lpstr>PowerPoint Presentation</vt:lpstr>
    </vt:vector>
  </TitlesOfParts>
  <Manager>Name Surname</Manager>
  <Company>Volkswagen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Presentation</dc:title>
  <dc:subject/>
  <dc:creator>Name Surname</dc:creator>
  <dc:description>Optimized for PowerPoint 2010</dc:description>
  <cp:lastModifiedBy>Esmeralda Lockhart (Adylic)</cp:lastModifiedBy>
  <cp:revision>17</cp:revision>
  <cp:lastPrinted>2019-05-23T14:12:38Z</cp:lastPrinted>
  <dcterms:created xsi:type="dcterms:W3CDTF">2019-03-20T17:50:57Z</dcterms:created>
  <dcterms:modified xsi:type="dcterms:W3CDTF">2021-03-05T11:25:25Z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0x010100181E6789C55DF448AB890A637D1620EA</vt:lpwstr>
  </property>
</Properties>
</file>