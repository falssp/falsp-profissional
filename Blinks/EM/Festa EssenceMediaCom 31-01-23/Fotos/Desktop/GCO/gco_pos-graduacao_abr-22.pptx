
<file path=[Content_Types].xml><?xml version="1.0" encoding="utf-8"?>
<Types xmlns="http://schemas.openxmlformats.org/package/2006/content-types">
  <Default Extension="png" ContentType="image/png"/>
  <Default Extension="rels" ContentType="application/vnd.openxmlformats-package.relationships+xml"/>
  <Default Extension="fntdata" ContentType="application/x-fontdata"/>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Masters/notesMaster1.xml" ContentType="application/vnd.openxmlformats-officedocument.presentationml.notesMaster+xml"/>
  <Override PartName="/ppt/theme/theme4.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5" r:id="rId1"/>
    <p:sldMasterId id="2147483706" r:id="rId2"/>
    <p:sldMasterId id="2147483707" r:id="rId3"/>
  </p:sldMasterIdLst>
  <p:notesMasterIdLst>
    <p:notesMasterId r:id="rId19"/>
  </p:notesMasterIdLst>
  <p:sldIdLst>
    <p:sldId id="256" r:id="rId4"/>
    <p:sldId id="257" r:id="rId5"/>
    <p:sldId id="258" r:id="rId6"/>
    <p:sldId id="303" r:id="rId7"/>
    <p:sldId id="304" r:id="rId8"/>
    <p:sldId id="306" r:id="rId9"/>
    <p:sldId id="300" r:id="rId10"/>
    <p:sldId id="311" r:id="rId11"/>
    <p:sldId id="302" r:id="rId12"/>
    <p:sldId id="310" r:id="rId13"/>
    <p:sldId id="313" r:id="rId14"/>
    <p:sldId id="314" r:id="rId15"/>
    <p:sldId id="315" r:id="rId16"/>
    <p:sldId id="316" r:id="rId17"/>
    <p:sldId id="299" r:id="rId18"/>
  </p:sldIdLst>
  <p:sldSz cx="9144000" cy="5143500" type="screen16x9"/>
  <p:notesSz cx="6858000" cy="9144000"/>
  <p:embeddedFontLst>
    <p:embeddedFont>
      <p:font typeface="Calibri" panose="020F0502020204030204" pitchFamily="34" charset="0"/>
      <p:regular r:id="rId20"/>
      <p:bold r:id="rId21"/>
      <p:italic r:id="rId22"/>
      <p:boldItalic r:id="rId23"/>
    </p:embeddedFont>
    <p:embeddedFont>
      <p:font typeface="Helvetica Neue" panose="020B0604020202020204" charset="0"/>
      <p:regular r:id="rId24"/>
      <p:bold r:id="rId25"/>
      <p:italic r:id="rId26"/>
      <p:boldItalic r:id="rId27"/>
    </p:embeddedFont>
    <p:embeddedFont>
      <p:font typeface="Montserrat" panose="00000500000000000000" pitchFamily="2" charset="0"/>
      <p:regular r:id="rId28"/>
      <p:bold r:id="rId29"/>
      <p:italic r:id="rId30"/>
      <p:boldItalic r:id="rId31"/>
    </p:embeddedFont>
    <p:embeddedFont>
      <p:font typeface="Roboto" panose="02000000000000000000" pitchFamily="2" charset="0"/>
      <p:regular r:id="rId32"/>
      <p:bold r:id="rId33"/>
      <p:italic r:id="rId34"/>
      <p:boldItalic r:id="rId35"/>
    </p:embeddedFont>
    <p:embeddedFont>
      <p:font typeface="Roboto Medium" panose="02000000000000000000" pitchFamily="2" charset="0"/>
      <p:regular r:id="rId36"/>
      <p:bold r:id="rId37"/>
      <p:italic r:id="rId38"/>
      <p:boldItalic r:id="rId39"/>
    </p:embeddedFont>
    <p:embeddedFont>
      <p:font typeface="Spectral" panose="020B0604020202020204"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40404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858BF14-88E5-43F5-9D92-35F7B633B0B4}">
  <a:tblStyle styleId="{3858BF14-88E5-43F5-9D92-35F7B633B0B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52" autoAdjust="0"/>
    <p:restoredTop sz="94660"/>
  </p:normalViewPr>
  <p:slideViewPr>
    <p:cSldViewPr snapToGrid="0">
      <p:cViewPr varScale="1">
        <p:scale>
          <a:sx n="88" d="100"/>
          <a:sy n="88" d="100"/>
        </p:scale>
        <p:origin x="676" y="6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7.fntdata"/><Relationship Id="rId39" Type="http://schemas.openxmlformats.org/officeDocument/2006/relationships/font" Target="fonts/font20.fntdata"/><Relationship Id="rId21" Type="http://schemas.openxmlformats.org/officeDocument/2006/relationships/font" Target="fonts/font2.fntdata"/><Relationship Id="rId34" Type="http://schemas.openxmlformats.org/officeDocument/2006/relationships/font" Target="fonts/font15.fntdata"/><Relationship Id="rId42" Type="http://schemas.openxmlformats.org/officeDocument/2006/relationships/font" Target="fonts/font23.fntdata"/><Relationship Id="rId47" Type="http://schemas.openxmlformats.org/officeDocument/2006/relationships/tableStyles" Target="tableStyles.xml"/><Relationship Id="rId50" Type="http://schemas.openxmlformats.org/officeDocument/2006/relationships/customXml" Target="../customXml/item3.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10.fntdata"/><Relationship Id="rId11" Type="http://schemas.openxmlformats.org/officeDocument/2006/relationships/slide" Target="slides/slide8.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font" Target="fonts/font18.fntdata"/><Relationship Id="rId40" Type="http://schemas.openxmlformats.org/officeDocument/2006/relationships/font" Target="fonts/font21.fntdata"/><Relationship Id="rId45"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49" Type="http://schemas.openxmlformats.org/officeDocument/2006/relationships/customXml" Target="../customXml/item2.xml"/><Relationship Id="rId10" Type="http://schemas.openxmlformats.org/officeDocument/2006/relationships/slide" Target="slides/slide7.xml"/><Relationship Id="rId19" Type="http://schemas.openxmlformats.org/officeDocument/2006/relationships/notesMaster" Target="notesMasters/notesMaster1.xml"/><Relationship Id="rId31" Type="http://schemas.openxmlformats.org/officeDocument/2006/relationships/font" Target="fonts/font12.fntdata"/><Relationship Id="rId4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43" Type="http://schemas.openxmlformats.org/officeDocument/2006/relationships/font" Target="fonts/font24.fntdata"/><Relationship Id="rId48" Type="http://schemas.openxmlformats.org/officeDocument/2006/relationships/customXml" Target="../customXml/item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font" Target="fonts/font19.fntdata"/><Relationship Id="rId46" Type="http://schemas.openxmlformats.org/officeDocument/2006/relationships/theme" Target="theme/theme1.xml"/><Relationship Id="rId20" Type="http://schemas.openxmlformats.org/officeDocument/2006/relationships/font" Target="fonts/font1.fntdata"/><Relationship Id="rId41" Type="http://schemas.openxmlformats.org/officeDocument/2006/relationships/font" Target="fonts/font22.fntdata"/><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ca04e5b93a_2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gca04e5b93a_2_4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d5b25e9986_0_115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9" name="Google Shape;289;gd5b25e9986_0_1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d5b25e9986_0_1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d5b25e9986_0_120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11df7fa5a6e_0_54: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4" name="Google Shape;314;g11df7fa5a6e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71074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d5b25e9986_0_1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d5b25e9986_0_120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3582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11df7fa5a6e_0_54: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4" name="Google Shape;314;g11df7fa5a6e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47995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d5b25e9986_0_1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d5b25e9986_0_120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7096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11df7fa5a6e_0_54: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4" name="Google Shape;314;g11df7fa5a6e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49699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d5b25e9986_0_1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d5b25e9986_0_120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68892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11df7fa5a6e_0_54: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4" name="Google Shape;314;g11df7fa5a6e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3268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d5b25e9986_0_1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d5b25e9986_0_120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89923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11df7fa5a6e_0_54: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4" name="Google Shape;314;g11df7fa5a6e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57336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d5b25e9986_0_1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d5b25e9986_0_120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70819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11df7fa5a6e_0_54: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4" name="Google Shape;314;g11df7fa5a6e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84583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gd295c44f1c_0_2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6" name="Google Shape;786;gd295c44f1c_0_253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 Título">
  <p:cSld name="CUSTOM">
    <p:spTree>
      <p:nvGrpSpPr>
        <p:cNvPr id="1" name="Shape 52"/>
        <p:cNvGrpSpPr/>
        <p:nvPr/>
      </p:nvGrpSpPr>
      <p:grpSpPr>
        <a:xfrm>
          <a:off x="0" y="0"/>
          <a:ext cx="0" cy="0"/>
          <a:chOff x="0" y="0"/>
          <a:chExt cx="0" cy="0"/>
        </a:xfrm>
      </p:grpSpPr>
      <p:sp>
        <p:nvSpPr>
          <p:cNvPr id="53" name="Google Shape;53;p14"/>
          <p:cNvSpPr/>
          <p:nvPr/>
        </p:nvSpPr>
        <p:spPr>
          <a:xfrm>
            <a:off x="0" y="2800"/>
            <a:ext cx="4572000" cy="5143500"/>
          </a:xfrm>
          <a:prstGeom prst="rect">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14"/>
          <p:cNvSpPr txBox="1">
            <a:spLocks noGrp="1"/>
          </p:cNvSpPr>
          <p:nvPr>
            <p:ph type="sldNum" idx="12"/>
          </p:nvPr>
        </p:nvSpPr>
        <p:spPr>
          <a:xfrm>
            <a:off x="8289309" y="4579638"/>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 em branco escuro">
  <p:cSld name="Black Blank_1_1">
    <p:bg>
      <p:bgPr>
        <a:solidFill>
          <a:schemeClr val="accent3"/>
        </a:solidFill>
        <a:effectLst/>
      </p:bgPr>
    </p:bg>
    <p:spTree>
      <p:nvGrpSpPr>
        <p:cNvPr id="1" name="Shape 55"/>
        <p:cNvGrpSpPr/>
        <p:nvPr/>
      </p:nvGrpSpPr>
      <p:grpSpPr>
        <a:xfrm>
          <a:off x="0" y="0"/>
          <a:ext cx="0" cy="0"/>
          <a:chOff x="0" y="0"/>
          <a:chExt cx="0" cy="0"/>
        </a:xfrm>
      </p:grpSpPr>
      <p:sp>
        <p:nvSpPr>
          <p:cNvPr id="56" name="Google Shape;56;p15"/>
          <p:cNvSpPr txBox="1">
            <a:spLocks noGrp="1"/>
          </p:cNvSpPr>
          <p:nvPr>
            <p:ph type="sldNum" idx="12"/>
          </p:nvPr>
        </p:nvSpPr>
        <p:spPr>
          <a:xfrm>
            <a:off x="8289309" y="4579638"/>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pic>
        <p:nvPicPr>
          <p:cNvPr id="57" name="Google Shape;57;p15"/>
          <p:cNvPicPr preferRelativeResize="0"/>
          <p:nvPr/>
        </p:nvPicPr>
        <p:blipFill rotWithShape="1">
          <a:blip r:embed="rId2">
            <a:alphaModFix/>
          </a:blip>
          <a:srcRect/>
          <a:stretch/>
        </p:blipFill>
        <p:spPr>
          <a:xfrm>
            <a:off x="343800" y="4691100"/>
            <a:ext cx="356531" cy="1365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meia página">
  <p:cSld name="TITLE_AND_BODY_8_5">
    <p:spTree>
      <p:nvGrpSpPr>
        <p:cNvPr id="1" name="Shape 58"/>
        <p:cNvGrpSpPr/>
        <p:nvPr/>
      </p:nvGrpSpPr>
      <p:grpSpPr>
        <a:xfrm>
          <a:off x="0" y="0"/>
          <a:ext cx="0" cy="0"/>
          <a:chOff x="0" y="0"/>
          <a:chExt cx="0" cy="0"/>
        </a:xfrm>
      </p:grpSpPr>
      <p:sp>
        <p:nvSpPr>
          <p:cNvPr id="59" name="Google Shape;59;p16"/>
          <p:cNvSpPr/>
          <p:nvPr/>
        </p:nvSpPr>
        <p:spPr>
          <a:xfrm>
            <a:off x="0" y="0"/>
            <a:ext cx="4572000" cy="5143500"/>
          </a:xfrm>
          <a:prstGeom prst="rect">
            <a:avLst/>
          </a:prstGeom>
          <a:solidFill>
            <a:srgbClr val="F3F3F3"/>
          </a:solidFill>
          <a:ln>
            <a:noFill/>
          </a:ln>
        </p:spPr>
        <p:txBody>
          <a:bodyPr spcFirstLastPara="1" wrap="square" lIns="26775" tIns="26775" rIns="26775" bIns="26775" anchor="t" anchorCtr="0">
            <a:noAutofit/>
          </a:bodyPr>
          <a:lstStyle/>
          <a:p>
            <a:pPr marL="0" marR="0" lvl="0" indent="0" algn="ctr" rtl="0">
              <a:lnSpc>
                <a:spcPct val="100000"/>
              </a:lnSpc>
              <a:spcBef>
                <a:spcPts val="0"/>
              </a:spcBef>
              <a:spcAft>
                <a:spcPts val="0"/>
              </a:spcAft>
              <a:buClr>
                <a:srgbClr val="FFFFFF"/>
              </a:buClr>
              <a:buSzPts val="1100"/>
              <a:buFont typeface="Helvetica Neue"/>
              <a:buNone/>
            </a:pPr>
            <a:endParaRPr sz="1100" b="0" i="0" u="none" strike="noStrike" cap="none">
              <a:solidFill>
                <a:srgbClr val="FFFFFF"/>
              </a:solidFill>
              <a:latin typeface="Helvetica Neue"/>
              <a:ea typeface="Helvetica Neue"/>
              <a:cs typeface="Helvetica Neue"/>
              <a:sym typeface="Helvetica Neue"/>
            </a:endParaRPr>
          </a:p>
        </p:txBody>
      </p:sp>
      <p:sp>
        <p:nvSpPr>
          <p:cNvPr id="60" name="Google Shape;60;p16"/>
          <p:cNvSpPr txBox="1">
            <a:spLocks noGrp="1"/>
          </p:cNvSpPr>
          <p:nvPr>
            <p:ph type="sldNum" idx="12"/>
          </p:nvPr>
        </p:nvSpPr>
        <p:spPr>
          <a:xfrm>
            <a:off x="8289309" y="4579638"/>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cxnSp>
        <p:nvCxnSpPr>
          <p:cNvPr id="61" name="Google Shape;61;p16"/>
          <p:cNvCxnSpPr/>
          <p:nvPr/>
        </p:nvCxnSpPr>
        <p:spPr>
          <a:xfrm>
            <a:off x="862450" y="4630350"/>
            <a:ext cx="0" cy="258000"/>
          </a:xfrm>
          <a:prstGeom prst="straightConnector1">
            <a:avLst/>
          </a:prstGeom>
          <a:noFill/>
          <a:ln w="9525" cap="flat" cmpd="sng">
            <a:solidFill>
              <a:srgbClr val="B7B7B7"/>
            </a:solidFill>
            <a:prstDash val="solid"/>
            <a:round/>
            <a:headEnd type="none" w="sm" len="sm"/>
            <a:tailEnd type="none" w="sm" len="sm"/>
          </a:ln>
        </p:spPr>
      </p:cxnSp>
      <p:pic>
        <p:nvPicPr>
          <p:cNvPr id="62" name="Google Shape;62;p16"/>
          <p:cNvPicPr preferRelativeResize="0"/>
          <p:nvPr/>
        </p:nvPicPr>
        <p:blipFill rotWithShape="1">
          <a:blip r:embed="rId2">
            <a:alphaModFix/>
          </a:blip>
          <a:srcRect/>
          <a:stretch/>
        </p:blipFill>
        <p:spPr>
          <a:xfrm>
            <a:off x="343800" y="4691100"/>
            <a:ext cx="356531" cy="136500"/>
          </a:xfrm>
          <a:prstGeom prst="rect">
            <a:avLst/>
          </a:prstGeom>
          <a:noFill/>
          <a:ln>
            <a:noFill/>
          </a:ln>
        </p:spPr>
      </p:pic>
      <p:pic>
        <p:nvPicPr>
          <p:cNvPr id="63" name="Google Shape;63;p16"/>
          <p:cNvPicPr preferRelativeResize="0"/>
          <p:nvPr/>
        </p:nvPicPr>
        <p:blipFill rotWithShape="1">
          <a:blip r:embed="rId3">
            <a:alphaModFix/>
          </a:blip>
          <a:srcRect/>
          <a:stretch/>
        </p:blipFill>
        <p:spPr>
          <a:xfrm>
            <a:off x="1024575" y="4656000"/>
            <a:ext cx="968408" cy="2409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Slide de corpo" type="tx">
  <p:cSld name="TITLE_AND_BODY">
    <p:spTree>
      <p:nvGrpSpPr>
        <p:cNvPr id="1" name="Shape 64"/>
        <p:cNvGrpSpPr/>
        <p:nvPr/>
      </p:nvGrpSpPr>
      <p:grpSpPr>
        <a:xfrm>
          <a:off x="0" y="0"/>
          <a:ext cx="0" cy="0"/>
          <a:chOff x="0" y="0"/>
          <a:chExt cx="0" cy="0"/>
        </a:xfrm>
      </p:grpSpPr>
      <p:sp>
        <p:nvSpPr>
          <p:cNvPr id="65" name="Google Shape;65;p17"/>
          <p:cNvSpPr txBox="1">
            <a:spLocks noGrp="1"/>
          </p:cNvSpPr>
          <p:nvPr>
            <p:ph type="sldNum" idx="12"/>
          </p:nvPr>
        </p:nvSpPr>
        <p:spPr>
          <a:xfrm>
            <a:off x="8289309" y="4579638"/>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cxnSp>
        <p:nvCxnSpPr>
          <p:cNvPr id="66" name="Google Shape;66;p17"/>
          <p:cNvCxnSpPr/>
          <p:nvPr/>
        </p:nvCxnSpPr>
        <p:spPr>
          <a:xfrm>
            <a:off x="862450" y="4630350"/>
            <a:ext cx="0" cy="258000"/>
          </a:xfrm>
          <a:prstGeom prst="straightConnector1">
            <a:avLst/>
          </a:prstGeom>
          <a:noFill/>
          <a:ln w="9525" cap="flat" cmpd="sng">
            <a:solidFill>
              <a:srgbClr val="B7B7B7"/>
            </a:solidFill>
            <a:prstDash val="solid"/>
            <a:round/>
            <a:headEnd type="none" w="sm" len="sm"/>
            <a:tailEnd type="none" w="sm" len="sm"/>
          </a:ln>
        </p:spPr>
      </p:cxnSp>
      <p:pic>
        <p:nvPicPr>
          <p:cNvPr id="67" name="Google Shape;67;p17"/>
          <p:cNvPicPr preferRelativeResize="0"/>
          <p:nvPr/>
        </p:nvPicPr>
        <p:blipFill rotWithShape="1">
          <a:blip r:embed="rId2">
            <a:alphaModFix/>
          </a:blip>
          <a:srcRect/>
          <a:stretch/>
        </p:blipFill>
        <p:spPr>
          <a:xfrm>
            <a:off x="343800" y="4691100"/>
            <a:ext cx="356531" cy="136500"/>
          </a:xfrm>
          <a:prstGeom prst="rect">
            <a:avLst/>
          </a:prstGeom>
          <a:noFill/>
          <a:ln>
            <a:noFill/>
          </a:ln>
        </p:spPr>
      </p:pic>
      <p:pic>
        <p:nvPicPr>
          <p:cNvPr id="68" name="Google Shape;68;p17"/>
          <p:cNvPicPr preferRelativeResize="0"/>
          <p:nvPr/>
        </p:nvPicPr>
        <p:blipFill rotWithShape="1">
          <a:blip r:embed="rId3">
            <a:alphaModFix/>
          </a:blip>
          <a:srcRect/>
          <a:stretch/>
        </p:blipFill>
        <p:spPr>
          <a:xfrm>
            <a:off x="1024575" y="4656000"/>
            <a:ext cx="968408" cy="240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ranco">
  <p:cSld name="CUSTOM_1">
    <p:spTree>
      <p:nvGrpSpPr>
        <p:cNvPr id="1" name="Shape 69"/>
        <p:cNvGrpSpPr/>
        <p:nvPr/>
      </p:nvGrpSpPr>
      <p:grpSpPr>
        <a:xfrm>
          <a:off x="0" y="0"/>
          <a:ext cx="0" cy="0"/>
          <a:chOff x="0" y="0"/>
          <a:chExt cx="0" cy="0"/>
        </a:xfrm>
      </p:grpSpPr>
      <p:cxnSp>
        <p:nvCxnSpPr>
          <p:cNvPr id="70" name="Google Shape;70;p18"/>
          <p:cNvCxnSpPr/>
          <p:nvPr/>
        </p:nvCxnSpPr>
        <p:spPr>
          <a:xfrm>
            <a:off x="862450" y="4630350"/>
            <a:ext cx="0" cy="258000"/>
          </a:xfrm>
          <a:prstGeom prst="straightConnector1">
            <a:avLst/>
          </a:prstGeom>
          <a:noFill/>
          <a:ln w="9525" cap="flat" cmpd="sng">
            <a:solidFill>
              <a:srgbClr val="B7B7B7"/>
            </a:solidFill>
            <a:prstDash val="solid"/>
            <a:round/>
            <a:headEnd type="none" w="sm" len="sm"/>
            <a:tailEnd type="none" w="sm" len="sm"/>
          </a:ln>
        </p:spPr>
      </p:cxnSp>
      <p:pic>
        <p:nvPicPr>
          <p:cNvPr id="71" name="Google Shape;71;p18"/>
          <p:cNvPicPr preferRelativeResize="0"/>
          <p:nvPr/>
        </p:nvPicPr>
        <p:blipFill rotWithShape="1">
          <a:blip r:embed="rId2">
            <a:alphaModFix/>
          </a:blip>
          <a:srcRect/>
          <a:stretch/>
        </p:blipFill>
        <p:spPr>
          <a:xfrm>
            <a:off x="343800" y="4691100"/>
            <a:ext cx="356531" cy="136499"/>
          </a:xfrm>
          <a:prstGeom prst="rect">
            <a:avLst/>
          </a:prstGeom>
          <a:noFill/>
          <a:ln>
            <a:noFill/>
          </a:ln>
        </p:spPr>
      </p:pic>
      <p:pic>
        <p:nvPicPr>
          <p:cNvPr id="72" name="Google Shape;72;p18"/>
          <p:cNvPicPr preferRelativeResize="0"/>
          <p:nvPr/>
        </p:nvPicPr>
        <p:blipFill rotWithShape="1">
          <a:blip r:embed="rId3">
            <a:alphaModFix/>
          </a:blip>
          <a:srcRect/>
          <a:stretch/>
        </p:blipFill>
        <p:spPr>
          <a:xfrm>
            <a:off x="1024575" y="4656000"/>
            <a:ext cx="968408" cy="240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três colunas">
  <p:cSld name="TITLE_AND_BODY_10">
    <p:spTree>
      <p:nvGrpSpPr>
        <p:cNvPr id="1" name="Shape 73"/>
        <p:cNvGrpSpPr/>
        <p:nvPr/>
      </p:nvGrpSpPr>
      <p:grpSpPr>
        <a:xfrm>
          <a:off x="0" y="0"/>
          <a:ext cx="0" cy="0"/>
          <a:chOff x="0" y="0"/>
          <a:chExt cx="0" cy="0"/>
        </a:xfrm>
      </p:grpSpPr>
      <p:sp>
        <p:nvSpPr>
          <p:cNvPr id="74" name="Google Shape;74;p19"/>
          <p:cNvSpPr/>
          <p:nvPr/>
        </p:nvSpPr>
        <p:spPr>
          <a:xfrm>
            <a:off x="-4200" y="1409325"/>
            <a:ext cx="9148200" cy="3734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9"/>
          <p:cNvSpPr txBox="1">
            <a:spLocks noGrp="1"/>
          </p:cNvSpPr>
          <p:nvPr>
            <p:ph type="sldNum" idx="12"/>
          </p:nvPr>
        </p:nvSpPr>
        <p:spPr>
          <a:xfrm>
            <a:off x="8289309" y="4579638"/>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sp>
        <p:nvSpPr>
          <p:cNvPr id="76" name="Google Shape;76;p19"/>
          <p:cNvSpPr/>
          <p:nvPr/>
        </p:nvSpPr>
        <p:spPr>
          <a:xfrm>
            <a:off x="-2100" y="1409325"/>
            <a:ext cx="9148200" cy="514200"/>
          </a:xfrm>
          <a:prstGeom prst="rect">
            <a:avLst/>
          </a:prstGeom>
          <a:solidFill>
            <a:srgbClr val="43434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77" name="Google Shape;77;p19"/>
          <p:cNvCxnSpPr/>
          <p:nvPr/>
        </p:nvCxnSpPr>
        <p:spPr>
          <a:xfrm>
            <a:off x="3048000" y="1327050"/>
            <a:ext cx="0" cy="3898800"/>
          </a:xfrm>
          <a:prstGeom prst="straightConnector1">
            <a:avLst/>
          </a:prstGeom>
          <a:noFill/>
          <a:ln w="19050" cap="flat" cmpd="sng">
            <a:solidFill>
              <a:srgbClr val="FFFFFF"/>
            </a:solidFill>
            <a:prstDash val="solid"/>
            <a:round/>
            <a:headEnd type="none" w="sm" len="sm"/>
            <a:tailEnd type="none" w="sm" len="sm"/>
          </a:ln>
        </p:spPr>
      </p:cxnSp>
      <p:cxnSp>
        <p:nvCxnSpPr>
          <p:cNvPr id="78" name="Google Shape;78;p19"/>
          <p:cNvCxnSpPr/>
          <p:nvPr/>
        </p:nvCxnSpPr>
        <p:spPr>
          <a:xfrm>
            <a:off x="6096000" y="1327050"/>
            <a:ext cx="0" cy="3898800"/>
          </a:xfrm>
          <a:prstGeom prst="straightConnector1">
            <a:avLst/>
          </a:prstGeom>
          <a:noFill/>
          <a:ln w="19050" cap="flat" cmpd="sng">
            <a:solidFill>
              <a:srgbClr val="FFFFFF"/>
            </a:solidFill>
            <a:prstDash val="solid"/>
            <a:round/>
            <a:headEnd type="none" w="sm" len="sm"/>
            <a:tailEnd type="none" w="sm" len="sm"/>
          </a:ln>
        </p:spPr>
      </p:cxnSp>
      <p:cxnSp>
        <p:nvCxnSpPr>
          <p:cNvPr id="79" name="Google Shape;79;p19"/>
          <p:cNvCxnSpPr/>
          <p:nvPr/>
        </p:nvCxnSpPr>
        <p:spPr>
          <a:xfrm>
            <a:off x="862450" y="4630350"/>
            <a:ext cx="0" cy="258000"/>
          </a:xfrm>
          <a:prstGeom prst="straightConnector1">
            <a:avLst/>
          </a:prstGeom>
          <a:noFill/>
          <a:ln w="9525" cap="flat" cmpd="sng">
            <a:solidFill>
              <a:srgbClr val="B7B7B7"/>
            </a:solidFill>
            <a:prstDash val="solid"/>
            <a:round/>
            <a:headEnd type="none" w="sm" len="sm"/>
            <a:tailEnd type="none" w="sm" len="sm"/>
          </a:ln>
        </p:spPr>
      </p:cxnSp>
      <p:pic>
        <p:nvPicPr>
          <p:cNvPr id="80" name="Google Shape;80;p19"/>
          <p:cNvPicPr preferRelativeResize="0"/>
          <p:nvPr/>
        </p:nvPicPr>
        <p:blipFill rotWithShape="1">
          <a:blip r:embed="rId2">
            <a:alphaModFix/>
          </a:blip>
          <a:srcRect/>
          <a:stretch/>
        </p:blipFill>
        <p:spPr>
          <a:xfrm>
            <a:off x="343800" y="4691100"/>
            <a:ext cx="356531" cy="136499"/>
          </a:xfrm>
          <a:prstGeom prst="rect">
            <a:avLst/>
          </a:prstGeom>
          <a:noFill/>
          <a:ln>
            <a:noFill/>
          </a:ln>
        </p:spPr>
      </p:pic>
      <p:pic>
        <p:nvPicPr>
          <p:cNvPr id="81" name="Google Shape;81;p19"/>
          <p:cNvPicPr preferRelativeResize="0"/>
          <p:nvPr/>
        </p:nvPicPr>
        <p:blipFill rotWithShape="1">
          <a:blip r:embed="rId3">
            <a:alphaModFix/>
          </a:blip>
          <a:srcRect/>
          <a:stretch/>
        </p:blipFill>
        <p:spPr>
          <a:xfrm>
            <a:off x="1024575" y="4656000"/>
            <a:ext cx="968408" cy="240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meia página escura">
  <p:cSld name="TITLE_AND_BODY_8_4">
    <p:spTree>
      <p:nvGrpSpPr>
        <p:cNvPr id="1" name="Shape 82"/>
        <p:cNvGrpSpPr/>
        <p:nvPr/>
      </p:nvGrpSpPr>
      <p:grpSpPr>
        <a:xfrm>
          <a:off x="0" y="0"/>
          <a:ext cx="0" cy="0"/>
          <a:chOff x="0" y="0"/>
          <a:chExt cx="0" cy="0"/>
        </a:xfrm>
      </p:grpSpPr>
      <p:sp>
        <p:nvSpPr>
          <p:cNvPr id="83" name="Google Shape;83;p20"/>
          <p:cNvSpPr/>
          <p:nvPr/>
        </p:nvSpPr>
        <p:spPr>
          <a:xfrm>
            <a:off x="0" y="0"/>
            <a:ext cx="4572000" cy="5143500"/>
          </a:xfrm>
          <a:prstGeom prst="rect">
            <a:avLst/>
          </a:prstGeom>
          <a:solidFill>
            <a:schemeClr val="accent3"/>
          </a:solidFill>
          <a:ln>
            <a:noFill/>
          </a:ln>
        </p:spPr>
        <p:txBody>
          <a:bodyPr spcFirstLastPara="1" wrap="square" lIns="26775" tIns="26775" rIns="26775" bIns="26775" anchor="t" anchorCtr="0">
            <a:noAutofit/>
          </a:bodyPr>
          <a:lstStyle/>
          <a:p>
            <a:pPr marL="0" marR="0" lvl="0" indent="0" algn="ctr" rtl="0">
              <a:lnSpc>
                <a:spcPct val="100000"/>
              </a:lnSpc>
              <a:spcBef>
                <a:spcPts val="0"/>
              </a:spcBef>
              <a:spcAft>
                <a:spcPts val="0"/>
              </a:spcAft>
              <a:buClr>
                <a:srgbClr val="FFFFFF"/>
              </a:buClr>
              <a:buSzPts val="1100"/>
              <a:buFont typeface="Helvetica Neue"/>
              <a:buNone/>
            </a:pPr>
            <a:endParaRPr sz="1100" b="0" i="0" u="none" strike="noStrike" cap="none">
              <a:solidFill>
                <a:srgbClr val="FFFFFF"/>
              </a:solidFill>
              <a:latin typeface="Helvetica Neue"/>
              <a:ea typeface="Helvetica Neue"/>
              <a:cs typeface="Helvetica Neue"/>
              <a:sym typeface="Helvetica Neue"/>
            </a:endParaRPr>
          </a:p>
        </p:txBody>
      </p:sp>
      <p:sp>
        <p:nvSpPr>
          <p:cNvPr id="84" name="Google Shape;84;p20"/>
          <p:cNvSpPr txBox="1">
            <a:spLocks noGrp="1"/>
          </p:cNvSpPr>
          <p:nvPr>
            <p:ph type="sldNum" idx="12"/>
          </p:nvPr>
        </p:nvSpPr>
        <p:spPr>
          <a:xfrm>
            <a:off x="8289309" y="4579638"/>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pic>
        <p:nvPicPr>
          <p:cNvPr id="85" name="Google Shape;85;p20"/>
          <p:cNvPicPr preferRelativeResize="0"/>
          <p:nvPr/>
        </p:nvPicPr>
        <p:blipFill rotWithShape="1">
          <a:blip r:embed="rId2">
            <a:alphaModFix/>
          </a:blip>
          <a:srcRect/>
          <a:stretch/>
        </p:blipFill>
        <p:spPr>
          <a:xfrm>
            <a:off x="343800" y="4691100"/>
            <a:ext cx="356531" cy="136499"/>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 terço lateral 2">
  <p:cSld name="TITLE_AND_BODY_6_1_1">
    <p:spTree>
      <p:nvGrpSpPr>
        <p:cNvPr id="1" name="Shape 86"/>
        <p:cNvGrpSpPr/>
        <p:nvPr/>
      </p:nvGrpSpPr>
      <p:grpSpPr>
        <a:xfrm>
          <a:off x="0" y="0"/>
          <a:ext cx="0" cy="0"/>
          <a:chOff x="0" y="0"/>
          <a:chExt cx="0" cy="0"/>
        </a:xfrm>
      </p:grpSpPr>
      <p:sp>
        <p:nvSpPr>
          <p:cNvPr id="87" name="Google Shape;87;p21"/>
          <p:cNvSpPr/>
          <p:nvPr/>
        </p:nvSpPr>
        <p:spPr>
          <a:xfrm flipH="1">
            <a:off x="3069600" y="0"/>
            <a:ext cx="6074400" cy="51435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21"/>
          <p:cNvSpPr txBox="1">
            <a:spLocks noGrp="1"/>
          </p:cNvSpPr>
          <p:nvPr>
            <p:ph type="sldNum" idx="12"/>
          </p:nvPr>
        </p:nvSpPr>
        <p:spPr>
          <a:xfrm>
            <a:off x="8289309" y="4579638"/>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cxnSp>
        <p:nvCxnSpPr>
          <p:cNvPr id="89" name="Google Shape;89;p21"/>
          <p:cNvCxnSpPr/>
          <p:nvPr/>
        </p:nvCxnSpPr>
        <p:spPr>
          <a:xfrm>
            <a:off x="862450" y="4630350"/>
            <a:ext cx="0" cy="258000"/>
          </a:xfrm>
          <a:prstGeom prst="straightConnector1">
            <a:avLst/>
          </a:prstGeom>
          <a:noFill/>
          <a:ln w="9525" cap="flat" cmpd="sng">
            <a:solidFill>
              <a:srgbClr val="B7B7B7"/>
            </a:solidFill>
            <a:prstDash val="solid"/>
            <a:round/>
            <a:headEnd type="none" w="sm" len="sm"/>
            <a:tailEnd type="none" w="sm" len="sm"/>
          </a:ln>
        </p:spPr>
      </p:cxnSp>
      <p:pic>
        <p:nvPicPr>
          <p:cNvPr id="90" name="Google Shape;90;p21"/>
          <p:cNvPicPr preferRelativeResize="0"/>
          <p:nvPr/>
        </p:nvPicPr>
        <p:blipFill rotWithShape="1">
          <a:blip r:embed="rId2">
            <a:alphaModFix/>
          </a:blip>
          <a:srcRect/>
          <a:stretch/>
        </p:blipFill>
        <p:spPr>
          <a:xfrm>
            <a:off x="343800" y="4691100"/>
            <a:ext cx="356531" cy="136499"/>
          </a:xfrm>
          <a:prstGeom prst="rect">
            <a:avLst/>
          </a:prstGeom>
          <a:noFill/>
          <a:ln>
            <a:noFill/>
          </a:ln>
        </p:spPr>
      </p:pic>
      <p:pic>
        <p:nvPicPr>
          <p:cNvPr id="91" name="Google Shape;91;p21"/>
          <p:cNvPicPr preferRelativeResize="0"/>
          <p:nvPr/>
        </p:nvPicPr>
        <p:blipFill rotWithShape="1">
          <a:blip r:embed="rId3">
            <a:alphaModFix/>
          </a:blip>
          <a:srcRect/>
          <a:stretch/>
        </p:blipFill>
        <p:spPr>
          <a:xfrm>
            <a:off x="1024575" y="4656000"/>
            <a:ext cx="968408" cy="240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 terço lateral">
  <p:cSld name="TITLE_AND_BODY_5_1">
    <p:spTree>
      <p:nvGrpSpPr>
        <p:cNvPr id="1" name="Shape 92"/>
        <p:cNvGrpSpPr/>
        <p:nvPr/>
      </p:nvGrpSpPr>
      <p:grpSpPr>
        <a:xfrm>
          <a:off x="0" y="0"/>
          <a:ext cx="0" cy="0"/>
          <a:chOff x="0" y="0"/>
          <a:chExt cx="0" cy="0"/>
        </a:xfrm>
      </p:grpSpPr>
      <p:sp>
        <p:nvSpPr>
          <p:cNvPr id="93" name="Google Shape;93;p22"/>
          <p:cNvSpPr txBox="1"/>
          <p:nvPr/>
        </p:nvSpPr>
        <p:spPr>
          <a:xfrm>
            <a:off x="155325" y="1379575"/>
            <a:ext cx="3578100" cy="41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2"/>
          <p:cNvSpPr/>
          <p:nvPr/>
        </p:nvSpPr>
        <p:spPr>
          <a:xfrm>
            <a:off x="0" y="0"/>
            <a:ext cx="30696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2"/>
          <p:cNvSpPr txBox="1"/>
          <p:nvPr/>
        </p:nvSpPr>
        <p:spPr>
          <a:xfrm>
            <a:off x="8289309" y="4579638"/>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sz="900">
                <a:solidFill>
                  <a:srgbClr val="999999"/>
                </a:solidFill>
                <a:latin typeface="Montserrat"/>
                <a:ea typeface="Montserrat"/>
                <a:cs typeface="Montserrat"/>
                <a:sym typeface="Montserrat"/>
              </a:rPr>
              <a:t>‹nº›</a:t>
            </a:fld>
            <a:endParaRPr sz="900">
              <a:solidFill>
                <a:srgbClr val="999999"/>
              </a:solidFill>
              <a:latin typeface="Montserrat"/>
              <a:ea typeface="Montserrat"/>
              <a:cs typeface="Montserrat"/>
              <a:sym typeface="Montserrat"/>
            </a:endParaRPr>
          </a:p>
        </p:txBody>
      </p:sp>
      <p:cxnSp>
        <p:nvCxnSpPr>
          <p:cNvPr id="96" name="Google Shape;96;p22"/>
          <p:cNvCxnSpPr/>
          <p:nvPr/>
        </p:nvCxnSpPr>
        <p:spPr>
          <a:xfrm>
            <a:off x="862450" y="4630350"/>
            <a:ext cx="0" cy="258000"/>
          </a:xfrm>
          <a:prstGeom prst="straightConnector1">
            <a:avLst/>
          </a:prstGeom>
          <a:noFill/>
          <a:ln w="9525" cap="flat" cmpd="sng">
            <a:solidFill>
              <a:srgbClr val="B7B7B7"/>
            </a:solidFill>
            <a:prstDash val="solid"/>
            <a:round/>
            <a:headEnd type="none" w="sm" len="sm"/>
            <a:tailEnd type="none" w="sm" len="sm"/>
          </a:ln>
        </p:spPr>
      </p:cxnSp>
      <p:pic>
        <p:nvPicPr>
          <p:cNvPr id="97" name="Google Shape;97;p22"/>
          <p:cNvPicPr preferRelativeResize="0"/>
          <p:nvPr/>
        </p:nvPicPr>
        <p:blipFill rotWithShape="1">
          <a:blip r:embed="rId2">
            <a:alphaModFix/>
          </a:blip>
          <a:srcRect/>
          <a:stretch/>
        </p:blipFill>
        <p:spPr>
          <a:xfrm>
            <a:off x="343800" y="4691100"/>
            <a:ext cx="356531" cy="136499"/>
          </a:xfrm>
          <a:prstGeom prst="rect">
            <a:avLst/>
          </a:prstGeom>
          <a:noFill/>
          <a:ln>
            <a:noFill/>
          </a:ln>
        </p:spPr>
      </p:pic>
      <p:pic>
        <p:nvPicPr>
          <p:cNvPr id="98" name="Google Shape;98;p22"/>
          <p:cNvPicPr preferRelativeResize="0"/>
          <p:nvPr/>
        </p:nvPicPr>
        <p:blipFill rotWithShape="1">
          <a:blip r:embed="rId3">
            <a:alphaModFix/>
          </a:blip>
          <a:srcRect/>
          <a:stretch/>
        </p:blipFill>
        <p:spPr>
          <a:xfrm>
            <a:off x="1024575" y="4656000"/>
            <a:ext cx="968408" cy="240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ody - Title">
  <p:cSld name="CUSTOM_2">
    <p:spTree>
      <p:nvGrpSpPr>
        <p:cNvPr id="1" name="Shape 99"/>
        <p:cNvGrpSpPr/>
        <p:nvPr/>
      </p:nvGrpSpPr>
      <p:grpSpPr>
        <a:xfrm>
          <a:off x="0" y="0"/>
          <a:ext cx="0" cy="0"/>
          <a:chOff x="0" y="0"/>
          <a:chExt cx="0" cy="0"/>
        </a:xfrm>
      </p:grpSpPr>
      <p:cxnSp>
        <p:nvCxnSpPr>
          <p:cNvPr id="100" name="Google Shape;100;p23"/>
          <p:cNvCxnSpPr/>
          <p:nvPr/>
        </p:nvCxnSpPr>
        <p:spPr>
          <a:xfrm>
            <a:off x="862450" y="4630350"/>
            <a:ext cx="0" cy="258000"/>
          </a:xfrm>
          <a:prstGeom prst="straightConnector1">
            <a:avLst/>
          </a:prstGeom>
          <a:noFill/>
          <a:ln w="9525" cap="flat" cmpd="sng">
            <a:solidFill>
              <a:srgbClr val="B7B7B7"/>
            </a:solidFill>
            <a:prstDash val="solid"/>
            <a:round/>
            <a:headEnd type="none" w="sm" len="sm"/>
            <a:tailEnd type="none" w="sm" len="sm"/>
          </a:ln>
        </p:spPr>
      </p:cxnSp>
      <p:pic>
        <p:nvPicPr>
          <p:cNvPr id="101" name="Google Shape;101;p23"/>
          <p:cNvPicPr preferRelativeResize="0"/>
          <p:nvPr/>
        </p:nvPicPr>
        <p:blipFill rotWithShape="1">
          <a:blip r:embed="rId2">
            <a:alphaModFix/>
          </a:blip>
          <a:srcRect/>
          <a:stretch/>
        </p:blipFill>
        <p:spPr>
          <a:xfrm>
            <a:off x="343800" y="4691100"/>
            <a:ext cx="356531" cy="136499"/>
          </a:xfrm>
          <a:prstGeom prst="rect">
            <a:avLst/>
          </a:prstGeom>
          <a:noFill/>
          <a:ln>
            <a:noFill/>
          </a:ln>
        </p:spPr>
      </p:pic>
      <p:pic>
        <p:nvPicPr>
          <p:cNvPr id="102" name="Google Shape;102;p23"/>
          <p:cNvPicPr preferRelativeResize="0"/>
          <p:nvPr/>
        </p:nvPicPr>
        <p:blipFill rotWithShape="1">
          <a:blip r:embed="rId3">
            <a:alphaModFix/>
          </a:blip>
          <a:srcRect/>
          <a:stretch/>
        </p:blipFill>
        <p:spPr>
          <a:xfrm>
            <a:off x="1024575" y="4656000"/>
            <a:ext cx="968408" cy="240900"/>
          </a:xfrm>
          <a:prstGeom prst="rect">
            <a:avLst/>
          </a:prstGeom>
          <a:noFill/>
          <a:ln>
            <a:noFill/>
          </a:ln>
        </p:spPr>
      </p:pic>
      <p:sp>
        <p:nvSpPr>
          <p:cNvPr id="103" name="Google Shape;103;p23"/>
          <p:cNvSpPr txBox="1"/>
          <p:nvPr/>
        </p:nvSpPr>
        <p:spPr>
          <a:xfrm>
            <a:off x="8289309" y="4579638"/>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sz="900">
                <a:solidFill>
                  <a:srgbClr val="999999"/>
                </a:solidFill>
                <a:latin typeface="Montserrat"/>
                <a:ea typeface="Montserrat"/>
                <a:cs typeface="Montserrat"/>
                <a:sym typeface="Montserrat"/>
              </a:rPr>
              <a:t>‹nº›</a:t>
            </a:fld>
            <a:endParaRPr sz="900">
              <a:solidFill>
                <a:srgbClr val="999999"/>
              </a:solidFill>
              <a:latin typeface="Montserrat"/>
              <a:ea typeface="Montserrat"/>
              <a:cs typeface="Montserrat"/>
              <a:sym typeface="Montserrat"/>
            </a:endParaRPr>
          </a:p>
        </p:txBody>
      </p:sp>
    </p:spTree>
  </p:cSld>
  <p:clrMapOvr>
    <a:masterClrMapping/>
  </p:clrMapOvr>
  <p:extLst>
    <p:ext uri="{DCECCB84-F9BA-43D5-87BE-67443E8EF086}">
      <p15:sldGuideLst xmlns:p15="http://schemas.microsoft.com/office/powerpoint/2012/main">
        <p15:guide id="1" orient="horz" pos="591">
          <p15:clr>
            <a:srgbClr val="FA7B17"/>
          </p15:clr>
        </p15:guide>
        <p15:guide id="2" pos="753">
          <p15:clr>
            <a:srgbClr val="FA7B17"/>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meia página 2">
  <p:cSld name="TITLE_AND_BODY_8_3">
    <p:spTree>
      <p:nvGrpSpPr>
        <p:cNvPr id="1" name="Shape 109"/>
        <p:cNvGrpSpPr/>
        <p:nvPr/>
      </p:nvGrpSpPr>
      <p:grpSpPr>
        <a:xfrm>
          <a:off x="0" y="0"/>
          <a:ext cx="0" cy="0"/>
          <a:chOff x="0" y="0"/>
          <a:chExt cx="0" cy="0"/>
        </a:xfrm>
      </p:grpSpPr>
      <p:sp>
        <p:nvSpPr>
          <p:cNvPr id="110" name="Google Shape;110;p25"/>
          <p:cNvSpPr/>
          <p:nvPr/>
        </p:nvSpPr>
        <p:spPr>
          <a:xfrm>
            <a:off x="4572000" y="0"/>
            <a:ext cx="4572000" cy="5143500"/>
          </a:xfrm>
          <a:prstGeom prst="rect">
            <a:avLst/>
          </a:prstGeom>
          <a:solidFill>
            <a:srgbClr val="F3F3F3"/>
          </a:solidFill>
          <a:ln>
            <a:noFill/>
          </a:ln>
        </p:spPr>
        <p:txBody>
          <a:bodyPr spcFirstLastPara="1" wrap="square" lIns="26775" tIns="26775" rIns="26775" bIns="26775" anchor="t" anchorCtr="0">
            <a:noAutofit/>
          </a:bodyPr>
          <a:lstStyle/>
          <a:p>
            <a:pPr marL="0" marR="0" lvl="0" indent="0" algn="ctr" rtl="0">
              <a:lnSpc>
                <a:spcPct val="100000"/>
              </a:lnSpc>
              <a:spcBef>
                <a:spcPts val="0"/>
              </a:spcBef>
              <a:spcAft>
                <a:spcPts val="0"/>
              </a:spcAft>
              <a:buClr>
                <a:srgbClr val="FFFFFF"/>
              </a:buClr>
              <a:buSzPts val="1100"/>
              <a:buFont typeface="Helvetica Neue"/>
              <a:buNone/>
            </a:pPr>
            <a:endParaRPr sz="1100" b="0" i="0" u="none" strike="noStrike" cap="none">
              <a:solidFill>
                <a:srgbClr val="FFFFFF"/>
              </a:solidFill>
              <a:latin typeface="Helvetica Neue"/>
              <a:ea typeface="Helvetica Neue"/>
              <a:cs typeface="Helvetica Neue"/>
              <a:sym typeface="Helvetica Neue"/>
            </a:endParaRPr>
          </a:p>
        </p:txBody>
      </p:sp>
      <p:sp>
        <p:nvSpPr>
          <p:cNvPr id="111" name="Google Shape;111;p25"/>
          <p:cNvSpPr txBox="1">
            <a:spLocks noGrp="1"/>
          </p:cNvSpPr>
          <p:nvPr>
            <p:ph type="sldNum" idx="12"/>
          </p:nvPr>
        </p:nvSpPr>
        <p:spPr>
          <a:xfrm>
            <a:off x="8289309" y="4579638"/>
            <a:ext cx="548700" cy="393600"/>
          </a:xfrm>
          <a:prstGeom prst="rect">
            <a:avLst/>
          </a:prstGeom>
        </p:spPr>
        <p:txBody>
          <a:bodyPr spcFirstLastPara="1" wrap="square" lIns="91425" tIns="91425" rIns="91425" bIns="91425" anchor="ctr" anchorCtr="0">
            <a:noAutofit/>
          </a:bodyPr>
          <a:lstStyle>
            <a:lvl1pPr lvl="0" algn="r" rtl="0">
              <a:buNone/>
              <a:defRPr sz="900">
                <a:solidFill>
                  <a:srgbClr val="999999"/>
                </a:solidFill>
                <a:latin typeface="Montserrat"/>
                <a:ea typeface="Montserrat"/>
                <a:cs typeface="Montserrat"/>
                <a:sym typeface="Montserrat"/>
              </a:defRPr>
            </a:lvl1pPr>
            <a:lvl2pPr lvl="1" algn="r" rtl="0">
              <a:buNone/>
              <a:defRPr sz="900">
                <a:solidFill>
                  <a:srgbClr val="999999"/>
                </a:solidFill>
                <a:latin typeface="Montserrat"/>
                <a:ea typeface="Montserrat"/>
                <a:cs typeface="Montserrat"/>
                <a:sym typeface="Montserrat"/>
              </a:defRPr>
            </a:lvl2pPr>
            <a:lvl3pPr lvl="2" algn="r" rtl="0">
              <a:buNone/>
              <a:defRPr sz="900">
                <a:solidFill>
                  <a:srgbClr val="999999"/>
                </a:solidFill>
                <a:latin typeface="Montserrat"/>
                <a:ea typeface="Montserrat"/>
                <a:cs typeface="Montserrat"/>
                <a:sym typeface="Montserrat"/>
              </a:defRPr>
            </a:lvl3pPr>
            <a:lvl4pPr lvl="3" algn="r" rtl="0">
              <a:buNone/>
              <a:defRPr sz="900">
                <a:solidFill>
                  <a:srgbClr val="999999"/>
                </a:solidFill>
                <a:latin typeface="Montserrat"/>
                <a:ea typeface="Montserrat"/>
                <a:cs typeface="Montserrat"/>
                <a:sym typeface="Montserrat"/>
              </a:defRPr>
            </a:lvl4pPr>
            <a:lvl5pPr lvl="4" algn="r" rtl="0">
              <a:buNone/>
              <a:defRPr sz="900">
                <a:solidFill>
                  <a:srgbClr val="999999"/>
                </a:solidFill>
                <a:latin typeface="Montserrat"/>
                <a:ea typeface="Montserrat"/>
                <a:cs typeface="Montserrat"/>
                <a:sym typeface="Montserrat"/>
              </a:defRPr>
            </a:lvl5pPr>
            <a:lvl6pPr lvl="5" algn="r" rtl="0">
              <a:buNone/>
              <a:defRPr sz="900">
                <a:solidFill>
                  <a:srgbClr val="999999"/>
                </a:solidFill>
                <a:latin typeface="Montserrat"/>
                <a:ea typeface="Montserrat"/>
                <a:cs typeface="Montserrat"/>
                <a:sym typeface="Montserrat"/>
              </a:defRPr>
            </a:lvl6pPr>
            <a:lvl7pPr lvl="6" algn="r" rtl="0">
              <a:buNone/>
              <a:defRPr sz="900">
                <a:solidFill>
                  <a:srgbClr val="999999"/>
                </a:solidFill>
                <a:latin typeface="Montserrat"/>
                <a:ea typeface="Montserrat"/>
                <a:cs typeface="Montserrat"/>
                <a:sym typeface="Montserrat"/>
              </a:defRPr>
            </a:lvl7pPr>
            <a:lvl8pPr lvl="7" algn="r" rtl="0">
              <a:buNone/>
              <a:defRPr sz="900">
                <a:solidFill>
                  <a:srgbClr val="999999"/>
                </a:solidFill>
                <a:latin typeface="Montserrat"/>
                <a:ea typeface="Montserrat"/>
                <a:cs typeface="Montserrat"/>
                <a:sym typeface="Montserrat"/>
              </a:defRPr>
            </a:lvl8pPr>
            <a:lvl9pPr lvl="8" algn="r" rtl="0">
              <a:buNone/>
              <a:defRPr sz="900">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pic>
        <p:nvPicPr>
          <p:cNvPr id="112" name="Google Shape;112;p25"/>
          <p:cNvPicPr preferRelativeResize="0"/>
          <p:nvPr/>
        </p:nvPicPr>
        <p:blipFill>
          <a:blip r:embed="rId2">
            <a:alphaModFix/>
          </a:blip>
          <a:stretch>
            <a:fillRect/>
          </a:stretch>
        </p:blipFill>
        <p:spPr>
          <a:xfrm>
            <a:off x="343800" y="4691100"/>
            <a:ext cx="356531" cy="1365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Slide de corpo 1">
  <p:cSld name="TITLE_AND_BODY_1">
    <p:spTree>
      <p:nvGrpSpPr>
        <p:cNvPr id="1" name="Shape 113"/>
        <p:cNvGrpSpPr/>
        <p:nvPr/>
      </p:nvGrpSpPr>
      <p:grpSpPr>
        <a:xfrm>
          <a:off x="0" y="0"/>
          <a:ext cx="0" cy="0"/>
          <a:chOff x="0" y="0"/>
          <a:chExt cx="0" cy="0"/>
        </a:xfrm>
      </p:grpSpPr>
      <p:sp>
        <p:nvSpPr>
          <p:cNvPr id="114" name="Google Shape;114;p26"/>
          <p:cNvSpPr txBox="1">
            <a:spLocks noGrp="1"/>
          </p:cNvSpPr>
          <p:nvPr>
            <p:ph type="sldNum" idx="12"/>
          </p:nvPr>
        </p:nvSpPr>
        <p:spPr>
          <a:xfrm>
            <a:off x="8289309" y="4579638"/>
            <a:ext cx="548700" cy="393600"/>
          </a:xfrm>
          <a:prstGeom prst="rect">
            <a:avLst/>
          </a:prstGeom>
        </p:spPr>
        <p:txBody>
          <a:bodyPr spcFirstLastPara="1" wrap="square" lIns="91425" tIns="91425" rIns="91425" bIns="91425" anchor="ctr" anchorCtr="0">
            <a:noAutofit/>
          </a:bodyPr>
          <a:lstStyle>
            <a:lvl1pPr lvl="0" algn="r" rtl="0">
              <a:buNone/>
              <a:defRPr sz="900">
                <a:solidFill>
                  <a:srgbClr val="999999"/>
                </a:solidFill>
                <a:latin typeface="Montserrat"/>
                <a:ea typeface="Montserrat"/>
                <a:cs typeface="Montserrat"/>
                <a:sym typeface="Montserrat"/>
              </a:defRPr>
            </a:lvl1pPr>
            <a:lvl2pPr lvl="1" algn="r" rtl="0">
              <a:buNone/>
              <a:defRPr sz="900">
                <a:solidFill>
                  <a:srgbClr val="999999"/>
                </a:solidFill>
                <a:latin typeface="Montserrat"/>
                <a:ea typeface="Montserrat"/>
                <a:cs typeface="Montserrat"/>
                <a:sym typeface="Montserrat"/>
              </a:defRPr>
            </a:lvl2pPr>
            <a:lvl3pPr lvl="2" algn="r" rtl="0">
              <a:buNone/>
              <a:defRPr sz="900">
                <a:solidFill>
                  <a:srgbClr val="999999"/>
                </a:solidFill>
                <a:latin typeface="Montserrat"/>
                <a:ea typeface="Montserrat"/>
                <a:cs typeface="Montserrat"/>
                <a:sym typeface="Montserrat"/>
              </a:defRPr>
            </a:lvl3pPr>
            <a:lvl4pPr lvl="3" algn="r" rtl="0">
              <a:buNone/>
              <a:defRPr sz="900">
                <a:solidFill>
                  <a:srgbClr val="999999"/>
                </a:solidFill>
                <a:latin typeface="Montserrat"/>
                <a:ea typeface="Montserrat"/>
                <a:cs typeface="Montserrat"/>
                <a:sym typeface="Montserrat"/>
              </a:defRPr>
            </a:lvl4pPr>
            <a:lvl5pPr lvl="4" algn="r" rtl="0">
              <a:buNone/>
              <a:defRPr sz="900">
                <a:solidFill>
                  <a:srgbClr val="999999"/>
                </a:solidFill>
                <a:latin typeface="Montserrat"/>
                <a:ea typeface="Montserrat"/>
                <a:cs typeface="Montserrat"/>
                <a:sym typeface="Montserrat"/>
              </a:defRPr>
            </a:lvl5pPr>
            <a:lvl6pPr lvl="5" algn="r" rtl="0">
              <a:buNone/>
              <a:defRPr sz="900">
                <a:solidFill>
                  <a:srgbClr val="999999"/>
                </a:solidFill>
                <a:latin typeface="Montserrat"/>
                <a:ea typeface="Montserrat"/>
                <a:cs typeface="Montserrat"/>
                <a:sym typeface="Montserrat"/>
              </a:defRPr>
            </a:lvl6pPr>
            <a:lvl7pPr lvl="6" algn="r" rtl="0">
              <a:buNone/>
              <a:defRPr sz="900">
                <a:solidFill>
                  <a:srgbClr val="999999"/>
                </a:solidFill>
                <a:latin typeface="Montserrat"/>
                <a:ea typeface="Montserrat"/>
                <a:cs typeface="Montserrat"/>
                <a:sym typeface="Montserrat"/>
              </a:defRPr>
            </a:lvl7pPr>
            <a:lvl8pPr lvl="7" algn="r" rtl="0">
              <a:buNone/>
              <a:defRPr sz="900">
                <a:solidFill>
                  <a:srgbClr val="999999"/>
                </a:solidFill>
                <a:latin typeface="Montserrat"/>
                <a:ea typeface="Montserrat"/>
                <a:cs typeface="Montserrat"/>
                <a:sym typeface="Montserrat"/>
              </a:defRPr>
            </a:lvl8pPr>
            <a:lvl9pPr lvl="8" algn="r" rtl="0">
              <a:buNone/>
              <a:defRPr sz="900">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cxnSp>
        <p:nvCxnSpPr>
          <p:cNvPr id="115" name="Google Shape;115;p26"/>
          <p:cNvCxnSpPr/>
          <p:nvPr/>
        </p:nvCxnSpPr>
        <p:spPr>
          <a:xfrm>
            <a:off x="862450" y="4630350"/>
            <a:ext cx="0" cy="258000"/>
          </a:xfrm>
          <a:prstGeom prst="straightConnector1">
            <a:avLst/>
          </a:prstGeom>
          <a:noFill/>
          <a:ln w="9525" cap="flat" cmpd="sng">
            <a:solidFill>
              <a:srgbClr val="B7B7B7"/>
            </a:solidFill>
            <a:prstDash val="solid"/>
            <a:round/>
            <a:headEnd type="none" w="med" len="med"/>
            <a:tailEnd type="none" w="med" len="med"/>
          </a:ln>
        </p:spPr>
      </p:cxnSp>
      <p:pic>
        <p:nvPicPr>
          <p:cNvPr id="116" name="Google Shape;116;p26"/>
          <p:cNvPicPr preferRelativeResize="0"/>
          <p:nvPr/>
        </p:nvPicPr>
        <p:blipFill>
          <a:blip r:embed="rId2">
            <a:alphaModFix/>
          </a:blip>
          <a:stretch>
            <a:fillRect/>
          </a:stretch>
        </p:blipFill>
        <p:spPr>
          <a:xfrm>
            <a:off x="343800" y="4691100"/>
            <a:ext cx="356531" cy="136500"/>
          </a:xfrm>
          <a:prstGeom prst="rect">
            <a:avLst/>
          </a:prstGeom>
          <a:noFill/>
          <a:ln>
            <a:noFill/>
          </a:ln>
        </p:spPr>
      </p:pic>
      <p:pic>
        <p:nvPicPr>
          <p:cNvPr id="117" name="Google Shape;117;p26"/>
          <p:cNvPicPr preferRelativeResize="0"/>
          <p:nvPr/>
        </p:nvPicPr>
        <p:blipFill>
          <a:blip r:embed="rId3">
            <a:alphaModFix/>
          </a:blip>
          <a:stretch>
            <a:fillRect/>
          </a:stretch>
        </p:blipFill>
        <p:spPr>
          <a:xfrm>
            <a:off x="1024575" y="4543825"/>
            <a:ext cx="356525" cy="35652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amarela">
  <p:cSld name="amarela">
    <p:bg>
      <p:bgPr>
        <a:solidFill>
          <a:srgbClr val="FFCD34"/>
        </a:solidFill>
        <a:effectLst/>
      </p:bgPr>
    </p:bg>
    <p:spTree>
      <p:nvGrpSpPr>
        <p:cNvPr id="1" name="Shape 152"/>
        <p:cNvGrpSpPr/>
        <p:nvPr/>
      </p:nvGrpSpPr>
      <p:grpSpPr>
        <a:xfrm>
          <a:off x="0" y="0"/>
          <a:ext cx="0" cy="0"/>
          <a:chOff x="0" y="0"/>
          <a:chExt cx="0" cy="0"/>
        </a:xfrm>
      </p:grpSpPr>
      <p:sp>
        <p:nvSpPr>
          <p:cNvPr id="153" name="Google Shape;153;p36"/>
          <p:cNvSpPr txBox="1">
            <a:spLocks noGrp="1"/>
          </p:cNvSpPr>
          <p:nvPr>
            <p:ph type="sldNum" idx="12"/>
          </p:nvPr>
        </p:nvSpPr>
        <p:spPr>
          <a:xfrm>
            <a:off x="8289309" y="4579638"/>
            <a:ext cx="548700" cy="393600"/>
          </a:xfrm>
          <a:prstGeom prst="rect">
            <a:avLst/>
          </a:prstGeom>
        </p:spPr>
        <p:txBody>
          <a:bodyPr spcFirstLastPara="1" wrap="square" lIns="91425" tIns="91425" rIns="91425" bIns="91425" anchor="ctr" anchorCtr="0">
            <a:noAutofit/>
          </a:bodyPr>
          <a:lstStyle>
            <a:lvl1pPr lvl="0" algn="r" rtl="0">
              <a:buNone/>
              <a:defRPr sz="900">
                <a:solidFill>
                  <a:srgbClr val="999999"/>
                </a:solidFill>
                <a:latin typeface="Montserrat"/>
                <a:ea typeface="Montserrat"/>
                <a:cs typeface="Montserrat"/>
                <a:sym typeface="Montserrat"/>
              </a:defRPr>
            </a:lvl1pPr>
            <a:lvl2pPr lvl="1" algn="r" rtl="0">
              <a:buNone/>
              <a:defRPr sz="900">
                <a:solidFill>
                  <a:srgbClr val="999999"/>
                </a:solidFill>
                <a:latin typeface="Montserrat"/>
                <a:ea typeface="Montserrat"/>
                <a:cs typeface="Montserrat"/>
                <a:sym typeface="Montserrat"/>
              </a:defRPr>
            </a:lvl2pPr>
            <a:lvl3pPr lvl="2" algn="r" rtl="0">
              <a:buNone/>
              <a:defRPr sz="900">
                <a:solidFill>
                  <a:srgbClr val="999999"/>
                </a:solidFill>
                <a:latin typeface="Montserrat"/>
                <a:ea typeface="Montserrat"/>
                <a:cs typeface="Montserrat"/>
                <a:sym typeface="Montserrat"/>
              </a:defRPr>
            </a:lvl3pPr>
            <a:lvl4pPr lvl="3" algn="r" rtl="0">
              <a:buNone/>
              <a:defRPr sz="900">
                <a:solidFill>
                  <a:srgbClr val="999999"/>
                </a:solidFill>
                <a:latin typeface="Montserrat"/>
                <a:ea typeface="Montserrat"/>
                <a:cs typeface="Montserrat"/>
                <a:sym typeface="Montserrat"/>
              </a:defRPr>
            </a:lvl4pPr>
            <a:lvl5pPr lvl="4" algn="r" rtl="0">
              <a:buNone/>
              <a:defRPr sz="900">
                <a:solidFill>
                  <a:srgbClr val="999999"/>
                </a:solidFill>
                <a:latin typeface="Montserrat"/>
                <a:ea typeface="Montserrat"/>
                <a:cs typeface="Montserrat"/>
                <a:sym typeface="Montserrat"/>
              </a:defRPr>
            </a:lvl5pPr>
            <a:lvl6pPr lvl="5" algn="r" rtl="0">
              <a:buNone/>
              <a:defRPr sz="900">
                <a:solidFill>
                  <a:srgbClr val="999999"/>
                </a:solidFill>
                <a:latin typeface="Montserrat"/>
                <a:ea typeface="Montserrat"/>
                <a:cs typeface="Montserrat"/>
                <a:sym typeface="Montserrat"/>
              </a:defRPr>
            </a:lvl6pPr>
            <a:lvl7pPr lvl="6" algn="r" rtl="0">
              <a:buNone/>
              <a:defRPr sz="900">
                <a:solidFill>
                  <a:srgbClr val="999999"/>
                </a:solidFill>
                <a:latin typeface="Montserrat"/>
                <a:ea typeface="Montserrat"/>
                <a:cs typeface="Montserrat"/>
                <a:sym typeface="Montserrat"/>
              </a:defRPr>
            </a:lvl7pPr>
            <a:lvl8pPr lvl="7" algn="r" rtl="0">
              <a:buNone/>
              <a:defRPr sz="900">
                <a:solidFill>
                  <a:srgbClr val="999999"/>
                </a:solidFill>
                <a:latin typeface="Montserrat"/>
                <a:ea typeface="Montserrat"/>
                <a:cs typeface="Montserrat"/>
                <a:sym typeface="Montserrat"/>
              </a:defRPr>
            </a:lvl8pPr>
            <a:lvl9pPr lvl="8" algn="r" rtl="0">
              <a:buNone/>
              <a:defRPr sz="900">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pic>
        <p:nvPicPr>
          <p:cNvPr id="154" name="Google Shape;154;p36"/>
          <p:cNvPicPr preferRelativeResize="0"/>
          <p:nvPr/>
        </p:nvPicPr>
        <p:blipFill rotWithShape="1">
          <a:blip r:embed="rId2">
            <a:alphaModFix/>
          </a:blip>
          <a:srcRect t="29" b="19"/>
          <a:stretch/>
        </p:blipFill>
        <p:spPr>
          <a:xfrm>
            <a:off x="343800" y="4691100"/>
            <a:ext cx="356531" cy="136498"/>
          </a:xfrm>
          <a:prstGeom prst="rect">
            <a:avLst/>
          </a:prstGeom>
          <a:noFill/>
          <a:ln>
            <a:noFill/>
          </a:ln>
        </p:spPr>
      </p:pic>
    </p:spTree>
    <p:extLst>
      <p:ext uri="{BB962C8B-B14F-4D97-AF65-F5344CB8AC3E}">
        <p14:creationId xmlns:p14="http://schemas.microsoft.com/office/powerpoint/2010/main" val="33117491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 Título">
  <p:cSld name="CUSTOM">
    <p:spTree>
      <p:nvGrpSpPr>
        <p:cNvPr id="1" name="Shape 120"/>
        <p:cNvGrpSpPr/>
        <p:nvPr/>
      </p:nvGrpSpPr>
      <p:grpSpPr>
        <a:xfrm>
          <a:off x="0" y="0"/>
          <a:ext cx="0" cy="0"/>
          <a:chOff x="0" y="0"/>
          <a:chExt cx="0" cy="0"/>
        </a:xfrm>
      </p:grpSpPr>
      <p:sp>
        <p:nvSpPr>
          <p:cNvPr id="121" name="Google Shape;121;p28"/>
          <p:cNvSpPr/>
          <p:nvPr/>
        </p:nvSpPr>
        <p:spPr>
          <a:xfrm>
            <a:off x="0" y="2800"/>
            <a:ext cx="45720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8"/>
          <p:cNvSpPr txBox="1">
            <a:spLocks noGrp="1"/>
          </p:cNvSpPr>
          <p:nvPr>
            <p:ph type="sldNum" idx="12"/>
          </p:nvPr>
        </p:nvSpPr>
        <p:spPr>
          <a:xfrm>
            <a:off x="8289309" y="4579638"/>
            <a:ext cx="548700" cy="393600"/>
          </a:xfrm>
          <a:prstGeom prst="rect">
            <a:avLst/>
          </a:prstGeom>
        </p:spPr>
        <p:txBody>
          <a:bodyPr spcFirstLastPara="1" wrap="square" lIns="91425" tIns="91425" rIns="91425" bIns="91425" anchor="ctr" anchorCtr="0">
            <a:noAutofit/>
          </a:bodyPr>
          <a:lstStyle>
            <a:lvl1pPr lvl="0" algn="r" rtl="0">
              <a:buNone/>
              <a:defRPr sz="900">
                <a:solidFill>
                  <a:srgbClr val="999999"/>
                </a:solidFill>
                <a:latin typeface="Montserrat"/>
                <a:ea typeface="Montserrat"/>
                <a:cs typeface="Montserrat"/>
                <a:sym typeface="Montserrat"/>
              </a:defRPr>
            </a:lvl1pPr>
            <a:lvl2pPr lvl="1" algn="r" rtl="0">
              <a:buNone/>
              <a:defRPr sz="900">
                <a:solidFill>
                  <a:srgbClr val="999999"/>
                </a:solidFill>
                <a:latin typeface="Montserrat"/>
                <a:ea typeface="Montserrat"/>
                <a:cs typeface="Montserrat"/>
                <a:sym typeface="Montserrat"/>
              </a:defRPr>
            </a:lvl2pPr>
            <a:lvl3pPr lvl="2" algn="r" rtl="0">
              <a:buNone/>
              <a:defRPr sz="900">
                <a:solidFill>
                  <a:srgbClr val="999999"/>
                </a:solidFill>
                <a:latin typeface="Montserrat"/>
                <a:ea typeface="Montserrat"/>
                <a:cs typeface="Montserrat"/>
                <a:sym typeface="Montserrat"/>
              </a:defRPr>
            </a:lvl3pPr>
            <a:lvl4pPr lvl="3" algn="r" rtl="0">
              <a:buNone/>
              <a:defRPr sz="900">
                <a:solidFill>
                  <a:srgbClr val="999999"/>
                </a:solidFill>
                <a:latin typeface="Montserrat"/>
                <a:ea typeface="Montserrat"/>
                <a:cs typeface="Montserrat"/>
                <a:sym typeface="Montserrat"/>
              </a:defRPr>
            </a:lvl4pPr>
            <a:lvl5pPr lvl="4" algn="r" rtl="0">
              <a:buNone/>
              <a:defRPr sz="900">
                <a:solidFill>
                  <a:srgbClr val="999999"/>
                </a:solidFill>
                <a:latin typeface="Montserrat"/>
                <a:ea typeface="Montserrat"/>
                <a:cs typeface="Montserrat"/>
                <a:sym typeface="Montserrat"/>
              </a:defRPr>
            </a:lvl5pPr>
            <a:lvl6pPr lvl="5" algn="r" rtl="0">
              <a:buNone/>
              <a:defRPr sz="900">
                <a:solidFill>
                  <a:srgbClr val="999999"/>
                </a:solidFill>
                <a:latin typeface="Montserrat"/>
                <a:ea typeface="Montserrat"/>
                <a:cs typeface="Montserrat"/>
                <a:sym typeface="Montserrat"/>
              </a:defRPr>
            </a:lvl6pPr>
            <a:lvl7pPr lvl="6" algn="r" rtl="0">
              <a:buNone/>
              <a:defRPr sz="900">
                <a:solidFill>
                  <a:srgbClr val="999999"/>
                </a:solidFill>
                <a:latin typeface="Montserrat"/>
                <a:ea typeface="Montserrat"/>
                <a:cs typeface="Montserrat"/>
                <a:sym typeface="Montserrat"/>
              </a:defRPr>
            </a:lvl7pPr>
            <a:lvl8pPr lvl="7" algn="r" rtl="0">
              <a:buNone/>
              <a:defRPr sz="900">
                <a:solidFill>
                  <a:srgbClr val="999999"/>
                </a:solidFill>
                <a:latin typeface="Montserrat"/>
                <a:ea typeface="Montserrat"/>
                <a:cs typeface="Montserrat"/>
                <a:sym typeface="Montserrat"/>
              </a:defRPr>
            </a:lvl8pPr>
            <a:lvl9pPr lvl="8" algn="r" rtl="0">
              <a:buNone/>
              <a:defRPr sz="900">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ranco">
  <p:cSld name="CUSTOM_1">
    <p:spTree>
      <p:nvGrpSpPr>
        <p:cNvPr id="1" name="Shape 123"/>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Slide de corpo" type="tx">
  <p:cSld name="TITLE_AND_BODY">
    <p:spTree>
      <p:nvGrpSpPr>
        <p:cNvPr id="1" name="Shape 124"/>
        <p:cNvGrpSpPr/>
        <p:nvPr/>
      </p:nvGrpSpPr>
      <p:grpSpPr>
        <a:xfrm>
          <a:off x="0" y="0"/>
          <a:ext cx="0" cy="0"/>
          <a:chOff x="0" y="0"/>
          <a:chExt cx="0" cy="0"/>
        </a:xfrm>
      </p:grpSpPr>
      <p:sp>
        <p:nvSpPr>
          <p:cNvPr id="125" name="Google Shape;125;p30"/>
          <p:cNvSpPr txBox="1">
            <a:spLocks noGrp="1"/>
          </p:cNvSpPr>
          <p:nvPr>
            <p:ph type="sldNum" idx="12"/>
          </p:nvPr>
        </p:nvSpPr>
        <p:spPr>
          <a:xfrm>
            <a:off x="8289309" y="4579638"/>
            <a:ext cx="548700" cy="393600"/>
          </a:xfrm>
          <a:prstGeom prst="rect">
            <a:avLst/>
          </a:prstGeom>
        </p:spPr>
        <p:txBody>
          <a:bodyPr spcFirstLastPara="1" wrap="square" lIns="91425" tIns="91425" rIns="91425" bIns="91425" anchor="ctr" anchorCtr="0">
            <a:noAutofit/>
          </a:bodyPr>
          <a:lstStyle>
            <a:lvl1pPr lvl="0" algn="r" rtl="0">
              <a:buNone/>
              <a:defRPr sz="900">
                <a:solidFill>
                  <a:srgbClr val="999999"/>
                </a:solidFill>
                <a:latin typeface="Montserrat"/>
                <a:ea typeface="Montserrat"/>
                <a:cs typeface="Montserrat"/>
                <a:sym typeface="Montserrat"/>
              </a:defRPr>
            </a:lvl1pPr>
            <a:lvl2pPr lvl="1" algn="r" rtl="0">
              <a:buNone/>
              <a:defRPr sz="900">
                <a:solidFill>
                  <a:srgbClr val="999999"/>
                </a:solidFill>
                <a:latin typeface="Montserrat"/>
                <a:ea typeface="Montserrat"/>
                <a:cs typeface="Montserrat"/>
                <a:sym typeface="Montserrat"/>
              </a:defRPr>
            </a:lvl2pPr>
            <a:lvl3pPr lvl="2" algn="r" rtl="0">
              <a:buNone/>
              <a:defRPr sz="900">
                <a:solidFill>
                  <a:srgbClr val="999999"/>
                </a:solidFill>
                <a:latin typeface="Montserrat"/>
                <a:ea typeface="Montserrat"/>
                <a:cs typeface="Montserrat"/>
                <a:sym typeface="Montserrat"/>
              </a:defRPr>
            </a:lvl3pPr>
            <a:lvl4pPr lvl="3" algn="r" rtl="0">
              <a:buNone/>
              <a:defRPr sz="900">
                <a:solidFill>
                  <a:srgbClr val="999999"/>
                </a:solidFill>
                <a:latin typeface="Montserrat"/>
                <a:ea typeface="Montserrat"/>
                <a:cs typeface="Montserrat"/>
                <a:sym typeface="Montserrat"/>
              </a:defRPr>
            </a:lvl4pPr>
            <a:lvl5pPr lvl="4" algn="r" rtl="0">
              <a:buNone/>
              <a:defRPr sz="900">
                <a:solidFill>
                  <a:srgbClr val="999999"/>
                </a:solidFill>
                <a:latin typeface="Montserrat"/>
                <a:ea typeface="Montserrat"/>
                <a:cs typeface="Montserrat"/>
                <a:sym typeface="Montserrat"/>
              </a:defRPr>
            </a:lvl5pPr>
            <a:lvl6pPr lvl="5" algn="r" rtl="0">
              <a:buNone/>
              <a:defRPr sz="900">
                <a:solidFill>
                  <a:srgbClr val="999999"/>
                </a:solidFill>
                <a:latin typeface="Montserrat"/>
                <a:ea typeface="Montserrat"/>
                <a:cs typeface="Montserrat"/>
                <a:sym typeface="Montserrat"/>
              </a:defRPr>
            </a:lvl6pPr>
            <a:lvl7pPr lvl="6" algn="r" rtl="0">
              <a:buNone/>
              <a:defRPr sz="900">
                <a:solidFill>
                  <a:srgbClr val="999999"/>
                </a:solidFill>
                <a:latin typeface="Montserrat"/>
                <a:ea typeface="Montserrat"/>
                <a:cs typeface="Montserrat"/>
                <a:sym typeface="Montserrat"/>
              </a:defRPr>
            </a:lvl7pPr>
            <a:lvl8pPr lvl="7" algn="r" rtl="0">
              <a:buNone/>
              <a:defRPr sz="900">
                <a:solidFill>
                  <a:srgbClr val="999999"/>
                </a:solidFill>
                <a:latin typeface="Montserrat"/>
                <a:ea typeface="Montserrat"/>
                <a:cs typeface="Montserrat"/>
                <a:sym typeface="Montserrat"/>
              </a:defRPr>
            </a:lvl8pPr>
            <a:lvl9pPr lvl="8" algn="r" rtl="0">
              <a:buNone/>
              <a:defRPr sz="900">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pic>
        <p:nvPicPr>
          <p:cNvPr id="126" name="Google Shape;126;p30"/>
          <p:cNvPicPr preferRelativeResize="0"/>
          <p:nvPr/>
        </p:nvPicPr>
        <p:blipFill rotWithShape="1">
          <a:blip r:embed="rId2">
            <a:alphaModFix/>
          </a:blip>
          <a:srcRect t="29" b="19"/>
          <a:stretch/>
        </p:blipFill>
        <p:spPr>
          <a:xfrm>
            <a:off x="343800" y="4691100"/>
            <a:ext cx="356531" cy="136498"/>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três colunas">
  <p:cSld name="TITLE_AND_BODY_10">
    <p:spTree>
      <p:nvGrpSpPr>
        <p:cNvPr id="1" name="Shape 127"/>
        <p:cNvGrpSpPr/>
        <p:nvPr/>
      </p:nvGrpSpPr>
      <p:grpSpPr>
        <a:xfrm>
          <a:off x="0" y="0"/>
          <a:ext cx="0" cy="0"/>
          <a:chOff x="0" y="0"/>
          <a:chExt cx="0" cy="0"/>
        </a:xfrm>
      </p:grpSpPr>
      <p:sp>
        <p:nvSpPr>
          <p:cNvPr id="128" name="Google Shape;128;p31"/>
          <p:cNvSpPr/>
          <p:nvPr/>
        </p:nvSpPr>
        <p:spPr>
          <a:xfrm>
            <a:off x="0" y="1409325"/>
            <a:ext cx="9144000" cy="37344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31"/>
          <p:cNvSpPr txBox="1">
            <a:spLocks noGrp="1"/>
          </p:cNvSpPr>
          <p:nvPr>
            <p:ph type="sldNum" idx="12"/>
          </p:nvPr>
        </p:nvSpPr>
        <p:spPr>
          <a:xfrm>
            <a:off x="8289309" y="4579638"/>
            <a:ext cx="548700" cy="393600"/>
          </a:xfrm>
          <a:prstGeom prst="rect">
            <a:avLst/>
          </a:prstGeom>
        </p:spPr>
        <p:txBody>
          <a:bodyPr spcFirstLastPara="1" wrap="square" lIns="91425" tIns="91425" rIns="91425" bIns="91425" anchor="ctr" anchorCtr="0">
            <a:noAutofit/>
          </a:bodyPr>
          <a:lstStyle>
            <a:lvl1pPr lvl="0" algn="r" rtl="0">
              <a:buNone/>
              <a:defRPr sz="900">
                <a:solidFill>
                  <a:srgbClr val="999999"/>
                </a:solidFill>
                <a:latin typeface="Montserrat"/>
                <a:ea typeface="Montserrat"/>
                <a:cs typeface="Montserrat"/>
                <a:sym typeface="Montserrat"/>
              </a:defRPr>
            </a:lvl1pPr>
            <a:lvl2pPr lvl="1" algn="r" rtl="0">
              <a:buNone/>
              <a:defRPr sz="900">
                <a:solidFill>
                  <a:srgbClr val="999999"/>
                </a:solidFill>
                <a:latin typeface="Montserrat"/>
                <a:ea typeface="Montserrat"/>
                <a:cs typeface="Montserrat"/>
                <a:sym typeface="Montserrat"/>
              </a:defRPr>
            </a:lvl2pPr>
            <a:lvl3pPr lvl="2" algn="r" rtl="0">
              <a:buNone/>
              <a:defRPr sz="900">
                <a:solidFill>
                  <a:srgbClr val="999999"/>
                </a:solidFill>
                <a:latin typeface="Montserrat"/>
                <a:ea typeface="Montserrat"/>
                <a:cs typeface="Montserrat"/>
                <a:sym typeface="Montserrat"/>
              </a:defRPr>
            </a:lvl3pPr>
            <a:lvl4pPr lvl="3" algn="r" rtl="0">
              <a:buNone/>
              <a:defRPr sz="900">
                <a:solidFill>
                  <a:srgbClr val="999999"/>
                </a:solidFill>
                <a:latin typeface="Montserrat"/>
                <a:ea typeface="Montserrat"/>
                <a:cs typeface="Montserrat"/>
                <a:sym typeface="Montserrat"/>
              </a:defRPr>
            </a:lvl4pPr>
            <a:lvl5pPr lvl="4" algn="r" rtl="0">
              <a:buNone/>
              <a:defRPr sz="900">
                <a:solidFill>
                  <a:srgbClr val="999999"/>
                </a:solidFill>
                <a:latin typeface="Montserrat"/>
                <a:ea typeface="Montserrat"/>
                <a:cs typeface="Montserrat"/>
                <a:sym typeface="Montserrat"/>
              </a:defRPr>
            </a:lvl5pPr>
            <a:lvl6pPr lvl="5" algn="r" rtl="0">
              <a:buNone/>
              <a:defRPr sz="900">
                <a:solidFill>
                  <a:srgbClr val="999999"/>
                </a:solidFill>
                <a:latin typeface="Montserrat"/>
                <a:ea typeface="Montserrat"/>
                <a:cs typeface="Montserrat"/>
                <a:sym typeface="Montserrat"/>
              </a:defRPr>
            </a:lvl6pPr>
            <a:lvl7pPr lvl="6" algn="r" rtl="0">
              <a:buNone/>
              <a:defRPr sz="900">
                <a:solidFill>
                  <a:srgbClr val="999999"/>
                </a:solidFill>
                <a:latin typeface="Montserrat"/>
                <a:ea typeface="Montserrat"/>
                <a:cs typeface="Montserrat"/>
                <a:sym typeface="Montserrat"/>
              </a:defRPr>
            </a:lvl7pPr>
            <a:lvl8pPr lvl="7" algn="r" rtl="0">
              <a:buNone/>
              <a:defRPr sz="900">
                <a:solidFill>
                  <a:srgbClr val="999999"/>
                </a:solidFill>
                <a:latin typeface="Montserrat"/>
                <a:ea typeface="Montserrat"/>
                <a:cs typeface="Montserrat"/>
                <a:sym typeface="Montserrat"/>
              </a:defRPr>
            </a:lvl8pPr>
            <a:lvl9pPr lvl="8" algn="r" rtl="0">
              <a:buNone/>
              <a:defRPr sz="900">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sp>
        <p:nvSpPr>
          <p:cNvPr id="130" name="Google Shape;130;p31"/>
          <p:cNvSpPr/>
          <p:nvPr/>
        </p:nvSpPr>
        <p:spPr>
          <a:xfrm>
            <a:off x="0" y="1409325"/>
            <a:ext cx="3045600" cy="540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1" name="Google Shape;131;p31"/>
          <p:cNvPicPr preferRelativeResize="0"/>
          <p:nvPr/>
        </p:nvPicPr>
        <p:blipFill rotWithShape="1">
          <a:blip r:embed="rId2">
            <a:alphaModFix/>
          </a:blip>
          <a:srcRect t="29" b="19"/>
          <a:stretch/>
        </p:blipFill>
        <p:spPr>
          <a:xfrm>
            <a:off x="343800" y="4691100"/>
            <a:ext cx="356531" cy="136498"/>
          </a:xfrm>
          <a:prstGeom prst="rect">
            <a:avLst/>
          </a:prstGeom>
          <a:noFill/>
          <a:ln>
            <a:noFill/>
          </a:ln>
        </p:spPr>
      </p:pic>
      <p:sp>
        <p:nvSpPr>
          <p:cNvPr id="132" name="Google Shape;132;p31"/>
          <p:cNvSpPr/>
          <p:nvPr/>
        </p:nvSpPr>
        <p:spPr>
          <a:xfrm>
            <a:off x="3049200" y="1409325"/>
            <a:ext cx="3045600" cy="540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1"/>
          <p:cNvSpPr/>
          <p:nvPr/>
        </p:nvSpPr>
        <p:spPr>
          <a:xfrm>
            <a:off x="6097200" y="1409325"/>
            <a:ext cx="3045600" cy="5400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4" name="Google Shape;134;p31"/>
          <p:cNvCxnSpPr/>
          <p:nvPr/>
        </p:nvCxnSpPr>
        <p:spPr>
          <a:xfrm>
            <a:off x="3046800" y="1409325"/>
            <a:ext cx="0" cy="3739500"/>
          </a:xfrm>
          <a:prstGeom prst="straightConnector1">
            <a:avLst/>
          </a:prstGeom>
          <a:noFill/>
          <a:ln w="19050" cap="flat" cmpd="sng">
            <a:solidFill>
              <a:srgbClr val="FFFFFF"/>
            </a:solidFill>
            <a:prstDash val="solid"/>
            <a:round/>
            <a:headEnd type="none" w="med" len="med"/>
            <a:tailEnd type="none" w="med" len="med"/>
          </a:ln>
        </p:spPr>
      </p:cxnSp>
      <p:cxnSp>
        <p:nvCxnSpPr>
          <p:cNvPr id="135" name="Google Shape;135;p31"/>
          <p:cNvCxnSpPr/>
          <p:nvPr/>
        </p:nvCxnSpPr>
        <p:spPr>
          <a:xfrm>
            <a:off x="6097200" y="1409325"/>
            <a:ext cx="0" cy="3739500"/>
          </a:xfrm>
          <a:prstGeom prst="straightConnector1">
            <a:avLst/>
          </a:prstGeom>
          <a:noFill/>
          <a:ln w="19050" cap="flat" cmpd="sng">
            <a:solidFill>
              <a:srgbClr val="FFFFFF"/>
            </a:solidFill>
            <a:prstDash val="solid"/>
            <a:round/>
            <a:headEnd type="none" w="med" len="med"/>
            <a:tailEnd type="none" w="med" len="med"/>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Topo branco">
  <p:cSld name="TITLE_AND_BODY_10_1">
    <p:spTree>
      <p:nvGrpSpPr>
        <p:cNvPr id="1" name="Shape 136"/>
        <p:cNvGrpSpPr/>
        <p:nvPr/>
      </p:nvGrpSpPr>
      <p:grpSpPr>
        <a:xfrm>
          <a:off x="0" y="0"/>
          <a:ext cx="0" cy="0"/>
          <a:chOff x="0" y="0"/>
          <a:chExt cx="0" cy="0"/>
        </a:xfrm>
      </p:grpSpPr>
      <p:sp>
        <p:nvSpPr>
          <p:cNvPr id="137" name="Google Shape;137;p32"/>
          <p:cNvSpPr/>
          <p:nvPr/>
        </p:nvSpPr>
        <p:spPr>
          <a:xfrm>
            <a:off x="-4200" y="1409325"/>
            <a:ext cx="9148200" cy="37344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2"/>
          <p:cNvSpPr txBox="1">
            <a:spLocks noGrp="1"/>
          </p:cNvSpPr>
          <p:nvPr>
            <p:ph type="sldNum" idx="12"/>
          </p:nvPr>
        </p:nvSpPr>
        <p:spPr>
          <a:xfrm>
            <a:off x="8289309" y="4579638"/>
            <a:ext cx="548700" cy="393600"/>
          </a:xfrm>
          <a:prstGeom prst="rect">
            <a:avLst/>
          </a:prstGeom>
        </p:spPr>
        <p:txBody>
          <a:bodyPr spcFirstLastPara="1" wrap="square" lIns="91425" tIns="91425" rIns="91425" bIns="91425" anchor="ctr" anchorCtr="0">
            <a:noAutofit/>
          </a:bodyPr>
          <a:lstStyle>
            <a:lvl1pPr lvl="0" algn="r" rtl="0">
              <a:buNone/>
              <a:defRPr sz="900">
                <a:solidFill>
                  <a:srgbClr val="999999"/>
                </a:solidFill>
                <a:latin typeface="Montserrat"/>
                <a:ea typeface="Montserrat"/>
                <a:cs typeface="Montserrat"/>
                <a:sym typeface="Montserrat"/>
              </a:defRPr>
            </a:lvl1pPr>
            <a:lvl2pPr lvl="1" algn="r" rtl="0">
              <a:buNone/>
              <a:defRPr sz="900">
                <a:solidFill>
                  <a:srgbClr val="999999"/>
                </a:solidFill>
                <a:latin typeface="Montserrat"/>
                <a:ea typeface="Montserrat"/>
                <a:cs typeface="Montserrat"/>
                <a:sym typeface="Montserrat"/>
              </a:defRPr>
            </a:lvl2pPr>
            <a:lvl3pPr lvl="2" algn="r" rtl="0">
              <a:buNone/>
              <a:defRPr sz="900">
                <a:solidFill>
                  <a:srgbClr val="999999"/>
                </a:solidFill>
                <a:latin typeface="Montserrat"/>
                <a:ea typeface="Montserrat"/>
                <a:cs typeface="Montserrat"/>
                <a:sym typeface="Montserrat"/>
              </a:defRPr>
            </a:lvl3pPr>
            <a:lvl4pPr lvl="3" algn="r" rtl="0">
              <a:buNone/>
              <a:defRPr sz="900">
                <a:solidFill>
                  <a:srgbClr val="999999"/>
                </a:solidFill>
                <a:latin typeface="Montserrat"/>
                <a:ea typeface="Montserrat"/>
                <a:cs typeface="Montserrat"/>
                <a:sym typeface="Montserrat"/>
              </a:defRPr>
            </a:lvl4pPr>
            <a:lvl5pPr lvl="4" algn="r" rtl="0">
              <a:buNone/>
              <a:defRPr sz="900">
                <a:solidFill>
                  <a:srgbClr val="999999"/>
                </a:solidFill>
                <a:latin typeface="Montserrat"/>
                <a:ea typeface="Montserrat"/>
                <a:cs typeface="Montserrat"/>
                <a:sym typeface="Montserrat"/>
              </a:defRPr>
            </a:lvl5pPr>
            <a:lvl6pPr lvl="5" algn="r" rtl="0">
              <a:buNone/>
              <a:defRPr sz="900">
                <a:solidFill>
                  <a:srgbClr val="999999"/>
                </a:solidFill>
                <a:latin typeface="Montserrat"/>
                <a:ea typeface="Montserrat"/>
                <a:cs typeface="Montserrat"/>
                <a:sym typeface="Montserrat"/>
              </a:defRPr>
            </a:lvl6pPr>
            <a:lvl7pPr lvl="6" algn="r" rtl="0">
              <a:buNone/>
              <a:defRPr sz="900">
                <a:solidFill>
                  <a:srgbClr val="999999"/>
                </a:solidFill>
                <a:latin typeface="Montserrat"/>
                <a:ea typeface="Montserrat"/>
                <a:cs typeface="Montserrat"/>
                <a:sym typeface="Montserrat"/>
              </a:defRPr>
            </a:lvl7pPr>
            <a:lvl8pPr lvl="7" algn="r" rtl="0">
              <a:buNone/>
              <a:defRPr sz="900">
                <a:solidFill>
                  <a:srgbClr val="999999"/>
                </a:solidFill>
                <a:latin typeface="Montserrat"/>
                <a:ea typeface="Montserrat"/>
                <a:cs typeface="Montserrat"/>
                <a:sym typeface="Montserrat"/>
              </a:defRPr>
            </a:lvl8pPr>
            <a:lvl9pPr lvl="8" algn="r" rtl="0">
              <a:buNone/>
              <a:defRPr sz="900">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pic>
        <p:nvPicPr>
          <p:cNvPr id="139" name="Google Shape;139;p32"/>
          <p:cNvPicPr preferRelativeResize="0"/>
          <p:nvPr/>
        </p:nvPicPr>
        <p:blipFill rotWithShape="1">
          <a:blip r:embed="rId2">
            <a:alphaModFix/>
          </a:blip>
          <a:srcRect t="29" b="19"/>
          <a:stretch/>
        </p:blipFill>
        <p:spPr>
          <a:xfrm>
            <a:off x="343800" y="4691100"/>
            <a:ext cx="356531" cy="136498"/>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Topo branco 1">
  <p:cSld name="TITLE_AND_BODY_10_1_1">
    <p:bg>
      <p:bgPr>
        <a:solidFill>
          <a:srgbClr val="F3F3F3"/>
        </a:solidFill>
        <a:effectLst/>
      </p:bgPr>
    </p:bg>
    <p:spTree>
      <p:nvGrpSpPr>
        <p:cNvPr id="1" name="Shape 140"/>
        <p:cNvGrpSpPr/>
        <p:nvPr/>
      </p:nvGrpSpPr>
      <p:grpSpPr>
        <a:xfrm>
          <a:off x="0" y="0"/>
          <a:ext cx="0" cy="0"/>
          <a:chOff x="0" y="0"/>
          <a:chExt cx="0" cy="0"/>
        </a:xfrm>
      </p:grpSpPr>
      <p:sp>
        <p:nvSpPr>
          <p:cNvPr id="141" name="Google Shape;141;p33"/>
          <p:cNvSpPr txBox="1">
            <a:spLocks noGrp="1"/>
          </p:cNvSpPr>
          <p:nvPr>
            <p:ph type="sldNum" idx="12"/>
          </p:nvPr>
        </p:nvSpPr>
        <p:spPr>
          <a:xfrm>
            <a:off x="8289309" y="4579638"/>
            <a:ext cx="548700" cy="393600"/>
          </a:xfrm>
          <a:prstGeom prst="rect">
            <a:avLst/>
          </a:prstGeom>
        </p:spPr>
        <p:txBody>
          <a:bodyPr spcFirstLastPara="1" wrap="square" lIns="91425" tIns="91425" rIns="91425" bIns="91425" anchor="ctr" anchorCtr="0">
            <a:noAutofit/>
          </a:bodyPr>
          <a:lstStyle>
            <a:lvl1pPr lvl="0" algn="r" rtl="0">
              <a:buNone/>
              <a:defRPr sz="900">
                <a:solidFill>
                  <a:srgbClr val="999999"/>
                </a:solidFill>
                <a:latin typeface="Montserrat"/>
                <a:ea typeface="Montserrat"/>
                <a:cs typeface="Montserrat"/>
                <a:sym typeface="Montserrat"/>
              </a:defRPr>
            </a:lvl1pPr>
            <a:lvl2pPr lvl="1" algn="r" rtl="0">
              <a:buNone/>
              <a:defRPr sz="900">
                <a:solidFill>
                  <a:srgbClr val="999999"/>
                </a:solidFill>
                <a:latin typeface="Montserrat"/>
                <a:ea typeface="Montserrat"/>
                <a:cs typeface="Montserrat"/>
                <a:sym typeface="Montserrat"/>
              </a:defRPr>
            </a:lvl2pPr>
            <a:lvl3pPr lvl="2" algn="r" rtl="0">
              <a:buNone/>
              <a:defRPr sz="900">
                <a:solidFill>
                  <a:srgbClr val="999999"/>
                </a:solidFill>
                <a:latin typeface="Montserrat"/>
                <a:ea typeface="Montserrat"/>
                <a:cs typeface="Montserrat"/>
                <a:sym typeface="Montserrat"/>
              </a:defRPr>
            </a:lvl3pPr>
            <a:lvl4pPr lvl="3" algn="r" rtl="0">
              <a:buNone/>
              <a:defRPr sz="900">
                <a:solidFill>
                  <a:srgbClr val="999999"/>
                </a:solidFill>
                <a:latin typeface="Montserrat"/>
                <a:ea typeface="Montserrat"/>
                <a:cs typeface="Montserrat"/>
                <a:sym typeface="Montserrat"/>
              </a:defRPr>
            </a:lvl4pPr>
            <a:lvl5pPr lvl="4" algn="r" rtl="0">
              <a:buNone/>
              <a:defRPr sz="900">
                <a:solidFill>
                  <a:srgbClr val="999999"/>
                </a:solidFill>
                <a:latin typeface="Montserrat"/>
                <a:ea typeface="Montserrat"/>
                <a:cs typeface="Montserrat"/>
                <a:sym typeface="Montserrat"/>
              </a:defRPr>
            </a:lvl5pPr>
            <a:lvl6pPr lvl="5" algn="r" rtl="0">
              <a:buNone/>
              <a:defRPr sz="900">
                <a:solidFill>
                  <a:srgbClr val="999999"/>
                </a:solidFill>
                <a:latin typeface="Montserrat"/>
                <a:ea typeface="Montserrat"/>
                <a:cs typeface="Montserrat"/>
                <a:sym typeface="Montserrat"/>
              </a:defRPr>
            </a:lvl6pPr>
            <a:lvl7pPr lvl="6" algn="r" rtl="0">
              <a:buNone/>
              <a:defRPr sz="900">
                <a:solidFill>
                  <a:srgbClr val="999999"/>
                </a:solidFill>
                <a:latin typeface="Montserrat"/>
                <a:ea typeface="Montserrat"/>
                <a:cs typeface="Montserrat"/>
                <a:sym typeface="Montserrat"/>
              </a:defRPr>
            </a:lvl7pPr>
            <a:lvl8pPr lvl="7" algn="r" rtl="0">
              <a:buNone/>
              <a:defRPr sz="900">
                <a:solidFill>
                  <a:srgbClr val="999999"/>
                </a:solidFill>
                <a:latin typeface="Montserrat"/>
                <a:ea typeface="Montserrat"/>
                <a:cs typeface="Montserrat"/>
                <a:sym typeface="Montserrat"/>
              </a:defRPr>
            </a:lvl8pPr>
            <a:lvl9pPr lvl="8" algn="r" rtl="0">
              <a:buNone/>
              <a:defRPr sz="900">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pic>
        <p:nvPicPr>
          <p:cNvPr id="142" name="Google Shape;142;p33"/>
          <p:cNvPicPr preferRelativeResize="0"/>
          <p:nvPr/>
        </p:nvPicPr>
        <p:blipFill rotWithShape="1">
          <a:blip r:embed="rId2">
            <a:alphaModFix/>
          </a:blip>
          <a:srcRect t="29" b="19"/>
          <a:stretch/>
        </p:blipFill>
        <p:spPr>
          <a:xfrm>
            <a:off x="343800" y="4691100"/>
            <a:ext cx="356531" cy="136498"/>
          </a:xfrm>
          <a:prstGeom prst="rect">
            <a:avLst/>
          </a:prstGeom>
          <a:noFill/>
          <a:ln>
            <a:noFill/>
          </a:ln>
        </p:spPr>
      </p:pic>
      <p:sp>
        <p:nvSpPr>
          <p:cNvPr id="143" name="Google Shape;143;p33"/>
          <p:cNvSpPr/>
          <p:nvPr/>
        </p:nvSpPr>
        <p:spPr>
          <a:xfrm>
            <a:off x="0" y="1409325"/>
            <a:ext cx="9144000" cy="29316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matchingName="meia página escura">
  <p:cSld name="TITLE_AND_BODY_8_4">
    <p:spTree>
      <p:nvGrpSpPr>
        <p:cNvPr id="1" name="Shape 144"/>
        <p:cNvGrpSpPr/>
        <p:nvPr/>
      </p:nvGrpSpPr>
      <p:grpSpPr>
        <a:xfrm>
          <a:off x="0" y="0"/>
          <a:ext cx="0" cy="0"/>
          <a:chOff x="0" y="0"/>
          <a:chExt cx="0" cy="0"/>
        </a:xfrm>
      </p:grpSpPr>
      <p:sp>
        <p:nvSpPr>
          <p:cNvPr id="145" name="Google Shape;145;p34"/>
          <p:cNvSpPr/>
          <p:nvPr/>
        </p:nvSpPr>
        <p:spPr>
          <a:xfrm>
            <a:off x="0" y="0"/>
            <a:ext cx="4572000" cy="5143500"/>
          </a:xfrm>
          <a:prstGeom prst="rect">
            <a:avLst/>
          </a:prstGeom>
          <a:solidFill>
            <a:schemeClr val="accent3"/>
          </a:solidFill>
          <a:ln>
            <a:noFill/>
          </a:ln>
        </p:spPr>
        <p:txBody>
          <a:bodyPr spcFirstLastPara="1" wrap="square" lIns="26775" tIns="26775" rIns="26775" bIns="26775" anchor="t" anchorCtr="0">
            <a:noAutofit/>
          </a:bodyPr>
          <a:lstStyle/>
          <a:p>
            <a:pPr marL="0" marR="0" lvl="0" indent="0" algn="ctr" rtl="0">
              <a:lnSpc>
                <a:spcPct val="100000"/>
              </a:lnSpc>
              <a:spcBef>
                <a:spcPts val="0"/>
              </a:spcBef>
              <a:spcAft>
                <a:spcPts val="0"/>
              </a:spcAft>
              <a:buClr>
                <a:srgbClr val="FFFFFF"/>
              </a:buClr>
              <a:buSzPts val="1100"/>
              <a:buFont typeface="Helvetica Neue"/>
              <a:buNone/>
            </a:pPr>
            <a:endParaRPr sz="1100" b="0" i="0" u="none" strike="noStrike" cap="none">
              <a:solidFill>
                <a:srgbClr val="FFFFFF"/>
              </a:solidFill>
              <a:latin typeface="Helvetica Neue"/>
              <a:ea typeface="Helvetica Neue"/>
              <a:cs typeface="Helvetica Neue"/>
              <a:sym typeface="Helvetica Neue"/>
            </a:endParaRPr>
          </a:p>
        </p:txBody>
      </p:sp>
      <p:sp>
        <p:nvSpPr>
          <p:cNvPr id="146" name="Google Shape;146;p34"/>
          <p:cNvSpPr txBox="1">
            <a:spLocks noGrp="1"/>
          </p:cNvSpPr>
          <p:nvPr>
            <p:ph type="sldNum" idx="12"/>
          </p:nvPr>
        </p:nvSpPr>
        <p:spPr>
          <a:xfrm>
            <a:off x="8289309" y="4579638"/>
            <a:ext cx="548700" cy="393600"/>
          </a:xfrm>
          <a:prstGeom prst="rect">
            <a:avLst/>
          </a:prstGeom>
        </p:spPr>
        <p:txBody>
          <a:bodyPr spcFirstLastPara="1" wrap="square" lIns="91425" tIns="91425" rIns="91425" bIns="91425" anchor="ctr" anchorCtr="0">
            <a:noAutofit/>
          </a:bodyPr>
          <a:lstStyle>
            <a:lvl1pPr lvl="0" algn="r" rtl="0">
              <a:buNone/>
              <a:defRPr sz="900">
                <a:solidFill>
                  <a:srgbClr val="999999"/>
                </a:solidFill>
                <a:latin typeface="Montserrat"/>
                <a:ea typeface="Montserrat"/>
                <a:cs typeface="Montserrat"/>
                <a:sym typeface="Montserrat"/>
              </a:defRPr>
            </a:lvl1pPr>
            <a:lvl2pPr lvl="1" algn="r" rtl="0">
              <a:buNone/>
              <a:defRPr sz="900">
                <a:solidFill>
                  <a:srgbClr val="999999"/>
                </a:solidFill>
                <a:latin typeface="Montserrat"/>
                <a:ea typeface="Montserrat"/>
                <a:cs typeface="Montserrat"/>
                <a:sym typeface="Montserrat"/>
              </a:defRPr>
            </a:lvl2pPr>
            <a:lvl3pPr lvl="2" algn="r" rtl="0">
              <a:buNone/>
              <a:defRPr sz="900">
                <a:solidFill>
                  <a:srgbClr val="999999"/>
                </a:solidFill>
                <a:latin typeface="Montserrat"/>
                <a:ea typeface="Montserrat"/>
                <a:cs typeface="Montserrat"/>
                <a:sym typeface="Montserrat"/>
              </a:defRPr>
            </a:lvl3pPr>
            <a:lvl4pPr lvl="3" algn="r" rtl="0">
              <a:buNone/>
              <a:defRPr sz="900">
                <a:solidFill>
                  <a:srgbClr val="999999"/>
                </a:solidFill>
                <a:latin typeface="Montserrat"/>
                <a:ea typeface="Montserrat"/>
                <a:cs typeface="Montserrat"/>
                <a:sym typeface="Montserrat"/>
              </a:defRPr>
            </a:lvl4pPr>
            <a:lvl5pPr lvl="4" algn="r" rtl="0">
              <a:buNone/>
              <a:defRPr sz="900">
                <a:solidFill>
                  <a:srgbClr val="999999"/>
                </a:solidFill>
                <a:latin typeface="Montserrat"/>
                <a:ea typeface="Montserrat"/>
                <a:cs typeface="Montserrat"/>
                <a:sym typeface="Montserrat"/>
              </a:defRPr>
            </a:lvl5pPr>
            <a:lvl6pPr lvl="5" algn="r" rtl="0">
              <a:buNone/>
              <a:defRPr sz="900">
                <a:solidFill>
                  <a:srgbClr val="999999"/>
                </a:solidFill>
                <a:latin typeface="Montserrat"/>
                <a:ea typeface="Montserrat"/>
                <a:cs typeface="Montserrat"/>
                <a:sym typeface="Montserrat"/>
              </a:defRPr>
            </a:lvl6pPr>
            <a:lvl7pPr lvl="6" algn="r" rtl="0">
              <a:buNone/>
              <a:defRPr sz="900">
                <a:solidFill>
                  <a:srgbClr val="999999"/>
                </a:solidFill>
                <a:latin typeface="Montserrat"/>
                <a:ea typeface="Montserrat"/>
                <a:cs typeface="Montserrat"/>
                <a:sym typeface="Montserrat"/>
              </a:defRPr>
            </a:lvl7pPr>
            <a:lvl8pPr lvl="7" algn="r" rtl="0">
              <a:buNone/>
              <a:defRPr sz="900">
                <a:solidFill>
                  <a:srgbClr val="999999"/>
                </a:solidFill>
                <a:latin typeface="Montserrat"/>
                <a:ea typeface="Montserrat"/>
                <a:cs typeface="Montserrat"/>
                <a:sym typeface="Montserrat"/>
              </a:defRPr>
            </a:lvl8pPr>
            <a:lvl9pPr lvl="8" algn="r" rtl="0">
              <a:buNone/>
              <a:defRPr sz="900">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pic>
        <p:nvPicPr>
          <p:cNvPr id="147" name="Google Shape;147;p34"/>
          <p:cNvPicPr preferRelativeResize="0"/>
          <p:nvPr/>
        </p:nvPicPr>
        <p:blipFill rotWithShape="1">
          <a:blip r:embed="rId2">
            <a:alphaModFix/>
          </a:blip>
          <a:srcRect t="29" b="19"/>
          <a:stretch/>
        </p:blipFill>
        <p:spPr>
          <a:xfrm>
            <a:off x="343800" y="4691100"/>
            <a:ext cx="356531" cy="136498"/>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matchingName="meia página 2">
  <p:cSld name="TITLE_AND_BODY_8_3">
    <p:spTree>
      <p:nvGrpSpPr>
        <p:cNvPr id="1" name="Shape 148"/>
        <p:cNvGrpSpPr/>
        <p:nvPr/>
      </p:nvGrpSpPr>
      <p:grpSpPr>
        <a:xfrm>
          <a:off x="0" y="0"/>
          <a:ext cx="0" cy="0"/>
          <a:chOff x="0" y="0"/>
          <a:chExt cx="0" cy="0"/>
        </a:xfrm>
      </p:grpSpPr>
      <p:sp>
        <p:nvSpPr>
          <p:cNvPr id="149" name="Google Shape;149;p35"/>
          <p:cNvSpPr/>
          <p:nvPr/>
        </p:nvSpPr>
        <p:spPr>
          <a:xfrm>
            <a:off x="4572000" y="0"/>
            <a:ext cx="4572000" cy="5143500"/>
          </a:xfrm>
          <a:prstGeom prst="rect">
            <a:avLst/>
          </a:prstGeom>
          <a:solidFill>
            <a:srgbClr val="F3F3F3"/>
          </a:solidFill>
          <a:ln>
            <a:noFill/>
          </a:ln>
        </p:spPr>
        <p:txBody>
          <a:bodyPr spcFirstLastPara="1" wrap="square" lIns="26775" tIns="26775" rIns="26775" bIns="26775" anchor="t" anchorCtr="0">
            <a:noAutofit/>
          </a:bodyPr>
          <a:lstStyle/>
          <a:p>
            <a:pPr marL="0" marR="0" lvl="0" indent="0" algn="ctr" rtl="0">
              <a:lnSpc>
                <a:spcPct val="100000"/>
              </a:lnSpc>
              <a:spcBef>
                <a:spcPts val="0"/>
              </a:spcBef>
              <a:spcAft>
                <a:spcPts val="0"/>
              </a:spcAft>
              <a:buClr>
                <a:srgbClr val="FFFFFF"/>
              </a:buClr>
              <a:buSzPts val="1100"/>
              <a:buFont typeface="Helvetica Neue"/>
              <a:buNone/>
            </a:pPr>
            <a:endParaRPr sz="1100" b="0" i="0" u="none" strike="noStrike" cap="none">
              <a:solidFill>
                <a:srgbClr val="FFFFFF"/>
              </a:solidFill>
              <a:latin typeface="Helvetica Neue"/>
              <a:ea typeface="Helvetica Neue"/>
              <a:cs typeface="Helvetica Neue"/>
              <a:sym typeface="Helvetica Neue"/>
            </a:endParaRPr>
          </a:p>
        </p:txBody>
      </p:sp>
      <p:sp>
        <p:nvSpPr>
          <p:cNvPr id="150" name="Google Shape;150;p35"/>
          <p:cNvSpPr txBox="1">
            <a:spLocks noGrp="1"/>
          </p:cNvSpPr>
          <p:nvPr>
            <p:ph type="sldNum" idx="12"/>
          </p:nvPr>
        </p:nvSpPr>
        <p:spPr>
          <a:xfrm>
            <a:off x="8289309" y="4579638"/>
            <a:ext cx="548700" cy="393600"/>
          </a:xfrm>
          <a:prstGeom prst="rect">
            <a:avLst/>
          </a:prstGeom>
        </p:spPr>
        <p:txBody>
          <a:bodyPr spcFirstLastPara="1" wrap="square" lIns="91425" tIns="91425" rIns="91425" bIns="91425" anchor="ctr" anchorCtr="0">
            <a:noAutofit/>
          </a:bodyPr>
          <a:lstStyle>
            <a:lvl1pPr lvl="0" algn="r" rtl="0">
              <a:buNone/>
              <a:defRPr sz="900">
                <a:solidFill>
                  <a:srgbClr val="999999"/>
                </a:solidFill>
                <a:latin typeface="Montserrat"/>
                <a:ea typeface="Montserrat"/>
                <a:cs typeface="Montserrat"/>
                <a:sym typeface="Montserrat"/>
              </a:defRPr>
            </a:lvl1pPr>
            <a:lvl2pPr lvl="1" algn="r" rtl="0">
              <a:buNone/>
              <a:defRPr sz="900">
                <a:solidFill>
                  <a:srgbClr val="999999"/>
                </a:solidFill>
                <a:latin typeface="Montserrat"/>
                <a:ea typeface="Montserrat"/>
                <a:cs typeface="Montserrat"/>
                <a:sym typeface="Montserrat"/>
              </a:defRPr>
            </a:lvl2pPr>
            <a:lvl3pPr lvl="2" algn="r" rtl="0">
              <a:buNone/>
              <a:defRPr sz="900">
                <a:solidFill>
                  <a:srgbClr val="999999"/>
                </a:solidFill>
                <a:latin typeface="Montserrat"/>
                <a:ea typeface="Montserrat"/>
                <a:cs typeface="Montserrat"/>
                <a:sym typeface="Montserrat"/>
              </a:defRPr>
            </a:lvl3pPr>
            <a:lvl4pPr lvl="3" algn="r" rtl="0">
              <a:buNone/>
              <a:defRPr sz="900">
                <a:solidFill>
                  <a:srgbClr val="999999"/>
                </a:solidFill>
                <a:latin typeface="Montserrat"/>
                <a:ea typeface="Montserrat"/>
                <a:cs typeface="Montserrat"/>
                <a:sym typeface="Montserrat"/>
              </a:defRPr>
            </a:lvl4pPr>
            <a:lvl5pPr lvl="4" algn="r" rtl="0">
              <a:buNone/>
              <a:defRPr sz="900">
                <a:solidFill>
                  <a:srgbClr val="999999"/>
                </a:solidFill>
                <a:latin typeface="Montserrat"/>
                <a:ea typeface="Montserrat"/>
                <a:cs typeface="Montserrat"/>
                <a:sym typeface="Montserrat"/>
              </a:defRPr>
            </a:lvl5pPr>
            <a:lvl6pPr lvl="5" algn="r" rtl="0">
              <a:buNone/>
              <a:defRPr sz="900">
                <a:solidFill>
                  <a:srgbClr val="999999"/>
                </a:solidFill>
                <a:latin typeface="Montserrat"/>
                <a:ea typeface="Montserrat"/>
                <a:cs typeface="Montserrat"/>
                <a:sym typeface="Montserrat"/>
              </a:defRPr>
            </a:lvl6pPr>
            <a:lvl7pPr lvl="6" algn="r" rtl="0">
              <a:buNone/>
              <a:defRPr sz="900">
                <a:solidFill>
                  <a:srgbClr val="999999"/>
                </a:solidFill>
                <a:latin typeface="Montserrat"/>
                <a:ea typeface="Montserrat"/>
                <a:cs typeface="Montserrat"/>
                <a:sym typeface="Montserrat"/>
              </a:defRPr>
            </a:lvl7pPr>
            <a:lvl8pPr lvl="7" algn="r" rtl="0">
              <a:buNone/>
              <a:defRPr sz="900">
                <a:solidFill>
                  <a:srgbClr val="999999"/>
                </a:solidFill>
                <a:latin typeface="Montserrat"/>
                <a:ea typeface="Montserrat"/>
                <a:cs typeface="Montserrat"/>
                <a:sym typeface="Montserrat"/>
              </a:defRPr>
            </a:lvl8pPr>
            <a:lvl9pPr lvl="8" algn="r" rtl="0">
              <a:buNone/>
              <a:defRPr sz="900">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pic>
        <p:nvPicPr>
          <p:cNvPr id="151" name="Google Shape;151;p35"/>
          <p:cNvPicPr preferRelativeResize="0"/>
          <p:nvPr/>
        </p:nvPicPr>
        <p:blipFill rotWithShape="1">
          <a:blip r:embed="rId2">
            <a:alphaModFix/>
          </a:blip>
          <a:srcRect t="29" b="19"/>
          <a:stretch/>
        </p:blipFill>
        <p:spPr>
          <a:xfrm>
            <a:off x="343800" y="4691100"/>
            <a:ext cx="356531" cy="136498"/>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matchingName="amarela">
  <p:cSld name="Orange Blank">
    <p:bg>
      <p:bgPr>
        <a:solidFill>
          <a:srgbClr val="FFCD34"/>
        </a:solidFill>
        <a:effectLst/>
      </p:bgPr>
    </p:bg>
    <p:spTree>
      <p:nvGrpSpPr>
        <p:cNvPr id="1" name="Shape 152"/>
        <p:cNvGrpSpPr/>
        <p:nvPr/>
      </p:nvGrpSpPr>
      <p:grpSpPr>
        <a:xfrm>
          <a:off x="0" y="0"/>
          <a:ext cx="0" cy="0"/>
          <a:chOff x="0" y="0"/>
          <a:chExt cx="0" cy="0"/>
        </a:xfrm>
      </p:grpSpPr>
      <p:sp>
        <p:nvSpPr>
          <p:cNvPr id="153" name="Google Shape;153;p36"/>
          <p:cNvSpPr txBox="1">
            <a:spLocks noGrp="1"/>
          </p:cNvSpPr>
          <p:nvPr>
            <p:ph type="sldNum" idx="12"/>
          </p:nvPr>
        </p:nvSpPr>
        <p:spPr>
          <a:xfrm>
            <a:off x="8289309" y="4579638"/>
            <a:ext cx="548700" cy="393600"/>
          </a:xfrm>
          <a:prstGeom prst="rect">
            <a:avLst/>
          </a:prstGeom>
        </p:spPr>
        <p:txBody>
          <a:bodyPr spcFirstLastPara="1" wrap="square" lIns="91425" tIns="91425" rIns="91425" bIns="91425" anchor="ctr" anchorCtr="0">
            <a:noAutofit/>
          </a:bodyPr>
          <a:lstStyle>
            <a:lvl1pPr lvl="0" algn="r" rtl="0">
              <a:buNone/>
              <a:defRPr sz="900">
                <a:solidFill>
                  <a:srgbClr val="999999"/>
                </a:solidFill>
                <a:latin typeface="Montserrat"/>
                <a:ea typeface="Montserrat"/>
                <a:cs typeface="Montserrat"/>
                <a:sym typeface="Montserrat"/>
              </a:defRPr>
            </a:lvl1pPr>
            <a:lvl2pPr lvl="1" algn="r" rtl="0">
              <a:buNone/>
              <a:defRPr sz="900">
                <a:solidFill>
                  <a:srgbClr val="999999"/>
                </a:solidFill>
                <a:latin typeface="Montserrat"/>
                <a:ea typeface="Montserrat"/>
                <a:cs typeface="Montserrat"/>
                <a:sym typeface="Montserrat"/>
              </a:defRPr>
            </a:lvl2pPr>
            <a:lvl3pPr lvl="2" algn="r" rtl="0">
              <a:buNone/>
              <a:defRPr sz="900">
                <a:solidFill>
                  <a:srgbClr val="999999"/>
                </a:solidFill>
                <a:latin typeface="Montserrat"/>
                <a:ea typeface="Montserrat"/>
                <a:cs typeface="Montserrat"/>
                <a:sym typeface="Montserrat"/>
              </a:defRPr>
            </a:lvl3pPr>
            <a:lvl4pPr lvl="3" algn="r" rtl="0">
              <a:buNone/>
              <a:defRPr sz="900">
                <a:solidFill>
                  <a:srgbClr val="999999"/>
                </a:solidFill>
                <a:latin typeface="Montserrat"/>
                <a:ea typeface="Montserrat"/>
                <a:cs typeface="Montserrat"/>
                <a:sym typeface="Montserrat"/>
              </a:defRPr>
            </a:lvl4pPr>
            <a:lvl5pPr lvl="4" algn="r" rtl="0">
              <a:buNone/>
              <a:defRPr sz="900">
                <a:solidFill>
                  <a:srgbClr val="999999"/>
                </a:solidFill>
                <a:latin typeface="Montserrat"/>
                <a:ea typeface="Montserrat"/>
                <a:cs typeface="Montserrat"/>
                <a:sym typeface="Montserrat"/>
              </a:defRPr>
            </a:lvl5pPr>
            <a:lvl6pPr lvl="5" algn="r" rtl="0">
              <a:buNone/>
              <a:defRPr sz="900">
                <a:solidFill>
                  <a:srgbClr val="999999"/>
                </a:solidFill>
                <a:latin typeface="Montserrat"/>
                <a:ea typeface="Montserrat"/>
                <a:cs typeface="Montserrat"/>
                <a:sym typeface="Montserrat"/>
              </a:defRPr>
            </a:lvl6pPr>
            <a:lvl7pPr lvl="6" algn="r" rtl="0">
              <a:buNone/>
              <a:defRPr sz="900">
                <a:solidFill>
                  <a:srgbClr val="999999"/>
                </a:solidFill>
                <a:latin typeface="Montserrat"/>
                <a:ea typeface="Montserrat"/>
                <a:cs typeface="Montserrat"/>
                <a:sym typeface="Montserrat"/>
              </a:defRPr>
            </a:lvl7pPr>
            <a:lvl8pPr lvl="7" algn="r" rtl="0">
              <a:buNone/>
              <a:defRPr sz="900">
                <a:solidFill>
                  <a:srgbClr val="999999"/>
                </a:solidFill>
                <a:latin typeface="Montserrat"/>
                <a:ea typeface="Montserrat"/>
                <a:cs typeface="Montserrat"/>
                <a:sym typeface="Montserrat"/>
              </a:defRPr>
            </a:lvl8pPr>
            <a:lvl9pPr lvl="8" algn="r" rtl="0">
              <a:buNone/>
              <a:defRPr sz="900">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pic>
        <p:nvPicPr>
          <p:cNvPr id="154" name="Google Shape;154;p36"/>
          <p:cNvPicPr preferRelativeResize="0"/>
          <p:nvPr/>
        </p:nvPicPr>
        <p:blipFill rotWithShape="1">
          <a:blip r:embed="rId2">
            <a:alphaModFix/>
          </a:blip>
          <a:srcRect t="29" b="19"/>
          <a:stretch/>
        </p:blipFill>
        <p:spPr>
          <a:xfrm>
            <a:off x="343800" y="4691100"/>
            <a:ext cx="356531" cy="136498"/>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 terço lateral 2">
  <p:cSld name="TITLE_AND_BODY_6_1_1">
    <p:spTree>
      <p:nvGrpSpPr>
        <p:cNvPr id="1" name="Shape 155"/>
        <p:cNvGrpSpPr/>
        <p:nvPr/>
      </p:nvGrpSpPr>
      <p:grpSpPr>
        <a:xfrm>
          <a:off x="0" y="0"/>
          <a:ext cx="0" cy="0"/>
          <a:chOff x="0" y="0"/>
          <a:chExt cx="0" cy="0"/>
        </a:xfrm>
      </p:grpSpPr>
      <p:sp>
        <p:nvSpPr>
          <p:cNvPr id="156" name="Google Shape;156;p37"/>
          <p:cNvSpPr/>
          <p:nvPr/>
        </p:nvSpPr>
        <p:spPr>
          <a:xfrm flipH="1">
            <a:off x="3069600" y="0"/>
            <a:ext cx="60744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37"/>
          <p:cNvSpPr txBox="1">
            <a:spLocks noGrp="1"/>
          </p:cNvSpPr>
          <p:nvPr>
            <p:ph type="sldNum" idx="12"/>
          </p:nvPr>
        </p:nvSpPr>
        <p:spPr>
          <a:xfrm>
            <a:off x="8289309" y="4579638"/>
            <a:ext cx="548700" cy="393600"/>
          </a:xfrm>
          <a:prstGeom prst="rect">
            <a:avLst/>
          </a:prstGeom>
        </p:spPr>
        <p:txBody>
          <a:bodyPr spcFirstLastPara="1" wrap="square" lIns="91425" tIns="91425" rIns="91425" bIns="91425" anchor="ctr" anchorCtr="0">
            <a:noAutofit/>
          </a:bodyPr>
          <a:lstStyle>
            <a:lvl1pPr lvl="0" algn="r" rtl="0">
              <a:buNone/>
              <a:defRPr sz="900">
                <a:solidFill>
                  <a:srgbClr val="999999"/>
                </a:solidFill>
                <a:latin typeface="Montserrat"/>
                <a:ea typeface="Montserrat"/>
                <a:cs typeface="Montserrat"/>
                <a:sym typeface="Montserrat"/>
              </a:defRPr>
            </a:lvl1pPr>
            <a:lvl2pPr lvl="1" algn="r" rtl="0">
              <a:buNone/>
              <a:defRPr sz="900">
                <a:solidFill>
                  <a:srgbClr val="999999"/>
                </a:solidFill>
                <a:latin typeface="Montserrat"/>
                <a:ea typeface="Montserrat"/>
                <a:cs typeface="Montserrat"/>
                <a:sym typeface="Montserrat"/>
              </a:defRPr>
            </a:lvl2pPr>
            <a:lvl3pPr lvl="2" algn="r" rtl="0">
              <a:buNone/>
              <a:defRPr sz="900">
                <a:solidFill>
                  <a:srgbClr val="999999"/>
                </a:solidFill>
                <a:latin typeface="Montserrat"/>
                <a:ea typeface="Montserrat"/>
                <a:cs typeface="Montserrat"/>
                <a:sym typeface="Montserrat"/>
              </a:defRPr>
            </a:lvl3pPr>
            <a:lvl4pPr lvl="3" algn="r" rtl="0">
              <a:buNone/>
              <a:defRPr sz="900">
                <a:solidFill>
                  <a:srgbClr val="999999"/>
                </a:solidFill>
                <a:latin typeface="Montserrat"/>
                <a:ea typeface="Montserrat"/>
                <a:cs typeface="Montserrat"/>
                <a:sym typeface="Montserrat"/>
              </a:defRPr>
            </a:lvl4pPr>
            <a:lvl5pPr lvl="4" algn="r" rtl="0">
              <a:buNone/>
              <a:defRPr sz="900">
                <a:solidFill>
                  <a:srgbClr val="999999"/>
                </a:solidFill>
                <a:latin typeface="Montserrat"/>
                <a:ea typeface="Montserrat"/>
                <a:cs typeface="Montserrat"/>
                <a:sym typeface="Montserrat"/>
              </a:defRPr>
            </a:lvl5pPr>
            <a:lvl6pPr lvl="5" algn="r" rtl="0">
              <a:buNone/>
              <a:defRPr sz="900">
                <a:solidFill>
                  <a:srgbClr val="999999"/>
                </a:solidFill>
                <a:latin typeface="Montserrat"/>
                <a:ea typeface="Montserrat"/>
                <a:cs typeface="Montserrat"/>
                <a:sym typeface="Montserrat"/>
              </a:defRPr>
            </a:lvl6pPr>
            <a:lvl7pPr lvl="6" algn="r" rtl="0">
              <a:buNone/>
              <a:defRPr sz="900">
                <a:solidFill>
                  <a:srgbClr val="999999"/>
                </a:solidFill>
                <a:latin typeface="Montserrat"/>
                <a:ea typeface="Montserrat"/>
                <a:cs typeface="Montserrat"/>
                <a:sym typeface="Montserrat"/>
              </a:defRPr>
            </a:lvl7pPr>
            <a:lvl8pPr lvl="7" algn="r" rtl="0">
              <a:buNone/>
              <a:defRPr sz="900">
                <a:solidFill>
                  <a:srgbClr val="999999"/>
                </a:solidFill>
                <a:latin typeface="Montserrat"/>
                <a:ea typeface="Montserrat"/>
                <a:cs typeface="Montserrat"/>
                <a:sym typeface="Montserrat"/>
              </a:defRPr>
            </a:lvl8pPr>
            <a:lvl9pPr lvl="8" algn="r" rtl="0">
              <a:buNone/>
              <a:defRPr sz="900">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pic>
        <p:nvPicPr>
          <p:cNvPr id="158" name="Google Shape;158;p37"/>
          <p:cNvPicPr preferRelativeResize="0"/>
          <p:nvPr/>
        </p:nvPicPr>
        <p:blipFill rotWithShape="1">
          <a:blip r:embed="rId2">
            <a:alphaModFix/>
          </a:blip>
          <a:srcRect t="29" b="19"/>
          <a:stretch/>
        </p:blipFill>
        <p:spPr>
          <a:xfrm>
            <a:off x="343800" y="4691100"/>
            <a:ext cx="356531" cy="136498"/>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matchingName=" em branco escuro">
  <p:cSld name="Black Blank_1_1">
    <p:bg>
      <p:bgPr>
        <a:solidFill>
          <a:schemeClr val="accent3"/>
        </a:solidFill>
        <a:effectLst/>
      </p:bgPr>
    </p:bg>
    <p:spTree>
      <p:nvGrpSpPr>
        <p:cNvPr id="1" name="Shape 159"/>
        <p:cNvGrpSpPr/>
        <p:nvPr/>
      </p:nvGrpSpPr>
      <p:grpSpPr>
        <a:xfrm>
          <a:off x="0" y="0"/>
          <a:ext cx="0" cy="0"/>
          <a:chOff x="0" y="0"/>
          <a:chExt cx="0" cy="0"/>
        </a:xfrm>
      </p:grpSpPr>
      <p:sp>
        <p:nvSpPr>
          <p:cNvPr id="160" name="Google Shape;160;p38"/>
          <p:cNvSpPr txBox="1">
            <a:spLocks noGrp="1"/>
          </p:cNvSpPr>
          <p:nvPr>
            <p:ph type="sldNum" idx="12"/>
          </p:nvPr>
        </p:nvSpPr>
        <p:spPr>
          <a:xfrm>
            <a:off x="8289309" y="4579638"/>
            <a:ext cx="548700" cy="393600"/>
          </a:xfrm>
          <a:prstGeom prst="rect">
            <a:avLst/>
          </a:prstGeom>
        </p:spPr>
        <p:txBody>
          <a:bodyPr spcFirstLastPara="1" wrap="square" lIns="91425" tIns="91425" rIns="91425" bIns="91425" anchor="ctr" anchorCtr="0">
            <a:noAutofit/>
          </a:bodyPr>
          <a:lstStyle>
            <a:lvl1pPr lvl="0" algn="r" rtl="0">
              <a:buNone/>
              <a:defRPr sz="900">
                <a:solidFill>
                  <a:srgbClr val="999999"/>
                </a:solidFill>
                <a:latin typeface="Montserrat"/>
                <a:ea typeface="Montserrat"/>
                <a:cs typeface="Montserrat"/>
                <a:sym typeface="Montserrat"/>
              </a:defRPr>
            </a:lvl1pPr>
            <a:lvl2pPr lvl="1" algn="r" rtl="0">
              <a:buNone/>
              <a:defRPr sz="900">
                <a:solidFill>
                  <a:srgbClr val="999999"/>
                </a:solidFill>
                <a:latin typeface="Montserrat"/>
                <a:ea typeface="Montserrat"/>
                <a:cs typeface="Montserrat"/>
                <a:sym typeface="Montserrat"/>
              </a:defRPr>
            </a:lvl2pPr>
            <a:lvl3pPr lvl="2" algn="r" rtl="0">
              <a:buNone/>
              <a:defRPr sz="900">
                <a:solidFill>
                  <a:srgbClr val="999999"/>
                </a:solidFill>
                <a:latin typeface="Montserrat"/>
                <a:ea typeface="Montserrat"/>
                <a:cs typeface="Montserrat"/>
                <a:sym typeface="Montserrat"/>
              </a:defRPr>
            </a:lvl3pPr>
            <a:lvl4pPr lvl="3" algn="r" rtl="0">
              <a:buNone/>
              <a:defRPr sz="900">
                <a:solidFill>
                  <a:srgbClr val="999999"/>
                </a:solidFill>
                <a:latin typeface="Montserrat"/>
                <a:ea typeface="Montserrat"/>
                <a:cs typeface="Montserrat"/>
                <a:sym typeface="Montserrat"/>
              </a:defRPr>
            </a:lvl4pPr>
            <a:lvl5pPr lvl="4" algn="r" rtl="0">
              <a:buNone/>
              <a:defRPr sz="900">
                <a:solidFill>
                  <a:srgbClr val="999999"/>
                </a:solidFill>
                <a:latin typeface="Montserrat"/>
                <a:ea typeface="Montserrat"/>
                <a:cs typeface="Montserrat"/>
                <a:sym typeface="Montserrat"/>
              </a:defRPr>
            </a:lvl5pPr>
            <a:lvl6pPr lvl="5" algn="r" rtl="0">
              <a:buNone/>
              <a:defRPr sz="900">
                <a:solidFill>
                  <a:srgbClr val="999999"/>
                </a:solidFill>
                <a:latin typeface="Montserrat"/>
                <a:ea typeface="Montserrat"/>
                <a:cs typeface="Montserrat"/>
                <a:sym typeface="Montserrat"/>
              </a:defRPr>
            </a:lvl6pPr>
            <a:lvl7pPr lvl="6" algn="r" rtl="0">
              <a:buNone/>
              <a:defRPr sz="900">
                <a:solidFill>
                  <a:srgbClr val="999999"/>
                </a:solidFill>
                <a:latin typeface="Montserrat"/>
                <a:ea typeface="Montserrat"/>
                <a:cs typeface="Montserrat"/>
                <a:sym typeface="Montserrat"/>
              </a:defRPr>
            </a:lvl7pPr>
            <a:lvl8pPr lvl="7" algn="r" rtl="0">
              <a:buNone/>
              <a:defRPr sz="900">
                <a:solidFill>
                  <a:srgbClr val="999999"/>
                </a:solidFill>
                <a:latin typeface="Montserrat"/>
                <a:ea typeface="Montserrat"/>
                <a:cs typeface="Montserrat"/>
                <a:sym typeface="Montserrat"/>
              </a:defRPr>
            </a:lvl8pPr>
            <a:lvl9pPr lvl="8" algn="r" rtl="0">
              <a:buNone/>
              <a:defRPr sz="900">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pic>
        <p:nvPicPr>
          <p:cNvPr id="161" name="Google Shape;161;p38"/>
          <p:cNvPicPr preferRelativeResize="0"/>
          <p:nvPr/>
        </p:nvPicPr>
        <p:blipFill rotWithShape="1">
          <a:blip r:embed="rId2">
            <a:alphaModFix/>
          </a:blip>
          <a:srcRect t="29" b="19"/>
          <a:stretch/>
        </p:blipFill>
        <p:spPr>
          <a:xfrm>
            <a:off x="343800" y="4691100"/>
            <a:ext cx="356531" cy="136498"/>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matchingName="meia página">
  <p:cSld name="TITLE_AND_BODY_8_5">
    <p:spTree>
      <p:nvGrpSpPr>
        <p:cNvPr id="1" name="Shape 162"/>
        <p:cNvGrpSpPr/>
        <p:nvPr/>
      </p:nvGrpSpPr>
      <p:grpSpPr>
        <a:xfrm>
          <a:off x="0" y="0"/>
          <a:ext cx="0" cy="0"/>
          <a:chOff x="0" y="0"/>
          <a:chExt cx="0" cy="0"/>
        </a:xfrm>
      </p:grpSpPr>
      <p:sp>
        <p:nvSpPr>
          <p:cNvPr id="163" name="Google Shape;163;p39"/>
          <p:cNvSpPr/>
          <p:nvPr/>
        </p:nvSpPr>
        <p:spPr>
          <a:xfrm>
            <a:off x="0" y="0"/>
            <a:ext cx="4572000" cy="5143500"/>
          </a:xfrm>
          <a:prstGeom prst="rect">
            <a:avLst/>
          </a:prstGeom>
          <a:solidFill>
            <a:srgbClr val="F3F3F3"/>
          </a:solidFill>
          <a:ln>
            <a:noFill/>
          </a:ln>
        </p:spPr>
        <p:txBody>
          <a:bodyPr spcFirstLastPara="1" wrap="square" lIns="26775" tIns="26775" rIns="26775" bIns="26775" anchor="t" anchorCtr="0">
            <a:noAutofit/>
          </a:bodyPr>
          <a:lstStyle/>
          <a:p>
            <a:pPr marL="0" marR="0" lvl="0" indent="0" algn="ctr" rtl="0">
              <a:lnSpc>
                <a:spcPct val="100000"/>
              </a:lnSpc>
              <a:spcBef>
                <a:spcPts val="0"/>
              </a:spcBef>
              <a:spcAft>
                <a:spcPts val="0"/>
              </a:spcAft>
              <a:buClr>
                <a:srgbClr val="FFFFFF"/>
              </a:buClr>
              <a:buSzPts val="1100"/>
              <a:buFont typeface="Helvetica Neue"/>
              <a:buNone/>
            </a:pPr>
            <a:endParaRPr sz="1100" b="0" i="0" u="none" strike="noStrike" cap="none">
              <a:solidFill>
                <a:srgbClr val="FFFFFF"/>
              </a:solidFill>
              <a:latin typeface="Helvetica Neue"/>
              <a:ea typeface="Helvetica Neue"/>
              <a:cs typeface="Helvetica Neue"/>
              <a:sym typeface="Helvetica Neue"/>
            </a:endParaRPr>
          </a:p>
        </p:txBody>
      </p:sp>
      <p:sp>
        <p:nvSpPr>
          <p:cNvPr id="164" name="Google Shape;164;p39"/>
          <p:cNvSpPr txBox="1">
            <a:spLocks noGrp="1"/>
          </p:cNvSpPr>
          <p:nvPr>
            <p:ph type="sldNum" idx="12"/>
          </p:nvPr>
        </p:nvSpPr>
        <p:spPr>
          <a:xfrm>
            <a:off x="8289309" y="4579638"/>
            <a:ext cx="548700" cy="393600"/>
          </a:xfrm>
          <a:prstGeom prst="rect">
            <a:avLst/>
          </a:prstGeom>
        </p:spPr>
        <p:txBody>
          <a:bodyPr spcFirstLastPara="1" wrap="square" lIns="91425" tIns="91425" rIns="91425" bIns="91425" anchor="ctr" anchorCtr="0">
            <a:noAutofit/>
          </a:bodyPr>
          <a:lstStyle>
            <a:lvl1pPr lvl="0" algn="r" rtl="0">
              <a:buNone/>
              <a:defRPr sz="900">
                <a:solidFill>
                  <a:srgbClr val="999999"/>
                </a:solidFill>
                <a:latin typeface="Montserrat"/>
                <a:ea typeface="Montserrat"/>
                <a:cs typeface="Montserrat"/>
                <a:sym typeface="Montserrat"/>
              </a:defRPr>
            </a:lvl1pPr>
            <a:lvl2pPr lvl="1" algn="r" rtl="0">
              <a:buNone/>
              <a:defRPr sz="900">
                <a:solidFill>
                  <a:srgbClr val="999999"/>
                </a:solidFill>
                <a:latin typeface="Montserrat"/>
                <a:ea typeface="Montserrat"/>
                <a:cs typeface="Montserrat"/>
                <a:sym typeface="Montserrat"/>
              </a:defRPr>
            </a:lvl2pPr>
            <a:lvl3pPr lvl="2" algn="r" rtl="0">
              <a:buNone/>
              <a:defRPr sz="900">
                <a:solidFill>
                  <a:srgbClr val="999999"/>
                </a:solidFill>
                <a:latin typeface="Montserrat"/>
                <a:ea typeface="Montserrat"/>
                <a:cs typeface="Montserrat"/>
                <a:sym typeface="Montserrat"/>
              </a:defRPr>
            </a:lvl3pPr>
            <a:lvl4pPr lvl="3" algn="r" rtl="0">
              <a:buNone/>
              <a:defRPr sz="900">
                <a:solidFill>
                  <a:srgbClr val="999999"/>
                </a:solidFill>
                <a:latin typeface="Montserrat"/>
                <a:ea typeface="Montserrat"/>
                <a:cs typeface="Montserrat"/>
                <a:sym typeface="Montserrat"/>
              </a:defRPr>
            </a:lvl4pPr>
            <a:lvl5pPr lvl="4" algn="r" rtl="0">
              <a:buNone/>
              <a:defRPr sz="900">
                <a:solidFill>
                  <a:srgbClr val="999999"/>
                </a:solidFill>
                <a:latin typeface="Montserrat"/>
                <a:ea typeface="Montserrat"/>
                <a:cs typeface="Montserrat"/>
                <a:sym typeface="Montserrat"/>
              </a:defRPr>
            </a:lvl5pPr>
            <a:lvl6pPr lvl="5" algn="r" rtl="0">
              <a:buNone/>
              <a:defRPr sz="900">
                <a:solidFill>
                  <a:srgbClr val="999999"/>
                </a:solidFill>
                <a:latin typeface="Montserrat"/>
                <a:ea typeface="Montserrat"/>
                <a:cs typeface="Montserrat"/>
                <a:sym typeface="Montserrat"/>
              </a:defRPr>
            </a:lvl6pPr>
            <a:lvl7pPr lvl="6" algn="r" rtl="0">
              <a:buNone/>
              <a:defRPr sz="900">
                <a:solidFill>
                  <a:srgbClr val="999999"/>
                </a:solidFill>
                <a:latin typeface="Montserrat"/>
                <a:ea typeface="Montserrat"/>
                <a:cs typeface="Montserrat"/>
                <a:sym typeface="Montserrat"/>
              </a:defRPr>
            </a:lvl7pPr>
            <a:lvl8pPr lvl="7" algn="r" rtl="0">
              <a:buNone/>
              <a:defRPr sz="900">
                <a:solidFill>
                  <a:srgbClr val="999999"/>
                </a:solidFill>
                <a:latin typeface="Montserrat"/>
                <a:ea typeface="Montserrat"/>
                <a:cs typeface="Montserrat"/>
                <a:sym typeface="Montserrat"/>
              </a:defRPr>
            </a:lvl8pPr>
            <a:lvl9pPr lvl="8" algn="r" rtl="0">
              <a:buNone/>
              <a:defRPr sz="900">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pic>
        <p:nvPicPr>
          <p:cNvPr id="165" name="Google Shape;165;p39"/>
          <p:cNvPicPr preferRelativeResize="0"/>
          <p:nvPr/>
        </p:nvPicPr>
        <p:blipFill rotWithShape="1">
          <a:blip r:embed="rId2">
            <a:alphaModFix/>
          </a:blip>
          <a:srcRect t="29" b="19"/>
          <a:stretch/>
        </p:blipFill>
        <p:spPr>
          <a:xfrm>
            <a:off x="343800" y="4691100"/>
            <a:ext cx="356531" cy="136498"/>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matchingName=" terço lateral">
  <p:cSld name="TITLE_AND_BODY_5_1">
    <p:spTree>
      <p:nvGrpSpPr>
        <p:cNvPr id="1" name="Shape 166"/>
        <p:cNvGrpSpPr/>
        <p:nvPr/>
      </p:nvGrpSpPr>
      <p:grpSpPr>
        <a:xfrm>
          <a:off x="0" y="0"/>
          <a:ext cx="0" cy="0"/>
          <a:chOff x="0" y="0"/>
          <a:chExt cx="0" cy="0"/>
        </a:xfrm>
      </p:grpSpPr>
      <p:sp>
        <p:nvSpPr>
          <p:cNvPr id="167" name="Google Shape;167;p40"/>
          <p:cNvSpPr txBox="1"/>
          <p:nvPr/>
        </p:nvSpPr>
        <p:spPr>
          <a:xfrm>
            <a:off x="155325" y="1379575"/>
            <a:ext cx="3578100" cy="41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40"/>
          <p:cNvSpPr/>
          <p:nvPr/>
        </p:nvSpPr>
        <p:spPr>
          <a:xfrm>
            <a:off x="0" y="0"/>
            <a:ext cx="30696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40"/>
          <p:cNvSpPr txBox="1">
            <a:spLocks noGrp="1"/>
          </p:cNvSpPr>
          <p:nvPr>
            <p:ph type="sldNum" idx="12"/>
          </p:nvPr>
        </p:nvSpPr>
        <p:spPr>
          <a:xfrm>
            <a:off x="8289309" y="4579638"/>
            <a:ext cx="548700" cy="393600"/>
          </a:xfrm>
          <a:prstGeom prst="rect">
            <a:avLst/>
          </a:prstGeom>
        </p:spPr>
        <p:txBody>
          <a:bodyPr spcFirstLastPara="1" wrap="square" lIns="91425" tIns="91425" rIns="91425" bIns="91425" anchor="ctr" anchorCtr="0">
            <a:noAutofit/>
          </a:bodyPr>
          <a:lstStyle>
            <a:lvl1pPr lvl="0" algn="r" rtl="0">
              <a:buNone/>
              <a:defRPr sz="900">
                <a:solidFill>
                  <a:srgbClr val="999999"/>
                </a:solidFill>
                <a:latin typeface="Montserrat"/>
                <a:ea typeface="Montserrat"/>
                <a:cs typeface="Montserrat"/>
                <a:sym typeface="Montserrat"/>
              </a:defRPr>
            </a:lvl1pPr>
            <a:lvl2pPr lvl="1" algn="r" rtl="0">
              <a:buNone/>
              <a:defRPr sz="900">
                <a:solidFill>
                  <a:srgbClr val="999999"/>
                </a:solidFill>
                <a:latin typeface="Montserrat"/>
                <a:ea typeface="Montserrat"/>
                <a:cs typeface="Montserrat"/>
                <a:sym typeface="Montserrat"/>
              </a:defRPr>
            </a:lvl2pPr>
            <a:lvl3pPr lvl="2" algn="r" rtl="0">
              <a:buNone/>
              <a:defRPr sz="900">
                <a:solidFill>
                  <a:srgbClr val="999999"/>
                </a:solidFill>
                <a:latin typeface="Montserrat"/>
                <a:ea typeface="Montserrat"/>
                <a:cs typeface="Montserrat"/>
                <a:sym typeface="Montserrat"/>
              </a:defRPr>
            </a:lvl3pPr>
            <a:lvl4pPr lvl="3" algn="r" rtl="0">
              <a:buNone/>
              <a:defRPr sz="900">
                <a:solidFill>
                  <a:srgbClr val="999999"/>
                </a:solidFill>
                <a:latin typeface="Montserrat"/>
                <a:ea typeface="Montserrat"/>
                <a:cs typeface="Montserrat"/>
                <a:sym typeface="Montserrat"/>
              </a:defRPr>
            </a:lvl4pPr>
            <a:lvl5pPr lvl="4" algn="r" rtl="0">
              <a:buNone/>
              <a:defRPr sz="900">
                <a:solidFill>
                  <a:srgbClr val="999999"/>
                </a:solidFill>
                <a:latin typeface="Montserrat"/>
                <a:ea typeface="Montserrat"/>
                <a:cs typeface="Montserrat"/>
                <a:sym typeface="Montserrat"/>
              </a:defRPr>
            </a:lvl5pPr>
            <a:lvl6pPr lvl="5" algn="r" rtl="0">
              <a:buNone/>
              <a:defRPr sz="900">
                <a:solidFill>
                  <a:srgbClr val="999999"/>
                </a:solidFill>
                <a:latin typeface="Montserrat"/>
                <a:ea typeface="Montserrat"/>
                <a:cs typeface="Montserrat"/>
                <a:sym typeface="Montserrat"/>
              </a:defRPr>
            </a:lvl6pPr>
            <a:lvl7pPr lvl="6" algn="r" rtl="0">
              <a:buNone/>
              <a:defRPr sz="900">
                <a:solidFill>
                  <a:srgbClr val="999999"/>
                </a:solidFill>
                <a:latin typeface="Montserrat"/>
                <a:ea typeface="Montserrat"/>
                <a:cs typeface="Montserrat"/>
                <a:sym typeface="Montserrat"/>
              </a:defRPr>
            </a:lvl7pPr>
            <a:lvl8pPr lvl="7" algn="r" rtl="0">
              <a:buNone/>
              <a:defRPr sz="900">
                <a:solidFill>
                  <a:srgbClr val="999999"/>
                </a:solidFill>
                <a:latin typeface="Montserrat"/>
                <a:ea typeface="Montserrat"/>
                <a:cs typeface="Montserrat"/>
                <a:sym typeface="Montserrat"/>
              </a:defRPr>
            </a:lvl8pPr>
            <a:lvl9pPr lvl="8" algn="r" rtl="0">
              <a:buNone/>
              <a:defRPr sz="900">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pic>
        <p:nvPicPr>
          <p:cNvPr id="170" name="Google Shape;170;p40"/>
          <p:cNvPicPr preferRelativeResize="0"/>
          <p:nvPr/>
        </p:nvPicPr>
        <p:blipFill rotWithShape="1">
          <a:blip r:embed="rId2">
            <a:alphaModFix/>
          </a:blip>
          <a:srcRect t="29" b="19"/>
          <a:stretch/>
        </p:blipFill>
        <p:spPr>
          <a:xfrm>
            <a:off x="343800" y="4691100"/>
            <a:ext cx="356531" cy="136498"/>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matchingName="Slide Título 1">
  <p:cSld name="TITLE_AND_BODY_1_3_1">
    <p:spTree>
      <p:nvGrpSpPr>
        <p:cNvPr id="1" name="Shape 171"/>
        <p:cNvGrpSpPr/>
        <p:nvPr/>
      </p:nvGrpSpPr>
      <p:grpSpPr>
        <a:xfrm>
          <a:off x="0" y="0"/>
          <a:ext cx="0" cy="0"/>
          <a:chOff x="0" y="0"/>
          <a:chExt cx="0" cy="0"/>
        </a:xfrm>
      </p:grpSpPr>
      <p:sp>
        <p:nvSpPr>
          <p:cNvPr id="172" name="Google Shape;172;p41"/>
          <p:cNvSpPr txBox="1">
            <a:spLocks noGrp="1"/>
          </p:cNvSpPr>
          <p:nvPr>
            <p:ph type="sldNum" idx="12"/>
          </p:nvPr>
        </p:nvSpPr>
        <p:spPr>
          <a:xfrm>
            <a:off x="8289309" y="4579638"/>
            <a:ext cx="548700" cy="393600"/>
          </a:xfrm>
          <a:prstGeom prst="rect">
            <a:avLst/>
          </a:prstGeom>
        </p:spPr>
        <p:txBody>
          <a:bodyPr spcFirstLastPara="1" wrap="square" lIns="91425" tIns="91425" rIns="91425" bIns="91425" anchor="ctr" anchorCtr="0">
            <a:noAutofit/>
          </a:bodyPr>
          <a:lstStyle>
            <a:lvl1pPr lvl="0" algn="r" rtl="0">
              <a:buNone/>
              <a:defRPr sz="900">
                <a:solidFill>
                  <a:srgbClr val="999999"/>
                </a:solidFill>
                <a:latin typeface="Montserrat"/>
                <a:ea typeface="Montserrat"/>
                <a:cs typeface="Montserrat"/>
                <a:sym typeface="Montserrat"/>
              </a:defRPr>
            </a:lvl1pPr>
            <a:lvl2pPr lvl="1" algn="r" rtl="0">
              <a:buNone/>
              <a:defRPr sz="900">
                <a:solidFill>
                  <a:srgbClr val="999999"/>
                </a:solidFill>
                <a:latin typeface="Montserrat"/>
                <a:ea typeface="Montserrat"/>
                <a:cs typeface="Montserrat"/>
                <a:sym typeface="Montserrat"/>
              </a:defRPr>
            </a:lvl2pPr>
            <a:lvl3pPr lvl="2" algn="r" rtl="0">
              <a:buNone/>
              <a:defRPr sz="900">
                <a:solidFill>
                  <a:srgbClr val="999999"/>
                </a:solidFill>
                <a:latin typeface="Montserrat"/>
                <a:ea typeface="Montserrat"/>
                <a:cs typeface="Montserrat"/>
                <a:sym typeface="Montserrat"/>
              </a:defRPr>
            </a:lvl3pPr>
            <a:lvl4pPr lvl="3" algn="r" rtl="0">
              <a:buNone/>
              <a:defRPr sz="900">
                <a:solidFill>
                  <a:srgbClr val="999999"/>
                </a:solidFill>
                <a:latin typeface="Montserrat"/>
                <a:ea typeface="Montserrat"/>
                <a:cs typeface="Montserrat"/>
                <a:sym typeface="Montserrat"/>
              </a:defRPr>
            </a:lvl4pPr>
            <a:lvl5pPr lvl="4" algn="r" rtl="0">
              <a:buNone/>
              <a:defRPr sz="900">
                <a:solidFill>
                  <a:srgbClr val="999999"/>
                </a:solidFill>
                <a:latin typeface="Montserrat"/>
                <a:ea typeface="Montserrat"/>
                <a:cs typeface="Montserrat"/>
                <a:sym typeface="Montserrat"/>
              </a:defRPr>
            </a:lvl5pPr>
            <a:lvl6pPr lvl="5" algn="r" rtl="0">
              <a:buNone/>
              <a:defRPr sz="900">
                <a:solidFill>
                  <a:srgbClr val="999999"/>
                </a:solidFill>
                <a:latin typeface="Montserrat"/>
                <a:ea typeface="Montserrat"/>
                <a:cs typeface="Montserrat"/>
                <a:sym typeface="Montserrat"/>
              </a:defRPr>
            </a:lvl6pPr>
            <a:lvl7pPr lvl="6" algn="r" rtl="0">
              <a:buNone/>
              <a:defRPr sz="900">
                <a:solidFill>
                  <a:srgbClr val="999999"/>
                </a:solidFill>
                <a:latin typeface="Montserrat"/>
                <a:ea typeface="Montserrat"/>
                <a:cs typeface="Montserrat"/>
                <a:sym typeface="Montserrat"/>
              </a:defRPr>
            </a:lvl7pPr>
            <a:lvl8pPr lvl="7" algn="r" rtl="0">
              <a:buNone/>
              <a:defRPr sz="900">
                <a:solidFill>
                  <a:srgbClr val="999999"/>
                </a:solidFill>
                <a:latin typeface="Montserrat"/>
                <a:ea typeface="Montserrat"/>
                <a:cs typeface="Montserrat"/>
                <a:sym typeface="Montserrat"/>
              </a:defRPr>
            </a:lvl8pPr>
            <a:lvl9pPr lvl="8" algn="r" rtl="0">
              <a:buNone/>
              <a:defRPr sz="900">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sp>
        <p:nvSpPr>
          <p:cNvPr id="173" name="Google Shape;173;p41"/>
          <p:cNvSpPr/>
          <p:nvPr/>
        </p:nvSpPr>
        <p:spPr>
          <a:xfrm>
            <a:off x="-8750" y="-25"/>
            <a:ext cx="70500" cy="51435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4" name="Google Shape;174;p41"/>
          <p:cNvPicPr preferRelativeResize="0"/>
          <p:nvPr/>
        </p:nvPicPr>
        <p:blipFill rotWithShape="1">
          <a:blip r:embed="rId2">
            <a:alphaModFix/>
          </a:blip>
          <a:srcRect t="29" b="19"/>
          <a:stretch/>
        </p:blipFill>
        <p:spPr>
          <a:xfrm>
            <a:off x="343800" y="4691100"/>
            <a:ext cx="356531" cy="136498"/>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LINKS_STARNDARD">
  <p:cSld name="TITLE_AND_BODY_11">
    <p:spTree>
      <p:nvGrpSpPr>
        <p:cNvPr id="1" name="Shape 175"/>
        <p:cNvGrpSpPr/>
        <p:nvPr/>
      </p:nvGrpSpPr>
      <p:grpSpPr>
        <a:xfrm>
          <a:off x="0" y="0"/>
          <a:ext cx="0" cy="0"/>
          <a:chOff x="0" y="0"/>
          <a:chExt cx="0" cy="0"/>
        </a:xfrm>
      </p:grpSpPr>
      <p:sp>
        <p:nvSpPr>
          <p:cNvPr id="176" name="Google Shape;176;p42"/>
          <p:cNvSpPr txBox="1">
            <a:spLocks noGrp="1"/>
          </p:cNvSpPr>
          <p:nvPr>
            <p:ph type="title"/>
          </p:nvPr>
        </p:nvSpPr>
        <p:spPr>
          <a:xfrm>
            <a:off x="530831" y="379144"/>
            <a:ext cx="8082300" cy="270000"/>
          </a:xfrm>
          <a:prstGeom prst="rect">
            <a:avLst/>
          </a:prstGeom>
          <a:noFill/>
          <a:ln>
            <a:noFill/>
          </a:ln>
        </p:spPr>
        <p:txBody>
          <a:bodyPr spcFirstLastPara="1" wrap="square" lIns="54000" tIns="54000" rIns="54000" bIns="54000" anchor="t" anchorCtr="0">
            <a:noAutofit/>
          </a:bodyPr>
          <a:lstStyle>
            <a:lvl1pPr lvl="0" rtl="0">
              <a:spcBef>
                <a:spcPts val="0"/>
              </a:spcBef>
              <a:spcAft>
                <a:spcPts val="0"/>
              </a:spcAft>
              <a:buSzPts val="1100"/>
              <a:buFont typeface="Roboto Medium"/>
              <a:buChar char="●"/>
              <a:defRPr sz="1100">
                <a:latin typeface="Roboto Medium"/>
                <a:ea typeface="Roboto Medium"/>
                <a:cs typeface="Roboto Medium"/>
                <a:sym typeface="Roboto Medium"/>
              </a:defRPr>
            </a:lvl1pPr>
            <a:lvl2pPr lvl="1" rtl="0">
              <a:spcBef>
                <a:spcPts val="0"/>
              </a:spcBef>
              <a:spcAft>
                <a:spcPts val="0"/>
              </a:spcAft>
              <a:buSzPts val="1100"/>
              <a:buFont typeface="Roboto Medium"/>
              <a:buChar char="○"/>
              <a:defRPr sz="1100">
                <a:latin typeface="Roboto Medium"/>
                <a:ea typeface="Roboto Medium"/>
                <a:cs typeface="Roboto Medium"/>
                <a:sym typeface="Roboto Medium"/>
              </a:defRPr>
            </a:lvl2pPr>
            <a:lvl3pPr lvl="2" rtl="0">
              <a:spcBef>
                <a:spcPts val="0"/>
              </a:spcBef>
              <a:spcAft>
                <a:spcPts val="0"/>
              </a:spcAft>
              <a:buSzPts val="1100"/>
              <a:buFont typeface="Roboto Medium"/>
              <a:buChar char="■"/>
              <a:defRPr sz="1100">
                <a:latin typeface="Roboto Medium"/>
                <a:ea typeface="Roboto Medium"/>
                <a:cs typeface="Roboto Medium"/>
                <a:sym typeface="Roboto Medium"/>
              </a:defRPr>
            </a:lvl3pPr>
            <a:lvl4pPr lvl="3" rtl="0">
              <a:spcBef>
                <a:spcPts val="0"/>
              </a:spcBef>
              <a:spcAft>
                <a:spcPts val="0"/>
              </a:spcAft>
              <a:buSzPts val="1100"/>
              <a:buFont typeface="Roboto Medium"/>
              <a:buChar char="●"/>
              <a:defRPr sz="1100">
                <a:latin typeface="Roboto Medium"/>
                <a:ea typeface="Roboto Medium"/>
                <a:cs typeface="Roboto Medium"/>
                <a:sym typeface="Roboto Medium"/>
              </a:defRPr>
            </a:lvl4pPr>
            <a:lvl5pPr lvl="4" rtl="0">
              <a:spcBef>
                <a:spcPts val="0"/>
              </a:spcBef>
              <a:spcAft>
                <a:spcPts val="0"/>
              </a:spcAft>
              <a:buSzPts val="1100"/>
              <a:buFont typeface="Roboto Medium"/>
              <a:buChar char="○"/>
              <a:defRPr sz="1100">
                <a:latin typeface="Roboto Medium"/>
                <a:ea typeface="Roboto Medium"/>
                <a:cs typeface="Roboto Medium"/>
                <a:sym typeface="Roboto Medium"/>
              </a:defRPr>
            </a:lvl5pPr>
            <a:lvl6pPr lvl="5" rtl="0">
              <a:spcBef>
                <a:spcPts val="0"/>
              </a:spcBef>
              <a:spcAft>
                <a:spcPts val="0"/>
              </a:spcAft>
              <a:buSzPts val="1100"/>
              <a:buFont typeface="Roboto Medium"/>
              <a:buChar char="■"/>
              <a:defRPr sz="1100">
                <a:latin typeface="Roboto Medium"/>
                <a:ea typeface="Roboto Medium"/>
                <a:cs typeface="Roboto Medium"/>
                <a:sym typeface="Roboto Medium"/>
              </a:defRPr>
            </a:lvl6pPr>
            <a:lvl7pPr lvl="6" rtl="0">
              <a:spcBef>
                <a:spcPts val="0"/>
              </a:spcBef>
              <a:spcAft>
                <a:spcPts val="0"/>
              </a:spcAft>
              <a:buSzPts val="1100"/>
              <a:buFont typeface="Roboto Medium"/>
              <a:buChar char="●"/>
              <a:defRPr sz="1100">
                <a:latin typeface="Roboto Medium"/>
                <a:ea typeface="Roboto Medium"/>
                <a:cs typeface="Roboto Medium"/>
                <a:sym typeface="Roboto Medium"/>
              </a:defRPr>
            </a:lvl7pPr>
            <a:lvl8pPr lvl="7" rtl="0">
              <a:spcBef>
                <a:spcPts val="0"/>
              </a:spcBef>
              <a:spcAft>
                <a:spcPts val="0"/>
              </a:spcAft>
              <a:buSzPts val="1100"/>
              <a:buFont typeface="Roboto Medium"/>
              <a:buChar char="○"/>
              <a:defRPr sz="1100">
                <a:latin typeface="Roboto Medium"/>
                <a:ea typeface="Roboto Medium"/>
                <a:cs typeface="Roboto Medium"/>
                <a:sym typeface="Roboto Medium"/>
              </a:defRPr>
            </a:lvl8pPr>
            <a:lvl9pPr lvl="8" rtl="0">
              <a:spcBef>
                <a:spcPts val="0"/>
              </a:spcBef>
              <a:spcAft>
                <a:spcPts val="0"/>
              </a:spcAft>
              <a:buSzPts val="1100"/>
              <a:buFont typeface="Roboto Medium"/>
              <a:buChar char="■"/>
              <a:defRPr sz="1100">
                <a:latin typeface="Roboto Medium"/>
                <a:ea typeface="Roboto Medium"/>
                <a:cs typeface="Roboto Medium"/>
                <a:sym typeface="Roboto Medium"/>
              </a:defRPr>
            </a:lvl9pPr>
          </a:lstStyle>
          <a:p>
            <a:endParaRPr/>
          </a:p>
        </p:txBody>
      </p:sp>
      <p:grpSp>
        <p:nvGrpSpPr>
          <p:cNvPr id="177" name="Google Shape;177;p42"/>
          <p:cNvGrpSpPr/>
          <p:nvPr/>
        </p:nvGrpSpPr>
        <p:grpSpPr>
          <a:xfrm>
            <a:off x="530824" y="322057"/>
            <a:ext cx="522120" cy="34370"/>
            <a:chOff x="4580561" y="2589004"/>
            <a:chExt cx="1064464" cy="25200"/>
          </a:xfrm>
        </p:grpSpPr>
        <p:sp>
          <p:nvSpPr>
            <p:cNvPr id="178" name="Google Shape;178;p42"/>
            <p:cNvSpPr/>
            <p:nvPr/>
          </p:nvSpPr>
          <p:spPr>
            <a:xfrm rot="-5400000">
              <a:off x="5366325" y="2335504"/>
              <a:ext cx="25200" cy="532200"/>
            </a:xfrm>
            <a:prstGeom prst="rect">
              <a:avLst/>
            </a:prstGeom>
            <a:solidFill>
              <a:srgbClr val="FFCD34"/>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79" name="Google Shape;179;p42"/>
            <p:cNvSpPr/>
            <p:nvPr/>
          </p:nvSpPr>
          <p:spPr>
            <a:xfrm rot="-5400000">
              <a:off x="4836311" y="2333254"/>
              <a:ext cx="25200" cy="536700"/>
            </a:xfrm>
            <a:prstGeom prst="rect">
              <a:avLst/>
            </a:prstGeom>
            <a:solidFill>
              <a:srgbClr val="008598"/>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pic>
        <p:nvPicPr>
          <p:cNvPr id="180" name="Google Shape;180;p42"/>
          <p:cNvPicPr preferRelativeResize="0"/>
          <p:nvPr/>
        </p:nvPicPr>
        <p:blipFill>
          <a:blip r:embed="rId2">
            <a:alphaModFix/>
          </a:blip>
          <a:stretch>
            <a:fillRect/>
          </a:stretch>
        </p:blipFill>
        <p:spPr>
          <a:xfrm>
            <a:off x="8386050" y="4770412"/>
            <a:ext cx="466314" cy="178631"/>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81"/>
        <p:cNvGrpSpPr/>
        <p:nvPr/>
      </p:nvGrpSpPr>
      <p:grpSpPr>
        <a:xfrm>
          <a:off x="0" y="0"/>
          <a:ext cx="0" cy="0"/>
          <a:chOff x="0" y="0"/>
          <a:chExt cx="0" cy="0"/>
        </a:xfrm>
      </p:grpSpPr>
      <p:sp>
        <p:nvSpPr>
          <p:cNvPr id="182" name="Google Shape;182;p43"/>
          <p:cNvSpPr txBox="1">
            <a:spLocks noGrp="1"/>
          </p:cNvSpPr>
          <p:nvPr>
            <p:ph type="ftr" idx="11"/>
          </p:nvPr>
        </p:nvSpPr>
        <p:spPr>
          <a:xfrm>
            <a:off x="7688495" y="4877906"/>
            <a:ext cx="883200" cy="114900"/>
          </a:xfrm>
          <a:prstGeom prst="rect">
            <a:avLst/>
          </a:prstGeom>
          <a:noFill/>
          <a:ln>
            <a:noFill/>
          </a:ln>
        </p:spPr>
        <p:txBody>
          <a:bodyPr spcFirstLastPara="1" wrap="square" lIns="0" tIns="0" rIns="0" bIns="0" anchor="t" anchorCtr="0">
            <a:noAutofit/>
          </a:bodyPr>
          <a:lstStyle>
            <a:lvl1pPr lvl="0" algn="l" rtl="0">
              <a:spcBef>
                <a:spcPts val="0"/>
              </a:spcBef>
              <a:spcAft>
                <a:spcPts val="0"/>
              </a:spcAft>
              <a:buSzPts val="1400"/>
              <a:buNone/>
              <a:defRPr sz="600" b="0" i="0">
                <a:solidFill>
                  <a:srgbClr val="666666"/>
                </a:solidFill>
                <a:latin typeface="Roboto"/>
                <a:ea typeface="Roboto"/>
                <a:cs typeface="Roboto"/>
                <a:sym typeface="Roboto"/>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3" name="Google Shape;183;p43"/>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no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4" name="Google Shape;184;p43"/>
          <p:cNvSpPr txBox="1">
            <a:spLocks noGrp="1"/>
          </p:cNvSpPr>
          <p:nvPr>
            <p:ph type="sldNum" idx="12"/>
          </p:nvPr>
        </p:nvSpPr>
        <p:spPr>
          <a:xfrm>
            <a:off x="6583680" y="4783455"/>
            <a:ext cx="2103000" cy="257100"/>
          </a:xfrm>
          <a:prstGeom prst="rect">
            <a:avLst/>
          </a:prstGeom>
          <a:noFill/>
          <a:ln>
            <a:noFill/>
          </a:ln>
        </p:spPr>
        <p:txBody>
          <a:bodyPr spcFirstLastPara="1" wrap="square" lIns="0" tIns="0" rIns="0" bIns="0" anchor="t"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‹nº›</a:t>
            </a:fld>
            <a:endParaRPr>
              <a:solidFill>
                <a:srgbClr val="999999"/>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85"/>
        <p:cNvGrpSpPr/>
        <p:nvPr/>
      </p:nvGrpSpPr>
      <p:grpSpPr>
        <a:xfrm>
          <a:off x="0" y="0"/>
          <a:ext cx="0" cy="0"/>
          <a:chOff x="0" y="0"/>
          <a:chExt cx="0" cy="0"/>
        </a:xfrm>
      </p:grpSpPr>
      <p:sp>
        <p:nvSpPr>
          <p:cNvPr id="186" name="Google Shape;186;p44"/>
          <p:cNvSpPr txBox="1">
            <a:spLocks noGrp="1"/>
          </p:cNvSpPr>
          <p:nvPr>
            <p:ph type="title"/>
          </p:nvPr>
        </p:nvSpPr>
        <p:spPr>
          <a:xfrm>
            <a:off x="1009079" y="2310626"/>
            <a:ext cx="7125900" cy="375900"/>
          </a:xfrm>
          <a:prstGeom prst="rect">
            <a:avLst/>
          </a:prstGeom>
          <a:noFill/>
          <a:ln>
            <a:noFill/>
          </a:ln>
        </p:spPr>
        <p:txBody>
          <a:bodyPr spcFirstLastPara="1" wrap="square" lIns="0" tIns="0" rIns="0" bIns="0" anchor="t" anchorCtr="0">
            <a:noAutofit/>
          </a:bodyPr>
          <a:lstStyle>
            <a:lvl1pPr lvl="0" algn="l" rtl="0">
              <a:spcBef>
                <a:spcPts val="0"/>
              </a:spcBef>
              <a:spcAft>
                <a:spcPts val="0"/>
              </a:spcAft>
              <a:buSzPts val="1400"/>
              <a:buNone/>
              <a:defRPr sz="2300" b="0" i="0">
                <a:solidFill>
                  <a:srgbClr val="F2F2F2"/>
                </a:solidFill>
                <a:latin typeface="Arial"/>
                <a:ea typeface="Arial"/>
                <a:cs typeface="Arial"/>
                <a:sym typeface="Aria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7" name="Google Shape;187;p44"/>
          <p:cNvSpPr txBox="1">
            <a:spLocks noGrp="1"/>
          </p:cNvSpPr>
          <p:nvPr>
            <p:ph type="body" idx="1"/>
          </p:nvPr>
        </p:nvSpPr>
        <p:spPr>
          <a:xfrm>
            <a:off x="348249" y="1961907"/>
            <a:ext cx="8447400" cy="13932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400"/>
              <a:buNone/>
              <a:defRPr b="0" i="0">
                <a:solidFill>
                  <a:schemeClr val="dk1"/>
                </a:solidFill>
              </a:defRPr>
            </a:lvl1pPr>
            <a:lvl2pPr marL="914400" lvl="1" indent="-228600" algn="l" rtl="0">
              <a:spcBef>
                <a:spcPts val="0"/>
              </a:spcBef>
              <a:spcAft>
                <a:spcPts val="0"/>
              </a:spcAft>
              <a:buSzPts val="1400"/>
              <a:buNone/>
              <a:defRPr/>
            </a:lvl2pPr>
            <a:lvl3pPr marL="1371600" lvl="2" indent="-228600" algn="l" rtl="0">
              <a:spcBef>
                <a:spcPts val="0"/>
              </a:spcBef>
              <a:spcAft>
                <a:spcPts val="0"/>
              </a:spcAft>
              <a:buSzPts val="1400"/>
              <a:buNone/>
              <a:defRPr/>
            </a:lvl3pPr>
            <a:lvl4pPr marL="1828800" lvl="3" indent="-228600" algn="l" rtl="0">
              <a:spcBef>
                <a:spcPts val="0"/>
              </a:spcBef>
              <a:spcAft>
                <a:spcPts val="0"/>
              </a:spcAft>
              <a:buSzPts val="1400"/>
              <a:buNone/>
              <a:defRPr/>
            </a:lvl4pPr>
            <a:lvl5pPr marL="2286000" lvl="4" indent="-228600" algn="l" rtl="0">
              <a:spcBef>
                <a:spcPts val="0"/>
              </a:spcBef>
              <a:spcAft>
                <a:spcPts val="0"/>
              </a:spcAft>
              <a:buSzPts val="1400"/>
              <a:buNone/>
              <a:defRPr/>
            </a:lvl5pPr>
            <a:lvl6pPr marL="2743200" lvl="5" indent="-228600" algn="l" rtl="0">
              <a:spcBef>
                <a:spcPts val="0"/>
              </a:spcBef>
              <a:spcAft>
                <a:spcPts val="0"/>
              </a:spcAft>
              <a:buSzPts val="1400"/>
              <a:buNone/>
              <a:defRPr/>
            </a:lvl6pPr>
            <a:lvl7pPr marL="3200400" lvl="6" indent="-228600" algn="l" rtl="0">
              <a:spcBef>
                <a:spcPts val="0"/>
              </a:spcBef>
              <a:spcAft>
                <a:spcPts val="0"/>
              </a:spcAft>
              <a:buSzPts val="1400"/>
              <a:buNone/>
              <a:defRPr/>
            </a:lvl7pPr>
            <a:lvl8pPr marL="3657600" lvl="7" indent="-228600" algn="l" rtl="0">
              <a:spcBef>
                <a:spcPts val="0"/>
              </a:spcBef>
              <a:spcAft>
                <a:spcPts val="0"/>
              </a:spcAft>
              <a:buSzPts val="1400"/>
              <a:buNone/>
              <a:defRPr/>
            </a:lvl8pPr>
            <a:lvl9pPr marL="4114800" lvl="8" indent="-228600" algn="l" rtl="0">
              <a:spcBef>
                <a:spcPts val="0"/>
              </a:spcBef>
              <a:spcAft>
                <a:spcPts val="0"/>
              </a:spcAft>
              <a:buSzPts val="1400"/>
              <a:buNone/>
              <a:defRPr/>
            </a:lvl9pPr>
          </a:lstStyle>
          <a:p>
            <a:endParaRPr/>
          </a:p>
        </p:txBody>
      </p:sp>
      <p:sp>
        <p:nvSpPr>
          <p:cNvPr id="188" name="Google Shape;188;p44"/>
          <p:cNvSpPr txBox="1">
            <a:spLocks noGrp="1"/>
          </p:cNvSpPr>
          <p:nvPr>
            <p:ph type="ftr" idx="11"/>
          </p:nvPr>
        </p:nvSpPr>
        <p:spPr>
          <a:xfrm>
            <a:off x="7688495" y="4877906"/>
            <a:ext cx="883200" cy="114900"/>
          </a:xfrm>
          <a:prstGeom prst="rect">
            <a:avLst/>
          </a:prstGeom>
          <a:noFill/>
          <a:ln>
            <a:noFill/>
          </a:ln>
        </p:spPr>
        <p:txBody>
          <a:bodyPr spcFirstLastPara="1" wrap="square" lIns="0" tIns="0" rIns="0" bIns="0" anchor="t" anchorCtr="0">
            <a:noAutofit/>
          </a:bodyPr>
          <a:lstStyle>
            <a:lvl1pPr lvl="0" algn="l" rtl="0">
              <a:spcBef>
                <a:spcPts val="0"/>
              </a:spcBef>
              <a:spcAft>
                <a:spcPts val="0"/>
              </a:spcAft>
              <a:buSzPts val="1400"/>
              <a:buNone/>
              <a:defRPr sz="600" b="0" i="0">
                <a:solidFill>
                  <a:srgbClr val="666666"/>
                </a:solidFill>
                <a:latin typeface="Roboto"/>
                <a:ea typeface="Roboto"/>
                <a:cs typeface="Roboto"/>
                <a:sym typeface="Roboto"/>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9" name="Google Shape;189;p44"/>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no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0" name="Google Shape;190;p44"/>
          <p:cNvSpPr txBox="1">
            <a:spLocks noGrp="1"/>
          </p:cNvSpPr>
          <p:nvPr>
            <p:ph type="sldNum" idx="12"/>
          </p:nvPr>
        </p:nvSpPr>
        <p:spPr>
          <a:xfrm>
            <a:off x="6583680" y="4783455"/>
            <a:ext cx="2103000" cy="257100"/>
          </a:xfrm>
          <a:prstGeom prst="rect">
            <a:avLst/>
          </a:prstGeom>
          <a:noFill/>
          <a:ln>
            <a:noFill/>
          </a:ln>
        </p:spPr>
        <p:txBody>
          <a:bodyPr spcFirstLastPara="1" wrap="square" lIns="0" tIns="0" rIns="0" bIns="0" anchor="t"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‹nº›</a:t>
            </a:fld>
            <a:endParaRPr>
              <a:solidFill>
                <a:srgbClr val="999999"/>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91"/>
        <p:cNvGrpSpPr/>
        <p:nvPr/>
      </p:nvGrpSpPr>
      <p:grpSpPr>
        <a:xfrm>
          <a:off x="0" y="0"/>
          <a:ext cx="0" cy="0"/>
          <a:chOff x="0" y="0"/>
          <a:chExt cx="0" cy="0"/>
        </a:xfrm>
      </p:grpSpPr>
      <p:sp>
        <p:nvSpPr>
          <p:cNvPr id="192" name="Google Shape;192;p45"/>
          <p:cNvSpPr txBox="1">
            <a:spLocks noGrp="1"/>
          </p:cNvSpPr>
          <p:nvPr>
            <p:ph type="title"/>
          </p:nvPr>
        </p:nvSpPr>
        <p:spPr>
          <a:xfrm>
            <a:off x="1009079" y="2310626"/>
            <a:ext cx="7125900" cy="375900"/>
          </a:xfrm>
          <a:prstGeom prst="rect">
            <a:avLst/>
          </a:prstGeom>
          <a:noFill/>
          <a:ln>
            <a:noFill/>
          </a:ln>
        </p:spPr>
        <p:txBody>
          <a:bodyPr spcFirstLastPara="1" wrap="square" lIns="0" tIns="0" rIns="0" bIns="0" anchor="t" anchorCtr="0">
            <a:noAutofit/>
          </a:bodyPr>
          <a:lstStyle>
            <a:lvl1pPr lvl="0" algn="l" rtl="0">
              <a:spcBef>
                <a:spcPts val="0"/>
              </a:spcBef>
              <a:spcAft>
                <a:spcPts val="0"/>
              </a:spcAft>
              <a:buSzPts val="1400"/>
              <a:buNone/>
              <a:defRPr sz="2300" b="0" i="0">
                <a:solidFill>
                  <a:srgbClr val="F2F2F2"/>
                </a:solidFill>
                <a:latin typeface="Arial"/>
                <a:ea typeface="Arial"/>
                <a:cs typeface="Arial"/>
                <a:sym typeface="Aria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3" name="Google Shape;193;p45"/>
          <p:cNvSpPr txBox="1">
            <a:spLocks noGrp="1"/>
          </p:cNvSpPr>
          <p:nvPr>
            <p:ph type="ftr" idx="11"/>
          </p:nvPr>
        </p:nvSpPr>
        <p:spPr>
          <a:xfrm>
            <a:off x="7688495" y="4877906"/>
            <a:ext cx="883200" cy="114900"/>
          </a:xfrm>
          <a:prstGeom prst="rect">
            <a:avLst/>
          </a:prstGeom>
          <a:noFill/>
          <a:ln>
            <a:noFill/>
          </a:ln>
        </p:spPr>
        <p:txBody>
          <a:bodyPr spcFirstLastPara="1" wrap="square" lIns="0" tIns="0" rIns="0" bIns="0" anchor="t" anchorCtr="0">
            <a:noAutofit/>
          </a:bodyPr>
          <a:lstStyle>
            <a:lvl1pPr lvl="0" algn="l" rtl="0">
              <a:spcBef>
                <a:spcPts val="0"/>
              </a:spcBef>
              <a:spcAft>
                <a:spcPts val="0"/>
              </a:spcAft>
              <a:buSzPts val="1400"/>
              <a:buNone/>
              <a:defRPr sz="600" b="0" i="0">
                <a:solidFill>
                  <a:srgbClr val="666666"/>
                </a:solidFill>
                <a:latin typeface="Roboto"/>
                <a:ea typeface="Roboto"/>
                <a:cs typeface="Roboto"/>
                <a:sym typeface="Roboto"/>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4" name="Google Shape;194;p45"/>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no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5" name="Google Shape;195;p45"/>
          <p:cNvSpPr txBox="1">
            <a:spLocks noGrp="1"/>
          </p:cNvSpPr>
          <p:nvPr>
            <p:ph type="sldNum" idx="12"/>
          </p:nvPr>
        </p:nvSpPr>
        <p:spPr>
          <a:xfrm>
            <a:off x="6583680" y="4783455"/>
            <a:ext cx="2103000" cy="257100"/>
          </a:xfrm>
          <a:prstGeom prst="rect">
            <a:avLst/>
          </a:prstGeom>
          <a:noFill/>
          <a:ln>
            <a:noFill/>
          </a:ln>
        </p:spPr>
        <p:txBody>
          <a:bodyPr spcFirstLastPara="1" wrap="square" lIns="0" tIns="0" rIns="0" bIns="0" anchor="t"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‹nº›</a:t>
            </a:fld>
            <a:endParaRPr>
              <a:solidFill>
                <a:srgbClr val="999999"/>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10" Type="http://schemas.openxmlformats.org/officeDocument/2006/relationships/slideLayout" Target="../slideLayouts/slideLayout34.xml"/><Relationship Id="rId19" Type="http://schemas.openxmlformats.org/officeDocument/2006/relationships/theme" Target="../theme/theme3.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8289309" y="4579638"/>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70" r:id="rId11"/>
    <p:sldLayoutId id="2147483671" r:id="rId12"/>
    <p:sldLayoutId id="2147483708"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EA4335"/>
          </p15:clr>
        </p15:guide>
        <p15:guide id="2" pos="2880">
          <p15:clr>
            <a:srgbClr val="EA4335"/>
          </p15:clr>
        </p15:guide>
        <p15:guide id="3" pos="486">
          <p15:clr>
            <a:srgbClr val="EA4335"/>
          </p15:clr>
        </p15:guide>
        <p15:guide id="4" pos="5274">
          <p15:clr>
            <a:srgbClr val="EA4335"/>
          </p15:clr>
        </p15:guide>
        <p15:guide id="5" orient="horz" pos="2900">
          <p15:clr>
            <a:srgbClr val="EA4335"/>
          </p15:clr>
        </p15:guide>
        <p15:guide id="6" orient="horz" pos="340">
          <p15:clr>
            <a:srgbClr val="EA4335"/>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8"/>
        <p:cNvGrpSpPr/>
        <p:nvPr/>
      </p:nvGrpSpPr>
      <p:grpSpPr>
        <a:xfrm>
          <a:off x="0" y="0"/>
          <a:ext cx="0" cy="0"/>
          <a:chOff x="0" y="0"/>
          <a:chExt cx="0" cy="0"/>
        </a:xfrm>
      </p:grpSpPr>
      <p:sp>
        <p:nvSpPr>
          <p:cNvPr id="119" name="Google Shape;119;p27"/>
          <p:cNvSpPr txBox="1">
            <a:spLocks noGrp="1"/>
          </p:cNvSpPr>
          <p:nvPr>
            <p:ph type="sldNum" idx="12"/>
          </p:nvPr>
        </p:nvSpPr>
        <p:spPr>
          <a:xfrm>
            <a:off x="8289309" y="4579638"/>
            <a:ext cx="548700" cy="393600"/>
          </a:xfrm>
          <a:prstGeom prst="rect">
            <a:avLst/>
          </a:prstGeom>
          <a:noFill/>
          <a:ln>
            <a:noFill/>
          </a:ln>
        </p:spPr>
        <p:txBody>
          <a:bodyPr spcFirstLastPara="1" wrap="square" lIns="91425" tIns="91425" rIns="91425" bIns="91425" anchor="ctr" anchorCtr="0">
            <a:noAutofit/>
          </a:bodyPr>
          <a:lstStyle>
            <a:lvl1pPr lvl="0" algn="r" rtl="0">
              <a:buNone/>
              <a:defRPr sz="900">
                <a:solidFill>
                  <a:srgbClr val="999999"/>
                </a:solidFill>
                <a:latin typeface="Montserrat"/>
                <a:ea typeface="Montserrat"/>
                <a:cs typeface="Montserrat"/>
                <a:sym typeface="Montserrat"/>
              </a:defRPr>
            </a:lvl1pPr>
            <a:lvl2pPr lvl="1" algn="r" rtl="0">
              <a:buNone/>
              <a:defRPr sz="900">
                <a:solidFill>
                  <a:srgbClr val="999999"/>
                </a:solidFill>
                <a:latin typeface="Montserrat"/>
                <a:ea typeface="Montserrat"/>
                <a:cs typeface="Montserrat"/>
                <a:sym typeface="Montserrat"/>
              </a:defRPr>
            </a:lvl2pPr>
            <a:lvl3pPr lvl="2" algn="r" rtl="0">
              <a:buNone/>
              <a:defRPr sz="900">
                <a:solidFill>
                  <a:srgbClr val="999999"/>
                </a:solidFill>
                <a:latin typeface="Montserrat"/>
                <a:ea typeface="Montserrat"/>
                <a:cs typeface="Montserrat"/>
                <a:sym typeface="Montserrat"/>
              </a:defRPr>
            </a:lvl3pPr>
            <a:lvl4pPr lvl="3" algn="r" rtl="0">
              <a:buNone/>
              <a:defRPr sz="900">
                <a:solidFill>
                  <a:srgbClr val="999999"/>
                </a:solidFill>
                <a:latin typeface="Montserrat"/>
                <a:ea typeface="Montserrat"/>
                <a:cs typeface="Montserrat"/>
                <a:sym typeface="Montserrat"/>
              </a:defRPr>
            </a:lvl4pPr>
            <a:lvl5pPr lvl="4" algn="r" rtl="0">
              <a:buNone/>
              <a:defRPr sz="900">
                <a:solidFill>
                  <a:srgbClr val="999999"/>
                </a:solidFill>
                <a:latin typeface="Montserrat"/>
                <a:ea typeface="Montserrat"/>
                <a:cs typeface="Montserrat"/>
                <a:sym typeface="Montserrat"/>
              </a:defRPr>
            </a:lvl5pPr>
            <a:lvl6pPr lvl="5" algn="r" rtl="0">
              <a:buNone/>
              <a:defRPr sz="900">
                <a:solidFill>
                  <a:srgbClr val="999999"/>
                </a:solidFill>
                <a:latin typeface="Montserrat"/>
                <a:ea typeface="Montserrat"/>
                <a:cs typeface="Montserrat"/>
                <a:sym typeface="Montserrat"/>
              </a:defRPr>
            </a:lvl6pPr>
            <a:lvl7pPr lvl="6" algn="r" rtl="0">
              <a:buNone/>
              <a:defRPr sz="900">
                <a:solidFill>
                  <a:srgbClr val="999999"/>
                </a:solidFill>
                <a:latin typeface="Montserrat"/>
                <a:ea typeface="Montserrat"/>
                <a:cs typeface="Montserrat"/>
                <a:sym typeface="Montserrat"/>
              </a:defRPr>
            </a:lvl7pPr>
            <a:lvl8pPr lvl="7" algn="r" rtl="0">
              <a:buNone/>
              <a:defRPr sz="900">
                <a:solidFill>
                  <a:srgbClr val="999999"/>
                </a:solidFill>
                <a:latin typeface="Montserrat"/>
                <a:ea typeface="Montserrat"/>
                <a:cs typeface="Montserrat"/>
                <a:sym typeface="Montserrat"/>
              </a:defRPr>
            </a:lvl8pPr>
            <a:lvl9pPr lvl="8" algn="r" rtl="0">
              <a:buNone/>
              <a:defRPr sz="900">
                <a:solidFill>
                  <a:srgbClr val="999999"/>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EA4335"/>
          </p15:clr>
        </p15:guide>
        <p15:guide id="2" pos="2880">
          <p15:clr>
            <a:srgbClr val="EA4335"/>
          </p15:clr>
        </p15:guide>
        <p15:guide id="3" pos="486">
          <p15:clr>
            <a:srgbClr val="EA4335"/>
          </p15:clr>
        </p15:guide>
        <p15:guide id="4" pos="5274">
          <p15:clr>
            <a:srgbClr val="EA4335"/>
          </p15:clr>
        </p15:guide>
        <p15:guide id="5" orient="horz" pos="2900">
          <p15:clr>
            <a:srgbClr val="EA4335"/>
          </p15:clr>
        </p15:guide>
        <p15:guide id="6" orient="horz" pos="340">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79"/>
        <p:cNvGrpSpPr/>
        <p:nvPr/>
      </p:nvGrpSpPr>
      <p:grpSpPr>
        <a:xfrm>
          <a:off x="0" y="0"/>
          <a:ext cx="0" cy="0"/>
          <a:chOff x="0" y="0"/>
          <a:chExt cx="0" cy="0"/>
        </a:xfrm>
      </p:grpSpPr>
      <p:pic>
        <p:nvPicPr>
          <p:cNvPr id="280" name="Google Shape;280;p62"/>
          <p:cNvPicPr preferRelativeResize="0"/>
          <p:nvPr/>
        </p:nvPicPr>
        <p:blipFill rotWithShape="1">
          <a:blip r:embed="rId3">
            <a:alphaModFix/>
          </a:blip>
          <a:srcRect b="21697"/>
          <a:stretch/>
        </p:blipFill>
        <p:spPr>
          <a:xfrm flipH="1">
            <a:off x="4572000" y="0"/>
            <a:ext cx="4572000" cy="5143500"/>
          </a:xfrm>
          <a:prstGeom prst="rect">
            <a:avLst/>
          </a:prstGeom>
          <a:noFill/>
          <a:ln>
            <a:noFill/>
          </a:ln>
        </p:spPr>
      </p:pic>
      <p:sp>
        <p:nvSpPr>
          <p:cNvPr id="281" name="Google Shape;281;p62"/>
          <p:cNvSpPr/>
          <p:nvPr/>
        </p:nvSpPr>
        <p:spPr>
          <a:xfrm rot="5400000">
            <a:off x="1288125" y="-285725"/>
            <a:ext cx="726000" cy="3281400"/>
          </a:xfrm>
          <a:prstGeom prst="round2SameRect">
            <a:avLst>
              <a:gd name="adj1" fmla="val 50000"/>
              <a:gd name="adj2" fmla="val 0"/>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 name="Google Shape;282;p62"/>
          <p:cNvSpPr/>
          <p:nvPr/>
        </p:nvSpPr>
        <p:spPr>
          <a:xfrm>
            <a:off x="437321" y="2044175"/>
            <a:ext cx="3822621" cy="1820700"/>
          </a:xfrm>
          <a:prstGeom prst="rect">
            <a:avLst/>
          </a:prstGeom>
          <a:noFill/>
          <a:ln>
            <a:noFill/>
          </a:ln>
        </p:spPr>
        <p:txBody>
          <a:bodyPr spcFirstLastPara="1" wrap="square" lIns="37775" tIns="37775" rIns="37775" bIns="3777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pt-BR" sz="4000" b="1" dirty="0">
                <a:solidFill>
                  <a:srgbClr val="FFFFFF"/>
                </a:solidFill>
                <a:latin typeface="Spectral"/>
                <a:ea typeface="Spectral"/>
                <a:cs typeface="Spectral"/>
                <a:sym typeface="Spectral"/>
              </a:rPr>
              <a:t>Pós-Graduação</a:t>
            </a:r>
            <a:endParaRPr sz="1200" dirty="0"/>
          </a:p>
          <a:p>
            <a:pPr marL="0" marR="0" lvl="0" indent="0" algn="l" rtl="0">
              <a:lnSpc>
                <a:spcPct val="100000"/>
              </a:lnSpc>
              <a:spcBef>
                <a:spcPts val="0"/>
              </a:spcBef>
              <a:spcAft>
                <a:spcPts val="0"/>
              </a:spcAft>
              <a:buClr>
                <a:schemeClr val="dk1"/>
              </a:buClr>
              <a:buSzPts val="1100"/>
              <a:buFont typeface="Arial"/>
              <a:buNone/>
            </a:pPr>
            <a:r>
              <a:rPr lang="pt-BR" sz="3600" b="1" dirty="0">
                <a:solidFill>
                  <a:schemeClr val="accent2"/>
                </a:solidFill>
                <a:latin typeface="Spectral"/>
                <a:ea typeface="Spectral"/>
                <a:cs typeface="Spectral"/>
                <a:sym typeface="Spectral"/>
              </a:rPr>
              <a:t>Abril/22</a:t>
            </a:r>
            <a:endParaRPr sz="1100" b="1" i="0" u="none" strike="noStrike" cap="none" dirty="0">
              <a:solidFill>
                <a:srgbClr val="FFFFFF"/>
              </a:solidFill>
              <a:latin typeface="Spectral"/>
              <a:ea typeface="Spectral"/>
              <a:cs typeface="Spectral"/>
              <a:sym typeface="Spectral"/>
            </a:endParaRPr>
          </a:p>
          <a:p>
            <a:pPr marL="0" marR="0" lvl="0" indent="0" algn="l" rtl="0">
              <a:lnSpc>
                <a:spcPct val="100000"/>
              </a:lnSpc>
              <a:spcBef>
                <a:spcPts val="0"/>
              </a:spcBef>
              <a:spcAft>
                <a:spcPts val="0"/>
              </a:spcAft>
              <a:buClr>
                <a:srgbClr val="000000"/>
              </a:buClr>
              <a:buSzPts val="4500"/>
              <a:buFont typeface="Arial"/>
              <a:buNone/>
            </a:pPr>
            <a:endParaRPr sz="1400" b="1" i="0" u="none" strike="noStrike" cap="none" dirty="0">
              <a:solidFill>
                <a:srgbClr val="FFFFFF"/>
              </a:solidFill>
              <a:latin typeface="Spectral"/>
              <a:ea typeface="Spectral"/>
              <a:cs typeface="Spectral"/>
              <a:sym typeface="Spectral"/>
            </a:endParaRPr>
          </a:p>
          <a:p>
            <a:pPr marL="0" marR="0" lvl="0" indent="0" algn="l" rtl="0">
              <a:lnSpc>
                <a:spcPct val="100000"/>
              </a:lnSpc>
              <a:spcBef>
                <a:spcPts val="0"/>
              </a:spcBef>
              <a:spcAft>
                <a:spcPts val="0"/>
              </a:spcAft>
              <a:buClr>
                <a:srgbClr val="000000"/>
              </a:buClr>
              <a:buSzPts val="4500"/>
              <a:buFont typeface="Arial"/>
              <a:buNone/>
            </a:pPr>
            <a:endParaRPr sz="1000" b="0" i="0" u="none" strike="noStrike" cap="none" dirty="0">
              <a:solidFill>
                <a:srgbClr val="00ADBB"/>
              </a:solidFill>
              <a:latin typeface="Montserrat"/>
              <a:ea typeface="Montserrat"/>
              <a:cs typeface="Montserrat"/>
              <a:sym typeface="Montserrat"/>
            </a:endParaRPr>
          </a:p>
        </p:txBody>
      </p:sp>
      <p:cxnSp>
        <p:nvCxnSpPr>
          <p:cNvPr id="283" name="Google Shape;283;p62"/>
          <p:cNvCxnSpPr/>
          <p:nvPr/>
        </p:nvCxnSpPr>
        <p:spPr>
          <a:xfrm>
            <a:off x="1476175" y="1162075"/>
            <a:ext cx="0" cy="385800"/>
          </a:xfrm>
          <a:prstGeom prst="straightConnector1">
            <a:avLst/>
          </a:prstGeom>
          <a:noFill/>
          <a:ln w="9525" cap="flat" cmpd="sng">
            <a:solidFill>
              <a:srgbClr val="B7B7B7"/>
            </a:solidFill>
            <a:prstDash val="solid"/>
            <a:round/>
            <a:headEnd type="none" w="sm" len="sm"/>
            <a:tailEnd type="none" w="sm" len="sm"/>
          </a:ln>
        </p:spPr>
      </p:cxnSp>
      <p:sp>
        <p:nvSpPr>
          <p:cNvPr id="284" name="Google Shape;284;p62"/>
          <p:cNvSpPr txBox="1">
            <a:spLocks noGrp="1"/>
          </p:cNvSpPr>
          <p:nvPr>
            <p:ph type="sldNum" idx="12"/>
          </p:nvPr>
        </p:nvSpPr>
        <p:spPr>
          <a:xfrm>
            <a:off x="8289309" y="4579638"/>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900"/>
              <a:buNone/>
            </a:pPr>
            <a:fld id="{00000000-1234-1234-1234-123412341234}" type="slidenum">
              <a:rPr lang="en"/>
              <a:t>1</a:t>
            </a:fld>
            <a:endParaRPr/>
          </a:p>
        </p:txBody>
      </p:sp>
      <p:pic>
        <p:nvPicPr>
          <p:cNvPr id="285" name="Google Shape;285;p62"/>
          <p:cNvPicPr preferRelativeResize="0"/>
          <p:nvPr/>
        </p:nvPicPr>
        <p:blipFill rotWithShape="1">
          <a:blip r:embed="rId4">
            <a:alphaModFix/>
          </a:blip>
          <a:srcRect/>
          <a:stretch/>
        </p:blipFill>
        <p:spPr>
          <a:xfrm>
            <a:off x="660562" y="1231912"/>
            <a:ext cx="645448" cy="328401"/>
          </a:xfrm>
          <a:prstGeom prst="rect">
            <a:avLst/>
          </a:prstGeom>
          <a:noFill/>
          <a:ln>
            <a:noFill/>
          </a:ln>
        </p:spPr>
      </p:pic>
      <p:pic>
        <p:nvPicPr>
          <p:cNvPr id="286" name="Google Shape;286;p62"/>
          <p:cNvPicPr preferRelativeResize="0"/>
          <p:nvPr/>
        </p:nvPicPr>
        <p:blipFill rotWithShape="1">
          <a:blip r:embed="rId5">
            <a:alphaModFix/>
          </a:blip>
          <a:srcRect/>
          <a:stretch/>
        </p:blipFill>
        <p:spPr>
          <a:xfrm>
            <a:off x="1533733" y="1195219"/>
            <a:ext cx="1527588" cy="37999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90"/>
        <p:cNvGrpSpPr/>
        <p:nvPr/>
      </p:nvGrpSpPr>
      <p:grpSpPr>
        <a:xfrm>
          <a:off x="0" y="0"/>
          <a:ext cx="0" cy="0"/>
          <a:chOff x="0" y="0"/>
          <a:chExt cx="0" cy="0"/>
        </a:xfrm>
      </p:grpSpPr>
      <p:sp>
        <p:nvSpPr>
          <p:cNvPr id="291" name="Google Shape;291;p63"/>
          <p:cNvSpPr txBox="1"/>
          <p:nvPr/>
        </p:nvSpPr>
        <p:spPr>
          <a:xfrm>
            <a:off x="5166525" y="539700"/>
            <a:ext cx="3567300" cy="4064100"/>
          </a:xfrm>
          <a:prstGeom prst="rect">
            <a:avLst/>
          </a:prstGeom>
          <a:noFill/>
          <a:ln>
            <a:noFill/>
          </a:ln>
        </p:spPr>
        <p:txBody>
          <a:bodyPr spcFirstLastPara="1" wrap="square" lIns="0" tIns="0" rIns="0" bIns="0" anchor="ctr" anchorCtr="0">
            <a:noAutofit/>
          </a:bodyPr>
          <a:lstStyle/>
          <a:p>
            <a:pPr marL="0" marR="0" lvl="0" indent="0" algn="l" rtl="0">
              <a:lnSpc>
                <a:spcPct val="200000"/>
              </a:lnSpc>
              <a:spcBef>
                <a:spcPts val="0"/>
              </a:spcBef>
              <a:spcAft>
                <a:spcPts val="0"/>
              </a:spcAft>
              <a:buClr>
                <a:schemeClr val="dk1"/>
              </a:buClr>
              <a:buSzPts val="1100"/>
              <a:buFont typeface="Arial"/>
              <a:buNone/>
            </a:pPr>
            <a:r>
              <a:rPr lang="pt-BR" b="1" dirty="0">
                <a:latin typeface="Montserrat"/>
                <a:ea typeface="Montserrat"/>
                <a:cs typeface="Montserrat"/>
                <a:sym typeface="Montserrat"/>
              </a:rPr>
              <a:t>Overview</a:t>
            </a:r>
          </a:p>
          <a:p>
            <a:pPr marL="0" marR="0" lvl="0" indent="0" algn="l" rtl="0">
              <a:lnSpc>
                <a:spcPct val="150000"/>
              </a:lnSpc>
              <a:spcBef>
                <a:spcPts val="0"/>
              </a:spcBef>
              <a:spcAft>
                <a:spcPts val="0"/>
              </a:spcAft>
              <a:buClr>
                <a:schemeClr val="dk1"/>
              </a:buClr>
              <a:buSzPts val="1100"/>
              <a:buFont typeface="Arial"/>
              <a:buNone/>
            </a:pPr>
            <a:endParaRPr lang="pt-BR" b="1" dirty="0">
              <a:latin typeface="Montserrat"/>
              <a:ea typeface="Montserrat"/>
              <a:cs typeface="Montserrat"/>
              <a:sym typeface="Montserrat"/>
            </a:endParaRPr>
          </a:p>
          <a:p>
            <a:pPr marL="0" marR="0" lvl="0" indent="0" algn="l" rtl="0">
              <a:lnSpc>
                <a:spcPct val="200000"/>
              </a:lnSpc>
              <a:spcBef>
                <a:spcPts val="0"/>
              </a:spcBef>
              <a:spcAft>
                <a:spcPts val="0"/>
              </a:spcAft>
              <a:buClr>
                <a:schemeClr val="dk1"/>
              </a:buClr>
              <a:buSzPts val="1100"/>
              <a:buFont typeface="Arial"/>
              <a:buNone/>
            </a:pPr>
            <a:r>
              <a:rPr lang="pt-BR" b="1" dirty="0">
                <a:latin typeface="Montserrat"/>
                <a:ea typeface="Montserrat"/>
                <a:cs typeface="Montserrat"/>
                <a:sym typeface="Montserrat"/>
              </a:rPr>
              <a:t>Comparativo Anual</a:t>
            </a:r>
          </a:p>
          <a:p>
            <a:pPr marL="0" marR="0" lvl="0" indent="0" algn="l" rtl="0">
              <a:lnSpc>
                <a:spcPct val="150000"/>
              </a:lnSpc>
              <a:spcBef>
                <a:spcPts val="0"/>
              </a:spcBef>
              <a:spcAft>
                <a:spcPts val="0"/>
              </a:spcAft>
              <a:buClr>
                <a:schemeClr val="dk1"/>
              </a:buClr>
              <a:buSzPts val="1100"/>
              <a:buFont typeface="Arial"/>
              <a:buNone/>
            </a:pPr>
            <a:endParaRPr lang="pt-BR" b="1" dirty="0">
              <a:latin typeface="Montserrat"/>
              <a:ea typeface="Montserrat"/>
              <a:cs typeface="Montserrat"/>
              <a:sym typeface="Montserrat"/>
            </a:endParaRPr>
          </a:p>
          <a:p>
            <a:pPr marL="0" marR="0" lvl="0" indent="0" algn="l" rtl="0">
              <a:lnSpc>
                <a:spcPct val="200000"/>
              </a:lnSpc>
              <a:spcBef>
                <a:spcPts val="0"/>
              </a:spcBef>
              <a:spcAft>
                <a:spcPts val="0"/>
              </a:spcAft>
              <a:buClr>
                <a:schemeClr val="dk1"/>
              </a:buClr>
              <a:buSzPts val="1100"/>
              <a:buFont typeface="Arial"/>
              <a:buNone/>
            </a:pPr>
            <a:r>
              <a:rPr lang="pt-BR" b="1" dirty="0">
                <a:latin typeface="Montserrat"/>
                <a:ea typeface="Montserrat"/>
                <a:cs typeface="Montserrat"/>
                <a:sym typeface="Montserrat"/>
              </a:rPr>
              <a:t>Lote Relâmpago + Lote 01</a:t>
            </a:r>
          </a:p>
          <a:p>
            <a:pPr>
              <a:lnSpc>
                <a:spcPct val="150000"/>
              </a:lnSpc>
              <a:buClr>
                <a:schemeClr val="dk1"/>
              </a:buClr>
              <a:buSzPts val="1100"/>
            </a:pPr>
            <a:endParaRPr lang="pt-BR" b="1" dirty="0">
              <a:latin typeface="Montserrat"/>
              <a:ea typeface="Montserrat"/>
              <a:cs typeface="Montserrat"/>
              <a:sym typeface="Montserrat"/>
            </a:endParaRPr>
          </a:p>
          <a:p>
            <a:pPr marL="0" marR="0" lvl="0" indent="0" algn="l" rtl="0">
              <a:lnSpc>
                <a:spcPct val="200000"/>
              </a:lnSpc>
              <a:spcBef>
                <a:spcPts val="0"/>
              </a:spcBef>
              <a:spcAft>
                <a:spcPts val="0"/>
              </a:spcAft>
              <a:buClr>
                <a:schemeClr val="dk1"/>
              </a:buClr>
              <a:buSzPts val="1100"/>
              <a:buFont typeface="Arial"/>
              <a:buNone/>
            </a:pPr>
            <a:r>
              <a:rPr lang="en" b="1" dirty="0">
                <a:solidFill>
                  <a:schemeClr val="dk1"/>
                </a:solidFill>
                <a:latin typeface="Montserrat"/>
                <a:ea typeface="Montserrat"/>
                <a:cs typeface="Montserrat"/>
                <a:sym typeface="Montserrat"/>
              </a:rPr>
              <a:t>Lote 02</a:t>
            </a:r>
            <a:endParaRPr lang="nl-NL" b="1" dirty="0">
              <a:latin typeface="Montserrat"/>
              <a:ea typeface="Montserrat"/>
              <a:cs typeface="Montserrat"/>
              <a:sym typeface="Montserrat"/>
            </a:endParaRPr>
          </a:p>
          <a:p>
            <a:pPr>
              <a:lnSpc>
                <a:spcPct val="150000"/>
              </a:lnSpc>
              <a:buClr>
                <a:schemeClr val="dk1"/>
              </a:buClr>
              <a:buSzPts val="1100"/>
            </a:pPr>
            <a:endParaRPr lang="nl-NL" b="1" dirty="0">
              <a:latin typeface="Montserrat"/>
              <a:ea typeface="Montserrat"/>
              <a:cs typeface="Montserrat"/>
              <a:sym typeface="Montserrat"/>
            </a:endParaRPr>
          </a:p>
          <a:p>
            <a:pPr>
              <a:lnSpc>
                <a:spcPct val="200000"/>
              </a:lnSpc>
              <a:buClr>
                <a:schemeClr val="dk1"/>
              </a:buClr>
              <a:buSzPts val="1100"/>
            </a:pPr>
            <a:r>
              <a:rPr lang="nl-NL" b="1" dirty="0">
                <a:solidFill>
                  <a:schemeClr val="dk1"/>
                </a:solidFill>
                <a:latin typeface="Montserrat"/>
                <a:ea typeface="Montserrat"/>
                <a:cs typeface="Montserrat"/>
                <a:sym typeface="Montserrat"/>
              </a:rPr>
              <a:t>Lote 03</a:t>
            </a:r>
          </a:p>
          <a:p>
            <a:pPr>
              <a:lnSpc>
                <a:spcPct val="150000"/>
              </a:lnSpc>
              <a:buClr>
                <a:schemeClr val="dk1"/>
              </a:buClr>
              <a:buSzPts val="1100"/>
            </a:pPr>
            <a:endParaRPr lang="nl-NL" b="1" dirty="0">
              <a:solidFill>
                <a:schemeClr val="dk1"/>
              </a:solidFill>
              <a:latin typeface="Montserrat"/>
              <a:ea typeface="Montserrat"/>
              <a:cs typeface="Montserrat"/>
              <a:sym typeface="Montserrat"/>
            </a:endParaRPr>
          </a:p>
          <a:p>
            <a:pPr>
              <a:lnSpc>
                <a:spcPct val="200000"/>
              </a:lnSpc>
              <a:buClr>
                <a:schemeClr val="dk1"/>
              </a:buClr>
              <a:buSzPts val="1100"/>
            </a:pPr>
            <a:r>
              <a:rPr lang="pt-BR" b="1" dirty="0">
                <a:solidFill>
                  <a:schemeClr val="dk1"/>
                </a:solidFill>
                <a:latin typeface="Montserrat"/>
                <a:ea typeface="Montserrat"/>
                <a:cs typeface="Montserrat"/>
                <a:sym typeface="Montserrat"/>
              </a:rPr>
              <a:t>Performance por Canal</a:t>
            </a:r>
            <a:endParaRPr lang="nl-NL" b="1" dirty="0">
              <a:latin typeface="Montserrat"/>
              <a:ea typeface="Montserrat"/>
              <a:cs typeface="Montserrat"/>
              <a:sym typeface="Montserrat"/>
            </a:endParaRPr>
          </a:p>
          <a:p>
            <a:pPr>
              <a:lnSpc>
                <a:spcPct val="200000"/>
              </a:lnSpc>
              <a:buClr>
                <a:schemeClr val="dk1"/>
              </a:buClr>
              <a:buSzPts val="1100"/>
            </a:pPr>
            <a:endParaRPr b="1" dirty="0">
              <a:latin typeface="Montserrat"/>
              <a:ea typeface="Montserrat"/>
              <a:cs typeface="Montserrat"/>
              <a:sym typeface="Montserrat"/>
            </a:endParaRPr>
          </a:p>
        </p:txBody>
      </p:sp>
      <p:sp>
        <p:nvSpPr>
          <p:cNvPr id="292" name="Google Shape;292;p63"/>
          <p:cNvSpPr txBox="1"/>
          <p:nvPr/>
        </p:nvSpPr>
        <p:spPr>
          <a:xfrm>
            <a:off x="972000" y="1219200"/>
            <a:ext cx="3884700" cy="2705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5500" b="1">
                <a:latin typeface="Spectral"/>
                <a:ea typeface="Spectral"/>
                <a:cs typeface="Spectral"/>
                <a:sym typeface="Spectral"/>
              </a:rPr>
              <a:t>Agenda</a:t>
            </a:r>
            <a:endParaRPr sz="5500">
              <a:latin typeface="Spectral"/>
              <a:ea typeface="Spectral"/>
              <a:cs typeface="Spectral"/>
              <a:sym typeface="Spectral"/>
            </a:endParaRPr>
          </a:p>
        </p:txBody>
      </p:sp>
      <p:cxnSp>
        <p:nvCxnSpPr>
          <p:cNvPr id="293" name="Google Shape;293;p63"/>
          <p:cNvCxnSpPr/>
          <p:nvPr/>
        </p:nvCxnSpPr>
        <p:spPr>
          <a:xfrm>
            <a:off x="4856775" y="-40250"/>
            <a:ext cx="0" cy="5240400"/>
          </a:xfrm>
          <a:prstGeom prst="straightConnector1">
            <a:avLst/>
          </a:prstGeom>
          <a:noFill/>
          <a:ln w="19050" cap="flat" cmpd="sng">
            <a:solidFill>
              <a:srgbClr val="D9D9D9"/>
            </a:solidFill>
            <a:prstDash val="solid"/>
            <a:round/>
            <a:headEnd type="none" w="med" len="med"/>
            <a:tailEnd type="none" w="med" len="med"/>
          </a:ln>
        </p:spPr>
      </p:cxnSp>
      <p:sp>
        <p:nvSpPr>
          <p:cNvPr id="294" name="Google Shape;294;p63"/>
          <p:cNvSpPr txBox="1">
            <a:spLocks noGrp="1"/>
          </p:cNvSpPr>
          <p:nvPr>
            <p:ph type="sldNum" idx="12"/>
          </p:nvPr>
        </p:nvSpPr>
        <p:spPr>
          <a:xfrm>
            <a:off x="8289309" y="4579638"/>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295" name="Google Shape;295;p63"/>
          <p:cNvSpPr/>
          <p:nvPr/>
        </p:nvSpPr>
        <p:spPr>
          <a:xfrm>
            <a:off x="4809642" y="1988219"/>
            <a:ext cx="97800" cy="97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63"/>
          <p:cNvSpPr/>
          <p:nvPr/>
        </p:nvSpPr>
        <p:spPr>
          <a:xfrm>
            <a:off x="4807875" y="477854"/>
            <a:ext cx="97800" cy="97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7" name="Google Shape;297;p63"/>
          <p:cNvPicPr preferRelativeResize="0"/>
          <p:nvPr/>
        </p:nvPicPr>
        <p:blipFill>
          <a:blip r:embed="rId3">
            <a:alphaModFix/>
          </a:blip>
          <a:stretch>
            <a:fillRect/>
          </a:stretch>
        </p:blipFill>
        <p:spPr>
          <a:xfrm>
            <a:off x="846775" y="4684300"/>
            <a:ext cx="1005275" cy="184300"/>
          </a:xfrm>
          <a:prstGeom prst="rect">
            <a:avLst/>
          </a:prstGeom>
          <a:noFill/>
          <a:ln>
            <a:noFill/>
          </a:ln>
        </p:spPr>
      </p:pic>
      <p:sp>
        <p:nvSpPr>
          <p:cNvPr id="298" name="Google Shape;298;p63"/>
          <p:cNvSpPr/>
          <p:nvPr/>
        </p:nvSpPr>
        <p:spPr>
          <a:xfrm>
            <a:off x="4807800" y="2718228"/>
            <a:ext cx="97800" cy="97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95;p63">
            <a:extLst>
              <a:ext uri="{FF2B5EF4-FFF2-40B4-BE49-F238E27FC236}">
                <a16:creationId xmlns:a16="http://schemas.microsoft.com/office/drawing/2014/main" id="{551E42BA-28ED-4EDF-A9FE-97B533C6E2AC}"/>
              </a:ext>
            </a:extLst>
          </p:cNvPr>
          <p:cNvSpPr/>
          <p:nvPr/>
        </p:nvSpPr>
        <p:spPr>
          <a:xfrm>
            <a:off x="4807875" y="1236485"/>
            <a:ext cx="97800" cy="97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98;p63">
            <a:extLst>
              <a:ext uri="{FF2B5EF4-FFF2-40B4-BE49-F238E27FC236}">
                <a16:creationId xmlns:a16="http://schemas.microsoft.com/office/drawing/2014/main" id="{32E0CCEF-7D3B-4080-AF95-03BC72D8311D}"/>
              </a:ext>
            </a:extLst>
          </p:cNvPr>
          <p:cNvSpPr/>
          <p:nvPr/>
        </p:nvSpPr>
        <p:spPr>
          <a:xfrm>
            <a:off x="4807800" y="3477218"/>
            <a:ext cx="97800" cy="97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98;p63">
            <a:extLst>
              <a:ext uri="{FF2B5EF4-FFF2-40B4-BE49-F238E27FC236}">
                <a16:creationId xmlns:a16="http://schemas.microsoft.com/office/drawing/2014/main" id="{3A20AF1D-0AD8-4E9F-A090-FC721D6F86FF}"/>
              </a:ext>
            </a:extLst>
          </p:cNvPr>
          <p:cNvSpPr/>
          <p:nvPr/>
        </p:nvSpPr>
        <p:spPr>
          <a:xfrm>
            <a:off x="4807800" y="4240884"/>
            <a:ext cx="97800" cy="97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CD34"/>
        </a:solidFill>
        <a:effectLst/>
      </p:bgPr>
    </p:bg>
    <p:spTree>
      <p:nvGrpSpPr>
        <p:cNvPr id="1" name="Shape 302"/>
        <p:cNvGrpSpPr/>
        <p:nvPr/>
      </p:nvGrpSpPr>
      <p:grpSpPr>
        <a:xfrm>
          <a:off x="0" y="0"/>
          <a:ext cx="0" cy="0"/>
          <a:chOff x="0" y="0"/>
          <a:chExt cx="0" cy="0"/>
        </a:xfrm>
      </p:grpSpPr>
      <p:sp>
        <p:nvSpPr>
          <p:cNvPr id="303" name="Google Shape;303;p64"/>
          <p:cNvSpPr txBox="1">
            <a:spLocks noGrp="1"/>
          </p:cNvSpPr>
          <p:nvPr>
            <p:ph type="sldNum" idx="12"/>
          </p:nvPr>
        </p:nvSpPr>
        <p:spPr>
          <a:xfrm>
            <a:off x="8289309" y="4579638"/>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304" name="Google Shape;304;p64"/>
          <p:cNvSpPr txBox="1"/>
          <p:nvPr/>
        </p:nvSpPr>
        <p:spPr>
          <a:xfrm>
            <a:off x="972000" y="1311750"/>
            <a:ext cx="7200000" cy="252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300"/>
              <a:buFont typeface="Helvetica Neue"/>
              <a:buNone/>
            </a:pPr>
            <a:r>
              <a:rPr lang="en" sz="6000" b="1" dirty="0">
                <a:solidFill>
                  <a:srgbClr val="404041"/>
                </a:solidFill>
                <a:latin typeface="Spectral"/>
                <a:ea typeface="Spectral"/>
                <a:cs typeface="Spectral"/>
                <a:sym typeface="Spectral"/>
              </a:rPr>
              <a:t>Overview</a:t>
            </a:r>
            <a:endParaRPr sz="6000" b="1" dirty="0">
              <a:solidFill>
                <a:srgbClr val="404041"/>
              </a:solidFill>
              <a:latin typeface="Spectral"/>
              <a:ea typeface="Spectral"/>
              <a:cs typeface="Spectral"/>
              <a:sym typeface="Spectral"/>
            </a:endParaRPr>
          </a:p>
        </p:txBody>
      </p:sp>
      <p:pic>
        <p:nvPicPr>
          <p:cNvPr id="305" name="Google Shape;305;p64"/>
          <p:cNvPicPr preferRelativeResize="0"/>
          <p:nvPr/>
        </p:nvPicPr>
        <p:blipFill>
          <a:blip r:embed="rId3">
            <a:alphaModFix/>
          </a:blip>
          <a:stretch>
            <a:fillRect/>
          </a:stretch>
        </p:blipFill>
        <p:spPr>
          <a:xfrm>
            <a:off x="846775" y="4684300"/>
            <a:ext cx="1005275" cy="184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23" name="Google Shape;323;p66"/>
          <p:cNvSpPr txBox="1">
            <a:spLocks noGrp="1"/>
          </p:cNvSpPr>
          <p:nvPr>
            <p:ph type="sldNum" idx="4294967295"/>
          </p:nvPr>
        </p:nvSpPr>
        <p:spPr>
          <a:xfrm>
            <a:off x="8289309" y="4579638"/>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dirty="0"/>
          </a:p>
        </p:txBody>
      </p:sp>
      <p:sp>
        <p:nvSpPr>
          <p:cNvPr id="325" name="Google Shape;325;p66"/>
          <p:cNvSpPr txBox="1"/>
          <p:nvPr/>
        </p:nvSpPr>
        <p:spPr>
          <a:xfrm>
            <a:off x="306313" y="197659"/>
            <a:ext cx="3702505" cy="511800"/>
          </a:xfrm>
          <a:prstGeom prst="rect">
            <a:avLst/>
          </a:prstGeom>
          <a:noFill/>
          <a:ln>
            <a:noFill/>
          </a:ln>
        </p:spPr>
        <p:txBody>
          <a:bodyPr spcFirstLastPara="1" wrap="square" lIns="26775" tIns="26775" rIns="26775" bIns="2677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 sz="2800" b="1" dirty="0">
                <a:solidFill>
                  <a:srgbClr val="404041"/>
                </a:solidFill>
                <a:latin typeface="Spectral"/>
                <a:ea typeface="Spectral"/>
                <a:cs typeface="Spectral"/>
                <a:sym typeface="Spectral"/>
              </a:rPr>
              <a:t>Planejado x Realizado</a:t>
            </a:r>
            <a:endParaRPr sz="2800" b="0" i="0" u="none" strike="noStrike" cap="none" dirty="0">
              <a:solidFill>
                <a:srgbClr val="404041"/>
              </a:solidFill>
              <a:latin typeface="Montserrat"/>
              <a:ea typeface="Montserrat"/>
              <a:cs typeface="Montserrat"/>
              <a:sym typeface="Montserrat"/>
            </a:endParaRPr>
          </a:p>
        </p:txBody>
      </p:sp>
      <p:sp>
        <p:nvSpPr>
          <p:cNvPr id="73" name="Google Shape;381;p45">
            <a:extLst>
              <a:ext uri="{FF2B5EF4-FFF2-40B4-BE49-F238E27FC236}">
                <a16:creationId xmlns:a16="http://schemas.microsoft.com/office/drawing/2014/main" id="{6B319A36-FD51-4F27-8B24-38E808AA436C}"/>
              </a:ext>
            </a:extLst>
          </p:cNvPr>
          <p:cNvSpPr/>
          <p:nvPr/>
        </p:nvSpPr>
        <p:spPr>
          <a:xfrm>
            <a:off x="7310784" y="1845200"/>
            <a:ext cx="1184700" cy="174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00"/>
          </a:p>
        </p:txBody>
      </p:sp>
      <p:sp>
        <p:nvSpPr>
          <p:cNvPr id="74" name="Google Shape;382;p45">
            <a:extLst>
              <a:ext uri="{FF2B5EF4-FFF2-40B4-BE49-F238E27FC236}">
                <a16:creationId xmlns:a16="http://schemas.microsoft.com/office/drawing/2014/main" id="{BF15202C-B8DE-4912-B601-1FF966FE9C5B}"/>
              </a:ext>
            </a:extLst>
          </p:cNvPr>
          <p:cNvSpPr txBox="1"/>
          <p:nvPr/>
        </p:nvSpPr>
        <p:spPr>
          <a:xfrm>
            <a:off x="1243976" y="1167500"/>
            <a:ext cx="2701800" cy="174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300"/>
              <a:buFont typeface="Helvetica Neue"/>
              <a:buNone/>
            </a:pPr>
            <a:r>
              <a:rPr lang="pt-BR" sz="1500" b="1" dirty="0">
                <a:solidFill>
                  <a:srgbClr val="008598"/>
                </a:solidFill>
                <a:latin typeface="Spectral"/>
                <a:ea typeface="Spectral"/>
                <a:cs typeface="Spectral"/>
                <a:sym typeface="Spectral"/>
              </a:rPr>
              <a:t>Investimento</a:t>
            </a:r>
            <a:endParaRPr sz="1500" dirty="0">
              <a:solidFill>
                <a:srgbClr val="008598"/>
              </a:solidFill>
              <a:latin typeface="Spectral"/>
              <a:ea typeface="Spectral"/>
              <a:cs typeface="Spectral"/>
              <a:sym typeface="Spectral"/>
            </a:endParaRPr>
          </a:p>
        </p:txBody>
      </p:sp>
      <p:cxnSp>
        <p:nvCxnSpPr>
          <p:cNvPr id="75" name="Google Shape;383;p45">
            <a:extLst>
              <a:ext uri="{FF2B5EF4-FFF2-40B4-BE49-F238E27FC236}">
                <a16:creationId xmlns:a16="http://schemas.microsoft.com/office/drawing/2014/main" id="{F8C432ED-3504-449C-9AC1-4A3A506087D4}"/>
              </a:ext>
            </a:extLst>
          </p:cNvPr>
          <p:cNvCxnSpPr/>
          <p:nvPr/>
        </p:nvCxnSpPr>
        <p:spPr>
          <a:xfrm>
            <a:off x="1243969" y="1392290"/>
            <a:ext cx="1184700" cy="0"/>
          </a:xfrm>
          <a:prstGeom prst="straightConnector1">
            <a:avLst/>
          </a:prstGeom>
          <a:noFill/>
          <a:ln w="9525" cap="flat" cmpd="sng">
            <a:solidFill>
              <a:srgbClr val="000000"/>
            </a:solidFill>
            <a:prstDash val="solid"/>
            <a:miter lim="400000"/>
            <a:headEnd type="none" w="sm" len="sm"/>
            <a:tailEnd type="none" w="sm" len="sm"/>
          </a:ln>
        </p:spPr>
      </p:cxnSp>
      <p:sp>
        <p:nvSpPr>
          <p:cNvPr id="76" name="Google Shape;384;p45">
            <a:extLst>
              <a:ext uri="{FF2B5EF4-FFF2-40B4-BE49-F238E27FC236}">
                <a16:creationId xmlns:a16="http://schemas.microsoft.com/office/drawing/2014/main" id="{32097ADB-5329-4CD8-9795-5AF5652F2447}"/>
              </a:ext>
            </a:extLst>
          </p:cNvPr>
          <p:cNvSpPr txBox="1"/>
          <p:nvPr/>
        </p:nvSpPr>
        <p:spPr>
          <a:xfrm>
            <a:off x="2844176" y="1167500"/>
            <a:ext cx="2701800" cy="174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300"/>
              <a:buFont typeface="Helvetica Neue"/>
              <a:buNone/>
            </a:pPr>
            <a:r>
              <a:rPr lang="pt-BR" sz="1500" b="1" dirty="0">
                <a:solidFill>
                  <a:srgbClr val="008598"/>
                </a:solidFill>
                <a:latin typeface="Spectral"/>
                <a:ea typeface="Spectral"/>
                <a:cs typeface="Spectral"/>
                <a:sym typeface="Spectral"/>
              </a:rPr>
              <a:t>Receita Site</a:t>
            </a:r>
            <a:endParaRPr sz="1500" dirty="0">
              <a:solidFill>
                <a:srgbClr val="008598"/>
              </a:solidFill>
              <a:latin typeface="Spectral"/>
              <a:ea typeface="Spectral"/>
              <a:cs typeface="Spectral"/>
              <a:sym typeface="Spectral"/>
            </a:endParaRPr>
          </a:p>
        </p:txBody>
      </p:sp>
      <p:cxnSp>
        <p:nvCxnSpPr>
          <p:cNvPr id="77" name="Google Shape;385;p45">
            <a:extLst>
              <a:ext uri="{FF2B5EF4-FFF2-40B4-BE49-F238E27FC236}">
                <a16:creationId xmlns:a16="http://schemas.microsoft.com/office/drawing/2014/main" id="{0630B1BA-E054-495B-B633-3CAABC91E0D6}"/>
              </a:ext>
            </a:extLst>
          </p:cNvPr>
          <p:cNvCxnSpPr/>
          <p:nvPr/>
        </p:nvCxnSpPr>
        <p:spPr>
          <a:xfrm>
            <a:off x="2844169" y="1392290"/>
            <a:ext cx="1184700" cy="0"/>
          </a:xfrm>
          <a:prstGeom prst="straightConnector1">
            <a:avLst/>
          </a:prstGeom>
          <a:noFill/>
          <a:ln w="9525" cap="flat" cmpd="sng">
            <a:solidFill>
              <a:srgbClr val="000000"/>
            </a:solidFill>
            <a:prstDash val="solid"/>
            <a:miter lim="400000"/>
            <a:headEnd type="none" w="sm" len="sm"/>
            <a:tailEnd type="none" w="sm" len="sm"/>
          </a:ln>
        </p:spPr>
      </p:cxnSp>
      <p:sp>
        <p:nvSpPr>
          <p:cNvPr id="78" name="Google Shape;386;p45">
            <a:extLst>
              <a:ext uri="{FF2B5EF4-FFF2-40B4-BE49-F238E27FC236}">
                <a16:creationId xmlns:a16="http://schemas.microsoft.com/office/drawing/2014/main" id="{7CC8A6D0-74A7-4A01-8D77-FBB68169C749}"/>
              </a:ext>
            </a:extLst>
          </p:cNvPr>
          <p:cNvSpPr txBox="1"/>
          <p:nvPr/>
        </p:nvSpPr>
        <p:spPr>
          <a:xfrm>
            <a:off x="4288348" y="1167499"/>
            <a:ext cx="1440907" cy="21081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300"/>
              <a:buFont typeface="Helvetica Neue"/>
              <a:buNone/>
            </a:pPr>
            <a:r>
              <a:rPr lang="pt-BR" sz="1500" b="1" dirty="0">
                <a:solidFill>
                  <a:srgbClr val="008598"/>
                </a:solidFill>
                <a:latin typeface="Spectral"/>
                <a:ea typeface="Spectral"/>
                <a:cs typeface="Spectral"/>
                <a:sym typeface="Spectral"/>
              </a:rPr>
              <a:t>Receita Mídia</a:t>
            </a:r>
            <a:endParaRPr sz="1500" dirty="0">
              <a:solidFill>
                <a:srgbClr val="008598"/>
              </a:solidFill>
              <a:latin typeface="Spectral"/>
              <a:ea typeface="Spectral"/>
              <a:cs typeface="Spectral"/>
              <a:sym typeface="Spectral"/>
            </a:endParaRPr>
          </a:p>
        </p:txBody>
      </p:sp>
      <p:cxnSp>
        <p:nvCxnSpPr>
          <p:cNvPr id="79" name="Google Shape;387;p45">
            <a:extLst>
              <a:ext uri="{FF2B5EF4-FFF2-40B4-BE49-F238E27FC236}">
                <a16:creationId xmlns:a16="http://schemas.microsoft.com/office/drawing/2014/main" id="{55038D9A-C77A-4E3F-AEEE-C5ED19AD0C85}"/>
              </a:ext>
            </a:extLst>
          </p:cNvPr>
          <p:cNvCxnSpPr/>
          <p:nvPr/>
        </p:nvCxnSpPr>
        <p:spPr>
          <a:xfrm>
            <a:off x="4288341" y="1392290"/>
            <a:ext cx="1184700" cy="0"/>
          </a:xfrm>
          <a:prstGeom prst="straightConnector1">
            <a:avLst/>
          </a:prstGeom>
          <a:noFill/>
          <a:ln w="9525" cap="flat" cmpd="sng">
            <a:solidFill>
              <a:srgbClr val="000000"/>
            </a:solidFill>
            <a:prstDash val="solid"/>
            <a:miter lim="400000"/>
            <a:headEnd type="none" w="sm" len="sm"/>
            <a:tailEnd type="none" w="sm" len="sm"/>
          </a:ln>
        </p:spPr>
      </p:cxnSp>
      <p:sp>
        <p:nvSpPr>
          <p:cNvPr id="80" name="Google Shape;388;p45">
            <a:extLst>
              <a:ext uri="{FF2B5EF4-FFF2-40B4-BE49-F238E27FC236}">
                <a16:creationId xmlns:a16="http://schemas.microsoft.com/office/drawing/2014/main" id="{28845937-7091-49CF-8F6D-73D8DECCAD8C}"/>
              </a:ext>
            </a:extLst>
          </p:cNvPr>
          <p:cNvSpPr txBox="1"/>
          <p:nvPr/>
        </p:nvSpPr>
        <p:spPr>
          <a:xfrm>
            <a:off x="5812348" y="938900"/>
            <a:ext cx="1288768" cy="45339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300"/>
              <a:buFont typeface="Helvetica Neue"/>
              <a:buNone/>
            </a:pPr>
            <a:endParaRPr sz="1500" b="1" dirty="0">
              <a:solidFill>
                <a:srgbClr val="008598"/>
              </a:solidFill>
              <a:latin typeface="Spectral"/>
              <a:ea typeface="Spectral"/>
              <a:cs typeface="Spectral"/>
              <a:sym typeface="Spectral"/>
            </a:endParaRPr>
          </a:p>
          <a:p>
            <a:pPr marL="0" marR="0" lvl="0" indent="0" algn="l" rtl="0">
              <a:lnSpc>
                <a:spcPct val="100000"/>
              </a:lnSpc>
              <a:spcBef>
                <a:spcPts val="0"/>
              </a:spcBef>
              <a:spcAft>
                <a:spcPts val="0"/>
              </a:spcAft>
              <a:buClr>
                <a:srgbClr val="000000"/>
              </a:buClr>
              <a:buSzPts val="3300"/>
              <a:buFont typeface="Helvetica Neue"/>
              <a:buNone/>
            </a:pPr>
            <a:r>
              <a:rPr lang="pt-BR" sz="1500" b="1" dirty="0">
                <a:solidFill>
                  <a:srgbClr val="008598"/>
                </a:solidFill>
                <a:latin typeface="Spectral"/>
                <a:ea typeface="Spectral"/>
                <a:cs typeface="Spectral"/>
                <a:sym typeface="Spectral"/>
              </a:rPr>
              <a:t>ROAS (Mídia)</a:t>
            </a:r>
            <a:endParaRPr sz="1500" dirty="0">
              <a:solidFill>
                <a:srgbClr val="008598"/>
              </a:solidFill>
              <a:latin typeface="Spectral"/>
              <a:ea typeface="Spectral"/>
              <a:cs typeface="Spectral"/>
              <a:sym typeface="Spectral"/>
            </a:endParaRPr>
          </a:p>
        </p:txBody>
      </p:sp>
      <p:cxnSp>
        <p:nvCxnSpPr>
          <p:cNvPr id="81" name="Google Shape;389;p45">
            <a:extLst>
              <a:ext uri="{FF2B5EF4-FFF2-40B4-BE49-F238E27FC236}">
                <a16:creationId xmlns:a16="http://schemas.microsoft.com/office/drawing/2014/main" id="{ED8EED26-2F04-49D8-846B-674EF8CEA8C4}"/>
              </a:ext>
            </a:extLst>
          </p:cNvPr>
          <p:cNvCxnSpPr/>
          <p:nvPr/>
        </p:nvCxnSpPr>
        <p:spPr>
          <a:xfrm>
            <a:off x="5812341" y="1392290"/>
            <a:ext cx="1184700" cy="0"/>
          </a:xfrm>
          <a:prstGeom prst="straightConnector1">
            <a:avLst/>
          </a:prstGeom>
          <a:noFill/>
          <a:ln w="9525" cap="flat" cmpd="sng">
            <a:solidFill>
              <a:srgbClr val="000000"/>
            </a:solidFill>
            <a:prstDash val="solid"/>
            <a:miter lim="400000"/>
            <a:headEnd type="none" w="sm" len="sm"/>
            <a:tailEnd type="none" w="sm" len="sm"/>
          </a:ln>
        </p:spPr>
      </p:cxnSp>
      <p:sp>
        <p:nvSpPr>
          <p:cNvPr id="82" name="Google Shape;390;p45">
            <a:extLst>
              <a:ext uri="{FF2B5EF4-FFF2-40B4-BE49-F238E27FC236}">
                <a16:creationId xmlns:a16="http://schemas.microsoft.com/office/drawing/2014/main" id="{8EAA6C7A-368F-4F5B-8186-327500C83EC5}"/>
              </a:ext>
            </a:extLst>
          </p:cNvPr>
          <p:cNvSpPr txBox="1"/>
          <p:nvPr/>
        </p:nvSpPr>
        <p:spPr>
          <a:xfrm>
            <a:off x="7296436" y="938900"/>
            <a:ext cx="1288768" cy="446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300"/>
              <a:buFont typeface="Helvetica Neue"/>
              <a:buNone/>
            </a:pPr>
            <a:endParaRPr sz="1500" b="1" dirty="0">
              <a:solidFill>
                <a:srgbClr val="008598"/>
              </a:solidFill>
              <a:latin typeface="Spectral"/>
              <a:ea typeface="Spectral"/>
              <a:cs typeface="Spectral"/>
              <a:sym typeface="Spectral"/>
            </a:endParaRPr>
          </a:p>
          <a:p>
            <a:pPr marL="0" marR="0" lvl="0" indent="0" algn="l" rtl="0">
              <a:lnSpc>
                <a:spcPct val="100000"/>
              </a:lnSpc>
              <a:spcBef>
                <a:spcPts val="0"/>
              </a:spcBef>
              <a:spcAft>
                <a:spcPts val="0"/>
              </a:spcAft>
              <a:buClr>
                <a:srgbClr val="000000"/>
              </a:buClr>
              <a:buSzPts val="3300"/>
              <a:buFont typeface="Helvetica Neue"/>
              <a:buNone/>
            </a:pPr>
            <a:r>
              <a:rPr lang="pt-BR" sz="1500" b="1" dirty="0">
                <a:solidFill>
                  <a:srgbClr val="008598"/>
                </a:solidFill>
                <a:latin typeface="Spectral"/>
                <a:ea typeface="Spectral"/>
                <a:cs typeface="Spectral"/>
                <a:sym typeface="Spectral"/>
              </a:rPr>
              <a:t>Partic. Mídia</a:t>
            </a:r>
            <a:endParaRPr sz="1500" dirty="0">
              <a:solidFill>
                <a:srgbClr val="008598"/>
              </a:solidFill>
              <a:latin typeface="Spectral"/>
              <a:ea typeface="Spectral"/>
              <a:cs typeface="Spectral"/>
              <a:sym typeface="Spectral"/>
            </a:endParaRPr>
          </a:p>
        </p:txBody>
      </p:sp>
      <p:cxnSp>
        <p:nvCxnSpPr>
          <p:cNvPr id="83" name="Google Shape;391;p45">
            <a:extLst>
              <a:ext uri="{FF2B5EF4-FFF2-40B4-BE49-F238E27FC236}">
                <a16:creationId xmlns:a16="http://schemas.microsoft.com/office/drawing/2014/main" id="{28189758-C137-4389-B67D-87E8E8A3ED32}"/>
              </a:ext>
            </a:extLst>
          </p:cNvPr>
          <p:cNvCxnSpPr/>
          <p:nvPr/>
        </p:nvCxnSpPr>
        <p:spPr>
          <a:xfrm>
            <a:off x="7296429" y="1392290"/>
            <a:ext cx="1184700" cy="0"/>
          </a:xfrm>
          <a:prstGeom prst="straightConnector1">
            <a:avLst/>
          </a:prstGeom>
          <a:noFill/>
          <a:ln w="9525" cap="flat" cmpd="sng">
            <a:solidFill>
              <a:srgbClr val="000000"/>
            </a:solidFill>
            <a:prstDash val="solid"/>
            <a:miter lim="400000"/>
            <a:headEnd type="none" w="sm" len="sm"/>
            <a:tailEnd type="none" w="sm" len="sm"/>
          </a:ln>
        </p:spPr>
      </p:cxnSp>
      <p:sp>
        <p:nvSpPr>
          <p:cNvPr id="84" name="Google Shape;392;p45">
            <a:extLst>
              <a:ext uri="{FF2B5EF4-FFF2-40B4-BE49-F238E27FC236}">
                <a16:creationId xmlns:a16="http://schemas.microsoft.com/office/drawing/2014/main" id="{8A75212D-C5A2-4372-BCD9-A624BD3DC919}"/>
              </a:ext>
            </a:extLst>
          </p:cNvPr>
          <p:cNvSpPr/>
          <p:nvPr/>
        </p:nvSpPr>
        <p:spPr>
          <a:xfrm>
            <a:off x="5812346" y="1845200"/>
            <a:ext cx="1184700" cy="174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00"/>
          </a:p>
        </p:txBody>
      </p:sp>
      <p:sp>
        <p:nvSpPr>
          <p:cNvPr id="85" name="Google Shape;393;p45">
            <a:extLst>
              <a:ext uri="{FF2B5EF4-FFF2-40B4-BE49-F238E27FC236}">
                <a16:creationId xmlns:a16="http://schemas.microsoft.com/office/drawing/2014/main" id="{C75678BF-4FDF-4C84-82E0-4123E809A7FA}"/>
              </a:ext>
            </a:extLst>
          </p:cNvPr>
          <p:cNvSpPr/>
          <p:nvPr/>
        </p:nvSpPr>
        <p:spPr>
          <a:xfrm>
            <a:off x="4288346" y="1845200"/>
            <a:ext cx="1184700" cy="174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00"/>
          </a:p>
        </p:txBody>
      </p:sp>
      <p:sp>
        <p:nvSpPr>
          <p:cNvPr id="86" name="Google Shape;394;p45">
            <a:extLst>
              <a:ext uri="{FF2B5EF4-FFF2-40B4-BE49-F238E27FC236}">
                <a16:creationId xmlns:a16="http://schemas.microsoft.com/office/drawing/2014/main" id="{1C77EC1F-42AC-42E0-B2A8-C4B13339F248}"/>
              </a:ext>
            </a:extLst>
          </p:cNvPr>
          <p:cNvSpPr/>
          <p:nvPr/>
        </p:nvSpPr>
        <p:spPr>
          <a:xfrm>
            <a:off x="2844174" y="1845200"/>
            <a:ext cx="1184700" cy="174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00"/>
          </a:p>
        </p:txBody>
      </p:sp>
      <p:sp>
        <p:nvSpPr>
          <p:cNvPr id="87" name="Google Shape;395;p45">
            <a:extLst>
              <a:ext uri="{FF2B5EF4-FFF2-40B4-BE49-F238E27FC236}">
                <a16:creationId xmlns:a16="http://schemas.microsoft.com/office/drawing/2014/main" id="{8F506FD7-A2B1-40EE-BECF-B963D7000C41}"/>
              </a:ext>
            </a:extLst>
          </p:cNvPr>
          <p:cNvSpPr/>
          <p:nvPr/>
        </p:nvSpPr>
        <p:spPr>
          <a:xfrm>
            <a:off x="1243974" y="1845200"/>
            <a:ext cx="1184700" cy="174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00"/>
          </a:p>
        </p:txBody>
      </p:sp>
      <p:sp>
        <p:nvSpPr>
          <p:cNvPr id="93" name="Google Shape;401;p45">
            <a:extLst>
              <a:ext uri="{FF2B5EF4-FFF2-40B4-BE49-F238E27FC236}">
                <a16:creationId xmlns:a16="http://schemas.microsoft.com/office/drawing/2014/main" id="{17EEBCEE-D5E0-4CC4-80D0-9670270C9244}"/>
              </a:ext>
            </a:extLst>
          </p:cNvPr>
          <p:cNvSpPr txBox="1"/>
          <p:nvPr/>
        </p:nvSpPr>
        <p:spPr>
          <a:xfrm>
            <a:off x="-23637" y="2244700"/>
            <a:ext cx="1237387" cy="446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200" b="1" dirty="0">
                <a:solidFill>
                  <a:srgbClr val="666666"/>
                </a:solidFill>
                <a:latin typeface="Montserrat"/>
                <a:ea typeface="Montserrat"/>
                <a:cs typeface="Montserrat"/>
                <a:sym typeface="Montserrat"/>
              </a:rPr>
              <a:t>Realizado</a:t>
            </a:r>
            <a:endParaRPr sz="1200" b="1" dirty="0">
              <a:solidFill>
                <a:srgbClr val="666666"/>
              </a:solidFill>
              <a:latin typeface="Montserrat"/>
              <a:ea typeface="Montserrat"/>
              <a:cs typeface="Montserrat"/>
              <a:sym typeface="Montserrat"/>
            </a:endParaRPr>
          </a:p>
        </p:txBody>
      </p:sp>
      <p:sp>
        <p:nvSpPr>
          <p:cNvPr id="96" name="Google Shape;404;p45">
            <a:extLst>
              <a:ext uri="{FF2B5EF4-FFF2-40B4-BE49-F238E27FC236}">
                <a16:creationId xmlns:a16="http://schemas.microsoft.com/office/drawing/2014/main" id="{1A13A8E8-52B8-4A5D-AA80-25DBEA97AA73}"/>
              </a:ext>
            </a:extLst>
          </p:cNvPr>
          <p:cNvSpPr txBox="1"/>
          <p:nvPr/>
        </p:nvSpPr>
        <p:spPr>
          <a:xfrm>
            <a:off x="1269851" y="2607200"/>
            <a:ext cx="1353600" cy="174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300"/>
              <a:buFont typeface="Helvetica Neue"/>
              <a:buNone/>
            </a:pPr>
            <a:r>
              <a:rPr lang="pt-BR" sz="1000" b="1" dirty="0">
                <a:solidFill>
                  <a:srgbClr val="FF0000"/>
                </a:solidFill>
                <a:latin typeface="Spectral"/>
                <a:ea typeface="Spectral"/>
                <a:cs typeface="Spectral"/>
                <a:sym typeface="Spectral"/>
              </a:rPr>
              <a:t>-3%</a:t>
            </a:r>
            <a:endParaRPr sz="1000" dirty="0">
              <a:solidFill>
                <a:srgbClr val="FF0000"/>
              </a:solidFill>
              <a:latin typeface="Spectral"/>
              <a:ea typeface="Spectral"/>
              <a:cs typeface="Spectral"/>
              <a:sym typeface="Spectral"/>
            </a:endParaRPr>
          </a:p>
        </p:txBody>
      </p:sp>
      <p:graphicFrame>
        <p:nvGraphicFramePr>
          <p:cNvPr id="97" name="Google Shape;407;p45">
            <a:extLst>
              <a:ext uri="{FF2B5EF4-FFF2-40B4-BE49-F238E27FC236}">
                <a16:creationId xmlns:a16="http://schemas.microsoft.com/office/drawing/2014/main" id="{CC310B8D-E9FE-4688-B1C0-B8D2E946F510}"/>
              </a:ext>
            </a:extLst>
          </p:cNvPr>
          <p:cNvGraphicFramePr/>
          <p:nvPr>
            <p:extLst>
              <p:ext uri="{D42A27DB-BD31-4B8C-83A1-F6EECF244321}">
                <p14:modId xmlns:p14="http://schemas.microsoft.com/office/powerpoint/2010/main" val="351869854"/>
              </p:ext>
            </p:extLst>
          </p:nvPr>
        </p:nvGraphicFramePr>
        <p:xfrm>
          <a:off x="1213752" y="1708950"/>
          <a:ext cx="1291122" cy="297180"/>
        </p:xfrm>
        <a:graphic>
          <a:graphicData uri="http://schemas.openxmlformats.org/drawingml/2006/table">
            <a:tbl>
              <a:tblPr>
                <a:noFill/>
              </a:tblPr>
              <a:tblGrid>
                <a:gridCol w="1086324">
                  <a:extLst>
                    <a:ext uri="{9D8B030D-6E8A-4147-A177-3AD203B41FA5}">
                      <a16:colId xmlns:a16="http://schemas.microsoft.com/office/drawing/2014/main" val="20000"/>
                    </a:ext>
                  </a:extLst>
                </a:gridCol>
                <a:gridCol w="204798">
                  <a:extLst>
                    <a:ext uri="{9D8B030D-6E8A-4147-A177-3AD203B41FA5}">
                      <a16:colId xmlns:a16="http://schemas.microsoft.com/office/drawing/2014/main" val="20001"/>
                    </a:ext>
                  </a:extLst>
                </a:gridCol>
              </a:tblGrid>
              <a:tr h="200025">
                <a:tc>
                  <a:txBody>
                    <a:bodyPr/>
                    <a:lstStyle/>
                    <a:p>
                      <a:pPr marL="0" marR="0" lvl="0" indent="0" algn="l" rtl="0">
                        <a:lnSpc>
                          <a:spcPct val="100000"/>
                        </a:lnSpc>
                        <a:spcBef>
                          <a:spcPts val="0"/>
                        </a:spcBef>
                        <a:spcAft>
                          <a:spcPts val="0"/>
                        </a:spcAft>
                        <a:buNone/>
                      </a:pPr>
                      <a:r>
                        <a:rPr lang="pt-BR" sz="1700" b="1" dirty="0">
                          <a:solidFill>
                            <a:srgbClr val="666666"/>
                          </a:solidFill>
                          <a:latin typeface="Montserrat"/>
                          <a:ea typeface="Montserrat"/>
                          <a:cs typeface="Montserrat"/>
                          <a:sym typeface="Montserrat"/>
                        </a:rPr>
                        <a:t>R$ 2.1 M</a:t>
                      </a:r>
                      <a:endParaRPr sz="1700" dirty="0"/>
                    </a:p>
                  </a:txBody>
                  <a:tcPr marL="28575" marR="28575" marT="19050" marB="19050" anchor="b">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dirty="0"/>
                    </a:p>
                  </a:txBody>
                  <a:tcPr marL="28575" marR="28575" marT="19050" marB="19050" anchor="b">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98" name="Google Shape;408;p45">
            <a:extLst>
              <a:ext uri="{FF2B5EF4-FFF2-40B4-BE49-F238E27FC236}">
                <a16:creationId xmlns:a16="http://schemas.microsoft.com/office/drawing/2014/main" id="{62307218-438E-48C5-9826-F43E682524CA}"/>
              </a:ext>
            </a:extLst>
          </p:cNvPr>
          <p:cNvGraphicFramePr/>
          <p:nvPr>
            <p:extLst>
              <p:ext uri="{D42A27DB-BD31-4B8C-83A1-F6EECF244321}">
                <p14:modId xmlns:p14="http://schemas.microsoft.com/office/powerpoint/2010/main" val="94840353"/>
              </p:ext>
            </p:extLst>
          </p:nvPr>
        </p:nvGraphicFramePr>
        <p:xfrm>
          <a:off x="4235143" y="1715935"/>
          <a:ext cx="1263456" cy="297180"/>
        </p:xfrm>
        <a:graphic>
          <a:graphicData uri="http://schemas.openxmlformats.org/drawingml/2006/table">
            <a:tbl>
              <a:tblPr>
                <a:noFill/>
              </a:tblPr>
              <a:tblGrid>
                <a:gridCol w="1063047">
                  <a:extLst>
                    <a:ext uri="{9D8B030D-6E8A-4147-A177-3AD203B41FA5}">
                      <a16:colId xmlns:a16="http://schemas.microsoft.com/office/drawing/2014/main" val="20000"/>
                    </a:ext>
                  </a:extLst>
                </a:gridCol>
                <a:gridCol w="200409">
                  <a:extLst>
                    <a:ext uri="{9D8B030D-6E8A-4147-A177-3AD203B41FA5}">
                      <a16:colId xmlns:a16="http://schemas.microsoft.com/office/drawing/2014/main" val="20001"/>
                    </a:ext>
                  </a:extLst>
                </a:gridCol>
              </a:tblGrid>
              <a:tr h="200025">
                <a:tc>
                  <a:txBody>
                    <a:bodyPr/>
                    <a:lstStyle/>
                    <a:p>
                      <a:pPr marL="0" marR="0" lvl="0" indent="0" algn="l" rtl="0">
                        <a:lnSpc>
                          <a:spcPct val="100000"/>
                        </a:lnSpc>
                        <a:spcBef>
                          <a:spcPts val="0"/>
                        </a:spcBef>
                        <a:spcAft>
                          <a:spcPts val="0"/>
                        </a:spcAft>
                        <a:buNone/>
                      </a:pPr>
                      <a:r>
                        <a:rPr lang="pt-BR" sz="1700" b="1" dirty="0">
                          <a:solidFill>
                            <a:srgbClr val="666666"/>
                          </a:solidFill>
                          <a:latin typeface="Montserrat"/>
                          <a:ea typeface="Montserrat"/>
                          <a:cs typeface="Montserrat"/>
                          <a:sym typeface="Montserrat"/>
                        </a:rPr>
                        <a:t>R$ 6.6 M</a:t>
                      </a:r>
                      <a:endParaRPr lang="pt-BR" sz="1700" dirty="0"/>
                    </a:p>
                  </a:txBody>
                  <a:tcPr marL="28575" marR="28575" marT="19050" marB="19050" anchor="b">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dirty="0"/>
                    </a:p>
                  </a:txBody>
                  <a:tcPr marL="28575" marR="28575" marT="19050" marB="19050" anchor="b">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99" name="Google Shape;409;p45">
            <a:extLst>
              <a:ext uri="{FF2B5EF4-FFF2-40B4-BE49-F238E27FC236}">
                <a16:creationId xmlns:a16="http://schemas.microsoft.com/office/drawing/2014/main" id="{250E8A18-2035-4658-BC87-387FD64EC259}"/>
              </a:ext>
            </a:extLst>
          </p:cNvPr>
          <p:cNvGraphicFramePr/>
          <p:nvPr>
            <p:extLst>
              <p:ext uri="{D42A27DB-BD31-4B8C-83A1-F6EECF244321}">
                <p14:modId xmlns:p14="http://schemas.microsoft.com/office/powerpoint/2010/main" val="3851146267"/>
              </p:ext>
            </p:extLst>
          </p:nvPr>
        </p:nvGraphicFramePr>
        <p:xfrm>
          <a:off x="5812337" y="1708950"/>
          <a:ext cx="729973" cy="297180"/>
        </p:xfrm>
        <a:graphic>
          <a:graphicData uri="http://schemas.openxmlformats.org/drawingml/2006/table">
            <a:tbl>
              <a:tblPr>
                <a:noFill/>
              </a:tblPr>
              <a:tblGrid>
                <a:gridCol w="614185">
                  <a:extLst>
                    <a:ext uri="{9D8B030D-6E8A-4147-A177-3AD203B41FA5}">
                      <a16:colId xmlns:a16="http://schemas.microsoft.com/office/drawing/2014/main" val="20000"/>
                    </a:ext>
                  </a:extLst>
                </a:gridCol>
                <a:gridCol w="115788">
                  <a:extLst>
                    <a:ext uri="{9D8B030D-6E8A-4147-A177-3AD203B41FA5}">
                      <a16:colId xmlns:a16="http://schemas.microsoft.com/office/drawing/2014/main" val="20001"/>
                    </a:ext>
                  </a:extLst>
                </a:gridCol>
              </a:tblGrid>
              <a:tr h="200025">
                <a:tc>
                  <a:txBody>
                    <a:bodyPr/>
                    <a:lstStyle/>
                    <a:p>
                      <a:pPr marL="0" marR="0" lvl="0" indent="0" algn="l" rtl="0">
                        <a:lnSpc>
                          <a:spcPct val="100000"/>
                        </a:lnSpc>
                        <a:spcBef>
                          <a:spcPts val="0"/>
                        </a:spcBef>
                        <a:spcAft>
                          <a:spcPts val="0"/>
                        </a:spcAft>
                        <a:buNone/>
                      </a:pPr>
                      <a:r>
                        <a:rPr lang="pt-BR" sz="1700" b="1" dirty="0">
                          <a:solidFill>
                            <a:srgbClr val="666666"/>
                          </a:solidFill>
                          <a:latin typeface="Montserrat"/>
                          <a:ea typeface="Montserrat"/>
                          <a:cs typeface="Montserrat"/>
                          <a:sym typeface="Montserrat"/>
                        </a:rPr>
                        <a:t>3,1</a:t>
                      </a:r>
                      <a:endParaRPr sz="1700" dirty="0"/>
                    </a:p>
                  </a:txBody>
                  <a:tcPr marL="28575" marR="28575" marT="19050" marB="19050" anchor="b">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dirty="0"/>
                    </a:p>
                  </a:txBody>
                  <a:tcPr marL="28575" marR="28575" marT="19050" marB="19050" anchor="b">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00" name="Google Shape;410;p45">
            <a:extLst>
              <a:ext uri="{FF2B5EF4-FFF2-40B4-BE49-F238E27FC236}">
                <a16:creationId xmlns:a16="http://schemas.microsoft.com/office/drawing/2014/main" id="{906B3A63-2298-4689-94D2-0FF49B1AD13D}"/>
              </a:ext>
            </a:extLst>
          </p:cNvPr>
          <p:cNvGraphicFramePr/>
          <p:nvPr>
            <p:extLst>
              <p:ext uri="{D42A27DB-BD31-4B8C-83A1-F6EECF244321}">
                <p14:modId xmlns:p14="http://schemas.microsoft.com/office/powerpoint/2010/main" val="1623194907"/>
              </p:ext>
            </p:extLst>
          </p:nvPr>
        </p:nvGraphicFramePr>
        <p:xfrm>
          <a:off x="7296428" y="1708950"/>
          <a:ext cx="1056546" cy="297180"/>
        </p:xfrm>
        <a:graphic>
          <a:graphicData uri="http://schemas.openxmlformats.org/drawingml/2006/table">
            <a:tbl>
              <a:tblPr>
                <a:noFill/>
              </a:tblPr>
              <a:tblGrid>
                <a:gridCol w="888956">
                  <a:extLst>
                    <a:ext uri="{9D8B030D-6E8A-4147-A177-3AD203B41FA5}">
                      <a16:colId xmlns:a16="http://schemas.microsoft.com/office/drawing/2014/main" val="20000"/>
                    </a:ext>
                  </a:extLst>
                </a:gridCol>
                <a:gridCol w="167590">
                  <a:extLst>
                    <a:ext uri="{9D8B030D-6E8A-4147-A177-3AD203B41FA5}">
                      <a16:colId xmlns:a16="http://schemas.microsoft.com/office/drawing/2014/main" val="20001"/>
                    </a:ext>
                  </a:extLst>
                </a:gridCol>
              </a:tblGrid>
              <a:tr h="200025">
                <a:tc>
                  <a:txBody>
                    <a:bodyPr/>
                    <a:lstStyle/>
                    <a:p>
                      <a:pPr marL="0" marR="0" lvl="0" indent="0" algn="l" rtl="0">
                        <a:lnSpc>
                          <a:spcPct val="100000"/>
                        </a:lnSpc>
                        <a:spcBef>
                          <a:spcPts val="0"/>
                        </a:spcBef>
                        <a:spcAft>
                          <a:spcPts val="0"/>
                        </a:spcAft>
                        <a:buNone/>
                      </a:pPr>
                      <a:r>
                        <a:rPr lang="pt-BR" sz="1700" b="1" dirty="0">
                          <a:solidFill>
                            <a:srgbClr val="666666"/>
                          </a:solidFill>
                          <a:latin typeface="Montserrat"/>
                          <a:ea typeface="Montserrat"/>
                          <a:cs typeface="Montserrat"/>
                          <a:sym typeface="Montserrat"/>
                        </a:rPr>
                        <a:t>42,00%</a:t>
                      </a:r>
                      <a:endParaRPr lang="pt-BR" sz="1700" dirty="0"/>
                    </a:p>
                  </a:txBody>
                  <a:tcPr marL="28575" marR="28575" marT="19050" marB="19050" anchor="b">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dirty="0"/>
                    </a:p>
                  </a:txBody>
                  <a:tcPr marL="28575" marR="28575" marT="19050" marB="19050" anchor="b">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01" name="Google Shape;411;p45">
            <a:extLst>
              <a:ext uri="{FF2B5EF4-FFF2-40B4-BE49-F238E27FC236}">
                <a16:creationId xmlns:a16="http://schemas.microsoft.com/office/drawing/2014/main" id="{FF7DEA18-347E-4FF3-94BC-A98653661194}"/>
              </a:ext>
            </a:extLst>
          </p:cNvPr>
          <p:cNvGraphicFramePr/>
          <p:nvPr>
            <p:extLst>
              <p:ext uri="{D42A27DB-BD31-4B8C-83A1-F6EECF244321}">
                <p14:modId xmlns:p14="http://schemas.microsoft.com/office/powerpoint/2010/main" val="1704848410"/>
              </p:ext>
            </p:extLst>
          </p:nvPr>
        </p:nvGraphicFramePr>
        <p:xfrm>
          <a:off x="2804151" y="1708950"/>
          <a:ext cx="1358584" cy="297180"/>
        </p:xfrm>
        <a:graphic>
          <a:graphicData uri="http://schemas.openxmlformats.org/drawingml/2006/table">
            <a:tbl>
              <a:tblPr>
                <a:noFill/>
              </a:tblPr>
              <a:tblGrid>
                <a:gridCol w="1143085">
                  <a:extLst>
                    <a:ext uri="{9D8B030D-6E8A-4147-A177-3AD203B41FA5}">
                      <a16:colId xmlns:a16="http://schemas.microsoft.com/office/drawing/2014/main" val="20000"/>
                    </a:ext>
                  </a:extLst>
                </a:gridCol>
                <a:gridCol w="215499">
                  <a:extLst>
                    <a:ext uri="{9D8B030D-6E8A-4147-A177-3AD203B41FA5}">
                      <a16:colId xmlns:a16="http://schemas.microsoft.com/office/drawing/2014/main" val="20001"/>
                    </a:ext>
                  </a:extLst>
                </a:gridCol>
              </a:tblGrid>
              <a:tr h="200025">
                <a:tc>
                  <a:txBody>
                    <a:bodyPr/>
                    <a:lstStyle/>
                    <a:p>
                      <a:pPr marL="0" marR="0" lvl="0" indent="0" algn="l" rtl="0">
                        <a:lnSpc>
                          <a:spcPct val="100000"/>
                        </a:lnSpc>
                        <a:spcBef>
                          <a:spcPts val="0"/>
                        </a:spcBef>
                        <a:spcAft>
                          <a:spcPts val="0"/>
                        </a:spcAft>
                        <a:buNone/>
                      </a:pPr>
                      <a:r>
                        <a:rPr lang="pt-BR" sz="1700" b="1" dirty="0">
                          <a:solidFill>
                            <a:srgbClr val="666666"/>
                          </a:solidFill>
                          <a:latin typeface="Montserrat"/>
                          <a:ea typeface="Montserrat"/>
                          <a:cs typeface="Montserrat"/>
                          <a:sym typeface="Montserrat"/>
                        </a:rPr>
                        <a:t>R$ 15.6 M</a:t>
                      </a:r>
                      <a:endParaRPr lang="pt-BR" sz="1700" dirty="0"/>
                    </a:p>
                  </a:txBody>
                  <a:tcPr marL="28575" marR="28575" marT="19050" marB="19050" anchor="b">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dirty="0"/>
                    </a:p>
                  </a:txBody>
                  <a:tcPr marL="28575" marR="28575" marT="19050" marB="19050" anchor="b">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07" name="Google Shape;417;p45">
            <a:extLst>
              <a:ext uri="{FF2B5EF4-FFF2-40B4-BE49-F238E27FC236}">
                <a16:creationId xmlns:a16="http://schemas.microsoft.com/office/drawing/2014/main" id="{81BCFA92-84E4-466F-A02A-EE52730CDD66}"/>
              </a:ext>
            </a:extLst>
          </p:cNvPr>
          <p:cNvSpPr txBox="1"/>
          <p:nvPr/>
        </p:nvSpPr>
        <p:spPr>
          <a:xfrm>
            <a:off x="241151" y="1711300"/>
            <a:ext cx="1353600" cy="44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200" b="1" dirty="0">
                <a:solidFill>
                  <a:srgbClr val="666666"/>
                </a:solidFill>
                <a:latin typeface="Montserrat"/>
                <a:ea typeface="Montserrat"/>
                <a:cs typeface="Montserrat"/>
                <a:sym typeface="Montserrat"/>
              </a:rPr>
              <a:t>Planejado</a:t>
            </a:r>
            <a:endParaRPr sz="1200" b="1" dirty="0">
              <a:solidFill>
                <a:srgbClr val="666666"/>
              </a:solidFill>
              <a:latin typeface="Montserrat"/>
              <a:ea typeface="Montserrat"/>
              <a:cs typeface="Montserrat"/>
              <a:sym typeface="Montserrat"/>
            </a:endParaRPr>
          </a:p>
        </p:txBody>
      </p:sp>
      <p:sp>
        <p:nvSpPr>
          <p:cNvPr id="108" name="Google Shape;381;p45">
            <a:extLst>
              <a:ext uri="{FF2B5EF4-FFF2-40B4-BE49-F238E27FC236}">
                <a16:creationId xmlns:a16="http://schemas.microsoft.com/office/drawing/2014/main" id="{E3F9A0C5-EEAE-45C5-AC50-D96311950E1F}"/>
              </a:ext>
            </a:extLst>
          </p:cNvPr>
          <p:cNvSpPr/>
          <p:nvPr/>
        </p:nvSpPr>
        <p:spPr>
          <a:xfrm>
            <a:off x="7296429" y="2346027"/>
            <a:ext cx="1184700" cy="174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00"/>
          </a:p>
        </p:txBody>
      </p:sp>
      <p:sp>
        <p:nvSpPr>
          <p:cNvPr id="109" name="Google Shape;392;p45">
            <a:extLst>
              <a:ext uri="{FF2B5EF4-FFF2-40B4-BE49-F238E27FC236}">
                <a16:creationId xmlns:a16="http://schemas.microsoft.com/office/drawing/2014/main" id="{F96D524A-309C-42F7-8609-7E6E366B8942}"/>
              </a:ext>
            </a:extLst>
          </p:cNvPr>
          <p:cNvSpPr/>
          <p:nvPr/>
        </p:nvSpPr>
        <p:spPr>
          <a:xfrm>
            <a:off x="5797991" y="2346027"/>
            <a:ext cx="1184700" cy="174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00"/>
          </a:p>
        </p:txBody>
      </p:sp>
      <p:sp>
        <p:nvSpPr>
          <p:cNvPr id="110" name="Google Shape;393;p45">
            <a:extLst>
              <a:ext uri="{FF2B5EF4-FFF2-40B4-BE49-F238E27FC236}">
                <a16:creationId xmlns:a16="http://schemas.microsoft.com/office/drawing/2014/main" id="{4C729489-B287-48F4-A248-5924E86E4461}"/>
              </a:ext>
            </a:extLst>
          </p:cNvPr>
          <p:cNvSpPr/>
          <p:nvPr/>
        </p:nvSpPr>
        <p:spPr>
          <a:xfrm>
            <a:off x="4273991" y="2346027"/>
            <a:ext cx="1184700" cy="174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00"/>
          </a:p>
        </p:txBody>
      </p:sp>
      <p:sp>
        <p:nvSpPr>
          <p:cNvPr id="111" name="Google Shape;394;p45">
            <a:extLst>
              <a:ext uri="{FF2B5EF4-FFF2-40B4-BE49-F238E27FC236}">
                <a16:creationId xmlns:a16="http://schemas.microsoft.com/office/drawing/2014/main" id="{7707D99B-55DD-4131-BF85-0DA4F35E8D35}"/>
              </a:ext>
            </a:extLst>
          </p:cNvPr>
          <p:cNvSpPr/>
          <p:nvPr/>
        </p:nvSpPr>
        <p:spPr>
          <a:xfrm>
            <a:off x="2829819" y="2346027"/>
            <a:ext cx="1184700" cy="174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00"/>
          </a:p>
        </p:txBody>
      </p:sp>
      <p:sp>
        <p:nvSpPr>
          <p:cNvPr id="112" name="Google Shape;395;p45">
            <a:extLst>
              <a:ext uri="{FF2B5EF4-FFF2-40B4-BE49-F238E27FC236}">
                <a16:creationId xmlns:a16="http://schemas.microsoft.com/office/drawing/2014/main" id="{F12CF964-4EE4-436A-9278-F21BE5A1E30C}"/>
              </a:ext>
            </a:extLst>
          </p:cNvPr>
          <p:cNvSpPr/>
          <p:nvPr/>
        </p:nvSpPr>
        <p:spPr>
          <a:xfrm>
            <a:off x="1229619" y="2346027"/>
            <a:ext cx="1184700" cy="174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00"/>
          </a:p>
        </p:txBody>
      </p:sp>
      <p:graphicFrame>
        <p:nvGraphicFramePr>
          <p:cNvPr id="113" name="Google Shape;407;p45">
            <a:extLst>
              <a:ext uri="{FF2B5EF4-FFF2-40B4-BE49-F238E27FC236}">
                <a16:creationId xmlns:a16="http://schemas.microsoft.com/office/drawing/2014/main" id="{5A8C776D-FE87-49E3-95FA-119F7E5C0DC6}"/>
              </a:ext>
            </a:extLst>
          </p:cNvPr>
          <p:cNvGraphicFramePr/>
          <p:nvPr>
            <p:extLst>
              <p:ext uri="{D42A27DB-BD31-4B8C-83A1-F6EECF244321}">
                <p14:modId xmlns:p14="http://schemas.microsoft.com/office/powerpoint/2010/main" val="3754396572"/>
              </p:ext>
            </p:extLst>
          </p:nvPr>
        </p:nvGraphicFramePr>
        <p:xfrm>
          <a:off x="1199396" y="2209777"/>
          <a:ext cx="1276661" cy="297180"/>
        </p:xfrm>
        <a:graphic>
          <a:graphicData uri="http://schemas.openxmlformats.org/drawingml/2006/table">
            <a:tbl>
              <a:tblPr>
                <a:noFill/>
              </a:tblPr>
              <a:tblGrid>
                <a:gridCol w="1074157">
                  <a:extLst>
                    <a:ext uri="{9D8B030D-6E8A-4147-A177-3AD203B41FA5}">
                      <a16:colId xmlns:a16="http://schemas.microsoft.com/office/drawing/2014/main" val="20000"/>
                    </a:ext>
                  </a:extLst>
                </a:gridCol>
                <a:gridCol w="202504">
                  <a:extLst>
                    <a:ext uri="{9D8B030D-6E8A-4147-A177-3AD203B41FA5}">
                      <a16:colId xmlns:a16="http://schemas.microsoft.com/office/drawing/2014/main" val="20001"/>
                    </a:ext>
                  </a:extLst>
                </a:gridCol>
              </a:tblGrid>
              <a:tr h="200025">
                <a:tc>
                  <a:txBody>
                    <a:bodyPr/>
                    <a:lstStyle/>
                    <a:p>
                      <a:pPr marL="0" marR="0" lvl="0" indent="0" algn="l" rtl="0">
                        <a:lnSpc>
                          <a:spcPct val="100000"/>
                        </a:lnSpc>
                        <a:spcBef>
                          <a:spcPts val="0"/>
                        </a:spcBef>
                        <a:spcAft>
                          <a:spcPts val="0"/>
                        </a:spcAft>
                        <a:buNone/>
                      </a:pPr>
                      <a:r>
                        <a:rPr lang="pt-BR" sz="1700" b="1" dirty="0">
                          <a:solidFill>
                            <a:srgbClr val="666666"/>
                          </a:solidFill>
                          <a:latin typeface="Montserrat"/>
                          <a:ea typeface="Montserrat"/>
                          <a:cs typeface="Montserrat"/>
                          <a:sym typeface="Montserrat"/>
                        </a:rPr>
                        <a:t>R$ 2.0 M</a:t>
                      </a:r>
                      <a:endParaRPr lang="pt-BR" sz="1700" dirty="0"/>
                    </a:p>
                  </a:txBody>
                  <a:tcPr marL="28575" marR="28575" marT="19050" marB="19050" anchor="b">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dirty="0"/>
                    </a:p>
                  </a:txBody>
                  <a:tcPr marL="28575" marR="28575" marT="19050" marB="19050" anchor="b">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14" name="Google Shape;408;p45">
            <a:extLst>
              <a:ext uri="{FF2B5EF4-FFF2-40B4-BE49-F238E27FC236}">
                <a16:creationId xmlns:a16="http://schemas.microsoft.com/office/drawing/2014/main" id="{2FDCDD4D-AC4B-413B-BDD7-DE2EC5A7BF24}"/>
              </a:ext>
            </a:extLst>
          </p:cNvPr>
          <p:cNvGraphicFramePr/>
          <p:nvPr>
            <p:extLst>
              <p:ext uri="{D42A27DB-BD31-4B8C-83A1-F6EECF244321}">
                <p14:modId xmlns:p14="http://schemas.microsoft.com/office/powerpoint/2010/main" val="153979118"/>
              </p:ext>
            </p:extLst>
          </p:nvPr>
        </p:nvGraphicFramePr>
        <p:xfrm>
          <a:off x="4220787" y="2216762"/>
          <a:ext cx="1353601" cy="297180"/>
        </p:xfrm>
        <a:graphic>
          <a:graphicData uri="http://schemas.openxmlformats.org/drawingml/2006/table">
            <a:tbl>
              <a:tblPr>
                <a:noFill/>
              </a:tblPr>
              <a:tblGrid>
                <a:gridCol w="1138893">
                  <a:extLst>
                    <a:ext uri="{9D8B030D-6E8A-4147-A177-3AD203B41FA5}">
                      <a16:colId xmlns:a16="http://schemas.microsoft.com/office/drawing/2014/main" val="20000"/>
                    </a:ext>
                  </a:extLst>
                </a:gridCol>
                <a:gridCol w="214708">
                  <a:extLst>
                    <a:ext uri="{9D8B030D-6E8A-4147-A177-3AD203B41FA5}">
                      <a16:colId xmlns:a16="http://schemas.microsoft.com/office/drawing/2014/main" val="20001"/>
                    </a:ext>
                  </a:extLst>
                </a:gridCol>
              </a:tblGrid>
              <a:tr h="200025">
                <a:tc>
                  <a:txBody>
                    <a:bodyPr/>
                    <a:lstStyle/>
                    <a:p>
                      <a:pPr marL="0" marR="0" lvl="0" indent="0" algn="l" rtl="0">
                        <a:lnSpc>
                          <a:spcPct val="100000"/>
                        </a:lnSpc>
                        <a:spcBef>
                          <a:spcPts val="0"/>
                        </a:spcBef>
                        <a:spcAft>
                          <a:spcPts val="0"/>
                        </a:spcAft>
                        <a:buNone/>
                      </a:pPr>
                      <a:r>
                        <a:rPr lang="pt-BR" sz="1700" b="1" dirty="0">
                          <a:solidFill>
                            <a:srgbClr val="666666"/>
                          </a:solidFill>
                          <a:latin typeface="Montserrat"/>
                          <a:ea typeface="Montserrat"/>
                          <a:cs typeface="Montserrat"/>
                          <a:sym typeface="Montserrat"/>
                        </a:rPr>
                        <a:t>R$ 7.0 M</a:t>
                      </a:r>
                      <a:endParaRPr lang="pt-BR" sz="1700" dirty="0"/>
                    </a:p>
                  </a:txBody>
                  <a:tcPr marL="28575" marR="28575" marT="19050" marB="19050" anchor="b">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dirty="0"/>
                    </a:p>
                  </a:txBody>
                  <a:tcPr marL="28575" marR="28575" marT="19050" marB="19050" anchor="b">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15" name="Google Shape;409;p45">
            <a:extLst>
              <a:ext uri="{FF2B5EF4-FFF2-40B4-BE49-F238E27FC236}">
                <a16:creationId xmlns:a16="http://schemas.microsoft.com/office/drawing/2014/main" id="{01D8A7BE-EFE5-4AF5-B65A-706809F773AE}"/>
              </a:ext>
            </a:extLst>
          </p:cNvPr>
          <p:cNvGraphicFramePr/>
          <p:nvPr>
            <p:extLst>
              <p:ext uri="{D42A27DB-BD31-4B8C-83A1-F6EECF244321}">
                <p14:modId xmlns:p14="http://schemas.microsoft.com/office/powerpoint/2010/main" val="3991798388"/>
              </p:ext>
            </p:extLst>
          </p:nvPr>
        </p:nvGraphicFramePr>
        <p:xfrm>
          <a:off x="5797982" y="2209777"/>
          <a:ext cx="744328" cy="297180"/>
        </p:xfrm>
        <a:graphic>
          <a:graphicData uri="http://schemas.openxmlformats.org/drawingml/2006/table">
            <a:tbl>
              <a:tblPr>
                <a:noFill/>
              </a:tblPr>
              <a:tblGrid>
                <a:gridCol w="626263">
                  <a:extLst>
                    <a:ext uri="{9D8B030D-6E8A-4147-A177-3AD203B41FA5}">
                      <a16:colId xmlns:a16="http://schemas.microsoft.com/office/drawing/2014/main" val="20000"/>
                    </a:ext>
                  </a:extLst>
                </a:gridCol>
                <a:gridCol w="118065">
                  <a:extLst>
                    <a:ext uri="{9D8B030D-6E8A-4147-A177-3AD203B41FA5}">
                      <a16:colId xmlns:a16="http://schemas.microsoft.com/office/drawing/2014/main" val="20001"/>
                    </a:ext>
                  </a:extLst>
                </a:gridCol>
              </a:tblGrid>
              <a:tr h="200025">
                <a:tc>
                  <a:txBody>
                    <a:bodyPr/>
                    <a:lstStyle/>
                    <a:p>
                      <a:pPr marL="0" marR="0" lvl="0" indent="0" algn="l" rtl="0">
                        <a:lnSpc>
                          <a:spcPct val="100000"/>
                        </a:lnSpc>
                        <a:spcBef>
                          <a:spcPts val="0"/>
                        </a:spcBef>
                        <a:spcAft>
                          <a:spcPts val="0"/>
                        </a:spcAft>
                        <a:buNone/>
                      </a:pPr>
                      <a:r>
                        <a:rPr lang="pt-BR" sz="1700" b="1" dirty="0">
                          <a:solidFill>
                            <a:srgbClr val="666666"/>
                          </a:solidFill>
                          <a:latin typeface="Montserrat"/>
                          <a:ea typeface="Montserrat"/>
                          <a:cs typeface="Montserrat"/>
                          <a:sym typeface="Montserrat"/>
                        </a:rPr>
                        <a:t>3,4</a:t>
                      </a:r>
                      <a:endParaRPr lang="pt-BR" sz="1700" dirty="0"/>
                    </a:p>
                  </a:txBody>
                  <a:tcPr marL="28575" marR="28575" marT="19050" marB="19050" anchor="b">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dirty="0"/>
                    </a:p>
                  </a:txBody>
                  <a:tcPr marL="28575" marR="28575" marT="19050" marB="19050" anchor="b">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16" name="Google Shape;410;p45">
            <a:extLst>
              <a:ext uri="{FF2B5EF4-FFF2-40B4-BE49-F238E27FC236}">
                <a16:creationId xmlns:a16="http://schemas.microsoft.com/office/drawing/2014/main" id="{985BFF37-8F3D-4D3A-8642-DB34795050A5}"/>
              </a:ext>
            </a:extLst>
          </p:cNvPr>
          <p:cNvGraphicFramePr/>
          <p:nvPr>
            <p:extLst>
              <p:ext uri="{D42A27DB-BD31-4B8C-83A1-F6EECF244321}">
                <p14:modId xmlns:p14="http://schemas.microsoft.com/office/powerpoint/2010/main" val="466956158"/>
              </p:ext>
            </p:extLst>
          </p:nvPr>
        </p:nvGraphicFramePr>
        <p:xfrm>
          <a:off x="7282072" y="2209777"/>
          <a:ext cx="1184700" cy="297180"/>
        </p:xfrm>
        <a:graphic>
          <a:graphicData uri="http://schemas.openxmlformats.org/drawingml/2006/table">
            <a:tbl>
              <a:tblPr>
                <a:noFill/>
              </a:tblPr>
              <a:tblGrid>
                <a:gridCol w="996783">
                  <a:extLst>
                    <a:ext uri="{9D8B030D-6E8A-4147-A177-3AD203B41FA5}">
                      <a16:colId xmlns:a16="http://schemas.microsoft.com/office/drawing/2014/main" val="20000"/>
                    </a:ext>
                  </a:extLst>
                </a:gridCol>
                <a:gridCol w="187917">
                  <a:extLst>
                    <a:ext uri="{9D8B030D-6E8A-4147-A177-3AD203B41FA5}">
                      <a16:colId xmlns:a16="http://schemas.microsoft.com/office/drawing/2014/main" val="20001"/>
                    </a:ext>
                  </a:extLst>
                </a:gridCol>
              </a:tblGrid>
              <a:tr h="200025">
                <a:tc>
                  <a:txBody>
                    <a:bodyPr/>
                    <a:lstStyle/>
                    <a:p>
                      <a:pPr marL="0" marR="0" lvl="0" indent="0" algn="l" rtl="0">
                        <a:lnSpc>
                          <a:spcPct val="100000"/>
                        </a:lnSpc>
                        <a:spcBef>
                          <a:spcPts val="0"/>
                        </a:spcBef>
                        <a:spcAft>
                          <a:spcPts val="0"/>
                        </a:spcAft>
                        <a:buNone/>
                      </a:pPr>
                      <a:r>
                        <a:rPr lang="pt-BR" sz="1700" b="1" dirty="0">
                          <a:solidFill>
                            <a:srgbClr val="666666"/>
                          </a:solidFill>
                          <a:latin typeface="Montserrat"/>
                          <a:ea typeface="Montserrat"/>
                          <a:cs typeface="Montserrat"/>
                          <a:sym typeface="Montserrat"/>
                        </a:rPr>
                        <a:t>43,65%</a:t>
                      </a:r>
                      <a:endParaRPr lang="pt-BR" sz="1700" dirty="0"/>
                    </a:p>
                  </a:txBody>
                  <a:tcPr marL="28575" marR="28575" marT="19050" marB="19050" anchor="b">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dirty="0"/>
                    </a:p>
                  </a:txBody>
                  <a:tcPr marL="28575" marR="28575" marT="19050" marB="19050" anchor="b">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17" name="Google Shape;411;p45">
            <a:extLst>
              <a:ext uri="{FF2B5EF4-FFF2-40B4-BE49-F238E27FC236}">
                <a16:creationId xmlns:a16="http://schemas.microsoft.com/office/drawing/2014/main" id="{C72F8C48-E67A-4339-8C68-EEEB85D25F14}"/>
              </a:ext>
            </a:extLst>
          </p:cNvPr>
          <p:cNvGraphicFramePr/>
          <p:nvPr>
            <p:extLst>
              <p:ext uri="{D42A27DB-BD31-4B8C-83A1-F6EECF244321}">
                <p14:modId xmlns:p14="http://schemas.microsoft.com/office/powerpoint/2010/main" val="1056178924"/>
              </p:ext>
            </p:extLst>
          </p:nvPr>
        </p:nvGraphicFramePr>
        <p:xfrm>
          <a:off x="2789796" y="2209777"/>
          <a:ext cx="1368498" cy="297180"/>
        </p:xfrm>
        <a:graphic>
          <a:graphicData uri="http://schemas.openxmlformats.org/drawingml/2006/table">
            <a:tbl>
              <a:tblPr>
                <a:noFill/>
              </a:tblPr>
              <a:tblGrid>
                <a:gridCol w="1151427">
                  <a:extLst>
                    <a:ext uri="{9D8B030D-6E8A-4147-A177-3AD203B41FA5}">
                      <a16:colId xmlns:a16="http://schemas.microsoft.com/office/drawing/2014/main" val="20000"/>
                    </a:ext>
                  </a:extLst>
                </a:gridCol>
                <a:gridCol w="217071">
                  <a:extLst>
                    <a:ext uri="{9D8B030D-6E8A-4147-A177-3AD203B41FA5}">
                      <a16:colId xmlns:a16="http://schemas.microsoft.com/office/drawing/2014/main" val="20001"/>
                    </a:ext>
                  </a:extLst>
                </a:gridCol>
              </a:tblGrid>
              <a:tr h="200025">
                <a:tc>
                  <a:txBody>
                    <a:bodyPr/>
                    <a:lstStyle/>
                    <a:p>
                      <a:pPr marL="0" marR="0" lvl="0" indent="0" algn="l" rtl="0">
                        <a:lnSpc>
                          <a:spcPct val="100000"/>
                        </a:lnSpc>
                        <a:spcBef>
                          <a:spcPts val="0"/>
                        </a:spcBef>
                        <a:spcAft>
                          <a:spcPts val="0"/>
                        </a:spcAft>
                        <a:buNone/>
                      </a:pPr>
                      <a:r>
                        <a:rPr lang="pt-BR" sz="1700" b="1" dirty="0">
                          <a:solidFill>
                            <a:srgbClr val="666666"/>
                          </a:solidFill>
                          <a:latin typeface="Montserrat"/>
                          <a:ea typeface="Montserrat"/>
                          <a:cs typeface="Montserrat"/>
                          <a:sym typeface="Montserrat"/>
                        </a:rPr>
                        <a:t>R$ 16.0 M</a:t>
                      </a:r>
                      <a:endParaRPr lang="pt-BR" sz="1700" dirty="0"/>
                    </a:p>
                  </a:txBody>
                  <a:tcPr marL="28575" marR="28575" marT="19050" marB="19050" anchor="b">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dirty="0"/>
                    </a:p>
                  </a:txBody>
                  <a:tcPr marL="28575" marR="28575" marT="19050" marB="19050" anchor="b">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18" name="Google Shape;457;p49">
            <a:extLst>
              <a:ext uri="{FF2B5EF4-FFF2-40B4-BE49-F238E27FC236}">
                <a16:creationId xmlns:a16="http://schemas.microsoft.com/office/drawing/2014/main" id="{8DC5A645-0058-4243-9356-7EA9B446FC64}"/>
              </a:ext>
            </a:extLst>
          </p:cNvPr>
          <p:cNvSpPr txBox="1"/>
          <p:nvPr/>
        </p:nvSpPr>
        <p:spPr>
          <a:xfrm>
            <a:off x="306313" y="2999126"/>
            <a:ext cx="8340300" cy="1347921"/>
          </a:xfrm>
          <a:prstGeom prst="rect">
            <a:avLst/>
          </a:prstGeom>
          <a:noFill/>
          <a:ln>
            <a:noFill/>
          </a:ln>
        </p:spPr>
        <p:txBody>
          <a:bodyPr spcFirstLastPara="1" wrap="square" lIns="91425" tIns="91425" rIns="91425" bIns="91425" anchor="ctr" anchorCtr="0">
            <a:noAutofit/>
          </a:bodyPr>
          <a:lstStyle/>
          <a:p>
            <a:pPr algn="just">
              <a:lnSpc>
                <a:spcPct val="150000"/>
              </a:lnSpc>
            </a:pPr>
            <a:r>
              <a:rPr lang="pt-BR" sz="1100" dirty="0">
                <a:solidFill>
                  <a:srgbClr val="434343"/>
                </a:solidFill>
                <a:latin typeface="Montserrat"/>
                <a:ea typeface="Montserrat"/>
                <a:cs typeface="Montserrat"/>
                <a:sym typeface="Montserrat"/>
              </a:rPr>
              <a:t>Ficamos bem próximos de atingirmos o orçamento proposto, faltando apenas 3% para consumo. Mesmo assim, conseguimos trazer 3% mais receita site e 7% mais receita mídia, atingindo um ROAS 9% maior que o estimado.</a:t>
            </a:r>
          </a:p>
          <a:p>
            <a:pPr algn="just">
              <a:lnSpc>
                <a:spcPct val="150000"/>
              </a:lnSpc>
            </a:pPr>
            <a:endParaRPr lang="pt-BR" sz="1100" dirty="0">
              <a:solidFill>
                <a:srgbClr val="434343"/>
              </a:solidFill>
              <a:latin typeface="Montserrat"/>
              <a:ea typeface="Montserrat"/>
              <a:cs typeface="Montserrat"/>
              <a:sym typeface="Montserrat"/>
            </a:endParaRPr>
          </a:p>
          <a:p>
            <a:pPr algn="just">
              <a:lnSpc>
                <a:spcPct val="150000"/>
              </a:lnSpc>
            </a:pPr>
            <a:r>
              <a:rPr lang="pt-BR" sz="1100" dirty="0">
                <a:solidFill>
                  <a:srgbClr val="434343"/>
                </a:solidFill>
                <a:latin typeface="Montserrat"/>
                <a:ea typeface="Montserrat"/>
                <a:cs typeface="Montserrat"/>
                <a:sym typeface="Montserrat"/>
              </a:rPr>
              <a:t>Superamos a participação de mídia, indicando o bom desempenho dos canais pagos na </a:t>
            </a:r>
            <a:r>
              <a:rPr lang="pt-BR" sz="1100" dirty="0" err="1">
                <a:solidFill>
                  <a:srgbClr val="434343"/>
                </a:solidFill>
                <a:latin typeface="Montserrat"/>
                <a:ea typeface="Montserrat"/>
                <a:cs typeface="Montserrat"/>
                <a:sym typeface="Montserrat"/>
              </a:rPr>
              <a:t>promo</a:t>
            </a:r>
            <a:r>
              <a:rPr lang="pt-BR" sz="1100" dirty="0">
                <a:solidFill>
                  <a:srgbClr val="434343"/>
                </a:solidFill>
                <a:latin typeface="Montserrat"/>
                <a:ea typeface="Montserrat"/>
                <a:cs typeface="Montserrat"/>
                <a:sym typeface="Montserrat"/>
              </a:rPr>
              <a:t> de Pós.</a:t>
            </a:r>
          </a:p>
        </p:txBody>
      </p:sp>
      <p:sp>
        <p:nvSpPr>
          <p:cNvPr id="120" name="Google Shape;404;p45">
            <a:extLst>
              <a:ext uri="{FF2B5EF4-FFF2-40B4-BE49-F238E27FC236}">
                <a16:creationId xmlns:a16="http://schemas.microsoft.com/office/drawing/2014/main" id="{D780A00F-B693-451C-AE0C-01162E207AB5}"/>
              </a:ext>
            </a:extLst>
          </p:cNvPr>
          <p:cNvSpPr txBox="1"/>
          <p:nvPr/>
        </p:nvSpPr>
        <p:spPr>
          <a:xfrm>
            <a:off x="2876235" y="2607200"/>
            <a:ext cx="1353600" cy="174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300"/>
              <a:buFont typeface="Helvetica Neue"/>
              <a:buNone/>
            </a:pPr>
            <a:r>
              <a:rPr lang="pt-BR" sz="1000" b="1" dirty="0">
                <a:solidFill>
                  <a:schemeClr val="accent1"/>
                </a:solidFill>
                <a:latin typeface="Spectral"/>
                <a:ea typeface="Spectral"/>
                <a:cs typeface="Spectral"/>
                <a:sym typeface="Spectral"/>
              </a:rPr>
              <a:t>+3%</a:t>
            </a:r>
            <a:endParaRPr lang="pt-BR" sz="1000" dirty="0">
              <a:solidFill>
                <a:schemeClr val="accent1"/>
              </a:solidFill>
              <a:latin typeface="Spectral"/>
              <a:ea typeface="Spectral"/>
              <a:cs typeface="Spectral"/>
              <a:sym typeface="Spectral"/>
            </a:endParaRPr>
          </a:p>
        </p:txBody>
      </p:sp>
      <p:sp>
        <p:nvSpPr>
          <p:cNvPr id="121" name="Google Shape;404;p45">
            <a:extLst>
              <a:ext uri="{FF2B5EF4-FFF2-40B4-BE49-F238E27FC236}">
                <a16:creationId xmlns:a16="http://schemas.microsoft.com/office/drawing/2014/main" id="{12E949DF-7C3B-495B-8756-D20F846EA874}"/>
              </a:ext>
            </a:extLst>
          </p:cNvPr>
          <p:cNvSpPr txBox="1"/>
          <p:nvPr/>
        </p:nvSpPr>
        <p:spPr>
          <a:xfrm>
            <a:off x="4310594" y="2603950"/>
            <a:ext cx="1353600" cy="174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300"/>
              <a:buFont typeface="Helvetica Neue"/>
              <a:buNone/>
            </a:pPr>
            <a:r>
              <a:rPr lang="pt-BR" sz="1000" b="1" dirty="0">
                <a:solidFill>
                  <a:schemeClr val="accent1"/>
                </a:solidFill>
                <a:latin typeface="Spectral"/>
                <a:ea typeface="Spectral"/>
                <a:cs typeface="Spectral"/>
                <a:sym typeface="Spectral"/>
              </a:rPr>
              <a:t>+7%</a:t>
            </a:r>
            <a:endParaRPr lang="pt-BR" sz="1000" dirty="0">
              <a:solidFill>
                <a:schemeClr val="accent1"/>
              </a:solidFill>
              <a:latin typeface="Spectral"/>
              <a:ea typeface="Spectral"/>
              <a:cs typeface="Spectral"/>
              <a:sym typeface="Spectral"/>
            </a:endParaRPr>
          </a:p>
        </p:txBody>
      </p:sp>
      <p:sp>
        <p:nvSpPr>
          <p:cNvPr id="122" name="Google Shape;404;p45">
            <a:extLst>
              <a:ext uri="{FF2B5EF4-FFF2-40B4-BE49-F238E27FC236}">
                <a16:creationId xmlns:a16="http://schemas.microsoft.com/office/drawing/2014/main" id="{4F3C2FC4-26E2-4BB2-B6BB-E5D9A22A6362}"/>
              </a:ext>
            </a:extLst>
          </p:cNvPr>
          <p:cNvSpPr txBox="1"/>
          <p:nvPr/>
        </p:nvSpPr>
        <p:spPr>
          <a:xfrm>
            <a:off x="5916978" y="2603950"/>
            <a:ext cx="1353600" cy="174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300"/>
              <a:buFont typeface="Helvetica Neue"/>
              <a:buNone/>
            </a:pPr>
            <a:r>
              <a:rPr lang="pt-BR" sz="1000" b="1" dirty="0">
                <a:solidFill>
                  <a:schemeClr val="accent1"/>
                </a:solidFill>
                <a:latin typeface="Spectral"/>
                <a:ea typeface="Spectral"/>
                <a:cs typeface="Spectral"/>
                <a:sym typeface="Spectral"/>
              </a:rPr>
              <a:t>+9%</a:t>
            </a:r>
            <a:endParaRPr sz="1000" dirty="0">
              <a:solidFill>
                <a:schemeClr val="accent1"/>
              </a:solidFill>
              <a:latin typeface="Spectral"/>
              <a:ea typeface="Spectral"/>
              <a:cs typeface="Spectral"/>
              <a:sym typeface="Spectral"/>
            </a:endParaRPr>
          </a:p>
        </p:txBody>
      </p:sp>
      <p:sp>
        <p:nvSpPr>
          <p:cNvPr id="123" name="Google Shape;404;p45">
            <a:extLst>
              <a:ext uri="{FF2B5EF4-FFF2-40B4-BE49-F238E27FC236}">
                <a16:creationId xmlns:a16="http://schemas.microsoft.com/office/drawing/2014/main" id="{4AC2A5D0-C50C-49DB-A0DD-C27AADDF06AD}"/>
              </a:ext>
            </a:extLst>
          </p:cNvPr>
          <p:cNvSpPr txBox="1"/>
          <p:nvPr/>
        </p:nvSpPr>
        <p:spPr>
          <a:xfrm>
            <a:off x="7351337" y="2603950"/>
            <a:ext cx="1353600" cy="174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300"/>
              <a:buFont typeface="Helvetica Neue"/>
              <a:buNone/>
            </a:pPr>
            <a:r>
              <a:rPr lang="pt-BR" sz="1000" b="1" dirty="0">
                <a:solidFill>
                  <a:schemeClr val="accent1"/>
                </a:solidFill>
                <a:latin typeface="Spectral"/>
                <a:ea typeface="Spectral"/>
                <a:cs typeface="Spectral"/>
                <a:sym typeface="Spectral"/>
              </a:rPr>
              <a:t>+4%</a:t>
            </a:r>
            <a:endParaRPr lang="pt-BR" sz="1000" dirty="0">
              <a:solidFill>
                <a:schemeClr val="accent1"/>
              </a:solidFill>
              <a:latin typeface="Spectral"/>
              <a:ea typeface="Spectral"/>
              <a:cs typeface="Spectral"/>
              <a:sym typeface="Spectral"/>
            </a:endParaRPr>
          </a:p>
        </p:txBody>
      </p:sp>
      <p:sp>
        <p:nvSpPr>
          <p:cNvPr id="49" name="Google Shape;457;p49">
            <a:extLst>
              <a:ext uri="{FF2B5EF4-FFF2-40B4-BE49-F238E27FC236}">
                <a16:creationId xmlns:a16="http://schemas.microsoft.com/office/drawing/2014/main" id="{8A051AAF-5D85-4633-8667-43B249949549}"/>
              </a:ext>
            </a:extLst>
          </p:cNvPr>
          <p:cNvSpPr txBox="1"/>
          <p:nvPr/>
        </p:nvSpPr>
        <p:spPr>
          <a:xfrm>
            <a:off x="6574556" y="4579636"/>
            <a:ext cx="1989102" cy="393601"/>
          </a:xfrm>
          <a:prstGeom prst="rect">
            <a:avLst/>
          </a:prstGeom>
          <a:noFill/>
          <a:ln>
            <a:noFill/>
          </a:ln>
        </p:spPr>
        <p:txBody>
          <a:bodyPr spcFirstLastPara="1" wrap="square" lIns="91425" tIns="91425" rIns="91425" bIns="91425" anchor="ctr" anchorCtr="0">
            <a:noAutofit/>
          </a:bodyPr>
          <a:lstStyle/>
          <a:p>
            <a:pPr marL="0" lvl="0" indent="0" rtl="0">
              <a:lnSpc>
                <a:spcPct val="150000"/>
              </a:lnSpc>
              <a:spcBef>
                <a:spcPts val="0"/>
              </a:spcBef>
              <a:spcAft>
                <a:spcPts val="0"/>
              </a:spcAft>
              <a:buNone/>
            </a:pPr>
            <a:r>
              <a:rPr lang="pt-BR" sz="1050" b="1" dirty="0">
                <a:solidFill>
                  <a:srgbClr val="434343"/>
                </a:solidFill>
                <a:latin typeface="Montserrat"/>
                <a:ea typeface="Montserrat"/>
                <a:cs typeface="Montserrat"/>
                <a:sym typeface="Montserrat"/>
              </a:rPr>
              <a:t>Período: </a:t>
            </a:r>
            <a:r>
              <a:rPr lang="pt-BR" sz="1050" dirty="0">
                <a:solidFill>
                  <a:srgbClr val="434343"/>
                </a:solidFill>
                <a:latin typeface="Montserrat"/>
                <a:ea typeface="Montserrat"/>
                <a:cs typeface="Montserrat"/>
                <a:sym typeface="Montserrat"/>
              </a:rPr>
              <a:t>11 a 30/04/22</a:t>
            </a:r>
          </a:p>
        </p:txBody>
      </p:sp>
    </p:spTree>
    <p:extLst>
      <p:ext uri="{BB962C8B-B14F-4D97-AF65-F5344CB8AC3E}">
        <p14:creationId xmlns:p14="http://schemas.microsoft.com/office/powerpoint/2010/main" val="2814500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64"/>
          <p:cNvSpPr txBox="1">
            <a:spLocks noGrp="1"/>
          </p:cNvSpPr>
          <p:nvPr>
            <p:ph type="sldNum" idx="12"/>
          </p:nvPr>
        </p:nvSpPr>
        <p:spPr>
          <a:xfrm>
            <a:off x="8289309" y="4579638"/>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304" name="Google Shape;304;p64"/>
          <p:cNvSpPr txBox="1"/>
          <p:nvPr/>
        </p:nvSpPr>
        <p:spPr>
          <a:xfrm>
            <a:off x="972000" y="1311750"/>
            <a:ext cx="7200000" cy="252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300"/>
              <a:buFont typeface="Helvetica Neue"/>
              <a:buNone/>
            </a:pPr>
            <a:r>
              <a:rPr lang="en" sz="6000" b="1" dirty="0">
                <a:solidFill>
                  <a:srgbClr val="404041"/>
                </a:solidFill>
                <a:latin typeface="Spectral"/>
                <a:ea typeface="Spectral"/>
                <a:cs typeface="Spectral"/>
                <a:sym typeface="Spectral"/>
              </a:rPr>
              <a:t>Comparativo Anual</a:t>
            </a:r>
            <a:endParaRPr sz="6000" b="1" dirty="0">
              <a:solidFill>
                <a:srgbClr val="404041"/>
              </a:solidFill>
              <a:latin typeface="Spectral"/>
              <a:ea typeface="Spectral"/>
              <a:cs typeface="Spectral"/>
              <a:sym typeface="Spectral"/>
            </a:endParaRPr>
          </a:p>
        </p:txBody>
      </p:sp>
      <p:pic>
        <p:nvPicPr>
          <p:cNvPr id="305" name="Google Shape;305;p64"/>
          <p:cNvPicPr preferRelativeResize="0"/>
          <p:nvPr/>
        </p:nvPicPr>
        <p:blipFill>
          <a:blip r:embed="rId3">
            <a:alphaModFix/>
          </a:blip>
          <a:stretch>
            <a:fillRect/>
          </a:stretch>
        </p:blipFill>
        <p:spPr>
          <a:xfrm>
            <a:off x="846775" y="4684300"/>
            <a:ext cx="1005275" cy="184300"/>
          </a:xfrm>
          <a:prstGeom prst="rect">
            <a:avLst/>
          </a:prstGeom>
          <a:noFill/>
          <a:ln>
            <a:noFill/>
          </a:ln>
        </p:spPr>
      </p:pic>
    </p:spTree>
    <p:extLst>
      <p:ext uri="{BB962C8B-B14F-4D97-AF65-F5344CB8AC3E}">
        <p14:creationId xmlns:p14="http://schemas.microsoft.com/office/powerpoint/2010/main" val="2850258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23" name="Google Shape;323;p66"/>
          <p:cNvSpPr txBox="1">
            <a:spLocks noGrp="1"/>
          </p:cNvSpPr>
          <p:nvPr>
            <p:ph type="sldNum" idx="4294967295"/>
          </p:nvPr>
        </p:nvSpPr>
        <p:spPr>
          <a:xfrm>
            <a:off x="8289309" y="4579638"/>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dirty="0"/>
          </a:p>
        </p:txBody>
      </p:sp>
      <p:sp>
        <p:nvSpPr>
          <p:cNvPr id="325" name="Google Shape;325;p66"/>
          <p:cNvSpPr txBox="1"/>
          <p:nvPr/>
        </p:nvSpPr>
        <p:spPr>
          <a:xfrm>
            <a:off x="306313" y="197659"/>
            <a:ext cx="3702505" cy="511800"/>
          </a:xfrm>
          <a:prstGeom prst="rect">
            <a:avLst/>
          </a:prstGeom>
          <a:noFill/>
          <a:ln>
            <a:noFill/>
          </a:ln>
        </p:spPr>
        <p:txBody>
          <a:bodyPr spcFirstLastPara="1" wrap="square" lIns="26775" tIns="26775" rIns="26775" bIns="2677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 sz="2800" b="1" dirty="0">
                <a:solidFill>
                  <a:srgbClr val="404041"/>
                </a:solidFill>
                <a:latin typeface="Spectral"/>
                <a:ea typeface="Spectral"/>
                <a:cs typeface="Spectral"/>
                <a:sym typeface="Spectral"/>
              </a:rPr>
              <a:t>2022 x 2021</a:t>
            </a:r>
            <a:endParaRPr sz="2800" b="0" i="0" u="none" strike="noStrike" cap="none" dirty="0">
              <a:solidFill>
                <a:srgbClr val="404041"/>
              </a:solidFill>
              <a:latin typeface="Montserrat"/>
              <a:ea typeface="Montserrat"/>
              <a:cs typeface="Montserrat"/>
              <a:sym typeface="Montserrat"/>
            </a:endParaRPr>
          </a:p>
        </p:txBody>
      </p:sp>
      <p:sp>
        <p:nvSpPr>
          <p:cNvPr id="118" name="Google Shape;457;p49">
            <a:extLst>
              <a:ext uri="{FF2B5EF4-FFF2-40B4-BE49-F238E27FC236}">
                <a16:creationId xmlns:a16="http://schemas.microsoft.com/office/drawing/2014/main" id="{8DC5A645-0058-4243-9356-7EA9B446FC64}"/>
              </a:ext>
            </a:extLst>
          </p:cNvPr>
          <p:cNvSpPr txBox="1"/>
          <p:nvPr/>
        </p:nvSpPr>
        <p:spPr>
          <a:xfrm>
            <a:off x="306313" y="2881862"/>
            <a:ext cx="8340300" cy="1538121"/>
          </a:xfrm>
          <a:prstGeom prst="rect">
            <a:avLst/>
          </a:prstGeom>
          <a:noFill/>
          <a:ln>
            <a:noFill/>
          </a:ln>
        </p:spPr>
        <p:txBody>
          <a:bodyPr spcFirstLastPara="1" wrap="square" lIns="91425" tIns="91425" rIns="91425" bIns="91425" anchor="ctr" anchorCtr="0">
            <a:noAutofit/>
          </a:bodyPr>
          <a:lstStyle/>
          <a:p>
            <a:pPr algn="just">
              <a:lnSpc>
                <a:spcPct val="150000"/>
              </a:lnSpc>
            </a:pPr>
            <a:r>
              <a:rPr lang="pt-BR" sz="1100" dirty="0">
                <a:solidFill>
                  <a:srgbClr val="434343"/>
                </a:solidFill>
                <a:latin typeface="Montserrat"/>
                <a:ea typeface="Montserrat"/>
                <a:cs typeface="Montserrat"/>
                <a:sym typeface="Montserrat"/>
              </a:rPr>
              <a:t>Mesmo com um orçamento 7% maior em comparação com o ano anterior, não conseguimos trazer uma receita site superior </a:t>
            </a:r>
            <a:r>
              <a:rPr lang="pt-BR" sz="1100" dirty="0" err="1">
                <a:solidFill>
                  <a:srgbClr val="434343"/>
                </a:solidFill>
                <a:latin typeface="Montserrat"/>
                <a:ea typeface="Montserrat"/>
                <a:cs typeface="Montserrat"/>
                <a:sym typeface="Montserrat"/>
              </a:rPr>
              <a:t>YoY</a:t>
            </a:r>
            <a:r>
              <a:rPr lang="pt-BR" sz="1100" dirty="0">
                <a:solidFill>
                  <a:srgbClr val="434343"/>
                </a:solidFill>
                <a:latin typeface="Montserrat"/>
                <a:ea typeface="Montserrat"/>
                <a:cs typeface="Montserrat"/>
                <a:sym typeface="Montserrat"/>
              </a:rPr>
              <a:t>, ficando abaixo 2%. Entretanto, a receita de mídia teve um melhor desempenho e cresceu cerca de 17%, representando 44% do total. </a:t>
            </a:r>
          </a:p>
          <a:p>
            <a:pPr algn="just"/>
            <a:endParaRPr lang="pt-BR" sz="1100" dirty="0">
              <a:solidFill>
                <a:srgbClr val="434343"/>
              </a:solidFill>
              <a:latin typeface="Montserrat"/>
              <a:ea typeface="Montserrat"/>
              <a:cs typeface="Montserrat"/>
              <a:sym typeface="Montserrat"/>
            </a:endParaRPr>
          </a:p>
          <a:p>
            <a:pPr algn="just">
              <a:lnSpc>
                <a:spcPct val="150000"/>
              </a:lnSpc>
            </a:pPr>
            <a:r>
              <a:rPr lang="pt-BR" sz="1100" dirty="0">
                <a:solidFill>
                  <a:srgbClr val="434343"/>
                </a:solidFill>
                <a:latin typeface="Montserrat"/>
                <a:ea typeface="Montserrat"/>
                <a:cs typeface="Montserrat"/>
                <a:sym typeface="Montserrat"/>
              </a:rPr>
              <a:t>Nesse ano, tivemos menor volume de novos usuários (-1%), e mesmo com o aumento de 18% das sessões não foi possível refletir na taxa de conversão que ficou 27% menor </a:t>
            </a:r>
            <a:r>
              <a:rPr lang="pt-BR" sz="1100" dirty="0" err="1">
                <a:solidFill>
                  <a:srgbClr val="434343"/>
                </a:solidFill>
                <a:latin typeface="Montserrat"/>
                <a:ea typeface="Montserrat"/>
                <a:cs typeface="Montserrat"/>
                <a:sym typeface="Montserrat"/>
              </a:rPr>
              <a:t>YoY</a:t>
            </a:r>
            <a:r>
              <a:rPr lang="pt-BR" sz="1100" dirty="0">
                <a:solidFill>
                  <a:srgbClr val="434343"/>
                </a:solidFill>
                <a:latin typeface="Montserrat"/>
                <a:ea typeface="Montserrat"/>
                <a:cs typeface="Montserrat"/>
                <a:sym typeface="Montserrat"/>
              </a:rPr>
              <a:t> (mesmo com a redução de 9% do ticket médio).</a:t>
            </a:r>
          </a:p>
        </p:txBody>
      </p:sp>
      <p:sp>
        <p:nvSpPr>
          <p:cNvPr id="42" name="Google Shape;410;p76">
            <a:extLst>
              <a:ext uri="{FF2B5EF4-FFF2-40B4-BE49-F238E27FC236}">
                <a16:creationId xmlns:a16="http://schemas.microsoft.com/office/drawing/2014/main" id="{953D9821-D0B1-424C-A4D1-241187C89103}"/>
              </a:ext>
            </a:extLst>
          </p:cNvPr>
          <p:cNvSpPr/>
          <p:nvPr/>
        </p:nvSpPr>
        <p:spPr>
          <a:xfrm>
            <a:off x="1072896" y="1203801"/>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R$ 2.0 M</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chemeClr val="accent3">
                    <a:lumMod val="60000"/>
                    <a:lumOff val="40000"/>
                  </a:schemeClr>
                </a:solidFill>
                <a:latin typeface="Montserrat"/>
                <a:ea typeface="Montserrat"/>
                <a:cs typeface="Montserrat"/>
                <a:sym typeface="Montserrat"/>
              </a:rPr>
              <a:t>+7%</a:t>
            </a:r>
            <a:endParaRPr sz="900" dirty="0">
              <a:solidFill>
                <a:schemeClr val="accent3">
                  <a:lumMod val="60000"/>
                  <a:lumOff val="40000"/>
                </a:schemeClr>
              </a:solidFill>
              <a:latin typeface="Montserrat"/>
              <a:ea typeface="Montserrat"/>
              <a:cs typeface="Montserrat"/>
              <a:sym typeface="Montserrat"/>
            </a:endParaRPr>
          </a:p>
        </p:txBody>
      </p:sp>
      <p:sp>
        <p:nvSpPr>
          <p:cNvPr id="43" name="Google Shape;411;p76">
            <a:extLst>
              <a:ext uri="{FF2B5EF4-FFF2-40B4-BE49-F238E27FC236}">
                <a16:creationId xmlns:a16="http://schemas.microsoft.com/office/drawing/2014/main" id="{06EB6707-F32F-4D99-8706-B86153A1B681}"/>
              </a:ext>
            </a:extLst>
          </p:cNvPr>
          <p:cNvSpPr/>
          <p:nvPr/>
        </p:nvSpPr>
        <p:spPr>
          <a:xfrm>
            <a:off x="1072916" y="1045383"/>
            <a:ext cx="1185900" cy="205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dk1"/>
                </a:solidFill>
                <a:latin typeface="Montserrat"/>
                <a:ea typeface="Montserrat"/>
                <a:cs typeface="Montserrat"/>
                <a:sym typeface="Montserrat"/>
              </a:rPr>
              <a:t>Investimento</a:t>
            </a:r>
            <a:endParaRPr dirty="0">
              <a:solidFill>
                <a:schemeClr val="dk1"/>
              </a:solidFill>
            </a:endParaRPr>
          </a:p>
        </p:txBody>
      </p:sp>
      <p:sp>
        <p:nvSpPr>
          <p:cNvPr id="44" name="Google Shape;410;p76">
            <a:extLst>
              <a:ext uri="{FF2B5EF4-FFF2-40B4-BE49-F238E27FC236}">
                <a16:creationId xmlns:a16="http://schemas.microsoft.com/office/drawing/2014/main" id="{9BC9660F-1529-409D-8285-4020D741DC10}"/>
              </a:ext>
            </a:extLst>
          </p:cNvPr>
          <p:cNvSpPr/>
          <p:nvPr/>
        </p:nvSpPr>
        <p:spPr>
          <a:xfrm>
            <a:off x="2444496" y="1203801"/>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R$ 16.0 M</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FF0000"/>
                </a:solidFill>
                <a:latin typeface="Montserrat"/>
                <a:ea typeface="Montserrat"/>
                <a:cs typeface="Montserrat"/>
                <a:sym typeface="Montserrat"/>
              </a:rPr>
              <a:t>-2%</a:t>
            </a:r>
            <a:endParaRPr sz="900" dirty="0">
              <a:solidFill>
                <a:srgbClr val="FF0000"/>
              </a:solidFill>
              <a:latin typeface="Montserrat"/>
              <a:ea typeface="Montserrat"/>
              <a:cs typeface="Montserrat"/>
              <a:sym typeface="Montserrat"/>
            </a:endParaRPr>
          </a:p>
        </p:txBody>
      </p:sp>
      <p:sp>
        <p:nvSpPr>
          <p:cNvPr id="45" name="Google Shape;411;p76">
            <a:extLst>
              <a:ext uri="{FF2B5EF4-FFF2-40B4-BE49-F238E27FC236}">
                <a16:creationId xmlns:a16="http://schemas.microsoft.com/office/drawing/2014/main" id="{B31773D0-DAF4-447F-95F4-0ED799DF221B}"/>
              </a:ext>
            </a:extLst>
          </p:cNvPr>
          <p:cNvSpPr/>
          <p:nvPr/>
        </p:nvSpPr>
        <p:spPr>
          <a:xfrm>
            <a:off x="2444516" y="1045383"/>
            <a:ext cx="1185900" cy="205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dk1"/>
                </a:solidFill>
                <a:latin typeface="Montserrat"/>
                <a:ea typeface="Montserrat"/>
                <a:cs typeface="Montserrat"/>
                <a:sym typeface="Montserrat"/>
              </a:rPr>
              <a:t>Receita Site</a:t>
            </a:r>
            <a:endParaRPr dirty="0">
              <a:solidFill>
                <a:schemeClr val="dk1"/>
              </a:solidFill>
            </a:endParaRPr>
          </a:p>
        </p:txBody>
      </p:sp>
      <p:sp>
        <p:nvSpPr>
          <p:cNvPr id="46" name="Google Shape;410;p76">
            <a:extLst>
              <a:ext uri="{FF2B5EF4-FFF2-40B4-BE49-F238E27FC236}">
                <a16:creationId xmlns:a16="http://schemas.microsoft.com/office/drawing/2014/main" id="{2F561530-944B-4EDF-91F9-5ED8AEC6817E}"/>
              </a:ext>
            </a:extLst>
          </p:cNvPr>
          <p:cNvSpPr/>
          <p:nvPr/>
        </p:nvSpPr>
        <p:spPr>
          <a:xfrm>
            <a:off x="3831376" y="1203801"/>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R$ 7.0 M</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00B050"/>
                </a:solidFill>
                <a:latin typeface="Montserrat"/>
                <a:ea typeface="Montserrat"/>
                <a:cs typeface="Montserrat"/>
                <a:sym typeface="Montserrat"/>
              </a:rPr>
              <a:t>+17%</a:t>
            </a:r>
            <a:endParaRPr sz="900" dirty="0">
              <a:solidFill>
                <a:srgbClr val="00B050"/>
              </a:solidFill>
              <a:latin typeface="Montserrat"/>
              <a:ea typeface="Montserrat"/>
              <a:cs typeface="Montserrat"/>
              <a:sym typeface="Montserrat"/>
            </a:endParaRPr>
          </a:p>
        </p:txBody>
      </p:sp>
      <p:sp>
        <p:nvSpPr>
          <p:cNvPr id="47" name="Google Shape;411;p76">
            <a:extLst>
              <a:ext uri="{FF2B5EF4-FFF2-40B4-BE49-F238E27FC236}">
                <a16:creationId xmlns:a16="http://schemas.microsoft.com/office/drawing/2014/main" id="{26F12DFF-80FF-41DB-ACB3-5FA1B130F8F5}"/>
              </a:ext>
            </a:extLst>
          </p:cNvPr>
          <p:cNvSpPr/>
          <p:nvPr/>
        </p:nvSpPr>
        <p:spPr>
          <a:xfrm>
            <a:off x="3831396" y="1045383"/>
            <a:ext cx="1185900" cy="205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dk1"/>
                </a:solidFill>
                <a:latin typeface="Montserrat"/>
                <a:ea typeface="Montserrat"/>
                <a:cs typeface="Montserrat"/>
                <a:sym typeface="Montserrat"/>
              </a:rPr>
              <a:t>Receita Mídia</a:t>
            </a:r>
            <a:endParaRPr dirty="0">
              <a:solidFill>
                <a:schemeClr val="dk1"/>
              </a:solidFill>
            </a:endParaRPr>
          </a:p>
        </p:txBody>
      </p:sp>
      <p:sp>
        <p:nvSpPr>
          <p:cNvPr id="48" name="Google Shape;410;p76">
            <a:extLst>
              <a:ext uri="{FF2B5EF4-FFF2-40B4-BE49-F238E27FC236}">
                <a16:creationId xmlns:a16="http://schemas.microsoft.com/office/drawing/2014/main" id="{60AACBF6-6157-483E-AF9F-857F6DE24A31}"/>
              </a:ext>
            </a:extLst>
          </p:cNvPr>
          <p:cNvSpPr/>
          <p:nvPr/>
        </p:nvSpPr>
        <p:spPr>
          <a:xfrm>
            <a:off x="5202976" y="1203801"/>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3,4</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34A853"/>
                </a:solidFill>
                <a:latin typeface="Montserrat"/>
                <a:ea typeface="Montserrat"/>
                <a:cs typeface="Montserrat"/>
                <a:sym typeface="Montserrat"/>
              </a:rPr>
              <a:t>+9%</a:t>
            </a:r>
            <a:endParaRPr sz="900" dirty="0">
              <a:solidFill>
                <a:srgbClr val="34A853"/>
              </a:solidFill>
              <a:latin typeface="Montserrat"/>
              <a:ea typeface="Montserrat"/>
              <a:cs typeface="Montserrat"/>
              <a:sym typeface="Montserrat"/>
            </a:endParaRPr>
          </a:p>
        </p:txBody>
      </p:sp>
      <p:sp>
        <p:nvSpPr>
          <p:cNvPr id="49" name="Google Shape;411;p76">
            <a:extLst>
              <a:ext uri="{FF2B5EF4-FFF2-40B4-BE49-F238E27FC236}">
                <a16:creationId xmlns:a16="http://schemas.microsoft.com/office/drawing/2014/main" id="{C11945E3-D037-4753-BCAA-40A544FCD5FB}"/>
              </a:ext>
            </a:extLst>
          </p:cNvPr>
          <p:cNvSpPr/>
          <p:nvPr/>
        </p:nvSpPr>
        <p:spPr>
          <a:xfrm>
            <a:off x="5202996" y="1045383"/>
            <a:ext cx="1185900" cy="205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dk1"/>
                </a:solidFill>
                <a:latin typeface="Montserrat"/>
                <a:ea typeface="Montserrat"/>
                <a:cs typeface="Montserrat"/>
                <a:sym typeface="Montserrat"/>
              </a:rPr>
              <a:t>ROAS (Mídia)</a:t>
            </a:r>
            <a:endParaRPr dirty="0">
              <a:solidFill>
                <a:schemeClr val="dk1"/>
              </a:solidFill>
            </a:endParaRPr>
          </a:p>
        </p:txBody>
      </p:sp>
      <p:sp>
        <p:nvSpPr>
          <p:cNvPr id="64" name="Google Shape;410;p76">
            <a:extLst>
              <a:ext uri="{FF2B5EF4-FFF2-40B4-BE49-F238E27FC236}">
                <a16:creationId xmlns:a16="http://schemas.microsoft.com/office/drawing/2014/main" id="{8F391002-7C34-42BC-AEF0-5278BEE765B4}"/>
              </a:ext>
            </a:extLst>
          </p:cNvPr>
          <p:cNvSpPr/>
          <p:nvPr/>
        </p:nvSpPr>
        <p:spPr>
          <a:xfrm>
            <a:off x="6574556" y="1203801"/>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43,65%</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34A853"/>
                </a:solidFill>
                <a:latin typeface="Montserrat"/>
                <a:ea typeface="Montserrat"/>
                <a:cs typeface="Montserrat"/>
                <a:sym typeface="Montserrat"/>
              </a:rPr>
              <a:t>+19%</a:t>
            </a:r>
            <a:endParaRPr sz="900" dirty="0">
              <a:solidFill>
                <a:srgbClr val="34A853"/>
              </a:solidFill>
              <a:latin typeface="Montserrat"/>
              <a:ea typeface="Montserrat"/>
              <a:cs typeface="Montserrat"/>
              <a:sym typeface="Montserrat"/>
            </a:endParaRPr>
          </a:p>
        </p:txBody>
      </p:sp>
      <p:sp>
        <p:nvSpPr>
          <p:cNvPr id="65" name="Google Shape;411;p76">
            <a:extLst>
              <a:ext uri="{FF2B5EF4-FFF2-40B4-BE49-F238E27FC236}">
                <a16:creationId xmlns:a16="http://schemas.microsoft.com/office/drawing/2014/main" id="{D0DC264D-DDE8-46FD-8479-85F02C09028E}"/>
              </a:ext>
            </a:extLst>
          </p:cNvPr>
          <p:cNvSpPr/>
          <p:nvPr/>
        </p:nvSpPr>
        <p:spPr>
          <a:xfrm>
            <a:off x="6574576" y="1045383"/>
            <a:ext cx="1185900" cy="205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dk1"/>
                </a:solidFill>
                <a:latin typeface="Montserrat"/>
                <a:ea typeface="Montserrat"/>
                <a:cs typeface="Montserrat"/>
                <a:sym typeface="Montserrat"/>
              </a:rPr>
              <a:t>Partic. Mídia</a:t>
            </a:r>
            <a:endParaRPr dirty="0">
              <a:solidFill>
                <a:schemeClr val="dk1"/>
              </a:solidFill>
            </a:endParaRPr>
          </a:p>
        </p:txBody>
      </p:sp>
      <p:sp>
        <p:nvSpPr>
          <p:cNvPr id="66" name="Google Shape;410;p76">
            <a:extLst>
              <a:ext uri="{FF2B5EF4-FFF2-40B4-BE49-F238E27FC236}">
                <a16:creationId xmlns:a16="http://schemas.microsoft.com/office/drawing/2014/main" id="{A67531EB-07A1-431A-8792-45BB7E0A5AED}"/>
              </a:ext>
            </a:extLst>
          </p:cNvPr>
          <p:cNvSpPr/>
          <p:nvPr/>
        </p:nvSpPr>
        <p:spPr>
          <a:xfrm>
            <a:off x="1778954" y="2193793"/>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12.107.523</a:t>
            </a:r>
          </a:p>
          <a:p>
            <a:pPr marL="0" lvl="0" indent="0" algn="ctr" rtl="0">
              <a:spcBef>
                <a:spcPts val="0"/>
              </a:spcBef>
              <a:spcAft>
                <a:spcPts val="0"/>
              </a:spcAft>
              <a:buNone/>
            </a:pPr>
            <a:r>
              <a:rPr lang="pt-BR" sz="900" dirty="0">
                <a:solidFill>
                  <a:srgbClr val="00B050"/>
                </a:solidFill>
                <a:latin typeface="Montserrat"/>
                <a:ea typeface="Montserrat"/>
                <a:cs typeface="Montserrat"/>
                <a:sym typeface="Montserrat"/>
              </a:rPr>
              <a:t>+18%</a:t>
            </a:r>
          </a:p>
        </p:txBody>
      </p:sp>
      <p:sp>
        <p:nvSpPr>
          <p:cNvPr id="67" name="Google Shape;411;p76">
            <a:extLst>
              <a:ext uri="{FF2B5EF4-FFF2-40B4-BE49-F238E27FC236}">
                <a16:creationId xmlns:a16="http://schemas.microsoft.com/office/drawing/2014/main" id="{ABF92F8D-16EB-4002-A7C0-423C950F8747}"/>
              </a:ext>
            </a:extLst>
          </p:cNvPr>
          <p:cNvSpPr/>
          <p:nvPr/>
        </p:nvSpPr>
        <p:spPr>
          <a:xfrm>
            <a:off x="1778974" y="2035375"/>
            <a:ext cx="1185900" cy="205500"/>
          </a:xfrm>
          <a:prstGeom prst="rect">
            <a:avLst/>
          </a:prstGeom>
          <a:solidFill>
            <a:srgbClr val="4040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accent6"/>
                </a:solidFill>
                <a:latin typeface="Montserrat"/>
                <a:ea typeface="Montserrat"/>
                <a:cs typeface="Montserrat"/>
                <a:sym typeface="Montserrat"/>
              </a:rPr>
              <a:t>Sessões</a:t>
            </a:r>
            <a:endParaRPr dirty="0">
              <a:solidFill>
                <a:schemeClr val="accent6"/>
              </a:solidFill>
            </a:endParaRPr>
          </a:p>
        </p:txBody>
      </p:sp>
      <p:sp>
        <p:nvSpPr>
          <p:cNvPr id="70" name="Google Shape;410;p76">
            <a:extLst>
              <a:ext uri="{FF2B5EF4-FFF2-40B4-BE49-F238E27FC236}">
                <a16:creationId xmlns:a16="http://schemas.microsoft.com/office/drawing/2014/main" id="{DF34BB8F-E3F7-450E-A0D9-6BABB23214BD}"/>
              </a:ext>
            </a:extLst>
          </p:cNvPr>
          <p:cNvSpPr/>
          <p:nvPr/>
        </p:nvSpPr>
        <p:spPr>
          <a:xfrm>
            <a:off x="3150554" y="2193793"/>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4.980.462</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00B050"/>
                </a:solidFill>
                <a:latin typeface="Montserrat"/>
                <a:ea typeface="Montserrat"/>
                <a:cs typeface="Montserrat"/>
                <a:sym typeface="Montserrat"/>
              </a:rPr>
              <a:t>+2%</a:t>
            </a:r>
            <a:endParaRPr sz="900" dirty="0">
              <a:solidFill>
                <a:srgbClr val="00B050"/>
              </a:solidFill>
              <a:latin typeface="Montserrat"/>
              <a:ea typeface="Montserrat"/>
              <a:cs typeface="Montserrat"/>
              <a:sym typeface="Montserrat"/>
            </a:endParaRPr>
          </a:p>
        </p:txBody>
      </p:sp>
      <p:sp>
        <p:nvSpPr>
          <p:cNvPr id="71" name="Google Shape;411;p76">
            <a:extLst>
              <a:ext uri="{FF2B5EF4-FFF2-40B4-BE49-F238E27FC236}">
                <a16:creationId xmlns:a16="http://schemas.microsoft.com/office/drawing/2014/main" id="{9D1BFD46-46BF-42B8-96CE-FD2E0308101A}"/>
              </a:ext>
            </a:extLst>
          </p:cNvPr>
          <p:cNvSpPr/>
          <p:nvPr/>
        </p:nvSpPr>
        <p:spPr>
          <a:xfrm>
            <a:off x="3150574" y="2035375"/>
            <a:ext cx="1185900" cy="205500"/>
          </a:xfrm>
          <a:prstGeom prst="rect">
            <a:avLst/>
          </a:prstGeom>
          <a:solidFill>
            <a:srgbClr val="4040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accent6"/>
                </a:solidFill>
                <a:latin typeface="Montserrat"/>
                <a:ea typeface="Montserrat"/>
                <a:cs typeface="Montserrat"/>
                <a:sym typeface="Montserrat"/>
              </a:rPr>
              <a:t>Usuários</a:t>
            </a:r>
            <a:endParaRPr dirty="0">
              <a:solidFill>
                <a:schemeClr val="accent6"/>
              </a:solidFill>
            </a:endParaRPr>
          </a:p>
        </p:txBody>
      </p:sp>
      <p:sp>
        <p:nvSpPr>
          <p:cNvPr id="72" name="Google Shape;410;p76">
            <a:extLst>
              <a:ext uri="{FF2B5EF4-FFF2-40B4-BE49-F238E27FC236}">
                <a16:creationId xmlns:a16="http://schemas.microsoft.com/office/drawing/2014/main" id="{4A567B5B-A03D-4655-80D6-11EBF9863EF4}"/>
              </a:ext>
            </a:extLst>
          </p:cNvPr>
          <p:cNvSpPr/>
          <p:nvPr/>
        </p:nvSpPr>
        <p:spPr>
          <a:xfrm>
            <a:off x="4537434" y="2193793"/>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3.357.350</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FF0000"/>
                </a:solidFill>
                <a:latin typeface="Montserrat"/>
                <a:ea typeface="Montserrat"/>
                <a:cs typeface="Montserrat"/>
                <a:sym typeface="Montserrat"/>
              </a:rPr>
              <a:t>-1%</a:t>
            </a:r>
            <a:endParaRPr sz="900" dirty="0">
              <a:solidFill>
                <a:srgbClr val="FF0000"/>
              </a:solidFill>
              <a:latin typeface="Montserrat"/>
              <a:ea typeface="Montserrat"/>
              <a:cs typeface="Montserrat"/>
              <a:sym typeface="Montserrat"/>
            </a:endParaRPr>
          </a:p>
        </p:txBody>
      </p:sp>
      <p:sp>
        <p:nvSpPr>
          <p:cNvPr id="88" name="Google Shape;411;p76">
            <a:extLst>
              <a:ext uri="{FF2B5EF4-FFF2-40B4-BE49-F238E27FC236}">
                <a16:creationId xmlns:a16="http://schemas.microsoft.com/office/drawing/2014/main" id="{981A7F86-FE01-49C6-907D-760439B6D9C9}"/>
              </a:ext>
            </a:extLst>
          </p:cNvPr>
          <p:cNvSpPr/>
          <p:nvPr/>
        </p:nvSpPr>
        <p:spPr>
          <a:xfrm>
            <a:off x="4537454" y="2035375"/>
            <a:ext cx="1185900" cy="205500"/>
          </a:xfrm>
          <a:prstGeom prst="rect">
            <a:avLst/>
          </a:prstGeom>
          <a:solidFill>
            <a:srgbClr val="4040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accent6"/>
                </a:solidFill>
                <a:latin typeface="Montserrat"/>
                <a:ea typeface="Montserrat"/>
                <a:cs typeface="Montserrat"/>
                <a:sym typeface="Montserrat"/>
              </a:rPr>
              <a:t>Novos Usuários</a:t>
            </a:r>
            <a:endParaRPr dirty="0">
              <a:solidFill>
                <a:schemeClr val="accent6"/>
              </a:solidFill>
            </a:endParaRPr>
          </a:p>
        </p:txBody>
      </p:sp>
      <p:sp>
        <p:nvSpPr>
          <p:cNvPr id="89" name="Google Shape;410;p76">
            <a:extLst>
              <a:ext uri="{FF2B5EF4-FFF2-40B4-BE49-F238E27FC236}">
                <a16:creationId xmlns:a16="http://schemas.microsoft.com/office/drawing/2014/main" id="{94B698CC-2C60-4D36-B0B0-9FE9EFD7D2B5}"/>
              </a:ext>
            </a:extLst>
          </p:cNvPr>
          <p:cNvSpPr/>
          <p:nvPr/>
        </p:nvSpPr>
        <p:spPr>
          <a:xfrm>
            <a:off x="5909034" y="2193793"/>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0,58%</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FF0000"/>
                </a:solidFill>
                <a:latin typeface="Montserrat"/>
                <a:ea typeface="Montserrat"/>
                <a:cs typeface="Montserrat"/>
                <a:sym typeface="Montserrat"/>
              </a:rPr>
              <a:t>-27%</a:t>
            </a:r>
            <a:endParaRPr sz="900" dirty="0">
              <a:solidFill>
                <a:srgbClr val="FF0000"/>
              </a:solidFill>
              <a:latin typeface="Montserrat"/>
              <a:ea typeface="Montserrat"/>
              <a:cs typeface="Montserrat"/>
              <a:sym typeface="Montserrat"/>
            </a:endParaRPr>
          </a:p>
        </p:txBody>
      </p:sp>
      <p:sp>
        <p:nvSpPr>
          <p:cNvPr id="90" name="Google Shape;411;p76">
            <a:extLst>
              <a:ext uri="{FF2B5EF4-FFF2-40B4-BE49-F238E27FC236}">
                <a16:creationId xmlns:a16="http://schemas.microsoft.com/office/drawing/2014/main" id="{AFCABC52-A31A-4E44-986D-F22F18970D2E}"/>
              </a:ext>
            </a:extLst>
          </p:cNvPr>
          <p:cNvSpPr/>
          <p:nvPr/>
        </p:nvSpPr>
        <p:spPr>
          <a:xfrm>
            <a:off x="5909054" y="2035375"/>
            <a:ext cx="1185900" cy="205500"/>
          </a:xfrm>
          <a:prstGeom prst="rect">
            <a:avLst/>
          </a:prstGeom>
          <a:solidFill>
            <a:srgbClr val="4040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940" dirty="0" err="1">
                <a:solidFill>
                  <a:schemeClr val="accent6"/>
                </a:solidFill>
                <a:latin typeface="Montserrat"/>
                <a:ea typeface="Montserrat"/>
                <a:cs typeface="Montserrat"/>
                <a:sym typeface="Montserrat"/>
              </a:rPr>
              <a:t>Tx</a:t>
            </a:r>
            <a:r>
              <a:rPr lang="pt-BR" sz="940" dirty="0">
                <a:solidFill>
                  <a:schemeClr val="accent6"/>
                </a:solidFill>
                <a:latin typeface="Montserrat"/>
                <a:ea typeface="Montserrat"/>
                <a:cs typeface="Montserrat"/>
                <a:sym typeface="Montserrat"/>
              </a:rPr>
              <a:t>. de Conversão</a:t>
            </a:r>
            <a:endParaRPr sz="940" dirty="0">
              <a:solidFill>
                <a:schemeClr val="accent6"/>
              </a:solidFill>
            </a:endParaRPr>
          </a:p>
        </p:txBody>
      </p:sp>
      <p:sp>
        <p:nvSpPr>
          <p:cNvPr id="23" name="Google Shape;457;p49">
            <a:extLst>
              <a:ext uri="{FF2B5EF4-FFF2-40B4-BE49-F238E27FC236}">
                <a16:creationId xmlns:a16="http://schemas.microsoft.com/office/drawing/2014/main" id="{632A2CC5-1318-4C7A-9457-D1E1FECBF08F}"/>
              </a:ext>
            </a:extLst>
          </p:cNvPr>
          <p:cNvSpPr txBox="1"/>
          <p:nvPr/>
        </p:nvSpPr>
        <p:spPr>
          <a:xfrm>
            <a:off x="6574556" y="4318938"/>
            <a:ext cx="1989102" cy="654300"/>
          </a:xfrm>
          <a:prstGeom prst="rect">
            <a:avLst/>
          </a:prstGeom>
          <a:noFill/>
          <a:ln>
            <a:noFill/>
          </a:ln>
        </p:spPr>
        <p:txBody>
          <a:bodyPr spcFirstLastPara="1" wrap="square" lIns="91425" tIns="91425" rIns="91425" bIns="91425" anchor="t" anchorCtr="0">
            <a:noAutofit/>
          </a:bodyPr>
          <a:lstStyle/>
          <a:p>
            <a:pPr marL="0" lvl="0" indent="0" rtl="0">
              <a:lnSpc>
                <a:spcPct val="150000"/>
              </a:lnSpc>
              <a:spcBef>
                <a:spcPts val="0"/>
              </a:spcBef>
              <a:spcAft>
                <a:spcPts val="0"/>
              </a:spcAft>
              <a:buNone/>
            </a:pPr>
            <a:r>
              <a:rPr lang="pt-BR" sz="1050" b="1" dirty="0">
                <a:solidFill>
                  <a:srgbClr val="434343"/>
                </a:solidFill>
                <a:latin typeface="Montserrat"/>
                <a:ea typeface="Montserrat"/>
                <a:cs typeface="Montserrat"/>
                <a:sym typeface="Montserrat"/>
              </a:rPr>
              <a:t>Período: </a:t>
            </a:r>
            <a:r>
              <a:rPr lang="pt-BR" sz="1050" dirty="0">
                <a:solidFill>
                  <a:srgbClr val="434343"/>
                </a:solidFill>
                <a:latin typeface="Montserrat"/>
                <a:ea typeface="Montserrat"/>
                <a:cs typeface="Montserrat"/>
                <a:sym typeface="Montserrat"/>
              </a:rPr>
              <a:t>11 a 30/04/22</a:t>
            </a:r>
          </a:p>
          <a:p>
            <a:pPr>
              <a:lnSpc>
                <a:spcPct val="150000"/>
              </a:lnSpc>
            </a:pPr>
            <a:r>
              <a:rPr lang="pt-BR" sz="1050" b="1" dirty="0">
                <a:solidFill>
                  <a:srgbClr val="434343"/>
                </a:solidFill>
                <a:latin typeface="Montserrat"/>
                <a:ea typeface="Montserrat"/>
                <a:cs typeface="Montserrat"/>
                <a:sym typeface="Montserrat"/>
              </a:rPr>
              <a:t>Comparação: </a:t>
            </a:r>
            <a:r>
              <a:rPr lang="pt-BR" sz="1050" dirty="0">
                <a:solidFill>
                  <a:srgbClr val="434343"/>
                </a:solidFill>
                <a:latin typeface="Montserrat"/>
                <a:ea typeface="Montserrat"/>
                <a:cs typeface="Montserrat"/>
                <a:sym typeface="Montserrat"/>
              </a:rPr>
              <a:t>12 a 30/04/21</a:t>
            </a:r>
          </a:p>
        </p:txBody>
      </p:sp>
      <p:sp>
        <p:nvSpPr>
          <p:cNvPr id="24" name="CaixaDeTexto 23">
            <a:extLst>
              <a:ext uri="{FF2B5EF4-FFF2-40B4-BE49-F238E27FC236}">
                <a16:creationId xmlns:a16="http://schemas.microsoft.com/office/drawing/2014/main" id="{B25051D7-A36C-41CF-A8A9-365C8FA47479}"/>
              </a:ext>
            </a:extLst>
          </p:cNvPr>
          <p:cNvSpPr txBox="1"/>
          <p:nvPr/>
        </p:nvSpPr>
        <p:spPr>
          <a:xfrm>
            <a:off x="5795926" y="2705593"/>
            <a:ext cx="1563735" cy="200055"/>
          </a:xfrm>
          <a:prstGeom prst="rect">
            <a:avLst/>
          </a:prstGeom>
          <a:noFill/>
        </p:spPr>
        <p:txBody>
          <a:bodyPr wrap="square">
            <a:spAutoFit/>
          </a:bodyPr>
          <a:lstStyle/>
          <a:p>
            <a:r>
              <a:rPr lang="pt-BR" sz="700" i="1" dirty="0">
                <a:solidFill>
                  <a:schemeClr val="tx1">
                    <a:lumMod val="50000"/>
                    <a:lumOff val="50000"/>
                  </a:schemeClr>
                </a:solidFill>
                <a:latin typeface="Montserrat" panose="00000500000000000000" pitchFamily="2" charset="0"/>
                <a:cs typeface="Arial" panose="020B0604020202020204" pitchFamily="34" charset="0"/>
              </a:rPr>
              <a:t>*Filtrando blog e área logada</a:t>
            </a:r>
          </a:p>
        </p:txBody>
      </p:sp>
    </p:spTree>
    <p:extLst>
      <p:ext uri="{BB962C8B-B14F-4D97-AF65-F5344CB8AC3E}">
        <p14:creationId xmlns:p14="http://schemas.microsoft.com/office/powerpoint/2010/main" val="2977063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64"/>
          <p:cNvSpPr txBox="1">
            <a:spLocks noGrp="1"/>
          </p:cNvSpPr>
          <p:nvPr>
            <p:ph type="sldNum" idx="12"/>
          </p:nvPr>
        </p:nvSpPr>
        <p:spPr>
          <a:xfrm>
            <a:off x="8289309" y="4579638"/>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sp>
        <p:nvSpPr>
          <p:cNvPr id="304" name="Google Shape;304;p64"/>
          <p:cNvSpPr txBox="1"/>
          <p:nvPr/>
        </p:nvSpPr>
        <p:spPr>
          <a:xfrm>
            <a:off x="972000" y="1311750"/>
            <a:ext cx="7200000" cy="252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300"/>
              <a:buFont typeface="Helvetica Neue"/>
              <a:buNone/>
            </a:pPr>
            <a:r>
              <a:rPr lang="en" sz="6000" b="1" dirty="0">
                <a:solidFill>
                  <a:srgbClr val="404041"/>
                </a:solidFill>
                <a:latin typeface="Spectral"/>
                <a:ea typeface="Spectral"/>
                <a:cs typeface="Spectral"/>
                <a:sym typeface="Spectral"/>
              </a:rPr>
              <a:t>Lote Relâmpago</a:t>
            </a:r>
            <a:br>
              <a:rPr lang="en" sz="6000" b="1" dirty="0">
                <a:solidFill>
                  <a:srgbClr val="404041"/>
                </a:solidFill>
                <a:latin typeface="Spectral"/>
                <a:ea typeface="Spectral"/>
                <a:cs typeface="Spectral"/>
                <a:sym typeface="Spectral"/>
              </a:rPr>
            </a:br>
            <a:r>
              <a:rPr lang="en" sz="6000" b="1" dirty="0">
                <a:solidFill>
                  <a:srgbClr val="404041"/>
                </a:solidFill>
                <a:latin typeface="Spectral"/>
                <a:ea typeface="Spectral"/>
                <a:cs typeface="Spectral"/>
                <a:sym typeface="Spectral"/>
              </a:rPr>
              <a:t>+ Lote 01</a:t>
            </a:r>
            <a:endParaRPr sz="6000" b="1" dirty="0">
              <a:solidFill>
                <a:srgbClr val="404041"/>
              </a:solidFill>
              <a:latin typeface="Spectral"/>
              <a:ea typeface="Spectral"/>
              <a:cs typeface="Spectral"/>
              <a:sym typeface="Spectral"/>
            </a:endParaRPr>
          </a:p>
        </p:txBody>
      </p:sp>
      <p:pic>
        <p:nvPicPr>
          <p:cNvPr id="305" name="Google Shape;305;p64"/>
          <p:cNvPicPr preferRelativeResize="0"/>
          <p:nvPr/>
        </p:nvPicPr>
        <p:blipFill>
          <a:blip r:embed="rId3">
            <a:alphaModFix/>
          </a:blip>
          <a:stretch>
            <a:fillRect/>
          </a:stretch>
        </p:blipFill>
        <p:spPr>
          <a:xfrm>
            <a:off x="846775" y="4684300"/>
            <a:ext cx="1005275" cy="184300"/>
          </a:xfrm>
          <a:prstGeom prst="rect">
            <a:avLst/>
          </a:prstGeom>
          <a:noFill/>
          <a:ln>
            <a:noFill/>
          </a:ln>
        </p:spPr>
      </p:pic>
    </p:spTree>
    <p:extLst>
      <p:ext uri="{BB962C8B-B14F-4D97-AF65-F5344CB8AC3E}">
        <p14:creationId xmlns:p14="http://schemas.microsoft.com/office/powerpoint/2010/main" val="2570748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23" name="Google Shape;323;p66"/>
          <p:cNvSpPr txBox="1">
            <a:spLocks noGrp="1"/>
          </p:cNvSpPr>
          <p:nvPr>
            <p:ph type="sldNum" idx="4294967295"/>
          </p:nvPr>
        </p:nvSpPr>
        <p:spPr>
          <a:xfrm>
            <a:off x="8289309" y="4579638"/>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dirty="0"/>
          </a:p>
        </p:txBody>
      </p:sp>
      <p:sp>
        <p:nvSpPr>
          <p:cNvPr id="325" name="Google Shape;325;p66"/>
          <p:cNvSpPr txBox="1"/>
          <p:nvPr/>
        </p:nvSpPr>
        <p:spPr>
          <a:xfrm>
            <a:off x="306313" y="197659"/>
            <a:ext cx="3702505" cy="511800"/>
          </a:xfrm>
          <a:prstGeom prst="rect">
            <a:avLst/>
          </a:prstGeom>
          <a:noFill/>
          <a:ln>
            <a:noFill/>
          </a:ln>
        </p:spPr>
        <p:txBody>
          <a:bodyPr spcFirstLastPara="1" wrap="square" lIns="26775" tIns="26775" rIns="26775" bIns="2677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 sz="2800" b="1" dirty="0">
                <a:solidFill>
                  <a:srgbClr val="404041"/>
                </a:solidFill>
                <a:latin typeface="Spectral"/>
                <a:ea typeface="Spectral"/>
                <a:cs typeface="Spectral"/>
                <a:sym typeface="Spectral"/>
              </a:rPr>
              <a:t>2022 x 2021</a:t>
            </a:r>
            <a:endParaRPr sz="2800" b="0" i="0" u="none" strike="noStrike" cap="none" dirty="0">
              <a:solidFill>
                <a:srgbClr val="404041"/>
              </a:solidFill>
              <a:latin typeface="Montserrat"/>
              <a:ea typeface="Montserrat"/>
              <a:cs typeface="Montserrat"/>
              <a:sym typeface="Montserrat"/>
            </a:endParaRPr>
          </a:p>
        </p:txBody>
      </p:sp>
      <p:sp>
        <p:nvSpPr>
          <p:cNvPr id="118" name="Google Shape;457;p49">
            <a:extLst>
              <a:ext uri="{FF2B5EF4-FFF2-40B4-BE49-F238E27FC236}">
                <a16:creationId xmlns:a16="http://schemas.microsoft.com/office/drawing/2014/main" id="{8DC5A645-0058-4243-9356-7EA9B446FC64}"/>
              </a:ext>
            </a:extLst>
          </p:cNvPr>
          <p:cNvSpPr txBox="1"/>
          <p:nvPr/>
        </p:nvSpPr>
        <p:spPr>
          <a:xfrm>
            <a:off x="306313" y="2730240"/>
            <a:ext cx="8340300" cy="1697001"/>
          </a:xfrm>
          <a:prstGeom prst="rect">
            <a:avLst/>
          </a:prstGeom>
          <a:noFill/>
          <a:ln>
            <a:noFill/>
          </a:ln>
        </p:spPr>
        <p:txBody>
          <a:bodyPr spcFirstLastPara="1" wrap="square" lIns="91425" tIns="91425" rIns="91425" bIns="91425" anchor="ctr" anchorCtr="0">
            <a:noAutofit/>
          </a:bodyPr>
          <a:lstStyle/>
          <a:p>
            <a:pPr marL="0" lvl="0" indent="0" algn="just" rtl="0">
              <a:lnSpc>
                <a:spcPct val="150000"/>
              </a:lnSpc>
              <a:spcBef>
                <a:spcPts val="0"/>
              </a:spcBef>
              <a:spcAft>
                <a:spcPts val="0"/>
              </a:spcAft>
              <a:buNone/>
            </a:pPr>
            <a:r>
              <a:rPr lang="pt-BR" sz="1100" dirty="0">
                <a:solidFill>
                  <a:srgbClr val="434343"/>
                </a:solidFill>
                <a:latin typeface="Montserrat"/>
                <a:ea typeface="Montserrat"/>
                <a:cs typeface="Montserrat"/>
                <a:sym typeface="Montserrat"/>
              </a:rPr>
              <a:t>Tivemos nesse lote, os dois dias mais fortes da </a:t>
            </a:r>
            <a:r>
              <a:rPr lang="pt-BR" sz="1100" dirty="0" err="1">
                <a:solidFill>
                  <a:srgbClr val="434343"/>
                </a:solidFill>
                <a:latin typeface="Montserrat"/>
                <a:ea typeface="Montserrat"/>
                <a:cs typeface="Montserrat"/>
                <a:sym typeface="Montserrat"/>
              </a:rPr>
              <a:t>promo</a:t>
            </a:r>
            <a:r>
              <a:rPr lang="pt-BR" sz="1100" dirty="0">
                <a:solidFill>
                  <a:srgbClr val="434343"/>
                </a:solidFill>
                <a:latin typeface="Montserrat"/>
                <a:ea typeface="Montserrat"/>
                <a:cs typeface="Montserrat"/>
                <a:sym typeface="Montserrat"/>
              </a:rPr>
              <a:t> (dias 11 [</a:t>
            </a:r>
            <a:r>
              <a:rPr lang="pt-BR" sz="1100" dirty="0" err="1">
                <a:solidFill>
                  <a:srgbClr val="434343"/>
                </a:solidFill>
                <a:latin typeface="Montserrat"/>
                <a:ea typeface="Montserrat"/>
                <a:cs typeface="Montserrat"/>
                <a:sym typeface="Montserrat"/>
              </a:rPr>
              <a:t>live</a:t>
            </a:r>
            <a:r>
              <a:rPr lang="pt-BR" sz="1100" dirty="0">
                <a:solidFill>
                  <a:srgbClr val="434343"/>
                </a:solidFill>
                <a:latin typeface="Montserrat"/>
                <a:ea typeface="Montserrat"/>
                <a:cs typeface="Montserrat"/>
                <a:sym typeface="Montserrat"/>
              </a:rPr>
              <a:t> pós] e dia 18 [</a:t>
            </a:r>
            <a:r>
              <a:rPr lang="pt-BR" sz="1100" dirty="0" err="1">
                <a:solidFill>
                  <a:srgbClr val="434343"/>
                </a:solidFill>
                <a:latin typeface="Montserrat"/>
                <a:ea typeface="Montserrat"/>
                <a:cs typeface="Montserrat"/>
                <a:sym typeface="Montserrat"/>
              </a:rPr>
              <a:t>live</a:t>
            </a:r>
            <a:r>
              <a:rPr lang="pt-BR" sz="1100" dirty="0">
                <a:solidFill>
                  <a:srgbClr val="434343"/>
                </a:solidFill>
                <a:latin typeface="Montserrat"/>
                <a:ea typeface="Montserrat"/>
                <a:cs typeface="Montserrat"/>
                <a:sym typeface="Montserrat"/>
              </a:rPr>
              <a:t> aniversário de BSB), onde no dia 11/04/22 atingimos uma receita site de R$ 2.545.500 e um ROAS de 8,9. Já no dia 18/04/22, tivemos um excelente resultado! Atingimos uma receita de R$ 4.092.843, 41% acima da meta diária estimada que era R$ 2.911.160, onde alcançamos um ROAS de 8,1 (possivelmente devido ao desconto forte de 62% que tivemos nesse dia). </a:t>
            </a:r>
          </a:p>
          <a:p>
            <a:pPr marL="0" lvl="0" indent="0" algn="just" rtl="0">
              <a:spcBef>
                <a:spcPts val="0"/>
              </a:spcBef>
              <a:spcAft>
                <a:spcPts val="0"/>
              </a:spcAft>
              <a:buNone/>
            </a:pPr>
            <a:endParaRPr lang="pt-BR" sz="1100" dirty="0">
              <a:solidFill>
                <a:srgbClr val="434343"/>
              </a:solidFill>
              <a:latin typeface="Montserrat"/>
              <a:ea typeface="Montserrat"/>
              <a:cs typeface="Montserrat"/>
              <a:sym typeface="Montserrat"/>
            </a:endParaRPr>
          </a:p>
          <a:p>
            <a:pPr algn="just">
              <a:lnSpc>
                <a:spcPct val="150000"/>
              </a:lnSpc>
            </a:pPr>
            <a:r>
              <a:rPr lang="pt-BR" sz="1100" dirty="0">
                <a:solidFill>
                  <a:srgbClr val="434343"/>
                </a:solidFill>
                <a:latin typeface="Montserrat"/>
                <a:ea typeface="Montserrat"/>
                <a:cs typeface="Montserrat"/>
                <a:sym typeface="Montserrat"/>
              </a:rPr>
              <a:t>A comparação </a:t>
            </a:r>
            <a:r>
              <a:rPr lang="pt-BR" sz="1100" dirty="0" err="1">
                <a:solidFill>
                  <a:srgbClr val="434343"/>
                </a:solidFill>
                <a:latin typeface="Montserrat"/>
                <a:ea typeface="Montserrat"/>
                <a:cs typeface="Montserrat"/>
                <a:sym typeface="Montserrat"/>
              </a:rPr>
              <a:t>YoY</a:t>
            </a:r>
            <a:r>
              <a:rPr lang="pt-BR" sz="1100" dirty="0">
                <a:solidFill>
                  <a:srgbClr val="434343"/>
                </a:solidFill>
                <a:latin typeface="Montserrat"/>
                <a:ea typeface="Montserrat"/>
                <a:cs typeface="Montserrat"/>
                <a:sym typeface="Montserrat"/>
              </a:rPr>
              <a:t> fica injusta, porque no ano anterior, tivemos no dia 12 o lote relâmpago + lote 01, já esse ano tivemos mudança, onde o lote relâmpago veiculou durante todo o dia 11 e o lote 01 foi do dia 12 ao dia 18.</a:t>
            </a:r>
          </a:p>
        </p:txBody>
      </p:sp>
      <p:sp>
        <p:nvSpPr>
          <p:cNvPr id="42" name="Google Shape;410;p76">
            <a:extLst>
              <a:ext uri="{FF2B5EF4-FFF2-40B4-BE49-F238E27FC236}">
                <a16:creationId xmlns:a16="http://schemas.microsoft.com/office/drawing/2014/main" id="{953D9821-D0B1-424C-A4D1-241187C89103}"/>
              </a:ext>
            </a:extLst>
          </p:cNvPr>
          <p:cNvSpPr/>
          <p:nvPr/>
        </p:nvSpPr>
        <p:spPr>
          <a:xfrm>
            <a:off x="1072896" y="1203801"/>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R$ 734 K</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chemeClr val="accent3">
                    <a:lumMod val="60000"/>
                    <a:lumOff val="40000"/>
                  </a:schemeClr>
                </a:solidFill>
                <a:latin typeface="Montserrat"/>
                <a:ea typeface="Montserrat"/>
                <a:cs typeface="Montserrat"/>
                <a:sym typeface="Montserrat"/>
              </a:rPr>
              <a:t>+305%</a:t>
            </a:r>
            <a:endParaRPr sz="900" dirty="0">
              <a:solidFill>
                <a:schemeClr val="accent3">
                  <a:lumMod val="60000"/>
                  <a:lumOff val="40000"/>
                </a:schemeClr>
              </a:solidFill>
              <a:latin typeface="Montserrat"/>
              <a:ea typeface="Montserrat"/>
              <a:cs typeface="Montserrat"/>
              <a:sym typeface="Montserrat"/>
            </a:endParaRPr>
          </a:p>
        </p:txBody>
      </p:sp>
      <p:sp>
        <p:nvSpPr>
          <p:cNvPr id="43" name="Google Shape;411;p76">
            <a:extLst>
              <a:ext uri="{FF2B5EF4-FFF2-40B4-BE49-F238E27FC236}">
                <a16:creationId xmlns:a16="http://schemas.microsoft.com/office/drawing/2014/main" id="{06EB6707-F32F-4D99-8706-B86153A1B681}"/>
              </a:ext>
            </a:extLst>
          </p:cNvPr>
          <p:cNvSpPr/>
          <p:nvPr/>
        </p:nvSpPr>
        <p:spPr>
          <a:xfrm>
            <a:off x="1072916" y="1045383"/>
            <a:ext cx="1185900" cy="205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dk1"/>
                </a:solidFill>
                <a:latin typeface="Montserrat"/>
                <a:ea typeface="Montserrat"/>
                <a:cs typeface="Montserrat"/>
                <a:sym typeface="Montserrat"/>
              </a:rPr>
              <a:t>Investimento</a:t>
            </a:r>
            <a:endParaRPr dirty="0">
              <a:solidFill>
                <a:schemeClr val="dk1"/>
              </a:solidFill>
            </a:endParaRPr>
          </a:p>
        </p:txBody>
      </p:sp>
      <p:sp>
        <p:nvSpPr>
          <p:cNvPr id="44" name="Google Shape;410;p76">
            <a:extLst>
              <a:ext uri="{FF2B5EF4-FFF2-40B4-BE49-F238E27FC236}">
                <a16:creationId xmlns:a16="http://schemas.microsoft.com/office/drawing/2014/main" id="{9BC9660F-1529-409D-8285-4020D741DC10}"/>
              </a:ext>
            </a:extLst>
          </p:cNvPr>
          <p:cNvSpPr/>
          <p:nvPr/>
        </p:nvSpPr>
        <p:spPr>
          <a:xfrm>
            <a:off x="2444496" y="1203801"/>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R$ 8.7 M</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00B050"/>
                </a:solidFill>
                <a:latin typeface="Montserrat"/>
                <a:ea typeface="Montserrat"/>
                <a:cs typeface="Montserrat"/>
                <a:sym typeface="Montserrat"/>
              </a:rPr>
              <a:t>+55%</a:t>
            </a:r>
            <a:endParaRPr sz="900" dirty="0">
              <a:solidFill>
                <a:srgbClr val="00B050"/>
              </a:solidFill>
              <a:latin typeface="Montserrat"/>
              <a:ea typeface="Montserrat"/>
              <a:cs typeface="Montserrat"/>
              <a:sym typeface="Montserrat"/>
            </a:endParaRPr>
          </a:p>
        </p:txBody>
      </p:sp>
      <p:sp>
        <p:nvSpPr>
          <p:cNvPr id="45" name="Google Shape;411;p76">
            <a:extLst>
              <a:ext uri="{FF2B5EF4-FFF2-40B4-BE49-F238E27FC236}">
                <a16:creationId xmlns:a16="http://schemas.microsoft.com/office/drawing/2014/main" id="{B31773D0-DAF4-447F-95F4-0ED799DF221B}"/>
              </a:ext>
            </a:extLst>
          </p:cNvPr>
          <p:cNvSpPr/>
          <p:nvPr/>
        </p:nvSpPr>
        <p:spPr>
          <a:xfrm>
            <a:off x="2444516" y="1045383"/>
            <a:ext cx="1185900" cy="205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dk1"/>
                </a:solidFill>
                <a:latin typeface="Montserrat"/>
                <a:ea typeface="Montserrat"/>
                <a:cs typeface="Montserrat"/>
                <a:sym typeface="Montserrat"/>
              </a:rPr>
              <a:t>Receita Site</a:t>
            </a:r>
            <a:endParaRPr dirty="0">
              <a:solidFill>
                <a:schemeClr val="dk1"/>
              </a:solidFill>
            </a:endParaRPr>
          </a:p>
        </p:txBody>
      </p:sp>
      <p:sp>
        <p:nvSpPr>
          <p:cNvPr id="46" name="Google Shape;410;p76">
            <a:extLst>
              <a:ext uri="{FF2B5EF4-FFF2-40B4-BE49-F238E27FC236}">
                <a16:creationId xmlns:a16="http://schemas.microsoft.com/office/drawing/2014/main" id="{2F561530-944B-4EDF-91F9-5ED8AEC6817E}"/>
              </a:ext>
            </a:extLst>
          </p:cNvPr>
          <p:cNvSpPr/>
          <p:nvPr/>
        </p:nvSpPr>
        <p:spPr>
          <a:xfrm>
            <a:off x="3831376" y="1203801"/>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R$ 3.7 M</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00B050"/>
                </a:solidFill>
                <a:latin typeface="Montserrat"/>
                <a:ea typeface="Montserrat"/>
                <a:cs typeface="Montserrat"/>
                <a:sym typeface="Montserrat"/>
              </a:rPr>
              <a:t>+149%</a:t>
            </a:r>
          </a:p>
        </p:txBody>
      </p:sp>
      <p:sp>
        <p:nvSpPr>
          <p:cNvPr id="47" name="Google Shape;411;p76">
            <a:extLst>
              <a:ext uri="{FF2B5EF4-FFF2-40B4-BE49-F238E27FC236}">
                <a16:creationId xmlns:a16="http://schemas.microsoft.com/office/drawing/2014/main" id="{26F12DFF-80FF-41DB-ACB3-5FA1B130F8F5}"/>
              </a:ext>
            </a:extLst>
          </p:cNvPr>
          <p:cNvSpPr/>
          <p:nvPr/>
        </p:nvSpPr>
        <p:spPr>
          <a:xfrm>
            <a:off x="3831396" y="1045383"/>
            <a:ext cx="1185900" cy="205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dk1"/>
                </a:solidFill>
                <a:latin typeface="Montserrat"/>
                <a:ea typeface="Montserrat"/>
                <a:cs typeface="Montserrat"/>
                <a:sym typeface="Montserrat"/>
              </a:rPr>
              <a:t>Receita Mídia</a:t>
            </a:r>
            <a:endParaRPr dirty="0">
              <a:solidFill>
                <a:schemeClr val="dk1"/>
              </a:solidFill>
            </a:endParaRPr>
          </a:p>
        </p:txBody>
      </p:sp>
      <p:sp>
        <p:nvSpPr>
          <p:cNvPr id="48" name="Google Shape;410;p76">
            <a:extLst>
              <a:ext uri="{FF2B5EF4-FFF2-40B4-BE49-F238E27FC236}">
                <a16:creationId xmlns:a16="http://schemas.microsoft.com/office/drawing/2014/main" id="{60AACBF6-6157-483E-AF9F-857F6DE24A31}"/>
              </a:ext>
            </a:extLst>
          </p:cNvPr>
          <p:cNvSpPr/>
          <p:nvPr/>
        </p:nvSpPr>
        <p:spPr>
          <a:xfrm>
            <a:off x="5202976" y="1203801"/>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5,0</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FF0000"/>
                </a:solidFill>
                <a:latin typeface="Montserrat"/>
                <a:ea typeface="Montserrat"/>
                <a:cs typeface="Montserrat"/>
                <a:sym typeface="Montserrat"/>
              </a:rPr>
              <a:t>-38%</a:t>
            </a:r>
          </a:p>
        </p:txBody>
      </p:sp>
      <p:sp>
        <p:nvSpPr>
          <p:cNvPr id="49" name="Google Shape;411;p76">
            <a:extLst>
              <a:ext uri="{FF2B5EF4-FFF2-40B4-BE49-F238E27FC236}">
                <a16:creationId xmlns:a16="http://schemas.microsoft.com/office/drawing/2014/main" id="{C11945E3-D037-4753-BCAA-40A544FCD5FB}"/>
              </a:ext>
            </a:extLst>
          </p:cNvPr>
          <p:cNvSpPr/>
          <p:nvPr/>
        </p:nvSpPr>
        <p:spPr>
          <a:xfrm>
            <a:off x="5202996" y="1045383"/>
            <a:ext cx="1185900" cy="205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dk1"/>
                </a:solidFill>
                <a:latin typeface="Montserrat"/>
                <a:ea typeface="Montserrat"/>
                <a:cs typeface="Montserrat"/>
                <a:sym typeface="Montserrat"/>
              </a:rPr>
              <a:t>ROAS (Mídia)</a:t>
            </a:r>
            <a:endParaRPr dirty="0">
              <a:solidFill>
                <a:schemeClr val="dk1"/>
              </a:solidFill>
            </a:endParaRPr>
          </a:p>
        </p:txBody>
      </p:sp>
      <p:sp>
        <p:nvSpPr>
          <p:cNvPr id="64" name="Google Shape;410;p76">
            <a:extLst>
              <a:ext uri="{FF2B5EF4-FFF2-40B4-BE49-F238E27FC236}">
                <a16:creationId xmlns:a16="http://schemas.microsoft.com/office/drawing/2014/main" id="{8F391002-7C34-42BC-AEF0-5278BEE765B4}"/>
              </a:ext>
            </a:extLst>
          </p:cNvPr>
          <p:cNvSpPr/>
          <p:nvPr/>
        </p:nvSpPr>
        <p:spPr>
          <a:xfrm>
            <a:off x="6574556" y="1203801"/>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42,17%</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34A853"/>
                </a:solidFill>
                <a:latin typeface="Montserrat"/>
                <a:ea typeface="Montserrat"/>
                <a:cs typeface="Montserrat"/>
                <a:sym typeface="Montserrat"/>
              </a:rPr>
              <a:t>+61%</a:t>
            </a:r>
          </a:p>
        </p:txBody>
      </p:sp>
      <p:sp>
        <p:nvSpPr>
          <p:cNvPr id="65" name="Google Shape;411;p76">
            <a:extLst>
              <a:ext uri="{FF2B5EF4-FFF2-40B4-BE49-F238E27FC236}">
                <a16:creationId xmlns:a16="http://schemas.microsoft.com/office/drawing/2014/main" id="{D0DC264D-DDE8-46FD-8479-85F02C09028E}"/>
              </a:ext>
            </a:extLst>
          </p:cNvPr>
          <p:cNvSpPr/>
          <p:nvPr/>
        </p:nvSpPr>
        <p:spPr>
          <a:xfrm>
            <a:off x="6574576" y="1045383"/>
            <a:ext cx="1185900" cy="205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dk1"/>
                </a:solidFill>
                <a:latin typeface="Montserrat"/>
                <a:ea typeface="Montserrat"/>
                <a:cs typeface="Montserrat"/>
                <a:sym typeface="Montserrat"/>
              </a:rPr>
              <a:t>Partic. Mídia</a:t>
            </a:r>
            <a:endParaRPr dirty="0">
              <a:solidFill>
                <a:schemeClr val="dk1"/>
              </a:solidFill>
            </a:endParaRPr>
          </a:p>
        </p:txBody>
      </p:sp>
      <p:sp>
        <p:nvSpPr>
          <p:cNvPr id="66" name="Google Shape;410;p76">
            <a:extLst>
              <a:ext uri="{FF2B5EF4-FFF2-40B4-BE49-F238E27FC236}">
                <a16:creationId xmlns:a16="http://schemas.microsoft.com/office/drawing/2014/main" id="{A67531EB-07A1-431A-8792-45BB7E0A5AED}"/>
              </a:ext>
            </a:extLst>
          </p:cNvPr>
          <p:cNvSpPr/>
          <p:nvPr/>
        </p:nvSpPr>
        <p:spPr>
          <a:xfrm>
            <a:off x="1778954" y="2084938"/>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4.533.343</a:t>
            </a:r>
          </a:p>
          <a:p>
            <a:pPr marL="0" lvl="0" indent="0" algn="ctr" rtl="0">
              <a:spcBef>
                <a:spcPts val="0"/>
              </a:spcBef>
              <a:spcAft>
                <a:spcPts val="0"/>
              </a:spcAft>
              <a:buNone/>
            </a:pPr>
            <a:r>
              <a:rPr lang="pt-BR" sz="900" dirty="0">
                <a:solidFill>
                  <a:srgbClr val="34A853"/>
                </a:solidFill>
                <a:latin typeface="Montserrat"/>
                <a:ea typeface="Montserrat"/>
                <a:cs typeface="Montserrat"/>
                <a:sym typeface="Montserrat"/>
              </a:rPr>
              <a:t>+580%</a:t>
            </a:r>
          </a:p>
        </p:txBody>
      </p:sp>
      <p:sp>
        <p:nvSpPr>
          <p:cNvPr id="67" name="Google Shape;411;p76">
            <a:extLst>
              <a:ext uri="{FF2B5EF4-FFF2-40B4-BE49-F238E27FC236}">
                <a16:creationId xmlns:a16="http://schemas.microsoft.com/office/drawing/2014/main" id="{ABF92F8D-16EB-4002-A7C0-423C950F8747}"/>
              </a:ext>
            </a:extLst>
          </p:cNvPr>
          <p:cNvSpPr/>
          <p:nvPr/>
        </p:nvSpPr>
        <p:spPr>
          <a:xfrm>
            <a:off x="1778974" y="1926520"/>
            <a:ext cx="1185900" cy="205500"/>
          </a:xfrm>
          <a:prstGeom prst="rect">
            <a:avLst/>
          </a:prstGeom>
          <a:solidFill>
            <a:srgbClr val="4040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accent6"/>
                </a:solidFill>
                <a:latin typeface="Montserrat"/>
                <a:ea typeface="Montserrat"/>
                <a:cs typeface="Montserrat"/>
                <a:sym typeface="Montserrat"/>
              </a:rPr>
              <a:t>Sessões</a:t>
            </a:r>
            <a:endParaRPr dirty="0">
              <a:solidFill>
                <a:schemeClr val="accent6"/>
              </a:solidFill>
            </a:endParaRPr>
          </a:p>
        </p:txBody>
      </p:sp>
      <p:sp>
        <p:nvSpPr>
          <p:cNvPr id="70" name="Google Shape;410;p76">
            <a:extLst>
              <a:ext uri="{FF2B5EF4-FFF2-40B4-BE49-F238E27FC236}">
                <a16:creationId xmlns:a16="http://schemas.microsoft.com/office/drawing/2014/main" id="{DF34BB8F-E3F7-450E-A0D9-6BABB23214BD}"/>
              </a:ext>
            </a:extLst>
          </p:cNvPr>
          <p:cNvSpPr/>
          <p:nvPr/>
        </p:nvSpPr>
        <p:spPr>
          <a:xfrm>
            <a:off x="3150554" y="2084938"/>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2.110.434</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34A853"/>
                </a:solidFill>
                <a:latin typeface="Montserrat"/>
                <a:ea typeface="Montserrat"/>
                <a:cs typeface="Montserrat"/>
                <a:sym typeface="Montserrat"/>
              </a:rPr>
              <a:t>+369%</a:t>
            </a:r>
            <a:endParaRPr sz="900" dirty="0">
              <a:solidFill>
                <a:srgbClr val="34A853"/>
              </a:solidFill>
              <a:latin typeface="Montserrat"/>
              <a:ea typeface="Montserrat"/>
              <a:cs typeface="Montserrat"/>
              <a:sym typeface="Montserrat"/>
            </a:endParaRPr>
          </a:p>
        </p:txBody>
      </p:sp>
      <p:sp>
        <p:nvSpPr>
          <p:cNvPr id="71" name="Google Shape;411;p76">
            <a:extLst>
              <a:ext uri="{FF2B5EF4-FFF2-40B4-BE49-F238E27FC236}">
                <a16:creationId xmlns:a16="http://schemas.microsoft.com/office/drawing/2014/main" id="{9D1BFD46-46BF-42B8-96CE-FD2E0308101A}"/>
              </a:ext>
            </a:extLst>
          </p:cNvPr>
          <p:cNvSpPr/>
          <p:nvPr/>
        </p:nvSpPr>
        <p:spPr>
          <a:xfrm>
            <a:off x="3150574" y="1926520"/>
            <a:ext cx="1185900" cy="205500"/>
          </a:xfrm>
          <a:prstGeom prst="rect">
            <a:avLst/>
          </a:prstGeom>
          <a:solidFill>
            <a:srgbClr val="4040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accent6"/>
                </a:solidFill>
                <a:latin typeface="Montserrat"/>
                <a:ea typeface="Montserrat"/>
                <a:cs typeface="Montserrat"/>
                <a:sym typeface="Montserrat"/>
              </a:rPr>
              <a:t>Usuários</a:t>
            </a:r>
            <a:endParaRPr dirty="0">
              <a:solidFill>
                <a:schemeClr val="accent6"/>
              </a:solidFill>
            </a:endParaRPr>
          </a:p>
        </p:txBody>
      </p:sp>
      <p:sp>
        <p:nvSpPr>
          <p:cNvPr id="72" name="Google Shape;410;p76">
            <a:extLst>
              <a:ext uri="{FF2B5EF4-FFF2-40B4-BE49-F238E27FC236}">
                <a16:creationId xmlns:a16="http://schemas.microsoft.com/office/drawing/2014/main" id="{4A567B5B-A03D-4655-80D6-11EBF9863EF4}"/>
              </a:ext>
            </a:extLst>
          </p:cNvPr>
          <p:cNvSpPr/>
          <p:nvPr/>
        </p:nvSpPr>
        <p:spPr>
          <a:xfrm>
            <a:off x="4537434" y="2084938"/>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1.223.146</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00B050"/>
                </a:solidFill>
                <a:latin typeface="Montserrat"/>
                <a:ea typeface="Montserrat"/>
                <a:cs typeface="Montserrat"/>
                <a:sym typeface="Montserrat"/>
              </a:rPr>
              <a:t>+449%</a:t>
            </a:r>
            <a:endParaRPr sz="900" dirty="0">
              <a:solidFill>
                <a:srgbClr val="00B050"/>
              </a:solidFill>
              <a:latin typeface="Montserrat"/>
              <a:ea typeface="Montserrat"/>
              <a:cs typeface="Montserrat"/>
              <a:sym typeface="Montserrat"/>
            </a:endParaRPr>
          </a:p>
        </p:txBody>
      </p:sp>
      <p:sp>
        <p:nvSpPr>
          <p:cNvPr id="88" name="Google Shape;411;p76">
            <a:extLst>
              <a:ext uri="{FF2B5EF4-FFF2-40B4-BE49-F238E27FC236}">
                <a16:creationId xmlns:a16="http://schemas.microsoft.com/office/drawing/2014/main" id="{981A7F86-FE01-49C6-907D-760439B6D9C9}"/>
              </a:ext>
            </a:extLst>
          </p:cNvPr>
          <p:cNvSpPr/>
          <p:nvPr/>
        </p:nvSpPr>
        <p:spPr>
          <a:xfrm>
            <a:off x="4537454" y="1926520"/>
            <a:ext cx="1185900" cy="205500"/>
          </a:xfrm>
          <a:prstGeom prst="rect">
            <a:avLst/>
          </a:prstGeom>
          <a:solidFill>
            <a:srgbClr val="4040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accent6"/>
                </a:solidFill>
                <a:latin typeface="Montserrat"/>
                <a:ea typeface="Montserrat"/>
                <a:cs typeface="Montserrat"/>
                <a:sym typeface="Montserrat"/>
              </a:rPr>
              <a:t>Novos Usuários</a:t>
            </a:r>
            <a:endParaRPr dirty="0">
              <a:solidFill>
                <a:schemeClr val="accent6"/>
              </a:solidFill>
            </a:endParaRPr>
          </a:p>
        </p:txBody>
      </p:sp>
      <p:sp>
        <p:nvSpPr>
          <p:cNvPr id="89" name="Google Shape;410;p76">
            <a:extLst>
              <a:ext uri="{FF2B5EF4-FFF2-40B4-BE49-F238E27FC236}">
                <a16:creationId xmlns:a16="http://schemas.microsoft.com/office/drawing/2014/main" id="{94B698CC-2C60-4D36-B0B0-9FE9EFD7D2B5}"/>
              </a:ext>
            </a:extLst>
          </p:cNvPr>
          <p:cNvSpPr/>
          <p:nvPr/>
        </p:nvSpPr>
        <p:spPr>
          <a:xfrm>
            <a:off x="5909034" y="2084938"/>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0,80%</a:t>
            </a:r>
          </a:p>
          <a:p>
            <a:pPr marL="0" lvl="0" indent="0" algn="ctr" rtl="0">
              <a:spcBef>
                <a:spcPts val="0"/>
              </a:spcBef>
              <a:spcAft>
                <a:spcPts val="0"/>
              </a:spcAft>
              <a:buNone/>
            </a:pPr>
            <a:r>
              <a:rPr lang="pt-BR" sz="900" dirty="0">
                <a:solidFill>
                  <a:srgbClr val="FF0000"/>
                </a:solidFill>
                <a:latin typeface="Montserrat"/>
                <a:ea typeface="Montserrat"/>
                <a:cs typeface="Montserrat"/>
                <a:sym typeface="Montserrat"/>
              </a:rPr>
              <a:t>-62%</a:t>
            </a:r>
          </a:p>
        </p:txBody>
      </p:sp>
      <p:sp>
        <p:nvSpPr>
          <p:cNvPr id="90" name="Google Shape;411;p76">
            <a:extLst>
              <a:ext uri="{FF2B5EF4-FFF2-40B4-BE49-F238E27FC236}">
                <a16:creationId xmlns:a16="http://schemas.microsoft.com/office/drawing/2014/main" id="{AFCABC52-A31A-4E44-986D-F22F18970D2E}"/>
              </a:ext>
            </a:extLst>
          </p:cNvPr>
          <p:cNvSpPr/>
          <p:nvPr/>
        </p:nvSpPr>
        <p:spPr>
          <a:xfrm>
            <a:off x="5909054" y="1926520"/>
            <a:ext cx="1185900" cy="205500"/>
          </a:xfrm>
          <a:prstGeom prst="rect">
            <a:avLst/>
          </a:prstGeom>
          <a:solidFill>
            <a:srgbClr val="4040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940" dirty="0" err="1">
                <a:solidFill>
                  <a:schemeClr val="accent6"/>
                </a:solidFill>
                <a:latin typeface="Montserrat"/>
                <a:ea typeface="Montserrat"/>
                <a:cs typeface="Montserrat"/>
                <a:sym typeface="Montserrat"/>
              </a:rPr>
              <a:t>Tx</a:t>
            </a:r>
            <a:r>
              <a:rPr lang="pt-BR" sz="940" dirty="0">
                <a:solidFill>
                  <a:schemeClr val="accent6"/>
                </a:solidFill>
                <a:latin typeface="Montserrat"/>
                <a:ea typeface="Montserrat"/>
                <a:cs typeface="Montserrat"/>
                <a:sym typeface="Montserrat"/>
              </a:rPr>
              <a:t>. de Conversão</a:t>
            </a:r>
            <a:endParaRPr sz="940" dirty="0">
              <a:solidFill>
                <a:schemeClr val="accent6"/>
              </a:solidFill>
            </a:endParaRPr>
          </a:p>
        </p:txBody>
      </p:sp>
      <p:sp>
        <p:nvSpPr>
          <p:cNvPr id="24" name="CaixaDeTexto 23">
            <a:extLst>
              <a:ext uri="{FF2B5EF4-FFF2-40B4-BE49-F238E27FC236}">
                <a16:creationId xmlns:a16="http://schemas.microsoft.com/office/drawing/2014/main" id="{B25051D7-A36C-41CF-A8A9-365C8FA47479}"/>
              </a:ext>
            </a:extLst>
          </p:cNvPr>
          <p:cNvSpPr txBox="1"/>
          <p:nvPr/>
        </p:nvSpPr>
        <p:spPr>
          <a:xfrm>
            <a:off x="5795926" y="2596738"/>
            <a:ext cx="1563735" cy="200055"/>
          </a:xfrm>
          <a:prstGeom prst="rect">
            <a:avLst/>
          </a:prstGeom>
          <a:noFill/>
        </p:spPr>
        <p:txBody>
          <a:bodyPr wrap="square">
            <a:spAutoFit/>
          </a:bodyPr>
          <a:lstStyle/>
          <a:p>
            <a:r>
              <a:rPr lang="pt-BR" sz="700" i="1" dirty="0">
                <a:solidFill>
                  <a:schemeClr val="tx1">
                    <a:lumMod val="50000"/>
                    <a:lumOff val="50000"/>
                  </a:schemeClr>
                </a:solidFill>
                <a:latin typeface="Montserrat" panose="00000500000000000000" pitchFamily="2" charset="0"/>
                <a:cs typeface="Arial" panose="020B0604020202020204" pitchFamily="34" charset="0"/>
              </a:rPr>
              <a:t>*Filtrando blog e área logada</a:t>
            </a:r>
          </a:p>
        </p:txBody>
      </p:sp>
      <p:sp>
        <p:nvSpPr>
          <p:cNvPr id="28" name="Google Shape;457;p49">
            <a:extLst>
              <a:ext uri="{FF2B5EF4-FFF2-40B4-BE49-F238E27FC236}">
                <a16:creationId xmlns:a16="http://schemas.microsoft.com/office/drawing/2014/main" id="{2D51D9DE-C4DA-4F72-B9A0-110E43F802C5}"/>
              </a:ext>
            </a:extLst>
          </p:cNvPr>
          <p:cNvSpPr txBox="1"/>
          <p:nvPr/>
        </p:nvSpPr>
        <p:spPr>
          <a:xfrm>
            <a:off x="6691086" y="4318938"/>
            <a:ext cx="1872573" cy="654300"/>
          </a:xfrm>
          <a:prstGeom prst="rect">
            <a:avLst/>
          </a:prstGeom>
          <a:noFill/>
          <a:ln>
            <a:noFill/>
          </a:ln>
        </p:spPr>
        <p:txBody>
          <a:bodyPr spcFirstLastPara="1" wrap="square" lIns="91425" tIns="91425" rIns="91425" bIns="91425" anchor="t" anchorCtr="0">
            <a:noAutofit/>
          </a:bodyPr>
          <a:lstStyle/>
          <a:p>
            <a:pPr marL="0" lvl="0" indent="0" rtl="0">
              <a:lnSpc>
                <a:spcPct val="150000"/>
              </a:lnSpc>
              <a:spcBef>
                <a:spcPts val="0"/>
              </a:spcBef>
              <a:spcAft>
                <a:spcPts val="0"/>
              </a:spcAft>
              <a:buNone/>
            </a:pPr>
            <a:r>
              <a:rPr lang="pt-BR" sz="1050" b="1" dirty="0">
                <a:solidFill>
                  <a:srgbClr val="434343"/>
                </a:solidFill>
                <a:latin typeface="Montserrat"/>
                <a:ea typeface="Montserrat"/>
                <a:cs typeface="Montserrat"/>
                <a:sym typeface="Montserrat"/>
              </a:rPr>
              <a:t>Período: </a:t>
            </a:r>
            <a:r>
              <a:rPr lang="pt-BR" sz="1050" dirty="0">
                <a:solidFill>
                  <a:srgbClr val="434343"/>
                </a:solidFill>
                <a:latin typeface="Montserrat"/>
                <a:ea typeface="Montserrat"/>
                <a:cs typeface="Montserrat"/>
                <a:sym typeface="Montserrat"/>
              </a:rPr>
              <a:t>11 e 12 a 18/04/22</a:t>
            </a:r>
          </a:p>
          <a:p>
            <a:pPr>
              <a:lnSpc>
                <a:spcPct val="150000"/>
              </a:lnSpc>
            </a:pPr>
            <a:r>
              <a:rPr lang="pt-BR" sz="1050" b="1" dirty="0">
                <a:solidFill>
                  <a:srgbClr val="434343"/>
                </a:solidFill>
                <a:latin typeface="Montserrat"/>
                <a:ea typeface="Montserrat"/>
                <a:cs typeface="Montserrat"/>
                <a:sym typeface="Montserrat"/>
              </a:rPr>
              <a:t>Comparação: </a:t>
            </a:r>
            <a:r>
              <a:rPr lang="pt-BR" sz="1050" dirty="0">
                <a:solidFill>
                  <a:srgbClr val="434343"/>
                </a:solidFill>
                <a:latin typeface="Montserrat"/>
                <a:ea typeface="Montserrat"/>
                <a:cs typeface="Montserrat"/>
                <a:sym typeface="Montserrat"/>
              </a:rPr>
              <a:t>12/04/21</a:t>
            </a:r>
          </a:p>
        </p:txBody>
      </p:sp>
    </p:spTree>
    <p:extLst>
      <p:ext uri="{BB962C8B-B14F-4D97-AF65-F5344CB8AC3E}">
        <p14:creationId xmlns:p14="http://schemas.microsoft.com/office/powerpoint/2010/main" val="2064583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64"/>
          <p:cNvSpPr txBox="1">
            <a:spLocks noGrp="1"/>
          </p:cNvSpPr>
          <p:nvPr>
            <p:ph type="sldNum" idx="12"/>
          </p:nvPr>
        </p:nvSpPr>
        <p:spPr>
          <a:xfrm>
            <a:off x="8289309" y="4579638"/>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304" name="Google Shape;304;p64"/>
          <p:cNvSpPr txBox="1"/>
          <p:nvPr/>
        </p:nvSpPr>
        <p:spPr>
          <a:xfrm>
            <a:off x="972000" y="1311750"/>
            <a:ext cx="7200000" cy="252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300"/>
              <a:buFont typeface="Helvetica Neue"/>
              <a:buNone/>
            </a:pPr>
            <a:r>
              <a:rPr lang="en" sz="6000" b="1" dirty="0">
                <a:solidFill>
                  <a:srgbClr val="404041"/>
                </a:solidFill>
                <a:latin typeface="Spectral"/>
                <a:ea typeface="Spectral"/>
                <a:cs typeface="Spectral"/>
                <a:sym typeface="Spectral"/>
              </a:rPr>
              <a:t>Lote 02</a:t>
            </a:r>
            <a:endParaRPr sz="6000" b="1" dirty="0">
              <a:solidFill>
                <a:srgbClr val="404041"/>
              </a:solidFill>
              <a:latin typeface="Spectral"/>
              <a:ea typeface="Spectral"/>
              <a:cs typeface="Spectral"/>
              <a:sym typeface="Spectral"/>
            </a:endParaRPr>
          </a:p>
        </p:txBody>
      </p:sp>
      <p:pic>
        <p:nvPicPr>
          <p:cNvPr id="305" name="Google Shape;305;p64"/>
          <p:cNvPicPr preferRelativeResize="0"/>
          <p:nvPr/>
        </p:nvPicPr>
        <p:blipFill>
          <a:blip r:embed="rId3">
            <a:alphaModFix/>
          </a:blip>
          <a:stretch>
            <a:fillRect/>
          </a:stretch>
        </p:blipFill>
        <p:spPr>
          <a:xfrm>
            <a:off x="846775" y="4684300"/>
            <a:ext cx="1005275" cy="184300"/>
          </a:xfrm>
          <a:prstGeom prst="rect">
            <a:avLst/>
          </a:prstGeom>
          <a:noFill/>
          <a:ln>
            <a:noFill/>
          </a:ln>
        </p:spPr>
      </p:pic>
    </p:spTree>
    <p:extLst>
      <p:ext uri="{BB962C8B-B14F-4D97-AF65-F5344CB8AC3E}">
        <p14:creationId xmlns:p14="http://schemas.microsoft.com/office/powerpoint/2010/main" val="978059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23" name="Google Shape;323;p66"/>
          <p:cNvSpPr txBox="1">
            <a:spLocks noGrp="1"/>
          </p:cNvSpPr>
          <p:nvPr>
            <p:ph type="sldNum" idx="4294967295"/>
          </p:nvPr>
        </p:nvSpPr>
        <p:spPr>
          <a:xfrm>
            <a:off x="8289309" y="4579638"/>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a:t>
            </a:fld>
            <a:endParaRPr dirty="0"/>
          </a:p>
        </p:txBody>
      </p:sp>
      <p:sp>
        <p:nvSpPr>
          <p:cNvPr id="325" name="Google Shape;325;p66"/>
          <p:cNvSpPr txBox="1"/>
          <p:nvPr/>
        </p:nvSpPr>
        <p:spPr>
          <a:xfrm>
            <a:off x="306313" y="197659"/>
            <a:ext cx="3702505" cy="511800"/>
          </a:xfrm>
          <a:prstGeom prst="rect">
            <a:avLst/>
          </a:prstGeom>
          <a:noFill/>
          <a:ln>
            <a:noFill/>
          </a:ln>
        </p:spPr>
        <p:txBody>
          <a:bodyPr spcFirstLastPara="1" wrap="square" lIns="26775" tIns="26775" rIns="26775" bIns="2677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 sz="2800" b="1" dirty="0">
                <a:solidFill>
                  <a:srgbClr val="404041"/>
                </a:solidFill>
                <a:latin typeface="Spectral"/>
                <a:ea typeface="Spectral"/>
                <a:cs typeface="Spectral"/>
                <a:sym typeface="Spectral"/>
              </a:rPr>
              <a:t>2022 x 2021</a:t>
            </a:r>
            <a:endParaRPr sz="2800" b="0" i="0" u="none" strike="noStrike" cap="none" dirty="0">
              <a:solidFill>
                <a:srgbClr val="404041"/>
              </a:solidFill>
              <a:latin typeface="Montserrat"/>
              <a:ea typeface="Montserrat"/>
              <a:cs typeface="Montserrat"/>
              <a:sym typeface="Montserrat"/>
            </a:endParaRPr>
          </a:p>
        </p:txBody>
      </p:sp>
      <p:sp>
        <p:nvSpPr>
          <p:cNvPr id="118" name="Google Shape;457;p49">
            <a:extLst>
              <a:ext uri="{FF2B5EF4-FFF2-40B4-BE49-F238E27FC236}">
                <a16:creationId xmlns:a16="http://schemas.microsoft.com/office/drawing/2014/main" id="{8DC5A645-0058-4243-9356-7EA9B446FC64}"/>
              </a:ext>
            </a:extLst>
          </p:cNvPr>
          <p:cNvSpPr txBox="1"/>
          <p:nvPr/>
        </p:nvSpPr>
        <p:spPr>
          <a:xfrm>
            <a:off x="305991" y="2895663"/>
            <a:ext cx="8340300" cy="1423275"/>
          </a:xfrm>
          <a:prstGeom prst="rect">
            <a:avLst/>
          </a:prstGeom>
          <a:noFill/>
          <a:ln>
            <a:noFill/>
          </a:ln>
        </p:spPr>
        <p:txBody>
          <a:bodyPr spcFirstLastPara="1" wrap="square" lIns="91425" tIns="91425" rIns="91425" bIns="91425" anchor="t" anchorCtr="0">
            <a:noAutofit/>
          </a:bodyPr>
          <a:lstStyle/>
          <a:p>
            <a:pPr algn="just">
              <a:lnSpc>
                <a:spcPct val="150000"/>
              </a:lnSpc>
            </a:pPr>
            <a:r>
              <a:rPr lang="pt-BR" sz="1100" dirty="0">
                <a:solidFill>
                  <a:srgbClr val="434343"/>
                </a:solidFill>
                <a:latin typeface="Montserrat"/>
                <a:ea typeface="Montserrat"/>
                <a:cs typeface="Montserrat"/>
                <a:sym typeface="Montserrat"/>
              </a:rPr>
              <a:t>Nesse lote, tivemos uma performance inferior </a:t>
            </a:r>
            <a:r>
              <a:rPr lang="pt-BR" sz="1100" dirty="0" err="1">
                <a:solidFill>
                  <a:srgbClr val="434343"/>
                </a:solidFill>
                <a:latin typeface="Montserrat"/>
                <a:ea typeface="Montserrat"/>
                <a:cs typeface="Montserrat"/>
                <a:sym typeface="Montserrat"/>
              </a:rPr>
              <a:t>YoY</a:t>
            </a:r>
            <a:r>
              <a:rPr lang="pt-BR" sz="1100" dirty="0">
                <a:solidFill>
                  <a:srgbClr val="434343"/>
                </a:solidFill>
                <a:latin typeface="Montserrat"/>
                <a:ea typeface="Montserrat"/>
                <a:cs typeface="Montserrat"/>
                <a:sym typeface="Montserrat"/>
              </a:rPr>
              <a:t>, podendo estar relacionado ao feriado prolongado do dia 21/04. Com isso, tivemos redução de 25% da receita site e 13% da receita mídia.</a:t>
            </a:r>
          </a:p>
          <a:p>
            <a:pPr algn="just"/>
            <a:endParaRPr lang="pt-BR" sz="1100" dirty="0">
              <a:solidFill>
                <a:srgbClr val="434343"/>
              </a:solidFill>
              <a:latin typeface="Montserrat"/>
              <a:ea typeface="Montserrat"/>
              <a:cs typeface="Montserrat"/>
              <a:sym typeface="Montserrat"/>
            </a:endParaRPr>
          </a:p>
          <a:p>
            <a:pPr algn="just">
              <a:lnSpc>
                <a:spcPct val="150000"/>
              </a:lnSpc>
            </a:pPr>
            <a:r>
              <a:rPr lang="pt-BR" sz="1100" dirty="0">
                <a:solidFill>
                  <a:srgbClr val="434343"/>
                </a:solidFill>
                <a:latin typeface="Montserrat"/>
                <a:ea typeface="Montserrat"/>
                <a:cs typeface="Montserrat"/>
                <a:sym typeface="Montserrat"/>
              </a:rPr>
              <a:t>As métricas de navegação também sofreram redução, mesmo com 5% mais visitas ao site, o volume de usuários e novos usuários diminuíram 6% e 13%, respectivamente, impactando na queda de 26% da taxa de conversão</a:t>
            </a:r>
          </a:p>
        </p:txBody>
      </p:sp>
      <p:sp>
        <p:nvSpPr>
          <p:cNvPr id="42" name="Google Shape;410;p76">
            <a:extLst>
              <a:ext uri="{FF2B5EF4-FFF2-40B4-BE49-F238E27FC236}">
                <a16:creationId xmlns:a16="http://schemas.microsoft.com/office/drawing/2014/main" id="{953D9821-D0B1-424C-A4D1-241187C89103}"/>
              </a:ext>
            </a:extLst>
          </p:cNvPr>
          <p:cNvSpPr/>
          <p:nvPr/>
        </p:nvSpPr>
        <p:spPr>
          <a:xfrm>
            <a:off x="1072896" y="1203801"/>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R$ 866 K</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chemeClr val="accent3">
                    <a:lumMod val="60000"/>
                    <a:lumOff val="40000"/>
                  </a:schemeClr>
                </a:solidFill>
                <a:latin typeface="Montserrat"/>
                <a:ea typeface="Montserrat"/>
                <a:cs typeface="Montserrat"/>
                <a:sym typeface="Montserrat"/>
              </a:rPr>
              <a:t>-9%</a:t>
            </a:r>
            <a:endParaRPr sz="900" dirty="0">
              <a:solidFill>
                <a:schemeClr val="accent3">
                  <a:lumMod val="60000"/>
                  <a:lumOff val="40000"/>
                </a:schemeClr>
              </a:solidFill>
              <a:latin typeface="Montserrat"/>
              <a:ea typeface="Montserrat"/>
              <a:cs typeface="Montserrat"/>
              <a:sym typeface="Montserrat"/>
            </a:endParaRPr>
          </a:p>
        </p:txBody>
      </p:sp>
      <p:sp>
        <p:nvSpPr>
          <p:cNvPr id="43" name="Google Shape;411;p76">
            <a:extLst>
              <a:ext uri="{FF2B5EF4-FFF2-40B4-BE49-F238E27FC236}">
                <a16:creationId xmlns:a16="http://schemas.microsoft.com/office/drawing/2014/main" id="{06EB6707-F32F-4D99-8706-B86153A1B681}"/>
              </a:ext>
            </a:extLst>
          </p:cNvPr>
          <p:cNvSpPr/>
          <p:nvPr/>
        </p:nvSpPr>
        <p:spPr>
          <a:xfrm>
            <a:off x="1072916" y="1045383"/>
            <a:ext cx="1185900" cy="205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dk1"/>
                </a:solidFill>
                <a:latin typeface="Montserrat"/>
                <a:ea typeface="Montserrat"/>
                <a:cs typeface="Montserrat"/>
                <a:sym typeface="Montserrat"/>
              </a:rPr>
              <a:t>Investimento</a:t>
            </a:r>
            <a:endParaRPr dirty="0">
              <a:solidFill>
                <a:schemeClr val="dk1"/>
              </a:solidFill>
            </a:endParaRPr>
          </a:p>
        </p:txBody>
      </p:sp>
      <p:sp>
        <p:nvSpPr>
          <p:cNvPr id="44" name="Google Shape;410;p76">
            <a:extLst>
              <a:ext uri="{FF2B5EF4-FFF2-40B4-BE49-F238E27FC236}">
                <a16:creationId xmlns:a16="http://schemas.microsoft.com/office/drawing/2014/main" id="{9BC9660F-1529-409D-8285-4020D741DC10}"/>
              </a:ext>
            </a:extLst>
          </p:cNvPr>
          <p:cNvSpPr/>
          <p:nvPr/>
        </p:nvSpPr>
        <p:spPr>
          <a:xfrm>
            <a:off x="2444496" y="1203801"/>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R$ 4.9 M</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FF0000"/>
                </a:solidFill>
                <a:latin typeface="Montserrat"/>
                <a:ea typeface="Montserrat"/>
                <a:cs typeface="Montserrat"/>
                <a:sym typeface="Montserrat"/>
              </a:rPr>
              <a:t>-25%</a:t>
            </a:r>
            <a:endParaRPr sz="900" dirty="0">
              <a:solidFill>
                <a:srgbClr val="FF0000"/>
              </a:solidFill>
              <a:latin typeface="Montserrat"/>
              <a:ea typeface="Montserrat"/>
              <a:cs typeface="Montserrat"/>
              <a:sym typeface="Montserrat"/>
            </a:endParaRPr>
          </a:p>
        </p:txBody>
      </p:sp>
      <p:sp>
        <p:nvSpPr>
          <p:cNvPr id="45" name="Google Shape;411;p76">
            <a:extLst>
              <a:ext uri="{FF2B5EF4-FFF2-40B4-BE49-F238E27FC236}">
                <a16:creationId xmlns:a16="http://schemas.microsoft.com/office/drawing/2014/main" id="{B31773D0-DAF4-447F-95F4-0ED799DF221B}"/>
              </a:ext>
            </a:extLst>
          </p:cNvPr>
          <p:cNvSpPr/>
          <p:nvPr/>
        </p:nvSpPr>
        <p:spPr>
          <a:xfrm>
            <a:off x="2444516" y="1045383"/>
            <a:ext cx="1185900" cy="205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dk1"/>
                </a:solidFill>
                <a:latin typeface="Montserrat"/>
                <a:ea typeface="Montserrat"/>
                <a:cs typeface="Montserrat"/>
                <a:sym typeface="Montserrat"/>
              </a:rPr>
              <a:t>Receita Site</a:t>
            </a:r>
            <a:endParaRPr dirty="0">
              <a:solidFill>
                <a:schemeClr val="dk1"/>
              </a:solidFill>
            </a:endParaRPr>
          </a:p>
        </p:txBody>
      </p:sp>
      <p:sp>
        <p:nvSpPr>
          <p:cNvPr id="46" name="Google Shape;410;p76">
            <a:extLst>
              <a:ext uri="{FF2B5EF4-FFF2-40B4-BE49-F238E27FC236}">
                <a16:creationId xmlns:a16="http://schemas.microsoft.com/office/drawing/2014/main" id="{2F561530-944B-4EDF-91F9-5ED8AEC6817E}"/>
              </a:ext>
            </a:extLst>
          </p:cNvPr>
          <p:cNvSpPr/>
          <p:nvPr/>
        </p:nvSpPr>
        <p:spPr>
          <a:xfrm>
            <a:off x="3831376" y="1203801"/>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R$ 2.3 M</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FF0000"/>
                </a:solidFill>
                <a:latin typeface="Montserrat"/>
                <a:ea typeface="Montserrat"/>
                <a:cs typeface="Montserrat"/>
                <a:sym typeface="Montserrat"/>
              </a:rPr>
              <a:t>-13%</a:t>
            </a:r>
            <a:endParaRPr sz="900" dirty="0">
              <a:solidFill>
                <a:srgbClr val="FF0000"/>
              </a:solidFill>
              <a:latin typeface="Montserrat"/>
              <a:ea typeface="Montserrat"/>
              <a:cs typeface="Montserrat"/>
              <a:sym typeface="Montserrat"/>
            </a:endParaRPr>
          </a:p>
        </p:txBody>
      </p:sp>
      <p:sp>
        <p:nvSpPr>
          <p:cNvPr id="47" name="Google Shape;411;p76">
            <a:extLst>
              <a:ext uri="{FF2B5EF4-FFF2-40B4-BE49-F238E27FC236}">
                <a16:creationId xmlns:a16="http://schemas.microsoft.com/office/drawing/2014/main" id="{26F12DFF-80FF-41DB-ACB3-5FA1B130F8F5}"/>
              </a:ext>
            </a:extLst>
          </p:cNvPr>
          <p:cNvSpPr/>
          <p:nvPr/>
        </p:nvSpPr>
        <p:spPr>
          <a:xfrm>
            <a:off x="3831396" y="1045383"/>
            <a:ext cx="1185900" cy="205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dk1"/>
                </a:solidFill>
                <a:latin typeface="Montserrat"/>
                <a:ea typeface="Montserrat"/>
                <a:cs typeface="Montserrat"/>
                <a:sym typeface="Montserrat"/>
              </a:rPr>
              <a:t>Receita Mídia</a:t>
            </a:r>
            <a:endParaRPr dirty="0">
              <a:solidFill>
                <a:schemeClr val="dk1"/>
              </a:solidFill>
            </a:endParaRPr>
          </a:p>
        </p:txBody>
      </p:sp>
      <p:sp>
        <p:nvSpPr>
          <p:cNvPr id="48" name="Google Shape;410;p76">
            <a:extLst>
              <a:ext uri="{FF2B5EF4-FFF2-40B4-BE49-F238E27FC236}">
                <a16:creationId xmlns:a16="http://schemas.microsoft.com/office/drawing/2014/main" id="{60AACBF6-6157-483E-AF9F-857F6DE24A31}"/>
              </a:ext>
            </a:extLst>
          </p:cNvPr>
          <p:cNvSpPr/>
          <p:nvPr/>
        </p:nvSpPr>
        <p:spPr>
          <a:xfrm>
            <a:off x="5202976" y="1203801"/>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2,7</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FF0000"/>
                </a:solidFill>
                <a:latin typeface="Montserrat"/>
                <a:ea typeface="Montserrat"/>
                <a:cs typeface="Montserrat"/>
                <a:sym typeface="Montserrat"/>
              </a:rPr>
              <a:t>-5%</a:t>
            </a:r>
            <a:endParaRPr sz="900" dirty="0">
              <a:solidFill>
                <a:srgbClr val="FF0000"/>
              </a:solidFill>
              <a:latin typeface="Montserrat"/>
              <a:ea typeface="Montserrat"/>
              <a:cs typeface="Montserrat"/>
              <a:sym typeface="Montserrat"/>
            </a:endParaRPr>
          </a:p>
        </p:txBody>
      </p:sp>
      <p:sp>
        <p:nvSpPr>
          <p:cNvPr id="49" name="Google Shape;411;p76">
            <a:extLst>
              <a:ext uri="{FF2B5EF4-FFF2-40B4-BE49-F238E27FC236}">
                <a16:creationId xmlns:a16="http://schemas.microsoft.com/office/drawing/2014/main" id="{C11945E3-D037-4753-BCAA-40A544FCD5FB}"/>
              </a:ext>
            </a:extLst>
          </p:cNvPr>
          <p:cNvSpPr/>
          <p:nvPr/>
        </p:nvSpPr>
        <p:spPr>
          <a:xfrm>
            <a:off x="5202996" y="1045383"/>
            <a:ext cx="1185900" cy="205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dk1"/>
                </a:solidFill>
                <a:latin typeface="Montserrat"/>
                <a:ea typeface="Montserrat"/>
                <a:cs typeface="Montserrat"/>
                <a:sym typeface="Montserrat"/>
              </a:rPr>
              <a:t>ROAS (Mídia)</a:t>
            </a:r>
            <a:endParaRPr dirty="0">
              <a:solidFill>
                <a:schemeClr val="dk1"/>
              </a:solidFill>
            </a:endParaRPr>
          </a:p>
        </p:txBody>
      </p:sp>
      <p:sp>
        <p:nvSpPr>
          <p:cNvPr id="64" name="Google Shape;410;p76">
            <a:extLst>
              <a:ext uri="{FF2B5EF4-FFF2-40B4-BE49-F238E27FC236}">
                <a16:creationId xmlns:a16="http://schemas.microsoft.com/office/drawing/2014/main" id="{8F391002-7C34-42BC-AEF0-5278BEE765B4}"/>
              </a:ext>
            </a:extLst>
          </p:cNvPr>
          <p:cNvSpPr/>
          <p:nvPr/>
        </p:nvSpPr>
        <p:spPr>
          <a:xfrm>
            <a:off x="6574556" y="1203801"/>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46,89%</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00B050"/>
                </a:solidFill>
                <a:latin typeface="Montserrat"/>
                <a:ea typeface="Montserrat"/>
                <a:cs typeface="Montserrat"/>
                <a:sym typeface="Montserrat"/>
              </a:rPr>
              <a:t>+16%</a:t>
            </a:r>
            <a:endParaRPr sz="900" dirty="0">
              <a:solidFill>
                <a:srgbClr val="00B050"/>
              </a:solidFill>
              <a:latin typeface="Montserrat"/>
              <a:ea typeface="Montserrat"/>
              <a:cs typeface="Montserrat"/>
              <a:sym typeface="Montserrat"/>
            </a:endParaRPr>
          </a:p>
        </p:txBody>
      </p:sp>
      <p:sp>
        <p:nvSpPr>
          <p:cNvPr id="65" name="Google Shape;411;p76">
            <a:extLst>
              <a:ext uri="{FF2B5EF4-FFF2-40B4-BE49-F238E27FC236}">
                <a16:creationId xmlns:a16="http://schemas.microsoft.com/office/drawing/2014/main" id="{D0DC264D-DDE8-46FD-8479-85F02C09028E}"/>
              </a:ext>
            </a:extLst>
          </p:cNvPr>
          <p:cNvSpPr/>
          <p:nvPr/>
        </p:nvSpPr>
        <p:spPr>
          <a:xfrm>
            <a:off x="6574576" y="1045383"/>
            <a:ext cx="1185900" cy="205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dk1"/>
                </a:solidFill>
                <a:latin typeface="Montserrat"/>
                <a:ea typeface="Montserrat"/>
                <a:cs typeface="Montserrat"/>
                <a:sym typeface="Montserrat"/>
              </a:rPr>
              <a:t>Partic. Mídia</a:t>
            </a:r>
            <a:endParaRPr dirty="0">
              <a:solidFill>
                <a:schemeClr val="dk1"/>
              </a:solidFill>
            </a:endParaRPr>
          </a:p>
        </p:txBody>
      </p:sp>
      <p:sp>
        <p:nvSpPr>
          <p:cNvPr id="66" name="Google Shape;410;p76">
            <a:extLst>
              <a:ext uri="{FF2B5EF4-FFF2-40B4-BE49-F238E27FC236}">
                <a16:creationId xmlns:a16="http://schemas.microsoft.com/office/drawing/2014/main" id="{A67531EB-07A1-431A-8792-45BB7E0A5AED}"/>
              </a:ext>
            </a:extLst>
          </p:cNvPr>
          <p:cNvSpPr/>
          <p:nvPr/>
        </p:nvSpPr>
        <p:spPr>
          <a:xfrm>
            <a:off x="1778954" y="2193793"/>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5.011.260</a:t>
            </a:r>
          </a:p>
          <a:p>
            <a:pPr marL="0" lvl="0" indent="0" algn="ctr" rtl="0">
              <a:spcBef>
                <a:spcPts val="0"/>
              </a:spcBef>
              <a:spcAft>
                <a:spcPts val="0"/>
              </a:spcAft>
              <a:buNone/>
            </a:pPr>
            <a:r>
              <a:rPr lang="pt-BR" sz="900" dirty="0">
                <a:solidFill>
                  <a:srgbClr val="00B050"/>
                </a:solidFill>
                <a:latin typeface="Montserrat"/>
                <a:ea typeface="Montserrat"/>
                <a:cs typeface="Montserrat"/>
                <a:sym typeface="Montserrat"/>
              </a:rPr>
              <a:t>+5%</a:t>
            </a:r>
          </a:p>
        </p:txBody>
      </p:sp>
      <p:sp>
        <p:nvSpPr>
          <p:cNvPr id="67" name="Google Shape;411;p76">
            <a:extLst>
              <a:ext uri="{FF2B5EF4-FFF2-40B4-BE49-F238E27FC236}">
                <a16:creationId xmlns:a16="http://schemas.microsoft.com/office/drawing/2014/main" id="{ABF92F8D-16EB-4002-A7C0-423C950F8747}"/>
              </a:ext>
            </a:extLst>
          </p:cNvPr>
          <p:cNvSpPr/>
          <p:nvPr/>
        </p:nvSpPr>
        <p:spPr>
          <a:xfrm>
            <a:off x="1778974" y="2035375"/>
            <a:ext cx="1185900" cy="205500"/>
          </a:xfrm>
          <a:prstGeom prst="rect">
            <a:avLst/>
          </a:prstGeom>
          <a:solidFill>
            <a:srgbClr val="4040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accent6"/>
                </a:solidFill>
                <a:latin typeface="Montserrat"/>
                <a:ea typeface="Montserrat"/>
                <a:cs typeface="Montserrat"/>
                <a:sym typeface="Montserrat"/>
              </a:rPr>
              <a:t>Sessões</a:t>
            </a:r>
            <a:endParaRPr dirty="0">
              <a:solidFill>
                <a:schemeClr val="accent6"/>
              </a:solidFill>
            </a:endParaRPr>
          </a:p>
        </p:txBody>
      </p:sp>
      <p:sp>
        <p:nvSpPr>
          <p:cNvPr id="70" name="Google Shape;410;p76">
            <a:extLst>
              <a:ext uri="{FF2B5EF4-FFF2-40B4-BE49-F238E27FC236}">
                <a16:creationId xmlns:a16="http://schemas.microsoft.com/office/drawing/2014/main" id="{DF34BB8F-E3F7-450E-A0D9-6BABB23214BD}"/>
              </a:ext>
            </a:extLst>
          </p:cNvPr>
          <p:cNvSpPr/>
          <p:nvPr/>
        </p:nvSpPr>
        <p:spPr>
          <a:xfrm>
            <a:off x="3150554" y="2193793"/>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2.332.992</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FF0000"/>
                </a:solidFill>
                <a:latin typeface="Montserrat"/>
                <a:ea typeface="Montserrat"/>
                <a:cs typeface="Montserrat"/>
                <a:sym typeface="Montserrat"/>
              </a:rPr>
              <a:t>-6%</a:t>
            </a:r>
          </a:p>
        </p:txBody>
      </p:sp>
      <p:sp>
        <p:nvSpPr>
          <p:cNvPr id="71" name="Google Shape;411;p76">
            <a:extLst>
              <a:ext uri="{FF2B5EF4-FFF2-40B4-BE49-F238E27FC236}">
                <a16:creationId xmlns:a16="http://schemas.microsoft.com/office/drawing/2014/main" id="{9D1BFD46-46BF-42B8-96CE-FD2E0308101A}"/>
              </a:ext>
            </a:extLst>
          </p:cNvPr>
          <p:cNvSpPr/>
          <p:nvPr/>
        </p:nvSpPr>
        <p:spPr>
          <a:xfrm>
            <a:off x="3150574" y="2035375"/>
            <a:ext cx="1185900" cy="205500"/>
          </a:xfrm>
          <a:prstGeom prst="rect">
            <a:avLst/>
          </a:prstGeom>
          <a:solidFill>
            <a:srgbClr val="4040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accent6"/>
                </a:solidFill>
                <a:latin typeface="Montserrat"/>
                <a:ea typeface="Montserrat"/>
                <a:cs typeface="Montserrat"/>
                <a:sym typeface="Montserrat"/>
              </a:rPr>
              <a:t>Usuários</a:t>
            </a:r>
            <a:endParaRPr dirty="0">
              <a:solidFill>
                <a:schemeClr val="accent6"/>
              </a:solidFill>
            </a:endParaRPr>
          </a:p>
        </p:txBody>
      </p:sp>
      <p:sp>
        <p:nvSpPr>
          <p:cNvPr id="72" name="Google Shape;410;p76">
            <a:extLst>
              <a:ext uri="{FF2B5EF4-FFF2-40B4-BE49-F238E27FC236}">
                <a16:creationId xmlns:a16="http://schemas.microsoft.com/office/drawing/2014/main" id="{4A567B5B-A03D-4655-80D6-11EBF9863EF4}"/>
              </a:ext>
            </a:extLst>
          </p:cNvPr>
          <p:cNvSpPr/>
          <p:nvPr/>
        </p:nvSpPr>
        <p:spPr>
          <a:xfrm>
            <a:off x="4537434" y="2193793"/>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1.381.667</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FF0000"/>
                </a:solidFill>
                <a:latin typeface="Montserrat"/>
                <a:ea typeface="Montserrat"/>
                <a:cs typeface="Montserrat"/>
                <a:sym typeface="Montserrat"/>
              </a:rPr>
              <a:t>-13%</a:t>
            </a:r>
          </a:p>
        </p:txBody>
      </p:sp>
      <p:sp>
        <p:nvSpPr>
          <p:cNvPr id="88" name="Google Shape;411;p76">
            <a:extLst>
              <a:ext uri="{FF2B5EF4-FFF2-40B4-BE49-F238E27FC236}">
                <a16:creationId xmlns:a16="http://schemas.microsoft.com/office/drawing/2014/main" id="{981A7F86-FE01-49C6-907D-760439B6D9C9}"/>
              </a:ext>
            </a:extLst>
          </p:cNvPr>
          <p:cNvSpPr/>
          <p:nvPr/>
        </p:nvSpPr>
        <p:spPr>
          <a:xfrm>
            <a:off x="4537454" y="2035375"/>
            <a:ext cx="1185900" cy="205500"/>
          </a:xfrm>
          <a:prstGeom prst="rect">
            <a:avLst/>
          </a:prstGeom>
          <a:solidFill>
            <a:srgbClr val="4040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accent6"/>
                </a:solidFill>
                <a:latin typeface="Montserrat"/>
                <a:ea typeface="Montserrat"/>
                <a:cs typeface="Montserrat"/>
                <a:sym typeface="Montserrat"/>
              </a:rPr>
              <a:t>Novos Usuários</a:t>
            </a:r>
            <a:endParaRPr dirty="0">
              <a:solidFill>
                <a:schemeClr val="accent6"/>
              </a:solidFill>
            </a:endParaRPr>
          </a:p>
        </p:txBody>
      </p:sp>
      <p:sp>
        <p:nvSpPr>
          <p:cNvPr id="89" name="Google Shape;410;p76">
            <a:extLst>
              <a:ext uri="{FF2B5EF4-FFF2-40B4-BE49-F238E27FC236}">
                <a16:creationId xmlns:a16="http://schemas.microsoft.com/office/drawing/2014/main" id="{94B698CC-2C60-4D36-B0B0-9FE9EFD7D2B5}"/>
              </a:ext>
            </a:extLst>
          </p:cNvPr>
          <p:cNvSpPr/>
          <p:nvPr/>
        </p:nvSpPr>
        <p:spPr>
          <a:xfrm>
            <a:off x="5909034" y="2193793"/>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0,50%</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FF0000"/>
                </a:solidFill>
                <a:latin typeface="Montserrat"/>
                <a:ea typeface="Montserrat"/>
                <a:cs typeface="Montserrat"/>
                <a:sym typeface="Montserrat"/>
              </a:rPr>
              <a:t>-26%</a:t>
            </a:r>
          </a:p>
        </p:txBody>
      </p:sp>
      <p:sp>
        <p:nvSpPr>
          <p:cNvPr id="90" name="Google Shape;411;p76">
            <a:extLst>
              <a:ext uri="{FF2B5EF4-FFF2-40B4-BE49-F238E27FC236}">
                <a16:creationId xmlns:a16="http://schemas.microsoft.com/office/drawing/2014/main" id="{AFCABC52-A31A-4E44-986D-F22F18970D2E}"/>
              </a:ext>
            </a:extLst>
          </p:cNvPr>
          <p:cNvSpPr/>
          <p:nvPr/>
        </p:nvSpPr>
        <p:spPr>
          <a:xfrm>
            <a:off x="5909054" y="2035375"/>
            <a:ext cx="1185900" cy="205500"/>
          </a:xfrm>
          <a:prstGeom prst="rect">
            <a:avLst/>
          </a:prstGeom>
          <a:solidFill>
            <a:srgbClr val="4040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940" dirty="0" err="1">
                <a:solidFill>
                  <a:schemeClr val="accent6"/>
                </a:solidFill>
                <a:latin typeface="Montserrat"/>
                <a:ea typeface="Montserrat"/>
                <a:cs typeface="Montserrat"/>
                <a:sym typeface="Montserrat"/>
              </a:rPr>
              <a:t>Tx</a:t>
            </a:r>
            <a:r>
              <a:rPr lang="pt-BR" sz="940" dirty="0">
                <a:solidFill>
                  <a:schemeClr val="accent6"/>
                </a:solidFill>
                <a:latin typeface="Montserrat"/>
                <a:ea typeface="Montserrat"/>
                <a:cs typeface="Montserrat"/>
                <a:sym typeface="Montserrat"/>
              </a:rPr>
              <a:t>. de Conversão</a:t>
            </a:r>
            <a:endParaRPr sz="940" dirty="0">
              <a:solidFill>
                <a:schemeClr val="accent6"/>
              </a:solidFill>
            </a:endParaRPr>
          </a:p>
        </p:txBody>
      </p:sp>
      <p:sp>
        <p:nvSpPr>
          <p:cNvPr id="23" name="Google Shape;457;p49">
            <a:extLst>
              <a:ext uri="{FF2B5EF4-FFF2-40B4-BE49-F238E27FC236}">
                <a16:creationId xmlns:a16="http://schemas.microsoft.com/office/drawing/2014/main" id="{632A2CC5-1318-4C7A-9457-D1E1FECBF08F}"/>
              </a:ext>
            </a:extLst>
          </p:cNvPr>
          <p:cNvSpPr txBox="1"/>
          <p:nvPr/>
        </p:nvSpPr>
        <p:spPr>
          <a:xfrm>
            <a:off x="6574555" y="4318938"/>
            <a:ext cx="1989103" cy="654300"/>
          </a:xfrm>
          <a:prstGeom prst="rect">
            <a:avLst/>
          </a:prstGeom>
          <a:noFill/>
          <a:ln>
            <a:noFill/>
          </a:ln>
        </p:spPr>
        <p:txBody>
          <a:bodyPr spcFirstLastPara="1" wrap="square" lIns="91425" tIns="91425" rIns="91425" bIns="91425" anchor="t" anchorCtr="0">
            <a:noAutofit/>
          </a:bodyPr>
          <a:lstStyle/>
          <a:p>
            <a:pPr marL="0" lvl="0" indent="0" rtl="0">
              <a:lnSpc>
                <a:spcPct val="150000"/>
              </a:lnSpc>
              <a:spcBef>
                <a:spcPts val="0"/>
              </a:spcBef>
              <a:spcAft>
                <a:spcPts val="0"/>
              </a:spcAft>
              <a:buNone/>
            </a:pPr>
            <a:r>
              <a:rPr lang="pt-BR" sz="1050" b="1" dirty="0">
                <a:solidFill>
                  <a:srgbClr val="434343"/>
                </a:solidFill>
                <a:latin typeface="Montserrat"/>
                <a:ea typeface="Montserrat"/>
                <a:cs typeface="Montserrat"/>
                <a:sym typeface="Montserrat"/>
              </a:rPr>
              <a:t>Período: </a:t>
            </a:r>
            <a:r>
              <a:rPr lang="pt-BR" sz="1050" dirty="0">
                <a:solidFill>
                  <a:srgbClr val="434343"/>
                </a:solidFill>
                <a:latin typeface="Montserrat"/>
                <a:ea typeface="Montserrat"/>
                <a:cs typeface="Montserrat"/>
                <a:sym typeface="Montserrat"/>
              </a:rPr>
              <a:t>19 a 26/04/22</a:t>
            </a:r>
          </a:p>
          <a:p>
            <a:pPr>
              <a:lnSpc>
                <a:spcPct val="150000"/>
              </a:lnSpc>
            </a:pPr>
            <a:r>
              <a:rPr lang="pt-BR" sz="1050" b="1" dirty="0">
                <a:solidFill>
                  <a:srgbClr val="434343"/>
                </a:solidFill>
                <a:latin typeface="Montserrat"/>
                <a:ea typeface="Montserrat"/>
                <a:cs typeface="Montserrat"/>
                <a:sym typeface="Montserrat"/>
              </a:rPr>
              <a:t>Comparação: </a:t>
            </a:r>
            <a:r>
              <a:rPr lang="pt-BR" sz="1050" dirty="0">
                <a:solidFill>
                  <a:srgbClr val="434343"/>
                </a:solidFill>
                <a:latin typeface="Montserrat"/>
                <a:ea typeface="Montserrat"/>
                <a:cs typeface="Montserrat"/>
                <a:sym typeface="Montserrat"/>
              </a:rPr>
              <a:t>13 a 21/04/21</a:t>
            </a:r>
          </a:p>
        </p:txBody>
      </p:sp>
      <p:sp>
        <p:nvSpPr>
          <p:cNvPr id="24" name="CaixaDeTexto 23">
            <a:extLst>
              <a:ext uri="{FF2B5EF4-FFF2-40B4-BE49-F238E27FC236}">
                <a16:creationId xmlns:a16="http://schemas.microsoft.com/office/drawing/2014/main" id="{B25051D7-A36C-41CF-A8A9-365C8FA47479}"/>
              </a:ext>
            </a:extLst>
          </p:cNvPr>
          <p:cNvSpPr txBox="1"/>
          <p:nvPr/>
        </p:nvSpPr>
        <p:spPr>
          <a:xfrm>
            <a:off x="5795926" y="2705593"/>
            <a:ext cx="1563735" cy="200055"/>
          </a:xfrm>
          <a:prstGeom prst="rect">
            <a:avLst/>
          </a:prstGeom>
          <a:noFill/>
        </p:spPr>
        <p:txBody>
          <a:bodyPr wrap="square">
            <a:spAutoFit/>
          </a:bodyPr>
          <a:lstStyle/>
          <a:p>
            <a:r>
              <a:rPr lang="pt-BR" sz="700" i="1" dirty="0">
                <a:solidFill>
                  <a:schemeClr val="tx1">
                    <a:lumMod val="50000"/>
                    <a:lumOff val="50000"/>
                  </a:schemeClr>
                </a:solidFill>
                <a:latin typeface="Montserrat" panose="00000500000000000000" pitchFamily="2" charset="0"/>
                <a:cs typeface="Arial" panose="020B0604020202020204" pitchFamily="34" charset="0"/>
              </a:rPr>
              <a:t>*Filtrando blog e área logada</a:t>
            </a:r>
          </a:p>
        </p:txBody>
      </p:sp>
    </p:spTree>
    <p:extLst>
      <p:ext uri="{BB962C8B-B14F-4D97-AF65-F5344CB8AC3E}">
        <p14:creationId xmlns:p14="http://schemas.microsoft.com/office/powerpoint/2010/main" val="822554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64"/>
          <p:cNvSpPr txBox="1">
            <a:spLocks noGrp="1"/>
          </p:cNvSpPr>
          <p:nvPr>
            <p:ph type="sldNum" idx="12"/>
          </p:nvPr>
        </p:nvSpPr>
        <p:spPr>
          <a:xfrm>
            <a:off x="8289309" y="4579638"/>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a:t>
            </a:fld>
            <a:endParaRPr/>
          </a:p>
        </p:txBody>
      </p:sp>
      <p:sp>
        <p:nvSpPr>
          <p:cNvPr id="304" name="Google Shape;304;p64"/>
          <p:cNvSpPr txBox="1"/>
          <p:nvPr/>
        </p:nvSpPr>
        <p:spPr>
          <a:xfrm>
            <a:off x="972000" y="1311750"/>
            <a:ext cx="7200000" cy="252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300"/>
              <a:buFont typeface="Helvetica Neue"/>
              <a:buNone/>
            </a:pPr>
            <a:r>
              <a:rPr lang="en" sz="6000" b="1" dirty="0">
                <a:solidFill>
                  <a:srgbClr val="404041"/>
                </a:solidFill>
                <a:latin typeface="Spectral"/>
                <a:ea typeface="Spectral"/>
                <a:cs typeface="Spectral"/>
                <a:sym typeface="Spectral"/>
              </a:rPr>
              <a:t>Lote 03</a:t>
            </a:r>
            <a:endParaRPr sz="6000" b="1" dirty="0">
              <a:solidFill>
                <a:srgbClr val="404041"/>
              </a:solidFill>
              <a:latin typeface="Spectral"/>
              <a:ea typeface="Spectral"/>
              <a:cs typeface="Spectral"/>
              <a:sym typeface="Spectral"/>
            </a:endParaRPr>
          </a:p>
        </p:txBody>
      </p:sp>
      <p:pic>
        <p:nvPicPr>
          <p:cNvPr id="305" name="Google Shape;305;p64"/>
          <p:cNvPicPr preferRelativeResize="0"/>
          <p:nvPr/>
        </p:nvPicPr>
        <p:blipFill>
          <a:blip r:embed="rId3">
            <a:alphaModFix/>
          </a:blip>
          <a:stretch>
            <a:fillRect/>
          </a:stretch>
        </p:blipFill>
        <p:spPr>
          <a:xfrm>
            <a:off x="846775" y="4684300"/>
            <a:ext cx="1005275" cy="184300"/>
          </a:xfrm>
          <a:prstGeom prst="rect">
            <a:avLst/>
          </a:prstGeom>
          <a:noFill/>
          <a:ln>
            <a:noFill/>
          </a:ln>
        </p:spPr>
      </p:pic>
    </p:spTree>
    <p:extLst>
      <p:ext uri="{BB962C8B-B14F-4D97-AF65-F5344CB8AC3E}">
        <p14:creationId xmlns:p14="http://schemas.microsoft.com/office/powerpoint/2010/main" val="10883431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23" name="Google Shape;323;p66"/>
          <p:cNvSpPr txBox="1">
            <a:spLocks noGrp="1"/>
          </p:cNvSpPr>
          <p:nvPr>
            <p:ph type="sldNum" idx="4294967295"/>
          </p:nvPr>
        </p:nvSpPr>
        <p:spPr>
          <a:xfrm>
            <a:off x="8289309" y="4579638"/>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dirty="0"/>
          </a:p>
        </p:txBody>
      </p:sp>
      <p:sp>
        <p:nvSpPr>
          <p:cNvPr id="325" name="Google Shape;325;p66"/>
          <p:cNvSpPr txBox="1"/>
          <p:nvPr/>
        </p:nvSpPr>
        <p:spPr>
          <a:xfrm>
            <a:off x="306313" y="197659"/>
            <a:ext cx="3702505" cy="511800"/>
          </a:xfrm>
          <a:prstGeom prst="rect">
            <a:avLst/>
          </a:prstGeom>
          <a:noFill/>
          <a:ln>
            <a:noFill/>
          </a:ln>
        </p:spPr>
        <p:txBody>
          <a:bodyPr spcFirstLastPara="1" wrap="square" lIns="26775" tIns="26775" rIns="26775" bIns="2677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 sz="2800" b="1" dirty="0">
                <a:solidFill>
                  <a:srgbClr val="404041"/>
                </a:solidFill>
                <a:latin typeface="Spectral"/>
                <a:ea typeface="Spectral"/>
                <a:cs typeface="Spectral"/>
                <a:sym typeface="Spectral"/>
              </a:rPr>
              <a:t>2022 x 2021</a:t>
            </a:r>
            <a:endParaRPr sz="2800" b="0" i="0" u="none" strike="noStrike" cap="none" dirty="0">
              <a:solidFill>
                <a:srgbClr val="404041"/>
              </a:solidFill>
              <a:latin typeface="Montserrat"/>
              <a:ea typeface="Montserrat"/>
              <a:cs typeface="Montserrat"/>
              <a:sym typeface="Montserrat"/>
            </a:endParaRPr>
          </a:p>
        </p:txBody>
      </p:sp>
      <p:sp>
        <p:nvSpPr>
          <p:cNvPr id="118" name="Google Shape;457;p49">
            <a:extLst>
              <a:ext uri="{FF2B5EF4-FFF2-40B4-BE49-F238E27FC236}">
                <a16:creationId xmlns:a16="http://schemas.microsoft.com/office/drawing/2014/main" id="{8DC5A645-0058-4243-9356-7EA9B446FC64}"/>
              </a:ext>
            </a:extLst>
          </p:cNvPr>
          <p:cNvSpPr txBox="1"/>
          <p:nvPr/>
        </p:nvSpPr>
        <p:spPr>
          <a:xfrm>
            <a:off x="305991" y="2859378"/>
            <a:ext cx="8340300" cy="1807344"/>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None/>
            </a:pPr>
            <a:r>
              <a:rPr lang="pt-BR" sz="1100" dirty="0">
                <a:solidFill>
                  <a:srgbClr val="434343"/>
                </a:solidFill>
                <a:latin typeface="Montserrat"/>
                <a:ea typeface="Montserrat"/>
                <a:cs typeface="Montserrat"/>
                <a:sym typeface="Montserrat"/>
              </a:rPr>
              <a:t>Após a virada para o lote 03, tivemos mais dificuldade para gerar conversões. Na comparação </a:t>
            </a:r>
            <a:r>
              <a:rPr lang="pt-BR" sz="1100" dirty="0" err="1">
                <a:solidFill>
                  <a:srgbClr val="434343"/>
                </a:solidFill>
                <a:latin typeface="Montserrat"/>
                <a:ea typeface="Montserrat"/>
                <a:cs typeface="Montserrat"/>
                <a:sym typeface="Montserrat"/>
              </a:rPr>
              <a:t>YoY</a:t>
            </a:r>
            <a:r>
              <a:rPr lang="pt-BR" sz="1100" dirty="0">
                <a:solidFill>
                  <a:srgbClr val="434343"/>
                </a:solidFill>
                <a:latin typeface="Montserrat"/>
                <a:ea typeface="Montserrat"/>
                <a:cs typeface="Montserrat"/>
                <a:sym typeface="Montserrat"/>
              </a:rPr>
              <a:t>, tivemos 05 dias a menos nesse lote, outro ponto a ressaltar, é que o fim do mês caiu em um final de semana, onde sazonalmente temos redução das métricas.</a:t>
            </a:r>
          </a:p>
          <a:p>
            <a:pPr marL="0" lvl="0" indent="0" algn="just" rtl="0">
              <a:spcBef>
                <a:spcPts val="0"/>
              </a:spcBef>
              <a:spcAft>
                <a:spcPts val="0"/>
              </a:spcAft>
              <a:buNone/>
            </a:pPr>
            <a:endParaRPr lang="pt-BR" sz="1100" dirty="0">
              <a:solidFill>
                <a:srgbClr val="434343"/>
              </a:solidFill>
              <a:latin typeface="Montserrat"/>
              <a:ea typeface="Montserrat"/>
              <a:cs typeface="Montserrat"/>
              <a:sym typeface="Montserrat"/>
            </a:endParaRPr>
          </a:p>
          <a:p>
            <a:pPr marL="0" lvl="0" indent="0" algn="just" rtl="0">
              <a:lnSpc>
                <a:spcPct val="150000"/>
              </a:lnSpc>
              <a:spcBef>
                <a:spcPts val="0"/>
              </a:spcBef>
              <a:spcAft>
                <a:spcPts val="0"/>
              </a:spcAft>
              <a:buNone/>
            </a:pPr>
            <a:r>
              <a:rPr lang="pt-BR" sz="1100" dirty="0">
                <a:solidFill>
                  <a:srgbClr val="434343"/>
                </a:solidFill>
                <a:latin typeface="Montserrat"/>
                <a:ea typeface="Montserrat"/>
                <a:cs typeface="Montserrat"/>
                <a:sym typeface="Montserrat"/>
              </a:rPr>
              <a:t>Somando esses fatores, tivemos redução de 42% da receita site e 44% da receita de mídia, com queda de 2% do ROAS e de 46% da taxa de conversão.</a:t>
            </a:r>
          </a:p>
        </p:txBody>
      </p:sp>
      <p:sp>
        <p:nvSpPr>
          <p:cNvPr id="42" name="Google Shape;410;p76">
            <a:extLst>
              <a:ext uri="{FF2B5EF4-FFF2-40B4-BE49-F238E27FC236}">
                <a16:creationId xmlns:a16="http://schemas.microsoft.com/office/drawing/2014/main" id="{953D9821-D0B1-424C-A4D1-241187C89103}"/>
              </a:ext>
            </a:extLst>
          </p:cNvPr>
          <p:cNvSpPr/>
          <p:nvPr/>
        </p:nvSpPr>
        <p:spPr>
          <a:xfrm>
            <a:off x="1072896" y="1203801"/>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R$ 438 K</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chemeClr val="accent3">
                    <a:lumMod val="60000"/>
                    <a:lumOff val="40000"/>
                  </a:schemeClr>
                </a:solidFill>
                <a:latin typeface="Montserrat"/>
                <a:ea typeface="Montserrat"/>
                <a:cs typeface="Montserrat"/>
                <a:sym typeface="Montserrat"/>
              </a:rPr>
              <a:t>-43%</a:t>
            </a:r>
            <a:endParaRPr sz="900" dirty="0">
              <a:solidFill>
                <a:schemeClr val="accent3">
                  <a:lumMod val="60000"/>
                  <a:lumOff val="40000"/>
                </a:schemeClr>
              </a:solidFill>
              <a:latin typeface="Montserrat"/>
              <a:ea typeface="Montserrat"/>
              <a:cs typeface="Montserrat"/>
              <a:sym typeface="Montserrat"/>
            </a:endParaRPr>
          </a:p>
        </p:txBody>
      </p:sp>
      <p:sp>
        <p:nvSpPr>
          <p:cNvPr id="43" name="Google Shape;411;p76">
            <a:extLst>
              <a:ext uri="{FF2B5EF4-FFF2-40B4-BE49-F238E27FC236}">
                <a16:creationId xmlns:a16="http://schemas.microsoft.com/office/drawing/2014/main" id="{06EB6707-F32F-4D99-8706-B86153A1B681}"/>
              </a:ext>
            </a:extLst>
          </p:cNvPr>
          <p:cNvSpPr/>
          <p:nvPr/>
        </p:nvSpPr>
        <p:spPr>
          <a:xfrm>
            <a:off x="1072916" y="1045383"/>
            <a:ext cx="1185900" cy="205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dk1"/>
                </a:solidFill>
                <a:latin typeface="Montserrat"/>
                <a:ea typeface="Montserrat"/>
                <a:cs typeface="Montserrat"/>
                <a:sym typeface="Montserrat"/>
              </a:rPr>
              <a:t>Investimento</a:t>
            </a:r>
            <a:endParaRPr dirty="0">
              <a:solidFill>
                <a:schemeClr val="dk1"/>
              </a:solidFill>
            </a:endParaRPr>
          </a:p>
        </p:txBody>
      </p:sp>
      <p:sp>
        <p:nvSpPr>
          <p:cNvPr id="44" name="Google Shape;410;p76">
            <a:extLst>
              <a:ext uri="{FF2B5EF4-FFF2-40B4-BE49-F238E27FC236}">
                <a16:creationId xmlns:a16="http://schemas.microsoft.com/office/drawing/2014/main" id="{9BC9660F-1529-409D-8285-4020D741DC10}"/>
              </a:ext>
            </a:extLst>
          </p:cNvPr>
          <p:cNvSpPr/>
          <p:nvPr/>
        </p:nvSpPr>
        <p:spPr>
          <a:xfrm>
            <a:off x="2444496" y="1203801"/>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R$ 2.5 M</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FF0000"/>
                </a:solidFill>
                <a:latin typeface="Montserrat"/>
                <a:ea typeface="Montserrat"/>
                <a:cs typeface="Montserrat"/>
                <a:sym typeface="Montserrat"/>
              </a:rPr>
              <a:t>-42%</a:t>
            </a:r>
            <a:endParaRPr sz="900" dirty="0">
              <a:solidFill>
                <a:srgbClr val="FF0000"/>
              </a:solidFill>
              <a:latin typeface="Montserrat"/>
              <a:ea typeface="Montserrat"/>
              <a:cs typeface="Montserrat"/>
              <a:sym typeface="Montserrat"/>
            </a:endParaRPr>
          </a:p>
        </p:txBody>
      </p:sp>
      <p:sp>
        <p:nvSpPr>
          <p:cNvPr id="45" name="Google Shape;411;p76">
            <a:extLst>
              <a:ext uri="{FF2B5EF4-FFF2-40B4-BE49-F238E27FC236}">
                <a16:creationId xmlns:a16="http://schemas.microsoft.com/office/drawing/2014/main" id="{B31773D0-DAF4-447F-95F4-0ED799DF221B}"/>
              </a:ext>
            </a:extLst>
          </p:cNvPr>
          <p:cNvSpPr/>
          <p:nvPr/>
        </p:nvSpPr>
        <p:spPr>
          <a:xfrm>
            <a:off x="2444516" y="1045383"/>
            <a:ext cx="1185900" cy="205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dk1"/>
                </a:solidFill>
                <a:latin typeface="Montserrat"/>
                <a:ea typeface="Montserrat"/>
                <a:cs typeface="Montserrat"/>
                <a:sym typeface="Montserrat"/>
              </a:rPr>
              <a:t>Receita Site</a:t>
            </a:r>
            <a:endParaRPr dirty="0">
              <a:solidFill>
                <a:schemeClr val="dk1"/>
              </a:solidFill>
            </a:endParaRPr>
          </a:p>
        </p:txBody>
      </p:sp>
      <p:sp>
        <p:nvSpPr>
          <p:cNvPr id="46" name="Google Shape;410;p76">
            <a:extLst>
              <a:ext uri="{FF2B5EF4-FFF2-40B4-BE49-F238E27FC236}">
                <a16:creationId xmlns:a16="http://schemas.microsoft.com/office/drawing/2014/main" id="{2F561530-944B-4EDF-91F9-5ED8AEC6817E}"/>
              </a:ext>
            </a:extLst>
          </p:cNvPr>
          <p:cNvSpPr/>
          <p:nvPr/>
        </p:nvSpPr>
        <p:spPr>
          <a:xfrm>
            <a:off x="3831376" y="1203801"/>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R$ 1.0 M</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FF0000"/>
                </a:solidFill>
                <a:latin typeface="Montserrat"/>
                <a:ea typeface="Montserrat"/>
                <a:cs typeface="Montserrat"/>
                <a:sym typeface="Montserrat"/>
              </a:rPr>
              <a:t>-44%</a:t>
            </a:r>
            <a:endParaRPr sz="900" dirty="0">
              <a:solidFill>
                <a:srgbClr val="FF0000"/>
              </a:solidFill>
              <a:latin typeface="Montserrat"/>
              <a:ea typeface="Montserrat"/>
              <a:cs typeface="Montserrat"/>
              <a:sym typeface="Montserrat"/>
            </a:endParaRPr>
          </a:p>
        </p:txBody>
      </p:sp>
      <p:sp>
        <p:nvSpPr>
          <p:cNvPr id="47" name="Google Shape;411;p76">
            <a:extLst>
              <a:ext uri="{FF2B5EF4-FFF2-40B4-BE49-F238E27FC236}">
                <a16:creationId xmlns:a16="http://schemas.microsoft.com/office/drawing/2014/main" id="{26F12DFF-80FF-41DB-ACB3-5FA1B130F8F5}"/>
              </a:ext>
            </a:extLst>
          </p:cNvPr>
          <p:cNvSpPr/>
          <p:nvPr/>
        </p:nvSpPr>
        <p:spPr>
          <a:xfrm>
            <a:off x="3831396" y="1045383"/>
            <a:ext cx="1185900" cy="205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dk1"/>
                </a:solidFill>
                <a:latin typeface="Montserrat"/>
                <a:ea typeface="Montserrat"/>
                <a:cs typeface="Montserrat"/>
                <a:sym typeface="Montserrat"/>
              </a:rPr>
              <a:t>Receita Mídia</a:t>
            </a:r>
            <a:endParaRPr dirty="0">
              <a:solidFill>
                <a:schemeClr val="dk1"/>
              </a:solidFill>
            </a:endParaRPr>
          </a:p>
        </p:txBody>
      </p:sp>
      <p:sp>
        <p:nvSpPr>
          <p:cNvPr id="48" name="Google Shape;410;p76">
            <a:extLst>
              <a:ext uri="{FF2B5EF4-FFF2-40B4-BE49-F238E27FC236}">
                <a16:creationId xmlns:a16="http://schemas.microsoft.com/office/drawing/2014/main" id="{60AACBF6-6157-483E-AF9F-857F6DE24A31}"/>
              </a:ext>
            </a:extLst>
          </p:cNvPr>
          <p:cNvSpPr/>
          <p:nvPr/>
        </p:nvSpPr>
        <p:spPr>
          <a:xfrm>
            <a:off x="5202976" y="1203801"/>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2,4</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FF0000"/>
                </a:solidFill>
                <a:latin typeface="Montserrat"/>
                <a:ea typeface="Montserrat"/>
                <a:cs typeface="Montserrat"/>
                <a:sym typeface="Montserrat"/>
              </a:rPr>
              <a:t>-2%</a:t>
            </a:r>
            <a:endParaRPr sz="900" dirty="0">
              <a:solidFill>
                <a:srgbClr val="FF0000"/>
              </a:solidFill>
              <a:latin typeface="Montserrat"/>
              <a:ea typeface="Montserrat"/>
              <a:cs typeface="Montserrat"/>
              <a:sym typeface="Montserrat"/>
            </a:endParaRPr>
          </a:p>
        </p:txBody>
      </p:sp>
      <p:sp>
        <p:nvSpPr>
          <p:cNvPr id="49" name="Google Shape;411;p76">
            <a:extLst>
              <a:ext uri="{FF2B5EF4-FFF2-40B4-BE49-F238E27FC236}">
                <a16:creationId xmlns:a16="http://schemas.microsoft.com/office/drawing/2014/main" id="{C11945E3-D037-4753-BCAA-40A544FCD5FB}"/>
              </a:ext>
            </a:extLst>
          </p:cNvPr>
          <p:cNvSpPr/>
          <p:nvPr/>
        </p:nvSpPr>
        <p:spPr>
          <a:xfrm>
            <a:off x="5202996" y="1045383"/>
            <a:ext cx="1185900" cy="205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dk1"/>
                </a:solidFill>
                <a:latin typeface="Montserrat"/>
                <a:ea typeface="Montserrat"/>
                <a:cs typeface="Montserrat"/>
                <a:sym typeface="Montserrat"/>
              </a:rPr>
              <a:t>ROAS (Mídia)</a:t>
            </a:r>
            <a:endParaRPr dirty="0">
              <a:solidFill>
                <a:schemeClr val="dk1"/>
              </a:solidFill>
            </a:endParaRPr>
          </a:p>
        </p:txBody>
      </p:sp>
      <p:sp>
        <p:nvSpPr>
          <p:cNvPr id="64" name="Google Shape;410;p76">
            <a:extLst>
              <a:ext uri="{FF2B5EF4-FFF2-40B4-BE49-F238E27FC236}">
                <a16:creationId xmlns:a16="http://schemas.microsoft.com/office/drawing/2014/main" id="{8F391002-7C34-42BC-AEF0-5278BEE765B4}"/>
              </a:ext>
            </a:extLst>
          </p:cNvPr>
          <p:cNvSpPr/>
          <p:nvPr/>
        </p:nvSpPr>
        <p:spPr>
          <a:xfrm>
            <a:off x="6574556" y="1203801"/>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42,39%</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FF0000"/>
                </a:solidFill>
                <a:latin typeface="Montserrat"/>
                <a:ea typeface="Montserrat"/>
                <a:cs typeface="Montserrat"/>
                <a:sym typeface="Montserrat"/>
              </a:rPr>
              <a:t>-5%</a:t>
            </a:r>
            <a:endParaRPr sz="900" dirty="0">
              <a:solidFill>
                <a:srgbClr val="FF0000"/>
              </a:solidFill>
              <a:latin typeface="Montserrat"/>
              <a:ea typeface="Montserrat"/>
              <a:cs typeface="Montserrat"/>
              <a:sym typeface="Montserrat"/>
            </a:endParaRPr>
          </a:p>
        </p:txBody>
      </p:sp>
      <p:sp>
        <p:nvSpPr>
          <p:cNvPr id="65" name="Google Shape;411;p76">
            <a:extLst>
              <a:ext uri="{FF2B5EF4-FFF2-40B4-BE49-F238E27FC236}">
                <a16:creationId xmlns:a16="http://schemas.microsoft.com/office/drawing/2014/main" id="{D0DC264D-DDE8-46FD-8479-85F02C09028E}"/>
              </a:ext>
            </a:extLst>
          </p:cNvPr>
          <p:cNvSpPr/>
          <p:nvPr/>
        </p:nvSpPr>
        <p:spPr>
          <a:xfrm>
            <a:off x="6574576" y="1045383"/>
            <a:ext cx="1185900" cy="205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dk1"/>
                </a:solidFill>
                <a:latin typeface="Montserrat"/>
                <a:ea typeface="Montserrat"/>
                <a:cs typeface="Montserrat"/>
                <a:sym typeface="Montserrat"/>
              </a:rPr>
              <a:t>Partic. Mídia</a:t>
            </a:r>
            <a:endParaRPr dirty="0">
              <a:solidFill>
                <a:schemeClr val="dk1"/>
              </a:solidFill>
            </a:endParaRPr>
          </a:p>
        </p:txBody>
      </p:sp>
      <p:sp>
        <p:nvSpPr>
          <p:cNvPr id="66" name="Google Shape;410;p76">
            <a:extLst>
              <a:ext uri="{FF2B5EF4-FFF2-40B4-BE49-F238E27FC236}">
                <a16:creationId xmlns:a16="http://schemas.microsoft.com/office/drawing/2014/main" id="{A67531EB-07A1-431A-8792-45BB7E0A5AED}"/>
              </a:ext>
            </a:extLst>
          </p:cNvPr>
          <p:cNvSpPr/>
          <p:nvPr/>
        </p:nvSpPr>
        <p:spPr>
          <a:xfrm>
            <a:off x="1778954" y="2193793"/>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2.562.920</a:t>
            </a:r>
          </a:p>
          <a:p>
            <a:pPr marL="0" lvl="0" indent="0" algn="ctr" rtl="0">
              <a:spcBef>
                <a:spcPts val="0"/>
              </a:spcBef>
              <a:spcAft>
                <a:spcPts val="0"/>
              </a:spcAft>
              <a:buNone/>
            </a:pPr>
            <a:r>
              <a:rPr lang="pt-BR" sz="900" dirty="0">
                <a:solidFill>
                  <a:srgbClr val="FF0000"/>
                </a:solidFill>
                <a:latin typeface="Montserrat"/>
                <a:ea typeface="Montserrat"/>
                <a:cs typeface="Montserrat"/>
                <a:sym typeface="Montserrat"/>
              </a:rPr>
              <a:t>-47%</a:t>
            </a:r>
          </a:p>
        </p:txBody>
      </p:sp>
      <p:sp>
        <p:nvSpPr>
          <p:cNvPr id="67" name="Google Shape;411;p76">
            <a:extLst>
              <a:ext uri="{FF2B5EF4-FFF2-40B4-BE49-F238E27FC236}">
                <a16:creationId xmlns:a16="http://schemas.microsoft.com/office/drawing/2014/main" id="{ABF92F8D-16EB-4002-A7C0-423C950F8747}"/>
              </a:ext>
            </a:extLst>
          </p:cNvPr>
          <p:cNvSpPr/>
          <p:nvPr/>
        </p:nvSpPr>
        <p:spPr>
          <a:xfrm>
            <a:off x="1778974" y="2035375"/>
            <a:ext cx="1185900" cy="205500"/>
          </a:xfrm>
          <a:prstGeom prst="rect">
            <a:avLst/>
          </a:prstGeom>
          <a:solidFill>
            <a:srgbClr val="4040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accent6"/>
                </a:solidFill>
                <a:latin typeface="Montserrat"/>
                <a:ea typeface="Montserrat"/>
                <a:cs typeface="Montserrat"/>
                <a:sym typeface="Montserrat"/>
              </a:rPr>
              <a:t>Sessões</a:t>
            </a:r>
            <a:endParaRPr dirty="0">
              <a:solidFill>
                <a:schemeClr val="accent6"/>
              </a:solidFill>
            </a:endParaRPr>
          </a:p>
        </p:txBody>
      </p:sp>
      <p:sp>
        <p:nvSpPr>
          <p:cNvPr id="70" name="Google Shape;410;p76">
            <a:extLst>
              <a:ext uri="{FF2B5EF4-FFF2-40B4-BE49-F238E27FC236}">
                <a16:creationId xmlns:a16="http://schemas.microsoft.com/office/drawing/2014/main" id="{DF34BB8F-E3F7-450E-A0D9-6BABB23214BD}"/>
              </a:ext>
            </a:extLst>
          </p:cNvPr>
          <p:cNvSpPr/>
          <p:nvPr/>
        </p:nvSpPr>
        <p:spPr>
          <a:xfrm>
            <a:off x="3150554" y="2193793"/>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1.367.738</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FF0000"/>
                </a:solidFill>
                <a:latin typeface="Montserrat"/>
                <a:ea typeface="Montserrat"/>
                <a:cs typeface="Montserrat"/>
                <a:sym typeface="Montserrat"/>
              </a:rPr>
              <a:t>-46%</a:t>
            </a:r>
            <a:endParaRPr sz="900" dirty="0">
              <a:solidFill>
                <a:srgbClr val="FF0000"/>
              </a:solidFill>
              <a:latin typeface="Montserrat"/>
              <a:ea typeface="Montserrat"/>
              <a:cs typeface="Montserrat"/>
              <a:sym typeface="Montserrat"/>
            </a:endParaRPr>
          </a:p>
        </p:txBody>
      </p:sp>
      <p:sp>
        <p:nvSpPr>
          <p:cNvPr id="71" name="Google Shape;411;p76">
            <a:extLst>
              <a:ext uri="{FF2B5EF4-FFF2-40B4-BE49-F238E27FC236}">
                <a16:creationId xmlns:a16="http://schemas.microsoft.com/office/drawing/2014/main" id="{9D1BFD46-46BF-42B8-96CE-FD2E0308101A}"/>
              </a:ext>
            </a:extLst>
          </p:cNvPr>
          <p:cNvSpPr/>
          <p:nvPr/>
        </p:nvSpPr>
        <p:spPr>
          <a:xfrm>
            <a:off x="3150574" y="2035375"/>
            <a:ext cx="1185900" cy="205500"/>
          </a:xfrm>
          <a:prstGeom prst="rect">
            <a:avLst/>
          </a:prstGeom>
          <a:solidFill>
            <a:srgbClr val="4040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accent6"/>
                </a:solidFill>
                <a:latin typeface="Montserrat"/>
                <a:ea typeface="Montserrat"/>
                <a:cs typeface="Montserrat"/>
                <a:sym typeface="Montserrat"/>
              </a:rPr>
              <a:t>Usuários</a:t>
            </a:r>
            <a:endParaRPr dirty="0">
              <a:solidFill>
                <a:schemeClr val="accent6"/>
              </a:solidFill>
            </a:endParaRPr>
          </a:p>
        </p:txBody>
      </p:sp>
      <p:sp>
        <p:nvSpPr>
          <p:cNvPr id="72" name="Google Shape;410;p76">
            <a:extLst>
              <a:ext uri="{FF2B5EF4-FFF2-40B4-BE49-F238E27FC236}">
                <a16:creationId xmlns:a16="http://schemas.microsoft.com/office/drawing/2014/main" id="{4A567B5B-A03D-4655-80D6-11EBF9863EF4}"/>
              </a:ext>
            </a:extLst>
          </p:cNvPr>
          <p:cNvSpPr/>
          <p:nvPr/>
        </p:nvSpPr>
        <p:spPr>
          <a:xfrm>
            <a:off x="4537434" y="2193793"/>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752.537</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FF0000"/>
                </a:solidFill>
                <a:latin typeface="Montserrat"/>
                <a:ea typeface="Montserrat"/>
                <a:cs typeface="Montserrat"/>
                <a:sym typeface="Montserrat"/>
              </a:rPr>
              <a:t>-52%</a:t>
            </a:r>
            <a:endParaRPr sz="900" dirty="0">
              <a:solidFill>
                <a:srgbClr val="FF0000"/>
              </a:solidFill>
              <a:latin typeface="Montserrat"/>
              <a:ea typeface="Montserrat"/>
              <a:cs typeface="Montserrat"/>
              <a:sym typeface="Montserrat"/>
            </a:endParaRPr>
          </a:p>
        </p:txBody>
      </p:sp>
      <p:sp>
        <p:nvSpPr>
          <p:cNvPr id="88" name="Google Shape;411;p76">
            <a:extLst>
              <a:ext uri="{FF2B5EF4-FFF2-40B4-BE49-F238E27FC236}">
                <a16:creationId xmlns:a16="http://schemas.microsoft.com/office/drawing/2014/main" id="{981A7F86-FE01-49C6-907D-760439B6D9C9}"/>
              </a:ext>
            </a:extLst>
          </p:cNvPr>
          <p:cNvSpPr/>
          <p:nvPr/>
        </p:nvSpPr>
        <p:spPr>
          <a:xfrm>
            <a:off x="4537454" y="2035375"/>
            <a:ext cx="1185900" cy="205500"/>
          </a:xfrm>
          <a:prstGeom prst="rect">
            <a:avLst/>
          </a:prstGeom>
          <a:solidFill>
            <a:srgbClr val="4040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1000" dirty="0">
                <a:solidFill>
                  <a:schemeClr val="accent6"/>
                </a:solidFill>
                <a:latin typeface="Montserrat"/>
                <a:ea typeface="Montserrat"/>
                <a:cs typeface="Montserrat"/>
                <a:sym typeface="Montserrat"/>
              </a:rPr>
              <a:t>Novos Usuários</a:t>
            </a:r>
            <a:endParaRPr dirty="0">
              <a:solidFill>
                <a:schemeClr val="accent6"/>
              </a:solidFill>
            </a:endParaRPr>
          </a:p>
        </p:txBody>
      </p:sp>
      <p:sp>
        <p:nvSpPr>
          <p:cNvPr id="89" name="Google Shape;410;p76">
            <a:extLst>
              <a:ext uri="{FF2B5EF4-FFF2-40B4-BE49-F238E27FC236}">
                <a16:creationId xmlns:a16="http://schemas.microsoft.com/office/drawing/2014/main" id="{94B698CC-2C60-4D36-B0B0-9FE9EFD7D2B5}"/>
              </a:ext>
            </a:extLst>
          </p:cNvPr>
          <p:cNvSpPr/>
          <p:nvPr/>
        </p:nvSpPr>
        <p:spPr>
          <a:xfrm>
            <a:off x="5909034" y="2193793"/>
            <a:ext cx="1185900" cy="511800"/>
          </a:xfrm>
          <a:prstGeom prst="roundRect">
            <a:avLst>
              <a:gd name="adj" fmla="val 16667"/>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pt-BR" sz="1200" dirty="0">
                <a:solidFill>
                  <a:srgbClr val="434343"/>
                </a:solidFill>
                <a:latin typeface="Montserrat"/>
                <a:ea typeface="Montserrat"/>
                <a:cs typeface="Montserrat"/>
                <a:sym typeface="Montserrat"/>
              </a:rPr>
              <a:t>0,35%</a:t>
            </a:r>
            <a:endParaRPr sz="1200" dirty="0">
              <a:solidFill>
                <a:srgbClr val="434343"/>
              </a:solidFill>
              <a:latin typeface="Montserrat"/>
              <a:ea typeface="Montserrat"/>
              <a:cs typeface="Montserrat"/>
              <a:sym typeface="Montserrat"/>
            </a:endParaRPr>
          </a:p>
          <a:p>
            <a:pPr marL="0" lvl="0" indent="0" algn="ctr" rtl="0">
              <a:spcBef>
                <a:spcPts val="0"/>
              </a:spcBef>
              <a:spcAft>
                <a:spcPts val="0"/>
              </a:spcAft>
              <a:buNone/>
            </a:pPr>
            <a:r>
              <a:rPr lang="pt-BR" sz="900" dirty="0">
                <a:solidFill>
                  <a:srgbClr val="FF0000"/>
                </a:solidFill>
                <a:latin typeface="Montserrat"/>
                <a:ea typeface="Montserrat"/>
                <a:cs typeface="Montserrat"/>
                <a:sym typeface="Montserrat"/>
              </a:rPr>
              <a:t>-46%</a:t>
            </a:r>
          </a:p>
        </p:txBody>
      </p:sp>
      <p:sp>
        <p:nvSpPr>
          <p:cNvPr id="90" name="Google Shape;411;p76">
            <a:extLst>
              <a:ext uri="{FF2B5EF4-FFF2-40B4-BE49-F238E27FC236}">
                <a16:creationId xmlns:a16="http://schemas.microsoft.com/office/drawing/2014/main" id="{AFCABC52-A31A-4E44-986D-F22F18970D2E}"/>
              </a:ext>
            </a:extLst>
          </p:cNvPr>
          <p:cNvSpPr/>
          <p:nvPr/>
        </p:nvSpPr>
        <p:spPr>
          <a:xfrm>
            <a:off x="5909054" y="2035375"/>
            <a:ext cx="1185900" cy="205500"/>
          </a:xfrm>
          <a:prstGeom prst="rect">
            <a:avLst/>
          </a:prstGeom>
          <a:solidFill>
            <a:srgbClr val="4040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pt-BR" sz="940" dirty="0" err="1">
                <a:solidFill>
                  <a:schemeClr val="accent6"/>
                </a:solidFill>
                <a:latin typeface="Montserrat"/>
                <a:ea typeface="Montserrat"/>
                <a:cs typeface="Montserrat"/>
                <a:sym typeface="Montserrat"/>
              </a:rPr>
              <a:t>Tx</a:t>
            </a:r>
            <a:r>
              <a:rPr lang="pt-BR" sz="940" dirty="0">
                <a:solidFill>
                  <a:schemeClr val="accent6"/>
                </a:solidFill>
                <a:latin typeface="Montserrat"/>
                <a:ea typeface="Montserrat"/>
                <a:cs typeface="Montserrat"/>
                <a:sym typeface="Montserrat"/>
              </a:rPr>
              <a:t>. de Conversão</a:t>
            </a:r>
            <a:endParaRPr sz="940" dirty="0">
              <a:solidFill>
                <a:schemeClr val="accent6"/>
              </a:solidFill>
            </a:endParaRPr>
          </a:p>
        </p:txBody>
      </p:sp>
      <p:sp>
        <p:nvSpPr>
          <p:cNvPr id="23" name="Google Shape;457;p49">
            <a:extLst>
              <a:ext uri="{FF2B5EF4-FFF2-40B4-BE49-F238E27FC236}">
                <a16:creationId xmlns:a16="http://schemas.microsoft.com/office/drawing/2014/main" id="{632A2CC5-1318-4C7A-9457-D1E1FECBF08F}"/>
              </a:ext>
            </a:extLst>
          </p:cNvPr>
          <p:cNvSpPr txBox="1"/>
          <p:nvPr/>
        </p:nvSpPr>
        <p:spPr>
          <a:xfrm>
            <a:off x="6553201" y="4318938"/>
            <a:ext cx="2010458" cy="654300"/>
          </a:xfrm>
          <a:prstGeom prst="rect">
            <a:avLst/>
          </a:prstGeom>
          <a:noFill/>
          <a:ln>
            <a:noFill/>
          </a:ln>
        </p:spPr>
        <p:txBody>
          <a:bodyPr spcFirstLastPara="1" wrap="square" lIns="91425" tIns="91425" rIns="91425" bIns="91425" anchor="t" anchorCtr="0">
            <a:noAutofit/>
          </a:bodyPr>
          <a:lstStyle/>
          <a:p>
            <a:pPr marL="0" lvl="0" indent="0" rtl="0">
              <a:lnSpc>
                <a:spcPct val="150000"/>
              </a:lnSpc>
              <a:spcBef>
                <a:spcPts val="0"/>
              </a:spcBef>
              <a:spcAft>
                <a:spcPts val="0"/>
              </a:spcAft>
              <a:buNone/>
            </a:pPr>
            <a:r>
              <a:rPr lang="pt-BR" sz="1050" b="1" dirty="0">
                <a:solidFill>
                  <a:srgbClr val="434343"/>
                </a:solidFill>
                <a:latin typeface="Montserrat"/>
                <a:ea typeface="Montserrat"/>
                <a:cs typeface="Montserrat"/>
                <a:sym typeface="Montserrat"/>
              </a:rPr>
              <a:t>Período: </a:t>
            </a:r>
            <a:r>
              <a:rPr lang="pt-BR" sz="1050" dirty="0">
                <a:solidFill>
                  <a:srgbClr val="434343"/>
                </a:solidFill>
                <a:latin typeface="Montserrat"/>
                <a:ea typeface="Montserrat"/>
                <a:cs typeface="Montserrat"/>
                <a:sym typeface="Montserrat"/>
              </a:rPr>
              <a:t>27 a 30/04/22</a:t>
            </a:r>
          </a:p>
          <a:p>
            <a:pPr>
              <a:lnSpc>
                <a:spcPct val="150000"/>
              </a:lnSpc>
            </a:pPr>
            <a:r>
              <a:rPr lang="pt-BR" sz="1050" b="1" dirty="0">
                <a:solidFill>
                  <a:srgbClr val="434343"/>
                </a:solidFill>
                <a:latin typeface="Montserrat"/>
                <a:ea typeface="Montserrat"/>
                <a:cs typeface="Montserrat"/>
                <a:sym typeface="Montserrat"/>
              </a:rPr>
              <a:t>Comparação: </a:t>
            </a:r>
            <a:r>
              <a:rPr lang="pt-BR" sz="1050" dirty="0">
                <a:solidFill>
                  <a:srgbClr val="434343"/>
                </a:solidFill>
                <a:latin typeface="Montserrat"/>
                <a:ea typeface="Montserrat"/>
                <a:cs typeface="Montserrat"/>
                <a:sym typeface="Montserrat"/>
              </a:rPr>
              <a:t>22 a 30/04/21</a:t>
            </a:r>
          </a:p>
        </p:txBody>
      </p:sp>
      <p:sp>
        <p:nvSpPr>
          <p:cNvPr id="24" name="CaixaDeTexto 23">
            <a:extLst>
              <a:ext uri="{FF2B5EF4-FFF2-40B4-BE49-F238E27FC236}">
                <a16:creationId xmlns:a16="http://schemas.microsoft.com/office/drawing/2014/main" id="{B25051D7-A36C-41CF-A8A9-365C8FA47479}"/>
              </a:ext>
            </a:extLst>
          </p:cNvPr>
          <p:cNvSpPr txBox="1"/>
          <p:nvPr/>
        </p:nvSpPr>
        <p:spPr>
          <a:xfrm>
            <a:off x="5795926" y="2705593"/>
            <a:ext cx="1563735" cy="200055"/>
          </a:xfrm>
          <a:prstGeom prst="rect">
            <a:avLst/>
          </a:prstGeom>
          <a:noFill/>
        </p:spPr>
        <p:txBody>
          <a:bodyPr wrap="square">
            <a:spAutoFit/>
          </a:bodyPr>
          <a:lstStyle/>
          <a:p>
            <a:r>
              <a:rPr lang="pt-BR" sz="700" i="1" dirty="0">
                <a:solidFill>
                  <a:schemeClr val="tx1">
                    <a:lumMod val="50000"/>
                    <a:lumOff val="50000"/>
                  </a:schemeClr>
                </a:solidFill>
                <a:latin typeface="Montserrat" panose="00000500000000000000" pitchFamily="2" charset="0"/>
                <a:cs typeface="Arial" panose="020B0604020202020204" pitchFamily="34" charset="0"/>
              </a:rPr>
              <a:t>*Filtrando blog e área logada</a:t>
            </a:r>
          </a:p>
        </p:txBody>
      </p:sp>
    </p:spTree>
    <p:extLst>
      <p:ext uri="{BB962C8B-B14F-4D97-AF65-F5344CB8AC3E}">
        <p14:creationId xmlns:p14="http://schemas.microsoft.com/office/powerpoint/2010/main" val="1486303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64"/>
          <p:cNvSpPr txBox="1">
            <a:spLocks noGrp="1"/>
          </p:cNvSpPr>
          <p:nvPr>
            <p:ph type="sldNum" idx="12"/>
          </p:nvPr>
        </p:nvSpPr>
        <p:spPr>
          <a:xfrm>
            <a:off x="8289309" y="4579638"/>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304" name="Google Shape;304;p64"/>
          <p:cNvSpPr txBox="1"/>
          <p:nvPr/>
        </p:nvSpPr>
        <p:spPr>
          <a:xfrm>
            <a:off x="972000" y="1311750"/>
            <a:ext cx="7200000" cy="252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300"/>
              <a:buFont typeface="Helvetica Neue"/>
              <a:buNone/>
            </a:pPr>
            <a:r>
              <a:rPr lang="en" sz="6000" b="1" dirty="0">
                <a:solidFill>
                  <a:srgbClr val="404041"/>
                </a:solidFill>
                <a:latin typeface="Spectral"/>
                <a:ea typeface="Spectral"/>
                <a:cs typeface="Spectral"/>
                <a:sym typeface="Spectral"/>
              </a:rPr>
              <a:t>Performance </a:t>
            </a:r>
          </a:p>
          <a:p>
            <a:pPr marL="0" marR="0" lvl="0" indent="0" algn="l" rtl="0">
              <a:lnSpc>
                <a:spcPct val="100000"/>
              </a:lnSpc>
              <a:spcBef>
                <a:spcPts val="0"/>
              </a:spcBef>
              <a:spcAft>
                <a:spcPts val="0"/>
              </a:spcAft>
              <a:buClr>
                <a:srgbClr val="000000"/>
              </a:buClr>
              <a:buSzPts val="2300"/>
              <a:buFont typeface="Helvetica Neue"/>
              <a:buNone/>
            </a:pPr>
            <a:r>
              <a:rPr lang="en" sz="6000" b="1" dirty="0">
                <a:solidFill>
                  <a:srgbClr val="404041"/>
                </a:solidFill>
                <a:latin typeface="Spectral"/>
                <a:ea typeface="Spectral"/>
                <a:cs typeface="Spectral"/>
                <a:sym typeface="Spectral"/>
              </a:rPr>
              <a:t>por Canal</a:t>
            </a:r>
            <a:endParaRPr sz="6000" b="1" dirty="0">
              <a:solidFill>
                <a:srgbClr val="404041"/>
              </a:solidFill>
              <a:latin typeface="Spectral"/>
              <a:ea typeface="Spectral"/>
              <a:cs typeface="Spectral"/>
              <a:sym typeface="Spectral"/>
            </a:endParaRPr>
          </a:p>
        </p:txBody>
      </p:sp>
      <p:pic>
        <p:nvPicPr>
          <p:cNvPr id="305" name="Google Shape;305;p64"/>
          <p:cNvPicPr preferRelativeResize="0"/>
          <p:nvPr/>
        </p:nvPicPr>
        <p:blipFill>
          <a:blip r:embed="rId3">
            <a:alphaModFix/>
          </a:blip>
          <a:stretch>
            <a:fillRect/>
          </a:stretch>
        </p:blipFill>
        <p:spPr>
          <a:xfrm>
            <a:off x="846775" y="4684300"/>
            <a:ext cx="1005275" cy="184300"/>
          </a:xfrm>
          <a:prstGeom prst="rect">
            <a:avLst/>
          </a:prstGeom>
          <a:noFill/>
          <a:ln>
            <a:noFill/>
          </a:ln>
        </p:spPr>
      </p:pic>
    </p:spTree>
    <p:extLst>
      <p:ext uri="{BB962C8B-B14F-4D97-AF65-F5344CB8AC3E}">
        <p14:creationId xmlns:p14="http://schemas.microsoft.com/office/powerpoint/2010/main" val="9299245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23" name="Google Shape;323;p66"/>
          <p:cNvSpPr txBox="1">
            <a:spLocks noGrp="1"/>
          </p:cNvSpPr>
          <p:nvPr>
            <p:ph type="sldNum" idx="4294967295"/>
          </p:nvPr>
        </p:nvSpPr>
        <p:spPr>
          <a:xfrm>
            <a:off x="8289309" y="4579638"/>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dirty="0"/>
          </a:p>
        </p:txBody>
      </p:sp>
      <p:sp>
        <p:nvSpPr>
          <p:cNvPr id="325" name="Google Shape;325;p66"/>
          <p:cNvSpPr txBox="1"/>
          <p:nvPr/>
        </p:nvSpPr>
        <p:spPr>
          <a:xfrm>
            <a:off x="306313" y="197659"/>
            <a:ext cx="3702505" cy="511800"/>
          </a:xfrm>
          <a:prstGeom prst="rect">
            <a:avLst/>
          </a:prstGeom>
          <a:noFill/>
          <a:ln>
            <a:noFill/>
          </a:ln>
        </p:spPr>
        <p:txBody>
          <a:bodyPr spcFirstLastPara="1" wrap="square" lIns="26775" tIns="26775" rIns="26775" bIns="2677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 sz="2800" b="1" dirty="0">
                <a:solidFill>
                  <a:srgbClr val="404041"/>
                </a:solidFill>
                <a:latin typeface="Spectral"/>
                <a:ea typeface="Spectral"/>
                <a:cs typeface="Spectral"/>
                <a:sym typeface="Spectral"/>
              </a:rPr>
              <a:t>Overview Mídia</a:t>
            </a:r>
            <a:endParaRPr sz="2800" b="0" i="0" u="none" strike="noStrike" cap="none" dirty="0">
              <a:solidFill>
                <a:srgbClr val="404041"/>
              </a:solidFill>
              <a:latin typeface="Montserrat"/>
              <a:ea typeface="Montserrat"/>
              <a:cs typeface="Montserrat"/>
              <a:sym typeface="Montserrat"/>
            </a:endParaRPr>
          </a:p>
        </p:txBody>
      </p:sp>
      <p:graphicFrame>
        <p:nvGraphicFramePr>
          <p:cNvPr id="3" name="Tabela 3">
            <a:extLst>
              <a:ext uri="{FF2B5EF4-FFF2-40B4-BE49-F238E27FC236}">
                <a16:creationId xmlns:a16="http://schemas.microsoft.com/office/drawing/2014/main" id="{4259C95B-E1E2-4FD8-AA17-9FE3163896AE}"/>
              </a:ext>
            </a:extLst>
          </p:cNvPr>
          <p:cNvGraphicFramePr>
            <a:graphicFrameLocks noGrp="1"/>
          </p:cNvGraphicFramePr>
          <p:nvPr>
            <p:extLst>
              <p:ext uri="{D42A27DB-BD31-4B8C-83A1-F6EECF244321}">
                <p14:modId xmlns:p14="http://schemas.microsoft.com/office/powerpoint/2010/main" val="3765391281"/>
              </p:ext>
            </p:extLst>
          </p:nvPr>
        </p:nvGraphicFramePr>
        <p:xfrm>
          <a:off x="280156" y="654741"/>
          <a:ext cx="8583687" cy="2194560"/>
        </p:xfrm>
        <a:graphic>
          <a:graphicData uri="http://schemas.openxmlformats.org/drawingml/2006/table">
            <a:tbl>
              <a:tblPr firstRow="1" bandRow="1">
                <a:tableStyleId>{3858BF14-88E5-43F5-9D92-35F7B633B0B4}</a:tableStyleId>
              </a:tblPr>
              <a:tblGrid>
                <a:gridCol w="1348316">
                  <a:extLst>
                    <a:ext uri="{9D8B030D-6E8A-4147-A177-3AD203B41FA5}">
                      <a16:colId xmlns:a16="http://schemas.microsoft.com/office/drawing/2014/main" val="2116141300"/>
                    </a:ext>
                  </a:extLst>
                </a:gridCol>
                <a:gridCol w="1560285">
                  <a:extLst>
                    <a:ext uri="{9D8B030D-6E8A-4147-A177-3AD203B41FA5}">
                      <a16:colId xmlns:a16="http://schemas.microsoft.com/office/drawing/2014/main" val="2804208013"/>
                    </a:ext>
                  </a:extLst>
                </a:gridCol>
                <a:gridCol w="791029">
                  <a:extLst>
                    <a:ext uri="{9D8B030D-6E8A-4147-A177-3AD203B41FA5}">
                      <a16:colId xmlns:a16="http://schemas.microsoft.com/office/drawing/2014/main" val="614798026"/>
                    </a:ext>
                  </a:extLst>
                </a:gridCol>
                <a:gridCol w="1407886">
                  <a:extLst>
                    <a:ext uri="{9D8B030D-6E8A-4147-A177-3AD203B41FA5}">
                      <a16:colId xmlns:a16="http://schemas.microsoft.com/office/drawing/2014/main" val="3237728446"/>
                    </a:ext>
                  </a:extLst>
                </a:gridCol>
                <a:gridCol w="1611085">
                  <a:extLst>
                    <a:ext uri="{9D8B030D-6E8A-4147-A177-3AD203B41FA5}">
                      <a16:colId xmlns:a16="http://schemas.microsoft.com/office/drawing/2014/main" val="4067496679"/>
                    </a:ext>
                  </a:extLst>
                </a:gridCol>
                <a:gridCol w="762000">
                  <a:extLst>
                    <a:ext uri="{9D8B030D-6E8A-4147-A177-3AD203B41FA5}">
                      <a16:colId xmlns:a16="http://schemas.microsoft.com/office/drawing/2014/main" val="1385476199"/>
                    </a:ext>
                  </a:extLst>
                </a:gridCol>
                <a:gridCol w="1103086">
                  <a:extLst>
                    <a:ext uri="{9D8B030D-6E8A-4147-A177-3AD203B41FA5}">
                      <a16:colId xmlns:a16="http://schemas.microsoft.com/office/drawing/2014/main" val="3167575646"/>
                    </a:ext>
                  </a:extLst>
                </a:gridCol>
              </a:tblGrid>
              <a:tr h="222661">
                <a:tc>
                  <a:txBody>
                    <a:bodyPr/>
                    <a:lstStyle/>
                    <a:p>
                      <a:pPr algn="ctr"/>
                      <a:r>
                        <a:rPr lang="pt-BR" sz="1200" b="1" dirty="0">
                          <a:latin typeface="Montserrat" panose="00000500000000000000" pitchFamily="2" charset="0"/>
                        </a:rPr>
                        <a:t>Origem</a:t>
                      </a:r>
                    </a:p>
                  </a:txBody>
                  <a:tcPr anchor="ctr">
                    <a:solidFill>
                      <a:schemeClr val="accent2"/>
                    </a:solidFill>
                  </a:tcPr>
                </a:tc>
                <a:tc>
                  <a:txBody>
                    <a:bodyPr/>
                    <a:lstStyle/>
                    <a:p>
                      <a:pPr algn="ctr"/>
                      <a:r>
                        <a:rPr lang="pt-BR" sz="1200" b="1" dirty="0">
                          <a:latin typeface="Montserrat" panose="00000500000000000000" pitchFamily="2" charset="0"/>
                        </a:rPr>
                        <a:t>Investimento</a:t>
                      </a:r>
                    </a:p>
                  </a:txBody>
                  <a:tcPr anchor="ctr">
                    <a:solidFill>
                      <a:schemeClr val="accent2"/>
                    </a:solidFill>
                  </a:tcPr>
                </a:tc>
                <a:tc>
                  <a:txBody>
                    <a:bodyPr/>
                    <a:lstStyle/>
                    <a:p>
                      <a:pPr algn="ctr"/>
                      <a:r>
                        <a:rPr lang="pt-BR" sz="1200" b="1" dirty="0">
                          <a:latin typeface="Montserrat" panose="00000500000000000000" pitchFamily="2" charset="0"/>
                        </a:rPr>
                        <a:t>% </a:t>
                      </a:r>
                      <a:r>
                        <a:rPr lang="pt-BR" sz="1200" b="1" dirty="0" err="1">
                          <a:latin typeface="Montserrat" panose="00000500000000000000" pitchFamily="2" charset="0"/>
                        </a:rPr>
                        <a:t>YoY</a:t>
                      </a:r>
                      <a:endParaRPr lang="pt-BR" sz="1200" b="1" dirty="0">
                        <a:latin typeface="Montserrat" panose="00000500000000000000" pitchFamily="2" charset="0"/>
                      </a:endParaRPr>
                    </a:p>
                  </a:txBody>
                  <a:tcPr anchor="ctr">
                    <a:solidFill>
                      <a:schemeClr val="accent2"/>
                    </a:solidFill>
                  </a:tcPr>
                </a:tc>
                <a:tc>
                  <a:txBody>
                    <a:bodyPr/>
                    <a:lstStyle/>
                    <a:p>
                      <a:pPr algn="ctr"/>
                      <a:r>
                        <a:rPr lang="pt-BR" sz="1200" b="1" dirty="0">
                          <a:latin typeface="Montserrat" panose="00000500000000000000" pitchFamily="2" charset="0"/>
                        </a:rPr>
                        <a:t>Transações</a:t>
                      </a:r>
                    </a:p>
                  </a:txBody>
                  <a:tcPr anchor="ctr">
                    <a:solidFill>
                      <a:schemeClr val="accent2"/>
                    </a:solidFill>
                  </a:tcPr>
                </a:tc>
                <a:tc>
                  <a:txBody>
                    <a:bodyPr/>
                    <a:lstStyle/>
                    <a:p>
                      <a:pPr algn="ctr"/>
                      <a:r>
                        <a:rPr lang="pt-BR" sz="1200" b="1" dirty="0">
                          <a:latin typeface="Montserrat" panose="00000500000000000000" pitchFamily="2" charset="0"/>
                        </a:rPr>
                        <a:t>Receita</a:t>
                      </a:r>
                    </a:p>
                  </a:txBody>
                  <a:tcPr anchor="ctr">
                    <a:solidFill>
                      <a:schemeClr val="accent2"/>
                    </a:solidFill>
                  </a:tcPr>
                </a:tc>
                <a:tc>
                  <a:txBody>
                    <a:bodyPr/>
                    <a:lstStyle/>
                    <a:p>
                      <a:pPr algn="ctr"/>
                      <a:r>
                        <a:rPr lang="pt-BR" sz="1200" b="1" dirty="0">
                          <a:latin typeface="Montserrat" panose="00000500000000000000" pitchFamily="2" charset="0"/>
                        </a:rPr>
                        <a:t>% </a:t>
                      </a:r>
                      <a:r>
                        <a:rPr lang="pt-BR" sz="1200" b="1" dirty="0" err="1">
                          <a:latin typeface="Montserrat" panose="00000500000000000000" pitchFamily="2" charset="0"/>
                        </a:rPr>
                        <a:t>YoY</a:t>
                      </a:r>
                      <a:endParaRPr lang="pt-BR" sz="1200" b="1" dirty="0">
                        <a:latin typeface="Montserrat" panose="00000500000000000000" pitchFamily="2" charset="0"/>
                      </a:endParaRPr>
                    </a:p>
                  </a:txBody>
                  <a:tcPr anchor="ctr">
                    <a:solidFill>
                      <a:schemeClr val="accent2"/>
                    </a:solidFill>
                  </a:tcPr>
                </a:tc>
                <a:tc>
                  <a:txBody>
                    <a:bodyPr/>
                    <a:lstStyle/>
                    <a:p>
                      <a:pPr algn="ctr"/>
                      <a:r>
                        <a:rPr lang="pt-BR" sz="1200" b="1" dirty="0">
                          <a:latin typeface="Montserrat" panose="00000500000000000000" pitchFamily="2" charset="0"/>
                        </a:rPr>
                        <a:t>ROI</a:t>
                      </a:r>
                    </a:p>
                  </a:txBody>
                  <a:tcPr anchor="ctr">
                    <a:solidFill>
                      <a:schemeClr val="accent2"/>
                    </a:solidFill>
                  </a:tcPr>
                </a:tc>
                <a:extLst>
                  <a:ext uri="{0D108BD9-81ED-4DB2-BD59-A6C34878D82A}">
                    <a16:rowId xmlns:a16="http://schemas.microsoft.com/office/drawing/2014/main" val="2810578736"/>
                  </a:ext>
                </a:extLst>
              </a:tr>
              <a:tr h="0">
                <a:tc>
                  <a:txBody>
                    <a:bodyPr/>
                    <a:lstStyle/>
                    <a:p>
                      <a:r>
                        <a:rPr lang="en-US" sz="1200" dirty="0">
                          <a:latin typeface="Montserrat" panose="00000500000000000000" pitchFamily="2" charset="0"/>
                        </a:rPr>
                        <a:t>Google</a:t>
                      </a:r>
                    </a:p>
                  </a:txBody>
                  <a:tcPr anchor="ctr"/>
                </a:tc>
                <a:tc>
                  <a:txBody>
                    <a:bodyPr/>
                    <a:lstStyle/>
                    <a:p>
                      <a:pPr algn="ctr"/>
                      <a:r>
                        <a:rPr lang="pt-BR" sz="1200" dirty="0">
                          <a:latin typeface="Montserrat" panose="00000500000000000000" pitchFamily="2" charset="0"/>
                        </a:rPr>
                        <a:t>R$ 1.424.627</a:t>
                      </a:r>
                    </a:p>
                  </a:txBody>
                  <a:tcPr anchor="ctr"/>
                </a:tc>
                <a:tc>
                  <a:txBody>
                    <a:bodyPr/>
                    <a:lstStyle/>
                    <a:p>
                      <a:pPr algn="ctr"/>
                      <a:r>
                        <a:rPr lang="pt-BR" sz="1200" dirty="0">
                          <a:solidFill>
                            <a:srgbClr val="00B050"/>
                          </a:solidFill>
                          <a:latin typeface="Montserrat" panose="00000500000000000000" pitchFamily="2" charset="0"/>
                        </a:rPr>
                        <a:t>+5,6%</a:t>
                      </a:r>
                    </a:p>
                  </a:txBody>
                  <a:tcPr anchor="ctr"/>
                </a:tc>
                <a:tc>
                  <a:txBody>
                    <a:bodyPr/>
                    <a:lstStyle/>
                    <a:p>
                      <a:pPr algn="ctr"/>
                      <a:r>
                        <a:rPr lang="pt-BR" sz="1200" dirty="0">
                          <a:latin typeface="Montserrat" panose="00000500000000000000" pitchFamily="2" charset="0"/>
                        </a:rPr>
                        <a:t>8.745</a:t>
                      </a:r>
                    </a:p>
                  </a:txBody>
                  <a:tcPr anchor="ctr"/>
                </a:tc>
                <a:tc>
                  <a:txBody>
                    <a:bodyPr/>
                    <a:lstStyle/>
                    <a:p>
                      <a:pPr algn="ctr"/>
                      <a:r>
                        <a:rPr lang="pt-BR" sz="1200" dirty="0">
                          <a:latin typeface="Montserrat" panose="00000500000000000000" pitchFamily="2" charset="0"/>
                        </a:rPr>
                        <a:t>R$ 6.077.664</a:t>
                      </a:r>
                    </a:p>
                  </a:txBody>
                  <a:tcPr anchor="ctr"/>
                </a:tc>
                <a:tc>
                  <a:txBody>
                    <a:bodyPr/>
                    <a:lstStyle/>
                    <a:p>
                      <a:pPr algn="ctr"/>
                      <a:r>
                        <a:rPr lang="pt-BR" sz="1200" dirty="0">
                          <a:solidFill>
                            <a:srgbClr val="00B050"/>
                          </a:solidFill>
                          <a:latin typeface="Montserrat" panose="00000500000000000000" pitchFamily="2" charset="0"/>
                        </a:rPr>
                        <a:t>+21,9%</a:t>
                      </a:r>
                    </a:p>
                  </a:txBody>
                  <a:tcPr anchor="ctr"/>
                </a:tc>
                <a:tc>
                  <a:txBody>
                    <a:bodyPr/>
                    <a:lstStyle/>
                    <a:p>
                      <a:pPr algn="ctr"/>
                      <a:r>
                        <a:rPr lang="pt-BR" sz="1200" dirty="0">
                          <a:latin typeface="Montserrat" panose="00000500000000000000" pitchFamily="2" charset="0"/>
                        </a:rPr>
                        <a:t>4,27</a:t>
                      </a:r>
                    </a:p>
                  </a:txBody>
                  <a:tcPr anchor="ctr"/>
                </a:tc>
                <a:extLst>
                  <a:ext uri="{0D108BD9-81ED-4DB2-BD59-A6C34878D82A}">
                    <a16:rowId xmlns:a16="http://schemas.microsoft.com/office/drawing/2014/main" val="593819523"/>
                  </a:ext>
                </a:extLst>
              </a:tr>
              <a:tr h="230065">
                <a:tc>
                  <a:txBody>
                    <a:bodyPr/>
                    <a:lstStyle/>
                    <a:p>
                      <a:r>
                        <a:rPr lang="en-US" sz="1200" dirty="0">
                          <a:latin typeface="Montserrat" panose="00000500000000000000" pitchFamily="2" charset="0"/>
                        </a:rPr>
                        <a:t>Facebook</a:t>
                      </a:r>
                      <a:endParaRPr lang="pt-BR" sz="1200" dirty="0">
                        <a:latin typeface="Montserrat" panose="00000500000000000000" pitchFamily="2" charset="0"/>
                      </a:endParaRPr>
                    </a:p>
                  </a:txBody>
                  <a:tcPr anchor="ctr"/>
                </a:tc>
                <a:tc>
                  <a:txBody>
                    <a:bodyPr/>
                    <a:lstStyle/>
                    <a:p>
                      <a:pPr algn="ctr"/>
                      <a:r>
                        <a:rPr lang="pt-BR" sz="1200" dirty="0">
                          <a:latin typeface="Montserrat" panose="00000500000000000000" pitchFamily="2" charset="0"/>
                        </a:rPr>
                        <a:t>R$ 404.473</a:t>
                      </a:r>
                    </a:p>
                  </a:txBody>
                  <a:tcPr anchor="ctr"/>
                </a:tc>
                <a:tc>
                  <a:txBody>
                    <a:bodyPr/>
                    <a:lstStyle/>
                    <a:p>
                      <a:pPr algn="ctr"/>
                      <a:r>
                        <a:rPr lang="pt-BR" sz="1200" dirty="0">
                          <a:solidFill>
                            <a:srgbClr val="00B050"/>
                          </a:solidFill>
                          <a:latin typeface="Montserrat" panose="00000500000000000000" pitchFamily="2" charset="0"/>
                        </a:rPr>
                        <a:t>+46,4%</a:t>
                      </a:r>
                    </a:p>
                  </a:txBody>
                  <a:tcPr anchor="ctr"/>
                </a:tc>
                <a:tc>
                  <a:txBody>
                    <a:bodyPr/>
                    <a:lstStyle/>
                    <a:p>
                      <a:pPr algn="ctr"/>
                      <a:r>
                        <a:rPr lang="pt-BR" sz="1200" dirty="0">
                          <a:latin typeface="Montserrat" panose="00000500000000000000" pitchFamily="2" charset="0"/>
                        </a:rPr>
                        <a:t>528</a:t>
                      </a:r>
                    </a:p>
                  </a:txBody>
                  <a:tcPr anchor="ctr"/>
                </a:tc>
                <a:tc>
                  <a:txBody>
                    <a:bodyPr/>
                    <a:lstStyle/>
                    <a:p>
                      <a:pPr algn="ctr"/>
                      <a:r>
                        <a:rPr lang="pt-BR" sz="1200" dirty="0">
                          <a:latin typeface="Montserrat" panose="00000500000000000000" pitchFamily="2" charset="0"/>
                        </a:rPr>
                        <a:t>R$ 335.050</a:t>
                      </a:r>
                    </a:p>
                  </a:txBody>
                  <a:tcPr anchor="ctr"/>
                </a:tc>
                <a:tc>
                  <a:txBody>
                    <a:bodyPr/>
                    <a:lstStyle/>
                    <a:p>
                      <a:pPr algn="ctr"/>
                      <a:r>
                        <a:rPr lang="pt-BR" sz="1200" dirty="0">
                          <a:solidFill>
                            <a:srgbClr val="00B050"/>
                          </a:solidFill>
                          <a:latin typeface="Montserrat" panose="00000500000000000000" pitchFamily="2" charset="0"/>
                        </a:rPr>
                        <a:t>+39,0%</a:t>
                      </a:r>
                    </a:p>
                  </a:txBody>
                  <a:tcPr anchor="ctr"/>
                </a:tc>
                <a:tc>
                  <a:txBody>
                    <a:bodyPr/>
                    <a:lstStyle/>
                    <a:p>
                      <a:pPr algn="ctr"/>
                      <a:r>
                        <a:rPr lang="pt-BR" sz="1200" dirty="0">
                          <a:latin typeface="Montserrat" panose="00000500000000000000" pitchFamily="2" charset="0"/>
                        </a:rPr>
                        <a:t>0,83</a:t>
                      </a:r>
                    </a:p>
                  </a:txBody>
                  <a:tcPr anchor="ctr"/>
                </a:tc>
                <a:extLst>
                  <a:ext uri="{0D108BD9-81ED-4DB2-BD59-A6C34878D82A}">
                    <a16:rowId xmlns:a16="http://schemas.microsoft.com/office/drawing/2014/main" val="1280094683"/>
                  </a:ext>
                </a:extLst>
              </a:tr>
              <a:tr h="230065">
                <a:tc>
                  <a:txBody>
                    <a:bodyPr/>
                    <a:lstStyle/>
                    <a:p>
                      <a:r>
                        <a:rPr lang="en-US" sz="1200" dirty="0">
                          <a:latin typeface="Montserrat" panose="00000500000000000000" pitchFamily="2" charset="0"/>
                        </a:rPr>
                        <a:t>Blue</a:t>
                      </a:r>
                      <a:endParaRPr lang="pt-BR" sz="1200" dirty="0">
                        <a:latin typeface="Montserrat" panose="00000500000000000000" pitchFamily="2" charset="0"/>
                      </a:endParaRPr>
                    </a:p>
                  </a:txBody>
                  <a:tcPr anchor="ctr"/>
                </a:tc>
                <a:tc>
                  <a:txBody>
                    <a:bodyPr/>
                    <a:lstStyle/>
                    <a:p>
                      <a:pPr algn="ctr"/>
                      <a:r>
                        <a:rPr lang="pt-BR" sz="1200" dirty="0">
                          <a:latin typeface="Montserrat" panose="00000500000000000000" pitchFamily="2" charset="0"/>
                        </a:rPr>
                        <a:t>R$ 115.539</a:t>
                      </a:r>
                    </a:p>
                  </a:txBody>
                  <a:tcPr anchor="ctr"/>
                </a:tc>
                <a:tc>
                  <a:txBody>
                    <a:bodyPr/>
                    <a:lstStyle/>
                    <a:p>
                      <a:pPr algn="ctr"/>
                      <a:r>
                        <a:rPr lang="pt-BR" sz="1200" dirty="0">
                          <a:solidFill>
                            <a:srgbClr val="FF0000"/>
                          </a:solidFill>
                          <a:latin typeface="Montserrat" panose="00000500000000000000" pitchFamily="2" charset="0"/>
                        </a:rPr>
                        <a:t>-37,5%</a:t>
                      </a:r>
                    </a:p>
                  </a:txBody>
                  <a:tcPr anchor="ctr"/>
                </a:tc>
                <a:tc>
                  <a:txBody>
                    <a:bodyPr/>
                    <a:lstStyle/>
                    <a:p>
                      <a:pPr algn="ctr"/>
                      <a:r>
                        <a:rPr lang="pt-BR" sz="1200" dirty="0">
                          <a:latin typeface="Montserrat" panose="00000500000000000000" pitchFamily="2" charset="0"/>
                        </a:rPr>
                        <a:t>312</a:t>
                      </a:r>
                    </a:p>
                  </a:txBody>
                  <a:tcPr anchor="ctr"/>
                </a:tc>
                <a:tc>
                  <a:txBody>
                    <a:bodyPr/>
                    <a:lstStyle/>
                    <a:p>
                      <a:pPr algn="ctr"/>
                      <a:r>
                        <a:rPr lang="pt-BR" sz="1200" dirty="0">
                          <a:latin typeface="Montserrat" panose="00000500000000000000" pitchFamily="2" charset="0"/>
                        </a:rPr>
                        <a:t>R$ 208.925</a:t>
                      </a:r>
                    </a:p>
                  </a:txBody>
                  <a:tcPr anchor="ctr"/>
                </a:tc>
                <a:tc>
                  <a:txBody>
                    <a:bodyPr/>
                    <a:lstStyle/>
                    <a:p>
                      <a:pPr algn="ctr"/>
                      <a:r>
                        <a:rPr lang="pt-BR" sz="1200" dirty="0">
                          <a:solidFill>
                            <a:srgbClr val="FF0000"/>
                          </a:solidFill>
                          <a:latin typeface="Montserrat" panose="00000500000000000000" pitchFamily="2" charset="0"/>
                        </a:rPr>
                        <a:t>-33,4%</a:t>
                      </a:r>
                    </a:p>
                  </a:txBody>
                  <a:tcPr anchor="ctr"/>
                </a:tc>
                <a:tc>
                  <a:txBody>
                    <a:bodyPr/>
                    <a:lstStyle/>
                    <a:p>
                      <a:pPr algn="ctr"/>
                      <a:r>
                        <a:rPr lang="pt-BR" sz="1200" dirty="0">
                          <a:latin typeface="Montserrat" panose="00000500000000000000" pitchFamily="2" charset="0"/>
                        </a:rPr>
                        <a:t>1,81</a:t>
                      </a:r>
                    </a:p>
                  </a:txBody>
                  <a:tcPr anchor="ctr"/>
                </a:tc>
                <a:extLst>
                  <a:ext uri="{0D108BD9-81ED-4DB2-BD59-A6C34878D82A}">
                    <a16:rowId xmlns:a16="http://schemas.microsoft.com/office/drawing/2014/main" val="3456380322"/>
                  </a:ext>
                </a:extLst>
              </a:tr>
              <a:tr h="230065">
                <a:tc>
                  <a:txBody>
                    <a:bodyPr/>
                    <a:lstStyle/>
                    <a:p>
                      <a:r>
                        <a:rPr lang="en-US" sz="1200" dirty="0">
                          <a:latin typeface="Montserrat" panose="00000500000000000000" pitchFamily="2" charset="0"/>
                        </a:rPr>
                        <a:t>Bing</a:t>
                      </a:r>
                      <a:endParaRPr lang="pt-BR" sz="1200" dirty="0">
                        <a:latin typeface="Montserrat" panose="00000500000000000000" pitchFamily="2" charset="0"/>
                      </a:endParaRPr>
                    </a:p>
                  </a:txBody>
                  <a:tcPr anchor="ctr"/>
                </a:tc>
                <a:tc>
                  <a:txBody>
                    <a:bodyPr/>
                    <a:lstStyle/>
                    <a:p>
                      <a:pPr algn="ctr"/>
                      <a:r>
                        <a:rPr lang="pt-BR" sz="1200" dirty="0">
                          <a:latin typeface="Montserrat" panose="00000500000000000000" pitchFamily="2" charset="0"/>
                        </a:rPr>
                        <a:t>R$ 48.693</a:t>
                      </a:r>
                    </a:p>
                  </a:txBody>
                  <a:tcPr anchor="ctr"/>
                </a:tc>
                <a:tc>
                  <a:txBody>
                    <a:bodyPr/>
                    <a:lstStyle/>
                    <a:p>
                      <a:pPr algn="ctr"/>
                      <a:r>
                        <a:rPr lang="pt-BR" sz="1200" dirty="0">
                          <a:solidFill>
                            <a:srgbClr val="00B050"/>
                          </a:solidFill>
                          <a:latin typeface="Montserrat" panose="00000500000000000000" pitchFamily="2" charset="0"/>
                        </a:rPr>
                        <a:t>+72,3%</a:t>
                      </a:r>
                    </a:p>
                  </a:txBody>
                  <a:tcPr anchor="ctr"/>
                </a:tc>
                <a:tc>
                  <a:txBody>
                    <a:bodyPr/>
                    <a:lstStyle/>
                    <a:p>
                      <a:pPr algn="ctr"/>
                      <a:r>
                        <a:rPr lang="pt-BR" sz="1200" dirty="0">
                          <a:latin typeface="Montserrat" panose="00000500000000000000" pitchFamily="2" charset="0"/>
                        </a:rPr>
                        <a:t>366</a:t>
                      </a:r>
                    </a:p>
                  </a:txBody>
                  <a:tcPr anchor="ctr"/>
                </a:tc>
                <a:tc>
                  <a:txBody>
                    <a:bodyPr/>
                    <a:lstStyle/>
                    <a:p>
                      <a:pPr algn="ctr"/>
                      <a:r>
                        <a:rPr lang="pt-BR" sz="1200" dirty="0">
                          <a:latin typeface="Montserrat" panose="00000500000000000000" pitchFamily="2" charset="0"/>
                        </a:rPr>
                        <a:t>R$ 267.421</a:t>
                      </a:r>
                    </a:p>
                  </a:txBody>
                  <a:tcPr anchor="ctr"/>
                </a:tc>
                <a:tc>
                  <a:txBody>
                    <a:bodyPr/>
                    <a:lstStyle/>
                    <a:p>
                      <a:pPr algn="ctr"/>
                      <a:r>
                        <a:rPr lang="pt-BR" sz="1200" dirty="0">
                          <a:solidFill>
                            <a:srgbClr val="FF0000"/>
                          </a:solidFill>
                          <a:latin typeface="Montserrat" panose="00000500000000000000" pitchFamily="2" charset="0"/>
                        </a:rPr>
                        <a:t>-2,4%</a:t>
                      </a:r>
                    </a:p>
                  </a:txBody>
                  <a:tcPr anchor="ctr"/>
                </a:tc>
                <a:tc>
                  <a:txBody>
                    <a:bodyPr/>
                    <a:lstStyle/>
                    <a:p>
                      <a:pPr algn="ctr"/>
                      <a:r>
                        <a:rPr lang="pt-BR" sz="1200" dirty="0">
                          <a:latin typeface="Montserrat" panose="00000500000000000000" pitchFamily="2" charset="0"/>
                        </a:rPr>
                        <a:t>5,49</a:t>
                      </a:r>
                    </a:p>
                  </a:txBody>
                  <a:tcPr anchor="ctr"/>
                </a:tc>
                <a:extLst>
                  <a:ext uri="{0D108BD9-81ED-4DB2-BD59-A6C34878D82A}">
                    <a16:rowId xmlns:a16="http://schemas.microsoft.com/office/drawing/2014/main" val="240219409"/>
                  </a:ext>
                </a:extLst>
              </a:tr>
              <a:tr h="23006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latin typeface="Montserrat" panose="00000500000000000000" pitchFamily="2" charset="0"/>
                        </a:rPr>
                        <a:t>RTB House</a:t>
                      </a:r>
                    </a:p>
                  </a:txBody>
                  <a:tcPr anchor="ctr"/>
                </a:tc>
                <a:tc>
                  <a:txBody>
                    <a:bodyPr/>
                    <a:lstStyle/>
                    <a:p>
                      <a:pPr algn="ctr"/>
                      <a:r>
                        <a:rPr lang="pt-BR" sz="1200" dirty="0">
                          <a:latin typeface="Montserrat" panose="00000500000000000000" pitchFamily="2" charset="0"/>
                        </a:rPr>
                        <a:t>R$ 26.411</a:t>
                      </a:r>
                    </a:p>
                  </a:txBody>
                  <a:tcPr anchor="ctr"/>
                </a:tc>
                <a:tc>
                  <a:txBody>
                    <a:bodyPr/>
                    <a:lstStyle/>
                    <a:p>
                      <a:pPr algn="ctr"/>
                      <a:r>
                        <a:rPr lang="pt-BR" sz="1200" dirty="0">
                          <a:solidFill>
                            <a:srgbClr val="FF0000"/>
                          </a:solidFill>
                          <a:latin typeface="Montserrat" panose="00000500000000000000" pitchFamily="2" charset="0"/>
                        </a:rPr>
                        <a:t>-7,0%</a:t>
                      </a:r>
                    </a:p>
                  </a:txBody>
                  <a:tcPr anchor="ctr"/>
                </a:tc>
                <a:tc>
                  <a:txBody>
                    <a:bodyPr/>
                    <a:lstStyle/>
                    <a:p>
                      <a:pPr algn="ctr"/>
                      <a:r>
                        <a:rPr lang="pt-BR" sz="1200" dirty="0">
                          <a:latin typeface="Montserrat" panose="00000500000000000000" pitchFamily="2" charset="0"/>
                        </a:rPr>
                        <a:t>98</a:t>
                      </a:r>
                    </a:p>
                  </a:txBody>
                  <a:tcPr anchor="ctr"/>
                </a:tc>
                <a:tc>
                  <a:txBody>
                    <a:bodyPr/>
                    <a:lstStyle/>
                    <a:p>
                      <a:pPr algn="ctr"/>
                      <a:r>
                        <a:rPr lang="pt-BR" sz="1200" dirty="0">
                          <a:latin typeface="Montserrat" panose="00000500000000000000" pitchFamily="2" charset="0"/>
                        </a:rPr>
                        <a:t>R$ 55.194</a:t>
                      </a:r>
                    </a:p>
                  </a:txBody>
                  <a:tcPr anchor="ctr"/>
                </a:tc>
                <a:tc>
                  <a:txBody>
                    <a:bodyPr/>
                    <a:lstStyle/>
                    <a:p>
                      <a:pPr algn="ctr"/>
                      <a:r>
                        <a:rPr lang="pt-BR" sz="1200" dirty="0">
                          <a:solidFill>
                            <a:srgbClr val="FF0000"/>
                          </a:solidFill>
                          <a:latin typeface="Montserrat" panose="00000500000000000000" pitchFamily="2" charset="0"/>
                        </a:rPr>
                        <a:t>-17,3%</a:t>
                      </a:r>
                    </a:p>
                  </a:txBody>
                  <a:tcPr anchor="ctr"/>
                </a:tc>
                <a:tc>
                  <a:txBody>
                    <a:bodyPr/>
                    <a:lstStyle/>
                    <a:p>
                      <a:pPr algn="ctr"/>
                      <a:r>
                        <a:rPr lang="pt-BR" sz="1200" dirty="0">
                          <a:latin typeface="Montserrat" panose="00000500000000000000" pitchFamily="2" charset="0"/>
                        </a:rPr>
                        <a:t>2,09</a:t>
                      </a:r>
                    </a:p>
                  </a:txBody>
                  <a:tcPr anchor="ctr"/>
                </a:tc>
                <a:extLst>
                  <a:ext uri="{0D108BD9-81ED-4DB2-BD59-A6C34878D82A}">
                    <a16:rowId xmlns:a16="http://schemas.microsoft.com/office/drawing/2014/main" val="2203967760"/>
                  </a:ext>
                </a:extLst>
              </a:tr>
              <a:tr h="230065">
                <a:tc>
                  <a:txBody>
                    <a:bodyPr/>
                    <a:lstStyle/>
                    <a:p>
                      <a:r>
                        <a:rPr lang="en-US" sz="1200" dirty="0">
                          <a:latin typeface="Montserrat" panose="00000500000000000000" pitchFamily="2" charset="0"/>
                        </a:rPr>
                        <a:t>Criteo</a:t>
                      </a:r>
                      <a:endParaRPr lang="pt-BR" sz="1200" dirty="0">
                        <a:latin typeface="Montserrat" panose="00000500000000000000" pitchFamily="2" charset="0"/>
                      </a:endParaRPr>
                    </a:p>
                  </a:txBody>
                  <a:tcPr anchor="ctr"/>
                </a:tc>
                <a:tc>
                  <a:txBody>
                    <a:bodyPr/>
                    <a:lstStyle/>
                    <a:p>
                      <a:pPr algn="ctr"/>
                      <a:r>
                        <a:rPr lang="pt-BR" sz="1200" dirty="0">
                          <a:latin typeface="Montserrat" panose="00000500000000000000" pitchFamily="2" charset="0"/>
                        </a:rPr>
                        <a:t>R$ 17.530</a:t>
                      </a:r>
                    </a:p>
                  </a:txBody>
                  <a:tcPr anchor="ctr"/>
                </a:tc>
                <a:tc>
                  <a:txBody>
                    <a:bodyPr/>
                    <a:lstStyle/>
                    <a:p>
                      <a:pPr algn="ctr"/>
                      <a:r>
                        <a:rPr lang="pt-BR" sz="1200" dirty="0">
                          <a:solidFill>
                            <a:srgbClr val="FF0000"/>
                          </a:solidFill>
                          <a:latin typeface="Montserrat" panose="00000500000000000000" pitchFamily="2" charset="0"/>
                        </a:rPr>
                        <a:t>-52,7%</a:t>
                      </a:r>
                    </a:p>
                  </a:txBody>
                  <a:tcPr anchor="ctr"/>
                </a:tc>
                <a:tc>
                  <a:txBody>
                    <a:bodyPr/>
                    <a:lstStyle/>
                    <a:p>
                      <a:pPr algn="ctr"/>
                      <a:r>
                        <a:rPr lang="pt-BR" sz="1200" dirty="0">
                          <a:latin typeface="Montserrat" panose="00000500000000000000" pitchFamily="2" charset="0"/>
                        </a:rPr>
                        <a:t>97</a:t>
                      </a:r>
                    </a:p>
                  </a:txBody>
                  <a:tcPr anchor="ctr"/>
                </a:tc>
                <a:tc>
                  <a:txBody>
                    <a:bodyPr/>
                    <a:lstStyle/>
                    <a:p>
                      <a:pPr algn="ctr"/>
                      <a:r>
                        <a:rPr lang="pt-BR" sz="1200" dirty="0">
                          <a:latin typeface="Montserrat" panose="00000500000000000000" pitchFamily="2" charset="0"/>
                        </a:rPr>
                        <a:t>R$ 48.658</a:t>
                      </a:r>
                    </a:p>
                  </a:txBody>
                  <a:tcPr anchor="ctr"/>
                </a:tc>
                <a:tc>
                  <a:txBody>
                    <a:bodyPr/>
                    <a:lstStyle/>
                    <a:p>
                      <a:pPr algn="ctr"/>
                      <a:r>
                        <a:rPr lang="pt-BR" sz="1200" dirty="0">
                          <a:solidFill>
                            <a:srgbClr val="FF0000"/>
                          </a:solidFill>
                          <a:latin typeface="Montserrat" panose="00000500000000000000" pitchFamily="2" charset="0"/>
                        </a:rPr>
                        <a:t>-51,5%</a:t>
                      </a:r>
                    </a:p>
                  </a:txBody>
                  <a:tcPr anchor="ctr"/>
                </a:tc>
                <a:tc>
                  <a:txBody>
                    <a:bodyPr/>
                    <a:lstStyle/>
                    <a:p>
                      <a:pPr algn="ctr"/>
                      <a:r>
                        <a:rPr lang="pt-BR" sz="1200" dirty="0">
                          <a:latin typeface="Montserrat" panose="00000500000000000000" pitchFamily="2" charset="0"/>
                        </a:rPr>
                        <a:t>2,78</a:t>
                      </a:r>
                    </a:p>
                  </a:txBody>
                  <a:tcPr anchor="ctr"/>
                </a:tc>
                <a:extLst>
                  <a:ext uri="{0D108BD9-81ED-4DB2-BD59-A6C34878D82A}">
                    <a16:rowId xmlns:a16="http://schemas.microsoft.com/office/drawing/2014/main" val="2195885194"/>
                  </a:ext>
                </a:extLst>
              </a:tr>
              <a:tr h="230065">
                <a:tc>
                  <a:txBody>
                    <a:bodyPr/>
                    <a:lstStyle/>
                    <a:p>
                      <a:r>
                        <a:rPr lang="pt-BR" sz="1200" b="1" dirty="0">
                          <a:latin typeface="Montserrat" panose="00000500000000000000" pitchFamily="2" charset="0"/>
                        </a:rPr>
                        <a:t>Total Geral</a:t>
                      </a:r>
                    </a:p>
                  </a:txBody>
                  <a:tcPr anchor="ctr">
                    <a:solidFill>
                      <a:srgbClr val="E6E6E6"/>
                    </a:solidFill>
                  </a:tcPr>
                </a:tc>
                <a:tc>
                  <a:txBody>
                    <a:bodyPr/>
                    <a:lstStyle/>
                    <a:p>
                      <a:pPr algn="ctr"/>
                      <a:r>
                        <a:rPr lang="pt-BR" sz="1200" b="1" dirty="0">
                          <a:latin typeface="Montserrat" panose="00000500000000000000" pitchFamily="2" charset="0"/>
                        </a:rPr>
                        <a:t>R$ 2.037.272</a:t>
                      </a:r>
                    </a:p>
                  </a:txBody>
                  <a:tcPr anchor="ctr">
                    <a:solidFill>
                      <a:srgbClr val="E6E6E6"/>
                    </a:solidFill>
                  </a:tcPr>
                </a:tc>
                <a:tc>
                  <a:txBody>
                    <a:bodyPr/>
                    <a:lstStyle/>
                    <a:p>
                      <a:pPr algn="ctr"/>
                      <a:r>
                        <a:rPr lang="pt-BR" sz="1200" b="1" dirty="0">
                          <a:latin typeface="Montserrat" panose="00000500000000000000" pitchFamily="2" charset="0"/>
                        </a:rPr>
                        <a:t>+7,0%</a:t>
                      </a:r>
                    </a:p>
                  </a:txBody>
                  <a:tcPr anchor="ctr">
                    <a:solidFill>
                      <a:srgbClr val="E6E6E6"/>
                    </a:solidFill>
                  </a:tcPr>
                </a:tc>
                <a:tc>
                  <a:txBody>
                    <a:bodyPr/>
                    <a:lstStyle/>
                    <a:p>
                      <a:pPr algn="ctr"/>
                      <a:r>
                        <a:rPr lang="pt-BR" sz="1200" b="1" dirty="0">
                          <a:latin typeface="Montserrat" panose="00000500000000000000" pitchFamily="2" charset="0"/>
                        </a:rPr>
                        <a:t>10.146</a:t>
                      </a:r>
                    </a:p>
                  </a:txBody>
                  <a:tcPr anchor="ctr">
                    <a:solidFill>
                      <a:srgbClr val="E6E6E6"/>
                    </a:solidFill>
                  </a:tcPr>
                </a:tc>
                <a:tc>
                  <a:txBody>
                    <a:bodyPr/>
                    <a:lstStyle/>
                    <a:p>
                      <a:pPr algn="ctr"/>
                      <a:r>
                        <a:rPr lang="pt-BR" sz="1200" b="1" dirty="0">
                          <a:latin typeface="Montserrat" panose="00000500000000000000" pitchFamily="2" charset="0"/>
                        </a:rPr>
                        <a:t>R$ 6.992.912</a:t>
                      </a:r>
                    </a:p>
                  </a:txBody>
                  <a:tcPr anchor="ctr">
                    <a:solidFill>
                      <a:srgbClr val="E6E6E6"/>
                    </a:solidFill>
                  </a:tcPr>
                </a:tc>
                <a:tc>
                  <a:txBody>
                    <a:bodyPr/>
                    <a:lstStyle/>
                    <a:p>
                      <a:pPr algn="ctr"/>
                      <a:r>
                        <a:rPr lang="pt-BR" sz="1200" b="1" dirty="0">
                          <a:latin typeface="Montserrat" panose="00000500000000000000" pitchFamily="2" charset="0"/>
                        </a:rPr>
                        <a:t>+16,9%</a:t>
                      </a:r>
                    </a:p>
                  </a:txBody>
                  <a:tcPr anchor="ctr">
                    <a:solidFill>
                      <a:srgbClr val="E6E6E6"/>
                    </a:solidFill>
                  </a:tcPr>
                </a:tc>
                <a:tc>
                  <a:txBody>
                    <a:bodyPr/>
                    <a:lstStyle/>
                    <a:p>
                      <a:pPr algn="ctr"/>
                      <a:r>
                        <a:rPr lang="pt-BR" sz="1200" b="1" dirty="0">
                          <a:latin typeface="Montserrat" panose="00000500000000000000" pitchFamily="2" charset="0"/>
                        </a:rPr>
                        <a:t>3,43</a:t>
                      </a:r>
                    </a:p>
                  </a:txBody>
                  <a:tcPr anchor="ctr">
                    <a:solidFill>
                      <a:srgbClr val="E6E6E6"/>
                    </a:solidFill>
                  </a:tcPr>
                </a:tc>
                <a:extLst>
                  <a:ext uri="{0D108BD9-81ED-4DB2-BD59-A6C34878D82A}">
                    <a16:rowId xmlns:a16="http://schemas.microsoft.com/office/drawing/2014/main" val="2068179847"/>
                  </a:ext>
                </a:extLst>
              </a:tr>
            </a:tbl>
          </a:graphicData>
        </a:graphic>
      </p:graphicFrame>
      <p:sp>
        <p:nvSpPr>
          <p:cNvPr id="29" name="Google Shape;457;p49">
            <a:extLst>
              <a:ext uri="{FF2B5EF4-FFF2-40B4-BE49-F238E27FC236}">
                <a16:creationId xmlns:a16="http://schemas.microsoft.com/office/drawing/2014/main" id="{D857CA74-2BD6-4C59-828A-C203B4684FAC}"/>
              </a:ext>
            </a:extLst>
          </p:cNvPr>
          <p:cNvSpPr txBox="1"/>
          <p:nvPr/>
        </p:nvSpPr>
        <p:spPr>
          <a:xfrm>
            <a:off x="6574556" y="4398765"/>
            <a:ext cx="1989102" cy="654300"/>
          </a:xfrm>
          <a:prstGeom prst="rect">
            <a:avLst/>
          </a:prstGeom>
          <a:noFill/>
          <a:ln>
            <a:noFill/>
          </a:ln>
        </p:spPr>
        <p:txBody>
          <a:bodyPr spcFirstLastPara="1" wrap="square" lIns="91425" tIns="91425" rIns="91425" bIns="91425" anchor="t" anchorCtr="0">
            <a:noAutofit/>
          </a:bodyPr>
          <a:lstStyle/>
          <a:p>
            <a:pPr marL="0" lvl="0" indent="0" rtl="0">
              <a:lnSpc>
                <a:spcPct val="150000"/>
              </a:lnSpc>
              <a:spcBef>
                <a:spcPts val="0"/>
              </a:spcBef>
              <a:spcAft>
                <a:spcPts val="0"/>
              </a:spcAft>
              <a:buNone/>
            </a:pPr>
            <a:r>
              <a:rPr lang="pt-BR" sz="1050" b="1" dirty="0">
                <a:solidFill>
                  <a:srgbClr val="434343"/>
                </a:solidFill>
                <a:latin typeface="Montserrat"/>
                <a:ea typeface="Montserrat"/>
                <a:cs typeface="Montserrat"/>
                <a:sym typeface="Montserrat"/>
              </a:rPr>
              <a:t>Período: </a:t>
            </a:r>
            <a:r>
              <a:rPr lang="pt-BR" sz="1050" dirty="0">
                <a:solidFill>
                  <a:srgbClr val="434343"/>
                </a:solidFill>
                <a:latin typeface="Montserrat"/>
                <a:ea typeface="Montserrat"/>
                <a:cs typeface="Montserrat"/>
                <a:sym typeface="Montserrat"/>
              </a:rPr>
              <a:t>11 a 30/04/22</a:t>
            </a:r>
          </a:p>
          <a:p>
            <a:pPr>
              <a:lnSpc>
                <a:spcPct val="150000"/>
              </a:lnSpc>
            </a:pPr>
            <a:r>
              <a:rPr lang="pt-BR" sz="1050" b="1" dirty="0">
                <a:solidFill>
                  <a:srgbClr val="434343"/>
                </a:solidFill>
                <a:latin typeface="Montserrat"/>
                <a:ea typeface="Montserrat"/>
                <a:cs typeface="Montserrat"/>
                <a:sym typeface="Montserrat"/>
              </a:rPr>
              <a:t>Comparação: </a:t>
            </a:r>
            <a:r>
              <a:rPr lang="pt-BR" sz="1050" dirty="0">
                <a:solidFill>
                  <a:srgbClr val="434343"/>
                </a:solidFill>
                <a:latin typeface="Montserrat"/>
                <a:ea typeface="Montserrat"/>
                <a:cs typeface="Montserrat"/>
                <a:sym typeface="Montserrat"/>
              </a:rPr>
              <a:t>12 a 30/04/21</a:t>
            </a:r>
          </a:p>
        </p:txBody>
      </p:sp>
      <p:sp>
        <p:nvSpPr>
          <p:cNvPr id="30" name="Google Shape;457;p49">
            <a:extLst>
              <a:ext uri="{FF2B5EF4-FFF2-40B4-BE49-F238E27FC236}">
                <a16:creationId xmlns:a16="http://schemas.microsoft.com/office/drawing/2014/main" id="{752D316B-93AC-4335-B690-9DFDC06AADEA}"/>
              </a:ext>
            </a:extLst>
          </p:cNvPr>
          <p:cNvSpPr txBox="1"/>
          <p:nvPr/>
        </p:nvSpPr>
        <p:spPr>
          <a:xfrm>
            <a:off x="306313" y="2794583"/>
            <a:ext cx="8340300" cy="1857245"/>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None/>
            </a:pPr>
            <a:r>
              <a:rPr lang="pt-BR" sz="1050" b="1" dirty="0">
                <a:solidFill>
                  <a:srgbClr val="434343"/>
                </a:solidFill>
                <a:latin typeface="Montserrat"/>
                <a:ea typeface="Montserrat"/>
                <a:cs typeface="Montserrat"/>
                <a:sym typeface="Montserrat"/>
              </a:rPr>
              <a:t>Google: </a:t>
            </a:r>
            <a:r>
              <a:rPr lang="pt-BR" sz="1050" dirty="0">
                <a:solidFill>
                  <a:srgbClr val="434343"/>
                </a:solidFill>
                <a:latin typeface="Montserrat"/>
                <a:ea typeface="Montserrat"/>
                <a:cs typeface="Montserrat"/>
                <a:sym typeface="Montserrat"/>
              </a:rPr>
              <a:t>tivemos um ótimo desempenho, crescendo a receita 22% </a:t>
            </a:r>
            <a:r>
              <a:rPr lang="pt-BR" sz="1050" dirty="0" err="1">
                <a:solidFill>
                  <a:srgbClr val="434343"/>
                </a:solidFill>
                <a:latin typeface="Montserrat"/>
                <a:ea typeface="Montserrat"/>
                <a:cs typeface="Montserrat"/>
                <a:sym typeface="Montserrat"/>
              </a:rPr>
              <a:t>YoY</a:t>
            </a:r>
            <a:r>
              <a:rPr lang="pt-BR" sz="1050" dirty="0">
                <a:solidFill>
                  <a:srgbClr val="434343"/>
                </a:solidFill>
                <a:latin typeface="Montserrat"/>
                <a:ea typeface="Montserrat"/>
                <a:cs typeface="Montserrat"/>
                <a:sym typeface="Montserrat"/>
              </a:rPr>
              <a:t>, sendo o 2º maior ROAS entre as mídias;</a:t>
            </a:r>
          </a:p>
          <a:p>
            <a:pPr marL="0" lvl="0" indent="0" algn="just" rtl="0">
              <a:lnSpc>
                <a:spcPct val="150000"/>
              </a:lnSpc>
              <a:spcBef>
                <a:spcPts val="0"/>
              </a:spcBef>
              <a:spcAft>
                <a:spcPts val="0"/>
              </a:spcAft>
              <a:buNone/>
            </a:pPr>
            <a:r>
              <a:rPr lang="pt-BR" sz="1050" b="1" dirty="0">
                <a:solidFill>
                  <a:srgbClr val="434343"/>
                </a:solidFill>
                <a:latin typeface="Montserrat"/>
                <a:ea typeface="Montserrat"/>
                <a:cs typeface="Montserrat"/>
                <a:sym typeface="Montserrat"/>
              </a:rPr>
              <a:t>Facebook: </a:t>
            </a:r>
            <a:r>
              <a:rPr lang="pt-BR" sz="1050" dirty="0">
                <a:solidFill>
                  <a:srgbClr val="434343"/>
                </a:solidFill>
                <a:latin typeface="Montserrat"/>
                <a:ea typeface="Montserrat"/>
                <a:cs typeface="Montserrat"/>
                <a:sym typeface="Montserrat"/>
              </a:rPr>
              <a:t>com excelente crescimento de receita LC de 39% </a:t>
            </a:r>
            <a:r>
              <a:rPr lang="pt-BR" sz="1050" dirty="0" err="1">
                <a:solidFill>
                  <a:srgbClr val="434343"/>
                </a:solidFill>
                <a:latin typeface="Montserrat"/>
                <a:ea typeface="Montserrat"/>
                <a:cs typeface="Montserrat"/>
                <a:sym typeface="Montserrat"/>
              </a:rPr>
              <a:t>YoY</a:t>
            </a:r>
            <a:r>
              <a:rPr lang="pt-BR" sz="1050" dirty="0">
                <a:solidFill>
                  <a:srgbClr val="434343"/>
                </a:solidFill>
                <a:latin typeface="Montserrat"/>
                <a:ea typeface="Montserrat"/>
                <a:cs typeface="Montserrat"/>
                <a:sym typeface="Montserrat"/>
              </a:rPr>
              <a:t> e 2º maior canal em relação ao volume de transações;</a:t>
            </a:r>
          </a:p>
          <a:p>
            <a:pPr marL="0" lvl="0" indent="0" algn="just" rtl="0">
              <a:lnSpc>
                <a:spcPct val="150000"/>
              </a:lnSpc>
              <a:spcBef>
                <a:spcPts val="0"/>
              </a:spcBef>
              <a:spcAft>
                <a:spcPts val="0"/>
              </a:spcAft>
              <a:buNone/>
            </a:pPr>
            <a:r>
              <a:rPr lang="pt-BR" sz="1050" b="1" dirty="0">
                <a:solidFill>
                  <a:srgbClr val="434343"/>
                </a:solidFill>
                <a:latin typeface="Montserrat"/>
                <a:ea typeface="Montserrat"/>
                <a:cs typeface="Montserrat"/>
                <a:sym typeface="Montserrat"/>
              </a:rPr>
              <a:t>Blue</a:t>
            </a:r>
            <a:r>
              <a:rPr lang="pt-BR" sz="1050" dirty="0">
                <a:solidFill>
                  <a:srgbClr val="434343"/>
                </a:solidFill>
                <a:latin typeface="Montserrat"/>
                <a:ea typeface="Montserrat"/>
                <a:cs typeface="Montserrat"/>
                <a:sym typeface="Montserrat"/>
              </a:rPr>
              <a:t>: não conseguiu escalar, tendo uma performance abaixo do esperado, com redução de 33% da receita, </a:t>
            </a:r>
          </a:p>
          <a:p>
            <a:pPr marL="0" lvl="0" indent="0" algn="just" rtl="0">
              <a:lnSpc>
                <a:spcPct val="150000"/>
              </a:lnSpc>
              <a:spcBef>
                <a:spcPts val="0"/>
              </a:spcBef>
              <a:spcAft>
                <a:spcPts val="0"/>
              </a:spcAft>
              <a:buNone/>
            </a:pPr>
            <a:r>
              <a:rPr lang="pt-BR" sz="1050" b="1" dirty="0">
                <a:solidFill>
                  <a:srgbClr val="434343"/>
                </a:solidFill>
                <a:latin typeface="Montserrat"/>
                <a:ea typeface="Montserrat"/>
                <a:cs typeface="Montserrat"/>
                <a:sym typeface="Montserrat"/>
              </a:rPr>
              <a:t>Bing: </a:t>
            </a:r>
            <a:r>
              <a:rPr lang="pt-BR" sz="1050" dirty="0">
                <a:solidFill>
                  <a:srgbClr val="434343"/>
                </a:solidFill>
                <a:latin typeface="Montserrat"/>
                <a:ea typeface="Montserrat"/>
                <a:cs typeface="Montserrat"/>
                <a:sym typeface="Montserrat"/>
              </a:rPr>
              <a:t>mesmo com o aumento de 72% da verba </a:t>
            </a:r>
            <a:r>
              <a:rPr lang="pt-BR" sz="1050" dirty="0" err="1">
                <a:solidFill>
                  <a:srgbClr val="434343"/>
                </a:solidFill>
                <a:latin typeface="Montserrat"/>
                <a:ea typeface="Montserrat"/>
                <a:cs typeface="Montserrat"/>
                <a:sym typeface="Montserrat"/>
              </a:rPr>
              <a:t>YoY</a:t>
            </a:r>
            <a:r>
              <a:rPr lang="pt-BR" sz="1050" dirty="0">
                <a:solidFill>
                  <a:srgbClr val="434343"/>
                </a:solidFill>
                <a:latin typeface="Montserrat"/>
                <a:ea typeface="Montserrat"/>
                <a:cs typeface="Montserrat"/>
                <a:sym typeface="Montserrat"/>
              </a:rPr>
              <a:t>, a receita ficou levemente abaixo (-2%), entretanto, foi o canal a atingir o maior ROAS (5,49);</a:t>
            </a:r>
          </a:p>
          <a:p>
            <a:pPr marL="0" lvl="0" indent="0" algn="just" rtl="0">
              <a:lnSpc>
                <a:spcPct val="150000"/>
              </a:lnSpc>
              <a:spcBef>
                <a:spcPts val="0"/>
              </a:spcBef>
              <a:spcAft>
                <a:spcPts val="0"/>
              </a:spcAft>
              <a:buNone/>
            </a:pPr>
            <a:r>
              <a:rPr lang="pt-BR" sz="1050" b="1" dirty="0">
                <a:solidFill>
                  <a:srgbClr val="434343"/>
                </a:solidFill>
                <a:latin typeface="Montserrat"/>
                <a:ea typeface="Montserrat"/>
                <a:cs typeface="Montserrat"/>
                <a:sym typeface="Montserrat"/>
              </a:rPr>
              <a:t>RTB </a:t>
            </a:r>
            <a:r>
              <a:rPr lang="pt-BR" sz="1050" b="1" dirty="0" err="1">
                <a:solidFill>
                  <a:srgbClr val="434343"/>
                </a:solidFill>
                <a:latin typeface="Montserrat"/>
                <a:ea typeface="Montserrat"/>
                <a:cs typeface="Montserrat"/>
                <a:sym typeface="Montserrat"/>
              </a:rPr>
              <a:t>House</a:t>
            </a:r>
            <a:r>
              <a:rPr lang="pt-BR" sz="1050" b="1" dirty="0">
                <a:solidFill>
                  <a:srgbClr val="434343"/>
                </a:solidFill>
                <a:latin typeface="Montserrat"/>
                <a:ea typeface="Montserrat"/>
                <a:cs typeface="Montserrat"/>
                <a:sym typeface="Montserrat"/>
              </a:rPr>
              <a:t>: </a:t>
            </a:r>
            <a:r>
              <a:rPr lang="pt-BR" sz="1050" dirty="0">
                <a:solidFill>
                  <a:srgbClr val="434343"/>
                </a:solidFill>
                <a:latin typeface="Montserrat"/>
                <a:ea typeface="Montserrat"/>
                <a:cs typeface="Montserrat"/>
                <a:sym typeface="Montserrat"/>
              </a:rPr>
              <a:t>tendo redução de 17% da receita </a:t>
            </a:r>
            <a:r>
              <a:rPr lang="pt-BR" sz="1050" dirty="0" err="1">
                <a:solidFill>
                  <a:srgbClr val="434343"/>
                </a:solidFill>
                <a:latin typeface="Montserrat"/>
                <a:ea typeface="Montserrat"/>
                <a:cs typeface="Montserrat"/>
                <a:sym typeface="Montserrat"/>
              </a:rPr>
              <a:t>YoY</a:t>
            </a:r>
            <a:r>
              <a:rPr lang="pt-BR" sz="1050" dirty="0">
                <a:solidFill>
                  <a:srgbClr val="434343"/>
                </a:solidFill>
                <a:latin typeface="Montserrat"/>
                <a:ea typeface="Montserrat"/>
                <a:cs typeface="Montserrat"/>
                <a:sym typeface="Montserrat"/>
              </a:rPr>
              <a:t>, ainda assim, a menor redução entre os </a:t>
            </a:r>
            <a:r>
              <a:rPr lang="pt-BR" sz="1050" dirty="0" err="1">
                <a:solidFill>
                  <a:srgbClr val="434343"/>
                </a:solidFill>
                <a:latin typeface="Montserrat"/>
                <a:ea typeface="Montserrat"/>
                <a:cs typeface="Montserrat"/>
                <a:sym typeface="Montserrat"/>
              </a:rPr>
              <a:t>retargetings</a:t>
            </a:r>
            <a:r>
              <a:rPr lang="pt-BR" sz="1050" dirty="0">
                <a:solidFill>
                  <a:srgbClr val="434343"/>
                </a:solidFill>
                <a:latin typeface="Montserrat"/>
                <a:ea typeface="Montserrat"/>
                <a:cs typeface="Montserrat"/>
                <a:sym typeface="Montserrat"/>
              </a:rPr>
              <a:t>;</a:t>
            </a:r>
          </a:p>
          <a:p>
            <a:pPr marL="0" lvl="0" indent="0" algn="just" rtl="0">
              <a:lnSpc>
                <a:spcPct val="150000"/>
              </a:lnSpc>
              <a:spcBef>
                <a:spcPts val="0"/>
              </a:spcBef>
              <a:spcAft>
                <a:spcPts val="0"/>
              </a:spcAft>
              <a:buNone/>
            </a:pPr>
            <a:r>
              <a:rPr lang="pt-BR" sz="1050" b="1" dirty="0" err="1">
                <a:solidFill>
                  <a:srgbClr val="434343"/>
                </a:solidFill>
                <a:latin typeface="Montserrat"/>
                <a:ea typeface="Montserrat"/>
                <a:cs typeface="Montserrat"/>
                <a:sym typeface="Montserrat"/>
              </a:rPr>
              <a:t>Criteo</a:t>
            </a:r>
            <a:r>
              <a:rPr lang="pt-BR" sz="1050" b="1" dirty="0">
                <a:solidFill>
                  <a:srgbClr val="434343"/>
                </a:solidFill>
                <a:latin typeface="Montserrat"/>
                <a:ea typeface="Montserrat"/>
                <a:cs typeface="Montserrat"/>
                <a:sym typeface="Montserrat"/>
              </a:rPr>
              <a:t>: </a:t>
            </a:r>
            <a:r>
              <a:rPr lang="pt-BR" sz="1050" dirty="0">
                <a:solidFill>
                  <a:srgbClr val="434343"/>
                </a:solidFill>
                <a:latin typeface="Montserrat"/>
                <a:ea typeface="Montserrat"/>
                <a:cs typeface="Montserrat"/>
                <a:sym typeface="Montserrat"/>
              </a:rPr>
              <a:t>trouxe o menor volume de transações, com a maior queda de receita </a:t>
            </a:r>
            <a:r>
              <a:rPr lang="pt-BR" sz="1050" dirty="0" err="1">
                <a:solidFill>
                  <a:srgbClr val="434343"/>
                </a:solidFill>
                <a:latin typeface="Montserrat"/>
                <a:ea typeface="Montserrat"/>
                <a:cs typeface="Montserrat"/>
                <a:sym typeface="Montserrat"/>
              </a:rPr>
              <a:t>YoY</a:t>
            </a:r>
            <a:r>
              <a:rPr lang="pt-BR" sz="1050" dirty="0">
                <a:solidFill>
                  <a:srgbClr val="434343"/>
                </a:solidFill>
                <a:latin typeface="Montserrat"/>
                <a:ea typeface="Montserrat"/>
                <a:cs typeface="Montserrat"/>
                <a:sym typeface="Montserrat"/>
              </a:rPr>
              <a:t> entre as mídias.</a:t>
            </a:r>
          </a:p>
        </p:txBody>
      </p:sp>
    </p:spTree>
    <p:extLst>
      <p:ext uri="{BB962C8B-B14F-4D97-AF65-F5344CB8AC3E}">
        <p14:creationId xmlns:p14="http://schemas.microsoft.com/office/powerpoint/2010/main" val="8450850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787"/>
        <p:cNvGrpSpPr/>
        <p:nvPr/>
      </p:nvGrpSpPr>
      <p:grpSpPr>
        <a:xfrm>
          <a:off x="0" y="0"/>
          <a:ext cx="0" cy="0"/>
          <a:chOff x="0" y="0"/>
          <a:chExt cx="0" cy="0"/>
        </a:xfrm>
      </p:grpSpPr>
      <p:sp>
        <p:nvSpPr>
          <p:cNvPr id="788" name="Google Shape;788;p105"/>
          <p:cNvSpPr txBox="1"/>
          <p:nvPr/>
        </p:nvSpPr>
        <p:spPr>
          <a:xfrm>
            <a:off x="771525" y="1991750"/>
            <a:ext cx="5648400" cy="15093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2300"/>
              <a:buFont typeface="Helvetica Neue"/>
              <a:buNone/>
            </a:pPr>
            <a:r>
              <a:rPr lang="en" sz="8000" b="1">
                <a:solidFill>
                  <a:srgbClr val="FFFFFF"/>
                </a:solidFill>
                <a:latin typeface="Spectral"/>
                <a:ea typeface="Spectral"/>
                <a:cs typeface="Spectral"/>
                <a:sym typeface="Spectral"/>
              </a:rPr>
              <a:t>Thanks</a:t>
            </a:r>
            <a:r>
              <a:rPr lang="en" sz="8000" b="1" i="0" u="none" strike="noStrike" cap="none">
                <a:solidFill>
                  <a:srgbClr val="FFCD34"/>
                </a:solidFill>
                <a:latin typeface="Spectral"/>
                <a:ea typeface="Spectral"/>
                <a:cs typeface="Spectral"/>
                <a:sym typeface="Spectral"/>
              </a:rPr>
              <a:t>.</a:t>
            </a:r>
            <a:endParaRPr sz="8000" b="0" i="0" u="none" strike="noStrike" cap="none">
              <a:solidFill>
                <a:srgbClr val="FFCD34"/>
              </a:solidFill>
              <a:latin typeface="Spectral"/>
              <a:ea typeface="Spectral"/>
              <a:cs typeface="Spectral"/>
              <a:sym typeface="Spectral"/>
            </a:endParaRPr>
          </a:p>
        </p:txBody>
      </p:sp>
      <p:sp>
        <p:nvSpPr>
          <p:cNvPr id="789" name="Google Shape;789;p105"/>
          <p:cNvSpPr txBox="1"/>
          <p:nvPr/>
        </p:nvSpPr>
        <p:spPr>
          <a:xfrm>
            <a:off x="778400" y="3699375"/>
            <a:ext cx="3174900" cy="429300"/>
          </a:xfrm>
          <a:prstGeom prst="rect">
            <a:avLst/>
          </a:prstGeom>
          <a:noFill/>
          <a:ln>
            <a:noFill/>
          </a:ln>
        </p:spPr>
        <p:txBody>
          <a:bodyPr spcFirstLastPara="1" wrap="square" lIns="0" tIns="0" rIns="0" bIns="0" anchor="t" anchorCtr="0">
            <a:noAutofit/>
          </a:bodyPr>
          <a:lstStyle/>
          <a:p>
            <a:pPr marL="0" marR="152400" lvl="0" indent="0" algn="l" rtl="0">
              <a:lnSpc>
                <a:spcPct val="115000"/>
              </a:lnSpc>
              <a:spcBef>
                <a:spcPts val="0"/>
              </a:spcBef>
              <a:spcAft>
                <a:spcPts val="0"/>
              </a:spcAft>
              <a:buClr>
                <a:srgbClr val="000000"/>
              </a:buClr>
              <a:buSzPts val="500"/>
              <a:buFont typeface="Arial"/>
              <a:buNone/>
            </a:pPr>
            <a:r>
              <a:rPr lang="en" sz="500" b="1" i="1" u="none" strike="noStrike" cap="none">
                <a:solidFill>
                  <a:srgbClr val="999999"/>
                </a:solidFill>
                <a:latin typeface="Montserrat"/>
                <a:ea typeface="Montserrat"/>
                <a:cs typeface="Montserrat"/>
                <a:sym typeface="Montserrat"/>
              </a:rPr>
              <a:t>Blinks Essence © 202</a:t>
            </a:r>
            <a:r>
              <a:rPr lang="en" sz="500" b="1" i="1">
                <a:solidFill>
                  <a:srgbClr val="999999"/>
                </a:solidFill>
                <a:latin typeface="Montserrat"/>
                <a:ea typeface="Montserrat"/>
                <a:cs typeface="Montserrat"/>
                <a:sym typeface="Montserrat"/>
              </a:rPr>
              <a:t>2</a:t>
            </a:r>
            <a:br>
              <a:rPr lang="en" sz="500" b="1" i="1" u="none" strike="noStrike" cap="none">
                <a:solidFill>
                  <a:srgbClr val="999999"/>
                </a:solidFill>
                <a:latin typeface="Montserrat"/>
                <a:ea typeface="Montserrat"/>
                <a:cs typeface="Montserrat"/>
                <a:sym typeface="Montserrat"/>
              </a:rPr>
            </a:br>
            <a:r>
              <a:rPr lang="en" sz="500" b="0" i="1" u="none" strike="noStrike" cap="none">
                <a:solidFill>
                  <a:srgbClr val="999999"/>
                </a:solidFill>
                <a:latin typeface="Montserrat"/>
                <a:ea typeface="Montserrat"/>
                <a:cs typeface="Montserrat"/>
                <a:sym typeface="Montserrat"/>
              </a:rPr>
              <a:t>This document contains confidential information and methodology belonging to the Agency. None of this information may be disclosed to others, nor may it be used, copied or transmitted in any form or by any means without prior written consent of the Agency. This document must be returned immediately on the Agency's request. </a:t>
            </a:r>
            <a:endParaRPr sz="500" b="0" i="1" u="none" strike="noStrike" cap="none">
              <a:solidFill>
                <a:srgbClr val="999999"/>
              </a:solidFill>
              <a:latin typeface="Montserrat"/>
              <a:ea typeface="Montserrat"/>
              <a:cs typeface="Montserrat"/>
              <a:sym typeface="Montserrat"/>
            </a:endParaRPr>
          </a:p>
          <a:p>
            <a:pPr marL="0" marR="0" lvl="0" indent="0" algn="l" rtl="0">
              <a:lnSpc>
                <a:spcPct val="115000"/>
              </a:lnSpc>
              <a:spcBef>
                <a:spcPts val="1000"/>
              </a:spcBef>
              <a:spcAft>
                <a:spcPts val="0"/>
              </a:spcAft>
              <a:buClr>
                <a:srgbClr val="000000"/>
              </a:buClr>
              <a:buSzPts val="500"/>
              <a:buFont typeface="Arial"/>
              <a:buNone/>
            </a:pPr>
            <a:endParaRPr sz="500" b="0" i="0" u="none" strike="noStrike" cap="none">
              <a:solidFill>
                <a:srgbClr val="999999"/>
              </a:solidFill>
              <a:latin typeface="Montserrat"/>
              <a:ea typeface="Montserrat"/>
              <a:cs typeface="Montserrat"/>
              <a:sym typeface="Montserrat"/>
            </a:endParaRPr>
          </a:p>
        </p:txBody>
      </p:sp>
      <p:pic>
        <p:nvPicPr>
          <p:cNvPr id="790" name="Google Shape;790;p105"/>
          <p:cNvPicPr preferRelativeResize="0"/>
          <p:nvPr/>
        </p:nvPicPr>
        <p:blipFill rotWithShape="1">
          <a:blip r:embed="rId3">
            <a:alphaModFix/>
          </a:blip>
          <a:srcRect/>
          <a:stretch/>
        </p:blipFill>
        <p:spPr>
          <a:xfrm>
            <a:off x="614500" y="1198428"/>
            <a:ext cx="614506" cy="313079"/>
          </a:xfrm>
          <a:prstGeom prst="rect">
            <a:avLst/>
          </a:prstGeom>
          <a:noFill/>
          <a:ln>
            <a:noFill/>
          </a:ln>
        </p:spPr>
      </p:pic>
      <p:sp>
        <p:nvSpPr>
          <p:cNvPr id="791" name="Google Shape;791;p105"/>
          <p:cNvSpPr/>
          <p:nvPr/>
        </p:nvSpPr>
        <p:spPr>
          <a:xfrm>
            <a:off x="189850" y="4552850"/>
            <a:ext cx="2074800" cy="4479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inks Essence COM CLIENTE">
  <a:themeElements>
    <a:clrScheme name="White">
      <a:dk1>
        <a:srgbClr val="000000"/>
      </a:dk1>
      <a:lt1>
        <a:srgbClr val="FFFFFF"/>
      </a:lt1>
      <a:dk2>
        <a:srgbClr val="9F9F9B"/>
      </a:dk2>
      <a:lt2>
        <a:srgbClr val="E6E6E2"/>
      </a:lt2>
      <a:accent1>
        <a:srgbClr val="008598"/>
      </a:accent1>
      <a:accent2>
        <a:srgbClr val="FFCD34"/>
      </a:accent2>
      <a:accent3>
        <a:srgbClr val="404041"/>
      </a:accent3>
      <a:accent4>
        <a:srgbClr val="31538F"/>
      </a:accent4>
      <a:accent5>
        <a:srgbClr val="FFFFFF"/>
      </a:accent5>
      <a:accent6>
        <a:srgbClr val="FFFFFF"/>
      </a:accent6>
      <a:hlink>
        <a:srgbClr val="008598"/>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Blinks Essence SEM CLIENTE">
  <a:themeElements>
    <a:clrScheme name="White">
      <a:dk1>
        <a:srgbClr val="000000"/>
      </a:dk1>
      <a:lt1>
        <a:srgbClr val="FFFFFF"/>
      </a:lt1>
      <a:dk2>
        <a:srgbClr val="9F9F9B"/>
      </a:dk2>
      <a:lt2>
        <a:srgbClr val="E6E6E2"/>
      </a:lt2>
      <a:accent1>
        <a:srgbClr val="008598"/>
      </a:accent1>
      <a:accent2>
        <a:srgbClr val="FFCD34"/>
      </a:accent2>
      <a:accent3>
        <a:srgbClr val="404041"/>
      </a:accent3>
      <a:accent4>
        <a:srgbClr val="31538F"/>
      </a:accent4>
      <a:accent5>
        <a:srgbClr val="FFFFFF"/>
      </a:accent5>
      <a:accent6>
        <a:srgbClr val="FFFFFF"/>
      </a:accent6>
      <a:hlink>
        <a:srgbClr val="008598"/>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973E503DB2567542A9ED9D47212BC5EF" ma:contentTypeVersion="35" ma:contentTypeDescription="Crie um novo documento." ma:contentTypeScope="" ma:versionID="02032768041043ef3e11ae59a16d8a4d">
  <xsd:schema xmlns:xsd="http://www.w3.org/2001/XMLSchema" xmlns:xs="http://www.w3.org/2001/XMLSchema" xmlns:p="http://schemas.microsoft.com/office/2006/metadata/properties" xmlns:ns2="293f566d-5a20-44e4-9f43-0a2a410ca886" xmlns:ns3="40f4fd82-fe7f-4403-9014-c046a5dfa87a" xmlns:ns4="89da307a-7ee5-40b4-903c-9f15ae728df1" xmlns:ns5="f8c5de11-586d-4973-bc43-50c39ccac8f6" targetNamespace="http://schemas.microsoft.com/office/2006/metadata/properties" ma:root="true" ma:fieldsID="b5bc2eac380d6c7ec9db58091da471c9" ns2:_="" ns3:_="" ns4:_="" ns5:_="">
    <xsd:import namespace="293f566d-5a20-44e4-9f43-0a2a410ca886"/>
    <xsd:import namespace="40f4fd82-fe7f-4403-9014-c046a5dfa87a"/>
    <xsd:import namespace="89da307a-7ee5-40b4-903c-9f15ae728df1"/>
    <xsd:import namespace="f8c5de11-586d-4973-bc43-50c39ccac8f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4:lcf76f155ced4ddcb4097134ff3c332f" minOccurs="0"/>
                <xsd:element ref="ns5: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3f566d-5a20-44e4-9f43-0a2a410ca886"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description="" ma:hidden="true" ma:internalName="MediaServiceDateTaken" ma:readOnly="true">
      <xsd:simpleType>
        <xsd:restriction base="dms:Text"/>
      </xsd:simpleType>
    </xsd:element>
    <xsd:element name="MediaServiceAutoTags" ma:index="11" nillable="true" ma:displayName="MediaServiceAutoTags" ma:description="" ma:internalName="MediaServiceAutoTags" ma:readOnly="true">
      <xsd:simpleType>
        <xsd:restriction base="dms:Text"/>
      </xsd:simpleType>
    </xsd:element>
    <xsd:element name="MediaServiceLocation" ma:index="12" nillable="true" ma:displayName="MediaServiceLocation" ma:descrip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0f4fd82-fe7f-4403-9014-c046a5dfa87a" elementFormDefault="qualified">
    <xsd:import namespace="http://schemas.microsoft.com/office/2006/documentManagement/types"/>
    <xsd:import namespace="http://schemas.microsoft.com/office/infopath/2007/PartnerControls"/>
    <xsd:element name="SharedWithUsers" ma:index="16"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talhes de Compartilhado Com"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9da307a-7ee5-40b4-903c-9f15ae728df1" elementFormDefault="qualified">
    <xsd:import namespace="http://schemas.microsoft.com/office/2006/documentManagement/types"/>
    <xsd:import namespace="http://schemas.microsoft.com/office/infopath/2007/PartnerControls"/>
    <xsd:element name="lcf76f155ced4ddcb4097134ff3c332f" ma:index="20" nillable="true" ma:taxonomy="true" ma:internalName="lcf76f155ced4ddcb4097134ff3c332f" ma:taxonomyFieldName="MediaServiceImageTags" ma:displayName="Marcações de imagem" ma:readOnly="false" ma:fieldId="{5cf76f15-5ced-4ddc-b409-7134ff3c332f}" ma:taxonomyMulti="true" ma:sspId="cb8c6112-a551-416c-b446-07c3fc3d0d42"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f8c5de11-586d-4973-bc43-50c39ccac8f6"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86249d46-ea83-46ba-b014-2e02450ebbd1}" ma:internalName="TaxCatchAll" ma:showField="CatchAllData" ma:web="f8c5de11-586d-4973-bc43-50c39ccac8f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8c5de11-586d-4973-bc43-50c39ccac8f6" xsi:nil="true"/>
    <lcf76f155ced4ddcb4097134ff3c332f xmlns="89da307a-7ee5-40b4-903c-9f15ae728df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84096BC-19B2-4CA5-9AEF-653C9A94C1C0}"/>
</file>

<file path=customXml/itemProps2.xml><?xml version="1.0" encoding="utf-8"?>
<ds:datastoreItem xmlns:ds="http://schemas.openxmlformats.org/officeDocument/2006/customXml" ds:itemID="{3795EF46-D4AC-450C-8C87-D560AD7337FD}"/>
</file>

<file path=customXml/itemProps3.xml><?xml version="1.0" encoding="utf-8"?>
<ds:datastoreItem xmlns:ds="http://schemas.openxmlformats.org/officeDocument/2006/customXml" ds:itemID="{393599B8-100F-4F25-9A3F-4E6FCF4E6605}"/>
</file>

<file path=docProps/app.xml><?xml version="1.0" encoding="utf-8"?>
<Properties xmlns="http://schemas.openxmlformats.org/officeDocument/2006/extended-properties" xmlns:vt="http://schemas.openxmlformats.org/officeDocument/2006/docPropsVTypes">
  <TotalTime>29232</TotalTime>
  <Words>1267</Words>
  <Application>Microsoft Office PowerPoint</Application>
  <PresentationFormat>Apresentação na tela (16:9)</PresentationFormat>
  <Paragraphs>267</Paragraphs>
  <Slides>15</Slides>
  <Notes>15</Notes>
  <HiddenSlides>0</HiddenSlides>
  <MMClips>0</MMClips>
  <ScaleCrop>false</ScaleCrop>
  <HeadingPairs>
    <vt:vector size="6" baseType="variant">
      <vt:variant>
        <vt:lpstr>Fontes usadas</vt:lpstr>
      </vt:variant>
      <vt:variant>
        <vt:i4>7</vt:i4>
      </vt:variant>
      <vt:variant>
        <vt:lpstr>Tema</vt:lpstr>
      </vt:variant>
      <vt:variant>
        <vt:i4>3</vt:i4>
      </vt:variant>
      <vt:variant>
        <vt:lpstr>Títulos de slides</vt:lpstr>
      </vt:variant>
      <vt:variant>
        <vt:i4>15</vt:i4>
      </vt:variant>
    </vt:vector>
  </HeadingPairs>
  <TitlesOfParts>
    <vt:vector size="25" baseType="lpstr">
      <vt:lpstr>Montserrat</vt:lpstr>
      <vt:lpstr>Roboto Medium</vt:lpstr>
      <vt:lpstr>Helvetica Neue</vt:lpstr>
      <vt:lpstr>Spectral</vt:lpstr>
      <vt:lpstr>Calibri</vt:lpstr>
      <vt:lpstr>Arial</vt:lpstr>
      <vt:lpstr>Roboto</vt:lpstr>
      <vt:lpstr>Simple Light</vt:lpstr>
      <vt:lpstr>Blinks Essence COM CLIENTE</vt:lpstr>
      <vt:lpstr>Blinks Essence SEM CLIENTE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cp:lastModifiedBy>Sthefany Silva</cp:lastModifiedBy>
  <cp:revision>64</cp:revision>
  <dcterms:modified xsi:type="dcterms:W3CDTF">2022-05-13T19:54:36Z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0x010100973E503DB2567542A9ED9D47212BC5EF</vt:lpwstr>
  </property>
</Properties>
</file>