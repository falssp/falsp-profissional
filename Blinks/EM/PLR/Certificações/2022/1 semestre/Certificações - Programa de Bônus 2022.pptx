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ontserrat"/>
      <p:regular r:id="rId12"/>
      <p:bold r:id="rId13"/>
      <p:italic r:id="rId14"/>
      <p:boldItalic r:id="rId15"/>
    </p:embeddedFont>
    <p:embeddedFont>
      <p:font typeface="Helvetica Neue"/>
      <p:regular r:id="rId16"/>
      <p:bold r:id="rId17"/>
      <p:italic r:id="rId18"/>
      <p:boldItalic r:id="rId19"/>
    </p:embeddedFont>
    <p:embeddedFont>
      <p:font typeface="Spectral"/>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511">
          <p15:clr>
            <a:srgbClr val="9AA0A6"/>
          </p15:clr>
        </p15:guide>
        <p15:guide id="2" orient="horz" pos="1620">
          <p15:clr>
            <a:srgbClr val="000000"/>
          </p15:clr>
        </p15:guide>
      </p15:sldGuideLst>
    </p:ext>
    <p:ext uri="http://customooxmlschemas.google.com/">
      <go:slidesCustomData xmlns:go="http://customooxmlschemas.google.com/" r:id="rId24" roundtripDataSignature="AMtx7mhxmgnyW+pdnDJUNx43w3QPHpIn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1"/>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pectral-regular.fntdata"/><Relationship Id="rId11" Type="http://schemas.openxmlformats.org/officeDocument/2006/relationships/slide" Target="slides/slide6.xml"/><Relationship Id="rId22" Type="http://schemas.openxmlformats.org/officeDocument/2006/relationships/font" Target="fonts/Spectral-italic.fntdata"/><Relationship Id="rId10" Type="http://schemas.openxmlformats.org/officeDocument/2006/relationships/slide" Target="slides/slide5.xml"/><Relationship Id="rId21" Type="http://schemas.openxmlformats.org/officeDocument/2006/relationships/font" Target="fonts/Spectral-bold.fntdata"/><Relationship Id="rId13" Type="http://schemas.openxmlformats.org/officeDocument/2006/relationships/font" Target="fonts/Montserrat-bold.fntdata"/><Relationship Id="rId24" Type="http://customschemas.google.com/relationships/presentationmetadata" Target="metadata"/><Relationship Id="rId12" Type="http://schemas.openxmlformats.org/officeDocument/2006/relationships/font" Target="fonts/Montserrat-regular.fntdata"/><Relationship Id="rId23" Type="http://schemas.openxmlformats.org/officeDocument/2006/relationships/font" Target="fonts/Spectral-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Italic.fntdata"/><Relationship Id="rId14" Type="http://schemas.openxmlformats.org/officeDocument/2006/relationships/font" Target="fonts/Montserrat-italic.fntdata"/><Relationship Id="rId17" Type="http://schemas.openxmlformats.org/officeDocument/2006/relationships/font" Target="fonts/HelveticaNeue-bold.fntdata"/><Relationship Id="rId16" Type="http://schemas.openxmlformats.org/officeDocument/2006/relationships/font" Target="fonts/HelveticaNeue-regular.fntdata"/><Relationship Id="rId5" Type="http://schemas.openxmlformats.org/officeDocument/2006/relationships/notesMaster" Target="notesMasters/notesMaster1.xml"/><Relationship Id="rId19" Type="http://schemas.openxmlformats.org/officeDocument/2006/relationships/font" Target="fonts/HelveticaNeue-boldItalic.fntdata"/><Relationship Id="rId6" Type="http://schemas.openxmlformats.org/officeDocument/2006/relationships/slide" Target="slides/slide1.xml"/><Relationship Id="rId18"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1fa3052e6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11fa3052e6c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1fa3052e6c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11fa3052e6c_0_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20b71f36f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120b71f36fa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0b71f36fa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20b71f36fa_0_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marela" showMasterSp="0">
  <p:cSld name="Orange Blank">
    <p:bg>
      <p:bgPr>
        <a:solidFill>
          <a:srgbClr val="FFCD34"/>
        </a:solidFill>
      </p:bgPr>
    </p:bg>
    <p:spTree>
      <p:nvGrpSpPr>
        <p:cNvPr id="11" name="Shape 11"/>
        <p:cNvGrpSpPr/>
        <p:nvPr/>
      </p:nvGrpSpPr>
      <p:grpSpPr>
        <a:xfrm>
          <a:off x="0" y="0"/>
          <a:ext cx="0" cy="0"/>
          <a:chOff x="0" y="0"/>
          <a:chExt cx="0" cy="0"/>
        </a:xfrm>
      </p:grpSpPr>
      <p:sp>
        <p:nvSpPr>
          <p:cNvPr id="12" name="Google Shape;12;p15"/>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13" name="Google Shape;13;p15"/>
          <p:cNvPicPr preferRelativeResize="0"/>
          <p:nvPr/>
        </p:nvPicPr>
        <p:blipFill rotWithShape="1">
          <a:blip r:embed="rId2">
            <a:alphaModFix/>
          </a:blip>
          <a:srcRect b="0" l="0" r="0" t="0"/>
          <a:stretch/>
        </p:blipFill>
        <p:spPr>
          <a:xfrm>
            <a:off x="343800" y="4691100"/>
            <a:ext cx="356531" cy="136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ítulo 1" showMasterSp="0">
  <p:cSld name="TITLE_AND_BODY_1_3_1">
    <p:spTree>
      <p:nvGrpSpPr>
        <p:cNvPr id="14" name="Shape 14"/>
        <p:cNvGrpSpPr/>
        <p:nvPr/>
      </p:nvGrpSpPr>
      <p:grpSpPr>
        <a:xfrm>
          <a:off x="0" y="0"/>
          <a:ext cx="0" cy="0"/>
          <a:chOff x="0" y="0"/>
          <a:chExt cx="0" cy="0"/>
        </a:xfrm>
      </p:grpSpPr>
      <p:sp>
        <p:nvSpPr>
          <p:cNvPr id="15" name="Google Shape;15;p16"/>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sp>
        <p:nvSpPr>
          <p:cNvPr id="16" name="Google Shape;16;p16"/>
          <p:cNvSpPr/>
          <p:nvPr/>
        </p:nvSpPr>
        <p:spPr>
          <a:xfrm>
            <a:off x="-8750" y="-25"/>
            <a:ext cx="705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 name="Google Shape;17;p16"/>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nco">
  <p:cSld name="CUSTOM_1">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ítulo">
  <p:cSld name="CUSTOM">
    <p:spTree>
      <p:nvGrpSpPr>
        <p:cNvPr id="19" name="Shape 19"/>
        <p:cNvGrpSpPr/>
        <p:nvPr/>
      </p:nvGrpSpPr>
      <p:grpSpPr>
        <a:xfrm>
          <a:off x="0" y="0"/>
          <a:ext cx="0" cy="0"/>
          <a:chOff x="0" y="0"/>
          <a:chExt cx="0" cy="0"/>
        </a:xfrm>
      </p:grpSpPr>
      <p:sp>
        <p:nvSpPr>
          <p:cNvPr id="20" name="Google Shape;20;p18"/>
          <p:cNvSpPr/>
          <p:nvPr/>
        </p:nvSpPr>
        <p:spPr>
          <a:xfrm>
            <a:off x="0" y="280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8"/>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corpo" showMasterSp="0" type="tx">
  <p:cSld name="TITLE_AND_BODY">
    <p:spTree>
      <p:nvGrpSpPr>
        <p:cNvPr id="22" name="Shape 22"/>
        <p:cNvGrpSpPr/>
        <p:nvPr/>
      </p:nvGrpSpPr>
      <p:grpSpPr>
        <a:xfrm>
          <a:off x="0" y="0"/>
          <a:ext cx="0" cy="0"/>
          <a:chOff x="0" y="0"/>
          <a:chExt cx="0" cy="0"/>
        </a:xfrm>
      </p:grpSpPr>
      <p:sp>
        <p:nvSpPr>
          <p:cNvPr id="23" name="Google Shape;23;p19"/>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24" name="Google Shape;24;p19"/>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ês colunas" showMasterSp="0">
  <p:cSld name="TITLE_AND_BODY_10">
    <p:spTree>
      <p:nvGrpSpPr>
        <p:cNvPr id="25" name="Shape 25"/>
        <p:cNvGrpSpPr/>
        <p:nvPr/>
      </p:nvGrpSpPr>
      <p:grpSpPr>
        <a:xfrm>
          <a:off x="0" y="0"/>
          <a:ext cx="0" cy="0"/>
          <a:chOff x="0" y="0"/>
          <a:chExt cx="0" cy="0"/>
        </a:xfrm>
      </p:grpSpPr>
      <p:sp>
        <p:nvSpPr>
          <p:cNvPr id="26" name="Google Shape;26;p20"/>
          <p:cNvSpPr/>
          <p:nvPr/>
        </p:nvSpPr>
        <p:spPr>
          <a:xfrm>
            <a:off x="-4200" y="1409325"/>
            <a:ext cx="9148200" cy="37344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0"/>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sp>
        <p:nvSpPr>
          <p:cNvPr id="28" name="Google Shape;28;p20"/>
          <p:cNvSpPr/>
          <p:nvPr/>
        </p:nvSpPr>
        <p:spPr>
          <a:xfrm>
            <a:off x="-2100" y="1409325"/>
            <a:ext cx="9148200" cy="514200"/>
          </a:xfrm>
          <a:prstGeom prst="rect">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9" name="Google Shape;29;p20"/>
          <p:cNvCxnSpPr/>
          <p:nvPr/>
        </p:nvCxnSpPr>
        <p:spPr>
          <a:xfrm>
            <a:off x="3048000" y="1327050"/>
            <a:ext cx="0" cy="3898800"/>
          </a:xfrm>
          <a:prstGeom prst="straightConnector1">
            <a:avLst/>
          </a:prstGeom>
          <a:noFill/>
          <a:ln cap="flat" cmpd="sng" w="19050">
            <a:solidFill>
              <a:srgbClr val="FFFFFF"/>
            </a:solidFill>
            <a:prstDash val="solid"/>
            <a:round/>
            <a:headEnd len="sm" w="sm" type="none"/>
            <a:tailEnd len="sm" w="sm" type="none"/>
          </a:ln>
        </p:spPr>
      </p:cxnSp>
      <p:cxnSp>
        <p:nvCxnSpPr>
          <p:cNvPr id="30" name="Google Shape;30;p20"/>
          <p:cNvCxnSpPr/>
          <p:nvPr/>
        </p:nvCxnSpPr>
        <p:spPr>
          <a:xfrm>
            <a:off x="6096000" y="1327050"/>
            <a:ext cx="0" cy="3898800"/>
          </a:xfrm>
          <a:prstGeom prst="straightConnector1">
            <a:avLst/>
          </a:prstGeom>
          <a:noFill/>
          <a:ln cap="flat" cmpd="sng" w="19050">
            <a:solidFill>
              <a:srgbClr val="FFFFFF"/>
            </a:solidFill>
            <a:prstDash val="solid"/>
            <a:round/>
            <a:headEnd len="sm" w="sm" type="none"/>
            <a:tailEnd len="sm" w="sm" type="none"/>
          </a:ln>
        </p:spPr>
      </p:cxnSp>
      <p:pic>
        <p:nvPicPr>
          <p:cNvPr id="31" name="Google Shape;31;p20"/>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ês colunas 1" showMasterSp="0">
  <p:cSld name="TITLE_AND_BODY_10_2">
    <p:spTree>
      <p:nvGrpSpPr>
        <p:cNvPr id="32" name="Shape 32"/>
        <p:cNvGrpSpPr/>
        <p:nvPr/>
      </p:nvGrpSpPr>
      <p:grpSpPr>
        <a:xfrm>
          <a:off x="0" y="0"/>
          <a:ext cx="0" cy="0"/>
          <a:chOff x="0" y="0"/>
          <a:chExt cx="0" cy="0"/>
        </a:xfrm>
      </p:grpSpPr>
      <p:sp>
        <p:nvSpPr>
          <p:cNvPr id="33" name="Google Shape;33;p21"/>
          <p:cNvSpPr/>
          <p:nvPr/>
        </p:nvSpPr>
        <p:spPr>
          <a:xfrm>
            <a:off x="-4200" y="1485525"/>
            <a:ext cx="9148200" cy="37344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1"/>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sp>
        <p:nvSpPr>
          <p:cNvPr id="35" name="Google Shape;35;p21"/>
          <p:cNvSpPr/>
          <p:nvPr/>
        </p:nvSpPr>
        <p:spPr>
          <a:xfrm>
            <a:off x="-2100" y="1485525"/>
            <a:ext cx="9148200" cy="358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 name="Google Shape;36;p21"/>
          <p:cNvCxnSpPr/>
          <p:nvPr/>
        </p:nvCxnSpPr>
        <p:spPr>
          <a:xfrm>
            <a:off x="3048000" y="1327050"/>
            <a:ext cx="0" cy="3898800"/>
          </a:xfrm>
          <a:prstGeom prst="straightConnector1">
            <a:avLst/>
          </a:prstGeom>
          <a:noFill/>
          <a:ln cap="flat" cmpd="sng" w="19050">
            <a:solidFill>
              <a:srgbClr val="FFFFFF"/>
            </a:solidFill>
            <a:prstDash val="solid"/>
            <a:round/>
            <a:headEnd len="sm" w="sm" type="none"/>
            <a:tailEnd len="sm" w="sm" type="none"/>
          </a:ln>
        </p:spPr>
      </p:cxnSp>
      <p:cxnSp>
        <p:nvCxnSpPr>
          <p:cNvPr id="37" name="Google Shape;37;p21"/>
          <p:cNvCxnSpPr/>
          <p:nvPr/>
        </p:nvCxnSpPr>
        <p:spPr>
          <a:xfrm>
            <a:off x="6096000" y="1327050"/>
            <a:ext cx="0" cy="3898800"/>
          </a:xfrm>
          <a:prstGeom prst="straightConnector1">
            <a:avLst/>
          </a:prstGeom>
          <a:noFill/>
          <a:ln cap="flat" cmpd="sng" w="19050">
            <a:solidFill>
              <a:srgbClr val="FFFFFF"/>
            </a:solidFill>
            <a:prstDash val="solid"/>
            <a:round/>
            <a:headEnd len="sm" w="sm" type="none"/>
            <a:tailEnd len="sm" w="sm" type="none"/>
          </a:ln>
        </p:spPr>
      </p:cxnSp>
      <p:pic>
        <p:nvPicPr>
          <p:cNvPr id="38" name="Google Shape;38;p21"/>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
        <p:nvSpPr>
          <p:cNvPr id="39" name="Google Shape;39;p21"/>
          <p:cNvSpPr/>
          <p:nvPr/>
        </p:nvSpPr>
        <p:spPr>
          <a:xfrm>
            <a:off x="-8750" y="-25"/>
            <a:ext cx="705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o branco" showMasterSp="0">
  <p:cSld name="TITLE_AND_BODY_10_1">
    <p:spTree>
      <p:nvGrpSpPr>
        <p:cNvPr id="40" name="Shape 40"/>
        <p:cNvGrpSpPr/>
        <p:nvPr/>
      </p:nvGrpSpPr>
      <p:grpSpPr>
        <a:xfrm>
          <a:off x="0" y="0"/>
          <a:ext cx="0" cy="0"/>
          <a:chOff x="0" y="0"/>
          <a:chExt cx="0" cy="0"/>
        </a:xfrm>
      </p:grpSpPr>
      <p:sp>
        <p:nvSpPr>
          <p:cNvPr id="41" name="Google Shape;41;p22"/>
          <p:cNvSpPr/>
          <p:nvPr/>
        </p:nvSpPr>
        <p:spPr>
          <a:xfrm>
            <a:off x="-4200" y="1409325"/>
            <a:ext cx="9148200" cy="37344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2"/>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43" name="Google Shape;43;p22"/>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ia página escura" showMasterSp="0">
  <p:cSld name="TITLE_AND_BODY_8_4">
    <p:spTree>
      <p:nvGrpSpPr>
        <p:cNvPr id="44" name="Shape 44"/>
        <p:cNvGrpSpPr/>
        <p:nvPr/>
      </p:nvGrpSpPr>
      <p:grpSpPr>
        <a:xfrm>
          <a:off x="0" y="0"/>
          <a:ext cx="0" cy="0"/>
          <a:chOff x="0" y="0"/>
          <a:chExt cx="0" cy="0"/>
        </a:xfrm>
      </p:grpSpPr>
      <p:sp>
        <p:nvSpPr>
          <p:cNvPr id="45" name="Google Shape;45;p23"/>
          <p:cNvSpPr/>
          <p:nvPr/>
        </p:nvSpPr>
        <p:spPr>
          <a:xfrm>
            <a:off x="0" y="0"/>
            <a:ext cx="4572000" cy="5143500"/>
          </a:xfrm>
          <a:prstGeom prst="rect">
            <a:avLst/>
          </a:prstGeom>
          <a:solidFill>
            <a:schemeClr val="accent3"/>
          </a:solidFill>
          <a:ln>
            <a:noFill/>
          </a:ln>
        </p:spPr>
        <p:txBody>
          <a:bodyPr anchorCtr="0" anchor="t" bIns="26775" lIns="26775" spcFirstLastPara="1" rIns="26775" wrap="square" tIns="26775">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0" i="0" sz="1100" u="none" cap="none" strike="noStrike">
              <a:solidFill>
                <a:srgbClr val="FFFFFF"/>
              </a:solidFill>
              <a:latin typeface="Helvetica Neue"/>
              <a:ea typeface="Helvetica Neue"/>
              <a:cs typeface="Helvetica Neue"/>
              <a:sym typeface="Helvetica Neue"/>
            </a:endParaRPr>
          </a:p>
        </p:txBody>
      </p:sp>
      <p:sp>
        <p:nvSpPr>
          <p:cNvPr id="46" name="Google Shape;46;p23"/>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47" name="Google Shape;47;p23"/>
          <p:cNvPicPr preferRelativeResize="0"/>
          <p:nvPr/>
        </p:nvPicPr>
        <p:blipFill rotWithShape="1">
          <a:blip r:embed="rId2">
            <a:alphaModFix/>
          </a:blip>
          <a:srcRect b="0" l="0" r="0" t="0"/>
          <a:stretch/>
        </p:blipFill>
        <p:spPr>
          <a:xfrm>
            <a:off x="343800" y="4691100"/>
            <a:ext cx="356531" cy="136500"/>
          </a:xfrm>
          <a:prstGeom prst="rect">
            <a:avLst/>
          </a:prstGeom>
          <a:noFill/>
          <a:ln>
            <a:noFill/>
          </a:ln>
        </p:spPr>
      </p:pic>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ia página 2" showMasterSp="0">
  <p:cSld name="TITLE_AND_BODY_8_3">
    <p:spTree>
      <p:nvGrpSpPr>
        <p:cNvPr id="48" name="Shape 48"/>
        <p:cNvGrpSpPr/>
        <p:nvPr/>
      </p:nvGrpSpPr>
      <p:grpSpPr>
        <a:xfrm>
          <a:off x="0" y="0"/>
          <a:ext cx="0" cy="0"/>
          <a:chOff x="0" y="0"/>
          <a:chExt cx="0" cy="0"/>
        </a:xfrm>
      </p:grpSpPr>
      <p:sp>
        <p:nvSpPr>
          <p:cNvPr id="49" name="Google Shape;49;p24"/>
          <p:cNvSpPr/>
          <p:nvPr/>
        </p:nvSpPr>
        <p:spPr>
          <a:xfrm>
            <a:off x="4572000" y="0"/>
            <a:ext cx="4572000" cy="5143500"/>
          </a:xfrm>
          <a:prstGeom prst="rect">
            <a:avLst/>
          </a:prstGeom>
          <a:solidFill>
            <a:srgbClr val="F3F3F3"/>
          </a:solidFill>
          <a:ln>
            <a:noFill/>
          </a:ln>
        </p:spPr>
        <p:txBody>
          <a:bodyPr anchorCtr="0" anchor="t" bIns="26775" lIns="26775" spcFirstLastPara="1" rIns="26775" wrap="square" tIns="26775">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0" i="0" sz="1100" u="none" cap="none" strike="noStrike">
              <a:solidFill>
                <a:srgbClr val="FFFFFF"/>
              </a:solidFill>
              <a:latin typeface="Helvetica Neue"/>
              <a:ea typeface="Helvetica Neue"/>
              <a:cs typeface="Helvetica Neue"/>
              <a:sym typeface="Helvetica Neue"/>
            </a:endParaRPr>
          </a:p>
        </p:txBody>
      </p:sp>
      <p:sp>
        <p:nvSpPr>
          <p:cNvPr id="50" name="Google Shape;50;p24"/>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51" name="Google Shape;51;p24"/>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erço lateral 2" showMasterSp="0">
  <p:cSld name="TITLE_AND_BODY_6_1_1">
    <p:spTree>
      <p:nvGrpSpPr>
        <p:cNvPr id="52" name="Shape 52"/>
        <p:cNvGrpSpPr/>
        <p:nvPr/>
      </p:nvGrpSpPr>
      <p:grpSpPr>
        <a:xfrm>
          <a:off x="0" y="0"/>
          <a:ext cx="0" cy="0"/>
          <a:chOff x="0" y="0"/>
          <a:chExt cx="0" cy="0"/>
        </a:xfrm>
      </p:grpSpPr>
      <p:sp>
        <p:nvSpPr>
          <p:cNvPr id="53" name="Google Shape;53;p25"/>
          <p:cNvSpPr/>
          <p:nvPr/>
        </p:nvSpPr>
        <p:spPr>
          <a:xfrm flipH="1">
            <a:off x="3069600" y="0"/>
            <a:ext cx="60744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5"/>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55" name="Google Shape;55;p25"/>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em branco escuro" showMasterSp="0">
  <p:cSld name="Black Blank_1_1">
    <p:bg>
      <p:bgPr>
        <a:solidFill>
          <a:schemeClr val="accent3"/>
        </a:solidFill>
      </p:bgPr>
    </p:bg>
    <p:spTree>
      <p:nvGrpSpPr>
        <p:cNvPr id="56" name="Shape 56"/>
        <p:cNvGrpSpPr/>
        <p:nvPr/>
      </p:nvGrpSpPr>
      <p:grpSpPr>
        <a:xfrm>
          <a:off x="0" y="0"/>
          <a:ext cx="0" cy="0"/>
          <a:chOff x="0" y="0"/>
          <a:chExt cx="0" cy="0"/>
        </a:xfrm>
      </p:grpSpPr>
      <p:sp>
        <p:nvSpPr>
          <p:cNvPr id="57" name="Google Shape;57;p26"/>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58" name="Google Shape;58;p26"/>
          <p:cNvPicPr preferRelativeResize="0"/>
          <p:nvPr/>
        </p:nvPicPr>
        <p:blipFill rotWithShape="1">
          <a:blip r:embed="rId2">
            <a:alphaModFix/>
          </a:blip>
          <a:srcRect b="0" l="0" r="0" t="0"/>
          <a:stretch/>
        </p:blipFill>
        <p:spPr>
          <a:xfrm>
            <a:off x="343800" y="4691100"/>
            <a:ext cx="356531" cy="136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ia página" showMasterSp="0">
  <p:cSld name="TITLE_AND_BODY_8_5">
    <p:spTree>
      <p:nvGrpSpPr>
        <p:cNvPr id="59" name="Shape 59"/>
        <p:cNvGrpSpPr/>
        <p:nvPr/>
      </p:nvGrpSpPr>
      <p:grpSpPr>
        <a:xfrm>
          <a:off x="0" y="0"/>
          <a:ext cx="0" cy="0"/>
          <a:chOff x="0" y="0"/>
          <a:chExt cx="0" cy="0"/>
        </a:xfrm>
      </p:grpSpPr>
      <p:sp>
        <p:nvSpPr>
          <p:cNvPr id="60" name="Google Shape;60;p27"/>
          <p:cNvSpPr/>
          <p:nvPr/>
        </p:nvSpPr>
        <p:spPr>
          <a:xfrm>
            <a:off x="0" y="0"/>
            <a:ext cx="4572000" cy="5143500"/>
          </a:xfrm>
          <a:prstGeom prst="rect">
            <a:avLst/>
          </a:prstGeom>
          <a:solidFill>
            <a:srgbClr val="F3F3F3"/>
          </a:solidFill>
          <a:ln>
            <a:noFill/>
          </a:ln>
        </p:spPr>
        <p:txBody>
          <a:bodyPr anchorCtr="0" anchor="t" bIns="26775" lIns="26775" spcFirstLastPara="1" rIns="26775" wrap="square" tIns="26775">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0" i="0" sz="1100" u="none" cap="none" strike="noStrike">
              <a:solidFill>
                <a:srgbClr val="FFFFFF"/>
              </a:solidFill>
              <a:latin typeface="Helvetica Neue"/>
              <a:ea typeface="Helvetica Neue"/>
              <a:cs typeface="Helvetica Neue"/>
              <a:sym typeface="Helvetica Neue"/>
            </a:endParaRPr>
          </a:p>
        </p:txBody>
      </p:sp>
      <p:sp>
        <p:nvSpPr>
          <p:cNvPr id="61" name="Google Shape;61;p27"/>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62" name="Google Shape;62;p27"/>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erço lateral" showMasterSp="0">
  <p:cSld name="TITLE_AND_BODY_5_1">
    <p:spTree>
      <p:nvGrpSpPr>
        <p:cNvPr id="63" name="Shape 63"/>
        <p:cNvGrpSpPr/>
        <p:nvPr/>
      </p:nvGrpSpPr>
      <p:grpSpPr>
        <a:xfrm>
          <a:off x="0" y="0"/>
          <a:ext cx="0" cy="0"/>
          <a:chOff x="0" y="0"/>
          <a:chExt cx="0" cy="0"/>
        </a:xfrm>
      </p:grpSpPr>
      <p:sp>
        <p:nvSpPr>
          <p:cNvPr id="64" name="Google Shape;64;p28"/>
          <p:cNvSpPr txBox="1"/>
          <p:nvPr/>
        </p:nvSpPr>
        <p:spPr>
          <a:xfrm>
            <a:off x="155325" y="1379575"/>
            <a:ext cx="3578100" cy="41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8"/>
          <p:cNvSpPr/>
          <p:nvPr/>
        </p:nvSpPr>
        <p:spPr>
          <a:xfrm>
            <a:off x="0" y="0"/>
            <a:ext cx="30696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8"/>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pic>
        <p:nvPicPr>
          <p:cNvPr id="67" name="Google Shape;67;p28"/>
          <p:cNvPicPr preferRelativeResize="0"/>
          <p:nvPr/>
        </p:nvPicPr>
        <p:blipFill rotWithShape="1">
          <a:blip r:embed="rId2">
            <a:alphaModFix/>
          </a:blip>
          <a:srcRect b="0" l="0" r="0" t="0"/>
          <a:stretch/>
        </p:blipFill>
        <p:spPr>
          <a:xfrm>
            <a:off x="343800" y="4767300"/>
            <a:ext cx="356531" cy="136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4"/>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999999"/>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486">
          <p15:clr>
            <a:srgbClr val="EA4335"/>
          </p15:clr>
        </p15:guide>
        <p15:guide id="4" pos="5274">
          <p15:clr>
            <a:srgbClr val="EA4335"/>
          </p15:clr>
        </p15:guide>
        <p15:guide id="5" orient="horz" pos="2900">
          <p15:clr>
            <a:srgbClr val="EA4335"/>
          </p15:clr>
        </p15:guide>
        <p15:guide id="6" orient="horz" pos="34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fbblueprint.com/AEP" TargetMode="External"/><Relationship Id="rId4" Type="http://schemas.openxmlformats.org/officeDocument/2006/relationships/hyperlink" Target="https://sites.google.com/blinksessence.com.br/centralblinksessence/produto/treinamentos-e-atualiza%C3%A7%C3%B5es/social/certifica%C3%A7%C3%A3o-2022"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sites.google.com/blinksessence.com.br/centralblinksessence/produto/treinamentos-e-atualiza%C3%A7%C3%B5es/search/google-certifica%C3%A7%C3%A3o-202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D34"/>
        </a:solidFill>
      </p:bgPr>
    </p:bg>
    <p:spTree>
      <p:nvGrpSpPr>
        <p:cNvPr id="71" name="Shape 71"/>
        <p:cNvGrpSpPr/>
        <p:nvPr/>
      </p:nvGrpSpPr>
      <p:grpSpPr>
        <a:xfrm>
          <a:off x="0" y="0"/>
          <a:ext cx="0" cy="0"/>
          <a:chOff x="0" y="0"/>
          <a:chExt cx="0" cy="0"/>
        </a:xfrm>
      </p:grpSpPr>
      <p:sp>
        <p:nvSpPr>
          <p:cNvPr id="72" name="Google Shape;72;p1"/>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pt-BR"/>
              <a:t>‹#›</a:t>
            </a:fld>
            <a:endParaRPr/>
          </a:p>
        </p:txBody>
      </p:sp>
      <p:sp>
        <p:nvSpPr>
          <p:cNvPr id="73" name="Google Shape;73;p1"/>
          <p:cNvSpPr txBox="1"/>
          <p:nvPr/>
        </p:nvSpPr>
        <p:spPr>
          <a:xfrm>
            <a:off x="771525" y="1241500"/>
            <a:ext cx="8193600" cy="270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Helvetica Neue"/>
              <a:buNone/>
            </a:pPr>
            <a:r>
              <a:rPr b="1" lang="pt-BR" sz="3800">
                <a:solidFill>
                  <a:srgbClr val="404041"/>
                </a:solidFill>
                <a:latin typeface="Spectral"/>
                <a:ea typeface="Spectral"/>
                <a:cs typeface="Spectral"/>
                <a:sym typeface="Spectral"/>
              </a:rPr>
              <a:t>Certificação - </a:t>
            </a:r>
            <a:r>
              <a:rPr b="1" i="0" lang="pt-BR" sz="3800" u="none" cap="none" strike="noStrike">
                <a:solidFill>
                  <a:srgbClr val="404041"/>
                </a:solidFill>
                <a:latin typeface="Spectral"/>
                <a:ea typeface="Spectral"/>
                <a:cs typeface="Spectral"/>
                <a:sym typeface="Spectral"/>
              </a:rPr>
              <a:t>Programa de Bônus</a:t>
            </a:r>
            <a:endParaRPr b="1" i="0" sz="3800" u="none" cap="none" strike="noStrike">
              <a:solidFill>
                <a:srgbClr val="404041"/>
              </a:solidFill>
              <a:latin typeface="Spectral"/>
              <a:ea typeface="Spectral"/>
              <a:cs typeface="Spectral"/>
              <a:sym typeface="Spectral"/>
            </a:endParaRPr>
          </a:p>
          <a:p>
            <a:pPr indent="0" lvl="0" marL="0" marR="0" rtl="0" algn="l">
              <a:lnSpc>
                <a:spcPct val="100000"/>
              </a:lnSpc>
              <a:spcBef>
                <a:spcPts val="0"/>
              </a:spcBef>
              <a:spcAft>
                <a:spcPts val="0"/>
              </a:spcAft>
              <a:buClr>
                <a:srgbClr val="000000"/>
              </a:buClr>
              <a:buSzPts val="2300"/>
              <a:buFont typeface="Helvetica Neue"/>
              <a:buNone/>
            </a:pPr>
            <a:r>
              <a:t/>
            </a:r>
            <a:endParaRPr b="1" i="0" sz="3800" u="none" cap="none" strike="noStrike">
              <a:solidFill>
                <a:srgbClr val="404041"/>
              </a:solidFill>
              <a:latin typeface="Spectral"/>
              <a:ea typeface="Spectral"/>
              <a:cs typeface="Spectral"/>
              <a:sym typeface="Spectral"/>
            </a:endParaRPr>
          </a:p>
          <a:p>
            <a:pPr indent="0" lvl="0" marL="0" marR="0" rtl="0" algn="l">
              <a:lnSpc>
                <a:spcPct val="100000"/>
              </a:lnSpc>
              <a:spcBef>
                <a:spcPts val="0"/>
              </a:spcBef>
              <a:spcAft>
                <a:spcPts val="0"/>
              </a:spcAft>
              <a:buClr>
                <a:srgbClr val="000000"/>
              </a:buClr>
              <a:buSzPts val="2300"/>
              <a:buFont typeface="Helvetica Neue"/>
              <a:buNone/>
            </a:pPr>
            <a:r>
              <a:rPr b="1" i="0" lang="pt-BR" sz="4600" u="none" cap="none" strike="noStrike">
                <a:solidFill>
                  <a:srgbClr val="404041"/>
                </a:solidFill>
                <a:latin typeface="Spectral"/>
                <a:ea typeface="Spectral"/>
                <a:cs typeface="Spectral"/>
                <a:sym typeface="Spectral"/>
              </a:rPr>
              <a:t>2022</a:t>
            </a:r>
            <a:endParaRPr b="1" i="0" sz="4600" u="none" cap="none" strike="noStrike">
              <a:solidFill>
                <a:srgbClr val="404041"/>
              </a:solidFill>
              <a:latin typeface="Spectral"/>
              <a:ea typeface="Spectral"/>
              <a:cs typeface="Spectral"/>
              <a:sym typeface="Spectral"/>
            </a:endParaRPr>
          </a:p>
          <a:p>
            <a:pPr indent="0" lvl="0" marL="0" marR="0" rtl="0" algn="l">
              <a:lnSpc>
                <a:spcPct val="100000"/>
              </a:lnSpc>
              <a:spcBef>
                <a:spcPts val="0"/>
              </a:spcBef>
              <a:spcAft>
                <a:spcPts val="0"/>
              </a:spcAft>
              <a:buClr>
                <a:srgbClr val="000000"/>
              </a:buClr>
              <a:buSzPts val="2300"/>
              <a:buFont typeface="Helvetica Neue"/>
              <a:buNone/>
            </a:pPr>
            <a:r>
              <a:t/>
            </a:r>
            <a:endParaRPr b="1" i="0" sz="3600" u="none" cap="none" strike="noStrike">
              <a:solidFill>
                <a:srgbClr val="404041"/>
              </a:solidFill>
              <a:latin typeface="Spectral"/>
              <a:ea typeface="Spectral"/>
              <a:cs typeface="Spectral"/>
              <a:sym typeface="Spectr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11fa3052e6c_0_0"/>
          <p:cNvSpPr txBox="1"/>
          <p:nvPr/>
        </p:nvSpPr>
        <p:spPr>
          <a:xfrm>
            <a:off x="502675" y="351975"/>
            <a:ext cx="8198700" cy="55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Helvetica Neue"/>
              <a:buNone/>
            </a:pPr>
            <a:r>
              <a:rPr b="1" i="0" lang="pt-BR" sz="2500" u="none" cap="none" strike="noStrike">
                <a:solidFill>
                  <a:schemeClr val="dk1"/>
                </a:solidFill>
                <a:latin typeface="Spectral"/>
                <a:ea typeface="Spectral"/>
                <a:cs typeface="Spectral"/>
                <a:sym typeface="Spectral"/>
              </a:rPr>
              <a:t>Pilar Excelência Técnica</a:t>
            </a:r>
            <a:endParaRPr b="1" i="0" sz="2500" u="none" cap="none" strike="noStrike">
              <a:solidFill>
                <a:srgbClr val="000000"/>
              </a:solidFill>
              <a:latin typeface="Spectral"/>
              <a:ea typeface="Spectral"/>
              <a:cs typeface="Spectral"/>
              <a:sym typeface="Spectral"/>
            </a:endParaRPr>
          </a:p>
          <a:p>
            <a:pPr indent="0" lvl="0" marL="0" marR="0" rtl="0" algn="l">
              <a:lnSpc>
                <a:spcPct val="100000"/>
              </a:lnSpc>
              <a:spcBef>
                <a:spcPts val="0"/>
              </a:spcBef>
              <a:spcAft>
                <a:spcPts val="0"/>
              </a:spcAft>
              <a:buClr>
                <a:schemeClr val="dk1"/>
              </a:buClr>
              <a:buSzPts val="1100"/>
              <a:buFont typeface="Arial"/>
              <a:buNone/>
            </a:pPr>
            <a:r>
              <a:t/>
            </a:r>
            <a:endParaRPr b="1" i="0" sz="700" u="none" cap="none" strike="noStrike">
              <a:solidFill>
                <a:srgbClr val="008598"/>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300"/>
              <a:buFont typeface="Helvetica Neue"/>
              <a:buNone/>
            </a:pPr>
            <a:r>
              <a:t/>
            </a:r>
            <a:endParaRPr b="1" i="0" sz="2300" u="none" cap="none" strike="noStrike">
              <a:solidFill>
                <a:srgbClr val="000000"/>
              </a:solidFill>
              <a:latin typeface="Spectral"/>
              <a:ea typeface="Spectral"/>
              <a:cs typeface="Spectral"/>
              <a:sym typeface="Spectral"/>
            </a:endParaRPr>
          </a:p>
        </p:txBody>
      </p:sp>
      <p:sp>
        <p:nvSpPr>
          <p:cNvPr id="79" name="Google Shape;79;g11fa3052e6c_0_0"/>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pt-BR"/>
              <a:t>‹#›</a:t>
            </a:fld>
            <a:endParaRPr/>
          </a:p>
        </p:txBody>
      </p:sp>
      <p:sp>
        <p:nvSpPr>
          <p:cNvPr id="80" name="Google Shape;80;g11fa3052e6c_0_0"/>
          <p:cNvSpPr txBox="1"/>
          <p:nvPr/>
        </p:nvSpPr>
        <p:spPr>
          <a:xfrm>
            <a:off x="838650" y="678525"/>
            <a:ext cx="7466700" cy="954300"/>
          </a:xfrm>
          <a:prstGeom prst="rect">
            <a:avLst/>
          </a:prstGeom>
          <a:noFill/>
          <a:ln>
            <a:noFill/>
          </a:ln>
        </p:spPr>
        <p:txBody>
          <a:bodyPr anchorCtr="0" anchor="t" bIns="26775" lIns="26775" spcFirstLastPara="1" rIns="26775" wrap="square" tIns="26775">
            <a:noAutofit/>
          </a:bodyPr>
          <a:lstStyle/>
          <a:p>
            <a:pPr indent="0" lvl="0" marL="0" marR="0" rtl="0" algn="l">
              <a:lnSpc>
                <a:spcPct val="120000"/>
              </a:lnSpc>
              <a:spcBef>
                <a:spcPts val="0"/>
              </a:spcBef>
              <a:spcAft>
                <a:spcPts val="0"/>
              </a:spcAft>
              <a:buClr>
                <a:srgbClr val="000000"/>
              </a:buClr>
              <a:buSzPts val="1200"/>
              <a:buFont typeface="Arial"/>
              <a:buNone/>
            </a:pPr>
            <a:r>
              <a:t/>
            </a:r>
            <a:endParaRPr b="0" i="0" sz="1200" u="none" cap="none" strike="noStrike">
              <a:solidFill>
                <a:schemeClr val="accent3"/>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rPr b="1" i="0" lang="pt-BR" sz="1900" u="none" cap="none" strike="noStrike">
                <a:solidFill>
                  <a:schemeClr val="accent1"/>
                </a:solidFill>
                <a:latin typeface="Montserrat"/>
                <a:ea typeface="Montserrat"/>
                <a:cs typeface="Montserrat"/>
                <a:sym typeface="Montserrat"/>
              </a:rPr>
              <a:t> 5. Certificações para o 1o sem/22 *</a:t>
            </a:r>
            <a:endParaRPr b="1" i="0" sz="1900" u="none" cap="none" strike="noStrike">
              <a:solidFill>
                <a:schemeClr val="accent1"/>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t/>
            </a:r>
            <a:endParaRPr b="1" i="0" sz="1900" u="none" cap="none" strike="noStrike">
              <a:solidFill>
                <a:schemeClr val="accent1"/>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1400" u="none" cap="none" strike="noStrike">
              <a:solidFill>
                <a:schemeClr val="accent3"/>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1400" u="none" cap="none" strike="noStrike">
              <a:solidFill>
                <a:schemeClr val="accent3"/>
              </a:solidFill>
              <a:latin typeface="Montserrat"/>
              <a:ea typeface="Montserrat"/>
              <a:cs typeface="Montserrat"/>
              <a:sym typeface="Montserrat"/>
            </a:endParaRPr>
          </a:p>
        </p:txBody>
      </p:sp>
      <p:sp>
        <p:nvSpPr>
          <p:cNvPr id="81" name="Google Shape;81;g11fa3052e6c_0_0"/>
          <p:cNvSpPr txBox="1"/>
          <p:nvPr/>
        </p:nvSpPr>
        <p:spPr>
          <a:xfrm>
            <a:off x="502675" y="3725700"/>
            <a:ext cx="8371800" cy="878100"/>
          </a:xfrm>
          <a:prstGeom prst="rect">
            <a:avLst/>
          </a:prstGeom>
          <a:noFill/>
          <a:ln>
            <a:noFill/>
          </a:ln>
        </p:spPr>
        <p:txBody>
          <a:bodyPr anchorCtr="0" anchor="t" bIns="26775" lIns="26775" spcFirstLastPara="1" rIns="26775" wrap="square" tIns="26775">
            <a:noAutofit/>
          </a:bodyPr>
          <a:lstStyle/>
          <a:p>
            <a:pPr indent="0" lvl="0" marL="0" marR="0" rtl="0" algn="l">
              <a:lnSpc>
                <a:spcPct val="100000"/>
              </a:lnSpc>
              <a:spcBef>
                <a:spcPts val="0"/>
              </a:spcBef>
              <a:spcAft>
                <a:spcPts val="0"/>
              </a:spcAft>
              <a:buClr>
                <a:srgbClr val="000000"/>
              </a:buClr>
              <a:buSzPts val="1000"/>
              <a:buFont typeface="Arial"/>
              <a:buNone/>
            </a:pPr>
            <a:r>
              <a:rPr b="1" i="0" lang="pt-BR" sz="1000" u="none" cap="none" strike="noStrike">
                <a:solidFill>
                  <a:schemeClr val="accent3"/>
                </a:solidFill>
                <a:latin typeface="Montserrat"/>
                <a:ea typeface="Montserrat"/>
                <a:cs typeface="Montserrat"/>
                <a:sym typeface="Montserrat"/>
              </a:rPr>
              <a:t>* </a:t>
            </a:r>
            <a:r>
              <a:rPr b="1" i="0" lang="pt-BR" sz="1000" u="sng" cap="none" strike="noStrike">
                <a:solidFill>
                  <a:schemeClr val="accent3"/>
                </a:solidFill>
                <a:latin typeface="Montserrat"/>
                <a:ea typeface="Montserrat"/>
                <a:cs typeface="Montserrat"/>
                <a:sym typeface="Montserrat"/>
              </a:rPr>
              <a:t>IMPORTANTE</a:t>
            </a:r>
            <a:r>
              <a:rPr b="1" i="0" lang="pt-BR" sz="1000" u="none" cap="none" strike="noStrike">
                <a:solidFill>
                  <a:schemeClr val="accent3"/>
                </a:solidFill>
                <a:latin typeface="Montserrat"/>
                <a:ea typeface="Montserrat"/>
                <a:cs typeface="Montserrat"/>
                <a:sym typeface="Montserrat"/>
              </a:rPr>
              <a:t>: </a:t>
            </a:r>
            <a:r>
              <a:rPr b="0" i="0" lang="pt-BR" sz="1000" u="none" cap="none" strike="noStrike">
                <a:solidFill>
                  <a:schemeClr val="accent3"/>
                </a:solidFill>
                <a:latin typeface="Montserrat"/>
                <a:ea typeface="Montserrat"/>
                <a:cs typeface="Montserrat"/>
                <a:sym typeface="Montserrat"/>
              </a:rPr>
              <a:t>Serão contabilizadas as provas concluídas e comprovadas até 30/06/2022. Provas após esta data não serão consideradas na apuração do Programa de Remuneração de Incentivo do 1o semestre de 2022. </a:t>
            </a:r>
            <a:r>
              <a:rPr b="0" i="0" lang="pt-BR" sz="1000" u="none" cap="none" strike="noStrike">
                <a:solidFill>
                  <a:schemeClr val="dk1"/>
                </a:solidFill>
                <a:latin typeface="Montserrat"/>
                <a:ea typeface="Montserrat"/>
                <a:cs typeface="Montserrat"/>
                <a:sym typeface="Montserrat"/>
              </a:rPr>
              <a:t>Se você é um novo funcionário, lembre-se de atualizar seu cadastro no Skillshop do Google - se não estiver atualizado, não conseguiremos validar sua certificação.</a:t>
            </a:r>
            <a:endParaRPr b="0" i="0" sz="1000" u="none" cap="none" strike="noStrike">
              <a:solidFill>
                <a:schemeClr val="accent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accent3"/>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accent3"/>
              </a:solidFill>
              <a:latin typeface="Montserrat"/>
              <a:ea typeface="Montserrat"/>
              <a:cs typeface="Montserrat"/>
              <a:sym typeface="Montserrat"/>
            </a:endParaRPr>
          </a:p>
        </p:txBody>
      </p:sp>
      <p:pic>
        <p:nvPicPr>
          <p:cNvPr id="82" name="Google Shape;82;g11fa3052e6c_0_0"/>
          <p:cNvPicPr preferRelativeResize="0"/>
          <p:nvPr/>
        </p:nvPicPr>
        <p:blipFill rotWithShape="1">
          <a:blip r:embed="rId3">
            <a:alphaModFix/>
          </a:blip>
          <a:srcRect b="0" l="0" r="0" t="0"/>
          <a:stretch/>
        </p:blipFill>
        <p:spPr>
          <a:xfrm>
            <a:off x="152400" y="1785225"/>
            <a:ext cx="8839201" cy="17333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11fa3052e6c_0_8"/>
          <p:cNvSpPr txBox="1"/>
          <p:nvPr/>
        </p:nvSpPr>
        <p:spPr>
          <a:xfrm>
            <a:off x="502675" y="351975"/>
            <a:ext cx="8198700" cy="55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Helvetica Neue"/>
              <a:buNone/>
            </a:pPr>
            <a:r>
              <a:rPr b="1" i="0" lang="pt-BR" sz="2500" u="none" cap="none" strike="noStrike">
                <a:solidFill>
                  <a:schemeClr val="dk1"/>
                </a:solidFill>
                <a:latin typeface="Spectral"/>
                <a:ea typeface="Spectral"/>
                <a:cs typeface="Spectral"/>
                <a:sym typeface="Spectral"/>
              </a:rPr>
              <a:t>Pilar Excelência Técnica</a:t>
            </a:r>
            <a:endParaRPr b="1" i="0" sz="2500" u="none" cap="none" strike="noStrike">
              <a:solidFill>
                <a:srgbClr val="000000"/>
              </a:solidFill>
              <a:latin typeface="Spectral"/>
              <a:ea typeface="Spectral"/>
              <a:cs typeface="Spectral"/>
              <a:sym typeface="Spectral"/>
            </a:endParaRPr>
          </a:p>
          <a:p>
            <a:pPr indent="0" lvl="0" marL="0" marR="0" rtl="0" algn="l">
              <a:lnSpc>
                <a:spcPct val="100000"/>
              </a:lnSpc>
              <a:spcBef>
                <a:spcPts val="0"/>
              </a:spcBef>
              <a:spcAft>
                <a:spcPts val="0"/>
              </a:spcAft>
              <a:buClr>
                <a:schemeClr val="dk1"/>
              </a:buClr>
              <a:buSzPts val="1100"/>
              <a:buFont typeface="Arial"/>
              <a:buNone/>
            </a:pPr>
            <a:r>
              <a:t/>
            </a:r>
            <a:endParaRPr b="1" i="0" sz="700" u="none" cap="none" strike="noStrike">
              <a:solidFill>
                <a:srgbClr val="008598"/>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300"/>
              <a:buFont typeface="Helvetica Neue"/>
              <a:buNone/>
            </a:pPr>
            <a:r>
              <a:t/>
            </a:r>
            <a:endParaRPr b="1" i="0" sz="2300" u="none" cap="none" strike="noStrike">
              <a:solidFill>
                <a:srgbClr val="000000"/>
              </a:solidFill>
              <a:latin typeface="Spectral"/>
              <a:ea typeface="Spectral"/>
              <a:cs typeface="Spectral"/>
              <a:sym typeface="Spectral"/>
            </a:endParaRPr>
          </a:p>
        </p:txBody>
      </p:sp>
      <p:sp>
        <p:nvSpPr>
          <p:cNvPr id="88" name="Google Shape;88;g11fa3052e6c_0_8"/>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pt-BR"/>
              <a:t>‹#›</a:t>
            </a:fld>
            <a:endParaRPr/>
          </a:p>
        </p:txBody>
      </p:sp>
      <p:sp>
        <p:nvSpPr>
          <p:cNvPr id="89" name="Google Shape;89;g11fa3052e6c_0_8"/>
          <p:cNvSpPr txBox="1"/>
          <p:nvPr/>
        </p:nvSpPr>
        <p:spPr>
          <a:xfrm>
            <a:off x="905600" y="880050"/>
            <a:ext cx="7466700" cy="954300"/>
          </a:xfrm>
          <a:prstGeom prst="rect">
            <a:avLst/>
          </a:prstGeom>
          <a:noFill/>
          <a:ln>
            <a:noFill/>
          </a:ln>
        </p:spPr>
        <p:txBody>
          <a:bodyPr anchorCtr="0" anchor="t" bIns="26775" lIns="26775" spcFirstLastPara="1" rIns="26775" wrap="square" tIns="26775">
            <a:noAutofit/>
          </a:bodyPr>
          <a:lstStyle/>
          <a:p>
            <a:pPr indent="0" lvl="0" marL="0" marR="0" rtl="0" algn="l">
              <a:lnSpc>
                <a:spcPct val="120000"/>
              </a:lnSpc>
              <a:spcBef>
                <a:spcPts val="0"/>
              </a:spcBef>
              <a:spcAft>
                <a:spcPts val="0"/>
              </a:spcAft>
              <a:buClr>
                <a:srgbClr val="000000"/>
              </a:buClr>
              <a:buSzPts val="1200"/>
              <a:buFont typeface="Arial"/>
              <a:buNone/>
            </a:pPr>
            <a:r>
              <a:t/>
            </a:r>
            <a:endParaRPr b="0" i="0" sz="1200" u="none" cap="none" strike="noStrike">
              <a:solidFill>
                <a:schemeClr val="accent3"/>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rPr b="1" i="0" lang="pt-BR" sz="1900" u="none" cap="none" strike="noStrike">
                <a:solidFill>
                  <a:schemeClr val="accent1"/>
                </a:solidFill>
                <a:latin typeface="Montserrat"/>
                <a:ea typeface="Montserrat"/>
                <a:cs typeface="Montserrat"/>
                <a:sym typeface="Montserrat"/>
              </a:rPr>
              <a:t> Certificações para o 1o sem/22</a:t>
            </a:r>
            <a:endParaRPr b="1" i="0" sz="1900" u="none" cap="none" strike="noStrike">
              <a:solidFill>
                <a:schemeClr val="accent1"/>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t/>
            </a:r>
            <a:endParaRPr b="1" i="0" sz="1900" u="none" cap="none" strike="noStrike">
              <a:solidFill>
                <a:schemeClr val="accent1"/>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1400" u="none" cap="none" strike="noStrike">
              <a:solidFill>
                <a:schemeClr val="accent3"/>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1400" u="none" cap="none" strike="noStrike">
              <a:solidFill>
                <a:schemeClr val="accent3"/>
              </a:solidFill>
              <a:latin typeface="Montserrat"/>
              <a:ea typeface="Montserrat"/>
              <a:cs typeface="Montserrat"/>
              <a:sym typeface="Montserrat"/>
            </a:endParaRPr>
          </a:p>
        </p:txBody>
      </p:sp>
      <p:sp>
        <p:nvSpPr>
          <p:cNvPr id="90" name="Google Shape;90;g11fa3052e6c_0_8"/>
          <p:cNvSpPr txBox="1"/>
          <p:nvPr/>
        </p:nvSpPr>
        <p:spPr>
          <a:xfrm>
            <a:off x="126500" y="1556850"/>
            <a:ext cx="9024900" cy="28782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Caso apenas 1 (uma) das provas obrigatórias seja realizada você terá direito a 33% do bônus equivalente a certificação; caso faça 2 (duas) provas terá o peso de 67% e perderá o direito ao acelerador. Só terá direito ao acelerador quem tiver as 3 (três) provas realizadas;</a:t>
            </a:r>
            <a:endParaRPr b="0" i="0" sz="900" u="none" cap="none" strike="noStrike">
              <a:solidFill>
                <a:schemeClr val="dk1"/>
              </a:solidFill>
              <a:latin typeface="Montserrat"/>
              <a:ea typeface="Montserrat"/>
              <a:cs typeface="Montserrat"/>
              <a:sym typeface="Montserrat"/>
            </a:endParaRPr>
          </a:p>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Para as provas da Meta: se você tiver uma das provas completas ainda válida, escolha a opção de prova que não foi realizada. Caso você tenha as duas provas completas válidas precisará seguir a regra: Exceção Meta;</a:t>
            </a:r>
            <a:endParaRPr b="0" i="0" sz="900" u="none" cap="none" strike="noStrike">
              <a:solidFill>
                <a:schemeClr val="dk1"/>
              </a:solidFill>
              <a:latin typeface="Montserrat"/>
              <a:ea typeface="Montserrat"/>
              <a:cs typeface="Montserrat"/>
              <a:sym typeface="Montserrat"/>
            </a:endParaRPr>
          </a:p>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Para as provas do Google: é necessário que as duas provas sugeridas sejam realizadas (display e vídeo practitioner);</a:t>
            </a:r>
            <a:endParaRPr b="0" i="0" sz="900" u="none" cap="none" strike="noStrike">
              <a:solidFill>
                <a:schemeClr val="dk1"/>
              </a:solidFill>
              <a:latin typeface="Montserrat"/>
              <a:ea typeface="Montserrat"/>
              <a:cs typeface="Montserrat"/>
              <a:sym typeface="Montserrat"/>
            </a:endParaRPr>
          </a:p>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Para as provas eletivas do acelerador, só serão consideradas as certificações realizadas entre 01/01/2022 e 30/06/2022.</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dk1"/>
              </a:buClr>
              <a:buSzPts val="900"/>
              <a:buFont typeface="Montserrat"/>
              <a:buChar char="●"/>
            </a:pPr>
            <a:r>
              <a:rPr lang="pt-BR" sz="900">
                <a:solidFill>
                  <a:schemeClr val="dk1"/>
                </a:solidFill>
                <a:latin typeface="Montserrat"/>
                <a:ea typeface="Montserrat"/>
                <a:cs typeface="Montserrat"/>
                <a:sym typeface="Montserrat"/>
              </a:rPr>
              <a:t> As provas </a:t>
            </a:r>
            <a:r>
              <a:rPr b="1" lang="pt-BR" sz="900" u="sng">
                <a:solidFill>
                  <a:schemeClr val="dk1"/>
                </a:solidFill>
                <a:latin typeface="Montserrat"/>
                <a:ea typeface="Montserrat"/>
                <a:cs typeface="Montserrat"/>
                <a:sym typeface="Montserrat"/>
              </a:rPr>
              <a:t>EXTRAS</a:t>
            </a:r>
            <a:r>
              <a:rPr lang="pt-BR" sz="900">
                <a:solidFill>
                  <a:schemeClr val="dk1"/>
                </a:solidFill>
                <a:latin typeface="Montserrat"/>
                <a:ea typeface="Montserrat"/>
                <a:cs typeface="Montserrat"/>
                <a:sym typeface="Montserrat"/>
              </a:rPr>
              <a:t> só serão consideradas se as provas básicas e do acelerador forem efetuadas</a:t>
            </a:r>
            <a:endParaRPr sz="900">
              <a:solidFill>
                <a:schemeClr val="dk1"/>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800"/>
              <a:buFont typeface="Arial"/>
              <a:buNone/>
            </a:pPr>
            <a:r>
              <a:t/>
            </a:r>
            <a:endParaRPr b="0" i="0" sz="800" u="none" cap="none" strike="noStrike">
              <a:solidFill>
                <a:schemeClr val="dk1"/>
              </a:solidFill>
              <a:latin typeface="Montserrat"/>
              <a:ea typeface="Montserrat"/>
              <a:cs typeface="Montserrat"/>
              <a:sym typeface="Montserrat"/>
            </a:endParaRPr>
          </a:p>
          <a:p>
            <a:pPr indent="457200" lvl="0" marL="0" marR="0" rtl="0" algn="l">
              <a:lnSpc>
                <a:spcPct val="200000"/>
              </a:lnSpc>
              <a:spcBef>
                <a:spcPts val="0"/>
              </a:spcBef>
              <a:spcAft>
                <a:spcPts val="0"/>
              </a:spcAft>
              <a:buClr>
                <a:schemeClr val="dk1"/>
              </a:buClr>
              <a:buSzPts val="1100"/>
              <a:buFont typeface="Arial"/>
              <a:buNone/>
            </a:pPr>
            <a:r>
              <a:rPr b="1" i="0" lang="pt-BR" sz="900" u="none" cap="none" strike="noStrike">
                <a:solidFill>
                  <a:schemeClr val="dk1"/>
                </a:solidFill>
                <a:latin typeface="Montserrat"/>
                <a:ea typeface="Montserrat"/>
                <a:cs typeface="Montserrat"/>
                <a:sym typeface="Montserrat"/>
              </a:rPr>
              <a:t>IMPORTANTE: </a:t>
            </a:r>
            <a:r>
              <a:rPr b="0" i="0" lang="pt-BR" sz="900" u="none" cap="none" strike="noStrike">
                <a:solidFill>
                  <a:schemeClr val="dk1"/>
                </a:solidFill>
                <a:latin typeface="Montserrat"/>
                <a:ea typeface="Montserrat"/>
                <a:cs typeface="Montserrat"/>
                <a:sym typeface="Montserrat"/>
              </a:rPr>
              <a:t>Nenhuma exceção será aberta diante das regras. Atente-se ao prazo de 30/06/2022 e se adiante para evitar problemas.</a:t>
            </a:r>
            <a:endParaRPr b="0" i="0" sz="800" u="none" cap="none" strike="noStrike">
              <a:solidFill>
                <a:schemeClr val="dk1"/>
              </a:solidFill>
              <a:latin typeface="Montserrat"/>
              <a:ea typeface="Montserrat"/>
              <a:cs typeface="Montserrat"/>
              <a:sym typeface="Montserrat"/>
            </a:endParaRPr>
          </a:p>
        </p:txBody>
      </p:sp>
      <p:cxnSp>
        <p:nvCxnSpPr>
          <p:cNvPr id="91" name="Google Shape;91;g11fa3052e6c_0_8"/>
          <p:cNvCxnSpPr/>
          <p:nvPr/>
        </p:nvCxnSpPr>
        <p:spPr>
          <a:xfrm>
            <a:off x="670650" y="4345025"/>
            <a:ext cx="8451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120b71f36fa_0_0"/>
          <p:cNvSpPr txBox="1"/>
          <p:nvPr/>
        </p:nvSpPr>
        <p:spPr>
          <a:xfrm>
            <a:off x="502675" y="351975"/>
            <a:ext cx="8198700" cy="55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Helvetica Neue"/>
              <a:buNone/>
            </a:pPr>
            <a:r>
              <a:rPr b="1" i="0" lang="pt-BR" sz="2500" u="none" cap="none" strike="noStrike">
                <a:solidFill>
                  <a:schemeClr val="dk1"/>
                </a:solidFill>
                <a:latin typeface="Spectral"/>
                <a:ea typeface="Spectral"/>
                <a:cs typeface="Spectral"/>
                <a:sym typeface="Spectral"/>
              </a:rPr>
              <a:t>Pilar Excelência Técnica</a:t>
            </a:r>
            <a:endParaRPr b="1" i="0" sz="2500" u="none" cap="none" strike="noStrike">
              <a:solidFill>
                <a:srgbClr val="000000"/>
              </a:solidFill>
              <a:latin typeface="Spectral"/>
              <a:ea typeface="Spectral"/>
              <a:cs typeface="Spectral"/>
              <a:sym typeface="Spectral"/>
            </a:endParaRPr>
          </a:p>
          <a:p>
            <a:pPr indent="0" lvl="0" marL="0" marR="0" rtl="0" algn="l">
              <a:lnSpc>
                <a:spcPct val="100000"/>
              </a:lnSpc>
              <a:spcBef>
                <a:spcPts val="0"/>
              </a:spcBef>
              <a:spcAft>
                <a:spcPts val="0"/>
              </a:spcAft>
              <a:buClr>
                <a:schemeClr val="dk1"/>
              </a:buClr>
              <a:buSzPts val="1100"/>
              <a:buFont typeface="Arial"/>
              <a:buNone/>
            </a:pPr>
            <a:r>
              <a:t/>
            </a:r>
            <a:endParaRPr b="1" i="0" sz="700" u="none" cap="none" strike="noStrike">
              <a:solidFill>
                <a:srgbClr val="008598"/>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300"/>
              <a:buFont typeface="Helvetica Neue"/>
              <a:buNone/>
            </a:pPr>
            <a:r>
              <a:t/>
            </a:r>
            <a:endParaRPr b="1" i="0" sz="2300" u="none" cap="none" strike="noStrike">
              <a:solidFill>
                <a:srgbClr val="000000"/>
              </a:solidFill>
              <a:latin typeface="Spectral"/>
              <a:ea typeface="Spectral"/>
              <a:cs typeface="Spectral"/>
              <a:sym typeface="Spectral"/>
            </a:endParaRPr>
          </a:p>
        </p:txBody>
      </p:sp>
      <p:sp>
        <p:nvSpPr>
          <p:cNvPr id="97" name="Google Shape;97;g120b71f36fa_0_0"/>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pt-BR"/>
              <a:t>‹#›</a:t>
            </a:fld>
            <a:endParaRPr/>
          </a:p>
        </p:txBody>
      </p:sp>
      <p:sp>
        <p:nvSpPr>
          <p:cNvPr id="98" name="Google Shape;98;g120b71f36fa_0_0"/>
          <p:cNvSpPr txBox="1"/>
          <p:nvPr/>
        </p:nvSpPr>
        <p:spPr>
          <a:xfrm>
            <a:off x="905600" y="880050"/>
            <a:ext cx="7466700" cy="954300"/>
          </a:xfrm>
          <a:prstGeom prst="rect">
            <a:avLst/>
          </a:prstGeom>
          <a:noFill/>
          <a:ln>
            <a:noFill/>
          </a:ln>
        </p:spPr>
        <p:txBody>
          <a:bodyPr anchorCtr="0" anchor="t" bIns="26775" lIns="26775" spcFirstLastPara="1" rIns="26775" wrap="square" tIns="26775">
            <a:noAutofit/>
          </a:bodyPr>
          <a:lstStyle/>
          <a:p>
            <a:pPr indent="0" lvl="0" marL="0" marR="0" rtl="0" algn="l">
              <a:lnSpc>
                <a:spcPct val="120000"/>
              </a:lnSpc>
              <a:spcBef>
                <a:spcPts val="0"/>
              </a:spcBef>
              <a:spcAft>
                <a:spcPts val="0"/>
              </a:spcAft>
              <a:buClr>
                <a:srgbClr val="000000"/>
              </a:buClr>
              <a:buSzPts val="1200"/>
              <a:buFont typeface="Arial"/>
              <a:buNone/>
            </a:pPr>
            <a:r>
              <a:t/>
            </a:r>
            <a:endParaRPr b="0" i="0" sz="900" u="none" cap="none" strike="noStrike">
              <a:solidFill>
                <a:schemeClr val="dk1"/>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rPr b="1" i="0" lang="pt-BR" sz="900" u="none" cap="none" strike="noStrike">
                <a:solidFill>
                  <a:schemeClr val="dk1"/>
                </a:solidFill>
                <a:latin typeface="Montserrat"/>
                <a:ea typeface="Montserrat"/>
                <a:cs typeface="Montserrat"/>
                <a:sym typeface="Montserrat"/>
              </a:rPr>
              <a:t> </a:t>
            </a:r>
            <a:r>
              <a:rPr b="1" i="0" lang="pt-BR" sz="1900" u="none" cap="none" strike="noStrike">
                <a:solidFill>
                  <a:schemeClr val="accent1"/>
                </a:solidFill>
                <a:latin typeface="Montserrat"/>
                <a:ea typeface="Montserrat"/>
                <a:cs typeface="Montserrat"/>
                <a:sym typeface="Montserrat"/>
              </a:rPr>
              <a:t>Certificação Meta</a:t>
            </a:r>
            <a:endParaRPr b="1" i="0" sz="900" u="none" cap="none" strike="noStrike">
              <a:solidFill>
                <a:schemeClr val="dk1"/>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t/>
            </a:r>
            <a:endParaRPr b="0" i="0" sz="900" u="none" cap="none" strike="noStrike">
              <a:solidFill>
                <a:schemeClr val="dk1"/>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900" u="none" cap="none" strike="noStrike">
              <a:solidFill>
                <a:schemeClr val="dk1"/>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900" u="none" cap="none" strike="noStrike">
              <a:solidFill>
                <a:schemeClr val="dk1"/>
              </a:solidFill>
              <a:latin typeface="Montserrat"/>
              <a:ea typeface="Montserrat"/>
              <a:cs typeface="Montserrat"/>
              <a:sym typeface="Montserrat"/>
            </a:endParaRPr>
          </a:p>
        </p:txBody>
      </p:sp>
      <p:sp>
        <p:nvSpPr>
          <p:cNvPr id="99" name="Google Shape;99;g120b71f36fa_0_0"/>
          <p:cNvSpPr txBox="1"/>
          <p:nvPr/>
        </p:nvSpPr>
        <p:spPr>
          <a:xfrm>
            <a:off x="4485450" y="1692125"/>
            <a:ext cx="445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120b71f36fa_0_0"/>
          <p:cNvSpPr txBox="1"/>
          <p:nvPr/>
        </p:nvSpPr>
        <p:spPr>
          <a:xfrm>
            <a:off x="2738725" y="1495050"/>
            <a:ext cx="6003000" cy="375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pt-BR" sz="900" u="none" cap="none" strike="noStrike">
                <a:solidFill>
                  <a:schemeClr val="dk1"/>
                </a:solidFill>
                <a:latin typeface="Montserrat"/>
                <a:ea typeface="Montserrat"/>
                <a:cs typeface="Montserrat"/>
                <a:sym typeface="Montserrat"/>
              </a:rPr>
              <a:t>Acessar o hub do programa através do link: </a:t>
            </a:r>
            <a:r>
              <a:rPr b="0" i="0" lang="pt-BR" sz="900" u="none" cap="none" strike="noStrike">
                <a:solidFill>
                  <a:schemeClr val="dk1"/>
                </a:solidFill>
                <a:uFill>
                  <a:noFill/>
                </a:uFill>
                <a:latin typeface="Montserrat"/>
                <a:ea typeface="Montserrat"/>
                <a:cs typeface="Montserrat"/>
                <a:sym typeface="Montserrat"/>
                <a:hlinkClick r:id="rId3">
                  <a:extLst>
                    <a:ext uri="{A12FA001-AC4F-418D-AE19-62706E023703}">
                      <ahyp:hlinkClr val="tx"/>
                    </a:ext>
                  </a:extLst>
                </a:hlinkClick>
              </a:rPr>
              <a:t>fbblueprint.com/AEP</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pt-BR" sz="900" u="none" cap="none" strike="noStrike">
                <a:solidFill>
                  <a:schemeClr val="dk1"/>
                </a:solidFill>
                <a:latin typeface="Montserrat"/>
                <a:ea typeface="Montserrat"/>
                <a:cs typeface="Montserrat"/>
                <a:sym typeface="Montserrat"/>
              </a:rPr>
              <a:t> </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pt-BR" sz="900" u="none" cap="none" strike="noStrike">
                <a:solidFill>
                  <a:schemeClr val="dk1"/>
                </a:solidFill>
                <a:latin typeface="Montserrat"/>
                <a:ea typeface="Montserrat"/>
                <a:cs typeface="Montserrat"/>
                <a:sym typeface="Montserrat"/>
              </a:rPr>
              <a:t>Lá você terá: guias de estudo, conteúdos preparatórios, simulados, treinamentos e o agendamento das provas.</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pt-BR" sz="900" u="none" cap="none" strike="noStrike">
                <a:solidFill>
                  <a:schemeClr val="dk1"/>
                </a:solidFill>
                <a:latin typeface="Montserrat"/>
                <a:ea typeface="Montserrat"/>
                <a:cs typeface="Montserrat"/>
                <a:sym typeface="Montserrat"/>
              </a:rPr>
              <a:t>Todos os profissionais, ao se registrarem no hub, já possuem 3 VOUCHERS liberados. Assim que realizar o agendamento de uma prova, o voucher será aplicado automaticamente; após 3 tentativas haverão indicações da Meta de estudos antes da liberação do voucher para a realização da próxima prova.</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pt-BR" sz="900" u="none" cap="none" strike="noStrike">
                <a:solidFill>
                  <a:schemeClr val="dk1"/>
                </a:solidFill>
                <a:latin typeface="Montserrat"/>
                <a:ea typeface="Montserrat"/>
                <a:cs typeface="Montserrat"/>
                <a:sym typeface="Montserrat"/>
              </a:rPr>
              <a:t> </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rPr b="0" i="0" lang="pt-BR" sz="900" u="none" cap="none" strike="noStrike">
                <a:solidFill>
                  <a:schemeClr val="dk1"/>
                </a:solidFill>
                <a:latin typeface="Montserrat"/>
                <a:ea typeface="Montserrat"/>
                <a:cs typeface="Montserrat"/>
                <a:sym typeface="Montserrat"/>
              </a:rPr>
              <a:t>Ao criar o seu perfil, certifique-se de que seus dados estão atualizados e de que selecionou a “Blinks Essence” como empresa. Somente com essa seleção sua certificação será contabilizada nos relatórios da B/e. </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rPr b="0" i="0" lang="pt-BR" sz="900" u="none" cap="none" strike="noStrike">
                <a:solidFill>
                  <a:schemeClr val="dk1"/>
                </a:solidFill>
                <a:latin typeface="Montserrat"/>
                <a:ea typeface="Montserrat"/>
                <a:cs typeface="Montserrat"/>
                <a:sym typeface="Montserrat"/>
              </a:rPr>
              <a:t>As provas precisam de agendamento dentro da ferramenta e serão provas assistidas por uma pessoa do time da Meta.</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sz="900">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1" lang="pt-BR" sz="900">
                <a:solidFill>
                  <a:srgbClr val="444444"/>
                </a:solidFill>
                <a:latin typeface="Montserrat"/>
                <a:ea typeface="Montserrat"/>
                <a:cs typeface="Montserrat"/>
                <a:sym typeface="Montserrat"/>
              </a:rPr>
              <a:t>Para mais informações sobre cadastro e materiais de apoio consulte a página: </a:t>
            </a:r>
            <a:r>
              <a:rPr b="1" lang="pt-BR" sz="900" u="sng">
                <a:solidFill>
                  <a:srgbClr val="1155CC"/>
                </a:solidFill>
                <a:latin typeface="Montserrat"/>
                <a:ea typeface="Montserrat"/>
                <a:cs typeface="Montserrat"/>
                <a:sym typeface="Montserrat"/>
                <a:hlinkClick r:id="rId4">
                  <a:extLst>
                    <a:ext uri="{A12FA001-AC4F-418D-AE19-62706E023703}">
                      <ahyp:hlinkClr val="tx"/>
                    </a:ext>
                  </a:extLst>
                </a:hlinkClick>
              </a:rPr>
              <a:t>https://sites.google.com/blinksessence.com.br/centralblinksessence/produto/treinamentos-e-atualiza%C3%A7%C3%B5es/social/certifica%C3%A7%C3%A3o-2022</a:t>
            </a:r>
            <a:r>
              <a:rPr b="1" lang="pt-BR" sz="900">
                <a:solidFill>
                  <a:srgbClr val="444444"/>
                </a:solidFill>
                <a:latin typeface="Montserrat"/>
                <a:ea typeface="Montserrat"/>
                <a:cs typeface="Montserrat"/>
                <a:sym typeface="Montserrat"/>
              </a:rPr>
              <a:t> </a:t>
            </a:r>
            <a:endParaRPr b="1" sz="900">
              <a:solidFill>
                <a:srgbClr val="444444"/>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a:solidFill>
                <a:srgbClr val="444444"/>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900"/>
              <a:buFont typeface="Arial"/>
              <a:buNone/>
            </a:pPr>
            <a:r>
              <a:t/>
            </a:r>
            <a:endParaRPr sz="900">
              <a:solidFill>
                <a:schemeClr val="dk1"/>
              </a:solidFill>
              <a:latin typeface="Montserrat"/>
              <a:ea typeface="Montserrat"/>
              <a:cs typeface="Montserrat"/>
              <a:sym typeface="Montserrat"/>
            </a:endParaRPr>
          </a:p>
        </p:txBody>
      </p:sp>
      <p:pic>
        <p:nvPicPr>
          <p:cNvPr id="101" name="Google Shape;101;g120b71f36fa_0_0"/>
          <p:cNvPicPr preferRelativeResize="0"/>
          <p:nvPr/>
        </p:nvPicPr>
        <p:blipFill rotWithShape="1">
          <a:blip r:embed="rId5">
            <a:alphaModFix/>
          </a:blip>
          <a:srcRect b="0" l="0" r="0" t="0"/>
          <a:stretch/>
        </p:blipFill>
        <p:spPr>
          <a:xfrm>
            <a:off x="535350" y="1615925"/>
            <a:ext cx="2091974" cy="3004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120b71f36fa_0_13"/>
          <p:cNvSpPr txBox="1"/>
          <p:nvPr/>
        </p:nvSpPr>
        <p:spPr>
          <a:xfrm>
            <a:off x="502675" y="351975"/>
            <a:ext cx="8198700" cy="55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Helvetica Neue"/>
              <a:buNone/>
            </a:pPr>
            <a:r>
              <a:rPr b="1" i="0" lang="pt-BR" sz="2500" u="none" cap="none" strike="noStrike">
                <a:solidFill>
                  <a:schemeClr val="dk1"/>
                </a:solidFill>
                <a:latin typeface="Spectral"/>
                <a:ea typeface="Spectral"/>
                <a:cs typeface="Spectral"/>
                <a:sym typeface="Spectral"/>
              </a:rPr>
              <a:t>Pilar Excelência Técnica</a:t>
            </a:r>
            <a:endParaRPr b="1" i="0" sz="2500" u="none" cap="none" strike="noStrike">
              <a:solidFill>
                <a:srgbClr val="000000"/>
              </a:solidFill>
              <a:latin typeface="Spectral"/>
              <a:ea typeface="Spectral"/>
              <a:cs typeface="Spectral"/>
              <a:sym typeface="Spectral"/>
            </a:endParaRPr>
          </a:p>
          <a:p>
            <a:pPr indent="0" lvl="0" marL="0" marR="0" rtl="0" algn="l">
              <a:lnSpc>
                <a:spcPct val="100000"/>
              </a:lnSpc>
              <a:spcBef>
                <a:spcPts val="0"/>
              </a:spcBef>
              <a:spcAft>
                <a:spcPts val="0"/>
              </a:spcAft>
              <a:buClr>
                <a:schemeClr val="dk1"/>
              </a:buClr>
              <a:buSzPts val="1100"/>
              <a:buFont typeface="Arial"/>
              <a:buNone/>
            </a:pPr>
            <a:r>
              <a:t/>
            </a:r>
            <a:endParaRPr b="1" i="0" sz="700" u="none" cap="none" strike="noStrike">
              <a:solidFill>
                <a:srgbClr val="008598"/>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300"/>
              <a:buFont typeface="Helvetica Neue"/>
              <a:buNone/>
            </a:pPr>
            <a:r>
              <a:t/>
            </a:r>
            <a:endParaRPr b="1" i="0" sz="2300" u="none" cap="none" strike="noStrike">
              <a:solidFill>
                <a:srgbClr val="000000"/>
              </a:solidFill>
              <a:latin typeface="Spectral"/>
              <a:ea typeface="Spectral"/>
              <a:cs typeface="Spectral"/>
              <a:sym typeface="Spectral"/>
            </a:endParaRPr>
          </a:p>
        </p:txBody>
      </p:sp>
      <p:sp>
        <p:nvSpPr>
          <p:cNvPr id="107" name="Google Shape;107;g120b71f36fa_0_13"/>
          <p:cNvSpPr txBox="1"/>
          <p:nvPr>
            <p:ph idx="12" type="sldNum"/>
          </p:nvPr>
        </p:nvSpPr>
        <p:spPr>
          <a:xfrm>
            <a:off x="8289309" y="4579638"/>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pt-BR"/>
              <a:t>‹#›</a:t>
            </a:fld>
            <a:endParaRPr/>
          </a:p>
        </p:txBody>
      </p:sp>
      <p:sp>
        <p:nvSpPr>
          <p:cNvPr id="108" name="Google Shape;108;g120b71f36fa_0_13"/>
          <p:cNvSpPr txBox="1"/>
          <p:nvPr/>
        </p:nvSpPr>
        <p:spPr>
          <a:xfrm>
            <a:off x="905600" y="880050"/>
            <a:ext cx="7466700" cy="954300"/>
          </a:xfrm>
          <a:prstGeom prst="rect">
            <a:avLst/>
          </a:prstGeom>
          <a:noFill/>
          <a:ln>
            <a:noFill/>
          </a:ln>
        </p:spPr>
        <p:txBody>
          <a:bodyPr anchorCtr="0" anchor="t" bIns="26775" lIns="26775" spcFirstLastPara="1" rIns="26775" wrap="square" tIns="26775">
            <a:noAutofit/>
          </a:bodyPr>
          <a:lstStyle/>
          <a:p>
            <a:pPr indent="0" lvl="0" marL="0" marR="0" rtl="0" algn="l">
              <a:lnSpc>
                <a:spcPct val="120000"/>
              </a:lnSpc>
              <a:spcBef>
                <a:spcPts val="0"/>
              </a:spcBef>
              <a:spcAft>
                <a:spcPts val="0"/>
              </a:spcAft>
              <a:buClr>
                <a:srgbClr val="000000"/>
              </a:buClr>
              <a:buSzPts val="1200"/>
              <a:buFont typeface="Arial"/>
              <a:buNone/>
            </a:pPr>
            <a:r>
              <a:t/>
            </a:r>
            <a:endParaRPr b="0" i="0" sz="1200" u="none" cap="none" strike="noStrike">
              <a:solidFill>
                <a:schemeClr val="accent3"/>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rPr b="1" i="0" lang="pt-BR" sz="1900" u="none" cap="none" strike="noStrike">
                <a:solidFill>
                  <a:schemeClr val="accent1"/>
                </a:solidFill>
                <a:latin typeface="Montserrat"/>
                <a:ea typeface="Montserrat"/>
                <a:cs typeface="Montserrat"/>
                <a:sym typeface="Montserrat"/>
              </a:rPr>
              <a:t> Certificação Google</a:t>
            </a:r>
            <a:endParaRPr b="1" i="0" sz="1900" u="none" cap="none" strike="noStrike">
              <a:solidFill>
                <a:schemeClr val="accent1"/>
              </a:solidFill>
              <a:latin typeface="Montserrat"/>
              <a:ea typeface="Montserrat"/>
              <a:cs typeface="Montserrat"/>
              <a:sym typeface="Montserrat"/>
            </a:endParaRPr>
          </a:p>
          <a:p>
            <a:pPr indent="0" lvl="0" marL="0" marR="0" rtl="0" algn="l">
              <a:lnSpc>
                <a:spcPct val="120000"/>
              </a:lnSpc>
              <a:spcBef>
                <a:spcPts val="0"/>
              </a:spcBef>
              <a:spcAft>
                <a:spcPts val="0"/>
              </a:spcAft>
              <a:buClr>
                <a:srgbClr val="000000"/>
              </a:buClr>
              <a:buSzPts val="1900"/>
              <a:buFont typeface="Arial"/>
              <a:buNone/>
            </a:pPr>
            <a:r>
              <a:t/>
            </a:r>
            <a:endParaRPr b="1" i="0" sz="1900" u="none" cap="none" strike="noStrike">
              <a:solidFill>
                <a:schemeClr val="accent1"/>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1400" u="none" cap="none" strike="noStrike">
              <a:solidFill>
                <a:schemeClr val="accent3"/>
              </a:solidFill>
              <a:latin typeface="Montserrat"/>
              <a:ea typeface="Montserrat"/>
              <a:cs typeface="Montserrat"/>
              <a:sym typeface="Montserrat"/>
            </a:endParaRPr>
          </a:p>
          <a:p>
            <a:pPr indent="0" lvl="0" marL="0" marR="0" rtl="0" algn="l">
              <a:lnSpc>
                <a:spcPct val="120000"/>
              </a:lnSpc>
              <a:spcBef>
                <a:spcPts val="0"/>
              </a:spcBef>
              <a:spcAft>
                <a:spcPts val="0"/>
              </a:spcAft>
              <a:buClr>
                <a:schemeClr val="dk1"/>
              </a:buClr>
              <a:buSzPts val="1100"/>
              <a:buFont typeface="Arial"/>
              <a:buNone/>
            </a:pPr>
            <a:r>
              <a:t/>
            </a:r>
            <a:endParaRPr b="0" i="0" sz="1400" u="none" cap="none" strike="noStrike">
              <a:solidFill>
                <a:schemeClr val="accent3"/>
              </a:solidFill>
              <a:latin typeface="Montserrat"/>
              <a:ea typeface="Montserrat"/>
              <a:cs typeface="Montserrat"/>
              <a:sym typeface="Montserrat"/>
            </a:endParaRPr>
          </a:p>
        </p:txBody>
      </p:sp>
      <p:sp>
        <p:nvSpPr>
          <p:cNvPr id="109" name="Google Shape;109;g120b71f36fa_0_13"/>
          <p:cNvSpPr txBox="1"/>
          <p:nvPr/>
        </p:nvSpPr>
        <p:spPr>
          <a:xfrm>
            <a:off x="4485450" y="1692125"/>
            <a:ext cx="445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120b71f36fa_0_13"/>
          <p:cNvSpPr txBox="1"/>
          <p:nvPr/>
        </p:nvSpPr>
        <p:spPr>
          <a:xfrm>
            <a:off x="468600" y="1692125"/>
            <a:ext cx="8369400" cy="29091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Liberação de acesso a página em Abril;</a:t>
            </a:r>
            <a:endParaRPr b="0" i="0" sz="900" u="none" cap="none" strike="noStrike">
              <a:solidFill>
                <a:schemeClr val="dk1"/>
              </a:solidFill>
              <a:latin typeface="Montserrat"/>
              <a:ea typeface="Montserrat"/>
              <a:cs typeface="Montserrat"/>
              <a:sym typeface="Montserrat"/>
            </a:endParaRPr>
          </a:p>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Neste caso também será necessário atrelar o seu cadastro à Blinks Essence para que a contabilização de sua certificação seja considerada nos relatórios do Google;</a:t>
            </a:r>
            <a:endParaRPr b="0" i="0" sz="900" u="none" cap="none" strike="noStrike">
              <a:solidFill>
                <a:schemeClr val="dk1"/>
              </a:solidFill>
              <a:latin typeface="Montserrat"/>
              <a:ea typeface="Montserrat"/>
              <a:cs typeface="Montserrat"/>
              <a:sym typeface="Montserrat"/>
            </a:endParaRPr>
          </a:p>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Será necessário assistir e fazer atividades sugeridas para as provas antes de fazer o teste;</a:t>
            </a:r>
            <a:endParaRPr b="0" i="0" sz="900" u="none" cap="none" strike="noStrike">
              <a:solidFill>
                <a:schemeClr val="dk1"/>
              </a:solidFill>
              <a:latin typeface="Montserrat"/>
              <a:ea typeface="Montserrat"/>
              <a:cs typeface="Montserrat"/>
              <a:sym typeface="Montserrat"/>
            </a:endParaRPr>
          </a:p>
          <a:p>
            <a:pPr indent="-304800" lvl="0" marL="457200" marR="0" rtl="0" algn="l">
              <a:lnSpc>
                <a:spcPct val="200000"/>
              </a:lnSpc>
              <a:spcBef>
                <a:spcPts val="0"/>
              </a:spcBef>
              <a:spcAft>
                <a:spcPts val="0"/>
              </a:spcAft>
              <a:buClr>
                <a:srgbClr val="444444"/>
              </a:buClr>
              <a:buSzPts val="1200"/>
              <a:buFont typeface="Times New Roman"/>
              <a:buChar char="●"/>
            </a:pPr>
            <a:r>
              <a:rPr b="0" i="0" lang="pt-BR" sz="900" u="none" cap="none" strike="noStrike">
                <a:solidFill>
                  <a:schemeClr val="dk1"/>
                </a:solidFill>
                <a:latin typeface="Montserrat"/>
                <a:ea typeface="Montserrat"/>
                <a:cs typeface="Montserrat"/>
                <a:sym typeface="Montserrat"/>
              </a:rPr>
              <a:t>As provas serão supervisionadas e com agendamento prévio (semelhante às provas da Meta).</a:t>
            </a:r>
            <a:endParaRPr b="0" i="0" sz="900" u="none" cap="none" strike="noStrike">
              <a:solidFill>
                <a:schemeClr val="dk1"/>
              </a:solidFill>
              <a:latin typeface="Montserrat"/>
              <a:ea typeface="Montserrat"/>
              <a:cs typeface="Montserrat"/>
              <a:sym typeface="Montserrat"/>
            </a:endParaRPr>
          </a:p>
          <a:p>
            <a:pPr indent="0" lvl="0" marL="0" marR="0" rtl="0" algn="l">
              <a:lnSpc>
                <a:spcPct val="200000"/>
              </a:lnSpc>
              <a:spcBef>
                <a:spcPts val="0"/>
              </a:spcBef>
              <a:spcAft>
                <a:spcPts val="0"/>
              </a:spcAft>
              <a:buNone/>
            </a:pPr>
            <a:r>
              <a:t/>
            </a:r>
            <a:endParaRPr sz="900">
              <a:solidFill>
                <a:schemeClr val="dk1"/>
              </a:solidFill>
              <a:latin typeface="Montserrat"/>
              <a:ea typeface="Montserrat"/>
              <a:cs typeface="Montserrat"/>
              <a:sym typeface="Montserrat"/>
            </a:endParaRPr>
          </a:p>
          <a:p>
            <a:pPr indent="0" lvl="0" marL="0" marR="0" rtl="0" algn="l">
              <a:lnSpc>
                <a:spcPct val="200000"/>
              </a:lnSpc>
              <a:spcBef>
                <a:spcPts val="0"/>
              </a:spcBef>
              <a:spcAft>
                <a:spcPts val="0"/>
              </a:spcAft>
              <a:buNone/>
            </a:pPr>
            <a:r>
              <a:rPr b="1" lang="pt-BR" sz="900">
                <a:solidFill>
                  <a:srgbClr val="444444"/>
                </a:solidFill>
                <a:highlight>
                  <a:srgbClr val="FFFFFF"/>
                </a:highlight>
                <a:latin typeface="Montserrat"/>
                <a:ea typeface="Montserrat"/>
                <a:cs typeface="Montserrat"/>
                <a:sym typeface="Montserrat"/>
              </a:rPr>
              <a:t>Para mais informações sobre cadastro e materiais de apoio consulte a página: </a:t>
            </a:r>
            <a:r>
              <a:rPr b="1" lang="pt-BR" sz="900" u="sng">
                <a:solidFill>
                  <a:srgbClr val="1155CC"/>
                </a:solidFill>
                <a:highlight>
                  <a:srgbClr val="FFFFFF"/>
                </a:highlight>
                <a:latin typeface="Montserrat"/>
                <a:ea typeface="Montserrat"/>
                <a:cs typeface="Montserrat"/>
                <a:sym typeface="Montserrat"/>
                <a:hlinkClick r:id="rId3">
                  <a:extLst>
                    <a:ext uri="{A12FA001-AC4F-418D-AE19-62706E023703}">
                      <ahyp:hlinkClr val="tx"/>
                    </a:ext>
                  </a:extLst>
                </a:hlinkClick>
              </a:rPr>
              <a:t>https://sites.google.com/blinksessence.com.br/centralblinksessence/produto/treinamentos-e-atualiza%C3%A7%C3%B5es/search/google-certifica%C3%A7%C3%A3o-2022</a:t>
            </a:r>
            <a:endParaRPr sz="400">
              <a:solidFill>
                <a:schemeClr val="dk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4" name="Shape 114"/>
        <p:cNvGrpSpPr/>
        <p:nvPr/>
      </p:nvGrpSpPr>
      <p:grpSpPr>
        <a:xfrm>
          <a:off x="0" y="0"/>
          <a:ext cx="0" cy="0"/>
          <a:chOff x="0" y="0"/>
          <a:chExt cx="0" cy="0"/>
        </a:xfrm>
      </p:grpSpPr>
      <p:sp>
        <p:nvSpPr>
          <p:cNvPr id="115" name="Google Shape;115;p13"/>
          <p:cNvSpPr txBox="1"/>
          <p:nvPr/>
        </p:nvSpPr>
        <p:spPr>
          <a:xfrm>
            <a:off x="771525" y="1991750"/>
            <a:ext cx="5648400" cy="150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Helvetica Neue"/>
              <a:buNone/>
            </a:pPr>
            <a:r>
              <a:rPr b="1" i="0" lang="pt-BR" sz="8000" u="none" cap="none" strike="noStrike">
                <a:solidFill>
                  <a:srgbClr val="FFFFFF"/>
                </a:solidFill>
                <a:latin typeface="Spectral"/>
                <a:ea typeface="Spectral"/>
                <a:cs typeface="Spectral"/>
                <a:sym typeface="Spectral"/>
              </a:rPr>
              <a:t>Tks</a:t>
            </a:r>
            <a:r>
              <a:rPr b="1" i="0" lang="pt-BR" sz="8000" u="none" cap="none" strike="noStrike">
                <a:solidFill>
                  <a:srgbClr val="FFCD34"/>
                </a:solidFill>
                <a:latin typeface="Spectral"/>
                <a:ea typeface="Spectral"/>
                <a:cs typeface="Spectral"/>
                <a:sym typeface="Spectral"/>
              </a:rPr>
              <a:t> ;-)</a:t>
            </a:r>
            <a:endParaRPr b="0" i="0" sz="8000" u="none" cap="none" strike="noStrike">
              <a:solidFill>
                <a:srgbClr val="FFCD34"/>
              </a:solidFill>
              <a:latin typeface="Spectral"/>
              <a:ea typeface="Spectral"/>
              <a:cs typeface="Spectral"/>
              <a:sym typeface="Spectral"/>
            </a:endParaRPr>
          </a:p>
        </p:txBody>
      </p:sp>
      <p:sp>
        <p:nvSpPr>
          <p:cNvPr id="116" name="Google Shape;116;p13"/>
          <p:cNvSpPr txBox="1"/>
          <p:nvPr/>
        </p:nvSpPr>
        <p:spPr>
          <a:xfrm>
            <a:off x="778400" y="3699375"/>
            <a:ext cx="3174900" cy="429300"/>
          </a:xfrm>
          <a:prstGeom prst="rect">
            <a:avLst/>
          </a:prstGeom>
          <a:noFill/>
          <a:ln>
            <a:noFill/>
          </a:ln>
        </p:spPr>
        <p:txBody>
          <a:bodyPr anchorCtr="0" anchor="t" bIns="0" lIns="0" spcFirstLastPara="1" rIns="0" wrap="square" tIns="0">
            <a:noAutofit/>
          </a:bodyPr>
          <a:lstStyle/>
          <a:p>
            <a:pPr indent="0" lvl="0" marL="0" marR="152400" rtl="0" algn="l">
              <a:lnSpc>
                <a:spcPct val="115000"/>
              </a:lnSpc>
              <a:spcBef>
                <a:spcPts val="0"/>
              </a:spcBef>
              <a:spcAft>
                <a:spcPts val="0"/>
              </a:spcAft>
              <a:buClr>
                <a:srgbClr val="000000"/>
              </a:buClr>
              <a:buSzPts val="500"/>
              <a:buFont typeface="Arial"/>
              <a:buNone/>
            </a:pPr>
            <a:r>
              <a:rPr b="1" i="1" lang="pt-BR" sz="500" u="none" cap="none" strike="noStrike">
                <a:solidFill>
                  <a:srgbClr val="999999"/>
                </a:solidFill>
                <a:latin typeface="Montserrat"/>
                <a:ea typeface="Montserrat"/>
                <a:cs typeface="Montserrat"/>
                <a:sym typeface="Montserrat"/>
              </a:rPr>
              <a:t>Blinks Essence © 2020</a:t>
            </a:r>
            <a:br>
              <a:rPr b="1" i="1" lang="pt-BR" sz="500" u="none" cap="none" strike="noStrike">
                <a:solidFill>
                  <a:srgbClr val="999999"/>
                </a:solidFill>
                <a:latin typeface="Montserrat"/>
                <a:ea typeface="Montserrat"/>
                <a:cs typeface="Montserrat"/>
                <a:sym typeface="Montserrat"/>
              </a:rPr>
            </a:br>
            <a:r>
              <a:rPr b="0" i="1" lang="pt-BR" sz="500" u="none" cap="none" strike="noStrike">
                <a:solidFill>
                  <a:srgbClr val="999999"/>
                </a:solidFill>
                <a:latin typeface="Montserrat"/>
                <a:ea typeface="Montserrat"/>
                <a:cs typeface="Montserrat"/>
                <a:sym typeface="Montserrat"/>
              </a:rPr>
              <a:t>This document contains confidential information and methodology belonging to the Agency. None of this information may be disclosed to others, nor may it be used, copied or transmitted in any form or by any means without prior written consent of the Agency. This document must be returned immediately on the Agency's request. </a:t>
            </a:r>
            <a:endParaRPr b="0" i="1" sz="500" u="none" cap="none" strike="noStrike">
              <a:solidFill>
                <a:srgbClr val="999999"/>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500"/>
              <a:buFont typeface="Arial"/>
              <a:buNone/>
            </a:pPr>
            <a:r>
              <a:t/>
            </a:r>
            <a:endParaRPr b="0" i="0" sz="500" u="none" cap="none" strike="noStrike">
              <a:solidFill>
                <a:srgbClr val="999999"/>
              </a:solidFill>
              <a:latin typeface="Montserrat"/>
              <a:ea typeface="Montserrat"/>
              <a:cs typeface="Montserrat"/>
              <a:sym typeface="Montserrat"/>
            </a:endParaRPr>
          </a:p>
        </p:txBody>
      </p:sp>
      <p:pic>
        <p:nvPicPr>
          <p:cNvPr id="117" name="Google Shape;117;p13"/>
          <p:cNvPicPr preferRelativeResize="0"/>
          <p:nvPr/>
        </p:nvPicPr>
        <p:blipFill rotWithShape="1">
          <a:blip r:embed="rId3">
            <a:alphaModFix/>
          </a:blip>
          <a:srcRect b="0" l="0" r="0" t="0"/>
          <a:stretch/>
        </p:blipFill>
        <p:spPr>
          <a:xfrm>
            <a:off x="614500" y="1198428"/>
            <a:ext cx="614504" cy="31307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inks Essence SEM CLIENTE">
  <a:themeElements>
    <a:clrScheme name="White">
      <a:dk1>
        <a:srgbClr val="000000"/>
      </a:dk1>
      <a:lt1>
        <a:srgbClr val="FFFFFF"/>
      </a:lt1>
      <a:dk2>
        <a:srgbClr val="9F9F9B"/>
      </a:dk2>
      <a:lt2>
        <a:srgbClr val="E6E6E2"/>
      </a:lt2>
      <a:accent1>
        <a:srgbClr val="008598"/>
      </a:accent1>
      <a:accent2>
        <a:srgbClr val="FFCD34"/>
      </a:accent2>
      <a:accent3>
        <a:srgbClr val="404041"/>
      </a:accent3>
      <a:accent4>
        <a:srgbClr val="31538F"/>
      </a:accent4>
      <a:accent5>
        <a:srgbClr val="FFFFFF"/>
      </a:accent5>
      <a:accent6>
        <a:srgbClr val="FFFFFF"/>
      </a:accent6>
      <a:hlink>
        <a:srgbClr val="008598"/>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